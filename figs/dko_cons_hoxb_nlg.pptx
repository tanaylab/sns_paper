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224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93792"/>
              <a:ext cx="9004821" cy="34946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87144" y="397479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54520" y="3228683"/>
              <a:ext cx="10558" cy="2478"/>
            </a:xfrm>
            <a:custGeom>
              <a:avLst/>
              <a:pathLst>
                <a:path w="10558" h="2478">
                  <a:moveTo>
                    <a:pt x="0" y="2478"/>
                  </a:moveTo>
                  <a:lnTo>
                    <a:pt x="84" y="2408"/>
                  </a:lnTo>
                  <a:lnTo>
                    <a:pt x="421" y="2170"/>
                  </a:lnTo>
                  <a:lnTo>
                    <a:pt x="757" y="1930"/>
                  </a:lnTo>
                  <a:lnTo>
                    <a:pt x="1094" y="1679"/>
                  </a:lnTo>
                  <a:lnTo>
                    <a:pt x="1430" y="1585"/>
                  </a:lnTo>
                  <a:lnTo>
                    <a:pt x="1767" y="1490"/>
                  </a:lnTo>
                  <a:lnTo>
                    <a:pt x="2103" y="1368"/>
                  </a:lnTo>
                  <a:lnTo>
                    <a:pt x="2439" y="1436"/>
                  </a:lnTo>
                  <a:lnTo>
                    <a:pt x="2776" y="1469"/>
                  </a:lnTo>
                  <a:lnTo>
                    <a:pt x="3112" y="1377"/>
                  </a:lnTo>
                  <a:lnTo>
                    <a:pt x="3449" y="1224"/>
                  </a:lnTo>
                  <a:lnTo>
                    <a:pt x="3785" y="1071"/>
                  </a:lnTo>
                  <a:lnTo>
                    <a:pt x="4122" y="918"/>
                  </a:lnTo>
                  <a:lnTo>
                    <a:pt x="4458" y="765"/>
                  </a:lnTo>
                  <a:lnTo>
                    <a:pt x="4795" y="612"/>
                  </a:lnTo>
                  <a:lnTo>
                    <a:pt x="5131" y="459"/>
                  </a:lnTo>
                  <a:lnTo>
                    <a:pt x="5468" y="306"/>
                  </a:lnTo>
                  <a:lnTo>
                    <a:pt x="5804" y="153"/>
                  </a:lnTo>
                  <a:lnTo>
                    <a:pt x="6141" y="0"/>
                  </a:lnTo>
                  <a:lnTo>
                    <a:pt x="6477" y="53"/>
                  </a:lnTo>
                  <a:lnTo>
                    <a:pt x="6813" y="206"/>
                  </a:lnTo>
                  <a:lnTo>
                    <a:pt x="7150" y="185"/>
                  </a:lnTo>
                  <a:lnTo>
                    <a:pt x="7486" y="137"/>
                  </a:lnTo>
                  <a:lnTo>
                    <a:pt x="7823" y="150"/>
                  </a:lnTo>
                  <a:lnTo>
                    <a:pt x="8159" y="170"/>
                  </a:lnTo>
                  <a:lnTo>
                    <a:pt x="8496" y="238"/>
                  </a:lnTo>
                  <a:lnTo>
                    <a:pt x="8832" y="339"/>
                  </a:lnTo>
                  <a:lnTo>
                    <a:pt x="9169" y="440"/>
                  </a:lnTo>
                  <a:lnTo>
                    <a:pt x="9505" y="706"/>
                  </a:lnTo>
                  <a:lnTo>
                    <a:pt x="9842" y="1143"/>
                  </a:lnTo>
                  <a:lnTo>
                    <a:pt x="10178" y="1755"/>
                  </a:lnTo>
                  <a:lnTo>
                    <a:pt x="10515" y="2381"/>
                  </a:lnTo>
                  <a:lnTo>
                    <a:pt x="10558" y="24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76343" y="3211903"/>
              <a:ext cx="72758" cy="19259"/>
            </a:xfrm>
            <a:custGeom>
              <a:avLst/>
              <a:pathLst>
                <a:path w="72758" h="19259">
                  <a:moveTo>
                    <a:pt x="0" y="19259"/>
                  </a:moveTo>
                  <a:lnTo>
                    <a:pt x="131" y="18908"/>
                  </a:lnTo>
                  <a:lnTo>
                    <a:pt x="468" y="18088"/>
                  </a:lnTo>
                  <a:lnTo>
                    <a:pt x="804" y="17268"/>
                  </a:lnTo>
                  <a:lnTo>
                    <a:pt x="1141" y="16560"/>
                  </a:lnTo>
                  <a:lnTo>
                    <a:pt x="1477" y="15790"/>
                  </a:lnTo>
                  <a:lnTo>
                    <a:pt x="1813" y="15151"/>
                  </a:lnTo>
                  <a:lnTo>
                    <a:pt x="2150" y="14571"/>
                  </a:lnTo>
                  <a:lnTo>
                    <a:pt x="2486" y="14112"/>
                  </a:lnTo>
                  <a:lnTo>
                    <a:pt x="2823" y="13714"/>
                  </a:lnTo>
                  <a:lnTo>
                    <a:pt x="3159" y="13446"/>
                  </a:lnTo>
                  <a:lnTo>
                    <a:pt x="3496" y="13466"/>
                  </a:lnTo>
                  <a:lnTo>
                    <a:pt x="3832" y="13599"/>
                  </a:lnTo>
                  <a:lnTo>
                    <a:pt x="4169" y="13661"/>
                  </a:lnTo>
                  <a:lnTo>
                    <a:pt x="4505" y="13619"/>
                  </a:lnTo>
                  <a:lnTo>
                    <a:pt x="4842" y="13426"/>
                  </a:lnTo>
                  <a:lnTo>
                    <a:pt x="5178" y="13088"/>
                  </a:lnTo>
                  <a:lnTo>
                    <a:pt x="5515" y="12751"/>
                  </a:lnTo>
                  <a:lnTo>
                    <a:pt x="5851" y="12280"/>
                  </a:lnTo>
                  <a:lnTo>
                    <a:pt x="6187" y="11808"/>
                  </a:lnTo>
                  <a:lnTo>
                    <a:pt x="6524" y="11306"/>
                  </a:lnTo>
                  <a:lnTo>
                    <a:pt x="6860" y="10804"/>
                  </a:lnTo>
                  <a:lnTo>
                    <a:pt x="7197" y="10301"/>
                  </a:lnTo>
                  <a:lnTo>
                    <a:pt x="7533" y="9799"/>
                  </a:lnTo>
                  <a:lnTo>
                    <a:pt x="7870" y="9297"/>
                  </a:lnTo>
                  <a:lnTo>
                    <a:pt x="8206" y="8794"/>
                  </a:lnTo>
                  <a:lnTo>
                    <a:pt x="8543" y="8240"/>
                  </a:lnTo>
                  <a:lnTo>
                    <a:pt x="8879" y="7686"/>
                  </a:lnTo>
                  <a:lnTo>
                    <a:pt x="9216" y="7204"/>
                  </a:lnTo>
                  <a:lnTo>
                    <a:pt x="9552" y="6679"/>
                  </a:lnTo>
                  <a:lnTo>
                    <a:pt x="9889" y="6338"/>
                  </a:lnTo>
                  <a:lnTo>
                    <a:pt x="10225" y="6173"/>
                  </a:lnTo>
                  <a:lnTo>
                    <a:pt x="10561" y="6009"/>
                  </a:lnTo>
                  <a:lnTo>
                    <a:pt x="10898" y="5875"/>
                  </a:lnTo>
                  <a:lnTo>
                    <a:pt x="11234" y="5741"/>
                  </a:lnTo>
                  <a:lnTo>
                    <a:pt x="11571" y="5741"/>
                  </a:lnTo>
                  <a:lnTo>
                    <a:pt x="11907" y="5741"/>
                  </a:lnTo>
                  <a:lnTo>
                    <a:pt x="12244" y="5741"/>
                  </a:lnTo>
                  <a:lnTo>
                    <a:pt x="12580" y="5741"/>
                  </a:lnTo>
                  <a:lnTo>
                    <a:pt x="12917" y="5857"/>
                  </a:lnTo>
                  <a:lnTo>
                    <a:pt x="13253" y="5991"/>
                  </a:lnTo>
                  <a:lnTo>
                    <a:pt x="13590" y="6125"/>
                  </a:lnTo>
                  <a:lnTo>
                    <a:pt x="13926" y="6259"/>
                  </a:lnTo>
                  <a:lnTo>
                    <a:pt x="14262" y="6392"/>
                  </a:lnTo>
                  <a:lnTo>
                    <a:pt x="14599" y="6526"/>
                  </a:lnTo>
                  <a:lnTo>
                    <a:pt x="14935" y="6660"/>
                  </a:lnTo>
                  <a:lnTo>
                    <a:pt x="15272" y="6794"/>
                  </a:lnTo>
                  <a:lnTo>
                    <a:pt x="15608" y="6928"/>
                  </a:lnTo>
                  <a:lnTo>
                    <a:pt x="15945" y="7062"/>
                  </a:lnTo>
                  <a:lnTo>
                    <a:pt x="16281" y="7195"/>
                  </a:lnTo>
                  <a:lnTo>
                    <a:pt x="16618" y="7329"/>
                  </a:lnTo>
                  <a:lnTo>
                    <a:pt x="16954" y="7494"/>
                  </a:lnTo>
                  <a:lnTo>
                    <a:pt x="17291" y="7659"/>
                  </a:lnTo>
                  <a:lnTo>
                    <a:pt x="17627" y="7824"/>
                  </a:lnTo>
                  <a:lnTo>
                    <a:pt x="17964" y="7981"/>
                  </a:lnTo>
                  <a:lnTo>
                    <a:pt x="18300" y="8115"/>
                  </a:lnTo>
                  <a:lnTo>
                    <a:pt x="18636" y="8248"/>
                  </a:lnTo>
                  <a:lnTo>
                    <a:pt x="18973" y="8382"/>
                  </a:lnTo>
                  <a:lnTo>
                    <a:pt x="19309" y="8516"/>
                  </a:lnTo>
                  <a:lnTo>
                    <a:pt x="19646" y="8650"/>
                  </a:lnTo>
                  <a:lnTo>
                    <a:pt x="19982" y="8663"/>
                  </a:lnTo>
                  <a:lnTo>
                    <a:pt x="20319" y="8640"/>
                  </a:lnTo>
                  <a:lnTo>
                    <a:pt x="20655" y="8532"/>
                  </a:lnTo>
                  <a:lnTo>
                    <a:pt x="20992" y="8404"/>
                  </a:lnTo>
                  <a:lnTo>
                    <a:pt x="21328" y="8276"/>
                  </a:lnTo>
                  <a:lnTo>
                    <a:pt x="21665" y="8139"/>
                  </a:lnTo>
                  <a:lnTo>
                    <a:pt x="22001" y="7877"/>
                  </a:lnTo>
                  <a:lnTo>
                    <a:pt x="22338" y="7615"/>
                  </a:lnTo>
                  <a:lnTo>
                    <a:pt x="22674" y="7353"/>
                  </a:lnTo>
                  <a:lnTo>
                    <a:pt x="23010" y="7090"/>
                  </a:lnTo>
                  <a:lnTo>
                    <a:pt x="23347" y="6828"/>
                  </a:lnTo>
                  <a:lnTo>
                    <a:pt x="23683" y="6566"/>
                  </a:lnTo>
                  <a:lnTo>
                    <a:pt x="24020" y="6304"/>
                  </a:lnTo>
                  <a:lnTo>
                    <a:pt x="24356" y="6042"/>
                  </a:lnTo>
                  <a:lnTo>
                    <a:pt x="24693" y="5780"/>
                  </a:lnTo>
                  <a:lnTo>
                    <a:pt x="25029" y="5518"/>
                  </a:lnTo>
                  <a:lnTo>
                    <a:pt x="25366" y="5260"/>
                  </a:lnTo>
                  <a:lnTo>
                    <a:pt x="25702" y="5096"/>
                  </a:lnTo>
                  <a:lnTo>
                    <a:pt x="26039" y="5065"/>
                  </a:lnTo>
                  <a:lnTo>
                    <a:pt x="26375" y="5065"/>
                  </a:lnTo>
                  <a:lnTo>
                    <a:pt x="26712" y="5118"/>
                  </a:lnTo>
                  <a:lnTo>
                    <a:pt x="27048" y="5106"/>
                  </a:lnTo>
                  <a:lnTo>
                    <a:pt x="27384" y="5094"/>
                  </a:lnTo>
                  <a:lnTo>
                    <a:pt x="27721" y="5082"/>
                  </a:lnTo>
                  <a:lnTo>
                    <a:pt x="28057" y="5070"/>
                  </a:lnTo>
                  <a:lnTo>
                    <a:pt x="28394" y="5058"/>
                  </a:lnTo>
                  <a:lnTo>
                    <a:pt x="28730" y="5045"/>
                  </a:lnTo>
                  <a:lnTo>
                    <a:pt x="29067" y="5008"/>
                  </a:lnTo>
                  <a:lnTo>
                    <a:pt x="29403" y="5013"/>
                  </a:lnTo>
                  <a:lnTo>
                    <a:pt x="29740" y="5017"/>
                  </a:lnTo>
                  <a:lnTo>
                    <a:pt x="30076" y="5021"/>
                  </a:lnTo>
                  <a:lnTo>
                    <a:pt x="30413" y="4917"/>
                  </a:lnTo>
                  <a:lnTo>
                    <a:pt x="30749" y="4732"/>
                  </a:lnTo>
                  <a:lnTo>
                    <a:pt x="31086" y="4541"/>
                  </a:lnTo>
                  <a:lnTo>
                    <a:pt x="31422" y="4169"/>
                  </a:lnTo>
                  <a:lnTo>
                    <a:pt x="31758" y="3813"/>
                  </a:lnTo>
                  <a:lnTo>
                    <a:pt x="32095" y="3313"/>
                  </a:lnTo>
                  <a:lnTo>
                    <a:pt x="32431" y="2857"/>
                  </a:lnTo>
                  <a:lnTo>
                    <a:pt x="32768" y="2657"/>
                  </a:lnTo>
                  <a:lnTo>
                    <a:pt x="33104" y="2465"/>
                  </a:lnTo>
                  <a:lnTo>
                    <a:pt x="33441" y="2281"/>
                  </a:lnTo>
                  <a:lnTo>
                    <a:pt x="33777" y="2223"/>
                  </a:lnTo>
                  <a:lnTo>
                    <a:pt x="34114" y="2251"/>
                  </a:lnTo>
                  <a:lnTo>
                    <a:pt x="34450" y="2293"/>
                  </a:lnTo>
                  <a:lnTo>
                    <a:pt x="34787" y="2335"/>
                  </a:lnTo>
                  <a:lnTo>
                    <a:pt x="35123" y="2378"/>
                  </a:lnTo>
                  <a:lnTo>
                    <a:pt x="35460" y="2420"/>
                  </a:lnTo>
                  <a:lnTo>
                    <a:pt x="35796" y="2506"/>
                  </a:lnTo>
                  <a:lnTo>
                    <a:pt x="36132" y="2592"/>
                  </a:lnTo>
                  <a:lnTo>
                    <a:pt x="36469" y="2735"/>
                  </a:lnTo>
                  <a:lnTo>
                    <a:pt x="36805" y="2935"/>
                  </a:lnTo>
                  <a:lnTo>
                    <a:pt x="37142" y="3194"/>
                  </a:lnTo>
                  <a:lnTo>
                    <a:pt x="37478" y="3468"/>
                  </a:lnTo>
                  <a:lnTo>
                    <a:pt x="37815" y="3607"/>
                  </a:lnTo>
                  <a:lnTo>
                    <a:pt x="38151" y="3595"/>
                  </a:lnTo>
                  <a:lnTo>
                    <a:pt x="38488" y="3682"/>
                  </a:lnTo>
                  <a:lnTo>
                    <a:pt x="38824" y="3584"/>
                  </a:lnTo>
                  <a:lnTo>
                    <a:pt x="39161" y="3425"/>
                  </a:lnTo>
                  <a:lnTo>
                    <a:pt x="39497" y="3117"/>
                  </a:lnTo>
                  <a:lnTo>
                    <a:pt x="39834" y="2877"/>
                  </a:lnTo>
                  <a:lnTo>
                    <a:pt x="40170" y="2719"/>
                  </a:lnTo>
                  <a:lnTo>
                    <a:pt x="40506" y="2798"/>
                  </a:lnTo>
                  <a:lnTo>
                    <a:pt x="40843" y="2935"/>
                  </a:lnTo>
                  <a:lnTo>
                    <a:pt x="41179" y="3102"/>
                  </a:lnTo>
                  <a:lnTo>
                    <a:pt x="41516" y="3251"/>
                  </a:lnTo>
                  <a:lnTo>
                    <a:pt x="41852" y="3498"/>
                  </a:lnTo>
                  <a:lnTo>
                    <a:pt x="42189" y="3745"/>
                  </a:lnTo>
                  <a:lnTo>
                    <a:pt x="42525" y="3992"/>
                  </a:lnTo>
                  <a:lnTo>
                    <a:pt x="42862" y="4321"/>
                  </a:lnTo>
                  <a:lnTo>
                    <a:pt x="43198" y="4819"/>
                  </a:lnTo>
                  <a:lnTo>
                    <a:pt x="43535" y="5264"/>
                  </a:lnTo>
                  <a:lnTo>
                    <a:pt x="43871" y="5588"/>
                  </a:lnTo>
                  <a:lnTo>
                    <a:pt x="44208" y="5791"/>
                  </a:lnTo>
                  <a:lnTo>
                    <a:pt x="44544" y="6092"/>
                  </a:lnTo>
                  <a:lnTo>
                    <a:pt x="44880" y="6196"/>
                  </a:lnTo>
                  <a:lnTo>
                    <a:pt x="45217" y="6114"/>
                  </a:lnTo>
                  <a:lnTo>
                    <a:pt x="45553" y="5822"/>
                  </a:lnTo>
                  <a:lnTo>
                    <a:pt x="45890" y="5459"/>
                  </a:lnTo>
                  <a:lnTo>
                    <a:pt x="46226" y="4977"/>
                  </a:lnTo>
                  <a:lnTo>
                    <a:pt x="46563" y="4600"/>
                  </a:lnTo>
                  <a:lnTo>
                    <a:pt x="46899" y="4098"/>
                  </a:lnTo>
                  <a:lnTo>
                    <a:pt x="47236" y="3595"/>
                  </a:lnTo>
                  <a:lnTo>
                    <a:pt x="47572" y="3129"/>
                  </a:lnTo>
                  <a:lnTo>
                    <a:pt x="47909" y="2583"/>
                  </a:lnTo>
                  <a:lnTo>
                    <a:pt x="48245" y="1968"/>
                  </a:lnTo>
                  <a:lnTo>
                    <a:pt x="48581" y="1839"/>
                  </a:lnTo>
                  <a:lnTo>
                    <a:pt x="48918" y="1931"/>
                  </a:lnTo>
                  <a:lnTo>
                    <a:pt x="49254" y="2062"/>
                  </a:lnTo>
                  <a:lnTo>
                    <a:pt x="49591" y="2264"/>
                  </a:lnTo>
                  <a:lnTo>
                    <a:pt x="49927" y="2619"/>
                  </a:lnTo>
                  <a:lnTo>
                    <a:pt x="50264" y="3078"/>
                  </a:lnTo>
                  <a:lnTo>
                    <a:pt x="50600" y="3537"/>
                  </a:lnTo>
                  <a:lnTo>
                    <a:pt x="50937" y="3892"/>
                  </a:lnTo>
                  <a:lnTo>
                    <a:pt x="51273" y="4241"/>
                  </a:lnTo>
                  <a:lnTo>
                    <a:pt x="51610" y="4591"/>
                  </a:lnTo>
                  <a:lnTo>
                    <a:pt x="51946" y="4940"/>
                  </a:lnTo>
                  <a:lnTo>
                    <a:pt x="52283" y="5290"/>
                  </a:lnTo>
                  <a:lnTo>
                    <a:pt x="52619" y="5639"/>
                  </a:lnTo>
                  <a:lnTo>
                    <a:pt x="52955" y="5989"/>
                  </a:lnTo>
                  <a:lnTo>
                    <a:pt x="53292" y="6311"/>
                  </a:lnTo>
                  <a:lnTo>
                    <a:pt x="53628" y="6278"/>
                  </a:lnTo>
                  <a:lnTo>
                    <a:pt x="53965" y="5983"/>
                  </a:lnTo>
                  <a:lnTo>
                    <a:pt x="54301" y="5543"/>
                  </a:lnTo>
                  <a:lnTo>
                    <a:pt x="54638" y="5282"/>
                  </a:lnTo>
                  <a:lnTo>
                    <a:pt x="54974" y="5140"/>
                  </a:lnTo>
                  <a:lnTo>
                    <a:pt x="55311" y="4990"/>
                  </a:lnTo>
                  <a:lnTo>
                    <a:pt x="55647" y="4683"/>
                  </a:lnTo>
                  <a:lnTo>
                    <a:pt x="55984" y="4464"/>
                  </a:lnTo>
                  <a:lnTo>
                    <a:pt x="56320" y="4179"/>
                  </a:lnTo>
                  <a:lnTo>
                    <a:pt x="56657" y="3856"/>
                  </a:lnTo>
                  <a:lnTo>
                    <a:pt x="56993" y="3501"/>
                  </a:lnTo>
                  <a:lnTo>
                    <a:pt x="57329" y="3115"/>
                  </a:lnTo>
                  <a:lnTo>
                    <a:pt x="57666" y="2730"/>
                  </a:lnTo>
                  <a:lnTo>
                    <a:pt x="58002" y="2333"/>
                  </a:lnTo>
                  <a:lnTo>
                    <a:pt x="58339" y="1875"/>
                  </a:lnTo>
                  <a:lnTo>
                    <a:pt x="58675" y="1462"/>
                  </a:lnTo>
                  <a:lnTo>
                    <a:pt x="59012" y="1132"/>
                  </a:lnTo>
                  <a:lnTo>
                    <a:pt x="59348" y="798"/>
                  </a:lnTo>
                  <a:lnTo>
                    <a:pt x="59685" y="533"/>
                  </a:lnTo>
                  <a:lnTo>
                    <a:pt x="60021" y="206"/>
                  </a:lnTo>
                  <a:lnTo>
                    <a:pt x="60358" y="5"/>
                  </a:lnTo>
                  <a:lnTo>
                    <a:pt x="60694" y="0"/>
                  </a:lnTo>
                  <a:lnTo>
                    <a:pt x="61031" y="158"/>
                  </a:lnTo>
                  <a:lnTo>
                    <a:pt x="61367" y="459"/>
                  </a:lnTo>
                  <a:lnTo>
                    <a:pt x="61703" y="828"/>
                  </a:lnTo>
                  <a:lnTo>
                    <a:pt x="62040" y="1194"/>
                  </a:lnTo>
                  <a:lnTo>
                    <a:pt x="62376" y="1674"/>
                  </a:lnTo>
                  <a:lnTo>
                    <a:pt x="62713" y="2112"/>
                  </a:lnTo>
                  <a:lnTo>
                    <a:pt x="63049" y="2673"/>
                  </a:lnTo>
                  <a:lnTo>
                    <a:pt x="63386" y="3317"/>
                  </a:lnTo>
                  <a:lnTo>
                    <a:pt x="63722" y="3864"/>
                  </a:lnTo>
                  <a:lnTo>
                    <a:pt x="64059" y="4464"/>
                  </a:lnTo>
                  <a:lnTo>
                    <a:pt x="64395" y="5088"/>
                  </a:lnTo>
                  <a:lnTo>
                    <a:pt x="64732" y="5727"/>
                  </a:lnTo>
                  <a:lnTo>
                    <a:pt x="65068" y="6370"/>
                  </a:lnTo>
                  <a:lnTo>
                    <a:pt x="65405" y="7216"/>
                  </a:lnTo>
                  <a:lnTo>
                    <a:pt x="65741" y="8126"/>
                  </a:lnTo>
                  <a:lnTo>
                    <a:pt x="66077" y="9212"/>
                  </a:lnTo>
                  <a:lnTo>
                    <a:pt x="66414" y="10136"/>
                  </a:lnTo>
                  <a:lnTo>
                    <a:pt x="66750" y="11007"/>
                  </a:lnTo>
                  <a:lnTo>
                    <a:pt x="67087" y="11860"/>
                  </a:lnTo>
                  <a:lnTo>
                    <a:pt x="67423" y="12654"/>
                  </a:lnTo>
                  <a:lnTo>
                    <a:pt x="67760" y="13507"/>
                  </a:lnTo>
                  <a:lnTo>
                    <a:pt x="68096" y="14285"/>
                  </a:lnTo>
                  <a:lnTo>
                    <a:pt x="68433" y="14955"/>
                  </a:lnTo>
                  <a:lnTo>
                    <a:pt x="68769" y="15618"/>
                  </a:lnTo>
                  <a:lnTo>
                    <a:pt x="69106" y="16191"/>
                  </a:lnTo>
                  <a:lnTo>
                    <a:pt x="69442" y="16814"/>
                  </a:lnTo>
                  <a:lnTo>
                    <a:pt x="69779" y="17411"/>
                  </a:lnTo>
                  <a:lnTo>
                    <a:pt x="70115" y="17926"/>
                  </a:lnTo>
                  <a:lnTo>
                    <a:pt x="70451" y="18322"/>
                  </a:lnTo>
                  <a:lnTo>
                    <a:pt x="70788" y="18377"/>
                  </a:lnTo>
                  <a:lnTo>
                    <a:pt x="71124" y="18359"/>
                  </a:lnTo>
                  <a:lnTo>
                    <a:pt x="71461" y="18297"/>
                  </a:lnTo>
                  <a:lnTo>
                    <a:pt x="71797" y="18340"/>
                  </a:lnTo>
                  <a:lnTo>
                    <a:pt x="72134" y="18533"/>
                  </a:lnTo>
                  <a:lnTo>
                    <a:pt x="72470" y="18870"/>
                  </a:lnTo>
                  <a:lnTo>
                    <a:pt x="72758" y="1925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43632" y="3230145"/>
              <a:ext cx="3092" cy="1016"/>
            </a:xfrm>
            <a:custGeom>
              <a:avLst/>
              <a:pathLst>
                <a:path w="3092" h="1016">
                  <a:moveTo>
                    <a:pt x="0" y="1016"/>
                  </a:moveTo>
                  <a:lnTo>
                    <a:pt x="63" y="998"/>
                  </a:lnTo>
                  <a:lnTo>
                    <a:pt x="400" y="797"/>
                  </a:lnTo>
                  <a:lnTo>
                    <a:pt x="736" y="468"/>
                  </a:lnTo>
                  <a:lnTo>
                    <a:pt x="1073" y="116"/>
                  </a:lnTo>
                  <a:lnTo>
                    <a:pt x="1409" y="15"/>
                  </a:lnTo>
                  <a:lnTo>
                    <a:pt x="1746" y="0"/>
                  </a:lnTo>
                  <a:lnTo>
                    <a:pt x="2082" y="149"/>
                  </a:lnTo>
                  <a:lnTo>
                    <a:pt x="2419" y="374"/>
                  </a:lnTo>
                  <a:lnTo>
                    <a:pt x="2755" y="667"/>
                  </a:lnTo>
                  <a:lnTo>
                    <a:pt x="3092" y="1016"/>
                  </a:lnTo>
                  <a:lnTo>
                    <a:pt x="3092" y="101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51782" y="3226880"/>
              <a:ext cx="20044" cy="4281"/>
            </a:xfrm>
            <a:custGeom>
              <a:avLst/>
              <a:pathLst>
                <a:path w="20044" h="4281">
                  <a:moveTo>
                    <a:pt x="0" y="4281"/>
                  </a:moveTo>
                  <a:lnTo>
                    <a:pt x="324" y="3894"/>
                  </a:lnTo>
                  <a:lnTo>
                    <a:pt x="661" y="3503"/>
                  </a:lnTo>
                  <a:lnTo>
                    <a:pt x="997" y="3029"/>
                  </a:lnTo>
                  <a:lnTo>
                    <a:pt x="1334" y="2555"/>
                  </a:lnTo>
                  <a:lnTo>
                    <a:pt x="1670" y="2081"/>
                  </a:lnTo>
                  <a:lnTo>
                    <a:pt x="2007" y="1607"/>
                  </a:lnTo>
                  <a:lnTo>
                    <a:pt x="2343" y="1247"/>
                  </a:lnTo>
                  <a:lnTo>
                    <a:pt x="2680" y="912"/>
                  </a:lnTo>
                  <a:lnTo>
                    <a:pt x="3016" y="567"/>
                  </a:lnTo>
                  <a:lnTo>
                    <a:pt x="3352" y="403"/>
                  </a:lnTo>
                  <a:lnTo>
                    <a:pt x="3689" y="264"/>
                  </a:lnTo>
                  <a:lnTo>
                    <a:pt x="4025" y="127"/>
                  </a:lnTo>
                  <a:lnTo>
                    <a:pt x="4362" y="29"/>
                  </a:lnTo>
                  <a:lnTo>
                    <a:pt x="4698" y="0"/>
                  </a:lnTo>
                  <a:lnTo>
                    <a:pt x="5035" y="61"/>
                  </a:lnTo>
                  <a:lnTo>
                    <a:pt x="5371" y="113"/>
                  </a:lnTo>
                  <a:lnTo>
                    <a:pt x="5708" y="127"/>
                  </a:lnTo>
                  <a:lnTo>
                    <a:pt x="6044" y="178"/>
                  </a:lnTo>
                  <a:lnTo>
                    <a:pt x="6381" y="178"/>
                  </a:lnTo>
                  <a:lnTo>
                    <a:pt x="6717" y="178"/>
                  </a:lnTo>
                  <a:lnTo>
                    <a:pt x="7054" y="221"/>
                  </a:lnTo>
                  <a:lnTo>
                    <a:pt x="7390" y="263"/>
                  </a:lnTo>
                  <a:lnTo>
                    <a:pt x="7726" y="305"/>
                  </a:lnTo>
                  <a:lnTo>
                    <a:pt x="8063" y="357"/>
                  </a:lnTo>
                  <a:lnTo>
                    <a:pt x="8399" y="410"/>
                  </a:lnTo>
                  <a:lnTo>
                    <a:pt x="8736" y="526"/>
                  </a:lnTo>
                  <a:lnTo>
                    <a:pt x="9072" y="743"/>
                  </a:lnTo>
                  <a:lnTo>
                    <a:pt x="9409" y="961"/>
                  </a:lnTo>
                  <a:lnTo>
                    <a:pt x="9745" y="1210"/>
                  </a:lnTo>
                  <a:lnTo>
                    <a:pt x="10082" y="1397"/>
                  </a:lnTo>
                  <a:lnTo>
                    <a:pt x="10418" y="1511"/>
                  </a:lnTo>
                  <a:lnTo>
                    <a:pt x="10755" y="1584"/>
                  </a:lnTo>
                  <a:lnTo>
                    <a:pt x="11091" y="1729"/>
                  </a:lnTo>
                  <a:lnTo>
                    <a:pt x="11428" y="1878"/>
                  </a:lnTo>
                  <a:lnTo>
                    <a:pt x="11764" y="2146"/>
                  </a:lnTo>
                  <a:lnTo>
                    <a:pt x="12100" y="2492"/>
                  </a:lnTo>
                  <a:lnTo>
                    <a:pt x="12437" y="2895"/>
                  </a:lnTo>
                  <a:lnTo>
                    <a:pt x="12773" y="3233"/>
                  </a:lnTo>
                  <a:lnTo>
                    <a:pt x="13110" y="3432"/>
                  </a:lnTo>
                  <a:lnTo>
                    <a:pt x="13446" y="3464"/>
                  </a:lnTo>
                  <a:lnTo>
                    <a:pt x="13783" y="3495"/>
                  </a:lnTo>
                  <a:lnTo>
                    <a:pt x="14119" y="3386"/>
                  </a:lnTo>
                  <a:lnTo>
                    <a:pt x="14456" y="3336"/>
                  </a:lnTo>
                  <a:lnTo>
                    <a:pt x="14792" y="3068"/>
                  </a:lnTo>
                  <a:lnTo>
                    <a:pt x="15129" y="2666"/>
                  </a:lnTo>
                  <a:lnTo>
                    <a:pt x="15465" y="2438"/>
                  </a:lnTo>
                  <a:lnTo>
                    <a:pt x="15802" y="2283"/>
                  </a:lnTo>
                  <a:lnTo>
                    <a:pt x="16138" y="2222"/>
                  </a:lnTo>
                  <a:lnTo>
                    <a:pt x="16474" y="2384"/>
                  </a:lnTo>
                  <a:lnTo>
                    <a:pt x="16811" y="2521"/>
                  </a:lnTo>
                  <a:lnTo>
                    <a:pt x="17147" y="2543"/>
                  </a:lnTo>
                  <a:lnTo>
                    <a:pt x="17484" y="2595"/>
                  </a:lnTo>
                  <a:lnTo>
                    <a:pt x="17820" y="2648"/>
                  </a:lnTo>
                  <a:lnTo>
                    <a:pt x="18157" y="2834"/>
                  </a:lnTo>
                  <a:lnTo>
                    <a:pt x="18493" y="3047"/>
                  </a:lnTo>
                  <a:lnTo>
                    <a:pt x="18830" y="3221"/>
                  </a:lnTo>
                  <a:lnTo>
                    <a:pt x="19166" y="3544"/>
                  </a:lnTo>
                  <a:lnTo>
                    <a:pt x="19503" y="3787"/>
                  </a:lnTo>
                  <a:lnTo>
                    <a:pt x="19839" y="4090"/>
                  </a:lnTo>
                  <a:lnTo>
                    <a:pt x="20044" y="428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81579" y="3229257"/>
              <a:ext cx="6014" cy="1904"/>
            </a:xfrm>
            <a:custGeom>
              <a:avLst/>
              <a:pathLst>
                <a:path w="6014" h="1904">
                  <a:moveTo>
                    <a:pt x="0" y="1904"/>
                  </a:moveTo>
                  <a:lnTo>
                    <a:pt x="136" y="1729"/>
                  </a:lnTo>
                  <a:lnTo>
                    <a:pt x="473" y="1331"/>
                  </a:lnTo>
                  <a:lnTo>
                    <a:pt x="809" y="933"/>
                  </a:lnTo>
                  <a:lnTo>
                    <a:pt x="1146" y="655"/>
                  </a:lnTo>
                  <a:lnTo>
                    <a:pt x="1482" y="423"/>
                  </a:lnTo>
                  <a:lnTo>
                    <a:pt x="1819" y="213"/>
                  </a:lnTo>
                  <a:lnTo>
                    <a:pt x="2155" y="76"/>
                  </a:lnTo>
                  <a:lnTo>
                    <a:pt x="2492" y="11"/>
                  </a:lnTo>
                  <a:lnTo>
                    <a:pt x="2828" y="23"/>
                  </a:lnTo>
                  <a:lnTo>
                    <a:pt x="3164" y="41"/>
                  </a:lnTo>
                  <a:lnTo>
                    <a:pt x="3501" y="53"/>
                  </a:lnTo>
                  <a:lnTo>
                    <a:pt x="3837" y="0"/>
                  </a:lnTo>
                  <a:lnTo>
                    <a:pt x="4174" y="33"/>
                  </a:lnTo>
                  <a:lnTo>
                    <a:pt x="4510" y="15"/>
                  </a:lnTo>
                  <a:lnTo>
                    <a:pt x="4847" y="181"/>
                  </a:lnTo>
                  <a:lnTo>
                    <a:pt x="5183" y="576"/>
                  </a:lnTo>
                  <a:lnTo>
                    <a:pt x="5520" y="989"/>
                  </a:lnTo>
                  <a:lnTo>
                    <a:pt x="5856" y="1651"/>
                  </a:lnTo>
                  <a:lnTo>
                    <a:pt x="6014" y="190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91161" y="3225700"/>
              <a:ext cx="16285" cy="5461"/>
            </a:xfrm>
            <a:custGeom>
              <a:avLst/>
              <a:pathLst>
                <a:path w="16285" h="5461">
                  <a:moveTo>
                    <a:pt x="0" y="5461"/>
                  </a:moveTo>
                  <a:lnTo>
                    <a:pt x="311" y="5133"/>
                  </a:lnTo>
                  <a:lnTo>
                    <a:pt x="648" y="4631"/>
                  </a:lnTo>
                  <a:lnTo>
                    <a:pt x="984" y="4070"/>
                  </a:lnTo>
                  <a:lnTo>
                    <a:pt x="1321" y="3340"/>
                  </a:lnTo>
                  <a:lnTo>
                    <a:pt x="1657" y="2878"/>
                  </a:lnTo>
                  <a:lnTo>
                    <a:pt x="1994" y="2464"/>
                  </a:lnTo>
                  <a:lnTo>
                    <a:pt x="2330" y="2206"/>
                  </a:lnTo>
                  <a:lnTo>
                    <a:pt x="2667" y="2105"/>
                  </a:lnTo>
                  <a:lnTo>
                    <a:pt x="3003" y="2196"/>
                  </a:lnTo>
                  <a:lnTo>
                    <a:pt x="3339" y="2383"/>
                  </a:lnTo>
                  <a:lnTo>
                    <a:pt x="3676" y="2569"/>
                  </a:lnTo>
                  <a:lnTo>
                    <a:pt x="4012" y="2720"/>
                  </a:lnTo>
                  <a:lnTo>
                    <a:pt x="4349" y="2896"/>
                  </a:lnTo>
                  <a:lnTo>
                    <a:pt x="4685" y="2983"/>
                  </a:lnTo>
                  <a:lnTo>
                    <a:pt x="5022" y="3146"/>
                  </a:lnTo>
                  <a:lnTo>
                    <a:pt x="5358" y="3318"/>
                  </a:lnTo>
                  <a:lnTo>
                    <a:pt x="5695" y="3530"/>
                  </a:lnTo>
                  <a:lnTo>
                    <a:pt x="6031" y="3858"/>
                  </a:lnTo>
                  <a:lnTo>
                    <a:pt x="6368" y="4186"/>
                  </a:lnTo>
                  <a:lnTo>
                    <a:pt x="6704" y="4388"/>
                  </a:lnTo>
                  <a:lnTo>
                    <a:pt x="7041" y="4450"/>
                  </a:lnTo>
                  <a:lnTo>
                    <a:pt x="7377" y="4402"/>
                  </a:lnTo>
                  <a:lnTo>
                    <a:pt x="7713" y="4235"/>
                  </a:lnTo>
                  <a:lnTo>
                    <a:pt x="8050" y="3964"/>
                  </a:lnTo>
                  <a:lnTo>
                    <a:pt x="8386" y="3666"/>
                  </a:lnTo>
                  <a:lnTo>
                    <a:pt x="8723" y="3403"/>
                  </a:lnTo>
                  <a:lnTo>
                    <a:pt x="9059" y="3151"/>
                  </a:lnTo>
                  <a:lnTo>
                    <a:pt x="9396" y="2781"/>
                  </a:lnTo>
                  <a:lnTo>
                    <a:pt x="9732" y="2404"/>
                  </a:lnTo>
                  <a:lnTo>
                    <a:pt x="10069" y="2027"/>
                  </a:lnTo>
                  <a:lnTo>
                    <a:pt x="10405" y="1651"/>
                  </a:lnTo>
                  <a:lnTo>
                    <a:pt x="10742" y="1185"/>
                  </a:lnTo>
                  <a:lnTo>
                    <a:pt x="11078" y="695"/>
                  </a:lnTo>
                  <a:lnTo>
                    <a:pt x="11415" y="440"/>
                  </a:lnTo>
                  <a:lnTo>
                    <a:pt x="11751" y="135"/>
                  </a:lnTo>
                  <a:lnTo>
                    <a:pt x="12087" y="0"/>
                  </a:lnTo>
                  <a:lnTo>
                    <a:pt x="12424" y="69"/>
                  </a:lnTo>
                  <a:lnTo>
                    <a:pt x="12760" y="142"/>
                  </a:lnTo>
                  <a:lnTo>
                    <a:pt x="13097" y="391"/>
                  </a:lnTo>
                  <a:lnTo>
                    <a:pt x="13433" y="609"/>
                  </a:lnTo>
                  <a:lnTo>
                    <a:pt x="13770" y="854"/>
                  </a:lnTo>
                  <a:lnTo>
                    <a:pt x="14106" y="1187"/>
                  </a:lnTo>
                  <a:lnTo>
                    <a:pt x="14443" y="1799"/>
                  </a:lnTo>
                  <a:lnTo>
                    <a:pt x="14779" y="2459"/>
                  </a:lnTo>
                  <a:lnTo>
                    <a:pt x="15116" y="3120"/>
                  </a:lnTo>
                  <a:lnTo>
                    <a:pt x="15452" y="3780"/>
                  </a:lnTo>
                  <a:lnTo>
                    <a:pt x="15789" y="4441"/>
                  </a:lnTo>
                  <a:lnTo>
                    <a:pt x="16125" y="5104"/>
                  </a:lnTo>
                  <a:lnTo>
                    <a:pt x="16285" y="546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7318" y="3227859"/>
              <a:ext cx="17177" cy="3302"/>
            </a:xfrm>
            <a:custGeom>
              <a:avLst/>
              <a:pathLst>
                <a:path w="17177" h="3302">
                  <a:moveTo>
                    <a:pt x="0" y="3302"/>
                  </a:moveTo>
                  <a:lnTo>
                    <a:pt x="62" y="3232"/>
                  </a:lnTo>
                  <a:lnTo>
                    <a:pt x="399" y="3033"/>
                  </a:lnTo>
                  <a:lnTo>
                    <a:pt x="735" y="3115"/>
                  </a:lnTo>
                  <a:lnTo>
                    <a:pt x="1072" y="3240"/>
                  </a:lnTo>
                  <a:lnTo>
                    <a:pt x="1408" y="3262"/>
                  </a:lnTo>
                  <a:lnTo>
                    <a:pt x="1745" y="3283"/>
                  </a:lnTo>
                  <a:lnTo>
                    <a:pt x="2081" y="3138"/>
                  </a:lnTo>
                  <a:lnTo>
                    <a:pt x="2418" y="2981"/>
                  </a:lnTo>
                  <a:lnTo>
                    <a:pt x="2754" y="2925"/>
                  </a:lnTo>
                  <a:lnTo>
                    <a:pt x="3091" y="2961"/>
                  </a:lnTo>
                  <a:lnTo>
                    <a:pt x="3427" y="2990"/>
                  </a:lnTo>
                  <a:lnTo>
                    <a:pt x="3763" y="2965"/>
                  </a:lnTo>
                  <a:lnTo>
                    <a:pt x="4100" y="3020"/>
                  </a:lnTo>
                  <a:lnTo>
                    <a:pt x="4436" y="3081"/>
                  </a:lnTo>
                  <a:lnTo>
                    <a:pt x="4773" y="2945"/>
                  </a:lnTo>
                  <a:lnTo>
                    <a:pt x="5109" y="2628"/>
                  </a:lnTo>
                  <a:lnTo>
                    <a:pt x="5446" y="2247"/>
                  </a:lnTo>
                  <a:lnTo>
                    <a:pt x="5782" y="1864"/>
                  </a:lnTo>
                  <a:lnTo>
                    <a:pt x="6119" y="1489"/>
                  </a:lnTo>
                  <a:lnTo>
                    <a:pt x="6455" y="1259"/>
                  </a:lnTo>
                  <a:lnTo>
                    <a:pt x="6792" y="1016"/>
                  </a:lnTo>
                  <a:lnTo>
                    <a:pt x="7128" y="834"/>
                  </a:lnTo>
                  <a:lnTo>
                    <a:pt x="7465" y="688"/>
                  </a:lnTo>
                  <a:lnTo>
                    <a:pt x="7801" y="505"/>
                  </a:lnTo>
                  <a:lnTo>
                    <a:pt x="8137" y="444"/>
                  </a:lnTo>
                  <a:lnTo>
                    <a:pt x="8474" y="395"/>
                  </a:lnTo>
                  <a:lnTo>
                    <a:pt x="8810" y="335"/>
                  </a:lnTo>
                  <a:lnTo>
                    <a:pt x="9147" y="275"/>
                  </a:lnTo>
                  <a:lnTo>
                    <a:pt x="9483" y="215"/>
                  </a:lnTo>
                  <a:lnTo>
                    <a:pt x="9820" y="197"/>
                  </a:lnTo>
                  <a:lnTo>
                    <a:pt x="10156" y="179"/>
                  </a:lnTo>
                  <a:lnTo>
                    <a:pt x="10493" y="213"/>
                  </a:lnTo>
                  <a:lnTo>
                    <a:pt x="10829" y="246"/>
                  </a:lnTo>
                  <a:lnTo>
                    <a:pt x="11166" y="280"/>
                  </a:lnTo>
                  <a:lnTo>
                    <a:pt x="11502" y="313"/>
                  </a:lnTo>
                  <a:lnTo>
                    <a:pt x="11839" y="314"/>
                  </a:lnTo>
                  <a:lnTo>
                    <a:pt x="12175" y="326"/>
                  </a:lnTo>
                  <a:lnTo>
                    <a:pt x="12511" y="289"/>
                  </a:lnTo>
                  <a:lnTo>
                    <a:pt x="12848" y="289"/>
                  </a:lnTo>
                  <a:lnTo>
                    <a:pt x="13184" y="281"/>
                  </a:lnTo>
                  <a:lnTo>
                    <a:pt x="13521" y="249"/>
                  </a:lnTo>
                  <a:lnTo>
                    <a:pt x="13857" y="116"/>
                  </a:lnTo>
                  <a:lnTo>
                    <a:pt x="14194" y="0"/>
                  </a:lnTo>
                  <a:lnTo>
                    <a:pt x="14530" y="0"/>
                  </a:lnTo>
                  <a:lnTo>
                    <a:pt x="14867" y="137"/>
                  </a:lnTo>
                  <a:lnTo>
                    <a:pt x="15203" y="443"/>
                  </a:lnTo>
                  <a:lnTo>
                    <a:pt x="15540" y="750"/>
                  </a:lnTo>
                  <a:lnTo>
                    <a:pt x="15876" y="1209"/>
                  </a:lnTo>
                  <a:lnTo>
                    <a:pt x="16213" y="1722"/>
                  </a:lnTo>
                  <a:lnTo>
                    <a:pt x="16549" y="2334"/>
                  </a:lnTo>
                  <a:lnTo>
                    <a:pt x="16885" y="2946"/>
                  </a:lnTo>
                  <a:lnTo>
                    <a:pt x="17177" y="330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5517" y="701278"/>
              <a:ext cx="8019494" cy="2529884"/>
            </a:xfrm>
            <a:custGeom>
              <a:avLst/>
              <a:pathLst>
                <a:path w="8019494" h="2529884">
                  <a:moveTo>
                    <a:pt x="0" y="2529884"/>
                  </a:moveTo>
                  <a:lnTo>
                    <a:pt x="126" y="2529764"/>
                  </a:lnTo>
                  <a:lnTo>
                    <a:pt x="462" y="2529446"/>
                  </a:lnTo>
                  <a:lnTo>
                    <a:pt x="799" y="2529128"/>
                  </a:lnTo>
                  <a:lnTo>
                    <a:pt x="1135" y="2528810"/>
                  </a:lnTo>
                  <a:lnTo>
                    <a:pt x="1472" y="2528492"/>
                  </a:lnTo>
                  <a:lnTo>
                    <a:pt x="1808" y="2528174"/>
                  </a:lnTo>
                  <a:lnTo>
                    <a:pt x="2145" y="2527857"/>
                  </a:lnTo>
                  <a:lnTo>
                    <a:pt x="2481" y="2527539"/>
                  </a:lnTo>
                  <a:lnTo>
                    <a:pt x="2817" y="2527252"/>
                  </a:lnTo>
                  <a:lnTo>
                    <a:pt x="3154" y="2527016"/>
                  </a:lnTo>
                  <a:lnTo>
                    <a:pt x="3490" y="2527016"/>
                  </a:lnTo>
                  <a:lnTo>
                    <a:pt x="3827" y="2527016"/>
                  </a:lnTo>
                  <a:lnTo>
                    <a:pt x="4163" y="2527016"/>
                  </a:lnTo>
                  <a:lnTo>
                    <a:pt x="4500" y="2526887"/>
                  </a:lnTo>
                  <a:lnTo>
                    <a:pt x="4836" y="2526601"/>
                  </a:lnTo>
                  <a:lnTo>
                    <a:pt x="5173" y="2526291"/>
                  </a:lnTo>
                  <a:lnTo>
                    <a:pt x="5509" y="2525850"/>
                  </a:lnTo>
                  <a:lnTo>
                    <a:pt x="5846" y="2525379"/>
                  </a:lnTo>
                  <a:lnTo>
                    <a:pt x="6182" y="2524908"/>
                  </a:lnTo>
                  <a:lnTo>
                    <a:pt x="6519" y="2524437"/>
                  </a:lnTo>
                  <a:lnTo>
                    <a:pt x="6855" y="2523966"/>
                  </a:lnTo>
                  <a:lnTo>
                    <a:pt x="7191" y="2523495"/>
                  </a:lnTo>
                  <a:lnTo>
                    <a:pt x="7528" y="2523024"/>
                  </a:lnTo>
                  <a:lnTo>
                    <a:pt x="7864" y="2522553"/>
                  </a:lnTo>
                  <a:lnTo>
                    <a:pt x="8201" y="2522082"/>
                  </a:lnTo>
                  <a:lnTo>
                    <a:pt x="8537" y="2521611"/>
                  </a:lnTo>
                  <a:lnTo>
                    <a:pt x="8874" y="2521140"/>
                  </a:lnTo>
                  <a:lnTo>
                    <a:pt x="9210" y="2520669"/>
                  </a:lnTo>
                  <a:lnTo>
                    <a:pt x="9547" y="2520214"/>
                  </a:lnTo>
                  <a:lnTo>
                    <a:pt x="9883" y="2519927"/>
                  </a:lnTo>
                  <a:lnTo>
                    <a:pt x="10220" y="2519658"/>
                  </a:lnTo>
                  <a:lnTo>
                    <a:pt x="10556" y="2519627"/>
                  </a:lnTo>
                  <a:lnTo>
                    <a:pt x="10893" y="2519788"/>
                  </a:lnTo>
                  <a:lnTo>
                    <a:pt x="11229" y="2520094"/>
                  </a:lnTo>
                  <a:lnTo>
                    <a:pt x="11565" y="2520400"/>
                  </a:lnTo>
                  <a:lnTo>
                    <a:pt x="11902" y="2520798"/>
                  </a:lnTo>
                  <a:lnTo>
                    <a:pt x="12238" y="2521104"/>
                  </a:lnTo>
                  <a:lnTo>
                    <a:pt x="12575" y="2521546"/>
                  </a:lnTo>
                  <a:lnTo>
                    <a:pt x="12911" y="2521903"/>
                  </a:lnTo>
                  <a:lnTo>
                    <a:pt x="13248" y="2522044"/>
                  </a:lnTo>
                  <a:lnTo>
                    <a:pt x="13584" y="2522058"/>
                  </a:lnTo>
                  <a:lnTo>
                    <a:pt x="13921" y="2522233"/>
                  </a:lnTo>
                  <a:lnTo>
                    <a:pt x="14257" y="2522407"/>
                  </a:lnTo>
                  <a:lnTo>
                    <a:pt x="14594" y="2522515"/>
                  </a:lnTo>
                  <a:lnTo>
                    <a:pt x="14930" y="2522563"/>
                  </a:lnTo>
                  <a:lnTo>
                    <a:pt x="15267" y="2522473"/>
                  </a:lnTo>
                  <a:lnTo>
                    <a:pt x="15603" y="2522180"/>
                  </a:lnTo>
                  <a:lnTo>
                    <a:pt x="15939" y="2521783"/>
                  </a:lnTo>
                  <a:lnTo>
                    <a:pt x="16276" y="2521292"/>
                  </a:lnTo>
                  <a:lnTo>
                    <a:pt x="16612" y="2520800"/>
                  </a:lnTo>
                  <a:lnTo>
                    <a:pt x="16949" y="2520249"/>
                  </a:lnTo>
                  <a:lnTo>
                    <a:pt x="17285" y="2519757"/>
                  </a:lnTo>
                  <a:lnTo>
                    <a:pt x="17622" y="2519262"/>
                  </a:lnTo>
                  <a:lnTo>
                    <a:pt x="17958" y="2518847"/>
                  </a:lnTo>
                  <a:lnTo>
                    <a:pt x="18295" y="2518534"/>
                  </a:lnTo>
                  <a:lnTo>
                    <a:pt x="18631" y="2518343"/>
                  </a:lnTo>
                  <a:lnTo>
                    <a:pt x="18968" y="2518054"/>
                  </a:lnTo>
                  <a:lnTo>
                    <a:pt x="19304" y="2517756"/>
                  </a:lnTo>
                  <a:lnTo>
                    <a:pt x="19641" y="2517276"/>
                  </a:lnTo>
                  <a:lnTo>
                    <a:pt x="19977" y="2516926"/>
                  </a:lnTo>
                  <a:lnTo>
                    <a:pt x="20313" y="2516725"/>
                  </a:lnTo>
                  <a:lnTo>
                    <a:pt x="20650" y="2516853"/>
                  </a:lnTo>
                  <a:lnTo>
                    <a:pt x="20986" y="2517085"/>
                  </a:lnTo>
                  <a:lnTo>
                    <a:pt x="21323" y="2517344"/>
                  </a:lnTo>
                  <a:lnTo>
                    <a:pt x="21659" y="2517568"/>
                  </a:lnTo>
                  <a:lnTo>
                    <a:pt x="21996" y="2517780"/>
                  </a:lnTo>
                  <a:lnTo>
                    <a:pt x="22332" y="2518111"/>
                  </a:lnTo>
                  <a:lnTo>
                    <a:pt x="22669" y="2518448"/>
                  </a:lnTo>
                  <a:lnTo>
                    <a:pt x="23005" y="2518786"/>
                  </a:lnTo>
                  <a:lnTo>
                    <a:pt x="23342" y="2519123"/>
                  </a:lnTo>
                  <a:lnTo>
                    <a:pt x="23678" y="2519461"/>
                  </a:lnTo>
                  <a:lnTo>
                    <a:pt x="24015" y="2519798"/>
                  </a:lnTo>
                  <a:lnTo>
                    <a:pt x="24351" y="2519982"/>
                  </a:lnTo>
                  <a:lnTo>
                    <a:pt x="24687" y="2520157"/>
                  </a:lnTo>
                  <a:lnTo>
                    <a:pt x="25024" y="2520164"/>
                  </a:lnTo>
                  <a:lnTo>
                    <a:pt x="25360" y="2520124"/>
                  </a:lnTo>
                  <a:lnTo>
                    <a:pt x="25697" y="2520033"/>
                  </a:lnTo>
                  <a:lnTo>
                    <a:pt x="26033" y="2519867"/>
                  </a:lnTo>
                  <a:lnTo>
                    <a:pt x="26370" y="2519684"/>
                  </a:lnTo>
                  <a:lnTo>
                    <a:pt x="26706" y="2519502"/>
                  </a:lnTo>
                  <a:lnTo>
                    <a:pt x="27043" y="2519355"/>
                  </a:lnTo>
                  <a:lnTo>
                    <a:pt x="27379" y="2519126"/>
                  </a:lnTo>
                  <a:lnTo>
                    <a:pt x="27716" y="2518893"/>
                  </a:lnTo>
                  <a:lnTo>
                    <a:pt x="28052" y="2518659"/>
                  </a:lnTo>
                  <a:lnTo>
                    <a:pt x="28388" y="2518426"/>
                  </a:lnTo>
                  <a:lnTo>
                    <a:pt x="28725" y="2518192"/>
                  </a:lnTo>
                  <a:lnTo>
                    <a:pt x="29061" y="2517959"/>
                  </a:lnTo>
                  <a:lnTo>
                    <a:pt x="29398" y="2517769"/>
                  </a:lnTo>
                  <a:lnTo>
                    <a:pt x="29734" y="2517622"/>
                  </a:lnTo>
                  <a:lnTo>
                    <a:pt x="30071" y="2517512"/>
                  </a:lnTo>
                  <a:lnTo>
                    <a:pt x="30407" y="2517328"/>
                  </a:lnTo>
                  <a:lnTo>
                    <a:pt x="30744" y="2517138"/>
                  </a:lnTo>
                  <a:lnTo>
                    <a:pt x="31080" y="2516748"/>
                  </a:lnTo>
                  <a:lnTo>
                    <a:pt x="31417" y="2516399"/>
                  </a:lnTo>
                  <a:lnTo>
                    <a:pt x="31753" y="2516049"/>
                  </a:lnTo>
                  <a:lnTo>
                    <a:pt x="32090" y="2515700"/>
                  </a:lnTo>
                  <a:lnTo>
                    <a:pt x="32426" y="2515350"/>
                  </a:lnTo>
                  <a:lnTo>
                    <a:pt x="32762" y="2515069"/>
                  </a:lnTo>
                  <a:lnTo>
                    <a:pt x="33099" y="2514767"/>
                  </a:lnTo>
                  <a:lnTo>
                    <a:pt x="33435" y="2514465"/>
                  </a:lnTo>
                  <a:lnTo>
                    <a:pt x="33772" y="2514157"/>
                  </a:lnTo>
                  <a:lnTo>
                    <a:pt x="34108" y="2513885"/>
                  </a:lnTo>
                  <a:lnTo>
                    <a:pt x="34445" y="2513566"/>
                  </a:lnTo>
                  <a:lnTo>
                    <a:pt x="34781" y="2513275"/>
                  </a:lnTo>
                  <a:lnTo>
                    <a:pt x="35118" y="2513150"/>
                  </a:lnTo>
                  <a:lnTo>
                    <a:pt x="35454" y="2513103"/>
                  </a:lnTo>
                  <a:lnTo>
                    <a:pt x="35791" y="2513198"/>
                  </a:lnTo>
                  <a:lnTo>
                    <a:pt x="36127" y="2513380"/>
                  </a:lnTo>
                  <a:lnTo>
                    <a:pt x="36464" y="2513600"/>
                  </a:lnTo>
                  <a:lnTo>
                    <a:pt x="36800" y="2513842"/>
                  </a:lnTo>
                  <a:lnTo>
                    <a:pt x="37136" y="2514215"/>
                  </a:lnTo>
                  <a:lnTo>
                    <a:pt x="37473" y="2514407"/>
                  </a:lnTo>
                  <a:lnTo>
                    <a:pt x="37809" y="2514705"/>
                  </a:lnTo>
                  <a:lnTo>
                    <a:pt x="38146" y="2515215"/>
                  </a:lnTo>
                  <a:lnTo>
                    <a:pt x="38482" y="2515612"/>
                  </a:lnTo>
                  <a:lnTo>
                    <a:pt x="38819" y="2515930"/>
                  </a:lnTo>
                  <a:lnTo>
                    <a:pt x="39155" y="2516215"/>
                  </a:lnTo>
                  <a:lnTo>
                    <a:pt x="39492" y="2516500"/>
                  </a:lnTo>
                  <a:lnTo>
                    <a:pt x="39828" y="2516725"/>
                  </a:lnTo>
                  <a:lnTo>
                    <a:pt x="40165" y="2516905"/>
                  </a:lnTo>
                  <a:lnTo>
                    <a:pt x="40501" y="2517190"/>
                  </a:lnTo>
                  <a:lnTo>
                    <a:pt x="40838" y="2517475"/>
                  </a:lnTo>
                  <a:lnTo>
                    <a:pt x="41174" y="2517760"/>
                  </a:lnTo>
                  <a:lnTo>
                    <a:pt x="41510" y="2518045"/>
                  </a:lnTo>
                  <a:lnTo>
                    <a:pt x="41847" y="2518313"/>
                  </a:lnTo>
                  <a:lnTo>
                    <a:pt x="42183" y="2518488"/>
                  </a:lnTo>
                  <a:lnTo>
                    <a:pt x="42520" y="2518672"/>
                  </a:lnTo>
                  <a:lnTo>
                    <a:pt x="42856" y="2518909"/>
                  </a:lnTo>
                  <a:lnTo>
                    <a:pt x="43193" y="2518951"/>
                  </a:lnTo>
                  <a:lnTo>
                    <a:pt x="43529" y="2518963"/>
                  </a:lnTo>
                  <a:lnTo>
                    <a:pt x="43866" y="2519117"/>
                  </a:lnTo>
                  <a:lnTo>
                    <a:pt x="44202" y="2519270"/>
                  </a:lnTo>
                  <a:lnTo>
                    <a:pt x="44539" y="2519423"/>
                  </a:lnTo>
                  <a:lnTo>
                    <a:pt x="44875" y="2519576"/>
                  </a:lnTo>
                  <a:lnTo>
                    <a:pt x="45212" y="2519721"/>
                  </a:lnTo>
                  <a:lnTo>
                    <a:pt x="45548" y="2519721"/>
                  </a:lnTo>
                  <a:lnTo>
                    <a:pt x="45884" y="2519721"/>
                  </a:lnTo>
                  <a:lnTo>
                    <a:pt x="46221" y="2519721"/>
                  </a:lnTo>
                  <a:lnTo>
                    <a:pt x="46557" y="2519721"/>
                  </a:lnTo>
                  <a:lnTo>
                    <a:pt x="46894" y="2519721"/>
                  </a:lnTo>
                  <a:lnTo>
                    <a:pt x="47230" y="2519600"/>
                  </a:lnTo>
                  <a:lnTo>
                    <a:pt x="47567" y="2519466"/>
                  </a:lnTo>
                  <a:lnTo>
                    <a:pt x="47903" y="2519302"/>
                  </a:lnTo>
                  <a:lnTo>
                    <a:pt x="48240" y="2519137"/>
                  </a:lnTo>
                  <a:lnTo>
                    <a:pt x="48576" y="2518972"/>
                  </a:lnTo>
                  <a:lnTo>
                    <a:pt x="48913" y="2518807"/>
                  </a:lnTo>
                  <a:lnTo>
                    <a:pt x="49249" y="2518642"/>
                  </a:lnTo>
                  <a:lnTo>
                    <a:pt x="49586" y="2518477"/>
                  </a:lnTo>
                  <a:lnTo>
                    <a:pt x="49922" y="2518312"/>
                  </a:lnTo>
                  <a:lnTo>
                    <a:pt x="50258" y="2518147"/>
                  </a:lnTo>
                  <a:lnTo>
                    <a:pt x="50595" y="2517707"/>
                  </a:lnTo>
                  <a:lnTo>
                    <a:pt x="50931" y="2517205"/>
                  </a:lnTo>
                  <a:lnTo>
                    <a:pt x="51268" y="2516581"/>
                  </a:lnTo>
                  <a:lnTo>
                    <a:pt x="51604" y="2516145"/>
                  </a:lnTo>
                  <a:lnTo>
                    <a:pt x="51941" y="2515756"/>
                  </a:lnTo>
                  <a:lnTo>
                    <a:pt x="52277" y="2515387"/>
                  </a:lnTo>
                  <a:lnTo>
                    <a:pt x="52614" y="2515050"/>
                  </a:lnTo>
                  <a:lnTo>
                    <a:pt x="52950" y="2514838"/>
                  </a:lnTo>
                  <a:lnTo>
                    <a:pt x="53287" y="2514627"/>
                  </a:lnTo>
                  <a:lnTo>
                    <a:pt x="53623" y="2514415"/>
                  </a:lnTo>
                  <a:lnTo>
                    <a:pt x="53960" y="2514203"/>
                  </a:lnTo>
                  <a:lnTo>
                    <a:pt x="54296" y="2513991"/>
                  </a:lnTo>
                  <a:lnTo>
                    <a:pt x="54632" y="2513779"/>
                  </a:lnTo>
                  <a:lnTo>
                    <a:pt x="54969" y="2513567"/>
                  </a:lnTo>
                  <a:lnTo>
                    <a:pt x="55305" y="2513355"/>
                  </a:lnTo>
                  <a:lnTo>
                    <a:pt x="55642" y="2513369"/>
                  </a:lnTo>
                  <a:lnTo>
                    <a:pt x="55978" y="2513434"/>
                  </a:lnTo>
                  <a:lnTo>
                    <a:pt x="56315" y="2513599"/>
                  </a:lnTo>
                  <a:lnTo>
                    <a:pt x="56651" y="2513732"/>
                  </a:lnTo>
                  <a:lnTo>
                    <a:pt x="56988" y="2513849"/>
                  </a:lnTo>
                  <a:lnTo>
                    <a:pt x="57324" y="2513728"/>
                  </a:lnTo>
                  <a:lnTo>
                    <a:pt x="57661" y="2513594"/>
                  </a:lnTo>
                  <a:lnTo>
                    <a:pt x="57997" y="2513437"/>
                  </a:lnTo>
                  <a:lnTo>
                    <a:pt x="58334" y="2513272"/>
                  </a:lnTo>
                  <a:lnTo>
                    <a:pt x="58670" y="2513107"/>
                  </a:lnTo>
                  <a:lnTo>
                    <a:pt x="59006" y="2512942"/>
                  </a:lnTo>
                  <a:lnTo>
                    <a:pt x="59343" y="2512777"/>
                  </a:lnTo>
                  <a:lnTo>
                    <a:pt x="59679" y="2512613"/>
                  </a:lnTo>
                  <a:lnTo>
                    <a:pt x="60016" y="2512448"/>
                  </a:lnTo>
                  <a:lnTo>
                    <a:pt x="60352" y="2512399"/>
                  </a:lnTo>
                  <a:lnTo>
                    <a:pt x="60689" y="2512368"/>
                  </a:lnTo>
                  <a:lnTo>
                    <a:pt x="61025" y="2512337"/>
                  </a:lnTo>
                  <a:lnTo>
                    <a:pt x="61362" y="2512329"/>
                  </a:lnTo>
                  <a:lnTo>
                    <a:pt x="61698" y="2512329"/>
                  </a:lnTo>
                  <a:lnTo>
                    <a:pt x="62035" y="2512417"/>
                  </a:lnTo>
                  <a:lnTo>
                    <a:pt x="62371" y="2512552"/>
                  </a:lnTo>
                  <a:lnTo>
                    <a:pt x="62707" y="2512714"/>
                  </a:lnTo>
                  <a:lnTo>
                    <a:pt x="63044" y="2512896"/>
                  </a:lnTo>
                  <a:lnTo>
                    <a:pt x="63380" y="2513214"/>
                  </a:lnTo>
                  <a:lnTo>
                    <a:pt x="63717" y="2513532"/>
                  </a:lnTo>
                  <a:lnTo>
                    <a:pt x="64053" y="2513850"/>
                  </a:lnTo>
                  <a:lnTo>
                    <a:pt x="64390" y="2514168"/>
                  </a:lnTo>
                  <a:lnTo>
                    <a:pt x="64726" y="2514486"/>
                  </a:lnTo>
                  <a:lnTo>
                    <a:pt x="65063" y="2514804"/>
                  </a:lnTo>
                  <a:lnTo>
                    <a:pt x="65399" y="2515152"/>
                  </a:lnTo>
                  <a:lnTo>
                    <a:pt x="65736" y="2515592"/>
                  </a:lnTo>
                  <a:lnTo>
                    <a:pt x="66072" y="2516032"/>
                  </a:lnTo>
                  <a:lnTo>
                    <a:pt x="66409" y="2516454"/>
                  </a:lnTo>
                  <a:lnTo>
                    <a:pt x="66745" y="2516760"/>
                  </a:lnTo>
                  <a:lnTo>
                    <a:pt x="67081" y="2516959"/>
                  </a:lnTo>
                  <a:lnTo>
                    <a:pt x="67418" y="2517112"/>
                  </a:lnTo>
                  <a:lnTo>
                    <a:pt x="67754" y="2517265"/>
                  </a:lnTo>
                  <a:lnTo>
                    <a:pt x="68091" y="2517418"/>
                  </a:lnTo>
                  <a:lnTo>
                    <a:pt x="68427" y="2517572"/>
                  </a:lnTo>
                  <a:lnTo>
                    <a:pt x="68764" y="2517725"/>
                  </a:lnTo>
                  <a:lnTo>
                    <a:pt x="69100" y="2517878"/>
                  </a:lnTo>
                  <a:lnTo>
                    <a:pt x="69437" y="2518031"/>
                  </a:lnTo>
                  <a:lnTo>
                    <a:pt x="69773" y="2518184"/>
                  </a:lnTo>
                  <a:lnTo>
                    <a:pt x="70110" y="2518337"/>
                  </a:lnTo>
                  <a:lnTo>
                    <a:pt x="70446" y="2518452"/>
                  </a:lnTo>
                  <a:lnTo>
                    <a:pt x="70783" y="2518452"/>
                  </a:lnTo>
                  <a:lnTo>
                    <a:pt x="71119" y="2518452"/>
                  </a:lnTo>
                  <a:lnTo>
                    <a:pt x="71455" y="2518452"/>
                  </a:lnTo>
                  <a:lnTo>
                    <a:pt x="71792" y="2518459"/>
                  </a:lnTo>
                  <a:lnTo>
                    <a:pt x="72128" y="2518612"/>
                  </a:lnTo>
                  <a:lnTo>
                    <a:pt x="72465" y="2518765"/>
                  </a:lnTo>
                  <a:lnTo>
                    <a:pt x="72801" y="2519041"/>
                  </a:lnTo>
                  <a:lnTo>
                    <a:pt x="73138" y="2519347"/>
                  </a:lnTo>
                  <a:lnTo>
                    <a:pt x="73474" y="2519653"/>
                  </a:lnTo>
                  <a:lnTo>
                    <a:pt x="73811" y="2519959"/>
                  </a:lnTo>
                  <a:lnTo>
                    <a:pt x="74147" y="2520266"/>
                  </a:lnTo>
                  <a:lnTo>
                    <a:pt x="74484" y="2520572"/>
                  </a:lnTo>
                  <a:lnTo>
                    <a:pt x="74820" y="2520878"/>
                  </a:lnTo>
                  <a:lnTo>
                    <a:pt x="75157" y="2521184"/>
                  </a:lnTo>
                  <a:lnTo>
                    <a:pt x="75493" y="2521490"/>
                  </a:lnTo>
                  <a:lnTo>
                    <a:pt x="75829" y="2521796"/>
                  </a:lnTo>
                  <a:lnTo>
                    <a:pt x="76166" y="2522102"/>
                  </a:lnTo>
                  <a:lnTo>
                    <a:pt x="76502" y="2522408"/>
                  </a:lnTo>
                  <a:lnTo>
                    <a:pt x="76839" y="2522707"/>
                  </a:lnTo>
                  <a:lnTo>
                    <a:pt x="77175" y="2522860"/>
                  </a:lnTo>
                  <a:lnTo>
                    <a:pt x="77512" y="2523013"/>
                  </a:lnTo>
                  <a:lnTo>
                    <a:pt x="77848" y="2523044"/>
                  </a:lnTo>
                  <a:lnTo>
                    <a:pt x="78185" y="2523044"/>
                  </a:lnTo>
                  <a:lnTo>
                    <a:pt x="78521" y="2523044"/>
                  </a:lnTo>
                  <a:lnTo>
                    <a:pt x="78858" y="2523044"/>
                  </a:lnTo>
                  <a:lnTo>
                    <a:pt x="79194" y="2523059"/>
                  </a:lnTo>
                  <a:lnTo>
                    <a:pt x="79531" y="2523212"/>
                  </a:lnTo>
                  <a:lnTo>
                    <a:pt x="79867" y="2523230"/>
                  </a:lnTo>
                  <a:lnTo>
                    <a:pt x="80203" y="2523331"/>
                  </a:lnTo>
                  <a:lnTo>
                    <a:pt x="80540" y="2523650"/>
                  </a:lnTo>
                  <a:lnTo>
                    <a:pt x="80876" y="2524095"/>
                  </a:lnTo>
                  <a:lnTo>
                    <a:pt x="81213" y="2524379"/>
                  </a:lnTo>
                  <a:lnTo>
                    <a:pt x="81549" y="2524664"/>
                  </a:lnTo>
                  <a:lnTo>
                    <a:pt x="81886" y="2524828"/>
                  </a:lnTo>
                  <a:lnTo>
                    <a:pt x="82222" y="2524992"/>
                  </a:lnTo>
                  <a:lnTo>
                    <a:pt x="82559" y="2525048"/>
                  </a:lnTo>
                  <a:lnTo>
                    <a:pt x="82895" y="2525157"/>
                  </a:lnTo>
                  <a:lnTo>
                    <a:pt x="83232" y="2525267"/>
                  </a:lnTo>
                  <a:lnTo>
                    <a:pt x="83568" y="2525517"/>
                  </a:lnTo>
                  <a:lnTo>
                    <a:pt x="83905" y="2525818"/>
                  </a:lnTo>
                  <a:lnTo>
                    <a:pt x="84241" y="2526217"/>
                  </a:lnTo>
                  <a:lnTo>
                    <a:pt x="84577" y="2526528"/>
                  </a:lnTo>
                  <a:lnTo>
                    <a:pt x="84914" y="2526847"/>
                  </a:lnTo>
                  <a:lnTo>
                    <a:pt x="85250" y="2527038"/>
                  </a:lnTo>
                  <a:lnTo>
                    <a:pt x="85587" y="2527066"/>
                  </a:lnTo>
                  <a:lnTo>
                    <a:pt x="85923" y="2526973"/>
                  </a:lnTo>
                  <a:lnTo>
                    <a:pt x="86260" y="2526977"/>
                  </a:lnTo>
                  <a:lnTo>
                    <a:pt x="86596" y="2526990"/>
                  </a:lnTo>
                  <a:lnTo>
                    <a:pt x="86933" y="2527187"/>
                  </a:lnTo>
                  <a:lnTo>
                    <a:pt x="87269" y="2527383"/>
                  </a:lnTo>
                  <a:lnTo>
                    <a:pt x="87606" y="2527656"/>
                  </a:lnTo>
                  <a:lnTo>
                    <a:pt x="87942" y="2527809"/>
                  </a:lnTo>
                  <a:lnTo>
                    <a:pt x="88279" y="2527962"/>
                  </a:lnTo>
                  <a:lnTo>
                    <a:pt x="88615" y="2528109"/>
                  </a:lnTo>
                  <a:lnTo>
                    <a:pt x="88951" y="2528148"/>
                  </a:lnTo>
                  <a:lnTo>
                    <a:pt x="89288" y="2528151"/>
                  </a:lnTo>
                  <a:lnTo>
                    <a:pt x="89624" y="2528144"/>
                  </a:lnTo>
                  <a:lnTo>
                    <a:pt x="89961" y="2527991"/>
                  </a:lnTo>
                  <a:lnTo>
                    <a:pt x="90297" y="2527907"/>
                  </a:lnTo>
                  <a:lnTo>
                    <a:pt x="90634" y="2527853"/>
                  </a:lnTo>
                  <a:lnTo>
                    <a:pt x="90970" y="2527700"/>
                  </a:lnTo>
                  <a:lnTo>
                    <a:pt x="91307" y="2527547"/>
                  </a:lnTo>
                  <a:lnTo>
                    <a:pt x="91643" y="2527386"/>
                  </a:lnTo>
                  <a:lnTo>
                    <a:pt x="91980" y="2527080"/>
                  </a:lnTo>
                  <a:lnTo>
                    <a:pt x="92316" y="2526774"/>
                  </a:lnTo>
                  <a:lnTo>
                    <a:pt x="92653" y="2526334"/>
                  </a:lnTo>
                  <a:lnTo>
                    <a:pt x="92989" y="2525894"/>
                  </a:lnTo>
                  <a:lnTo>
                    <a:pt x="93325" y="2525423"/>
                  </a:lnTo>
                  <a:lnTo>
                    <a:pt x="93662" y="2524952"/>
                  </a:lnTo>
                  <a:lnTo>
                    <a:pt x="93998" y="2524481"/>
                  </a:lnTo>
                  <a:lnTo>
                    <a:pt x="94335" y="2524010"/>
                  </a:lnTo>
                  <a:lnTo>
                    <a:pt x="94671" y="2523539"/>
                  </a:lnTo>
                  <a:lnTo>
                    <a:pt x="95008" y="2523068"/>
                  </a:lnTo>
                  <a:lnTo>
                    <a:pt x="95344" y="2522597"/>
                  </a:lnTo>
                  <a:lnTo>
                    <a:pt x="95681" y="2522179"/>
                  </a:lnTo>
                  <a:lnTo>
                    <a:pt x="96017" y="2521861"/>
                  </a:lnTo>
                  <a:lnTo>
                    <a:pt x="96354" y="2521543"/>
                  </a:lnTo>
                  <a:lnTo>
                    <a:pt x="96690" y="2521233"/>
                  </a:lnTo>
                  <a:lnTo>
                    <a:pt x="97026" y="2521068"/>
                  </a:lnTo>
                  <a:lnTo>
                    <a:pt x="97363" y="2520903"/>
                  </a:lnTo>
                  <a:lnTo>
                    <a:pt x="97699" y="2520887"/>
                  </a:lnTo>
                  <a:lnTo>
                    <a:pt x="98036" y="2520894"/>
                  </a:lnTo>
                  <a:lnTo>
                    <a:pt x="98372" y="2521155"/>
                  </a:lnTo>
                  <a:lnTo>
                    <a:pt x="98709" y="2521400"/>
                  </a:lnTo>
                  <a:lnTo>
                    <a:pt x="99045" y="2521553"/>
                  </a:lnTo>
                  <a:lnTo>
                    <a:pt x="99382" y="2521606"/>
                  </a:lnTo>
                  <a:lnTo>
                    <a:pt x="99718" y="2521606"/>
                  </a:lnTo>
                  <a:lnTo>
                    <a:pt x="100055" y="2521538"/>
                  </a:lnTo>
                  <a:lnTo>
                    <a:pt x="100391" y="2521491"/>
                  </a:lnTo>
                  <a:lnTo>
                    <a:pt x="100728" y="2521443"/>
                  </a:lnTo>
                  <a:lnTo>
                    <a:pt x="101064" y="2521462"/>
                  </a:lnTo>
                  <a:lnTo>
                    <a:pt x="101400" y="2521493"/>
                  </a:lnTo>
                  <a:lnTo>
                    <a:pt x="101737" y="2521524"/>
                  </a:lnTo>
                  <a:lnTo>
                    <a:pt x="102073" y="2521556"/>
                  </a:lnTo>
                  <a:lnTo>
                    <a:pt x="102410" y="2521587"/>
                  </a:lnTo>
                  <a:lnTo>
                    <a:pt x="102746" y="2521505"/>
                  </a:lnTo>
                  <a:lnTo>
                    <a:pt x="103083" y="2521411"/>
                  </a:lnTo>
                  <a:lnTo>
                    <a:pt x="103419" y="2521229"/>
                  </a:lnTo>
                  <a:lnTo>
                    <a:pt x="103756" y="2521070"/>
                  </a:lnTo>
                  <a:lnTo>
                    <a:pt x="104092" y="2521004"/>
                  </a:lnTo>
                  <a:lnTo>
                    <a:pt x="104429" y="2521036"/>
                  </a:lnTo>
                  <a:lnTo>
                    <a:pt x="104765" y="2521123"/>
                  </a:lnTo>
                  <a:lnTo>
                    <a:pt x="105102" y="2521137"/>
                  </a:lnTo>
                  <a:lnTo>
                    <a:pt x="105438" y="2521134"/>
                  </a:lnTo>
                  <a:lnTo>
                    <a:pt x="105774" y="2521141"/>
                  </a:lnTo>
                  <a:lnTo>
                    <a:pt x="106111" y="2521157"/>
                  </a:lnTo>
                  <a:lnTo>
                    <a:pt x="106447" y="2521157"/>
                  </a:lnTo>
                  <a:lnTo>
                    <a:pt x="106784" y="2521157"/>
                  </a:lnTo>
                  <a:lnTo>
                    <a:pt x="107120" y="2521157"/>
                  </a:lnTo>
                  <a:lnTo>
                    <a:pt x="107457" y="2521157"/>
                  </a:lnTo>
                  <a:lnTo>
                    <a:pt x="107793" y="2521157"/>
                  </a:lnTo>
                  <a:lnTo>
                    <a:pt x="108130" y="2521157"/>
                  </a:lnTo>
                  <a:lnTo>
                    <a:pt x="108466" y="2521157"/>
                  </a:lnTo>
                  <a:lnTo>
                    <a:pt x="108803" y="2521157"/>
                  </a:lnTo>
                  <a:lnTo>
                    <a:pt x="109139" y="2521157"/>
                  </a:lnTo>
                  <a:lnTo>
                    <a:pt x="109476" y="2521157"/>
                  </a:lnTo>
                  <a:lnTo>
                    <a:pt x="109812" y="2521157"/>
                  </a:lnTo>
                  <a:lnTo>
                    <a:pt x="110148" y="2521157"/>
                  </a:lnTo>
                  <a:lnTo>
                    <a:pt x="110485" y="2521157"/>
                  </a:lnTo>
                  <a:lnTo>
                    <a:pt x="110821" y="2521157"/>
                  </a:lnTo>
                  <a:lnTo>
                    <a:pt x="111158" y="2521080"/>
                  </a:lnTo>
                  <a:lnTo>
                    <a:pt x="111494" y="2520927"/>
                  </a:lnTo>
                  <a:lnTo>
                    <a:pt x="111831" y="2520774"/>
                  </a:lnTo>
                  <a:lnTo>
                    <a:pt x="112167" y="2520621"/>
                  </a:lnTo>
                  <a:lnTo>
                    <a:pt x="112504" y="2520368"/>
                  </a:lnTo>
                  <a:lnTo>
                    <a:pt x="112840" y="2520062"/>
                  </a:lnTo>
                  <a:lnTo>
                    <a:pt x="113177" y="2519756"/>
                  </a:lnTo>
                  <a:lnTo>
                    <a:pt x="113513" y="2519450"/>
                  </a:lnTo>
                  <a:lnTo>
                    <a:pt x="113850" y="2519144"/>
                  </a:lnTo>
                  <a:lnTo>
                    <a:pt x="114186" y="2518992"/>
                  </a:lnTo>
                  <a:lnTo>
                    <a:pt x="114522" y="2518952"/>
                  </a:lnTo>
                  <a:lnTo>
                    <a:pt x="114859" y="2519043"/>
                  </a:lnTo>
                  <a:lnTo>
                    <a:pt x="115195" y="2519206"/>
                  </a:lnTo>
                  <a:lnTo>
                    <a:pt x="115532" y="2519272"/>
                  </a:lnTo>
                  <a:lnTo>
                    <a:pt x="115868" y="2519456"/>
                  </a:lnTo>
                  <a:lnTo>
                    <a:pt x="116205" y="2519710"/>
                  </a:lnTo>
                  <a:lnTo>
                    <a:pt x="116541" y="2519948"/>
                  </a:lnTo>
                  <a:lnTo>
                    <a:pt x="116878" y="2520006"/>
                  </a:lnTo>
                  <a:lnTo>
                    <a:pt x="117214" y="2520013"/>
                  </a:lnTo>
                  <a:lnTo>
                    <a:pt x="117551" y="2520011"/>
                  </a:lnTo>
                  <a:lnTo>
                    <a:pt x="117887" y="2520196"/>
                  </a:lnTo>
                  <a:lnTo>
                    <a:pt x="118224" y="2520375"/>
                  </a:lnTo>
                  <a:lnTo>
                    <a:pt x="118560" y="2520572"/>
                  </a:lnTo>
                  <a:lnTo>
                    <a:pt x="118896" y="2520493"/>
                  </a:lnTo>
                  <a:lnTo>
                    <a:pt x="119233" y="2520347"/>
                  </a:lnTo>
                  <a:lnTo>
                    <a:pt x="119569" y="2520118"/>
                  </a:lnTo>
                  <a:lnTo>
                    <a:pt x="119906" y="2519900"/>
                  </a:lnTo>
                  <a:lnTo>
                    <a:pt x="120242" y="2519621"/>
                  </a:lnTo>
                  <a:lnTo>
                    <a:pt x="120579" y="2519250"/>
                  </a:lnTo>
                  <a:lnTo>
                    <a:pt x="120915" y="2518798"/>
                  </a:lnTo>
                  <a:lnTo>
                    <a:pt x="121252" y="2518448"/>
                  </a:lnTo>
                  <a:lnTo>
                    <a:pt x="121588" y="2517894"/>
                  </a:lnTo>
                  <a:lnTo>
                    <a:pt x="121925" y="2517419"/>
                  </a:lnTo>
                  <a:lnTo>
                    <a:pt x="122261" y="2517006"/>
                  </a:lnTo>
                  <a:lnTo>
                    <a:pt x="122598" y="2516676"/>
                  </a:lnTo>
                  <a:lnTo>
                    <a:pt x="122934" y="2516079"/>
                  </a:lnTo>
                  <a:lnTo>
                    <a:pt x="123270" y="2515445"/>
                  </a:lnTo>
                  <a:lnTo>
                    <a:pt x="123607" y="2514749"/>
                  </a:lnTo>
                  <a:lnTo>
                    <a:pt x="123943" y="2514099"/>
                  </a:lnTo>
                  <a:lnTo>
                    <a:pt x="124280" y="2513505"/>
                  </a:lnTo>
                  <a:lnTo>
                    <a:pt x="124616" y="2513066"/>
                  </a:lnTo>
                  <a:lnTo>
                    <a:pt x="124953" y="2512705"/>
                  </a:lnTo>
                  <a:lnTo>
                    <a:pt x="125289" y="2512293"/>
                  </a:lnTo>
                  <a:lnTo>
                    <a:pt x="125626" y="2512017"/>
                  </a:lnTo>
                  <a:lnTo>
                    <a:pt x="125962" y="2511763"/>
                  </a:lnTo>
                  <a:lnTo>
                    <a:pt x="126299" y="2511470"/>
                  </a:lnTo>
                  <a:lnTo>
                    <a:pt x="126635" y="2511333"/>
                  </a:lnTo>
                  <a:lnTo>
                    <a:pt x="126971" y="2511164"/>
                  </a:lnTo>
                  <a:lnTo>
                    <a:pt x="127308" y="2511031"/>
                  </a:lnTo>
                  <a:lnTo>
                    <a:pt x="127644" y="2510874"/>
                  </a:lnTo>
                  <a:lnTo>
                    <a:pt x="127981" y="2510664"/>
                  </a:lnTo>
                  <a:lnTo>
                    <a:pt x="128317" y="2510473"/>
                  </a:lnTo>
                  <a:lnTo>
                    <a:pt x="128654" y="2510361"/>
                  </a:lnTo>
                  <a:lnTo>
                    <a:pt x="128990" y="2510295"/>
                  </a:lnTo>
                  <a:lnTo>
                    <a:pt x="129327" y="2510265"/>
                  </a:lnTo>
                  <a:lnTo>
                    <a:pt x="129663" y="2510185"/>
                  </a:lnTo>
                  <a:lnTo>
                    <a:pt x="130000" y="2510197"/>
                  </a:lnTo>
                  <a:lnTo>
                    <a:pt x="130336" y="2510173"/>
                  </a:lnTo>
                  <a:lnTo>
                    <a:pt x="130673" y="2510048"/>
                  </a:lnTo>
                  <a:lnTo>
                    <a:pt x="131009" y="2509827"/>
                  </a:lnTo>
                  <a:lnTo>
                    <a:pt x="131345" y="2509506"/>
                  </a:lnTo>
                  <a:lnTo>
                    <a:pt x="131682" y="2509204"/>
                  </a:lnTo>
                  <a:lnTo>
                    <a:pt x="132018" y="2508876"/>
                  </a:lnTo>
                  <a:lnTo>
                    <a:pt x="132355" y="2508492"/>
                  </a:lnTo>
                  <a:lnTo>
                    <a:pt x="132691" y="2508151"/>
                  </a:lnTo>
                  <a:lnTo>
                    <a:pt x="133028" y="2507816"/>
                  </a:lnTo>
                  <a:lnTo>
                    <a:pt x="133364" y="2507474"/>
                  </a:lnTo>
                  <a:lnTo>
                    <a:pt x="133701" y="2507115"/>
                  </a:lnTo>
                  <a:lnTo>
                    <a:pt x="134037" y="2506859"/>
                  </a:lnTo>
                  <a:lnTo>
                    <a:pt x="134374" y="2506605"/>
                  </a:lnTo>
                  <a:lnTo>
                    <a:pt x="134710" y="2506329"/>
                  </a:lnTo>
                  <a:lnTo>
                    <a:pt x="135047" y="2506079"/>
                  </a:lnTo>
                  <a:lnTo>
                    <a:pt x="135383" y="2505901"/>
                  </a:lnTo>
                  <a:lnTo>
                    <a:pt x="135719" y="2505697"/>
                  </a:lnTo>
                  <a:lnTo>
                    <a:pt x="136056" y="2505560"/>
                  </a:lnTo>
                  <a:lnTo>
                    <a:pt x="136392" y="2505570"/>
                  </a:lnTo>
                  <a:lnTo>
                    <a:pt x="136729" y="2505559"/>
                  </a:lnTo>
                  <a:lnTo>
                    <a:pt x="137065" y="2505567"/>
                  </a:lnTo>
                  <a:lnTo>
                    <a:pt x="137402" y="2505566"/>
                  </a:lnTo>
                  <a:lnTo>
                    <a:pt x="137738" y="2505433"/>
                  </a:lnTo>
                  <a:lnTo>
                    <a:pt x="138075" y="2505064"/>
                  </a:lnTo>
                  <a:lnTo>
                    <a:pt x="138411" y="2504627"/>
                  </a:lnTo>
                  <a:lnTo>
                    <a:pt x="138748" y="2504014"/>
                  </a:lnTo>
                  <a:lnTo>
                    <a:pt x="139084" y="2503551"/>
                  </a:lnTo>
                  <a:lnTo>
                    <a:pt x="139421" y="2503126"/>
                  </a:lnTo>
                  <a:lnTo>
                    <a:pt x="139757" y="2502738"/>
                  </a:lnTo>
                  <a:lnTo>
                    <a:pt x="140093" y="2502322"/>
                  </a:lnTo>
                  <a:lnTo>
                    <a:pt x="140430" y="2501973"/>
                  </a:lnTo>
                  <a:lnTo>
                    <a:pt x="140766" y="2501624"/>
                  </a:lnTo>
                  <a:lnTo>
                    <a:pt x="141103" y="2501088"/>
                  </a:lnTo>
                  <a:lnTo>
                    <a:pt x="141439" y="2500434"/>
                  </a:lnTo>
                  <a:lnTo>
                    <a:pt x="141776" y="2499968"/>
                  </a:lnTo>
                  <a:lnTo>
                    <a:pt x="142112" y="2499639"/>
                  </a:lnTo>
                  <a:lnTo>
                    <a:pt x="142449" y="2499411"/>
                  </a:lnTo>
                  <a:lnTo>
                    <a:pt x="142785" y="2499225"/>
                  </a:lnTo>
                  <a:lnTo>
                    <a:pt x="143122" y="2499138"/>
                  </a:lnTo>
                  <a:lnTo>
                    <a:pt x="143458" y="2499052"/>
                  </a:lnTo>
                  <a:lnTo>
                    <a:pt x="143795" y="2498966"/>
                  </a:lnTo>
                  <a:lnTo>
                    <a:pt x="144131" y="2498879"/>
                  </a:lnTo>
                  <a:lnTo>
                    <a:pt x="144467" y="2498862"/>
                  </a:lnTo>
                  <a:lnTo>
                    <a:pt x="144804" y="2498829"/>
                  </a:lnTo>
                  <a:lnTo>
                    <a:pt x="145140" y="2498773"/>
                  </a:lnTo>
                  <a:lnTo>
                    <a:pt x="145477" y="2498628"/>
                  </a:lnTo>
                  <a:lnTo>
                    <a:pt x="145813" y="2498322"/>
                  </a:lnTo>
                  <a:lnTo>
                    <a:pt x="146150" y="2498171"/>
                  </a:lnTo>
                  <a:lnTo>
                    <a:pt x="146486" y="2498043"/>
                  </a:lnTo>
                  <a:lnTo>
                    <a:pt x="146823" y="2497957"/>
                  </a:lnTo>
                  <a:lnTo>
                    <a:pt x="147159" y="2497870"/>
                  </a:lnTo>
                  <a:lnTo>
                    <a:pt x="147496" y="2497784"/>
                  </a:lnTo>
                  <a:lnTo>
                    <a:pt x="147832" y="2497698"/>
                  </a:lnTo>
                  <a:lnTo>
                    <a:pt x="148169" y="2497611"/>
                  </a:lnTo>
                  <a:lnTo>
                    <a:pt x="148505" y="2497525"/>
                  </a:lnTo>
                  <a:lnTo>
                    <a:pt x="148841" y="2497439"/>
                  </a:lnTo>
                  <a:lnTo>
                    <a:pt x="149178" y="2497352"/>
                  </a:lnTo>
                  <a:lnTo>
                    <a:pt x="149514" y="2497285"/>
                  </a:lnTo>
                  <a:lnTo>
                    <a:pt x="149851" y="2497431"/>
                  </a:lnTo>
                  <a:lnTo>
                    <a:pt x="150187" y="2497680"/>
                  </a:lnTo>
                  <a:lnTo>
                    <a:pt x="150524" y="2497998"/>
                  </a:lnTo>
                  <a:lnTo>
                    <a:pt x="150860" y="2498175"/>
                  </a:lnTo>
                  <a:lnTo>
                    <a:pt x="151197" y="2498293"/>
                  </a:lnTo>
                  <a:lnTo>
                    <a:pt x="151533" y="2498271"/>
                  </a:lnTo>
                  <a:lnTo>
                    <a:pt x="151870" y="2498124"/>
                  </a:lnTo>
                  <a:lnTo>
                    <a:pt x="152206" y="2497971"/>
                  </a:lnTo>
                  <a:lnTo>
                    <a:pt x="152543" y="2497868"/>
                  </a:lnTo>
                  <a:lnTo>
                    <a:pt x="152879" y="2497824"/>
                  </a:lnTo>
                  <a:lnTo>
                    <a:pt x="153215" y="2497781"/>
                  </a:lnTo>
                  <a:lnTo>
                    <a:pt x="153552" y="2497737"/>
                  </a:lnTo>
                  <a:lnTo>
                    <a:pt x="153888" y="2497694"/>
                  </a:lnTo>
                  <a:lnTo>
                    <a:pt x="154225" y="2497651"/>
                  </a:lnTo>
                  <a:lnTo>
                    <a:pt x="154561" y="2497607"/>
                  </a:lnTo>
                  <a:lnTo>
                    <a:pt x="154898" y="2497487"/>
                  </a:lnTo>
                  <a:lnTo>
                    <a:pt x="155234" y="2497335"/>
                  </a:lnTo>
                  <a:lnTo>
                    <a:pt x="155571" y="2497182"/>
                  </a:lnTo>
                  <a:lnTo>
                    <a:pt x="155907" y="2497035"/>
                  </a:lnTo>
                  <a:lnTo>
                    <a:pt x="156244" y="2496996"/>
                  </a:lnTo>
                  <a:lnTo>
                    <a:pt x="156580" y="2496993"/>
                  </a:lnTo>
                  <a:lnTo>
                    <a:pt x="156917" y="2497000"/>
                  </a:lnTo>
                  <a:lnTo>
                    <a:pt x="157253" y="2497153"/>
                  </a:lnTo>
                  <a:lnTo>
                    <a:pt x="157589" y="2497237"/>
                  </a:lnTo>
                  <a:lnTo>
                    <a:pt x="157926" y="2497291"/>
                  </a:lnTo>
                  <a:lnTo>
                    <a:pt x="158262" y="2497444"/>
                  </a:lnTo>
                  <a:lnTo>
                    <a:pt x="158599" y="2497597"/>
                  </a:lnTo>
                  <a:lnTo>
                    <a:pt x="158935" y="2497757"/>
                  </a:lnTo>
                  <a:lnTo>
                    <a:pt x="159272" y="2498064"/>
                  </a:lnTo>
                  <a:lnTo>
                    <a:pt x="159608" y="2498370"/>
                  </a:lnTo>
                  <a:lnTo>
                    <a:pt x="159945" y="2498676"/>
                  </a:lnTo>
                  <a:lnTo>
                    <a:pt x="160281" y="2498982"/>
                  </a:lnTo>
                  <a:lnTo>
                    <a:pt x="160618" y="2499288"/>
                  </a:lnTo>
                  <a:lnTo>
                    <a:pt x="160954" y="2499594"/>
                  </a:lnTo>
                  <a:lnTo>
                    <a:pt x="161290" y="2499900"/>
                  </a:lnTo>
                  <a:lnTo>
                    <a:pt x="161627" y="2500207"/>
                  </a:lnTo>
                  <a:lnTo>
                    <a:pt x="161963" y="2500513"/>
                  </a:lnTo>
                  <a:lnTo>
                    <a:pt x="162300" y="2500819"/>
                  </a:lnTo>
                  <a:lnTo>
                    <a:pt x="162636" y="2501125"/>
                  </a:lnTo>
                  <a:lnTo>
                    <a:pt x="162973" y="2501378"/>
                  </a:lnTo>
                  <a:lnTo>
                    <a:pt x="163309" y="2501531"/>
                  </a:lnTo>
                  <a:lnTo>
                    <a:pt x="163646" y="2501684"/>
                  </a:lnTo>
                  <a:lnTo>
                    <a:pt x="163982" y="2501829"/>
                  </a:lnTo>
                  <a:lnTo>
                    <a:pt x="164319" y="2501912"/>
                  </a:lnTo>
                  <a:lnTo>
                    <a:pt x="164655" y="2501942"/>
                  </a:lnTo>
                  <a:lnTo>
                    <a:pt x="164992" y="2502070"/>
                  </a:lnTo>
                  <a:lnTo>
                    <a:pt x="165328" y="2502217"/>
                  </a:lnTo>
                  <a:lnTo>
                    <a:pt x="165664" y="2502364"/>
                  </a:lnTo>
                  <a:lnTo>
                    <a:pt x="166001" y="2502653"/>
                  </a:lnTo>
                  <a:lnTo>
                    <a:pt x="166337" y="2503034"/>
                  </a:lnTo>
                  <a:lnTo>
                    <a:pt x="166674" y="2503409"/>
                  </a:lnTo>
                  <a:lnTo>
                    <a:pt x="167010" y="2503748"/>
                  </a:lnTo>
                  <a:lnTo>
                    <a:pt x="167347" y="2504087"/>
                  </a:lnTo>
                  <a:lnTo>
                    <a:pt x="167683" y="2504426"/>
                  </a:lnTo>
                  <a:lnTo>
                    <a:pt x="168020" y="2504765"/>
                  </a:lnTo>
                  <a:lnTo>
                    <a:pt x="168356" y="2505104"/>
                  </a:lnTo>
                  <a:lnTo>
                    <a:pt x="168693" y="2505389"/>
                  </a:lnTo>
                  <a:lnTo>
                    <a:pt x="169029" y="2505694"/>
                  </a:lnTo>
                  <a:lnTo>
                    <a:pt x="169366" y="2505950"/>
                  </a:lnTo>
                  <a:lnTo>
                    <a:pt x="169702" y="2506139"/>
                  </a:lnTo>
                  <a:lnTo>
                    <a:pt x="170038" y="2506278"/>
                  </a:lnTo>
                  <a:lnTo>
                    <a:pt x="170375" y="2506418"/>
                  </a:lnTo>
                  <a:lnTo>
                    <a:pt x="170711" y="2506439"/>
                  </a:lnTo>
                  <a:lnTo>
                    <a:pt x="171048" y="2506390"/>
                  </a:lnTo>
                  <a:lnTo>
                    <a:pt x="171384" y="2506220"/>
                  </a:lnTo>
                  <a:lnTo>
                    <a:pt x="171721" y="2505949"/>
                  </a:lnTo>
                  <a:lnTo>
                    <a:pt x="172057" y="2505737"/>
                  </a:lnTo>
                  <a:lnTo>
                    <a:pt x="172394" y="2505525"/>
                  </a:lnTo>
                  <a:lnTo>
                    <a:pt x="172730" y="2505313"/>
                  </a:lnTo>
                  <a:lnTo>
                    <a:pt x="173067" y="2505101"/>
                  </a:lnTo>
                  <a:lnTo>
                    <a:pt x="173403" y="2504890"/>
                  </a:lnTo>
                  <a:lnTo>
                    <a:pt x="173740" y="2504735"/>
                  </a:lnTo>
                  <a:lnTo>
                    <a:pt x="174076" y="2504608"/>
                  </a:lnTo>
                  <a:lnTo>
                    <a:pt x="174412" y="2504493"/>
                  </a:lnTo>
                  <a:lnTo>
                    <a:pt x="174749" y="2504552"/>
                  </a:lnTo>
                  <a:lnTo>
                    <a:pt x="175085" y="2504552"/>
                  </a:lnTo>
                  <a:lnTo>
                    <a:pt x="175422" y="2504552"/>
                  </a:lnTo>
                  <a:lnTo>
                    <a:pt x="175758" y="2504552"/>
                  </a:lnTo>
                  <a:lnTo>
                    <a:pt x="176095" y="2504555"/>
                  </a:lnTo>
                  <a:lnTo>
                    <a:pt x="176431" y="2504480"/>
                  </a:lnTo>
                  <a:lnTo>
                    <a:pt x="176768" y="2504352"/>
                  </a:lnTo>
                  <a:lnTo>
                    <a:pt x="177104" y="2504224"/>
                  </a:lnTo>
                  <a:lnTo>
                    <a:pt x="177441" y="2504138"/>
                  </a:lnTo>
                  <a:lnTo>
                    <a:pt x="177777" y="2504020"/>
                  </a:lnTo>
                  <a:lnTo>
                    <a:pt x="178114" y="2503839"/>
                  </a:lnTo>
                  <a:lnTo>
                    <a:pt x="178450" y="2503709"/>
                  </a:lnTo>
                  <a:lnTo>
                    <a:pt x="178786" y="2503578"/>
                  </a:lnTo>
                  <a:lnTo>
                    <a:pt x="179123" y="2503446"/>
                  </a:lnTo>
                  <a:lnTo>
                    <a:pt x="179459" y="2503435"/>
                  </a:lnTo>
                  <a:lnTo>
                    <a:pt x="179796" y="2503524"/>
                  </a:lnTo>
                  <a:lnTo>
                    <a:pt x="180132" y="2503666"/>
                  </a:lnTo>
                  <a:lnTo>
                    <a:pt x="180469" y="2503879"/>
                  </a:lnTo>
                  <a:lnTo>
                    <a:pt x="180805" y="2504129"/>
                  </a:lnTo>
                  <a:lnTo>
                    <a:pt x="181142" y="2504317"/>
                  </a:lnTo>
                  <a:lnTo>
                    <a:pt x="181478" y="2504399"/>
                  </a:lnTo>
                  <a:lnTo>
                    <a:pt x="181815" y="2504404"/>
                  </a:lnTo>
                  <a:lnTo>
                    <a:pt x="182151" y="2504278"/>
                  </a:lnTo>
                  <a:lnTo>
                    <a:pt x="182488" y="2504135"/>
                  </a:lnTo>
                  <a:lnTo>
                    <a:pt x="182824" y="2504111"/>
                  </a:lnTo>
                  <a:lnTo>
                    <a:pt x="183160" y="2504091"/>
                  </a:lnTo>
                  <a:lnTo>
                    <a:pt x="183497" y="2503980"/>
                  </a:lnTo>
                  <a:lnTo>
                    <a:pt x="183833" y="2503881"/>
                  </a:lnTo>
                  <a:lnTo>
                    <a:pt x="184170" y="2503961"/>
                  </a:lnTo>
                  <a:lnTo>
                    <a:pt x="184506" y="2504044"/>
                  </a:lnTo>
                  <a:lnTo>
                    <a:pt x="184843" y="2504098"/>
                  </a:lnTo>
                  <a:lnTo>
                    <a:pt x="185179" y="2504223"/>
                  </a:lnTo>
                  <a:lnTo>
                    <a:pt x="185516" y="2504214"/>
                  </a:lnTo>
                  <a:lnTo>
                    <a:pt x="185852" y="2504233"/>
                  </a:lnTo>
                  <a:lnTo>
                    <a:pt x="186189" y="2504486"/>
                  </a:lnTo>
                  <a:lnTo>
                    <a:pt x="186525" y="2504762"/>
                  </a:lnTo>
                  <a:lnTo>
                    <a:pt x="186862" y="2504956"/>
                  </a:lnTo>
                  <a:lnTo>
                    <a:pt x="187198" y="2505124"/>
                  </a:lnTo>
                  <a:lnTo>
                    <a:pt x="187534" y="2505350"/>
                  </a:lnTo>
                  <a:lnTo>
                    <a:pt x="187871" y="2505538"/>
                  </a:lnTo>
                  <a:lnTo>
                    <a:pt x="188207" y="2505808"/>
                  </a:lnTo>
                  <a:lnTo>
                    <a:pt x="188544" y="2505949"/>
                  </a:lnTo>
                  <a:lnTo>
                    <a:pt x="188880" y="2506320"/>
                  </a:lnTo>
                  <a:lnTo>
                    <a:pt x="189217" y="2506613"/>
                  </a:lnTo>
                  <a:lnTo>
                    <a:pt x="189553" y="2506894"/>
                  </a:lnTo>
                  <a:lnTo>
                    <a:pt x="189890" y="2507142"/>
                  </a:lnTo>
                  <a:lnTo>
                    <a:pt x="190226" y="2507287"/>
                  </a:lnTo>
                  <a:lnTo>
                    <a:pt x="190563" y="2507620"/>
                  </a:lnTo>
                  <a:lnTo>
                    <a:pt x="190899" y="2507945"/>
                  </a:lnTo>
                  <a:lnTo>
                    <a:pt x="191236" y="2508334"/>
                  </a:lnTo>
                  <a:lnTo>
                    <a:pt x="191572" y="2508684"/>
                  </a:lnTo>
                  <a:lnTo>
                    <a:pt x="191908" y="2509091"/>
                  </a:lnTo>
                  <a:lnTo>
                    <a:pt x="192245" y="2509299"/>
                  </a:lnTo>
                  <a:lnTo>
                    <a:pt x="192581" y="2509558"/>
                  </a:lnTo>
                  <a:lnTo>
                    <a:pt x="192918" y="2509681"/>
                  </a:lnTo>
                  <a:lnTo>
                    <a:pt x="193254" y="2509782"/>
                  </a:lnTo>
                  <a:lnTo>
                    <a:pt x="193591" y="2510067"/>
                  </a:lnTo>
                  <a:lnTo>
                    <a:pt x="193927" y="2510204"/>
                  </a:lnTo>
                  <a:lnTo>
                    <a:pt x="194264" y="2510373"/>
                  </a:lnTo>
                  <a:lnTo>
                    <a:pt x="194600" y="2510507"/>
                  </a:lnTo>
                  <a:lnTo>
                    <a:pt x="194937" y="2510547"/>
                  </a:lnTo>
                  <a:lnTo>
                    <a:pt x="195273" y="2510623"/>
                  </a:lnTo>
                  <a:lnTo>
                    <a:pt x="195609" y="2510680"/>
                  </a:lnTo>
                  <a:lnTo>
                    <a:pt x="195946" y="2510636"/>
                  </a:lnTo>
                  <a:lnTo>
                    <a:pt x="196282" y="2510536"/>
                  </a:lnTo>
                  <a:lnTo>
                    <a:pt x="196619" y="2510402"/>
                  </a:lnTo>
                  <a:lnTo>
                    <a:pt x="196955" y="2510317"/>
                  </a:lnTo>
                  <a:lnTo>
                    <a:pt x="197292" y="2510140"/>
                  </a:lnTo>
                  <a:lnTo>
                    <a:pt x="197628" y="2509999"/>
                  </a:lnTo>
                  <a:lnTo>
                    <a:pt x="197965" y="2509959"/>
                  </a:lnTo>
                  <a:lnTo>
                    <a:pt x="198301" y="2510016"/>
                  </a:lnTo>
                  <a:lnTo>
                    <a:pt x="198638" y="2510172"/>
                  </a:lnTo>
                  <a:lnTo>
                    <a:pt x="198974" y="2510309"/>
                  </a:lnTo>
                  <a:lnTo>
                    <a:pt x="199311" y="2510472"/>
                  </a:lnTo>
                  <a:lnTo>
                    <a:pt x="199647" y="2510691"/>
                  </a:lnTo>
                  <a:lnTo>
                    <a:pt x="199983" y="2510875"/>
                  </a:lnTo>
                  <a:lnTo>
                    <a:pt x="200320" y="2511076"/>
                  </a:lnTo>
                  <a:lnTo>
                    <a:pt x="200656" y="2511285"/>
                  </a:lnTo>
                  <a:lnTo>
                    <a:pt x="200993" y="2511528"/>
                  </a:lnTo>
                  <a:lnTo>
                    <a:pt x="201329" y="2511783"/>
                  </a:lnTo>
                  <a:lnTo>
                    <a:pt x="201666" y="2511931"/>
                  </a:lnTo>
                  <a:lnTo>
                    <a:pt x="202002" y="2512000"/>
                  </a:lnTo>
                  <a:lnTo>
                    <a:pt x="202339" y="2511943"/>
                  </a:lnTo>
                  <a:lnTo>
                    <a:pt x="202675" y="2511816"/>
                  </a:lnTo>
                  <a:lnTo>
                    <a:pt x="203012" y="2511713"/>
                  </a:lnTo>
                  <a:lnTo>
                    <a:pt x="203348" y="2511528"/>
                  </a:lnTo>
                  <a:lnTo>
                    <a:pt x="203685" y="2511059"/>
                  </a:lnTo>
                  <a:lnTo>
                    <a:pt x="204021" y="2510612"/>
                  </a:lnTo>
                  <a:lnTo>
                    <a:pt x="204357" y="2510021"/>
                  </a:lnTo>
                  <a:lnTo>
                    <a:pt x="204694" y="2509410"/>
                  </a:lnTo>
                  <a:lnTo>
                    <a:pt x="205030" y="2508931"/>
                  </a:lnTo>
                  <a:lnTo>
                    <a:pt x="205367" y="2508687"/>
                  </a:lnTo>
                  <a:lnTo>
                    <a:pt x="205703" y="2508513"/>
                  </a:lnTo>
                  <a:lnTo>
                    <a:pt x="206040" y="2508514"/>
                  </a:lnTo>
                  <a:lnTo>
                    <a:pt x="206376" y="2508364"/>
                  </a:lnTo>
                  <a:lnTo>
                    <a:pt x="206713" y="2508283"/>
                  </a:lnTo>
                  <a:lnTo>
                    <a:pt x="207049" y="2508266"/>
                  </a:lnTo>
                  <a:lnTo>
                    <a:pt x="207386" y="2508376"/>
                  </a:lnTo>
                  <a:lnTo>
                    <a:pt x="207722" y="2508373"/>
                  </a:lnTo>
                  <a:lnTo>
                    <a:pt x="208059" y="2508263"/>
                  </a:lnTo>
                  <a:lnTo>
                    <a:pt x="208395" y="2508354"/>
                  </a:lnTo>
                  <a:lnTo>
                    <a:pt x="208731" y="2508703"/>
                  </a:lnTo>
                  <a:lnTo>
                    <a:pt x="209068" y="2508863"/>
                  </a:lnTo>
                  <a:lnTo>
                    <a:pt x="209404" y="2508962"/>
                  </a:lnTo>
                  <a:lnTo>
                    <a:pt x="209741" y="2508853"/>
                  </a:lnTo>
                  <a:lnTo>
                    <a:pt x="210077" y="2508580"/>
                  </a:lnTo>
                  <a:lnTo>
                    <a:pt x="210414" y="2508207"/>
                  </a:lnTo>
                  <a:lnTo>
                    <a:pt x="210750" y="2507704"/>
                  </a:lnTo>
                  <a:lnTo>
                    <a:pt x="211087" y="2507010"/>
                  </a:lnTo>
                  <a:lnTo>
                    <a:pt x="211423" y="2506178"/>
                  </a:lnTo>
                  <a:lnTo>
                    <a:pt x="211760" y="2505277"/>
                  </a:lnTo>
                  <a:lnTo>
                    <a:pt x="212096" y="2504642"/>
                  </a:lnTo>
                  <a:lnTo>
                    <a:pt x="212433" y="2503949"/>
                  </a:lnTo>
                  <a:lnTo>
                    <a:pt x="212769" y="2503400"/>
                  </a:lnTo>
                  <a:lnTo>
                    <a:pt x="213105" y="2503118"/>
                  </a:lnTo>
                  <a:lnTo>
                    <a:pt x="213442" y="2502681"/>
                  </a:lnTo>
                  <a:lnTo>
                    <a:pt x="213778" y="2502220"/>
                  </a:lnTo>
                  <a:lnTo>
                    <a:pt x="214115" y="2501654"/>
                  </a:lnTo>
                  <a:lnTo>
                    <a:pt x="214451" y="2501064"/>
                  </a:lnTo>
                  <a:lnTo>
                    <a:pt x="214788" y="2500587"/>
                  </a:lnTo>
                  <a:lnTo>
                    <a:pt x="215124" y="2500135"/>
                  </a:lnTo>
                  <a:lnTo>
                    <a:pt x="215461" y="2499632"/>
                  </a:lnTo>
                  <a:lnTo>
                    <a:pt x="215797" y="2499237"/>
                  </a:lnTo>
                  <a:lnTo>
                    <a:pt x="216134" y="2498998"/>
                  </a:lnTo>
                  <a:lnTo>
                    <a:pt x="216470" y="2498766"/>
                  </a:lnTo>
                  <a:lnTo>
                    <a:pt x="216807" y="2498496"/>
                  </a:lnTo>
                  <a:lnTo>
                    <a:pt x="217143" y="2497969"/>
                  </a:lnTo>
                  <a:lnTo>
                    <a:pt x="217479" y="2497452"/>
                  </a:lnTo>
                  <a:lnTo>
                    <a:pt x="217816" y="2496868"/>
                  </a:lnTo>
                  <a:lnTo>
                    <a:pt x="218152" y="2496091"/>
                  </a:lnTo>
                  <a:lnTo>
                    <a:pt x="218489" y="2495215"/>
                  </a:lnTo>
                  <a:lnTo>
                    <a:pt x="218825" y="2494324"/>
                  </a:lnTo>
                  <a:lnTo>
                    <a:pt x="219162" y="2493635"/>
                  </a:lnTo>
                  <a:lnTo>
                    <a:pt x="219498" y="2493217"/>
                  </a:lnTo>
                  <a:lnTo>
                    <a:pt x="219835" y="2492827"/>
                  </a:lnTo>
                  <a:lnTo>
                    <a:pt x="220171" y="2492517"/>
                  </a:lnTo>
                  <a:lnTo>
                    <a:pt x="220508" y="2492229"/>
                  </a:lnTo>
                  <a:lnTo>
                    <a:pt x="220844" y="2491892"/>
                  </a:lnTo>
                  <a:lnTo>
                    <a:pt x="221181" y="2491435"/>
                  </a:lnTo>
                  <a:lnTo>
                    <a:pt x="221517" y="2491079"/>
                  </a:lnTo>
                  <a:lnTo>
                    <a:pt x="221853" y="2490741"/>
                  </a:lnTo>
                  <a:lnTo>
                    <a:pt x="222190" y="2490498"/>
                  </a:lnTo>
                  <a:lnTo>
                    <a:pt x="222526" y="2490286"/>
                  </a:lnTo>
                  <a:lnTo>
                    <a:pt x="222863" y="2490074"/>
                  </a:lnTo>
                  <a:lnTo>
                    <a:pt x="223199" y="2489862"/>
                  </a:lnTo>
                  <a:lnTo>
                    <a:pt x="223536" y="2489738"/>
                  </a:lnTo>
                  <a:lnTo>
                    <a:pt x="223872" y="2489652"/>
                  </a:lnTo>
                  <a:lnTo>
                    <a:pt x="224209" y="2489566"/>
                  </a:lnTo>
                  <a:lnTo>
                    <a:pt x="224545" y="2489469"/>
                  </a:lnTo>
                  <a:lnTo>
                    <a:pt x="224882" y="2489341"/>
                  </a:lnTo>
                  <a:lnTo>
                    <a:pt x="225218" y="2489202"/>
                  </a:lnTo>
                  <a:lnTo>
                    <a:pt x="225555" y="2488987"/>
                  </a:lnTo>
                  <a:lnTo>
                    <a:pt x="225891" y="2488834"/>
                  </a:lnTo>
                  <a:lnTo>
                    <a:pt x="226227" y="2488827"/>
                  </a:lnTo>
                  <a:lnTo>
                    <a:pt x="226564" y="2488827"/>
                  </a:lnTo>
                  <a:lnTo>
                    <a:pt x="226900" y="2488827"/>
                  </a:lnTo>
                  <a:lnTo>
                    <a:pt x="227237" y="2488827"/>
                  </a:lnTo>
                  <a:lnTo>
                    <a:pt x="227573" y="2488827"/>
                  </a:lnTo>
                  <a:lnTo>
                    <a:pt x="227910" y="2488827"/>
                  </a:lnTo>
                  <a:lnTo>
                    <a:pt x="228246" y="2488827"/>
                  </a:lnTo>
                  <a:lnTo>
                    <a:pt x="228583" y="2488827"/>
                  </a:lnTo>
                  <a:lnTo>
                    <a:pt x="228919" y="2488947"/>
                  </a:lnTo>
                  <a:lnTo>
                    <a:pt x="229256" y="2489081"/>
                  </a:lnTo>
                  <a:lnTo>
                    <a:pt x="229592" y="2489215"/>
                  </a:lnTo>
                  <a:lnTo>
                    <a:pt x="229928" y="2489380"/>
                  </a:lnTo>
                  <a:lnTo>
                    <a:pt x="230265" y="2489545"/>
                  </a:lnTo>
                  <a:lnTo>
                    <a:pt x="230601" y="2489710"/>
                  </a:lnTo>
                  <a:lnTo>
                    <a:pt x="230938" y="2489875"/>
                  </a:lnTo>
                  <a:lnTo>
                    <a:pt x="231274" y="2490040"/>
                  </a:lnTo>
                  <a:lnTo>
                    <a:pt x="231611" y="2490198"/>
                  </a:lnTo>
                  <a:lnTo>
                    <a:pt x="231947" y="2490425"/>
                  </a:lnTo>
                  <a:lnTo>
                    <a:pt x="232284" y="2490559"/>
                  </a:lnTo>
                  <a:lnTo>
                    <a:pt x="232620" y="2490658"/>
                  </a:lnTo>
                  <a:lnTo>
                    <a:pt x="232957" y="2490664"/>
                  </a:lnTo>
                  <a:lnTo>
                    <a:pt x="233293" y="2490588"/>
                  </a:lnTo>
                  <a:lnTo>
                    <a:pt x="233630" y="2490501"/>
                  </a:lnTo>
                  <a:lnTo>
                    <a:pt x="233966" y="2490511"/>
                  </a:lnTo>
                  <a:lnTo>
                    <a:pt x="234302" y="2490661"/>
                  </a:lnTo>
                  <a:lnTo>
                    <a:pt x="234639" y="2490759"/>
                  </a:lnTo>
                  <a:lnTo>
                    <a:pt x="234975" y="2490858"/>
                  </a:lnTo>
                  <a:lnTo>
                    <a:pt x="235312" y="2490956"/>
                  </a:lnTo>
                  <a:lnTo>
                    <a:pt x="235648" y="2491054"/>
                  </a:lnTo>
                  <a:lnTo>
                    <a:pt x="235985" y="2491207"/>
                  </a:lnTo>
                  <a:lnTo>
                    <a:pt x="236321" y="2491340"/>
                  </a:lnTo>
                  <a:lnTo>
                    <a:pt x="236658" y="2491520"/>
                  </a:lnTo>
                  <a:lnTo>
                    <a:pt x="236994" y="2491766"/>
                  </a:lnTo>
                  <a:lnTo>
                    <a:pt x="237331" y="2491976"/>
                  </a:lnTo>
                  <a:lnTo>
                    <a:pt x="237667" y="2492202"/>
                  </a:lnTo>
                  <a:lnTo>
                    <a:pt x="238004" y="2492640"/>
                  </a:lnTo>
                  <a:lnTo>
                    <a:pt x="238340" y="2493081"/>
                  </a:lnTo>
                  <a:lnTo>
                    <a:pt x="238676" y="2493548"/>
                  </a:lnTo>
                  <a:lnTo>
                    <a:pt x="239013" y="2493994"/>
                  </a:lnTo>
                  <a:lnTo>
                    <a:pt x="239349" y="2494205"/>
                  </a:lnTo>
                  <a:lnTo>
                    <a:pt x="239686" y="2494417"/>
                  </a:lnTo>
                  <a:lnTo>
                    <a:pt x="240022" y="2494629"/>
                  </a:lnTo>
                  <a:lnTo>
                    <a:pt x="240359" y="2494841"/>
                  </a:lnTo>
                  <a:lnTo>
                    <a:pt x="240695" y="2495053"/>
                  </a:lnTo>
                  <a:lnTo>
                    <a:pt x="241032" y="2495207"/>
                  </a:lnTo>
                  <a:lnTo>
                    <a:pt x="241368" y="2495335"/>
                  </a:lnTo>
                  <a:lnTo>
                    <a:pt x="241705" y="2495566"/>
                  </a:lnTo>
                  <a:lnTo>
                    <a:pt x="242041" y="2495640"/>
                  </a:lnTo>
                  <a:lnTo>
                    <a:pt x="242378" y="2495774"/>
                  </a:lnTo>
                  <a:lnTo>
                    <a:pt x="242714" y="2495939"/>
                  </a:lnTo>
                  <a:lnTo>
                    <a:pt x="243050" y="2496104"/>
                  </a:lnTo>
                  <a:lnTo>
                    <a:pt x="243387" y="2496266"/>
                  </a:lnTo>
                  <a:lnTo>
                    <a:pt x="243723" y="2496506"/>
                  </a:lnTo>
                  <a:lnTo>
                    <a:pt x="244060" y="2496799"/>
                  </a:lnTo>
                  <a:lnTo>
                    <a:pt x="244396" y="2497091"/>
                  </a:lnTo>
                  <a:lnTo>
                    <a:pt x="244733" y="2497342"/>
                  </a:lnTo>
                  <a:lnTo>
                    <a:pt x="245069" y="2497625"/>
                  </a:lnTo>
                  <a:lnTo>
                    <a:pt x="245406" y="2497972"/>
                  </a:lnTo>
                  <a:lnTo>
                    <a:pt x="245742" y="2498342"/>
                  </a:lnTo>
                  <a:lnTo>
                    <a:pt x="246079" y="2498792"/>
                  </a:lnTo>
                  <a:lnTo>
                    <a:pt x="246415" y="2499242"/>
                  </a:lnTo>
                  <a:lnTo>
                    <a:pt x="246752" y="2499473"/>
                  </a:lnTo>
                  <a:lnTo>
                    <a:pt x="247088" y="2499640"/>
                  </a:lnTo>
                  <a:lnTo>
                    <a:pt x="247424" y="2499792"/>
                  </a:lnTo>
                  <a:lnTo>
                    <a:pt x="247761" y="2499732"/>
                  </a:lnTo>
                  <a:lnTo>
                    <a:pt x="248097" y="2499636"/>
                  </a:lnTo>
                  <a:lnTo>
                    <a:pt x="248434" y="2499600"/>
                  </a:lnTo>
                  <a:lnTo>
                    <a:pt x="248770" y="2499517"/>
                  </a:lnTo>
                  <a:lnTo>
                    <a:pt x="249107" y="2499399"/>
                  </a:lnTo>
                  <a:lnTo>
                    <a:pt x="249443" y="2499243"/>
                  </a:lnTo>
                  <a:lnTo>
                    <a:pt x="249780" y="2498916"/>
                  </a:lnTo>
                  <a:lnTo>
                    <a:pt x="250116" y="2498568"/>
                  </a:lnTo>
                  <a:lnTo>
                    <a:pt x="250453" y="2498098"/>
                  </a:lnTo>
                  <a:lnTo>
                    <a:pt x="250789" y="2497649"/>
                  </a:lnTo>
                  <a:lnTo>
                    <a:pt x="251126" y="2497204"/>
                  </a:lnTo>
                  <a:lnTo>
                    <a:pt x="251462" y="2496760"/>
                  </a:lnTo>
                  <a:lnTo>
                    <a:pt x="251798" y="2496471"/>
                  </a:lnTo>
                  <a:lnTo>
                    <a:pt x="252135" y="2496266"/>
                  </a:lnTo>
                  <a:lnTo>
                    <a:pt x="252471" y="2496079"/>
                  </a:lnTo>
                  <a:lnTo>
                    <a:pt x="252808" y="2496092"/>
                  </a:lnTo>
                  <a:lnTo>
                    <a:pt x="253144" y="2496182"/>
                  </a:lnTo>
                  <a:lnTo>
                    <a:pt x="253481" y="2496127"/>
                  </a:lnTo>
                  <a:lnTo>
                    <a:pt x="253817" y="2496067"/>
                  </a:lnTo>
                  <a:lnTo>
                    <a:pt x="254154" y="2496161"/>
                  </a:lnTo>
                  <a:lnTo>
                    <a:pt x="254490" y="2496309"/>
                  </a:lnTo>
                  <a:lnTo>
                    <a:pt x="254827" y="2496574"/>
                  </a:lnTo>
                  <a:lnTo>
                    <a:pt x="255163" y="2496968"/>
                  </a:lnTo>
                  <a:lnTo>
                    <a:pt x="255500" y="2497362"/>
                  </a:lnTo>
                  <a:lnTo>
                    <a:pt x="255836" y="2497783"/>
                  </a:lnTo>
                  <a:lnTo>
                    <a:pt x="256172" y="2498178"/>
                  </a:lnTo>
                  <a:lnTo>
                    <a:pt x="256509" y="2498572"/>
                  </a:lnTo>
                  <a:lnTo>
                    <a:pt x="256845" y="2498915"/>
                  </a:lnTo>
                  <a:lnTo>
                    <a:pt x="257182" y="2499209"/>
                  </a:lnTo>
                  <a:lnTo>
                    <a:pt x="257518" y="2499647"/>
                  </a:lnTo>
                  <a:lnTo>
                    <a:pt x="257855" y="2499884"/>
                  </a:lnTo>
                  <a:lnTo>
                    <a:pt x="258191" y="2500090"/>
                  </a:lnTo>
                  <a:lnTo>
                    <a:pt x="258528" y="2500164"/>
                  </a:lnTo>
                  <a:lnTo>
                    <a:pt x="258864" y="2500138"/>
                  </a:lnTo>
                  <a:lnTo>
                    <a:pt x="259201" y="2500017"/>
                  </a:lnTo>
                  <a:lnTo>
                    <a:pt x="259537" y="2500017"/>
                  </a:lnTo>
                  <a:lnTo>
                    <a:pt x="259873" y="2500017"/>
                  </a:lnTo>
                  <a:lnTo>
                    <a:pt x="260210" y="2500017"/>
                  </a:lnTo>
                  <a:lnTo>
                    <a:pt x="260546" y="2500017"/>
                  </a:lnTo>
                  <a:lnTo>
                    <a:pt x="260883" y="2499857"/>
                  </a:lnTo>
                  <a:lnTo>
                    <a:pt x="261219" y="2499451"/>
                  </a:lnTo>
                  <a:lnTo>
                    <a:pt x="261556" y="2498961"/>
                  </a:lnTo>
                  <a:lnTo>
                    <a:pt x="261892" y="2498242"/>
                  </a:lnTo>
                  <a:lnTo>
                    <a:pt x="262229" y="2497476"/>
                  </a:lnTo>
                  <a:lnTo>
                    <a:pt x="262565" y="2496627"/>
                  </a:lnTo>
                  <a:lnTo>
                    <a:pt x="262902" y="2495693"/>
                  </a:lnTo>
                  <a:lnTo>
                    <a:pt x="263238" y="2494569"/>
                  </a:lnTo>
                  <a:lnTo>
                    <a:pt x="263575" y="2493310"/>
                  </a:lnTo>
                  <a:lnTo>
                    <a:pt x="263911" y="2492033"/>
                  </a:lnTo>
                  <a:lnTo>
                    <a:pt x="264247" y="2490684"/>
                  </a:lnTo>
                  <a:lnTo>
                    <a:pt x="264584" y="2489160"/>
                  </a:lnTo>
                  <a:lnTo>
                    <a:pt x="264920" y="2487485"/>
                  </a:lnTo>
                  <a:lnTo>
                    <a:pt x="265257" y="2485766"/>
                  </a:lnTo>
                  <a:lnTo>
                    <a:pt x="265593" y="2483921"/>
                  </a:lnTo>
                  <a:lnTo>
                    <a:pt x="265930" y="2482277"/>
                  </a:lnTo>
                  <a:lnTo>
                    <a:pt x="266266" y="2480997"/>
                  </a:lnTo>
                  <a:lnTo>
                    <a:pt x="266603" y="2479887"/>
                  </a:lnTo>
                  <a:lnTo>
                    <a:pt x="266939" y="2478921"/>
                  </a:lnTo>
                  <a:lnTo>
                    <a:pt x="267276" y="2477905"/>
                  </a:lnTo>
                  <a:lnTo>
                    <a:pt x="267612" y="2476910"/>
                  </a:lnTo>
                  <a:lnTo>
                    <a:pt x="267949" y="2475937"/>
                  </a:lnTo>
                  <a:lnTo>
                    <a:pt x="268285" y="2475101"/>
                  </a:lnTo>
                  <a:lnTo>
                    <a:pt x="268621" y="2474356"/>
                  </a:lnTo>
                  <a:lnTo>
                    <a:pt x="268958" y="2473811"/>
                  </a:lnTo>
                  <a:lnTo>
                    <a:pt x="269294" y="2473421"/>
                  </a:lnTo>
                  <a:lnTo>
                    <a:pt x="269631" y="2473177"/>
                  </a:lnTo>
                  <a:lnTo>
                    <a:pt x="269967" y="2473002"/>
                  </a:lnTo>
                  <a:lnTo>
                    <a:pt x="270304" y="2472852"/>
                  </a:lnTo>
                  <a:lnTo>
                    <a:pt x="270640" y="2472753"/>
                  </a:lnTo>
                  <a:lnTo>
                    <a:pt x="270977" y="2472940"/>
                  </a:lnTo>
                  <a:lnTo>
                    <a:pt x="271313" y="2472885"/>
                  </a:lnTo>
                  <a:lnTo>
                    <a:pt x="271650" y="2473006"/>
                  </a:lnTo>
                  <a:lnTo>
                    <a:pt x="271986" y="2472999"/>
                  </a:lnTo>
                  <a:lnTo>
                    <a:pt x="272323" y="2473109"/>
                  </a:lnTo>
                  <a:lnTo>
                    <a:pt x="272659" y="2473337"/>
                  </a:lnTo>
                  <a:lnTo>
                    <a:pt x="272995" y="2473513"/>
                  </a:lnTo>
                  <a:lnTo>
                    <a:pt x="273332" y="2473800"/>
                  </a:lnTo>
                  <a:lnTo>
                    <a:pt x="273668" y="2474110"/>
                  </a:lnTo>
                  <a:lnTo>
                    <a:pt x="274005" y="2474313"/>
                  </a:lnTo>
                  <a:lnTo>
                    <a:pt x="274341" y="2474416"/>
                  </a:lnTo>
                  <a:lnTo>
                    <a:pt x="274678" y="2474423"/>
                  </a:lnTo>
                  <a:lnTo>
                    <a:pt x="275014" y="2474536"/>
                  </a:lnTo>
                  <a:lnTo>
                    <a:pt x="275351" y="2474756"/>
                  </a:lnTo>
                  <a:lnTo>
                    <a:pt x="275687" y="2474998"/>
                  </a:lnTo>
                  <a:lnTo>
                    <a:pt x="276024" y="2475035"/>
                  </a:lnTo>
                  <a:lnTo>
                    <a:pt x="276360" y="2475253"/>
                  </a:lnTo>
                  <a:lnTo>
                    <a:pt x="276697" y="2475369"/>
                  </a:lnTo>
                  <a:lnTo>
                    <a:pt x="277033" y="2475801"/>
                  </a:lnTo>
                  <a:lnTo>
                    <a:pt x="277369" y="2476392"/>
                  </a:lnTo>
                  <a:lnTo>
                    <a:pt x="277706" y="2476980"/>
                  </a:lnTo>
                  <a:lnTo>
                    <a:pt x="278042" y="2477613"/>
                  </a:lnTo>
                  <a:lnTo>
                    <a:pt x="278379" y="2478437"/>
                  </a:lnTo>
                  <a:lnTo>
                    <a:pt x="278715" y="2479399"/>
                  </a:lnTo>
                  <a:lnTo>
                    <a:pt x="279052" y="2480361"/>
                  </a:lnTo>
                  <a:lnTo>
                    <a:pt x="279388" y="2481034"/>
                  </a:lnTo>
                  <a:lnTo>
                    <a:pt x="279725" y="2481787"/>
                  </a:lnTo>
                  <a:lnTo>
                    <a:pt x="280061" y="2482394"/>
                  </a:lnTo>
                  <a:lnTo>
                    <a:pt x="280398" y="2482770"/>
                  </a:lnTo>
                  <a:lnTo>
                    <a:pt x="280734" y="2482892"/>
                  </a:lnTo>
                  <a:lnTo>
                    <a:pt x="281071" y="2483006"/>
                  </a:lnTo>
                  <a:lnTo>
                    <a:pt x="281407" y="2483084"/>
                  </a:lnTo>
                  <a:lnTo>
                    <a:pt x="281743" y="2483148"/>
                  </a:lnTo>
                  <a:lnTo>
                    <a:pt x="282080" y="2483099"/>
                  </a:lnTo>
                  <a:lnTo>
                    <a:pt x="282416" y="2483025"/>
                  </a:lnTo>
                  <a:lnTo>
                    <a:pt x="282753" y="2483002"/>
                  </a:lnTo>
                  <a:lnTo>
                    <a:pt x="283089" y="2483095"/>
                  </a:lnTo>
                  <a:lnTo>
                    <a:pt x="283426" y="2483030"/>
                  </a:lnTo>
                  <a:lnTo>
                    <a:pt x="283762" y="2482960"/>
                  </a:lnTo>
                  <a:lnTo>
                    <a:pt x="284099" y="2482960"/>
                  </a:lnTo>
                  <a:lnTo>
                    <a:pt x="284435" y="2483302"/>
                  </a:lnTo>
                  <a:lnTo>
                    <a:pt x="284772" y="2483658"/>
                  </a:lnTo>
                  <a:lnTo>
                    <a:pt x="285108" y="2483901"/>
                  </a:lnTo>
                  <a:lnTo>
                    <a:pt x="285445" y="2484354"/>
                  </a:lnTo>
                  <a:lnTo>
                    <a:pt x="285781" y="2484795"/>
                  </a:lnTo>
                  <a:lnTo>
                    <a:pt x="286117" y="2485384"/>
                  </a:lnTo>
                  <a:lnTo>
                    <a:pt x="286454" y="2485980"/>
                  </a:lnTo>
                  <a:lnTo>
                    <a:pt x="286790" y="2486273"/>
                  </a:lnTo>
                  <a:lnTo>
                    <a:pt x="287127" y="2486486"/>
                  </a:lnTo>
                  <a:lnTo>
                    <a:pt x="287463" y="2486622"/>
                  </a:lnTo>
                  <a:lnTo>
                    <a:pt x="287800" y="2486635"/>
                  </a:lnTo>
                  <a:lnTo>
                    <a:pt x="288136" y="2486679"/>
                  </a:lnTo>
                  <a:lnTo>
                    <a:pt x="288473" y="2486748"/>
                  </a:lnTo>
                  <a:lnTo>
                    <a:pt x="288809" y="2486668"/>
                  </a:lnTo>
                  <a:lnTo>
                    <a:pt x="289146" y="2486542"/>
                  </a:lnTo>
                  <a:lnTo>
                    <a:pt x="289482" y="2486071"/>
                  </a:lnTo>
                  <a:lnTo>
                    <a:pt x="289819" y="2485569"/>
                  </a:lnTo>
                  <a:lnTo>
                    <a:pt x="290155" y="2485029"/>
                  </a:lnTo>
                  <a:lnTo>
                    <a:pt x="290491" y="2484507"/>
                  </a:lnTo>
                  <a:lnTo>
                    <a:pt x="290828" y="2484018"/>
                  </a:lnTo>
                  <a:lnTo>
                    <a:pt x="291164" y="2483646"/>
                  </a:lnTo>
                  <a:lnTo>
                    <a:pt x="291501" y="2483209"/>
                  </a:lnTo>
                  <a:lnTo>
                    <a:pt x="291837" y="2482793"/>
                  </a:lnTo>
                  <a:lnTo>
                    <a:pt x="292174" y="2482459"/>
                  </a:lnTo>
                  <a:lnTo>
                    <a:pt x="292510" y="2482133"/>
                  </a:lnTo>
                  <a:lnTo>
                    <a:pt x="292847" y="2481877"/>
                  </a:lnTo>
                  <a:lnTo>
                    <a:pt x="293183" y="2481569"/>
                  </a:lnTo>
                  <a:lnTo>
                    <a:pt x="293520" y="2481194"/>
                  </a:lnTo>
                  <a:lnTo>
                    <a:pt x="293856" y="2480824"/>
                  </a:lnTo>
                  <a:lnTo>
                    <a:pt x="294192" y="2480478"/>
                  </a:lnTo>
                  <a:lnTo>
                    <a:pt x="294529" y="2480201"/>
                  </a:lnTo>
                  <a:lnTo>
                    <a:pt x="294865" y="2479841"/>
                  </a:lnTo>
                  <a:lnTo>
                    <a:pt x="295202" y="2479591"/>
                  </a:lnTo>
                  <a:lnTo>
                    <a:pt x="295538" y="2479467"/>
                  </a:lnTo>
                  <a:lnTo>
                    <a:pt x="295875" y="2479165"/>
                  </a:lnTo>
                  <a:lnTo>
                    <a:pt x="296211" y="2478681"/>
                  </a:lnTo>
                  <a:lnTo>
                    <a:pt x="296548" y="2478250"/>
                  </a:lnTo>
                  <a:lnTo>
                    <a:pt x="296884" y="2477848"/>
                  </a:lnTo>
                  <a:lnTo>
                    <a:pt x="297221" y="2477402"/>
                  </a:lnTo>
                  <a:lnTo>
                    <a:pt x="297557" y="2476817"/>
                  </a:lnTo>
                  <a:lnTo>
                    <a:pt x="297894" y="2476179"/>
                  </a:lnTo>
                  <a:lnTo>
                    <a:pt x="298230" y="2475597"/>
                  </a:lnTo>
                  <a:lnTo>
                    <a:pt x="298566" y="2475041"/>
                  </a:lnTo>
                  <a:lnTo>
                    <a:pt x="298903" y="2474427"/>
                  </a:lnTo>
                  <a:lnTo>
                    <a:pt x="299239" y="2473742"/>
                  </a:lnTo>
                  <a:lnTo>
                    <a:pt x="299576" y="2472897"/>
                  </a:lnTo>
                  <a:lnTo>
                    <a:pt x="299912" y="2472041"/>
                  </a:lnTo>
                  <a:lnTo>
                    <a:pt x="300249" y="2471193"/>
                  </a:lnTo>
                  <a:lnTo>
                    <a:pt x="300585" y="2470179"/>
                  </a:lnTo>
                  <a:lnTo>
                    <a:pt x="300922" y="2469229"/>
                  </a:lnTo>
                  <a:lnTo>
                    <a:pt x="301258" y="2468367"/>
                  </a:lnTo>
                  <a:lnTo>
                    <a:pt x="301595" y="2467427"/>
                  </a:lnTo>
                  <a:lnTo>
                    <a:pt x="301931" y="2466550"/>
                  </a:lnTo>
                  <a:lnTo>
                    <a:pt x="302268" y="2466012"/>
                  </a:lnTo>
                  <a:lnTo>
                    <a:pt x="302604" y="2465656"/>
                  </a:lnTo>
                  <a:lnTo>
                    <a:pt x="302940" y="2465394"/>
                  </a:lnTo>
                  <a:lnTo>
                    <a:pt x="303277" y="2465077"/>
                  </a:lnTo>
                  <a:lnTo>
                    <a:pt x="303613" y="2464696"/>
                  </a:lnTo>
                  <a:lnTo>
                    <a:pt x="303950" y="2464190"/>
                  </a:lnTo>
                  <a:lnTo>
                    <a:pt x="304286" y="2463665"/>
                  </a:lnTo>
                  <a:lnTo>
                    <a:pt x="304623" y="2463105"/>
                  </a:lnTo>
                  <a:lnTo>
                    <a:pt x="304959" y="2462496"/>
                  </a:lnTo>
                  <a:lnTo>
                    <a:pt x="305296" y="2461669"/>
                  </a:lnTo>
                  <a:lnTo>
                    <a:pt x="305632" y="2460824"/>
                  </a:lnTo>
                  <a:lnTo>
                    <a:pt x="305969" y="2459831"/>
                  </a:lnTo>
                  <a:lnTo>
                    <a:pt x="306305" y="2458796"/>
                  </a:lnTo>
                  <a:lnTo>
                    <a:pt x="306642" y="2457812"/>
                  </a:lnTo>
                  <a:lnTo>
                    <a:pt x="306978" y="2456765"/>
                  </a:lnTo>
                  <a:lnTo>
                    <a:pt x="307314" y="2455698"/>
                  </a:lnTo>
                  <a:lnTo>
                    <a:pt x="307651" y="2454551"/>
                  </a:lnTo>
                  <a:lnTo>
                    <a:pt x="307987" y="2453329"/>
                  </a:lnTo>
                  <a:lnTo>
                    <a:pt x="308324" y="2451957"/>
                  </a:lnTo>
                  <a:lnTo>
                    <a:pt x="308660" y="2450616"/>
                  </a:lnTo>
                  <a:lnTo>
                    <a:pt x="308997" y="2449077"/>
                  </a:lnTo>
                  <a:lnTo>
                    <a:pt x="309333" y="2447560"/>
                  </a:lnTo>
                  <a:lnTo>
                    <a:pt x="309670" y="2445962"/>
                  </a:lnTo>
                  <a:lnTo>
                    <a:pt x="310006" y="2444294"/>
                  </a:lnTo>
                  <a:lnTo>
                    <a:pt x="310343" y="2442614"/>
                  </a:lnTo>
                  <a:lnTo>
                    <a:pt x="310679" y="2441073"/>
                  </a:lnTo>
                  <a:lnTo>
                    <a:pt x="311016" y="2439594"/>
                  </a:lnTo>
                  <a:lnTo>
                    <a:pt x="311352" y="2438101"/>
                  </a:lnTo>
                  <a:lnTo>
                    <a:pt x="311688" y="2436748"/>
                  </a:lnTo>
                  <a:lnTo>
                    <a:pt x="312025" y="2435423"/>
                  </a:lnTo>
                  <a:lnTo>
                    <a:pt x="312361" y="2434207"/>
                  </a:lnTo>
                  <a:lnTo>
                    <a:pt x="312698" y="2433126"/>
                  </a:lnTo>
                  <a:lnTo>
                    <a:pt x="313034" y="2432058"/>
                  </a:lnTo>
                  <a:lnTo>
                    <a:pt x="313371" y="2431075"/>
                  </a:lnTo>
                  <a:lnTo>
                    <a:pt x="313707" y="2430197"/>
                  </a:lnTo>
                  <a:lnTo>
                    <a:pt x="314044" y="2429554"/>
                  </a:lnTo>
                  <a:lnTo>
                    <a:pt x="314380" y="2429108"/>
                  </a:lnTo>
                  <a:lnTo>
                    <a:pt x="314717" y="2428824"/>
                  </a:lnTo>
                  <a:lnTo>
                    <a:pt x="315053" y="2428735"/>
                  </a:lnTo>
                  <a:lnTo>
                    <a:pt x="315390" y="2428746"/>
                  </a:lnTo>
                  <a:lnTo>
                    <a:pt x="315726" y="2428860"/>
                  </a:lnTo>
                  <a:lnTo>
                    <a:pt x="316062" y="2429049"/>
                  </a:lnTo>
                  <a:lnTo>
                    <a:pt x="316399" y="2429298"/>
                  </a:lnTo>
                  <a:lnTo>
                    <a:pt x="316735" y="2429423"/>
                  </a:lnTo>
                  <a:lnTo>
                    <a:pt x="317072" y="2429034"/>
                  </a:lnTo>
                  <a:lnTo>
                    <a:pt x="317408" y="2428597"/>
                  </a:lnTo>
                  <a:lnTo>
                    <a:pt x="317745" y="2428267"/>
                  </a:lnTo>
                  <a:lnTo>
                    <a:pt x="318081" y="2427765"/>
                  </a:lnTo>
                  <a:lnTo>
                    <a:pt x="318418" y="2427301"/>
                  </a:lnTo>
                  <a:lnTo>
                    <a:pt x="318754" y="2427144"/>
                  </a:lnTo>
                  <a:lnTo>
                    <a:pt x="319091" y="2426939"/>
                  </a:lnTo>
                  <a:lnTo>
                    <a:pt x="319427" y="2426634"/>
                  </a:lnTo>
                  <a:lnTo>
                    <a:pt x="319764" y="2426372"/>
                  </a:lnTo>
                  <a:lnTo>
                    <a:pt x="320100" y="2426086"/>
                  </a:lnTo>
                  <a:lnTo>
                    <a:pt x="320436" y="2425902"/>
                  </a:lnTo>
                  <a:lnTo>
                    <a:pt x="320773" y="2425716"/>
                  </a:lnTo>
                  <a:lnTo>
                    <a:pt x="321109" y="2425488"/>
                  </a:lnTo>
                  <a:lnTo>
                    <a:pt x="321446" y="2425335"/>
                  </a:lnTo>
                  <a:lnTo>
                    <a:pt x="321782" y="2425055"/>
                  </a:lnTo>
                  <a:lnTo>
                    <a:pt x="322119" y="2424587"/>
                  </a:lnTo>
                  <a:lnTo>
                    <a:pt x="322455" y="2424118"/>
                  </a:lnTo>
                  <a:lnTo>
                    <a:pt x="322792" y="2423645"/>
                  </a:lnTo>
                  <a:lnTo>
                    <a:pt x="323128" y="2423259"/>
                  </a:lnTo>
                  <a:lnTo>
                    <a:pt x="323465" y="2422827"/>
                  </a:lnTo>
                  <a:lnTo>
                    <a:pt x="323801" y="2422362"/>
                  </a:lnTo>
                  <a:lnTo>
                    <a:pt x="324138" y="2421842"/>
                  </a:lnTo>
                  <a:lnTo>
                    <a:pt x="324474" y="2421373"/>
                  </a:lnTo>
                  <a:lnTo>
                    <a:pt x="324810" y="2420931"/>
                  </a:lnTo>
                  <a:lnTo>
                    <a:pt x="325147" y="2420488"/>
                  </a:lnTo>
                  <a:lnTo>
                    <a:pt x="325483" y="2420178"/>
                  </a:lnTo>
                  <a:lnTo>
                    <a:pt x="325820" y="2419921"/>
                  </a:lnTo>
                  <a:lnTo>
                    <a:pt x="326156" y="2419812"/>
                  </a:lnTo>
                  <a:lnTo>
                    <a:pt x="326493" y="2419700"/>
                  </a:lnTo>
                  <a:lnTo>
                    <a:pt x="326829" y="2419579"/>
                  </a:lnTo>
                  <a:lnTo>
                    <a:pt x="327166" y="2419556"/>
                  </a:lnTo>
                  <a:lnTo>
                    <a:pt x="327502" y="2419642"/>
                  </a:lnTo>
                  <a:lnTo>
                    <a:pt x="327839" y="2419784"/>
                  </a:lnTo>
                  <a:lnTo>
                    <a:pt x="328175" y="2420067"/>
                  </a:lnTo>
                  <a:lnTo>
                    <a:pt x="328511" y="2420700"/>
                  </a:lnTo>
                  <a:lnTo>
                    <a:pt x="328848" y="2421244"/>
                  </a:lnTo>
                  <a:lnTo>
                    <a:pt x="329184" y="2422192"/>
                  </a:lnTo>
                  <a:lnTo>
                    <a:pt x="329521" y="2423187"/>
                  </a:lnTo>
                  <a:lnTo>
                    <a:pt x="329857" y="2424266"/>
                  </a:lnTo>
                  <a:lnTo>
                    <a:pt x="330194" y="2425430"/>
                  </a:lnTo>
                  <a:lnTo>
                    <a:pt x="330530" y="2426782"/>
                  </a:lnTo>
                  <a:lnTo>
                    <a:pt x="330867" y="2428269"/>
                  </a:lnTo>
                  <a:lnTo>
                    <a:pt x="331203" y="2429699"/>
                  </a:lnTo>
                  <a:lnTo>
                    <a:pt x="331540" y="2431200"/>
                  </a:lnTo>
                  <a:lnTo>
                    <a:pt x="331876" y="2432877"/>
                  </a:lnTo>
                  <a:lnTo>
                    <a:pt x="332213" y="2434683"/>
                  </a:lnTo>
                  <a:lnTo>
                    <a:pt x="332549" y="2436439"/>
                  </a:lnTo>
                  <a:lnTo>
                    <a:pt x="332885" y="2438197"/>
                  </a:lnTo>
                  <a:lnTo>
                    <a:pt x="333222" y="2439755"/>
                  </a:lnTo>
                  <a:lnTo>
                    <a:pt x="333558" y="2440949"/>
                  </a:lnTo>
                  <a:lnTo>
                    <a:pt x="333895" y="2442082"/>
                  </a:lnTo>
                  <a:lnTo>
                    <a:pt x="334231" y="2443041"/>
                  </a:lnTo>
                  <a:lnTo>
                    <a:pt x="334568" y="2443904"/>
                  </a:lnTo>
                  <a:lnTo>
                    <a:pt x="334904" y="2444746"/>
                  </a:lnTo>
                  <a:lnTo>
                    <a:pt x="335241" y="2445444"/>
                  </a:lnTo>
                  <a:lnTo>
                    <a:pt x="335577" y="2445935"/>
                  </a:lnTo>
                  <a:lnTo>
                    <a:pt x="335914" y="2446221"/>
                  </a:lnTo>
                  <a:lnTo>
                    <a:pt x="336250" y="2446414"/>
                  </a:lnTo>
                  <a:lnTo>
                    <a:pt x="336587" y="2446552"/>
                  </a:lnTo>
                  <a:lnTo>
                    <a:pt x="336923" y="2446642"/>
                  </a:lnTo>
                  <a:lnTo>
                    <a:pt x="337259" y="2446695"/>
                  </a:lnTo>
                  <a:lnTo>
                    <a:pt x="337596" y="2446845"/>
                  </a:lnTo>
                  <a:lnTo>
                    <a:pt x="337932" y="2446959"/>
                  </a:lnTo>
                  <a:lnTo>
                    <a:pt x="338269" y="2446925"/>
                  </a:lnTo>
                  <a:lnTo>
                    <a:pt x="338605" y="2447133"/>
                  </a:lnTo>
                  <a:lnTo>
                    <a:pt x="338942" y="2447288"/>
                  </a:lnTo>
                  <a:lnTo>
                    <a:pt x="339278" y="2447600"/>
                  </a:lnTo>
                  <a:lnTo>
                    <a:pt x="339615" y="2447797"/>
                  </a:lnTo>
                  <a:lnTo>
                    <a:pt x="339951" y="2447875"/>
                  </a:lnTo>
                  <a:lnTo>
                    <a:pt x="340288" y="2447990"/>
                  </a:lnTo>
                  <a:lnTo>
                    <a:pt x="340624" y="2447940"/>
                  </a:lnTo>
                  <a:lnTo>
                    <a:pt x="340961" y="2447936"/>
                  </a:lnTo>
                  <a:lnTo>
                    <a:pt x="341297" y="2447933"/>
                  </a:lnTo>
                  <a:lnTo>
                    <a:pt x="341633" y="2447929"/>
                  </a:lnTo>
                  <a:lnTo>
                    <a:pt x="341970" y="2447922"/>
                  </a:lnTo>
                  <a:lnTo>
                    <a:pt x="342306" y="2447855"/>
                  </a:lnTo>
                  <a:lnTo>
                    <a:pt x="342643" y="2447787"/>
                  </a:lnTo>
                  <a:lnTo>
                    <a:pt x="342979" y="2447684"/>
                  </a:lnTo>
                  <a:lnTo>
                    <a:pt x="343316" y="2447646"/>
                  </a:lnTo>
                  <a:lnTo>
                    <a:pt x="343652" y="2447429"/>
                  </a:lnTo>
                  <a:lnTo>
                    <a:pt x="343989" y="2447236"/>
                  </a:lnTo>
                  <a:lnTo>
                    <a:pt x="344325" y="2446835"/>
                  </a:lnTo>
                  <a:lnTo>
                    <a:pt x="344662" y="2446397"/>
                  </a:lnTo>
                  <a:lnTo>
                    <a:pt x="344998" y="2445961"/>
                  </a:lnTo>
                  <a:lnTo>
                    <a:pt x="345335" y="2445750"/>
                  </a:lnTo>
                  <a:lnTo>
                    <a:pt x="345671" y="2445660"/>
                  </a:lnTo>
                  <a:lnTo>
                    <a:pt x="346007" y="2445617"/>
                  </a:lnTo>
                  <a:lnTo>
                    <a:pt x="346344" y="2445574"/>
                  </a:lnTo>
                  <a:lnTo>
                    <a:pt x="346680" y="2445694"/>
                  </a:lnTo>
                  <a:lnTo>
                    <a:pt x="347017" y="2445847"/>
                  </a:lnTo>
                  <a:lnTo>
                    <a:pt x="347353" y="2445985"/>
                  </a:lnTo>
                  <a:lnTo>
                    <a:pt x="347690" y="2446199"/>
                  </a:lnTo>
                  <a:lnTo>
                    <a:pt x="348026" y="2446579"/>
                  </a:lnTo>
                  <a:lnTo>
                    <a:pt x="348363" y="2446967"/>
                  </a:lnTo>
                  <a:lnTo>
                    <a:pt x="348699" y="2447455"/>
                  </a:lnTo>
                  <a:lnTo>
                    <a:pt x="349036" y="2447981"/>
                  </a:lnTo>
                  <a:lnTo>
                    <a:pt x="349372" y="2448507"/>
                  </a:lnTo>
                  <a:lnTo>
                    <a:pt x="349709" y="2449033"/>
                  </a:lnTo>
                  <a:lnTo>
                    <a:pt x="350045" y="2449559"/>
                  </a:lnTo>
                  <a:lnTo>
                    <a:pt x="350381" y="2449862"/>
                  </a:lnTo>
                  <a:lnTo>
                    <a:pt x="350718" y="2450165"/>
                  </a:lnTo>
                  <a:lnTo>
                    <a:pt x="351054" y="2450468"/>
                  </a:lnTo>
                  <a:lnTo>
                    <a:pt x="351391" y="2450719"/>
                  </a:lnTo>
                  <a:lnTo>
                    <a:pt x="351727" y="2450736"/>
                  </a:lnTo>
                  <a:lnTo>
                    <a:pt x="352064" y="2450657"/>
                  </a:lnTo>
                  <a:lnTo>
                    <a:pt x="352400" y="2450664"/>
                  </a:lnTo>
                  <a:lnTo>
                    <a:pt x="352737" y="2450716"/>
                  </a:lnTo>
                  <a:lnTo>
                    <a:pt x="353073" y="2450965"/>
                  </a:lnTo>
                  <a:lnTo>
                    <a:pt x="353410" y="2450987"/>
                  </a:lnTo>
                  <a:lnTo>
                    <a:pt x="353746" y="2450928"/>
                  </a:lnTo>
                  <a:lnTo>
                    <a:pt x="354083" y="2450901"/>
                  </a:lnTo>
                  <a:lnTo>
                    <a:pt x="354419" y="2450831"/>
                  </a:lnTo>
                  <a:lnTo>
                    <a:pt x="354755" y="2450701"/>
                  </a:lnTo>
                  <a:lnTo>
                    <a:pt x="355092" y="2450622"/>
                  </a:lnTo>
                  <a:lnTo>
                    <a:pt x="355428" y="2450457"/>
                  </a:lnTo>
                  <a:lnTo>
                    <a:pt x="355765" y="2450385"/>
                  </a:lnTo>
                  <a:lnTo>
                    <a:pt x="356101" y="2450584"/>
                  </a:lnTo>
                  <a:lnTo>
                    <a:pt x="356438" y="2450865"/>
                  </a:lnTo>
                  <a:lnTo>
                    <a:pt x="356774" y="2451511"/>
                  </a:lnTo>
                  <a:lnTo>
                    <a:pt x="357111" y="2452160"/>
                  </a:lnTo>
                  <a:lnTo>
                    <a:pt x="357447" y="2452911"/>
                  </a:lnTo>
                  <a:lnTo>
                    <a:pt x="357784" y="2453643"/>
                  </a:lnTo>
                  <a:lnTo>
                    <a:pt x="358120" y="2454273"/>
                  </a:lnTo>
                  <a:lnTo>
                    <a:pt x="358457" y="2454749"/>
                  </a:lnTo>
                  <a:lnTo>
                    <a:pt x="358793" y="2455178"/>
                  </a:lnTo>
                  <a:lnTo>
                    <a:pt x="359129" y="2455515"/>
                  </a:lnTo>
                  <a:lnTo>
                    <a:pt x="359466" y="2455846"/>
                  </a:lnTo>
                  <a:lnTo>
                    <a:pt x="359802" y="2456187"/>
                  </a:lnTo>
                  <a:lnTo>
                    <a:pt x="360139" y="2456499"/>
                  </a:lnTo>
                  <a:lnTo>
                    <a:pt x="360475" y="2456867"/>
                  </a:lnTo>
                  <a:lnTo>
                    <a:pt x="360812" y="2457143"/>
                  </a:lnTo>
                  <a:lnTo>
                    <a:pt x="361148" y="2457260"/>
                  </a:lnTo>
                  <a:lnTo>
                    <a:pt x="361485" y="2457440"/>
                  </a:lnTo>
                  <a:lnTo>
                    <a:pt x="361821" y="2457313"/>
                  </a:lnTo>
                  <a:lnTo>
                    <a:pt x="362158" y="2457068"/>
                  </a:lnTo>
                  <a:lnTo>
                    <a:pt x="362494" y="2456641"/>
                  </a:lnTo>
                  <a:lnTo>
                    <a:pt x="362830" y="2455847"/>
                  </a:lnTo>
                  <a:lnTo>
                    <a:pt x="363167" y="2455230"/>
                  </a:lnTo>
                  <a:lnTo>
                    <a:pt x="363503" y="2454798"/>
                  </a:lnTo>
                  <a:lnTo>
                    <a:pt x="363840" y="2454482"/>
                  </a:lnTo>
                  <a:lnTo>
                    <a:pt x="364176" y="2454276"/>
                  </a:lnTo>
                  <a:lnTo>
                    <a:pt x="364513" y="2454099"/>
                  </a:lnTo>
                  <a:lnTo>
                    <a:pt x="364849" y="2454113"/>
                  </a:lnTo>
                  <a:lnTo>
                    <a:pt x="365186" y="2454242"/>
                  </a:lnTo>
                  <a:lnTo>
                    <a:pt x="365522" y="2454038"/>
                  </a:lnTo>
                  <a:lnTo>
                    <a:pt x="365859" y="2453603"/>
                  </a:lnTo>
                  <a:lnTo>
                    <a:pt x="366195" y="2453134"/>
                  </a:lnTo>
                  <a:lnTo>
                    <a:pt x="366532" y="2452597"/>
                  </a:lnTo>
                  <a:lnTo>
                    <a:pt x="366868" y="2452132"/>
                  </a:lnTo>
                  <a:lnTo>
                    <a:pt x="367204" y="2451671"/>
                  </a:lnTo>
                  <a:lnTo>
                    <a:pt x="367541" y="2451295"/>
                  </a:lnTo>
                  <a:lnTo>
                    <a:pt x="367877" y="2451085"/>
                  </a:lnTo>
                  <a:lnTo>
                    <a:pt x="368214" y="2450684"/>
                  </a:lnTo>
                  <a:lnTo>
                    <a:pt x="368550" y="2450159"/>
                  </a:lnTo>
                  <a:lnTo>
                    <a:pt x="368887" y="2449386"/>
                  </a:lnTo>
                  <a:lnTo>
                    <a:pt x="369223" y="2448601"/>
                  </a:lnTo>
                  <a:lnTo>
                    <a:pt x="369560" y="2447477"/>
                  </a:lnTo>
                  <a:lnTo>
                    <a:pt x="369896" y="2446171"/>
                  </a:lnTo>
                  <a:lnTo>
                    <a:pt x="370233" y="2444809"/>
                  </a:lnTo>
                  <a:lnTo>
                    <a:pt x="370569" y="2443777"/>
                  </a:lnTo>
                  <a:lnTo>
                    <a:pt x="370906" y="2443040"/>
                  </a:lnTo>
                  <a:lnTo>
                    <a:pt x="371242" y="2442453"/>
                  </a:lnTo>
                  <a:lnTo>
                    <a:pt x="371578" y="2441976"/>
                  </a:lnTo>
                  <a:lnTo>
                    <a:pt x="371915" y="2441857"/>
                  </a:lnTo>
                  <a:lnTo>
                    <a:pt x="372251" y="2441794"/>
                  </a:lnTo>
                  <a:lnTo>
                    <a:pt x="372588" y="2441856"/>
                  </a:lnTo>
                  <a:lnTo>
                    <a:pt x="372924" y="2441942"/>
                  </a:lnTo>
                  <a:lnTo>
                    <a:pt x="373261" y="2442316"/>
                  </a:lnTo>
                  <a:lnTo>
                    <a:pt x="373597" y="2442802"/>
                  </a:lnTo>
                  <a:lnTo>
                    <a:pt x="373934" y="2443632"/>
                  </a:lnTo>
                  <a:lnTo>
                    <a:pt x="374270" y="2444526"/>
                  </a:lnTo>
                  <a:lnTo>
                    <a:pt x="374607" y="2445440"/>
                  </a:lnTo>
                  <a:lnTo>
                    <a:pt x="374943" y="2446434"/>
                  </a:lnTo>
                  <a:lnTo>
                    <a:pt x="375280" y="2447503"/>
                  </a:lnTo>
                  <a:lnTo>
                    <a:pt x="375616" y="2448722"/>
                  </a:lnTo>
                  <a:lnTo>
                    <a:pt x="375952" y="2449910"/>
                  </a:lnTo>
                  <a:lnTo>
                    <a:pt x="376289" y="2451303"/>
                  </a:lnTo>
                  <a:lnTo>
                    <a:pt x="376625" y="2452685"/>
                  </a:lnTo>
                  <a:lnTo>
                    <a:pt x="376962" y="2454150"/>
                  </a:lnTo>
                  <a:lnTo>
                    <a:pt x="377298" y="2455653"/>
                  </a:lnTo>
                  <a:lnTo>
                    <a:pt x="377635" y="2457168"/>
                  </a:lnTo>
                  <a:lnTo>
                    <a:pt x="377971" y="2458544"/>
                  </a:lnTo>
                  <a:lnTo>
                    <a:pt x="378308" y="2459858"/>
                  </a:lnTo>
                  <a:lnTo>
                    <a:pt x="378644" y="2461186"/>
                  </a:lnTo>
                  <a:lnTo>
                    <a:pt x="378981" y="2462375"/>
                  </a:lnTo>
                  <a:lnTo>
                    <a:pt x="379317" y="2463535"/>
                  </a:lnTo>
                  <a:lnTo>
                    <a:pt x="379654" y="2464586"/>
                  </a:lnTo>
                  <a:lnTo>
                    <a:pt x="379990" y="2465502"/>
                  </a:lnTo>
                  <a:lnTo>
                    <a:pt x="380326" y="2466405"/>
                  </a:lnTo>
                  <a:lnTo>
                    <a:pt x="380663" y="2467223"/>
                  </a:lnTo>
                  <a:lnTo>
                    <a:pt x="380999" y="2467936"/>
                  </a:lnTo>
                  <a:lnTo>
                    <a:pt x="381336" y="2468511"/>
                  </a:lnTo>
                  <a:lnTo>
                    <a:pt x="381672" y="2468954"/>
                  </a:lnTo>
                  <a:lnTo>
                    <a:pt x="382009" y="2469250"/>
                  </a:lnTo>
                  <a:lnTo>
                    <a:pt x="382345" y="2469492"/>
                  </a:lnTo>
                  <a:lnTo>
                    <a:pt x="382682" y="2469588"/>
                  </a:lnTo>
                  <a:lnTo>
                    <a:pt x="383018" y="2469367"/>
                  </a:lnTo>
                  <a:lnTo>
                    <a:pt x="383355" y="2468956"/>
                  </a:lnTo>
                  <a:lnTo>
                    <a:pt x="383691" y="2468401"/>
                  </a:lnTo>
                  <a:lnTo>
                    <a:pt x="384028" y="2467954"/>
                  </a:lnTo>
                  <a:lnTo>
                    <a:pt x="384364" y="2468037"/>
                  </a:lnTo>
                  <a:lnTo>
                    <a:pt x="384700" y="2468069"/>
                  </a:lnTo>
                  <a:lnTo>
                    <a:pt x="385037" y="2467939"/>
                  </a:lnTo>
                  <a:lnTo>
                    <a:pt x="385373" y="2467982"/>
                  </a:lnTo>
                  <a:lnTo>
                    <a:pt x="385710" y="2467987"/>
                  </a:lnTo>
                  <a:lnTo>
                    <a:pt x="386046" y="2467685"/>
                  </a:lnTo>
                  <a:lnTo>
                    <a:pt x="386383" y="2467323"/>
                  </a:lnTo>
                  <a:lnTo>
                    <a:pt x="386719" y="2467017"/>
                  </a:lnTo>
                  <a:lnTo>
                    <a:pt x="387056" y="2466666"/>
                  </a:lnTo>
                  <a:lnTo>
                    <a:pt x="387392" y="2466340"/>
                  </a:lnTo>
                  <a:lnTo>
                    <a:pt x="387729" y="2465958"/>
                  </a:lnTo>
                  <a:lnTo>
                    <a:pt x="388065" y="2465791"/>
                  </a:lnTo>
                  <a:lnTo>
                    <a:pt x="388402" y="2465782"/>
                  </a:lnTo>
                  <a:lnTo>
                    <a:pt x="388738" y="2465782"/>
                  </a:lnTo>
                  <a:lnTo>
                    <a:pt x="389074" y="2465871"/>
                  </a:lnTo>
                  <a:lnTo>
                    <a:pt x="389411" y="2466010"/>
                  </a:lnTo>
                  <a:lnTo>
                    <a:pt x="389747" y="2465981"/>
                  </a:lnTo>
                  <a:lnTo>
                    <a:pt x="390084" y="2465994"/>
                  </a:lnTo>
                  <a:lnTo>
                    <a:pt x="390420" y="2465922"/>
                  </a:lnTo>
                  <a:lnTo>
                    <a:pt x="390757" y="2465895"/>
                  </a:lnTo>
                  <a:lnTo>
                    <a:pt x="391093" y="2466074"/>
                  </a:lnTo>
                  <a:lnTo>
                    <a:pt x="391430" y="2466336"/>
                  </a:lnTo>
                  <a:lnTo>
                    <a:pt x="391766" y="2466546"/>
                  </a:lnTo>
                  <a:lnTo>
                    <a:pt x="392103" y="2466777"/>
                  </a:lnTo>
                  <a:lnTo>
                    <a:pt x="392439" y="2466920"/>
                  </a:lnTo>
                  <a:lnTo>
                    <a:pt x="392775" y="2466628"/>
                  </a:lnTo>
                  <a:lnTo>
                    <a:pt x="393112" y="2466225"/>
                  </a:lnTo>
                  <a:lnTo>
                    <a:pt x="393448" y="2465717"/>
                  </a:lnTo>
                  <a:lnTo>
                    <a:pt x="393785" y="2465142"/>
                  </a:lnTo>
                  <a:lnTo>
                    <a:pt x="394121" y="2464620"/>
                  </a:lnTo>
                  <a:lnTo>
                    <a:pt x="394458" y="2464100"/>
                  </a:lnTo>
                  <a:lnTo>
                    <a:pt x="394794" y="2463692"/>
                  </a:lnTo>
                  <a:lnTo>
                    <a:pt x="395131" y="2463240"/>
                  </a:lnTo>
                  <a:lnTo>
                    <a:pt x="395467" y="2462505"/>
                  </a:lnTo>
                  <a:lnTo>
                    <a:pt x="395804" y="2461706"/>
                  </a:lnTo>
                  <a:lnTo>
                    <a:pt x="396140" y="2460990"/>
                  </a:lnTo>
                  <a:lnTo>
                    <a:pt x="396477" y="2460138"/>
                  </a:lnTo>
                  <a:lnTo>
                    <a:pt x="396813" y="2459284"/>
                  </a:lnTo>
                  <a:lnTo>
                    <a:pt x="397149" y="2458214"/>
                  </a:lnTo>
                  <a:lnTo>
                    <a:pt x="397486" y="2457232"/>
                  </a:lnTo>
                  <a:lnTo>
                    <a:pt x="397822" y="2456554"/>
                  </a:lnTo>
                  <a:lnTo>
                    <a:pt x="398159" y="2455988"/>
                  </a:lnTo>
                  <a:lnTo>
                    <a:pt x="398495" y="2455441"/>
                  </a:lnTo>
                  <a:lnTo>
                    <a:pt x="398832" y="2454951"/>
                  </a:lnTo>
                  <a:lnTo>
                    <a:pt x="399168" y="2454461"/>
                  </a:lnTo>
                  <a:lnTo>
                    <a:pt x="399505" y="2453880"/>
                  </a:lnTo>
                  <a:lnTo>
                    <a:pt x="399841" y="2453279"/>
                  </a:lnTo>
                  <a:lnTo>
                    <a:pt x="400178" y="2452777"/>
                  </a:lnTo>
                  <a:lnTo>
                    <a:pt x="400514" y="2452432"/>
                  </a:lnTo>
                  <a:lnTo>
                    <a:pt x="400851" y="2452155"/>
                  </a:lnTo>
                  <a:lnTo>
                    <a:pt x="401187" y="2451907"/>
                  </a:lnTo>
                  <a:lnTo>
                    <a:pt x="401523" y="2451649"/>
                  </a:lnTo>
                  <a:lnTo>
                    <a:pt x="401860" y="2451465"/>
                  </a:lnTo>
                  <a:lnTo>
                    <a:pt x="402196" y="2451324"/>
                  </a:lnTo>
                  <a:lnTo>
                    <a:pt x="402533" y="2451201"/>
                  </a:lnTo>
                  <a:lnTo>
                    <a:pt x="402869" y="2451151"/>
                  </a:lnTo>
                  <a:lnTo>
                    <a:pt x="403206" y="2451217"/>
                  </a:lnTo>
                  <a:lnTo>
                    <a:pt x="403542" y="2451380"/>
                  </a:lnTo>
                  <a:lnTo>
                    <a:pt x="403879" y="2451494"/>
                  </a:lnTo>
                  <a:lnTo>
                    <a:pt x="404215" y="2451559"/>
                  </a:lnTo>
                  <a:lnTo>
                    <a:pt x="404552" y="2451692"/>
                  </a:lnTo>
                  <a:lnTo>
                    <a:pt x="404888" y="2451801"/>
                  </a:lnTo>
                  <a:lnTo>
                    <a:pt x="405225" y="2451932"/>
                  </a:lnTo>
                  <a:lnTo>
                    <a:pt x="405561" y="2452062"/>
                  </a:lnTo>
                  <a:lnTo>
                    <a:pt x="405897" y="2452301"/>
                  </a:lnTo>
                  <a:lnTo>
                    <a:pt x="406234" y="2452539"/>
                  </a:lnTo>
                  <a:lnTo>
                    <a:pt x="406570" y="2452782"/>
                  </a:lnTo>
                  <a:lnTo>
                    <a:pt x="406907" y="2453022"/>
                  </a:lnTo>
                  <a:lnTo>
                    <a:pt x="407243" y="2453365"/>
                  </a:lnTo>
                  <a:lnTo>
                    <a:pt x="407580" y="2453810"/>
                  </a:lnTo>
                  <a:lnTo>
                    <a:pt x="407916" y="2454224"/>
                  </a:lnTo>
                  <a:lnTo>
                    <a:pt x="408253" y="2454569"/>
                  </a:lnTo>
                  <a:lnTo>
                    <a:pt x="408589" y="2454915"/>
                  </a:lnTo>
                  <a:lnTo>
                    <a:pt x="408926" y="2455329"/>
                  </a:lnTo>
                  <a:lnTo>
                    <a:pt x="409262" y="2455877"/>
                  </a:lnTo>
                  <a:lnTo>
                    <a:pt x="409599" y="2456440"/>
                  </a:lnTo>
                  <a:lnTo>
                    <a:pt x="409935" y="2457008"/>
                  </a:lnTo>
                  <a:lnTo>
                    <a:pt x="410271" y="2457641"/>
                  </a:lnTo>
                  <a:lnTo>
                    <a:pt x="410608" y="2458209"/>
                  </a:lnTo>
                  <a:lnTo>
                    <a:pt x="410944" y="2458668"/>
                  </a:lnTo>
                  <a:lnTo>
                    <a:pt x="411281" y="2459127"/>
                  </a:lnTo>
                  <a:lnTo>
                    <a:pt x="411617" y="2459548"/>
                  </a:lnTo>
                  <a:lnTo>
                    <a:pt x="411954" y="2459897"/>
                  </a:lnTo>
                  <a:lnTo>
                    <a:pt x="412290" y="2460247"/>
                  </a:lnTo>
                  <a:lnTo>
                    <a:pt x="412627" y="2460360"/>
                  </a:lnTo>
                  <a:lnTo>
                    <a:pt x="412963" y="2460340"/>
                  </a:lnTo>
                  <a:lnTo>
                    <a:pt x="413300" y="2460274"/>
                  </a:lnTo>
                  <a:lnTo>
                    <a:pt x="413636" y="2460137"/>
                  </a:lnTo>
                  <a:lnTo>
                    <a:pt x="413973" y="2459836"/>
                  </a:lnTo>
                  <a:lnTo>
                    <a:pt x="414309" y="2459496"/>
                  </a:lnTo>
                  <a:lnTo>
                    <a:pt x="414645" y="2459260"/>
                  </a:lnTo>
                  <a:lnTo>
                    <a:pt x="414982" y="2458921"/>
                  </a:lnTo>
                  <a:lnTo>
                    <a:pt x="415318" y="2458618"/>
                  </a:lnTo>
                  <a:lnTo>
                    <a:pt x="415655" y="2458315"/>
                  </a:lnTo>
                  <a:lnTo>
                    <a:pt x="415991" y="2458117"/>
                  </a:lnTo>
                  <a:lnTo>
                    <a:pt x="416328" y="2457744"/>
                  </a:lnTo>
                  <a:lnTo>
                    <a:pt x="416664" y="2457424"/>
                  </a:lnTo>
                  <a:lnTo>
                    <a:pt x="417001" y="2457166"/>
                  </a:lnTo>
                  <a:lnTo>
                    <a:pt x="417337" y="2456793"/>
                  </a:lnTo>
                  <a:lnTo>
                    <a:pt x="417674" y="2456558"/>
                  </a:lnTo>
                  <a:lnTo>
                    <a:pt x="418010" y="2456270"/>
                  </a:lnTo>
                  <a:lnTo>
                    <a:pt x="418347" y="2455897"/>
                  </a:lnTo>
                  <a:lnTo>
                    <a:pt x="418683" y="2455777"/>
                  </a:lnTo>
                  <a:lnTo>
                    <a:pt x="419019" y="2455646"/>
                  </a:lnTo>
                  <a:lnTo>
                    <a:pt x="419356" y="2455497"/>
                  </a:lnTo>
                  <a:lnTo>
                    <a:pt x="419692" y="2455328"/>
                  </a:lnTo>
                  <a:lnTo>
                    <a:pt x="420029" y="2455098"/>
                  </a:lnTo>
                  <a:lnTo>
                    <a:pt x="420365" y="2454791"/>
                  </a:lnTo>
                  <a:lnTo>
                    <a:pt x="420702" y="2454607"/>
                  </a:lnTo>
                  <a:lnTo>
                    <a:pt x="421038" y="2454422"/>
                  </a:lnTo>
                  <a:lnTo>
                    <a:pt x="421375" y="2454238"/>
                  </a:lnTo>
                  <a:lnTo>
                    <a:pt x="421711" y="2454145"/>
                  </a:lnTo>
                  <a:lnTo>
                    <a:pt x="422048" y="2454145"/>
                  </a:lnTo>
                  <a:lnTo>
                    <a:pt x="422384" y="2454285"/>
                  </a:lnTo>
                  <a:lnTo>
                    <a:pt x="422721" y="2454533"/>
                  </a:lnTo>
                  <a:lnTo>
                    <a:pt x="423057" y="2454837"/>
                  </a:lnTo>
                  <a:lnTo>
                    <a:pt x="423393" y="2454987"/>
                  </a:lnTo>
                  <a:lnTo>
                    <a:pt x="423730" y="2455075"/>
                  </a:lnTo>
                  <a:lnTo>
                    <a:pt x="424066" y="2455146"/>
                  </a:lnTo>
                  <a:lnTo>
                    <a:pt x="424403" y="2455273"/>
                  </a:lnTo>
                  <a:lnTo>
                    <a:pt x="424739" y="2455274"/>
                  </a:lnTo>
                  <a:lnTo>
                    <a:pt x="425076" y="2455275"/>
                  </a:lnTo>
                  <a:lnTo>
                    <a:pt x="425412" y="2455258"/>
                  </a:lnTo>
                  <a:lnTo>
                    <a:pt x="425749" y="2455336"/>
                  </a:lnTo>
                  <a:lnTo>
                    <a:pt x="426085" y="2455571"/>
                  </a:lnTo>
                  <a:lnTo>
                    <a:pt x="426422" y="2455878"/>
                  </a:lnTo>
                  <a:lnTo>
                    <a:pt x="426758" y="2456237"/>
                  </a:lnTo>
                  <a:lnTo>
                    <a:pt x="427094" y="2456536"/>
                  </a:lnTo>
                  <a:lnTo>
                    <a:pt x="427431" y="2456929"/>
                  </a:lnTo>
                  <a:lnTo>
                    <a:pt x="427767" y="2457209"/>
                  </a:lnTo>
                  <a:lnTo>
                    <a:pt x="428104" y="2457568"/>
                  </a:lnTo>
                  <a:lnTo>
                    <a:pt x="428440" y="2458071"/>
                  </a:lnTo>
                  <a:lnTo>
                    <a:pt x="428777" y="2458489"/>
                  </a:lnTo>
                  <a:lnTo>
                    <a:pt x="429113" y="2459144"/>
                  </a:lnTo>
                  <a:lnTo>
                    <a:pt x="429450" y="2460000"/>
                  </a:lnTo>
                  <a:lnTo>
                    <a:pt x="429786" y="2460928"/>
                  </a:lnTo>
                  <a:lnTo>
                    <a:pt x="430123" y="2462098"/>
                  </a:lnTo>
                  <a:lnTo>
                    <a:pt x="430459" y="2463268"/>
                  </a:lnTo>
                  <a:lnTo>
                    <a:pt x="430796" y="2464332"/>
                  </a:lnTo>
                  <a:lnTo>
                    <a:pt x="431132" y="2465254"/>
                  </a:lnTo>
                  <a:lnTo>
                    <a:pt x="431468" y="2466037"/>
                  </a:lnTo>
                  <a:lnTo>
                    <a:pt x="431805" y="2466724"/>
                  </a:lnTo>
                  <a:lnTo>
                    <a:pt x="432141" y="2467420"/>
                  </a:lnTo>
                  <a:lnTo>
                    <a:pt x="432478" y="2468057"/>
                  </a:lnTo>
                  <a:lnTo>
                    <a:pt x="432814" y="2468939"/>
                  </a:lnTo>
                  <a:lnTo>
                    <a:pt x="433151" y="2470023"/>
                  </a:lnTo>
                  <a:lnTo>
                    <a:pt x="433487" y="2471106"/>
                  </a:lnTo>
                  <a:lnTo>
                    <a:pt x="433824" y="2472235"/>
                  </a:lnTo>
                  <a:lnTo>
                    <a:pt x="434160" y="2473354"/>
                  </a:lnTo>
                  <a:lnTo>
                    <a:pt x="434497" y="2474465"/>
                  </a:lnTo>
                  <a:lnTo>
                    <a:pt x="434833" y="2475576"/>
                  </a:lnTo>
                  <a:lnTo>
                    <a:pt x="435170" y="2476500"/>
                  </a:lnTo>
                  <a:lnTo>
                    <a:pt x="435506" y="2477385"/>
                  </a:lnTo>
                  <a:lnTo>
                    <a:pt x="435842" y="2478236"/>
                  </a:lnTo>
                  <a:lnTo>
                    <a:pt x="436179" y="2479155"/>
                  </a:lnTo>
                  <a:lnTo>
                    <a:pt x="436515" y="2479836"/>
                  </a:lnTo>
                  <a:lnTo>
                    <a:pt x="436852" y="2480448"/>
                  </a:lnTo>
                  <a:lnTo>
                    <a:pt x="437188" y="2481060"/>
                  </a:lnTo>
                  <a:lnTo>
                    <a:pt x="437525" y="2481634"/>
                  </a:lnTo>
                  <a:lnTo>
                    <a:pt x="437861" y="2481933"/>
                  </a:lnTo>
                  <a:lnTo>
                    <a:pt x="438198" y="2482002"/>
                  </a:lnTo>
                  <a:lnTo>
                    <a:pt x="438534" y="2482048"/>
                  </a:lnTo>
                  <a:lnTo>
                    <a:pt x="438871" y="2482002"/>
                  </a:lnTo>
                  <a:lnTo>
                    <a:pt x="439207" y="2481833"/>
                  </a:lnTo>
                  <a:lnTo>
                    <a:pt x="439544" y="2481680"/>
                  </a:lnTo>
                  <a:lnTo>
                    <a:pt x="439880" y="2481527"/>
                  </a:lnTo>
                  <a:lnTo>
                    <a:pt x="440216" y="2481589"/>
                  </a:lnTo>
                  <a:lnTo>
                    <a:pt x="440553" y="2481680"/>
                  </a:lnTo>
                  <a:lnTo>
                    <a:pt x="440889" y="2481803"/>
                  </a:lnTo>
                  <a:lnTo>
                    <a:pt x="441226" y="2481650"/>
                  </a:lnTo>
                  <a:lnTo>
                    <a:pt x="441562" y="2481734"/>
                  </a:lnTo>
                  <a:lnTo>
                    <a:pt x="441899" y="2481887"/>
                  </a:lnTo>
                  <a:lnTo>
                    <a:pt x="442235" y="2482040"/>
                  </a:lnTo>
                  <a:lnTo>
                    <a:pt x="442572" y="2482193"/>
                  </a:lnTo>
                  <a:lnTo>
                    <a:pt x="442908" y="2482346"/>
                  </a:lnTo>
                  <a:lnTo>
                    <a:pt x="443245" y="2482407"/>
                  </a:lnTo>
                  <a:lnTo>
                    <a:pt x="443581" y="2482285"/>
                  </a:lnTo>
                  <a:lnTo>
                    <a:pt x="443918" y="2482132"/>
                  </a:lnTo>
                  <a:lnTo>
                    <a:pt x="444254" y="2481979"/>
                  </a:lnTo>
                  <a:lnTo>
                    <a:pt x="444590" y="2481788"/>
                  </a:lnTo>
                  <a:lnTo>
                    <a:pt x="444927" y="2481481"/>
                  </a:lnTo>
                  <a:lnTo>
                    <a:pt x="445263" y="2481175"/>
                  </a:lnTo>
                  <a:lnTo>
                    <a:pt x="445600" y="2480869"/>
                  </a:lnTo>
                  <a:lnTo>
                    <a:pt x="445936" y="2480563"/>
                  </a:lnTo>
                  <a:lnTo>
                    <a:pt x="446273" y="2480257"/>
                  </a:lnTo>
                  <a:lnTo>
                    <a:pt x="446609" y="2479951"/>
                  </a:lnTo>
                  <a:lnTo>
                    <a:pt x="446946" y="2479629"/>
                  </a:lnTo>
                  <a:lnTo>
                    <a:pt x="447282" y="2479170"/>
                  </a:lnTo>
                  <a:lnTo>
                    <a:pt x="447619" y="2478711"/>
                  </a:lnTo>
                  <a:lnTo>
                    <a:pt x="447955" y="2478045"/>
                  </a:lnTo>
                  <a:lnTo>
                    <a:pt x="448292" y="2477372"/>
                  </a:lnTo>
                  <a:lnTo>
                    <a:pt x="448628" y="2476759"/>
                  </a:lnTo>
                  <a:lnTo>
                    <a:pt x="448964" y="2476147"/>
                  </a:lnTo>
                  <a:lnTo>
                    <a:pt x="449301" y="2475466"/>
                  </a:lnTo>
                  <a:lnTo>
                    <a:pt x="449637" y="2474739"/>
                  </a:lnTo>
                  <a:lnTo>
                    <a:pt x="449974" y="2474172"/>
                  </a:lnTo>
                  <a:lnTo>
                    <a:pt x="450310" y="2473790"/>
                  </a:lnTo>
                  <a:lnTo>
                    <a:pt x="450647" y="2473399"/>
                  </a:lnTo>
                  <a:lnTo>
                    <a:pt x="450983" y="2473093"/>
                  </a:lnTo>
                  <a:lnTo>
                    <a:pt x="451320" y="2472841"/>
                  </a:lnTo>
                  <a:lnTo>
                    <a:pt x="451656" y="2472688"/>
                  </a:lnTo>
                  <a:lnTo>
                    <a:pt x="451993" y="2472550"/>
                  </a:lnTo>
                  <a:lnTo>
                    <a:pt x="452329" y="2472550"/>
                  </a:lnTo>
                  <a:lnTo>
                    <a:pt x="452666" y="2472550"/>
                  </a:lnTo>
                  <a:lnTo>
                    <a:pt x="453002" y="2472756"/>
                  </a:lnTo>
                  <a:lnTo>
                    <a:pt x="453338" y="2473063"/>
                  </a:lnTo>
                  <a:lnTo>
                    <a:pt x="453675" y="2473369"/>
                  </a:lnTo>
                  <a:lnTo>
                    <a:pt x="454011" y="2473675"/>
                  </a:lnTo>
                  <a:lnTo>
                    <a:pt x="454348" y="2474050"/>
                  </a:lnTo>
                  <a:lnTo>
                    <a:pt x="454684" y="2474509"/>
                  </a:lnTo>
                  <a:lnTo>
                    <a:pt x="455021" y="2474846"/>
                  </a:lnTo>
                  <a:lnTo>
                    <a:pt x="455357" y="2474922"/>
                  </a:lnTo>
                  <a:lnTo>
                    <a:pt x="455694" y="2475007"/>
                  </a:lnTo>
                  <a:lnTo>
                    <a:pt x="456030" y="2474961"/>
                  </a:lnTo>
                  <a:lnTo>
                    <a:pt x="456367" y="2474716"/>
                  </a:lnTo>
                  <a:lnTo>
                    <a:pt x="456703" y="2474294"/>
                  </a:lnTo>
                  <a:lnTo>
                    <a:pt x="457040" y="2474022"/>
                  </a:lnTo>
                  <a:lnTo>
                    <a:pt x="457376" y="2473554"/>
                  </a:lnTo>
                  <a:lnTo>
                    <a:pt x="457712" y="2472964"/>
                  </a:lnTo>
                  <a:lnTo>
                    <a:pt x="458049" y="2472241"/>
                  </a:lnTo>
                  <a:lnTo>
                    <a:pt x="458385" y="2471251"/>
                  </a:lnTo>
                  <a:lnTo>
                    <a:pt x="458722" y="2470066"/>
                  </a:lnTo>
                  <a:lnTo>
                    <a:pt x="459058" y="2468784"/>
                  </a:lnTo>
                  <a:lnTo>
                    <a:pt x="459395" y="2467455"/>
                  </a:lnTo>
                  <a:lnTo>
                    <a:pt x="459731" y="2466213"/>
                  </a:lnTo>
                  <a:lnTo>
                    <a:pt x="460068" y="2465278"/>
                  </a:lnTo>
                  <a:lnTo>
                    <a:pt x="460404" y="2464451"/>
                  </a:lnTo>
                  <a:lnTo>
                    <a:pt x="460741" y="2463642"/>
                  </a:lnTo>
                  <a:lnTo>
                    <a:pt x="461077" y="2462842"/>
                  </a:lnTo>
                  <a:lnTo>
                    <a:pt x="461413" y="2462102"/>
                  </a:lnTo>
                  <a:lnTo>
                    <a:pt x="461750" y="2461540"/>
                  </a:lnTo>
                  <a:lnTo>
                    <a:pt x="462086" y="2460713"/>
                  </a:lnTo>
                  <a:lnTo>
                    <a:pt x="462423" y="2459952"/>
                  </a:lnTo>
                  <a:lnTo>
                    <a:pt x="462759" y="2459531"/>
                  </a:lnTo>
                  <a:lnTo>
                    <a:pt x="463096" y="2459099"/>
                  </a:lnTo>
                  <a:lnTo>
                    <a:pt x="463432" y="2458775"/>
                  </a:lnTo>
                  <a:lnTo>
                    <a:pt x="463769" y="2458570"/>
                  </a:lnTo>
                  <a:lnTo>
                    <a:pt x="464105" y="2458458"/>
                  </a:lnTo>
                  <a:lnTo>
                    <a:pt x="464442" y="2458468"/>
                  </a:lnTo>
                  <a:lnTo>
                    <a:pt x="464778" y="2458267"/>
                  </a:lnTo>
                  <a:lnTo>
                    <a:pt x="465115" y="2457723"/>
                  </a:lnTo>
                  <a:lnTo>
                    <a:pt x="465451" y="2457029"/>
                  </a:lnTo>
                  <a:lnTo>
                    <a:pt x="465787" y="2456355"/>
                  </a:lnTo>
                  <a:lnTo>
                    <a:pt x="466124" y="2455707"/>
                  </a:lnTo>
                  <a:lnTo>
                    <a:pt x="466460" y="2455215"/>
                  </a:lnTo>
                  <a:lnTo>
                    <a:pt x="466797" y="2454809"/>
                  </a:lnTo>
                  <a:lnTo>
                    <a:pt x="467133" y="2454787"/>
                  </a:lnTo>
                  <a:lnTo>
                    <a:pt x="467470" y="2454795"/>
                  </a:lnTo>
                  <a:lnTo>
                    <a:pt x="467806" y="2454531"/>
                  </a:lnTo>
                  <a:lnTo>
                    <a:pt x="468143" y="2454309"/>
                  </a:lnTo>
                  <a:lnTo>
                    <a:pt x="468479" y="2454134"/>
                  </a:lnTo>
                  <a:lnTo>
                    <a:pt x="468816" y="2453931"/>
                  </a:lnTo>
                  <a:lnTo>
                    <a:pt x="469152" y="2453598"/>
                  </a:lnTo>
                  <a:lnTo>
                    <a:pt x="469489" y="2453236"/>
                  </a:lnTo>
                  <a:lnTo>
                    <a:pt x="469825" y="2452959"/>
                  </a:lnTo>
                  <a:lnTo>
                    <a:pt x="470161" y="2452624"/>
                  </a:lnTo>
                  <a:lnTo>
                    <a:pt x="470498" y="2452382"/>
                  </a:lnTo>
                  <a:lnTo>
                    <a:pt x="470834" y="2452120"/>
                  </a:lnTo>
                  <a:lnTo>
                    <a:pt x="471171" y="2451908"/>
                  </a:lnTo>
                  <a:lnTo>
                    <a:pt x="471507" y="2451741"/>
                  </a:lnTo>
                  <a:lnTo>
                    <a:pt x="471844" y="2451476"/>
                  </a:lnTo>
                  <a:lnTo>
                    <a:pt x="472180" y="2451112"/>
                  </a:lnTo>
                  <a:lnTo>
                    <a:pt x="472517" y="2450702"/>
                  </a:lnTo>
                  <a:lnTo>
                    <a:pt x="472853" y="2450363"/>
                  </a:lnTo>
                  <a:lnTo>
                    <a:pt x="473190" y="2449882"/>
                  </a:lnTo>
                  <a:lnTo>
                    <a:pt x="473526" y="2449280"/>
                  </a:lnTo>
                  <a:lnTo>
                    <a:pt x="473863" y="2448699"/>
                  </a:lnTo>
                  <a:lnTo>
                    <a:pt x="474199" y="2448264"/>
                  </a:lnTo>
                  <a:lnTo>
                    <a:pt x="474535" y="2447877"/>
                  </a:lnTo>
                  <a:lnTo>
                    <a:pt x="474872" y="2447548"/>
                  </a:lnTo>
                  <a:lnTo>
                    <a:pt x="475208" y="2447423"/>
                  </a:lnTo>
                  <a:lnTo>
                    <a:pt x="475545" y="2447297"/>
                  </a:lnTo>
                  <a:lnTo>
                    <a:pt x="475881" y="2447171"/>
                  </a:lnTo>
                  <a:lnTo>
                    <a:pt x="476218" y="2446971"/>
                  </a:lnTo>
                  <a:lnTo>
                    <a:pt x="476554" y="2446517"/>
                  </a:lnTo>
                  <a:lnTo>
                    <a:pt x="476891" y="2446090"/>
                  </a:lnTo>
                  <a:lnTo>
                    <a:pt x="477227" y="2445638"/>
                  </a:lnTo>
                  <a:lnTo>
                    <a:pt x="477564" y="2444924"/>
                  </a:lnTo>
                  <a:lnTo>
                    <a:pt x="477900" y="2444268"/>
                  </a:lnTo>
                  <a:lnTo>
                    <a:pt x="478237" y="2443711"/>
                  </a:lnTo>
                  <a:lnTo>
                    <a:pt x="478573" y="2443154"/>
                  </a:lnTo>
                  <a:lnTo>
                    <a:pt x="478909" y="2442569"/>
                  </a:lnTo>
                  <a:lnTo>
                    <a:pt x="479246" y="2442122"/>
                  </a:lnTo>
                  <a:lnTo>
                    <a:pt x="479582" y="2441643"/>
                  </a:lnTo>
                  <a:lnTo>
                    <a:pt x="479919" y="2441172"/>
                  </a:lnTo>
                  <a:lnTo>
                    <a:pt x="480255" y="2440775"/>
                  </a:lnTo>
                  <a:lnTo>
                    <a:pt x="480592" y="2440378"/>
                  </a:lnTo>
                  <a:lnTo>
                    <a:pt x="480928" y="2440052"/>
                  </a:lnTo>
                  <a:lnTo>
                    <a:pt x="481265" y="2439645"/>
                  </a:lnTo>
                  <a:lnTo>
                    <a:pt x="481601" y="2439366"/>
                  </a:lnTo>
                  <a:lnTo>
                    <a:pt x="481938" y="2439114"/>
                  </a:lnTo>
                  <a:lnTo>
                    <a:pt x="482274" y="2439069"/>
                  </a:lnTo>
                  <a:lnTo>
                    <a:pt x="482611" y="2439293"/>
                  </a:lnTo>
                  <a:lnTo>
                    <a:pt x="482947" y="2439376"/>
                  </a:lnTo>
                  <a:lnTo>
                    <a:pt x="483283" y="2439355"/>
                  </a:lnTo>
                  <a:lnTo>
                    <a:pt x="483620" y="2439187"/>
                  </a:lnTo>
                  <a:lnTo>
                    <a:pt x="483956" y="2438927"/>
                  </a:lnTo>
                  <a:lnTo>
                    <a:pt x="484293" y="2438801"/>
                  </a:lnTo>
                  <a:lnTo>
                    <a:pt x="484629" y="2438662"/>
                  </a:lnTo>
                  <a:lnTo>
                    <a:pt x="484966" y="2438579"/>
                  </a:lnTo>
                  <a:lnTo>
                    <a:pt x="485302" y="2438571"/>
                  </a:lnTo>
                  <a:lnTo>
                    <a:pt x="485639" y="2438578"/>
                  </a:lnTo>
                  <a:lnTo>
                    <a:pt x="485975" y="2438162"/>
                  </a:lnTo>
                  <a:lnTo>
                    <a:pt x="486312" y="2437636"/>
                  </a:lnTo>
                  <a:lnTo>
                    <a:pt x="486648" y="2437054"/>
                  </a:lnTo>
                  <a:lnTo>
                    <a:pt x="486985" y="2436376"/>
                  </a:lnTo>
                  <a:lnTo>
                    <a:pt x="487321" y="2435540"/>
                  </a:lnTo>
                  <a:lnTo>
                    <a:pt x="487657" y="2434642"/>
                  </a:lnTo>
                  <a:lnTo>
                    <a:pt x="487994" y="2433556"/>
                  </a:lnTo>
                  <a:lnTo>
                    <a:pt x="488330" y="2432365"/>
                  </a:lnTo>
                  <a:lnTo>
                    <a:pt x="488667" y="2431242"/>
                  </a:lnTo>
                  <a:lnTo>
                    <a:pt x="489003" y="2430285"/>
                  </a:lnTo>
                  <a:lnTo>
                    <a:pt x="489340" y="2429156"/>
                  </a:lnTo>
                  <a:lnTo>
                    <a:pt x="489676" y="2427888"/>
                  </a:lnTo>
                  <a:lnTo>
                    <a:pt x="490013" y="2426285"/>
                  </a:lnTo>
                  <a:lnTo>
                    <a:pt x="490349" y="2424295"/>
                  </a:lnTo>
                  <a:lnTo>
                    <a:pt x="490686" y="2421965"/>
                  </a:lnTo>
                  <a:lnTo>
                    <a:pt x="491022" y="2419309"/>
                  </a:lnTo>
                  <a:lnTo>
                    <a:pt x="491359" y="2416699"/>
                  </a:lnTo>
                  <a:lnTo>
                    <a:pt x="491695" y="2413892"/>
                  </a:lnTo>
                  <a:lnTo>
                    <a:pt x="492031" y="2410621"/>
                  </a:lnTo>
                  <a:lnTo>
                    <a:pt x="492368" y="2407605"/>
                  </a:lnTo>
                  <a:lnTo>
                    <a:pt x="492704" y="2404490"/>
                  </a:lnTo>
                  <a:lnTo>
                    <a:pt x="493041" y="2400686"/>
                  </a:lnTo>
                  <a:lnTo>
                    <a:pt x="493377" y="2396816"/>
                  </a:lnTo>
                  <a:lnTo>
                    <a:pt x="493714" y="2393065"/>
                  </a:lnTo>
                  <a:lnTo>
                    <a:pt x="494050" y="2389152"/>
                  </a:lnTo>
                  <a:lnTo>
                    <a:pt x="494387" y="2385150"/>
                  </a:lnTo>
                  <a:lnTo>
                    <a:pt x="494723" y="2381161"/>
                  </a:lnTo>
                  <a:lnTo>
                    <a:pt x="495060" y="2377071"/>
                  </a:lnTo>
                  <a:lnTo>
                    <a:pt x="495396" y="2373847"/>
                  </a:lnTo>
                  <a:lnTo>
                    <a:pt x="495732" y="2370859"/>
                  </a:lnTo>
                  <a:lnTo>
                    <a:pt x="496069" y="2368267"/>
                  </a:lnTo>
                  <a:lnTo>
                    <a:pt x="496405" y="2365971"/>
                  </a:lnTo>
                  <a:lnTo>
                    <a:pt x="496742" y="2363981"/>
                  </a:lnTo>
                  <a:lnTo>
                    <a:pt x="497078" y="2362338"/>
                  </a:lnTo>
                  <a:lnTo>
                    <a:pt x="497415" y="2360788"/>
                  </a:lnTo>
                  <a:lnTo>
                    <a:pt x="497751" y="2359446"/>
                  </a:lnTo>
                  <a:lnTo>
                    <a:pt x="498088" y="2358376"/>
                  </a:lnTo>
                  <a:lnTo>
                    <a:pt x="498424" y="2357352"/>
                  </a:lnTo>
                  <a:lnTo>
                    <a:pt x="498761" y="2356329"/>
                  </a:lnTo>
                  <a:lnTo>
                    <a:pt x="499097" y="2355412"/>
                  </a:lnTo>
                  <a:lnTo>
                    <a:pt x="499434" y="2354615"/>
                  </a:lnTo>
                  <a:lnTo>
                    <a:pt x="499770" y="2353922"/>
                  </a:lnTo>
                  <a:lnTo>
                    <a:pt x="500106" y="2353322"/>
                  </a:lnTo>
                  <a:lnTo>
                    <a:pt x="500443" y="2352796"/>
                  </a:lnTo>
                  <a:lnTo>
                    <a:pt x="500779" y="2352441"/>
                  </a:lnTo>
                  <a:lnTo>
                    <a:pt x="501116" y="2352123"/>
                  </a:lnTo>
                  <a:lnTo>
                    <a:pt x="501452" y="2351815"/>
                  </a:lnTo>
                  <a:lnTo>
                    <a:pt x="501789" y="2351469"/>
                  </a:lnTo>
                  <a:lnTo>
                    <a:pt x="502125" y="2351124"/>
                  </a:lnTo>
                  <a:lnTo>
                    <a:pt x="502462" y="2350965"/>
                  </a:lnTo>
                  <a:lnTo>
                    <a:pt x="502798" y="2350983"/>
                  </a:lnTo>
                  <a:lnTo>
                    <a:pt x="503135" y="2351119"/>
                  </a:lnTo>
                  <a:lnTo>
                    <a:pt x="503471" y="2351578"/>
                  </a:lnTo>
                  <a:lnTo>
                    <a:pt x="503808" y="2352214"/>
                  </a:lnTo>
                  <a:lnTo>
                    <a:pt x="504144" y="2352826"/>
                  </a:lnTo>
                  <a:lnTo>
                    <a:pt x="504480" y="2353438"/>
                  </a:lnTo>
                  <a:lnTo>
                    <a:pt x="504817" y="2354118"/>
                  </a:lnTo>
                  <a:lnTo>
                    <a:pt x="505153" y="2354432"/>
                  </a:lnTo>
                  <a:lnTo>
                    <a:pt x="505490" y="2354657"/>
                  </a:lnTo>
                  <a:lnTo>
                    <a:pt x="505826" y="2354861"/>
                  </a:lnTo>
                  <a:lnTo>
                    <a:pt x="506163" y="2354964"/>
                  </a:lnTo>
                  <a:lnTo>
                    <a:pt x="506499" y="2354997"/>
                  </a:lnTo>
                  <a:lnTo>
                    <a:pt x="506836" y="2355048"/>
                  </a:lnTo>
                  <a:lnTo>
                    <a:pt x="507172" y="2355099"/>
                  </a:lnTo>
                  <a:lnTo>
                    <a:pt x="507509" y="2354917"/>
                  </a:lnTo>
                  <a:lnTo>
                    <a:pt x="507845" y="2354397"/>
                  </a:lnTo>
                  <a:lnTo>
                    <a:pt x="508182" y="2353738"/>
                  </a:lnTo>
                  <a:lnTo>
                    <a:pt x="508518" y="2353079"/>
                  </a:lnTo>
                  <a:lnTo>
                    <a:pt x="508854" y="2352232"/>
                  </a:lnTo>
                  <a:lnTo>
                    <a:pt x="509191" y="2351393"/>
                  </a:lnTo>
                  <a:lnTo>
                    <a:pt x="509527" y="2350553"/>
                  </a:lnTo>
                  <a:lnTo>
                    <a:pt x="509864" y="2349580"/>
                  </a:lnTo>
                  <a:lnTo>
                    <a:pt x="510200" y="2348563"/>
                  </a:lnTo>
                  <a:lnTo>
                    <a:pt x="510537" y="2347530"/>
                  </a:lnTo>
                  <a:lnTo>
                    <a:pt x="510873" y="2346367"/>
                  </a:lnTo>
                  <a:lnTo>
                    <a:pt x="511210" y="2345153"/>
                  </a:lnTo>
                  <a:lnTo>
                    <a:pt x="511546" y="2343964"/>
                  </a:lnTo>
                  <a:lnTo>
                    <a:pt x="511883" y="2342813"/>
                  </a:lnTo>
                  <a:lnTo>
                    <a:pt x="512219" y="2341777"/>
                  </a:lnTo>
                  <a:lnTo>
                    <a:pt x="512556" y="2340666"/>
                  </a:lnTo>
                  <a:lnTo>
                    <a:pt x="512892" y="2339486"/>
                  </a:lnTo>
                  <a:lnTo>
                    <a:pt x="513228" y="2338078"/>
                  </a:lnTo>
                  <a:lnTo>
                    <a:pt x="513565" y="2336719"/>
                  </a:lnTo>
                  <a:lnTo>
                    <a:pt x="513901" y="2334931"/>
                  </a:lnTo>
                  <a:lnTo>
                    <a:pt x="514238" y="2332517"/>
                  </a:lnTo>
                  <a:lnTo>
                    <a:pt x="514574" y="2330207"/>
                  </a:lnTo>
                  <a:lnTo>
                    <a:pt x="514911" y="2327880"/>
                  </a:lnTo>
                  <a:lnTo>
                    <a:pt x="515247" y="2325626"/>
                  </a:lnTo>
                  <a:lnTo>
                    <a:pt x="515584" y="2323483"/>
                  </a:lnTo>
                  <a:lnTo>
                    <a:pt x="515920" y="2321397"/>
                  </a:lnTo>
                  <a:lnTo>
                    <a:pt x="516257" y="2319417"/>
                  </a:lnTo>
                  <a:lnTo>
                    <a:pt x="516593" y="2317506"/>
                  </a:lnTo>
                  <a:lnTo>
                    <a:pt x="516930" y="2315642"/>
                  </a:lnTo>
                  <a:lnTo>
                    <a:pt x="517266" y="2313662"/>
                  </a:lnTo>
                  <a:lnTo>
                    <a:pt x="517602" y="2311641"/>
                  </a:lnTo>
                  <a:lnTo>
                    <a:pt x="517939" y="2309952"/>
                  </a:lnTo>
                  <a:lnTo>
                    <a:pt x="518275" y="2308413"/>
                  </a:lnTo>
                  <a:lnTo>
                    <a:pt x="518612" y="2306676"/>
                  </a:lnTo>
                  <a:lnTo>
                    <a:pt x="518948" y="2305324"/>
                  </a:lnTo>
                  <a:lnTo>
                    <a:pt x="519285" y="2304701"/>
                  </a:lnTo>
                  <a:lnTo>
                    <a:pt x="519621" y="2304037"/>
                  </a:lnTo>
                  <a:lnTo>
                    <a:pt x="519958" y="2303654"/>
                  </a:lnTo>
                  <a:lnTo>
                    <a:pt x="520294" y="2303572"/>
                  </a:lnTo>
                  <a:lnTo>
                    <a:pt x="520631" y="2303490"/>
                  </a:lnTo>
                  <a:lnTo>
                    <a:pt x="520967" y="2303400"/>
                  </a:lnTo>
                  <a:lnTo>
                    <a:pt x="521304" y="2303145"/>
                  </a:lnTo>
                  <a:lnTo>
                    <a:pt x="521640" y="2302821"/>
                  </a:lnTo>
                  <a:lnTo>
                    <a:pt x="521976" y="2302413"/>
                  </a:lnTo>
                  <a:lnTo>
                    <a:pt x="522313" y="2302081"/>
                  </a:lnTo>
                  <a:lnTo>
                    <a:pt x="522649" y="2302009"/>
                  </a:lnTo>
                  <a:lnTo>
                    <a:pt x="522986" y="2301978"/>
                  </a:lnTo>
                  <a:lnTo>
                    <a:pt x="523322" y="2302098"/>
                  </a:lnTo>
                  <a:lnTo>
                    <a:pt x="523659" y="2302503"/>
                  </a:lnTo>
                  <a:lnTo>
                    <a:pt x="523995" y="2303204"/>
                  </a:lnTo>
                  <a:lnTo>
                    <a:pt x="524332" y="2303996"/>
                  </a:lnTo>
                  <a:lnTo>
                    <a:pt x="524668" y="2305088"/>
                  </a:lnTo>
                  <a:lnTo>
                    <a:pt x="525005" y="2306394"/>
                  </a:lnTo>
                  <a:lnTo>
                    <a:pt x="525341" y="2307833"/>
                  </a:lnTo>
                  <a:lnTo>
                    <a:pt x="525677" y="2309371"/>
                  </a:lnTo>
                  <a:lnTo>
                    <a:pt x="526014" y="2311076"/>
                  </a:lnTo>
                  <a:lnTo>
                    <a:pt x="526350" y="2312879"/>
                  </a:lnTo>
                  <a:lnTo>
                    <a:pt x="526687" y="2314682"/>
                  </a:lnTo>
                  <a:lnTo>
                    <a:pt x="527023" y="2316486"/>
                  </a:lnTo>
                  <a:lnTo>
                    <a:pt x="527360" y="2318284"/>
                  </a:lnTo>
                  <a:lnTo>
                    <a:pt x="527696" y="2320087"/>
                  </a:lnTo>
                  <a:lnTo>
                    <a:pt x="528033" y="2321930"/>
                  </a:lnTo>
                  <a:lnTo>
                    <a:pt x="528369" y="2323799"/>
                  </a:lnTo>
                  <a:lnTo>
                    <a:pt x="528706" y="2325488"/>
                  </a:lnTo>
                  <a:lnTo>
                    <a:pt x="529042" y="2326891"/>
                  </a:lnTo>
                  <a:lnTo>
                    <a:pt x="529379" y="2328236"/>
                  </a:lnTo>
                  <a:lnTo>
                    <a:pt x="529715" y="2329375"/>
                  </a:lnTo>
                  <a:lnTo>
                    <a:pt x="530051" y="2330287"/>
                  </a:lnTo>
                  <a:lnTo>
                    <a:pt x="530388" y="2331164"/>
                  </a:lnTo>
                  <a:lnTo>
                    <a:pt x="530724" y="2331843"/>
                  </a:lnTo>
                  <a:lnTo>
                    <a:pt x="531061" y="2332366"/>
                  </a:lnTo>
                  <a:lnTo>
                    <a:pt x="531397" y="2332797"/>
                  </a:lnTo>
                  <a:lnTo>
                    <a:pt x="531734" y="2333320"/>
                  </a:lnTo>
                  <a:lnTo>
                    <a:pt x="532070" y="2334122"/>
                  </a:lnTo>
                  <a:lnTo>
                    <a:pt x="532407" y="2334989"/>
                  </a:lnTo>
                  <a:lnTo>
                    <a:pt x="532743" y="2335923"/>
                  </a:lnTo>
                  <a:lnTo>
                    <a:pt x="533080" y="2336905"/>
                  </a:lnTo>
                  <a:lnTo>
                    <a:pt x="533416" y="2337842"/>
                  </a:lnTo>
                  <a:lnTo>
                    <a:pt x="533753" y="2338710"/>
                  </a:lnTo>
                  <a:lnTo>
                    <a:pt x="534089" y="2339607"/>
                  </a:lnTo>
                  <a:lnTo>
                    <a:pt x="534425" y="2340351"/>
                  </a:lnTo>
                  <a:lnTo>
                    <a:pt x="534762" y="2341096"/>
                  </a:lnTo>
                  <a:lnTo>
                    <a:pt x="535098" y="2341950"/>
                  </a:lnTo>
                  <a:lnTo>
                    <a:pt x="535435" y="2342474"/>
                  </a:lnTo>
                  <a:lnTo>
                    <a:pt x="535771" y="2342786"/>
                  </a:lnTo>
                  <a:lnTo>
                    <a:pt x="536108" y="2343169"/>
                  </a:lnTo>
                  <a:lnTo>
                    <a:pt x="536444" y="2343753"/>
                  </a:lnTo>
                  <a:lnTo>
                    <a:pt x="536781" y="2344247"/>
                  </a:lnTo>
                  <a:lnTo>
                    <a:pt x="537117" y="2344698"/>
                  </a:lnTo>
                  <a:lnTo>
                    <a:pt x="537454" y="2345078"/>
                  </a:lnTo>
                  <a:lnTo>
                    <a:pt x="537790" y="2345283"/>
                  </a:lnTo>
                  <a:lnTo>
                    <a:pt x="538127" y="2345075"/>
                  </a:lnTo>
                  <a:lnTo>
                    <a:pt x="538463" y="2344867"/>
                  </a:lnTo>
                  <a:lnTo>
                    <a:pt x="538799" y="2344663"/>
                  </a:lnTo>
                  <a:lnTo>
                    <a:pt x="539136" y="2344458"/>
                  </a:lnTo>
                  <a:lnTo>
                    <a:pt x="539472" y="2344254"/>
                  </a:lnTo>
                  <a:lnTo>
                    <a:pt x="539809" y="2344074"/>
                  </a:lnTo>
                  <a:lnTo>
                    <a:pt x="540145" y="2343831"/>
                  </a:lnTo>
                  <a:lnTo>
                    <a:pt x="540482" y="2343889"/>
                  </a:lnTo>
                  <a:lnTo>
                    <a:pt x="540818" y="2344100"/>
                  </a:lnTo>
                  <a:lnTo>
                    <a:pt x="541155" y="2344285"/>
                  </a:lnTo>
                  <a:lnTo>
                    <a:pt x="541491" y="2344327"/>
                  </a:lnTo>
                  <a:lnTo>
                    <a:pt x="541828" y="2344310"/>
                  </a:lnTo>
                  <a:lnTo>
                    <a:pt x="542164" y="2344210"/>
                  </a:lnTo>
                  <a:lnTo>
                    <a:pt x="542501" y="2344097"/>
                  </a:lnTo>
                  <a:lnTo>
                    <a:pt x="542837" y="2344053"/>
                  </a:lnTo>
                  <a:lnTo>
                    <a:pt x="543173" y="2344139"/>
                  </a:lnTo>
                  <a:lnTo>
                    <a:pt x="543510" y="2344232"/>
                  </a:lnTo>
                  <a:lnTo>
                    <a:pt x="543846" y="2344444"/>
                  </a:lnTo>
                  <a:lnTo>
                    <a:pt x="544183" y="2344515"/>
                  </a:lnTo>
                  <a:lnTo>
                    <a:pt x="544519" y="2344551"/>
                  </a:lnTo>
                  <a:lnTo>
                    <a:pt x="544856" y="2344786"/>
                  </a:lnTo>
                  <a:lnTo>
                    <a:pt x="545192" y="2345027"/>
                  </a:lnTo>
                  <a:lnTo>
                    <a:pt x="545529" y="2345278"/>
                  </a:lnTo>
                  <a:lnTo>
                    <a:pt x="545865" y="2345529"/>
                  </a:lnTo>
                  <a:lnTo>
                    <a:pt x="546202" y="2345808"/>
                  </a:lnTo>
                  <a:lnTo>
                    <a:pt x="546538" y="2345905"/>
                  </a:lnTo>
                  <a:lnTo>
                    <a:pt x="546875" y="2346035"/>
                  </a:lnTo>
                  <a:lnTo>
                    <a:pt x="547211" y="2346255"/>
                  </a:lnTo>
                  <a:lnTo>
                    <a:pt x="547547" y="2346412"/>
                  </a:lnTo>
                  <a:lnTo>
                    <a:pt x="547884" y="2346569"/>
                  </a:lnTo>
                  <a:lnTo>
                    <a:pt x="548220" y="2346726"/>
                  </a:lnTo>
                  <a:lnTo>
                    <a:pt x="548557" y="2347002"/>
                  </a:lnTo>
                  <a:lnTo>
                    <a:pt x="548893" y="2347159"/>
                  </a:lnTo>
                  <a:lnTo>
                    <a:pt x="549230" y="2347387"/>
                  </a:lnTo>
                  <a:lnTo>
                    <a:pt x="549566" y="2347617"/>
                  </a:lnTo>
                  <a:lnTo>
                    <a:pt x="549903" y="2347629"/>
                  </a:lnTo>
                  <a:lnTo>
                    <a:pt x="550239" y="2347783"/>
                  </a:lnTo>
                  <a:lnTo>
                    <a:pt x="550576" y="2347962"/>
                  </a:lnTo>
                  <a:lnTo>
                    <a:pt x="550912" y="2348493"/>
                  </a:lnTo>
                  <a:lnTo>
                    <a:pt x="551249" y="2349103"/>
                  </a:lnTo>
                  <a:lnTo>
                    <a:pt x="551585" y="2349720"/>
                  </a:lnTo>
                  <a:lnTo>
                    <a:pt x="551921" y="2350471"/>
                  </a:lnTo>
                  <a:lnTo>
                    <a:pt x="552258" y="2351028"/>
                  </a:lnTo>
                  <a:lnTo>
                    <a:pt x="552594" y="2351477"/>
                  </a:lnTo>
                  <a:lnTo>
                    <a:pt x="552931" y="2351972"/>
                  </a:lnTo>
                  <a:lnTo>
                    <a:pt x="553267" y="2352638"/>
                  </a:lnTo>
                  <a:lnTo>
                    <a:pt x="553604" y="2353466"/>
                  </a:lnTo>
                  <a:lnTo>
                    <a:pt x="553940" y="2354385"/>
                  </a:lnTo>
                  <a:lnTo>
                    <a:pt x="554277" y="2355443"/>
                  </a:lnTo>
                  <a:lnTo>
                    <a:pt x="554613" y="2356661"/>
                  </a:lnTo>
                  <a:lnTo>
                    <a:pt x="554950" y="2357907"/>
                  </a:lnTo>
                  <a:lnTo>
                    <a:pt x="555286" y="2359367"/>
                  </a:lnTo>
                  <a:lnTo>
                    <a:pt x="555623" y="2360933"/>
                  </a:lnTo>
                  <a:lnTo>
                    <a:pt x="555959" y="2362408"/>
                  </a:lnTo>
                  <a:lnTo>
                    <a:pt x="556295" y="2363645"/>
                  </a:lnTo>
                  <a:lnTo>
                    <a:pt x="556632" y="2364983"/>
                  </a:lnTo>
                  <a:lnTo>
                    <a:pt x="556968" y="2366252"/>
                  </a:lnTo>
                  <a:lnTo>
                    <a:pt x="557305" y="2367735"/>
                  </a:lnTo>
                  <a:lnTo>
                    <a:pt x="557641" y="2369606"/>
                  </a:lnTo>
                  <a:lnTo>
                    <a:pt x="557978" y="2371684"/>
                  </a:lnTo>
                  <a:lnTo>
                    <a:pt x="558314" y="2374098"/>
                  </a:lnTo>
                  <a:lnTo>
                    <a:pt x="558651" y="2376362"/>
                  </a:lnTo>
                  <a:lnTo>
                    <a:pt x="558987" y="2378644"/>
                  </a:lnTo>
                  <a:lnTo>
                    <a:pt x="559324" y="2381452"/>
                  </a:lnTo>
                  <a:lnTo>
                    <a:pt x="559660" y="2383886"/>
                  </a:lnTo>
                  <a:lnTo>
                    <a:pt x="559996" y="2386450"/>
                  </a:lnTo>
                  <a:lnTo>
                    <a:pt x="560333" y="2389696"/>
                  </a:lnTo>
                  <a:lnTo>
                    <a:pt x="560669" y="2392962"/>
                  </a:lnTo>
                  <a:lnTo>
                    <a:pt x="561006" y="2396061"/>
                  </a:lnTo>
                  <a:lnTo>
                    <a:pt x="561342" y="2399315"/>
                  </a:lnTo>
                  <a:lnTo>
                    <a:pt x="561679" y="2402732"/>
                  </a:lnTo>
                  <a:lnTo>
                    <a:pt x="562015" y="2406097"/>
                  </a:lnTo>
                  <a:lnTo>
                    <a:pt x="562352" y="2409735"/>
                  </a:lnTo>
                  <a:lnTo>
                    <a:pt x="562688" y="2412488"/>
                  </a:lnTo>
                  <a:lnTo>
                    <a:pt x="563025" y="2415097"/>
                  </a:lnTo>
                  <a:lnTo>
                    <a:pt x="563361" y="2417310"/>
                  </a:lnTo>
                  <a:lnTo>
                    <a:pt x="563698" y="2419202"/>
                  </a:lnTo>
                  <a:lnTo>
                    <a:pt x="564034" y="2420812"/>
                  </a:lnTo>
                  <a:lnTo>
                    <a:pt x="564370" y="2422077"/>
                  </a:lnTo>
                  <a:lnTo>
                    <a:pt x="564707" y="2423511"/>
                  </a:lnTo>
                  <a:lnTo>
                    <a:pt x="565043" y="2424633"/>
                  </a:lnTo>
                  <a:lnTo>
                    <a:pt x="565380" y="2425438"/>
                  </a:lnTo>
                  <a:lnTo>
                    <a:pt x="565716" y="2426015"/>
                  </a:lnTo>
                  <a:lnTo>
                    <a:pt x="566053" y="2426489"/>
                  </a:lnTo>
                  <a:lnTo>
                    <a:pt x="566389" y="2426794"/>
                  </a:lnTo>
                  <a:lnTo>
                    <a:pt x="566726" y="2426850"/>
                  </a:lnTo>
                  <a:lnTo>
                    <a:pt x="567062" y="2426715"/>
                  </a:lnTo>
                  <a:lnTo>
                    <a:pt x="567399" y="2426317"/>
                  </a:lnTo>
                  <a:lnTo>
                    <a:pt x="567735" y="2425592"/>
                  </a:lnTo>
                  <a:lnTo>
                    <a:pt x="568072" y="2424694"/>
                  </a:lnTo>
                  <a:lnTo>
                    <a:pt x="568408" y="2423834"/>
                  </a:lnTo>
                  <a:lnTo>
                    <a:pt x="568744" y="2423067"/>
                  </a:lnTo>
                  <a:lnTo>
                    <a:pt x="569081" y="2422397"/>
                  </a:lnTo>
                  <a:lnTo>
                    <a:pt x="569417" y="2421707"/>
                  </a:lnTo>
                  <a:lnTo>
                    <a:pt x="569754" y="2420985"/>
                  </a:lnTo>
                  <a:lnTo>
                    <a:pt x="570090" y="2420328"/>
                  </a:lnTo>
                  <a:lnTo>
                    <a:pt x="570427" y="2419523"/>
                  </a:lnTo>
                  <a:lnTo>
                    <a:pt x="570763" y="2418443"/>
                  </a:lnTo>
                  <a:lnTo>
                    <a:pt x="571100" y="2417416"/>
                  </a:lnTo>
                  <a:lnTo>
                    <a:pt x="571436" y="2416461"/>
                  </a:lnTo>
                  <a:lnTo>
                    <a:pt x="571773" y="2415545"/>
                  </a:lnTo>
                  <a:lnTo>
                    <a:pt x="572109" y="2414522"/>
                  </a:lnTo>
                  <a:lnTo>
                    <a:pt x="572446" y="2413875"/>
                  </a:lnTo>
                  <a:lnTo>
                    <a:pt x="572782" y="2414210"/>
                  </a:lnTo>
                  <a:lnTo>
                    <a:pt x="573118" y="2414639"/>
                  </a:lnTo>
                  <a:lnTo>
                    <a:pt x="573455" y="2415195"/>
                  </a:lnTo>
                  <a:lnTo>
                    <a:pt x="573791" y="2415869"/>
                  </a:lnTo>
                  <a:lnTo>
                    <a:pt x="574128" y="2416509"/>
                  </a:lnTo>
                  <a:lnTo>
                    <a:pt x="574464" y="2417218"/>
                  </a:lnTo>
                  <a:lnTo>
                    <a:pt x="574801" y="2418044"/>
                  </a:lnTo>
                  <a:lnTo>
                    <a:pt x="575137" y="2419132"/>
                  </a:lnTo>
                  <a:lnTo>
                    <a:pt x="575474" y="2420359"/>
                  </a:lnTo>
                  <a:lnTo>
                    <a:pt x="575810" y="2421587"/>
                  </a:lnTo>
                  <a:lnTo>
                    <a:pt x="576147" y="2422794"/>
                  </a:lnTo>
                  <a:lnTo>
                    <a:pt x="576483" y="2423862"/>
                  </a:lnTo>
                  <a:lnTo>
                    <a:pt x="576820" y="2424977"/>
                  </a:lnTo>
                  <a:lnTo>
                    <a:pt x="577156" y="2426224"/>
                  </a:lnTo>
                  <a:lnTo>
                    <a:pt x="577492" y="2427515"/>
                  </a:lnTo>
                  <a:lnTo>
                    <a:pt x="577829" y="2428860"/>
                  </a:lnTo>
                  <a:lnTo>
                    <a:pt x="578165" y="2430358"/>
                  </a:lnTo>
                  <a:lnTo>
                    <a:pt x="578502" y="2431908"/>
                  </a:lnTo>
                  <a:lnTo>
                    <a:pt x="578838" y="2433237"/>
                  </a:lnTo>
                  <a:lnTo>
                    <a:pt x="579175" y="2434294"/>
                  </a:lnTo>
                  <a:lnTo>
                    <a:pt x="579511" y="2435270"/>
                  </a:lnTo>
                  <a:lnTo>
                    <a:pt x="579848" y="2436293"/>
                  </a:lnTo>
                  <a:lnTo>
                    <a:pt x="580184" y="2437384"/>
                  </a:lnTo>
                  <a:lnTo>
                    <a:pt x="580521" y="2438705"/>
                  </a:lnTo>
                  <a:lnTo>
                    <a:pt x="580857" y="2439888"/>
                  </a:lnTo>
                  <a:lnTo>
                    <a:pt x="581194" y="2441302"/>
                  </a:lnTo>
                  <a:lnTo>
                    <a:pt x="581530" y="2443032"/>
                  </a:lnTo>
                  <a:lnTo>
                    <a:pt x="581866" y="2444366"/>
                  </a:lnTo>
                  <a:lnTo>
                    <a:pt x="582203" y="2445606"/>
                  </a:lnTo>
                  <a:lnTo>
                    <a:pt x="582539" y="2446932"/>
                  </a:lnTo>
                  <a:lnTo>
                    <a:pt x="582876" y="2447851"/>
                  </a:lnTo>
                  <a:lnTo>
                    <a:pt x="583212" y="2448712"/>
                  </a:lnTo>
                  <a:lnTo>
                    <a:pt x="583549" y="2449345"/>
                  </a:lnTo>
                  <a:lnTo>
                    <a:pt x="583885" y="2450084"/>
                  </a:lnTo>
                  <a:lnTo>
                    <a:pt x="584222" y="2450686"/>
                  </a:lnTo>
                  <a:lnTo>
                    <a:pt x="584558" y="2451395"/>
                  </a:lnTo>
                  <a:lnTo>
                    <a:pt x="584895" y="2451939"/>
                  </a:lnTo>
                  <a:lnTo>
                    <a:pt x="585231" y="2452251"/>
                  </a:lnTo>
                  <a:lnTo>
                    <a:pt x="585568" y="2452290"/>
                  </a:lnTo>
                  <a:lnTo>
                    <a:pt x="585904" y="2452619"/>
                  </a:lnTo>
                  <a:lnTo>
                    <a:pt x="586240" y="2452876"/>
                  </a:lnTo>
                  <a:lnTo>
                    <a:pt x="586577" y="2452979"/>
                  </a:lnTo>
                  <a:lnTo>
                    <a:pt x="586913" y="2453183"/>
                  </a:lnTo>
                  <a:lnTo>
                    <a:pt x="587250" y="2453237"/>
                  </a:lnTo>
                  <a:lnTo>
                    <a:pt x="587586" y="2452806"/>
                  </a:lnTo>
                  <a:lnTo>
                    <a:pt x="587923" y="2452277"/>
                  </a:lnTo>
                  <a:lnTo>
                    <a:pt x="588259" y="2451754"/>
                  </a:lnTo>
                  <a:lnTo>
                    <a:pt x="588596" y="2451519"/>
                  </a:lnTo>
                  <a:lnTo>
                    <a:pt x="588932" y="2451399"/>
                  </a:lnTo>
                  <a:lnTo>
                    <a:pt x="589269" y="2451654"/>
                  </a:lnTo>
                  <a:lnTo>
                    <a:pt x="589605" y="2451917"/>
                  </a:lnTo>
                  <a:lnTo>
                    <a:pt x="589942" y="2452188"/>
                  </a:lnTo>
                  <a:lnTo>
                    <a:pt x="590278" y="2452219"/>
                  </a:lnTo>
                  <a:lnTo>
                    <a:pt x="590614" y="2452268"/>
                  </a:lnTo>
                  <a:lnTo>
                    <a:pt x="590951" y="2452260"/>
                  </a:lnTo>
                  <a:lnTo>
                    <a:pt x="591287" y="2452158"/>
                  </a:lnTo>
                  <a:lnTo>
                    <a:pt x="591624" y="2451982"/>
                  </a:lnTo>
                  <a:lnTo>
                    <a:pt x="591960" y="2451664"/>
                  </a:lnTo>
                  <a:lnTo>
                    <a:pt x="592297" y="2451231"/>
                  </a:lnTo>
                  <a:lnTo>
                    <a:pt x="592633" y="2450668"/>
                  </a:lnTo>
                  <a:lnTo>
                    <a:pt x="592970" y="2450099"/>
                  </a:lnTo>
                  <a:lnTo>
                    <a:pt x="593306" y="2449531"/>
                  </a:lnTo>
                  <a:lnTo>
                    <a:pt x="593643" y="2448963"/>
                  </a:lnTo>
                  <a:lnTo>
                    <a:pt x="593979" y="2448341"/>
                  </a:lnTo>
                  <a:lnTo>
                    <a:pt x="594315" y="2447467"/>
                  </a:lnTo>
                  <a:lnTo>
                    <a:pt x="594652" y="2446592"/>
                  </a:lnTo>
                  <a:lnTo>
                    <a:pt x="594988" y="2445771"/>
                  </a:lnTo>
                  <a:lnTo>
                    <a:pt x="595325" y="2445050"/>
                  </a:lnTo>
                  <a:lnTo>
                    <a:pt x="595661" y="2444361"/>
                  </a:lnTo>
                  <a:lnTo>
                    <a:pt x="595998" y="2443750"/>
                  </a:lnTo>
                  <a:lnTo>
                    <a:pt x="596334" y="2443143"/>
                  </a:lnTo>
                  <a:lnTo>
                    <a:pt x="596671" y="2442588"/>
                  </a:lnTo>
                  <a:lnTo>
                    <a:pt x="597007" y="2442016"/>
                  </a:lnTo>
                  <a:lnTo>
                    <a:pt x="597344" y="2441302"/>
                  </a:lnTo>
                  <a:lnTo>
                    <a:pt x="597680" y="2440665"/>
                  </a:lnTo>
                  <a:lnTo>
                    <a:pt x="598017" y="2440205"/>
                  </a:lnTo>
                  <a:lnTo>
                    <a:pt x="598353" y="2439746"/>
                  </a:lnTo>
                  <a:lnTo>
                    <a:pt x="598689" y="2439287"/>
                  </a:lnTo>
                  <a:lnTo>
                    <a:pt x="599026" y="2438797"/>
                  </a:lnTo>
                  <a:lnTo>
                    <a:pt x="599362" y="2438336"/>
                  </a:lnTo>
                  <a:lnTo>
                    <a:pt x="599699" y="2437860"/>
                  </a:lnTo>
                  <a:lnTo>
                    <a:pt x="600035" y="2437137"/>
                  </a:lnTo>
                  <a:lnTo>
                    <a:pt x="600372" y="2436578"/>
                  </a:lnTo>
                  <a:lnTo>
                    <a:pt x="600708" y="2435853"/>
                  </a:lnTo>
                  <a:lnTo>
                    <a:pt x="601045" y="2434989"/>
                  </a:lnTo>
                  <a:lnTo>
                    <a:pt x="601381" y="2434121"/>
                  </a:lnTo>
                  <a:lnTo>
                    <a:pt x="601718" y="2433165"/>
                  </a:lnTo>
                  <a:lnTo>
                    <a:pt x="602054" y="2432222"/>
                  </a:lnTo>
                  <a:lnTo>
                    <a:pt x="602391" y="2431299"/>
                  </a:lnTo>
                  <a:lnTo>
                    <a:pt x="602727" y="2430623"/>
                  </a:lnTo>
                  <a:lnTo>
                    <a:pt x="603063" y="2429972"/>
                  </a:lnTo>
                  <a:lnTo>
                    <a:pt x="603400" y="2429317"/>
                  </a:lnTo>
                  <a:lnTo>
                    <a:pt x="603736" y="2428574"/>
                  </a:lnTo>
                  <a:lnTo>
                    <a:pt x="604073" y="2427703"/>
                  </a:lnTo>
                  <a:lnTo>
                    <a:pt x="604409" y="2426702"/>
                  </a:lnTo>
                  <a:lnTo>
                    <a:pt x="604746" y="2425675"/>
                  </a:lnTo>
                  <a:lnTo>
                    <a:pt x="605082" y="2424875"/>
                  </a:lnTo>
                  <a:lnTo>
                    <a:pt x="605419" y="2424331"/>
                  </a:lnTo>
                  <a:lnTo>
                    <a:pt x="605755" y="2423931"/>
                  </a:lnTo>
                  <a:lnTo>
                    <a:pt x="606092" y="2423467"/>
                  </a:lnTo>
                  <a:lnTo>
                    <a:pt x="606428" y="2422933"/>
                  </a:lnTo>
                  <a:lnTo>
                    <a:pt x="606765" y="2422398"/>
                  </a:lnTo>
                  <a:lnTo>
                    <a:pt x="607101" y="2421894"/>
                  </a:lnTo>
                  <a:lnTo>
                    <a:pt x="607437" y="2421400"/>
                  </a:lnTo>
                  <a:lnTo>
                    <a:pt x="607774" y="2420590"/>
                  </a:lnTo>
                  <a:lnTo>
                    <a:pt x="608110" y="2419749"/>
                  </a:lnTo>
                  <a:lnTo>
                    <a:pt x="608447" y="2418954"/>
                  </a:lnTo>
                  <a:lnTo>
                    <a:pt x="608783" y="2418143"/>
                  </a:lnTo>
                  <a:lnTo>
                    <a:pt x="609120" y="2417279"/>
                  </a:lnTo>
                  <a:lnTo>
                    <a:pt x="609456" y="2416660"/>
                  </a:lnTo>
                  <a:lnTo>
                    <a:pt x="609793" y="2416151"/>
                  </a:lnTo>
                  <a:lnTo>
                    <a:pt x="610129" y="2415616"/>
                  </a:lnTo>
                  <a:lnTo>
                    <a:pt x="610466" y="2415021"/>
                  </a:lnTo>
                  <a:lnTo>
                    <a:pt x="610802" y="2414491"/>
                  </a:lnTo>
                  <a:lnTo>
                    <a:pt x="611139" y="2414165"/>
                  </a:lnTo>
                  <a:lnTo>
                    <a:pt x="611475" y="2413959"/>
                  </a:lnTo>
                  <a:lnTo>
                    <a:pt x="611811" y="2413805"/>
                  </a:lnTo>
                  <a:lnTo>
                    <a:pt x="612148" y="2413652"/>
                  </a:lnTo>
                  <a:lnTo>
                    <a:pt x="612484" y="2413614"/>
                  </a:lnTo>
                  <a:lnTo>
                    <a:pt x="612821" y="2413767"/>
                  </a:lnTo>
                  <a:lnTo>
                    <a:pt x="613157" y="2413920"/>
                  </a:lnTo>
                  <a:lnTo>
                    <a:pt x="613494" y="2414112"/>
                  </a:lnTo>
                  <a:lnTo>
                    <a:pt x="613830" y="2414418"/>
                  </a:lnTo>
                  <a:lnTo>
                    <a:pt x="614167" y="2414724"/>
                  </a:lnTo>
                  <a:lnTo>
                    <a:pt x="614503" y="2415030"/>
                  </a:lnTo>
                  <a:lnTo>
                    <a:pt x="614840" y="2415365"/>
                  </a:lnTo>
                  <a:lnTo>
                    <a:pt x="615176" y="2415675"/>
                  </a:lnTo>
                  <a:lnTo>
                    <a:pt x="615513" y="2415984"/>
                  </a:lnTo>
                  <a:lnTo>
                    <a:pt x="615849" y="2416293"/>
                  </a:lnTo>
                  <a:lnTo>
                    <a:pt x="616185" y="2416602"/>
                  </a:lnTo>
                  <a:lnTo>
                    <a:pt x="616522" y="2416792"/>
                  </a:lnTo>
                  <a:lnTo>
                    <a:pt x="616858" y="2416811"/>
                  </a:lnTo>
                  <a:lnTo>
                    <a:pt x="617195" y="2416706"/>
                  </a:lnTo>
                  <a:lnTo>
                    <a:pt x="617531" y="2416633"/>
                  </a:lnTo>
                  <a:lnTo>
                    <a:pt x="617868" y="2416618"/>
                  </a:lnTo>
                  <a:lnTo>
                    <a:pt x="618204" y="2416532"/>
                  </a:lnTo>
                  <a:lnTo>
                    <a:pt x="618541" y="2416403"/>
                  </a:lnTo>
                  <a:lnTo>
                    <a:pt x="618877" y="2416017"/>
                  </a:lnTo>
                  <a:lnTo>
                    <a:pt x="619214" y="2415516"/>
                  </a:lnTo>
                  <a:lnTo>
                    <a:pt x="619550" y="2414876"/>
                  </a:lnTo>
                  <a:lnTo>
                    <a:pt x="619887" y="2414378"/>
                  </a:lnTo>
                  <a:lnTo>
                    <a:pt x="620223" y="2413941"/>
                  </a:lnTo>
                  <a:lnTo>
                    <a:pt x="620559" y="2413596"/>
                  </a:lnTo>
                  <a:lnTo>
                    <a:pt x="620896" y="2413275"/>
                  </a:lnTo>
                  <a:lnTo>
                    <a:pt x="621232" y="2412955"/>
                  </a:lnTo>
                  <a:lnTo>
                    <a:pt x="621569" y="2412716"/>
                  </a:lnTo>
                  <a:lnTo>
                    <a:pt x="621905" y="2412555"/>
                  </a:lnTo>
                  <a:lnTo>
                    <a:pt x="622242" y="2412510"/>
                  </a:lnTo>
                  <a:lnTo>
                    <a:pt x="622578" y="2412433"/>
                  </a:lnTo>
                  <a:lnTo>
                    <a:pt x="622915" y="2412240"/>
                  </a:lnTo>
                  <a:lnTo>
                    <a:pt x="623251" y="2412103"/>
                  </a:lnTo>
                  <a:lnTo>
                    <a:pt x="623588" y="2412038"/>
                  </a:lnTo>
                  <a:lnTo>
                    <a:pt x="623924" y="2412057"/>
                  </a:lnTo>
                  <a:lnTo>
                    <a:pt x="624261" y="2412277"/>
                  </a:lnTo>
                  <a:lnTo>
                    <a:pt x="624597" y="2412724"/>
                  </a:lnTo>
                  <a:lnTo>
                    <a:pt x="624933" y="2413007"/>
                  </a:lnTo>
                  <a:lnTo>
                    <a:pt x="625270" y="2413053"/>
                  </a:lnTo>
                  <a:lnTo>
                    <a:pt x="625606" y="2413066"/>
                  </a:lnTo>
                  <a:lnTo>
                    <a:pt x="625943" y="2412912"/>
                  </a:lnTo>
                  <a:lnTo>
                    <a:pt x="626279" y="2412871"/>
                  </a:lnTo>
                  <a:lnTo>
                    <a:pt x="626616" y="2412831"/>
                  </a:lnTo>
                  <a:lnTo>
                    <a:pt x="626952" y="2412910"/>
                  </a:lnTo>
                  <a:lnTo>
                    <a:pt x="627289" y="2413100"/>
                  </a:lnTo>
                  <a:lnTo>
                    <a:pt x="627625" y="2413135"/>
                  </a:lnTo>
                  <a:lnTo>
                    <a:pt x="627962" y="2413182"/>
                  </a:lnTo>
                  <a:lnTo>
                    <a:pt x="628298" y="2413308"/>
                  </a:lnTo>
                  <a:lnTo>
                    <a:pt x="628634" y="2413345"/>
                  </a:lnTo>
                  <a:lnTo>
                    <a:pt x="628971" y="2413307"/>
                  </a:lnTo>
                  <a:lnTo>
                    <a:pt x="629307" y="2413192"/>
                  </a:lnTo>
                  <a:lnTo>
                    <a:pt x="629644" y="2412954"/>
                  </a:lnTo>
                  <a:lnTo>
                    <a:pt x="629980" y="2412768"/>
                  </a:lnTo>
                  <a:lnTo>
                    <a:pt x="630317" y="2412693"/>
                  </a:lnTo>
                  <a:lnTo>
                    <a:pt x="630653" y="2412645"/>
                  </a:lnTo>
                  <a:lnTo>
                    <a:pt x="630990" y="2412720"/>
                  </a:lnTo>
                  <a:lnTo>
                    <a:pt x="631326" y="2412774"/>
                  </a:lnTo>
                  <a:lnTo>
                    <a:pt x="631663" y="2412690"/>
                  </a:lnTo>
                  <a:lnTo>
                    <a:pt x="631999" y="2412330"/>
                  </a:lnTo>
                  <a:lnTo>
                    <a:pt x="632336" y="2411840"/>
                  </a:lnTo>
                  <a:lnTo>
                    <a:pt x="632672" y="2411355"/>
                  </a:lnTo>
                  <a:lnTo>
                    <a:pt x="633008" y="2410941"/>
                  </a:lnTo>
                  <a:lnTo>
                    <a:pt x="633345" y="2410370"/>
                  </a:lnTo>
                  <a:lnTo>
                    <a:pt x="633681" y="2409736"/>
                  </a:lnTo>
                  <a:lnTo>
                    <a:pt x="634018" y="2409419"/>
                  </a:lnTo>
                  <a:lnTo>
                    <a:pt x="634354" y="2409173"/>
                  </a:lnTo>
                  <a:lnTo>
                    <a:pt x="634691" y="2409195"/>
                  </a:lnTo>
                  <a:lnTo>
                    <a:pt x="635027" y="2409411"/>
                  </a:lnTo>
                  <a:lnTo>
                    <a:pt x="635364" y="2409440"/>
                  </a:lnTo>
                  <a:lnTo>
                    <a:pt x="635700" y="2409487"/>
                  </a:lnTo>
                  <a:lnTo>
                    <a:pt x="636037" y="2409525"/>
                  </a:lnTo>
                  <a:lnTo>
                    <a:pt x="636373" y="2409367"/>
                  </a:lnTo>
                  <a:lnTo>
                    <a:pt x="636710" y="2409147"/>
                  </a:lnTo>
                  <a:lnTo>
                    <a:pt x="637046" y="2408958"/>
                  </a:lnTo>
                  <a:lnTo>
                    <a:pt x="637382" y="2408636"/>
                  </a:lnTo>
                  <a:lnTo>
                    <a:pt x="637719" y="2408422"/>
                  </a:lnTo>
                  <a:lnTo>
                    <a:pt x="638055" y="2408370"/>
                  </a:lnTo>
                  <a:lnTo>
                    <a:pt x="638392" y="2408432"/>
                  </a:lnTo>
                  <a:lnTo>
                    <a:pt x="638728" y="2408684"/>
                  </a:lnTo>
                  <a:lnTo>
                    <a:pt x="639065" y="2408824"/>
                  </a:lnTo>
                  <a:lnTo>
                    <a:pt x="639401" y="2409020"/>
                  </a:lnTo>
                  <a:lnTo>
                    <a:pt x="639738" y="2408895"/>
                  </a:lnTo>
                  <a:lnTo>
                    <a:pt x="640074" y="2407876"/>
                  </a:lnTo>
                  <a:lnTo>
                    <a:pt x="640411" y="2407044"/>
                  </a:lnTo>
                  <a:lnTo>
                    <a:pt x="640747" y="2406231"/>
                  </a:lnTo>
                  <a:lnTo>
                    <a:pt x="641084" y="2405256"/>
                  </a:lnTo>
                  <a:lnTo>
                    <a:pt x="641420" y="2404465"/>
                  </a:lnTo>
                  <a:lnTo>
                    <a:pt x="641756" y="2403706"/>
                  </a:lnTo>
                  <a:lnTo>
                    <a:pt x="642093" y="2402848"/>
                  </a:lnTo>
                  <a:lnTo>
                    <a:pt x="642429" y="2401981"/>
                  </a:lnTo>
                  <a:lnTo>
                    <a:pt x="642766" y="2401168"/>
                  </a:lnTo>
                  <a:lnTo>
                    <a:pt x="643102" y="2400469"/>
                  </a:lnTo>
                  <a:lnTo>
                    <a:pt x="643439" y="2399871"/>
                  </a:lnTo>
                  <a:lnTo>
                    <a:pt x="643775" y="2399337"/>
                  </a:lnTo>
                  <a:lnTo>
                    <a:pt x="644112" y="2398996"/>
                  </a:lnTo>
                  <a:lnTo>
                    <a:pt x="644448" y="2398724"/>
                  </a:lnTo>
                  <a:lnTo>
                    <a:pt x="644785" y="2398453"/>
                  </a:lnTo>
                  <a:lnTo>
                    <a:pt x="645121" y="2398326"/>
                  </a:lnTo>
                  <a:lnTo>
                    <a:pt x="645458" y="2398309"/>
                  </a:lnTo>
                  <a:lnTo>
                    <a:pt x="645794" y="2398291"/>
                  </a:lnTo>
                  <a:lnTo>
                    <a:pt x="646130" y="2398469"/>
                  </a:lnTo>
                  <a:lnTo>
                    <a:pt x="646467" y="2398919"/>
                  </a:lnTo>
                  <a:lnTo>
                    <a:pt x="646803" y="2399451"/>
                  </a:lnTo>
                  <a:lnTo>
                    <a:pt x="647140" y="2400010"/>
                  </a:lnTo>
                  <a:lnTo>
                    <a:pt x="647476" y="2400569"/>
                  </a:lnTo>
                  <a:lnTo>
                    <a:pt x="647813" y="2401128"/>
                  </a:lnTo>
                  <a:lnTo>
                    <a:pt x="648149" y="2401774"/>
                  </a:lnTo>
                  <a:lnTo>
                    <a:pt x="648486" y="2402619"/>
                  </a:lnTo>
                  <a:lnTo>
                    <a:pt x="648822" y="2403790"/>
                  </a:lnTo>
                  <a:lnTo>
                    <a:pt x="649159" y="2405359"/>
                  </a:lnTo>
                  <a:lnTo>
                    <a:pt x="649495" y="2407039"/>
                  </a:lnTo>
                  <a:lnTo>
                    <a:pt x="649832" y="2408767"/>
                  </a:lnTo>
                  <a:lnTo>
                    <a:pt x="650168" y="2410781"/>
                  </a:lnTo>
                  <a:lnTo>
                    <a:pt x="650504" y="2412618"/>
                  </a:lnTo>
                  <a:lnTo>
                    <a:pt x="650841" y="2414577"/>
                  </a:lnTo>
                  <a:lnTo>
                    <a:pt x="651177" y="2416429"/>
                  </a:lnTo>
                  <a:lnTo>
                    <a:pt x="651514" y="2418419"/>
                  </a:lnTo>
                  <a:lnTo>
                    <a:pt x="651850" y="2420302"/>
                  </a:lnTo>
                  <a:lnTo>
                    <a:pt x="652187" y="2422422"/>
                  </a:lnTo>
                  <a:lnTo>
                    <a:pt x="652523" y="2424565"/>
                  </a:lnTo>
                  <a:lnTo>
                    <a:pt x="652860" y="2426784"/>
                  </a:lnTo>
                  <a:lnTo>
                    <a:pt x="653196" y="2428774"/>
                  </a:lnTo>
                  <a:lnTo>
                    <a:pt x="653533" y="2430259"/>
                  </a:lnTo>
                  <a:lnTo>
                    <a:pt x="653869" y="2430925"/>
                  </a:lnTo>
                  <a:lnTo>
                    <a:pt x="654206" y="2431446"/>
                  </a:lnTo>
                  <a:lnTo>
                    <a:pt x="654542" y="2431759"/>
                  </a:lnTo>
                  <a:lnTo>
                    <a:pt x="654878" y="2431951"/>
                  </a:lnTo>
                  <a:lnTo>
                    <a:pt x="655215" y="2431973"/>
                  </a:lnTo>
                  <a:lnTo>
                    <a:pt x="655551" y="2432062"/>
                  </a:lnTo>
                  <a:lnTo>
                    <a:pt x="655888" y="2431851"/>
                  </a:lnTo>
                  <a:lnTo>
                    <a:pt x="656224" y="2431730"/>
                  </a:lnTo>
                  <a:lnTo>
                    <a:pt x="656561" y="2431239"/>
                  </a:lnTo>
                  <a:lnTo>
                    <a:pt x="656897" y="2430656"/>
                  </a:lnTo>
                  <a:lnTo>
                    <a:pt x="657234" y="2429762"/>
                  </a:lnTo>
                  <a:lnTo>
                    <a:pt x="657570" y="2428852"/>
                  </a:lnTo>
                  <a:lnTo>
                    <a:pt x="657907" y="2427958"/>
                  </a:lnTo>
                  <a:lnTo>
                    <a:pt x="658243" y="2427029"/>
                  </a:lnTo>
                  <a:lnTo>
                    <a:pt x="658579" y="2426211"/>
                  </a:lnTo>
                  <a:lnTo>
                    <a:pt x="658916" y="2425590"/>
                  </a:lnTo>
                  <a:lnTo>
                    <a:pt x="659252" y="2425116"/>
                  </a:lnTo>
                  <a:lnTo>
                    <a:pt x="659589" y="2424739"/>
                  </a:lnTo>
                  <a:lnTo>
                    <a:pt x="659925" y="2424561"/>
                  </a:lnTo>
                  <a:lnTo>
                    <a:pt x="660262" y="2424458"/>
                  </a:lnTo>
                  <a:lnTo>
                    <a:pt x="660598" y="2424397"/>
                  </a:lnTo>
                  <a:lnTo>
                    <a:pt x="660935" y="2424519"/>
                  </a:lnTo>
                  <a:lnTo>
                    <a:pt x="661271" y="2424542"/>
                  </a:lnTo>
                  <a:lnTo>
                    <a:pt x="661608" y="2424816"/>
                  </a:lnTo>
                  <a:lnTo>
                    <a:pt x="661944" y="2425198"/>
                  </a:lnTo>
                  <a:lnTo>
                    <a:pt x="662281" y="2425562"/>
                  </a:lnTo>
                  <a:lnTo>
                    <a:pt x="662617" y="2425890"/>
                  </a:lnTo>
                  <a:lnTo>
                    <a:pt x="662953" y="2426276"/>
                  </a:lnTo>
                  <a:lnTo>
                    <a:pt x="663290" y="2426745"/>
                  </a:lnTo>
                  <a:lnTo>
                    <a:pt x="663626" y="2427118"/>
                  </a:lnTo>
                  <a:lnTo>
                    <a:pt x="663963" y="2427463"/>
                  </a:lnTo>
                  <a:lnTo>
                    <a:pt x="664299" y="2427981"/>
                  </a:lnTo>
                  <a:lnTo>
                    <a:pt x="664636" y="2428358"/>
                  </a:lnTo>
                  <a:lnTo>
                    <a:pt x="664972" y="2428417"/>
                  </a:lnTo>
                  <a:lnTo>
                    <a:pt x="665309" y="2428460"/>
                  </a:lnTo>
                  <a:lnTo>
                    <a:pt x="665645" y="2428465"/>
                  </a:lnTo>
                  <a:lnTo>
                    <a:pt x="665982" y="2428371"/>
                  </a:lnTo>
                  <a:lnTo>
                    <a:pt x="666318" y="2428390"/>
                  </a:lnTo>
                  <a:lnTo>
                    <a:pt x="666655" y="2428041"/>
                  </a:lnTo>
                  <a:lnTo>
                    <a:pt x="666991" y="2427404"/>
                  </a:lnTo>
                  <a:lnTo>
                    <a:pt x="667327" y="2427067"/>
                  </a:lnTo>
                  <a:lnTo>
                    <a:pt x="667664" y="2426343"/>
                  </a:lnTo>
                  <a:lnTo>
                    <a:pt x="668000" y="2425502"/>
                  </a:lnTo>
                  <a:lnTo>
                    <a:pt x="668337" y="2424687"/>
                  </a:lnTo>
                  <a:lnTo>
                    <a:pt x="668673" y="2423670"/>
                  </a:lnTo>
                  <a:lnTo>
                    <a:pt x="669010" y="2422571"/>
                  </a:lnTo>
                  <a:lnTo>
                    <a:pt x="669346" y="2421324"/>
                  </a:lnTo>
                  <a:lnTo>
                    <a:pt x="669683" y="2420016"/>
                  </a:lnTo>
                  <a:lnTo>
                    <a:pt x="670019" y="2419191"/>
                  </a:lnTo>
                  <a:lnTo>
                    <a:pt x="670356" y="2418297"/>
                  </a:lnTo>
                  <a:lnTo>
                    <a:pt x="670692" y="2417434"/>
                  </a:lnTo>
                  <a:lnTo>
                    <a:pt x="671029" y="2416740"/>
                  </a:lnTo>
                  <a:lnTo>
                    <a:pt x="671365" y="2416344"/>
                  </a:lnTo>
                  <a:lnTo>
                    <a:pt x="671701" y="2416086"/>
                  </a:lnTo>
                  <a:lnTo>
                    <a:pt x="672038" y="2416283"/>
                  </a:lnTo>
                  <a:lnTo>
                    <a:pt x="672374" y="2416395"/>
                  </a:lnTo>
                  <a:lnTo>
                    <a:pt x="672711" y="2416544"/>
                  </a:lnTo>
                  <a:lnTo>
                    <a:pt x="673047" y="2416662"/>
                  </a:lnTo>
                  <a:lnTo>
                    <a:pt x="673384" y="2416794"/>
                  </a:lnTo>
                  <a:lnTo>
                    <a:pt x="673720" y="2417141"/>
                  </a:lnTo>
                  <a:lnTo>
                    <a:pt x="674057" y="2417601"/>
                  </a:lnTo>
                  <a:lnTo>
                    <a:pt x="674393" y="2418175"/>
                  </a:lnTo>
                  <a:lnTo>
                    <a:pt x="674730" y="2418625"/>
                  </a:lnTo>
                  <a:lnTo>
                    <a:pt x="675066" y="2418841"/>
                  </a:lnTo>
                  <a:lnTo>
                    <a:pt x="675403" y="2419069"/>
                  </a:lnTo>
                  <a:lnTo>
                    <a:pt x="675739" y="2419106"/>
                  </a:lnTo>
                  <a:lnTo>
                    <a:pt x="676075" y="2419053"/>
                  </a:lnTo>
                  <a:lnTo>
                    <a:pt x="676412" y="2418659"/>
                  </a:lnTo>
                  <a:lnTo>
                    <a:pt x="676748" y="2417866"/>
                  </a:lnTo>
                  <a:lnTo>
                    <a:pt x="677085" y="2416817"/>
                  </a:lnTo>
                  <a:lnTo>
                    <a:pt x="677421" y="2415637"/>
                  </a:lnTo>
                  <a:lnTo>
                    <a:pt x="677758" y="2414488"/>
                  </a:lnTo>
                  <a:lnTo>
                    <a:pt x="678094" y="2413432"/>
                  </a:lnTo>
                  <a:lnTo>
                    <a:pt x="678431" y="2412170"/>
                  </a:lnTo>
                  <a:lnTo>
                    <a:pt x="678767" y="2410889"/>
                  </a:lnTo>
                  <a:lnTo>
                    <a:pt x="679104" y="2409508"/>
                  </a:lnTo>
                  <a:lnTo>
                    <a:pt x="679440" y="2407957"/>
                  </a:lnTo>
                  <a:lnTo>
                    <a:pt x="679777" y="2406278"/>
                  </a:lnTo>
                  <a:lnTo>
                    <a:pt x="680113" y="2404398"/>
                  </a:lnTo>
                  <a:lnTo>
                    <a:pt x="680449" y="2402469"/>
                  </a:lnTo>
                  <a:lnTo>
                    <a:pt x="680786" y="2400272"/>
                  </a:lnTo>
                  <a:lnTo>
                    <a:pt x="681122" y="2398106"/>
                  </a:lnTo>
                  <a:lnTo>
                    <a:pt x="681459" y="2396193"/>
                  </a:lnTo>
                  <a:lnTo>
                    <a:pt x="681795" y="2394279"/>
                  </a:lnTo>
                  <a:lnTo>
                    <a:pt x="682132" y="2392306"/>
                  </a:lnTo>
                  <a:lnTo>
                    <a:pt x="682468" y="2390466"/>
                  </a:lnTo>
                  <a:lnTo>
                    <a:pt x="682805" y="2388626"/>
                  </a:lnTo>
                  <a:lnTo>
                    <a:pt x="683141" y="2386710"/>
                  </a:lnTo>
                  <a:lnTo>
                    <a:pt x="683478" y="2384786"/>
                  </a:lnTo>
                  <a:lnTo>
                    <a:pt x="683814" y="2382805"/>
                  </a:lnTo>
                  <a:lnTo>
                    <a:pt x="684151" y="2380995"/>
                  </a:lnTo>
                  <a:lnTo>
                    <a:pt x="684487" y="2379570"/>
                  </a:lnTo>
                  <a:lnTo>
                    <a:pt x="684823" y="2378225"/>
                  </a:lnTo>
                  <a:lnTo>
                    <a:pt x="685160" y="2377043"/>
                  </a:lnTo>
                  <a:lnTo>
                    <a:pt x="685496" y="2376002"/>
                  </a:lnTo>
                  <a:lnTo>
                    <a:pt x="685833" y="2374969"/>
                  </a:lnTo>
                  <a:lnTo>
                    <a:pt x="686169" y="2373776"/>
                  </a:lnTo>
                  <a:lnTo>
                    <a:pt x="686506" y="2372709"/>
                  </a:lnTo>
                  <a:lnTo>
                    <a:pt x="686842" y="2371780"/>
                  </a:lnTo>
                  <a:lnTo>
                    <a:pt x="687179" y="2370835"/>
                  </a:lnTo>
                  <a:lnTo>
                    <a:pt x="687515" y="2369852"/>
                  </a:lnTo>
                  <a:lnTo>
                    <a:pt x="687852" y="2368776"/>
                  </a:lnTo>
                  <a:lnTo>
                    <a:pt x="688188" y="2367675"/>
                  </a:lnTo>
                  <a:lnTo>
                    <a:pt x="688525" y="2366521"/>
                  </a:lnTo>
                  <a:lnTo>
                    <a:pt x="688861" y="2365385"/>
                  </a:lnTo>
                  <a:lnTo>
                    <a:pt x="689197" y="2364217"/>
                  </a:lnTo>
                  <a:lnTo>
                    <a:pt x="689534" y="2362836"/>
                  </a:lnTo>
                  <a:lnTo>
                    <a:pt x="689870" y="2361368"/>
                  </a:lnTo>
                  <a:lnTo>
                    <a:pt x="690207" y="2359917"/>
                  </a:lnTo>
                  <a:lnTo>
                    <a:pt x="690543" y="2358355"/>
                  </a:lnTo>
                  <a:lnTo>
                    <a:pt x="690880" y="2356839"/>
                  </a:lnTo>
                  <a:lnTo>
                    <a:pt x="691216" y="2355593"/>
                  </a:lnTo>
                  <a:lnTo>
                    <a:pt x="691553" y="2354511"/>
                  </a:lnTo>
                  <a:lnTo>
                    <a:pt x="691889" y="2353450"/>
                  </a:lnTo>
                  <a:lnTo>
                    <a:pt x="692226" y="2352530"/>
                  </a:lnTo>
                  <a:lnTo>
                    <a:pt x="692562" y="2351726"/>
                  </a:lnTo>
                  <a:lnTo>
                    <a:pt x="692898" y="2350690"/>
                  </a:lnTo>
                  <a:lnTo>
                    <a:pt x="693235" y="2349840"/>
                  </a:lnTo>
                  <a:lnTo>
                    <a:pt x="693571" y="2349114"/>
                  </a:lnTo>
                  <a:lnTo>
                    <a:pt x="693908" y="2348363"/>
                  </a:lnTo>
                  <a:lnTo>
                    <a:pt x="694244" y="2347765"/>
                  </a:lnTo>
                  <a:lnTo>
                    <a:pt x="694581" y="2347242"/>
                  </a:lnTo>
                  <a:lnTo>
                    <a:pt x="694917" y="2346919"/>
                  </a:lnTo>
                  <a:lnTo>
                    <a:pt x="695254" y="2346578"/>
                  </a:lnTo>
                  <a:lnTo>
                    <a:pt x="695590" y="2346228"/>
                  </a:lnTo>
                  <a:lnTo>
                    <a:pt x="695927" y="2345742"/>
                  </a:lnTo>
                  <a:lnTo>
                    <a:pt x="696263" y="2345432"/>
                  </a:lnTo>
                  <a:lnTo>
                    <a:pt x="696600" y="2345158"/>
                  </a:lnTo>
                  <a:lnTo>
                    <a:pt x="696936" y="2344795"/>
                  </a:lnTo>
                  <a:lnTo>
                    <a:pt x="697272" y="2344244"/>
                  </a:lnTo>
                  <a:lnTo>
                    <a:pt x="697609" y="2343630"/>
                  </a:lnTo>
                  <a:lnTo>
                    <a:pt x="697945" y="2343077"/>
                  </a:lnTo>
                  <a:lnTo>
                    <a:pt x="698282" y="2342533"/>
                  </a:lnTo>
                  <a:lnTo>
                    <a:pt x="698618" y="2341993"/>
                  </a:lnTo>
                  <a:lnTo>
                    <a:pt x="698955" y="2341701"/>
                  </a:lnTo>
                  <a:lnTo>
                    <a:pt x="699291" y="2341521"/>
                  </a:lnTo>
                  <a:lnTo>
                    <a:pt x="699628" y="2341576"/>
                  </a:lnTo>
                  <a:lnTo>
                    <a:pt x="699964" y="2341655"/>
                  </a:lnTo>
                  <a:lnTo>
                    <a:pt x="700301" y="2341849"/>
                  </a:lnTo>
                  <a:lnTo>
                    <a:pt x="700637" y="2342191"/>
                  </a:lnTo>
                  <a:lnTo>
                    <a:pt x="700974" y="2342702"/>
                  </a:lnTo>
                  <a:lnTo>
                    <a:pt x="701310" y="2342949"/>
                  </a:lnTo>
                  <a:lnTo>
                    <a:pt x="701646" y="2343253"/>
                  </a:lnTo>
                  <a:lnTo>
                    <a:pt x="701983" y="2343370"/>
                  </a:lnTo>
                  <a:lnTo>
                    <a:pt x="702319" y="2343688"/>
                  </a:lnTo>
                  <a:lnTo>
                    <a:pt x="702656" y="2344213"/>
                  </a:lnTo>
                  <a:lnTo>
                    <a:pt x="702992" y="2344720"/>
                  </a:lnTo>
                  <a:lnTo>
                    <a:pt x="703329" y="2345226"/>
                  </a:lnTo>
                  <a:lnTo>
                    <a:pt x="703665" y="2345772"/>
                  </a:lnTo>
                  <a:lnTo>
                    <a:pt x="704002" y="2346376"/>
                  </a:lnTo>
                  <a:lnTo>
                    <a:pt x="704338" y="2346980"/>
                  </a:lnTo>
                  <a:lnTo>
                    <a:pt x="704675" y="2347654"/>
                  </a:lnTo>
                  <a:lnTo>
                    <a:pt x="705011" y="2348327"/>
                  </a:lnTo>
                  <a:lnTo>
                    <a:pt x="705348" y="2349000"/>
                  </a:lnTo>
                  <a:lnTo>
                    <a:pt x="705684" y="2349605"/>
                  </a:lnTo>
                  <a:lnTo>
                    <a:pt x="706020" y="2350278"/>
                  </a:lnTo>
                  <a:lnTo>
                    <a:pt x="706357" y="2351054"/>
                  </a:lnTo>
                  <a:lnTo>
                    <a:pt x="706693" y="2351905"/>
                  </a:lnTo>
                  <a:lnTo>
                    <a:pt x="707030" y="2353053"/>
                  </a:lnTo>
                  <a:lnTo>
                    <a:pt x="707366" y="2354117"/>
                  </a:lnTo>
                  <a:lnTo>
                    <a:pt x="707703" y="2354660"/>
                  </a:lnTo>
                  <a:lnTo>
                    <a:pt x="708039" y="2355058"/>
                  </a:lnTo>
                  <a:lnTo>
                    <a:pt x="708376" y="2355203"/>
                  </a:lnTo>
                  <a:lnTo>
                    <a:pt x="708712" y="2355089"/>
                  </a:lnTo>
                  <a:lnTo>
                    <a:pt x="709049" y="2354782"/>
                  </a:lnTo>
                  <a:lnTo>
                    <a:pt x="709385" y="2354476"/>
                  </a:lnTo>
                  <a:lnTo>
                    <a:pt x="709722" y="2353948"/>
                  </a:lnTo>
                  <a:lnTo>
                    <a:pt x="710058" y="2353099"/>
                  </a:lnTo>
                  <a:lnTo>
                    <a:pt x="710394" y="2352004"/>
                  </a:lnTo>
                  <a:lnTo>
                    <a:pt x="710731" y="2350780"/>
                  </a:lnTo>
                  <a:lnTo>
                    <a:pt x="711067" y="2349877"/>
                  </a:lnTo>
                  <a:lnTo>
                    <a:pt x="711404" y="2348797"/>
                  </a:lnTo>
                  <a:lnTo>
                    <a:pt x="711740" y="2347838"/>
                  </a:lnTo>
                  <a:lnTo>
                    <a:pt x="712077" y="2346949"/>
                  </a:lnTo>
                  <a:lnTo>
                    <a:pt x="712413" y="2346029"/>
                  </a:lnTo>
                  <a:lnTo>
                    <a:pt x="712750" y="2345224"/>
                  </a:lnTo>
                  <a:lnTo>
                    <a:pt x="713086" y="2344490"/>
                  </a:lnTo>
                  <a:lnTo>
                    <a:pt x="713423" y="2343937"/>
                  </a:lnTo>
                  <a:lnTo>
                    <a:pt x="713759" y="2343514"/>
                  </a:lnTo>
                  <a:lnTo>
                    <a:pt x="714096" y="2343174"/>
                  </a:lnTo>
                  <a:lnTo>
                    <a:pt x="714432" y="2342834"/>
                  </a:lnTo>
                  <a:lnTo>
                    <a:pt x="714768" y="2342592"/>
                  </a:lnTo>
                  <a:lnTo>
                    <a:pt x="715105" y="2342487"/>
                  </a:lnTo>
                  <a:lnTo>
                    <a:pt x="715441" y="2342475"/>
                  </a:lnTo>
                  <a:lnTo>
                    <a:pt x="715778" y="2342462"/>
                  </a:lnTo>
                  <a:lnTo>
                    <a:pt x="716114" y="2342445"/>
                  </a:lnTo>
                  <a:lnTo>
                    <a:pt x="716451" y="2342406"/>
                  </a:lnTo>
                  <a:lnTo>
                    <a:pt x="716787" y="2342394"/>
                  </a:lnTo>
                  <a:lnTo>
                    <a:pt x="717124" y="2342260"/>
                  </a:lnTo>
                  <a:lnTo>
                    <a:pt x="717460" y="2342144"/>
                  </a:lnTo>
                  <a:lnTo>
                    <a:pt x="717797" y="2342144"/>
                  </a:lnTo>
                  <a:lnTo>
                    <a:pt x="718133" y="2342144"/>
                  </a:lnTo>
                  <a:lnTo>
                    <a:pt x="718470" y="2342144"/>
                  </a:lnTo>
                  <a:lnTo>
                    <a:pt x="718806" y="2342144"/>
                  </a:lnTo>
                  <a:lnTo>
                    <a:pt x="719142" y="2342144"/>
                  </a:lnTo>
                  <a:lnTo>
                    <a:pt x="719479" y="2342144"/>
                  </a:lnTo>
                  <a:lnTo>
                    <a:pt x="719815" y="2342144"/>
                  </a:lnTo>
                  <a:lnTo>
                    <a:pt x="720152" y="2342190"/>
                  </a:lnTo>
                  <a:lnTo>
                    <a:pt x="720488" y="2342373"/>
                  </a:lnTo>
                  <a:lnTo>
                    <a:pt x="720825" y="2342641"/>
                  </a:lnTo>
                  <a:lnTo>
                    <a:pt x="721161" y="2343192"/>
                  </a:lnTo>
                  <a:lnTo>
                    <a:pt x="721498" y="2343681"/>
                  </a:lnTo>
                  <a:lnTo>
                    <a:pt x="721834" y="2344019"/>
                  </a:lnTo>
                  <a:lnTo>
                    <a:pt x="722171" y="2344439"/>
                  </a:lnTo>
                  <a:lnTo>
                    <a:pt x="722507" y="2345029"/>
                  </a:lnTo>
                  <a:lnTo>
                    <a:pt x="722844" y="2345430"/>
                  </a:lnTo>
                  <a:lnTo>
                    <a:pt x="723180" y="2345977"/>
                  </a:lnTo>
                  <a:lnTo>
                    <a:pt x="723516" y="2346206"/>
                  </a:lnTo>
                  <a:lnTo>
                    <a:pt x="723853" y="2346391"/>
                  </a:lnTo>
                  <a:lnTo>
                    <a:pt x="724189" y="2346660"/>
                  </a:lnTo>
                  <a:lnTo>
                    <a:pt x="724526" y="2347018"/>
                  </a:lnTo>
                  <a:lnTo>
                    <a:pt x="724862" y="2347469"/>
                  </a:lnTo>
                  <a:lnTo>
                    <a:pt x="725199" y="2347712"/>
                  </a:lnTo>
                  <a:lnTo>
                    <a:pt x="725535" y="2347876"/>
                  </a:lnTo>
                  <a:lnTo>
                    <a:pt x="725872" y="2348036"/>
                  </a:lnTo>
                  <a:lnTo>
                    <a:pt x="726208" y="2348029"/>
                  </a:lnTo>
                  <a:lnTo>
                    <a:pt x="726545" y="2347738"/>
                  </a:lnTo>
                  <a:lnTo>
                    <a:pt x="726881" y="2347510"/>
                  </a:lnTo>
                  <a:lnTo>
                    <a:pt x="727217" y="2347229"/>
                  </a:lnTo>
                  <a:lnTo>
                    <a:pt x="727554" y="2346873"/>
                  </a:lnTo>
                  <a:lnTo>
                    <a:pt x="727890" y="2346597"/>
                  </a:lnTo>
                  <a:lnTo>
                    <a:pt x="728227" y="2346169"/>
                  </a:lnTo>
                  <a:lnTo>
                    <a:pt x="728563" y="2346009"/>
                  </a:lnTo>
                  <a:lnTo>
                    <a:pt x="728900" y="2345833"/>
                  </a:lnTo>
                  <a:lnTo>
                    <a:pt x="729236" y="2345452"/>
                  </a:lnTo>
                  <a:lnTo>
                    <a:pt x="729573" y="2345034"/>
                  </a:lnTo>
                  <a:lnTo>
                    <a:pt x="729909" y="2344553"/>
                  </a:lnTo>
                  <a:lnTo>
                    <a:pt x="730246" y="2344083"/>
                  </a:lnTo>
                  <a:lnTo>
                    <a:pt x="730582" y="2343614"/>
                  </a:lnTo>
                  <a:lnTo>
                    <a:pt x="730919" y="2343241"/>
                  </a:lnTo>
                  <a:lnTo>
                    <a:pt x="731255" y="2342965"/>
                  </a:lnTo>
                  <a:lnTo>
                    <a:pt x="731591" y="2342860"/>
                  </a:lnTo>
                  <a:lnTo>
                    <a:pt x="731928" y="2343172"/>
                  </a:lnTo>
                  <a:lnTo>
                    <a:pt x="732264" y="2343725"/>
                  </a:lnTo>
                  <a:lnTo>
                    <a:pt x="732601" y="2344294"/>
                  </a:lnTo>
                  <a:lnTo>
                    <a:pt x="732937" y="2344902"/>
                  </a:lnTo>
                  <a:lnTo>
                    <a:pt x="733274" y="2345608"/>
                  </a:lnTo>
                  <a:lnTo>
                    <a:pt x="733610" y="2346232"/>
                  </a:lnTo>
                  <a:lnTo>
                    <a:pt x="733947" y="2347093"/>
                  </a:lnTo>
                  <a:lnTo>
                    <a:pt x="734283" y="2348334"/>
                  </a:lnTo>
                  <a:lnTo>
                    <a:pt x="734620" y="2349492"/>
                  </a:lnTo>
                  <a:lnTo>
                    <a:pt x="734956" y="2350861"/>
                  </a:lnTo>
                  <a:lnTo>
                    <a:pt x="735293" y="2352476"/>
                  </a:lnTo>
                  <a:lnTo>
                    <a:pt x="735629" y="2354115"/>
                  </a:lnTo>
                  <a:lnTo>
                    <a:pt x="735965" y="2355961"/>
                  </a:lnTo>
                  <a:lnTo>
                    <a:pt x="736302" y="2357857"/>
                  </a:lnTo>
                  <a:lnTo>
                    <a:pt x="736638" y="2359744"/>
                  </a:lnTo>
                  <a:lnTo>
                    <a:pt x="736975" y="2361664"/>
                  </a:lnTo>
                  <a:lnTo>
                    <a:pt x="737311" y="2363073"/>
                  </a:lnTo>
                  <a:lnTo>
                    <a:pt x="737648" y="2364551"/>
                  </a:lnTo>
                  <a:lnTo>
                    <a:pt x="737984" y="2366003"/>
                  </a:lnTo>
                  <a:lnTo>
                    <a:pt x="738321" y="2367373"/>
                  </a:lnTo>
                  <a:lnTo>
                    <a:pt x="738657" y="2368648"/>
                  </a:lnTo>
                  <a:lnTo>
                    <a:pt x="738994" y="2369978"/>
                  </a:lnTo>
                  <a:lnTo>
                    <a:pt x="739330" y="2371006"/>
                  </a:lnTo>
                  <a:lnTo>
                    <a:pt x="739667" y="2371849"/>
                  </a:lnTo>
                  <a:lnTo>
                    <a:pt x="740003" y="2372703"/>
                  </a:lnTo>
                  <a:lnTo>
                    <a:pt x="740339" y="2373444"/>
                  </a:lnTo>
                  <a:lnTo>
                    <a:pt x="740676" y="2374235"/>
                  </a:lnTo>
                  <a:lnTo>
                    <a:pt x="741012" y="2374882"/>
                  </a:lnTo>
                  <a:lnTo>
                    <a:pt x="741349" y="2375415"/>
                  </a:lnTo>
                  <a:lnTo>
                    <a:pt x="741685" y="2375942"/>
                  </a:lnTo>
                  <a:lnTo>
                    <a:pt x="742022" y="2376591"/>
                  </a:lnTo>
                  <a:lnTo>
                    <a:pt x="742358" y="2377522"/>
                  </a:lnTo>
                  <a:lnTo>
                    <a:pt x="742695" y="2378442"/>
                  </a:lnTo>
                  <a:lnTo>
                    <a:pt x="743031" y="2379505"/>
                  </a:lnTo>
                  <a:lnTo>
                    <a:pt x="743368" y="2380675"/>
                  </a:lnTo>
                  <a:lnTo>
                    <a:pt x="743704" y="2382055"/>
                  </a:lnTo>
                  <a:lnTo>
                    <a:pt x="744041" y="2383468"/>
                  </a:lnTo>
                  <a:lnTo>
                    <a:pt x="744377" y="2384919"/>
                  </a:lnTo>
                  <a:lnTo>
                    <a:pt x="744713" y="2386580"/>
                  </a:lnTo>
                  <a:lnTo>
                    <a:pt x="745050" y="2388171"/>
                  </a:lnTo>
                  <a:lnTo>
                    <a:pt x="745386" y="2389605"/>
                  </a:lnTo>
                  <a:lnTo>
                    <a:pt x="745723" y="2391039"/>
                  </a:lnTo>
                  <a:lnTo>
                    <a:pt x="746059" y="2392473"/>
                  </a:lnTo>
                  <a:lnTo>
                    <a:pt x="746396" y="2394007"/>
                  </a:lnTo>
                  <a:lnTo>
                    <a:pt x="746732" y="2395711"/>
                  </a:lnTo>
                  <a:lnTo>
                    <a:pt x="747069" y="2397321"/>
                  </a:lnTo>
                  <a:lnTo>
                    <a:pt x="747405" y="2398895"/>
                  </a:lnTo>
                  <a:lnTo>
                    <a:pt x="747742" y="2400518"/>
                  </a:lnTo>
                  <a:lnTo>
                    <a:pt x="748078" y="2402409"/>
                  </a:lnTo>
                  <a:lnTo>
                    <a:pt x="748415" y="2404268"/>
                  </a:lnTo>
                  <a:lnTo>
                    <a:pt x="748751" y="2405967"/>
                  </a:lnTo>
                  <a:lnTo>
                    <a:pt x="749087" y="2407728"/>
                  </a:lnTo>
                  <a:lnTo>
                    <a:pt x="749424" y="2409519"/>
                  </a:lnTo>
                  <a:lnTo>
                    <a:pt x="749760" y="2411195"/>
                  </a:lnTo>
                  <a:lnTo>
                    <a:pt x="750097" y="2412725"/>
                  </a:lnTo>
                  <a:lnTo>
                    <a:pt x="750433" y="2414333"/>
                  </a:lnTo>
                  <a:lnTo>
                    <a:pt x="750770" y="2415948"/>
                  </a:lnTo>
                  <a:lnTo>
                    <a:pt x="751106" y="2417639"/>
                  </a:lnTo>
                  <a:lnTo>
                    <a:pt x="751443" y="2419432"/>
                  </a:lnTo>
                  <a:lnTo>
                    <a:pt x="751779" y="2421029"/>
                  </a:lnTo>
                  <a:lnTo>
                    <a:pt x="752116" y="2422693"/>
                  </a:lnTo>
                  <a:lnTo>
                    <a:pt x="752452" y="2424142"/>
                  </a:lnTo>
                  <a:lnTo>
                    <a:pt x="752789" y="2425409"/>
                  </a:lnTo>
                  <a:lnTo>
                    <a:pt x="753125" y="2426670"/>
                  </a:lnTo>
                  <a:lnTo>
                    <a:pt x="753461" y="2428144"/>
                  </a:lnTo>
                  <a:lnTo>
                    <a:pt x="753798" y="2429560"/>
                  </a:lnTo>
                  <a:lnTo>
                    <a:pt x="754134" y="2430910"/>
                  </a:lnTo>
                  <a:lnTo>
                    <a:pt x="754471" y="2432178"/>
                  </a:lnTo>
                  <a:lnTo>
                    <a:pt x="754807" y="2433385"/>
                  </a:lnTo>
                  <a:lnTo>
                    <a:pt x="755144" y="2434697"/>
                  </a:lnTo>
                  <a:lnTo>
                    <a:pt x="755480" y="2436008"/>
                  </a:lnTo>
                  <a:lnTo>
                    <a:pt x="755817" y="2437374"/>
                  </a:lnTo>
                  <a:lnTo>
                    <a:pt x="756153" y="2438557"/>
                  </a:lnTo>
                  <a:lnTo>
                    <a:pt x="756490" y="2439659"/>
                  </a:lnTo>
                  <a:lnTo>
                    <a:pt x="756826" y="2440738"/>
                  </a:lnTo>
                  <a:lnTo>
                    <a:pt x="757163" y="2441895"/>
                  </a:lnTo>
                  <a:lnTo>
                    <a:pt x="757499" y="2443139"/>
                  </a:lnTo>
                  <a:lnTo>
                    <a:pt x="757835" y="2444210"/>
                  </a:lnTo>
                  <a:lnTo>
                    <a:pt x="758172" y="2445106"/>
                  </a:lnTo>
                  <a:lnTo>
                    <a:pt x="758508" y="2445664"/>
                  </a:lnTo>
                  <a:lnTo>
                    <a:pt x="758845" y="2446034"/>
                  </a:lnTo>
                  <a:lnTo>
                    <a:pt x="759181" y="2446283"/>
                  </a:lnTo>
                  <a:lnTo>
                    <a:pt x="759518" y="2446491"/>
                  </a:lnTo>
                  <a:lnTo>
                    <a:pt x="759854" y="2447167"/>
                  </a:lnTo>
                  <a:lnTo>
                    <a:pt x="760191" y="2448138"/>
                  </a:lnTo>
                  <a:lnTo>
                    <a:pt x="760527" y="2449136"/>
                  </a:lnTo>
                  <a:lnTo>
                    <a:pt x="760864" y="2450155"/>
                  </a:lnTo>
                  <a:lnTo>
                    <a:pt x="761200" y="2451308"/>
                  </a:lnTo>
                  <a:lnTo>
                    <a:pt x="761536" y="2452336"/>
                  </a:lnTo>
                  <a:lnTo>
                    <a:pt x="761873" y="2453154"/>
                  </a:lnTo>
                  <a:lnTo>
                    <a:pt x="762209" y="2453839"/>
                  </a:lnTo>
                  <a:lnTo>
                    <a:pt x="762546" y="2454355"/>
                  </a:lnTo>
                  <a:lnTo>
                    <a:pt x="762882" y="2454820"/>
                  </a:lnTo>
                  <a:lnTo>
                    <a:pt x="763219" y="2455416"/>
                  </a:lnTo>
                  <a:lnTo>
                    <a:pt x="763555" y="2455889"/>
                  </a:lnTo>
                  <a:lnTo>
                    <a:pt x="763892" y="2456382"/>
                  </a:lnTo>
                  <a:lnTo>
                    <a:pt x="764228" y="2457024"/>
                  </a:lnTo>
                  <a:lnTo>
                    <a:pt x="764565" y="2457804"/>
                  </a:lnTo>
                  <a:lnTo>
                    <a:pt x="764901" y="2458446"/>
                  </a:lnTo>
                  <a:lnTo>
                    <a:pt x="765238" y="2458990"/>
                  </a:lnTo>
                  <a:lnTo>
                    <a:pt x="765574" y="2459404"/>
                  </a:lnTo>
                  <a:lnTo>
                    <a:pt x="765910" y="2459666"/>
                  </a:lnTo>
                  <a:lnTo>
                    <a:pt x="766247" y="2459832"/>
                  </a:lnTo>
                  <a:lnTo>
                    <a:pt x="766583" y="2459899"/>
                  </a:lnTo>
                  <a:lnTo>
                    <a:pt x="766920" y="2459965"/>
                  </a:lnTo>
                  <a:lnTo>
                    <a:pt x="767256" y="2460032"/>
                  </a:lnTo>
                  <a:lnTo>
                    <a:pt x="767593" y="2460252"/>
                  </a:lnTo>
                  <a:lnTo>
                    <a:pt x="767929" y="2460755"/>
                  </a:lnTo>
                  <a:lnTo>
                    <a:pt x="768266" y="2461408"/>
                  </a:lnTo>
                  <a:lnTo>
                    <a:pt x="768602" y="2462093"/>
                  </a:lnTo>
                  <a:lnTo>
                    <a:pt x="768939" y="2462735"/>
                  </a:lnTo>
                  <a:lnTo>
                    <a:pt x="769275" y="2463497"/>
                  </a:lnTo>
                  <a:lnTo>
                    <a:pt x="769612" y="2464121"/>
                  </a:lnTo>
                  <a:lnTo>
                    <a:pt x="769948" y="2464745"/>
                  </a:lnTo>
                  <a:lnTo>
                    <a:pt x="770284" y="2465369"/>
                  </a:lnTo>
                  <a:lnTo>
                    <a:pt x="770621" y="2465993"/>
                  </a:lnTo>
                  <a:lnTo>
                    <a:pt x="770957" y="2466739"/>
                  </a:lnTo>
                  <a:lnTo>
                    <a:pt x="771294" y="2467485"/>
                  </a:lnTo>
                  <a:lnTo>
                    <a:pt x="771630" y="2468214"/>
                  </a:lnTo>
                  <a:lnTo>
                    <a:pt x="771967" y="2468826"/>
                  </a:lnTo>
                  <a:lnTo>
                    <a:pt x="772303" y="2469438"/>
                  </a:lnTo>
                  <a:lnTo>
                    <a:pt x="772640" y="2470050"/>
                  </a:lnTo>
                  <a:lnTo>
                    <a:pt x="772976" y="2470624"/>
                  </a:lnTo>
                  <a:lnTo>
                    <a:pt x="773313" y="2470961"/>
                  </a:lnTo>
                  <a:lnTo>
                    <a:pt x="773649" y="2471267"/>
                  </a:lnTo>
                  <a:lnTo>
                    <a:pt x="773986" y="2471482"/>
                  </a:lnTo>
                  <a:lnTo>
                    <a:pt x="774322" y="2471711"/>
                  </a:lnTo>
                  <a:lnTo>
                    <a:pt x="774658" y="2472025"/>
                  </a:lnTo>
                  <a:lnTo>
                    <a:pt x="774995" y="2472599"/>
                  </a:lnTo>
                  <a:lnTo>
                    <a:pt x="775331" y="2473273"/>
                  </a:lnTo>
                  <a:lnTo>
                    <a:pt x="775668" y="2474199"/>
                  </a:lnTo>
                  <a:lnTo>
                    <a:pt x="776004" y="2475178"/>
                  </a:lnTo>
                  <a:lnTo>
                    <a:pt x="776341" y="2476250"/>
                  </a:lnTo>
                  <a:lnTo>
                    <a:pt x="776677" y="2477321"/>
                  </a:lnTo>
                  <a:lnTo>
                    <a:pt x="777014" y="2478530"/>
                  </a:lnTo>
                  <a:lnTo>
                    <a:pt x="777350" y="2479931"/>
                  </a:lnTo>
                  <a:lnTo>
                    <a:pt x="777687" y="2481462"/>
                  </a:lnTo>
                  <a:lnTo>
                    <a:pt x="778023" y="2482992"/>
                  </a:lnTo>
                  <a:lnTo>
                    <a:pt x="778360" y="2484201"/>
                  </a:lnTo>
                  <a:lnTo>
                    <a:pt x="778696" y="2485318"/>
                  </a:lnTo>
                  <a:lnTo>
                    <a:pt x="779032" y="2486104"/>
                  </a:lnTo>
                  <a:lnTo>
                    <a:pt x="779369" y="2486839"/>
                  </a:lnTo>
                  <a:lnTo>
                    <a:pt x="779705" y="2487538"/>
                  </a:lnTo>
                  <a:lnTo>
                    <a:pt x="780042" y="2488092"/>
                  </a:lnTo>
                  <a:lnTo>
                    <a:pt x="780378" y="2488575"/>
                  </a:lnTo>
                  <a:lnTo>
                    <a:pt x="780715" y="2488877"/>
                  </a:lnTo>
                  <a:lnTo>
                    <a:pt x="781051" y="2489048"/>
                  </a:lnTo>
                  <a:lnTo>
                    <a:pt x="781388" y="2489138"/>
                  </a:lnTo>
                  <a:lnTo>
                    <a:pt x="781724" y="2489227"/>
                  </a:lnTo>
                  <a:lnTo>
                    <a:pt x="782061" y="2489217"/>
                  </a:lnTo>
                  <a:lnTo>
                    <a:pt x="782397" y="2489071"/>
                  </a:lnTo>
                  <a:lnTo>
                    <a:pt x="782734" y="2488832"/>
                  </a:lnTo>
                  <a:lnTo>
                    <a:pt x="783070" y="2488593"/>
                  </a:lnTo>
                  <a:lnTo>
                    <a:pt x="783406" y="2488360"/>
                  </a:lnTo>
                  <a:lnTo>
                    <a:pt x="783743" y="2488203"/>
                  </a:lnTo>
                  <a:lnTo>
                    <a:pt x="784079" y="2488134"/>
                  </a:lnTo>
                  <a:lnTo>
                    <a:pt x="784416" y="2488291"/>
                  </a:lnTo>
                  <a:lnTo>
                    <a:pt x="784752" y="2488416"/>
                  </a:lnTo>
                  <a:lnTo>
                    <a:pt x="785089" y="2488416"/>
                  </a:lnTo>
                  <a:lnTo>
                    <a:pt x="785425" y="2488416"/>
                  </a:lnTo>
                  <a:lnTo>
                    <a:pt x="785762" y="2488416"/>
                  </a:lnTo>
                  <a:lnTo>
                    <a:pt x="786098" y="2488416"/>
                  </a:lnTo>
                  <a:lnTo>
                    <a:pt x="786435" y="2488416"/>
                  </a:lnTo>
                  <a:lnTo>
                    <a:pt x="786771" y="2488416"/>
                  </a:lnTo>
                  <a:lnTo>
                    <a:pt x="787108" y="2488416"/>
                  </a:lnTo>
                  <a:lnTo>
                    <a:pt x="787444" y="2488416"/>
                  </a:lnTo>
                  <a:lnTo>
                    <a:pt x="787780" y="2488362"/>
                  </a:lnTo>
                  <a:lnTo>
                    <a:pt x="788117" y="2488316"/>
                  </a:lnTo>
                  <a:lnTo>
                    <a:pt x="788453" y="2488452"/>
                  </a:lnTo>
                  <a:lnTo>
                    <a:pt x="788790" y="2488669"/>
                  </a:lnTo>
                  <a:lnTo>
                    <a:pt x="789126" y="2489143"/>
                  </a:lnTo>
                  <a:lnTo>
                    <a:pt x="789463" y="2489522"/>
                  </a:lnTo>
                  <a:lnTo>
                    <a:pt x="789799" y="2489895"/>
                  </a:lnTo>
                  <a:lnTo>
                    <a:pt x="790136" y="2490390"/>
                  </a:lnTo>
                  <a:lnTo>
                    <a:pt x="790472" y="2490916"/>
                  </a:lnTo>
                  <a:lnTo>
                    <a:pt x="790809" y="2491557"/>
                  </a:lnTo>
                  <a:lnTo>
                    <a:pt x="791145" y="2492338"/>
                  </a:lnTo>
                  <a:lnTo>
                    <a:pt x="791481" y="2493085"/>
                  </a:lnTo>
                  <a:lnTo>
                    <a:pt x="791818" y="2493842"/>
                  </a:lnTo>
                  <a:lnTo>
                    <a:pt x="792154" y="2494517"/>
                  </a:lnTo>
                  <a:lnTo>
                    <a:pt x="792491" y="2495258"/>
                  </a:lnTo>
                  <a:lnTo>
                    <a:pt x="792827" y="2496115"/>
                  </a:lnTo>
                  <a:lnTo>
                    <a:pt x="793164" y="2496925"/>
                  </a:lnTo>
                  <a:lnTo>
                    <a:pt x="793500" y="2497686"/>
                  </a:lnTo>
                  <a:lnTo>
                    <a:pt x="793837" y="2498511"/>
                  </a:lnTo>
                  <a:lnTo>
                    <a:pt x="794173" y="2499128"/>
                  </a:lnTo>
                  <a:lnTo>
                    <a:pt x="794510" y="2499823"/>
                  </a:lnTo>
                  <a:lnTo>
                    <a:pt x="794846" y="2500523"/>
                  </a:lnTo>
                  <a:lnTo>
                    <a:pt x="795183" y="2501101"/>
                  </a:lnTo>
                  <a:lnTo>
                    <a:pt x="795519" y="2501648"/>
                  </a:lnTo>
                  <a:lnTo>
                    <a:pt x="795855" y="2502080"/>
                  </a:lnTo>
                  <a:lnTo>
                    <a:pt x="796192" y="2502527"/>
                  </a:lnTo>
                  <a:lnTo>
                    <a:pt x="796528" y="2503123"/>
                  </a:lnTo>
                  <a:lnTo>
                    <a:pt x="796865" y="2503806"/>
                  </a:lnTo>
                  <a:lnTo>
                    <a:pt x="797201" y="2504489"/>
                  </a:lnTo>
                  <a:lnTo>
                    <a:pt x="797538" y="2505185"/>
                  </a:lnTo>
                  <a:lnTo>
                    <a:pt x="797874" y="2505797"/>
                  </a:lnTo>
                  <a:lnTo>
                    <a:pt x="798211" y="2506370"/>
                  </a:lnTo>
                  <a:lnTo>
                    <a:pt x="798547" y="2506880"/>
                  </a:lnTo>
                  <a:lnTo>
                    <a:pt x="798884" y="2507277"/>
                  </a:lnTo>
                  <a:lnTo>
                    <a:pt x="799220" y="2507501"/>
                  </a:lnTo>
                  <a:lnTo>
                    <a:pt x="799557" y="2507697"/>
                  </a:lnTo>
                  <a:lnTo>
                    <a:pt x="799893" y="2507894"/>
                  </a:lnTo>
                  <a:lnTo>
                    <a:pt x="800229" y="2508090"/>
                  </a:lnTo>
                  <a:lnTo>
                    <a:pt x="800566" y="2508287"/>
                  </a:lnTo>
                  <a:lnTo>
                    <a:pt x="800902" y="2508483"/>
                  </a:lnTo>
                  <a:lnTo>
                    <a:pt x="801239" y="2508619"/>
                  </a:lnTo>
                  <a:lnTo>
                    <a:pt x="801575" y="2508635"/>
                  </a:lnTo>
                  <a:lnTo>
                    <a:pt x="801912" y="2508549"/>
                  </a:lnTo>
                  <a:lnTo>
                    <a:pt x="802248" y="2508452"/>
                  </a:lnTo>
                  <a:lnTo>
                    <a:pt x="802585" y="2508145"/>
                  </a:lnTo>
                  <a:lnTo>
                    <a:pt x="802921" y="2507839"/>
                  </a:lnTo>
                  <a:lnTo>
                    <a:pt x="803258" y="2507587"/>
                  </a:lnTo>
                  <a:lnTo>
                    <a:pt x="803594" y="2507434"/>
                  </a:lnTo>
                  <a:lnTo>
                    <a:pt x="803931" y="2507418"/>
                  </a:lnTo>
                  <a:lnTo>
                    <a:pt x="804267" y="2507533"/>
                  </a:lnTo>
                  <a:lnTo>
                    <a:pt x="804603" y="2507686"/>
                  </a:lnTo>
                  <a:lnTo>
                    <a:pt x="804940" y="2507839"/>
                  </a:lnTo>
                  <a:lnTo>
                    <a:pt x="805276" y="2507992"/>
                  </a:lnTo>
                  <a:lnTo>
                    <a:pt x="805613" y="2508145"/>
                  </a:lnTo>
                  <a:lnTo>
                    <a:pt x="805949" y="2508299"/>
                  </a:lnTo>
                  <a:lnTo>
                    <a:pt x="806286" y="2508452"/>
                  </a:lnTo>
                  <a:lnTo>
                    <a:pt x="806622" y="2508605"/>
                  </a:lnTo>
                  <a:lnTo>
                    <a:pt x="806959" y="2508880"/>
                  </a:lnTo>
                  <a:lnTo>
                    <a:pt x="807295" y="2509148"/>
                  </a:lnTo>
                  <a:lnTo>
                    <a:pt x="807632" y="2509301"/>
                  </a:lnTo>
                  <a:lnTo>
                    <a:pt x="807968" y="2509454"/>
                  </a:lnTo>
                  <a:lnTo>
                    <a:pt x="808305" y="2509607"/>
                  </a:lnTo>
                  <a:lnTo>
                    <a:pt x="808641" y="2509760"/>
                  </a:lnTo>
                  <a:lnTo>
                    <a:pt x="808977" y="2509776"/>
                  </a:lnTo>
                  <a:lnTo>
                    <a:pt x="809314" y="2509776"/>
                  </a:lnTo>
                  <a:lnTo>
                    <a:pt x="809650" y="2509776"/>
                  </a:lnTo>
                  <a:lnTo>
                    <a:pt x="809987" y="2509707"/>
                  </a:lnTo>
                  <a:lnTo>
                    <a:pt x="810323" y="2509416"/>
                  </a:lnTo>
                  <a:lnTo>
                    <a:pt x="810660" y="2509110"/>
                  </a:lnTo>
                  <a:lnTo>
                    <a:pt x="810996" y="2508804"/>
                  </a:lnTo>
                  <a:lnTo>
                    <a:pt x="811333" y="2508421"/>
                  </a:lnTo>
                  <a:lnTo>
                    <a:pt x="811669" y="2507962"/>
                  </a:lnTo>
                  <a:lnTo>
                    <a:pt x="812006" y="2507380"/>
                  </a:lnTo>
                  <a:lnTo>
                    <a:pt x="812342" y="2506806"/>
                  </a:lnTo>
                  <a:lnTo>
                    <a:pt x="812679" y="2506447"/>
                  </a:lnTo>
                  <a:lnTo>
                    <a:pt x="813015" y="2505871"/>
                  </a:lnTo>
                  <a:lnTo>
                    <a:pt x="813351" y="2505222"/>
                  </a:lnTo>
                  <a:lnTo>
                    <a:pt x="813688" y="2504536"/>
                  </a:lnTo>
                  <a:lnTo>
                    <a:pt x="814024" y="2503849"/>
                  </a:lnTo>
                  <a:lnTo>
                    <a:pt x="814361" y="2503269"/>
                  </a:lnTo>
                  <a:lnTo>
                    <a:pt x="814697" y="2502735"/>
                  </a:lnTo>
                  <a:lnTo>
                    <a:pt x="815034" y="2502258"/>
                  </a:lnTo>
                  <a:lnTo>
                    <a:pt x="815370" y="2501963"/>
                  </a:lnTo>
                  <a:lnTo>
                    <a:pt x="815707" y="2501681"/>
                  </a:lnTo>
                  <a:lnTo>
                    <a:pt x="816043" y="2501382"/>
                  </a:lnTo>
                  <a:lnTo>
                    <a:pt x="816380" y="2500946"/>
                  </a:lnTo>
                  <a:lnTo>
                    <a:pt x="816716" y="2500385"/>
                  </a:lnTo>
                  <a:lnTo>
                    <a:pt x="817053" y="2499831"/>
                  </a:lnTo>
                  <a:lnTo>
                    <a:pt x="817389" y="2499423"/>
                  </a:lnTo>
                  <a:lnTo>
                    <a:pt x="817725" y="2499087"/>
                  </a:lnTo>
                  <a:lnTo>
                    <a:pt x="818062" y="2498820"/>
                  </a:lnTo>
                  <a:lnTo>
                    <a:pt x="818398" y="2498567"/>
                  </a:lnTo>
                  <a:lnTo>
                    <a:pt x="818735" y="2497953"/>
                  </a:lnTo>
                  <a:lnTo>
                    <a:pt x="819071" y="2497274"/>
                  </a:lnTo>
                  <a:lnTo>
                    <a:pt x="819408" y="2496414"/>
                  </a:lnTo>
                  <a:lnTo>
                    <a:pt x="819744" y="2495524"/>
                  </a:lnTo>
                  <a:lnTo>
                    <a:pt x="820081" y="2494715"/>
                  </a:lnTo>
                  <a:lnTo>
                    <a:pt x="820417" y="2493907"/>
                  </a:lnTo>
                  <a:lnTo>
                    <a:pt x="820754" y="2493098"/>
                  </a:lnTo>
                  <a:lnTo>
                    <a:pt x="821090" y="2492134"/>
                  </a:lnTo>
                  <a:lnTo>
                    <a:pt x="821427" y="2491358"/>
                  </a:lnTo>
                  <a:lnTo>
                    <a:pt x="821763" y="2490856"/>
                  </a:lnTo>
                  <a:lnTo>
                    <a:pt x="822099" y="2490413"/>
                  </a:lnTo>
                  <a:lnTo>
                    <a:pt x="822436" y="2489867"/>
                  </a:lnTo>
                  <a:lnTo>
                    <a:pt x="822772" y="2489321"/>
                  </a:lnTo>
                  <a:lnTo>
                    <a:pt x="823109" y="2488928"/>
                  </a:lnTo>
                  <a:lnTo>
                    <a:pt x="823445" y="2488708"/>
                  </a:lnTo>
                  <a:lnTo>
                    <a:pt x="823782" y="2488586"/>
                  </a:lnTo>
                  <a:lnTo>
                    <a:pt x="824118" y="2488617"/>
                  </a:lnTo>
                  <a:lnTo>
                    <a:pt x="824455" y="2488662"/>
                  </a:lnTo>
                  <a:lnTo>
                    <a:pt x="824791" y="2488719"/>
                  </a:lnTo>
                  <a:lnTo>
                    <a:pt x="825128" y="2489025"/>
                  </a:lnTo>
                  <a:lnTo>
                    <a:pt x="825464" y="2489461"/>
                  </a:lnTo>
                  <a:lnTo>
                    <a:pt x="825800" y="2489920"/>
                  </a:lnTo>
                  <a:lnTo>
                    <a:pt x="826137" y="2490517"/>
                  </a:lnTo>
                  <a:lnTo>
                    <a:pt x="826473" y="2491214"/>
                  </a:lnTo>
                  <a:lnTo>
                    <a:pt x="826810" y="2491918"/>
                  </a:lnTo>
                  <a:lnTo>
                    <a:pt x="827146" y="2492337"/>
                  </a:lnTo>
                  <a:lnTo>
                    <a:pt x="827483" y="2492726"/>
                  </a:lnTo>
                  <a:lnTo>
                    <a:pt x="827819" y="2493077"/>
                  </a:lnTo>
                  <a:lnTo>
                    <a:pt x="828156" y="2493287"/>
                  </a:lnTo>
                  <a:lnTo>
                    <a:pt x="828492" y="2493388"/>
                  </a:lnTo>
                  <a:lnTo>
                    <a:pt x="828829" y="2493461"/>
                  </a:lnTo>
                  <a:lnTo>
                    <a:pt x="829165" y="2493527"/>
                  </a:lnTo>
                  <a:lnTo>
                    <a:pt x="829502" y="2493593"/>
                  </a:lnTo>
                  <a:lnTo>
                    <a:pt x="829838" y="2493834"/>
                  </a:lnTo>
                  <a:lnTo>
                    <a:pt x="830174" y="2494114"/>
                  </a:lnTo>
                  <a:lnTo>
                    <a:pt x="830511" y="2494399"/>
                  </a:lnTo>
                  <a:lnTo>
                    <a:pt x="830847" y="2494683"/>
                  </a:lnTo>
                  <a:lnTo>
                    <a:pt x="831184" y="2494968"/>
                  </a:lnTo>
                  <a:lnTo>
                    <a:pt x="831520" y="2495193"/>
                  </a:lnTo>
                  <a:lnTo>
                    <a:pt x="831857" y="2495338"/>
                  </a:lnTo>
                  <a:lnTo>
                    <a:pt x="832193" y="2495360"/>
                  </a:lnTo>
                  <a:lnTo>
                    <a:pt x="832530" y="2495490"/>
                  </a:lnTo>
                  <a:lnTo>
                    <a:pt x="832866" y="2495455"/>
                  </a:lnTo>
                  <a:lnTo>
                    <a:pt x="833203" y="2495286"/>
                  </a:lnTo>
                  <a:lnTo>
                    <a:pt x="833539" y="2495160"/>
                  </a:lnTo>
                  <a:lnTo>
                    <a:pt x="833876" y="2495035"/>
                  </a:lnTo>
                  <a:lnTo>
                    <a:pt x="834212" y="2494909"/>
                  </a:lnTo>
                  <a:lnTo>
                    <a:pt x="834548" y="2494783"/>
                  </a:lnTo>
                  <a:lnTo>
                    <a:pt x="834885" y="2494457"/>
                  </a:lnTo>
                  <a:lnTo>
                    <a:pt x="835221" y="2493923"/>
                  </a:lnTo>
                  <a:lnTo>
                    <a:pt x="835558" y="2493188"/>
                  </a:lnTo>
                  <a:lnTo>
                    <a:pt x="835894" y="2492435"/>
                  </a:lnTo>
                  <a:lnTo>
                    <a:pt x="836231" y="2491681"/>
                  </a:lnTo>
                  <a:lnTo>
                    <a:pt x="836567" y="2490802"/>
                  </a:lnTo>
                  <a:lnTo>
                    <a:pt x="836904" y="2489835"/>
                  </a:lnTo>
                  <a:lnTo>
                    <a:pt x="837240" y="2488956"/>
                  </a:lnTo>
                  <a:lnTo>
                    <a:pt x="837577" y="2488055"/>
                  </a:lnTo>
                  <a:lnTo>
                    <a:pt x="837913" y="2487240"/>
                  </a:lnTo>
                  <a:lnTo>
                    <a:pt x="838250" y="2486679"/>
                  </a:lnTo>
                  <a:lnTo>
                    <a:pt x="838586" y="2485933"/>
                  </a:lnTo>
                  <a:lnTo>
                    <a:pt x="838922" y="2485205"/>
                  </a:lnTo>
                  <a:lnTo>
                    <a:pt x="839259" y="2484592"/>
                  </a:lnTo>
                  <a:lnTo>
                    <a:pt x="839595" y="2483980"/>
                  </a:lnTo>
                  <a:lnTo>
                    <a:pt x="839932" y="2483368"/>
                  </a:lnTo>
                  <a:lnTo>
                    <a:pt x="840268" y="2482801"/>
                  </a:lnTo>
                  <a:lnTo>
                    <a:pt x="840605" y="2482327"/>
                  </a:lnTo>
                  <a:lnTo>
                    <a:pt x="840941" y="2481715"/>
                  </a:lnTo>
                  <a:lnTo>
                    <a:pt x="841278" y="2481102"/>
                  </a:lnTo>
                  <a:lnTo>
                    <a:pt x="841614" y="2480643"/>
                  </a:lnTo>
                  <a:lnTo>
                    <a:pt x="841951" y="2480322"/>
                  </a:lnTo>
                  <a:lnTo>
                    <a:pt x="842287" y="2479939"/>
                  </a:lnTo>
                  <a:lnTo>
                    <a:pt x="842624" y="2479480"/>
                  </a:lnTo>
                  <a:lnTo>
                    <a:pt x="842960" y="2479158"/>
                  </a:lnTo>
                  <a:lnTo>
                    <a:pt x="843296" y="2478852"/>
                  </a:lnTo>
                  <a:lnTo>
                    <a:pt x="843633" y="2478546"/>
                  </a:lnTo>
                  <a:lnTo>
                    <a:pt x="843969" y="2478240"/>
                  </a:lnTo>
                  <a:lnTo>
                    <a:pt x="844306" y="2477934"/>
                  </a:lnTo>
                  <a:lnTo>
                    <a:pt x="844642" y="2477597"/>
                  </a:lnTo>
                  <a:lnTo>
                    <a:pt x="844979" y="2477138"/>
                  </a:lnTo>
                  <a:lnTo>
                    <a:pt x="845315" y="2476679"/>
                  </a:lnTo>
                  <a:lnTo>
                    <a:pt x="845652" y="2476235"/>
                  </a:lnTo>
                  <a:lnTo>
                    <a:pt x="845988" y="2475959"/>
                  </a:lnTo>
                  <a:lnTo>
                    <a:pt x="846325" y="2475822"/>
                  </a:lnTo>
                  <a:lnTo>
                    <a:pt x="846661" y="2475667"/>
                  </a:lnTo>
                  <a:lnTo>
                    <a:pt x="846998" y="2475488"/>
                  </a:lnTo>
                  <a:lnTo>
                    <a:pt x="847334" y="2475345"/>
                  </a:lnTo>
                  <a:lnTo>
                    <a:pt x="847670" y="2475278"/>
                  </a:lnTo>
                  <a:lnTo>
                    <a:pt x="848007" y="2475211"/>
                  </a:lnTo>
                  <a:lnTo>
                    <a:pt x="848343" y="2475145"/>
                  </a:lnTo>
                  <a:lnTo>
                    <a:pt x="848680" y="2475078"/>
                  </a:lnTo>
                  <a:lnTo>
                    <a:pt x="849016" y="2475011"/>
                  </a:lnTo>
                  <a:lnTo>
                    <a:pt x="849353" y="2474944"/>
                  </a:lnTo>
                  <a:lnTo>
                    <a:pt x="849689" y="2474908"/>
                  </a:lnTo>
                  <a:lnTo>
                    <a:pt x="850026" y="2474995"/>
                  </a:lnTo>
                  <a:lnTo>
                    <a:pt x="850362" y="2475081"/>
                  </a:lnTo>
                  <a:lnTo>
                    <a:pt x="850699" y="2475167"/>
                  </a:lnTo>
                  <a:lnTo>
                    <a:pt x="851035" y="2475228"/>
                  </a:lnTo>
                  <a:lnTo>
                    <a:pt x="851372" y="2475176"/>
                  </a:lnTo>
                  <a:lnTo>
                    <a:pt x="851708" y="2475020"/>
                  </a:lnTo>
                  <a:lnTo>
                    <a:pt x="852044" y="2474895"/>
                  </a:lnTo>
                  <a:lnTo>
                    <a:pt x="852381" y="2474895"/>
                  </a:lnTo>
                  <a:lnTo>
                    <a:pt x="852717" y="2474895"/>
                  </a:lnTo>
                  <a:lnTo>
                    <a:pt x="853054" y="2474895"/>
                  </a:lnTo>
                  <a:lnTo>
                    <a:pt x="853390" y="2474895"/>
                  </a:lnTo>
                  <a:lnTo>
                    <a:pt x="853727" y="2474895"/>
                  </a:lnTo>
                  <a:lnTo>
                    <a:pt x="854063" y="2474895"/>
                  </a:lnTo>
                  <a:lnTo>
                    <a:pt x="854400" y="2474895"/>
                  </a:lnTo>
                  <a:lnTo>
                    <a:pt x="854736" y="2474826"/>
                  </a:lnTo>
                  <a:lnTo>
                    <a:pt x="855073" y="2474726"/>
                  </a:lnTo>
                  <a:lnTo>
                    <a:pt x="855409" y="2474726"/>
                  </a:lnTo>
                  <a:lnTo>
                    <a:pt x="855746" y="2474514"/>
                  </a:lnTo>
                  <a:lnTo>
                    <a:pt x="856082" y="2474205"/>
                  </a:lnTo>
                  <a:lnTo>
                    <a:pt x="856418" y="2473869"/>
                  </a:lnTo>
                  <a:lnTo>
                    <a:pt x="856755" y="2473757"/>
                  </a:lnTo>
                  <a:lnTo>
                    <a:pt x="857091" y="2473552"/>
                  </a:lnTo>
                  <a:lnTo>
                    <a:pt x="857428" y="2473194"/>
                  </a:lnTo>
                  <a:lnTo>
                    <a:pt x="857764" y="2472995"/>
                  </a:lnTo>
                  <a:lnTo>
                    <a:pt x="858101" y="2472802"/>
                  </a:lnTo>
                  <a:lnTo>
                    <a:pt x="858437" y="2472423"/>
                  </a:lnTo>
                  <a:lnTo>
                    <a:pt x="858774" y="2471944"/>
                  </a:lnTo>
                  <a:lnTo>
                    <a:pt x="859110" y="2471204"/>
                  </a:lnTo>
                  <a:lnTo>
                    <a:pt x="859447" y="2470540"/>
                  </a:lnTo>
                  <a:lnTo>
                    <a:pt x="859783" y="2469903"/>
                  </a:lnTo>
                  <a:lnTo>
                    <a:pt x="860119" y="2469210"/>
                  </a:lnTo>
                  <a:lnTo>
                    <a:pt x="860456" y="2468458"/>
                  </a:lnTo>
                  <a:lnTo>
                    <a:pt x="860792" y="2467772"/>
                  </a:lnTo>
                  <a:lnTo>
                    <a:pt x="861129" y="2467210"/>
                  </a:lnTo>
                  <a:lnTo>
                    <a:pt x="861465" y="2466718"/>
                  </a:lnTo>
                  <a:lnTo>
                    <a:pt x="861802" y="2466168"/>
                  </a:lnTo>
                  <a:lnTo>
                    <a:pt x="862138" y="2465697"/>
                  </a:lnTo>
                  <a:lnTo>
                    <a:pt x="862475" y="2465232"/>
                  </a:lnTo>
                  <a:lnTo>
                    <a:pt x="862811" y="2464583"/>
                  </a:lnTo>
                  <a:lnTo>
                    <a:pt x="863148" y="2464017"/>
                  </a:lnTo>
                  <a:lnTo>
                    <a:pt x="863484" y="2463563"/>
                  </a:lnTo>
                  <a:lnTo>
                    <a:pt x="863821" y="2463207"/>
                  </a:lnTo>
                  <a:lnTo>
                    <a:pt x="864157" y="2462976"/>
                  </a:lnTo>
                  <a:lnTo>
                    <a:pt x="864493" y="2462752"/>
                  </a:lnTo>
                  <a:lnTo>
                    <a:pt x="864830" y="2462477"/>
                  </a:lnTo>
                  <a:lnTo>
                    <a:pt x="865166" y="2462324"/>
                  </a:lnTo>
                  <a:lnTo>
                    <a:pt x="865503" y="2462326"/>
                  </a:lnTo>
                  <a:lnTo>
                    <a:pt x="865839" y="2462395"/>
                  </a:lnTo>
                  <a:lnTo>
                    <a:pt x="866176" y="2462376"/>
                  </a:lnTo>
                  <a:lnTo>
                    <a:pt x="866512" y="2462462"/>
                  </a:lnTo>
                  <a:lnTo>
                    <a:pt x="866849" y="2462583"/>
                  </a:lnTo>
                  <a:lnTo>
                    <a:pt x="867185" y="2462705"/>
                  </a:lnTo>
                  <a:lnTo>
                    <a:pt x="867522" y="2462827"/>
                  </a:lnTo>
                  <a:lnTo>
                    <a:pt x="867858" y="2462948"/>
                  </a:lnTo>
                  <a:lnTo>
                    <a:pt x="868195" y="2462957"/>
                  </a:lnTo>
                  <a:lnTo>
                    <a:pt x="868531" y="2462959"/>
                  </a:lnTo>
                  <a:lnTo>
                    <a:pt x="868867" y="2462970"/>
                  </a:lnTo>
                  <a:lnTo>
                    <a:pt x="869204" y="2462970"/>
                  </a:lnTo>
                  <a:lnTo>
                    <a:pt x="869540" y="2462981"/>
                  </a:lnTo>
                  <a:lnTo>
                    <a:pt x="869877" y="2463201"/>
                  </a:lnTo>
                  <a:lnTo>
                    <a:pt x="870213" y="2463421"/>
                  </a:lnTo>
                  <a:lnTo>
                    <a:pt x="870550" y="2463576"/>
                  </a:lnTo>
                  <a:lnTo>
                    <a:pt x="870886" y="2463601"/>
                  </a:lnTo>
                  <a:lnTo>
                    <a:pt x="871223" y="2463627"/>
                  </a:lnTo>
                  <a:lnTo>
                    <a:pt x="871559" y="2463514"/>
                  </a:lnTo>
                  <a:lnTo>
                    <a:pt x="871896" y="2463208"/>
                  </a:lnTo>
                  <a:lnTo>
                    <a:pt x="872232" y="2462902"/>
                  </a:lnTo>
                  <a:lnTo>
                    <a:pt x="872569" y="2462595"/>
                  </a:lnTo>
                  <a:lnTo>
                    <a:pt x="872905" y="2462289"/>
                  </a:lnTo>
                  <a:lnTo>
                    <a:pt x="873241" y="2462121"/>
                  </a:lnTo>
                  <a:lnTo>
                    <a:pt x="873578" y="2461968"/>
                  </a:lnTo>
                  <a:lnTo>
                    <a:pt x="873914" y="2461830"/>
                  </a:lnTo>
                  <a:lnTo>
                    <a:pt x="874251" y="2461830"/>
                  </a:lnTo>
                  <a:lnTo>
                    <a:pt x="874587" y="2461868"/>
                  </a:lnTo>
                  <a:lnTo>
                    <a:pt x="874924" y="2462021"/>
                  </a:lnTo>
                  <a:lnTo>
                    <a:pt x="875260" y="2462174"/>
                  </a:lnTo>
                  <a:lnTo>
                    <a:pt x="875597" y="2462328"/>
                  </a:lnTo>
                  <a:lnTo>
                    <a:pt x="875933" y="2462481"/>
                  </a:lnTo>
                  <a:lnTo>
                    <a:pt x="876270" y="2462634"/>
                  </a:lnTo>
                  <a:lnTo>
                    <a:pt x="876606" y="2462787"/>
                  </a:lnTo>
                  <a:lnTo>
                    <a:pt x="876943" y="2462940"/>
                  </a:lnTo>
                  <a:lnTo>
                    <a:pt x="877279" y="2463162"/>
                  </a:lnTo>
                  <a:lnTo>
                    <a:pt x="877615" y="2463606"/>
                  </a:lnTo>
                  <a:lnTo>
                    <a:pt x="877952" y="2464065"/>
                  </a:lnTo>
                  <a:lnTo>
                    <a:pt x="878288" y="2464616"/>
                  </a:lnTo>
                  <a:lnTo>
                    <a:pt x="878625" y="2465305"/>
                  </a:lnTo>
                  <a:lnTo>
                    <a:pt x="878961" y="2466070"/>
                  </a:lnTo>
                  <a:lnTo>
                    <a:pt x="879298" y="2466835"/>
                  </a:lnTo>
                  <a:lnTo>
                    <a:pt x="879634" y="2467563"/>
                  </a:lnTo>
                  <a:lnTo>
                    <a:pt x="879971" y="2468075"/>
                  </a:lnTo>
                  <a:lnTo>
                    <a:pt x="880307" y="2468804"/>
                  </a:lnTo>
                  <a:lnTo>
                    <a:pt x="880644" y="2469606"/>
                  </a:lnTo>
                  <a:lnTo>
                    <a:pt x="880980" y="2470445"/>
                  </a:lnTo>
                  <a:lnTo>
                    <a:pt x="881317" y="2471285"/>
                  </a:lnTo>
                  <a:lnTo>
                    <a:pt x="881653" y="2472125"/>
                  </a:lnTo>
                  <a:lnTo>
                    <a:pt x="881989" y="2472911"/>
                  </a:lnTo>
                  <a:lnTo>
                    <a:pt x="882326" y="2473542"/>
                  </a:lnTo>
                  <a:lnTo>
                    <a:pt x="882662" y="2473875"/>
                  </a:lnTo>
                  <a:lnTo>
                    <a:pt x="882999" y="2474157"/>
                  </a:lnTo>
                  <a:lnTo>
                    <a:pt x="883335" y="2474365"/>
                  </a:lnTo>
                  <a:lnTo>
                    <a:pt x="883672" y="2474647"/>
                  </a:lnTo>
                  <a:lnTo>
                    <a:pt x="884008" y="2475055"/>
                  </a:lnTo>
                  <a:lnTo>
                    <a:pt x="884345" y="2475402"/>
                  </a:lnTo>
                  <a:lnTo>
                    <a:pt x="884681" y="2475657"/>
                  </a:lnTo>
                  <a:lnTo>
                    <a:pt x="885018" y="2475841"/>
                  </a:lnTo>
                  <a:lnTo>
                    <a:pt x="885354" y="2475954"/>
                  </a:lnTo>
                  <a:lnTo>
                    <a:pt x="885691" y="2476054"/>
                  </a:lnTo>
                  <a:lnTo>
                    <a:pt x="886027" y="2476360"/>
                  </a:lnTo>
                  <a:lnTo>
                    <a:pt x="886363" y="2476666"/>
                  </a:lnTo>
                  <a:lnTo>
                    <a:pt x="886700" y="2476965"/>
                  </a:lnTo>
                  <a:lnTo>
                    <a:pt x="887036" y="2477171"/>
                  </a:lnTo>
                  <a:lnTo>
                    <a:pt x="887373" y="2477477"/>
                  </a:lnTo>
                  <a:lnTo>
                    <a:pt x="887709" y="2477898"/>
                  </a:lnTo>
                  <a:lnTo>
                    <a:pt x="888046" y="2478358"/>
                  </a:lnTo>
                  <a:lnTo>
                    <a:pt x="888382" y="2479016"/>
                  </a:lnTo>
                  <a:lnTo>
                    <a:pt x="888719" y="2479551"/>
                  </a:lnTo>
                  <a:lnTo>
                    <a:pt x="889055" y="2479858"/>
                  </a:lnTo>
                  <a:lnTo>
                    <a:pt x="889392" y="2480225"/>
                  </a:lnTo>
                  <a:lnTo>
                    <a:pt x="889728" y="2480684"/>
                  </a:lnTo>
                  <a:lnTo>
                    <a:pt x="890065" y="2481143"/>
                  </a:lnTo>
                  <a:lnTo>
                    <a:pt x="890401" y="2481450"/>
                  </a:lnTo>
                  <a:lnTo>
                    <a:pt x="890737" y="2481664"/>
                  </a:lnTo>
                  <a:lnTo>
                    <a:pt x="891074" y="2481687"/>
                  </a:lnTo>
                  <a:lnTo>
                    <a:pt x="891410" y="2481679"/>
                  </a:lnTo>
                  <a:lnTo>
                    <a:pt x="891747" y="2481661"/>
                  </a:lnTo>
                  <a:lnTo>
                    <a:pt x="892083" y="2481709"/>
                  </a:lnTo>
                  <a:lnTo>
                    <a:pt x="892420" y="2481690"/>
                  </a:lnTo>
                  <a:lnTo>
                    <a:pt x="892756" y="2481658"/>
                  </a:lnTo>
                  <a:lnTo>
                    <a:pt x="893093" y="2481627"/>
                  </a:lnTo>
                  <a:lnTo>
                    <a:pt x="893429" y="2481397"/>
                  </a:lnTo>
                  <a:lnTo>
                    <a:pt x="893766" y="2480978"/>
                  </a:lnTo>
                  <a:lnTo>
                    <a:pt x="894102" y="2480427"/>
                  </a:lnTo>
                  <a:lnTo>
                    <a:pt x="894438" y="2479838"/>
                  </a:lnTo>
                  <a:lnTo>
                    <a:pt x="894775" y="2479249"/>
                  </a:lnTo>
                  <a:lnTo>
                    <a:pt x="895111" y="2478661"/>
                  </a:lnTo>
                  <a:lnTo>
                    <a:pt x="895448" y="2478072"/>
                  </a:lnTo>
                  <a:lnTo>
                    <a:pt x="895784" y="2477483"/>
                  </a:lnTo>
                  <a:lnTo>
                    <a:pt x="896121" y="2477001"/>
                  </a:lnTo>
                  <a:lnTo>
                    <a:pt x="896457" y="2476545"/>
                  </a:lnTo>
                  <a:lnTo>
                    <a:pt x="896794" y="2476227"/>
                  </a:lnTo>
                  <a:lnTo>
                    <a:pt x="897130" y="2475969"/>
                  </a:lnTo>
                  <a:lnTo>
                    <a:pt x="897467" y="2475757"/>
                  </a:lnTo>
                  <a:lnTo>
                    <a:pt x="897803" y="2475298"/>
                  </a:lnTo>
                  <a:lnTo>
                    <a:pt x="898140" y="2474839"/>
                  </a:lnTo>
                  <a:lnTo>
                    <a:pt x="898476" y="2474380"/>
                  </a:lnTo>
                  <a:lnTo>
                    <a:pt x="898812" y="2474020"/>
                  </a:lnTo>
                  <a:lnTo>
                    <a:pt x="899149" y="2473928"/>
                  </a:lnTo>
                  <a:lnTo>
                    <a:pt x="899485" y="2473967"/>
                  </a:lnTo>
                  <a:lnTo>
                    <a:pt x="899822" y="2473752"/>
                  </a:lnTo>
                  <a:lnTo>
                    <a:pt x="900158" y="2473539"/>
                  </a:lnTo>
                  <a:lnTo>
                    <a:pt x="900495" y="2473197"/>
                  </a:lnTo>
                  <a:lnTo>
                    <a:pt x="900831" y="2472260"/>
                  </a:lnTo>
                  <a:lnTo>
                    <a:pt x="901168" y="2470868"/>
                  </a:lnTo>
                  <a:lnTo>
                    <a:pt x="901504" y="2469431"/>
                  </a:lnTo>
                  <a:lnTo>
                    <a:pt x="901841" y="2467769"/>
                  </a:lnTo>
                  <a:lnTo>
                    <a:pt x="902177" y="2465820"/>
                  </a:lnTo>
                  <a:lnTo>
                    <a:pt x="902514" y="2463815"/>
                  </a:lnTo>
                  <a:lnTo>
                    <a:pt x="902850" y="2461948"/>
                  </a:lnTo>
                  <a:lnTo>
                    <a:pt x="903186" y="2460081"/>
                  </a:lnTo>
                  <a:lnTo>
                    <a:pt x="903523" y="2458205"/>
                  </a:lnTo>
                  <a:lnTo>
                    <a:pt x="903859" y="2456397"/>
                  </a:lnTo>
                  <a:lnTo>
                    <a:pt x="904196" y="2454737"/>
                  </a:lnTo>
                  <a:lnTo>
                    <a:pt x="904532" y="2452669"/>
                  </a:lnTo>
                  <a:lnTo>
                    <a:pt x="904869" y="2450805"/>
                  </a:lnTo>
                  <a:lnTo>
                    <a:pt x="905205" y="2448346"/>
                  </a:lnTo>
                  <a:lnTo>
                    <a:pt x="905542" y="2446275"/>
                  </a:lnTo>
                  <a:lnTo>
                    <a:pt x="905878" y="2444858"/>
                  </a:lnTo>
                  <a:lnTo>
                    <a:pt x="906215" y="2443795"/>
                  </a:lnTo>
                  <a:lnTo>
                    <a:pt x="906551" y="2443129"/>
                  </a:lnTo>
                  <a:lnTo>
                    <a:pt x="906888" y="2442788"/>
                  </a:lnTo>
                  <a:lnTo>
                    <a:pt x="907224" y="2442811"/>
                  </a:lnTo>
                  <a:lnTo>
                    <a:pt x="907560" y="2443013"/>
                  </a:lnTo>
                  <a:lnTo>
                    <a:pt x="907897" y="2442933"/>
                  </a:lnTo>
                  <a:lnTo>
                    <a:pt x="908233" y="2443020"/>
                  </a:lnTo>
                  <a:lnTo>
                    <a:pt x="908570" y="2443098"/>
                  </a:lnTo>
                  <a:lnTo>
                    <a:pt x="908906" y="2443031"/>
                  </a:lnTo>
                  <a:lnTo>
                    <a:pt x="909243" y="2442738"/>
                  </a:lnTo>
                  <a:lnTo>
                    <a:pt x="909579" y="2442548"/>
                  </a:lnTo>
                  <a:lnTo>
                    <a:pt x="909916" y="2442562"/>
                  </a:lnTo>
                  <a:lnTo>
                    <a:pt x="910252" y="2442283"/>
                  </a:lnTo>
                  <a:lnTo>
                    <a:pt x="910589" y="2441872"/>
                  </a:lnTo>
                  <a:lnTo>
                    <a:pt x="910925" y="2441412"/>
                  </a:lnTo>
                  <a:lnTo>
                    <a:pt x="911262" y="2440935"/>
                  </a:lnTo>
                  <a:lnTo>
                    <a:pt x="911598" y="2440562"/>
                  </a:lnTo>
                  <a:lnTo>
                    <a:pt x="911934" y="2440152"/>
                  </a:lnTo>
                  <a:lnTo>
                    <a:pt x="912271" y="2440012"/>
                  </a:lnTo>
                  <a:lnTo>
                    <a:pt x="912607" y="2439874"/>
                  </a:lnTo>
                  <a:lnTo>
                    <a:pt x="912944" y="2439743"/>
                  </a:lnTo>
                  <a:lnTo>
                    <a:pt x="913280" y="2439467"/>
                  </a:lnTo>
                  <a:lnTo>
                    <a:pt x="913617" y="2439074"/>
                  </a:lnTo>
                  <a:lnTo>
                    <a:pt x="913953" y="2438590"/>
                  </a:lnTo>
                  <a:lnTo>
                    <a:pt x="914290" y="2438057"/>
                  </a:lnTo>
                  <a:lnTo>
                    <a:pt x="914626" y="2437376"/>
                  </a:lnTo>
                  <a:lnTo>
                    <a:pt x="914963" y="2436380"/>
                  </a:lnTo>
                  <a:lnTo>
                    <a:pt x="915299" y="2435349"/>
                  </a:lnTo>
                  <a:lnTo>
                    <a:pt x="915636" y="2434341"/>
                  </a:lnTo>
                  <a:lnTo>
                    <a:pt x="915972" y="2433282"/>
                  </a:lnTo>
                  <a:lnTo>
                    <a:pt x="916308" y="2432219"/>
                  </a:lnTo>
                  <a:lnTo>
                    <a:pt x="916645" y="2431194"/>
                  </a:lnTo>
                  <a:lnTo>
                    <a:pt x="916981" y="2430177"/>
                  </a:lnTo>
                  <a:lnTo>
                    <a:pt x="917318" y="2429124"/>
                  </a:lnTo>
                  <a:lnTo>
                    <a:pt x="917654" y="2428111"/>
                  </a:lnTo>
                  <a:lnTo>
                    <a:pt x="917991" y="2427311"/>
                  </a:lnTo>
                  <a:lnTo>
                    <a:pt x="918327" y="2426535"/>
                  </a:lnTo>
                  <a:lnTo>
                    <a:pt x="918664" y="2425905"/>
                  </a:lnTo>
                  <a:lnTo>
                    <a:pt x="919000" y="2425440"/>
                  </a:lnTo>
                  <a:lnTo>
                    <a:pt x="919337" y="2425132"/>
                  </a:lnTo>
                  <a:lnTo>
                    <a:pt x="919673" y="2424901"/>
                  </a:lnTo>
                  <a:lnTo>
                    <a:pt x="920010" y="2424894"/>
                  </a:lnTo>
                  <a:lnTo>
                    <a:pt x="920346" y="2425053"/>
                  </a:lnTo>
                  <a:lnTo>
                    <a:pt x="920682" y="2425227"/>
                  </a:lnTo>
                  <a:lnTo>
                    <a:pt x="921019" y="2425398"/>
                  </a:lnTo>
                  <a:lnTo>
                    <a:pt x="921355" y="2425551"/>
                  </a:lnTo>
                  <a:lnTo>
                    <a:pt x="921692" y="2425703"/>
                  </a:lnTo>
                  <a:lnTo>
                    <a:pt x="922028" y="2425925"/>
                  </a:lnTo>
                  <a:lnTo>
                    <a:pt x="922365" y="2426231"/>
                  </a:lnTo>
                  <a:lnTo>
                    <a:pt x="922701" y="2426612"/>
                  </a:lnTo>
                  <a:lnTo>
                    <a:pt x="923038" y="2427070"/>
                  </a:lnTo>
                  <a:lnTo>
                    <a:pt x="923374" y="2427665"/>
                  </a:lnTo>
                  <a:lnTo>
                    <a:pt x="923711" y="2428233"/>
                  </a:lnTo>
                  <a:lnTo>
                    <a:pt x="924047" y="2428660"/>
                  </a:lnTo>
                  <a:lnTo>
                    <a:pt x="924383" y="2429093"/>
                  </a:lnTo>
                  <a:lnTo>
                    <a:pt x="924720" y="2429553"/>
                  </a:lnTo>
                  <a:lnTo>
                    <a:pt x="925056" y="2429751"/>
                  </a:lnTo>
                  <a:lnTo>
                    <a:pt x="925393" y="2429945"/>
                  </a:lnTo>
                  <a:lnTo>
                    <a:pt x="925729" y="2430222"/>
                  </a:lnTo>
                  <a:lnTo>
                    <a:pt x="926066" y="2430633"/>
                  </a:lnTo>
                  <a:lnTo>
                    <a:pt x="926402" y="2431295"/>
                  </a:lnTo>
                  <a:lnTo>
                    <a:pt x="926739" y="2431963"/>
                  </a:lnTo>
                  <a:lnTo>
                    <a:pt x="927075" y="2432606"/>
                  </a:lnTo>
                  <a:lnTo>
                    <a:pt x="927412" y="2433263"/>
                  </a:lnTo>
                  <a:lnTo>
                    <a:pt x="927748" y="2433890"/>
                  </a:lnTo>
                  <a:lnTo>
                    <a:pt x="928085" y="2434443"/>
                  </a:lnTo>
                  <a:lnTo>
                    <a:pt x="928421" y="2434793"/>
                  </a:lnTo>
                  <a:lnTo>
                    <a:pt x="928757" y="2435143"/>
                  </a:lnTo>
                  <a:lnTo>
                    <a:pt x="929094" y="2435487"/>
                  </a:lnTo>
                  <a:lnTo>
                    <a:pt x="929430" y="2435878"/>
                  </a:lnTo>
                  <a:lnTo>
                    <a:pt x="929767" y="2436409"/>
                  </a:lnTo>
                  <a:lnTo>
                    <a:pt x="930103" y="2437123"/>
                  </a:lnTo>
                  <a:lnTo>
                    <a:pt x="930440" y="2437754"/>
                  </a:lnTo>
                  <a:lnTo>
                    <a:pt x="930776" y="2438167"/>
                  </a:lnTo>
                  <a:lnTo>
                    <a:pt x="931113" y="2438386"/>
                  </a:lnTo>
                  <a:lnTo>
                    <a:pt x="931449" y="2438240"/>
                  </a:lnTo>
                  <a:lnTo>
                    <a:pt x="931786" y="2438087"/>
                  </a:lnTo>
                  <a:lnTo>
                    <a:pt x="932122" y="2437904"/>
                  </a:lnTo>
                  <a:lnTo>
                    <a:pt x="932459" y="2437598"/>
                  </a:lnTo>
                  <a:lnTo>
                    <a:pt x="932795" y="2437175"/>
                  </a:lnTo>
                  <a:lnTo>
                    <a:pt x="933131" y="2436666"/>
                  </a:lnTo>
                  <a:lnTo>
                    <a:pt x="933468" y="2436073"/>
                  </a:lnTo>
                  <a:lnTo>
                    <a:pt x="933804" y="2435457"/>
                  </a:lnTo>
                  <a:lnTo>
                    <a:pt x="934141" y="2434734"/>
                  </a:lnTo>
                  <a:lnTo>
                    <a:pt x="934477" y="2433957"/>
                  </a:lnTo>
                  <a:lnTo>
                    <a:pt x="934814" y="2433172"/>
                  </a:lnTo>
                  <a:lnTo>
                    <a:pt x="935150" y="2432242"/>
                  </a:lnTo>
                  <a:lnTo>
                    <a:pt x="935487" y="2431424"/>
                  </a:lnTo>
                  <a:lnTo>
                    <a:pt x="935823" y="2430727"/>
                  </a:lnTo>
                  <a:lnTo>
                    <a:pt x="936160" y="2430088"/>
                  </a:lnTo>
                  <a:lnTo>
                    <a:pt x="936496" y="2429715"/>
                  </a:lnTo>
                  <a:lnTo>
                    <a:pt x="936833" y="2429342"/>
                  </a:lnTo>
                  <a:lnTo>
                    <a:pt x="937169" y="2428969"/>
                  </a:lnTo>
                  <a:lnTo>
                    <a:pt x="937505" y="2428596"/>
                  </a:lnTo>
                  <a:lnTo>
                    <a:pt x="937842" y="2428112"/>
                  </a:lnTo>
                  <a:lnTo>
                    <a:pt x="938178" y="2427696"/>
                  </a:lnTo>
                  <a:lnTo>
                    <a:pt x="938515" y="2427364"/>
                  </a:lnTo>
                  <a:lnTo>
                    <a:pt x="938851" y="2427056"/>
                  </a:lnTo>
                  <a:lnTo>
                    <a:pt x="939188" y="2427003"/>
                  </a:lnTo>
                  <a:lnTo>
                    <a:pt x="939524" y="2427003"/>
                  </a:lnTo>
                  <a:lnTo>
                    <a:pt x="939861" y="2427011"/>
                  </a:lnTo>
                  <a:lnTo>
                    <a:pt x="940197" y="2427164"/>
                  </a:lnTo>
                  <a:lnTo>
                    <a:pt x="940534" y="2427179"/>
                  </a:lnTo>
                  <a:lnTo>
                    <a:pt x="940870" y="2427179"/>
                  </a:lnTo>
                  <a:lnTo>
                    <a:pt x="941207" y="2427164"/>
                  </a:lnTo>
                  <a:lnTo>
                    <a:pt x="941543" y="2427011"/>
                  </a:lnTo>
                  <a:lnTo>
                    <a:pt x="941879" y="2426857"/>
                  </a:lnTo>
                  <a:lnTo>
                    <a:pt x="942216" y="2426704"/>
                  </a:lnTo>
                  <a:lnTo>
                    <a:pt x="942552" y="2426475"/>
                  </a:lnTo>
                  <a:lnTo>
                    <a:pt x="942889" y="2426115"/>
                  </a:lnTo>
                  <a:lnTo>
                    <a:pt x="943225" y="2425518"/>
                  </a:lnTo>
                  <a:lnTo>
                    <a:pt x="943562" y="2424753"/>
                  </a:lnTo>
                  <a:lnTo>
                    <a:pt x="943898" y="2423987"/>
                  </a:lnTo>
                  <a:lnTo>
                    <a:pt x="944235" y="2423222"/>
                  </a:lnTo>
                  <a:lnTo>
                    <a:pt x="944571" y="2422457"/>
                  </a:lnTo>
                  <a:lnTo>
                    <a:pt x="944908" y="2421691"/>
                  </a:lnTo>
                  <a:lnTo>
                    <a:pt x="945244" y="2420926"/>
                  </a:lnTo>
                  <a:lnTo>
                    <a:pt x="945581" y="2420023"/>
                  </a:lnTo>
                  <a:lnTo>
                    <a:pt x="945917" y="2418875"/>
                  </a:lnTo>
                  <a:lnTo>
                    <a:pt x="946253" y="2417650"/>
                  </a:lnTo>
                  <a:lnTo>
                    <a:pt x="946590" y="2416357"/>
                  </a:lnTo>
                  <a:lnTo>
                    <a:pt x="946926" y="2414979"/>
                  </a:lnTo>
                  <a:lnTo>
                    <a:pt x="947263" y="2413487"/>
                  </a:lnTo>
                  <a:lnTo>
                    <a:pt x="947599" y="2412033"/>
                  </a:lnTo>
                  <a:lnTo>
                    <a:pt x="947936" y="2410770"/>
                  </a:lnTo>
                  <a:lnTo>
                    <a:pt x="948272" y="2409683"/>
                  </a:lnTo>
                  <a:lnTo>
                    <a:pt x="948609" y="2408665"/>
                  </a:lnTo>
                  <a:lnTo>
                    <a:pt x="948945" y="2407594"/>
                  </a:lnTo>
                  <a:lnTo>
                    <a:pt x="949282" y="2406576"/>
                  </a:lnTo>
                  <a:lnTo>
                    <a:pt x="949618" y="2405527"/>
                  </a:lnTo>
                  <a:lnTo>
                    <a:pt x="949955" y="2404387"/>
                  </a:lnTo>
                  <a:lnTo>
                    <a:pt x="950291" y="2403139"/>
                  </a:lnTo>
                  <a:lnTo>
                    <a:pt x="950627" y="2401808"/>
                  </a:lnTo>
                  <a:lnTo>
                    <a:pt x="950964" y="2400660"/>
                  </a:lnTo>
                  <a:lnTo>
                    <a:pt x="951300" y="2399588"/>
                  </a:lnTo>
                  <a:lnTo>
                    <a:pt x="951637" y="2398647"/>
                  </a:lnTo>
                  <a:lnTo>
                    <a:pt x="951973" y="2397881"/>
                  </a:lnTo>
                  <a:lnTo>
                    <a:pt x="952310" y="2397231"/>
                  </a:lnTo>
                  <a:lnTo>
                    <a:pt x="952646" y="2396619"/>
                  </a:lnTo>
                  <a:lnTo>
                    <a:pt x="952983" y="2396068"/>
                  </a:lnTo>
                  <a:lnTo>
                    <a:pt x="953319" y="2395608"/>
                  </a:lnTo>
                  <a:lnTo>
                    <a:pt x="953656" y="2395249"/>
                  </a:lnTo>
                  <a:lnTo>
                    <a:pt x="953992" y="2394950"/>
                  </a:lnTo>
                  <a:lnTo>
                    <a:pt x="954329" y="2394744"/>
                  </a:lnTo>
                  <a:lnTo>
                    <a:pt x="954665" y="2394568"/>
                  </a:lnTo>
                  <a:lnTo>
                    <a:pt x="955001" y="2394667"/>
                  </a:lnTo>
                  <a:lnTo>
                    <a:pt x="955338" y="2394865"/>
                  </a:lnTo>
                  <a:lnTo>
                    <a:pt x="955674" y="2395187"/>
                  </a:lnTo>
                  <a:lnTo>
                    <a:pt x="956011" y="2395476"/>
                  </a:lnTo>
                  <a:lnTo>
                    <a:pt x="956347" y="2395696"/>
                  </a:lnTo>
                  <a:lnTo>
                    <a:pt x="956684" y="2395956"/>
                  </a:lnTo>
                  <a:lnTo>
                    <a:pt x="957020" y="2396008"/>
                  </a:lnTo>
                  <a:lnTo>
                    <a:pt x="957357" y="2395937"/>
                  </a:lnTo>
                  <a:lnTo>
                    <a:pt x="957693" y="2395942"/>
                  </a:lnTo>
                  <a:lnTo>
                    <a:pt x="958030" y="2395799"/>
                  </a:lnTo>
                  <a:lnTo>
                    <a:pt x="958366" y="2395787"/>
                  </a:lnTo>
                  <a:lnTo>
                    <a:pt x="958702" y="2395736"/>
                  </a:lnTo>
                  <a:lnTo>
                    <a:pt x="959039" y="2395592"/>
                  </a:lnTo>
                  <a:lnTo>
                    <a:pt x="959375" y="2395300"/>
                  </a:lnTo>
                  <a:lnTo>
                    <a:pt x="959712" y="2395075"/>
                  </a:lnTo>
                  <a:lnTo>
                    <a:pt x="960048" y="2394863"/>
                  </a:lnTo>
                  <a:lnTo>
                    <a:pt x="960385" y="2394650"/>
                  </a:lnTo>
                  <a:lnTo>
                    <a:pt x="960721" y="2394478"/>
                  </a:lnTo>
                  <a:lnTo>
                    <a:pt x="961058" y="2394381"/>
                  </a:lnTo>
                  <a:lnTo>
                    <a:pt x="961394" y="2394464"/>
                  </a:lnTo>
                  <a:lnTo>
                    <a:pt x="961731" y="2394562"/>
                  </a:lnTo>
                  <a:lnTo>
                    <a:pt x="962067" y="2394704"/>
                  </a:lnTo>
                  <a:lnTo>
                    <a:pt x="962404" y="2394873"/>
                  </a:lnTo>
                  <a:lnTo>
                    <a:pt x="962740" y="2394905"/>
                  </a:lnTo>
                  <a:lnTo>
                    <a:pt x="963076" y="2394903"/>
                  </a:lnTo>
                  <a:lnTo>
                    <a:pt x="963413" y="2394788"/>
                  </a:lnTo>
                  <a:lnTo>
                    <a:pt x="963749" y="2394598"/>
                  </a:lnTo>
                  <a:lnTo>
                    <a:pt x="964086" y="2394327"/>
                  </a:lnTo>
                  <a:lnTo>
                    <a:pt x="964422" y="2394189"/>
                  </a:lnTo>
                  <a:lnTo>
                    <a:pt x="964759" y="2393859"/>
                  </a:lnTo>
                  <a:lnTo>
                    <a:pt x="965095" y="2393478"/>
                  </a:lnTo>
                  <a:lnTo>
                    <a:pt x="965432" y="2393085"/>
                  </a:lnTo>
                  <a:lnTo>
                    <a:pt x="965768" y="2392472"/>
                  </a:lnTo>
                  <a:lnTo>
                    <a:pt x="966105" y="2391653"/>
                  </a:lnTo>
                  <a:lnTo>
                    <a:pt x="966441" y="2390558"/>
                  </a:lnTo>
                  <a:lnTo>
                    <a:pt x="966778" y="2389701"/>
                  </a:lnTo>
                  <a:lnTo>
                    <a:pt x="967114" y="2389019"/>
                  </a:lnTo>
                  <a:lnTo>
                    <a:pt x="967450" y="2388537"/>
                  </a:lnTo>
                  <a:lnTo>
                    <a:pt x="967787" y="2388545"/>
                  </a:lnTo>
                  <a:lnTo>
                    <a:pt x="968123" y="2389113"/>
                  </a:lnTo>
                  <a:lnTo>
                    <a:pt x="968460" y="2390220"/>
                  </a:lnTo>
                  <a:lnTo>
                    <a:pt x="968796" y="2391495"/>
                  </a:lnTo>
                  <a:lnTo>
                    <a:pt x="969133" y="2392995"/>
                  </a:lnTo>
                  <a:lnTo>
                    <a:pt x="969469" y="2394618"/>
                  </a:lnTo>
                  <a:lnTo>
                    <a:pt x="969806" y="2396440"/>
                  </a:lnTo>
                  <a:lnTo>
                    <a:pt x="970142" y="2398492"/>
                  </a:lnTo>
                  <a:lnTo>
                    <a:pt x="970479" y="2400564"/>
                  </a:lnTo>
                  <a:lnTo>
                    <a:pt x="970815" y="2402838"/>
                  </a:lnTo>
                  <a:lnTo>
                    <a:pt x="971152" y="2405206"/>
                  </a:lnTo>
                  <a:lnTo>
                    <a:pt x="971488" y="2407493"/>
                  </a:lnTo>
                  <a:lnTo>
                    <a:pt x="971824" y="2410092"/>
                  </a:lnTo>
                  <a:lnTo>
                    <a:pt x="972161" y="2412473"/>
                  </a:lnTo>
                  <a:lnTo>
                    <a:pt x="972497" y="2415371"/>
                  </a:lnTo>
                  <a:lnTo>
                    <a:pt x="972834" y="2417855"/>
                  </a:lnTo>
                  <a:lnTo>
                    <a:pt x="973170" y="2419921"/>
                  </a:lnTo>
                  <a:lnTo>
                    <a:pt x="973507" y="2421579"/>
                  </a:lnTo>
                  <a:lnTo>
                    <a:pt x="973843" y="2422792"/>
                  </a:lnTo>
                  <a:lnTo>
                    <a:pt x="974180" y="2423619"/>
                  </a:lnTo>
                  <a:lnTo>
                    <a:pt x="974516" y="2424060"/>
                  </a:lnTo>
                  <a:lnTo>
                    <a:pt x="974853" y="2424359"/>
                  </a:lnTo>
                  <a:lnTo>
                    <a:pt x="975189" y="2424734"/>
                  </a:lnTo>
                  <a:lnTo>
                    <a:pt x="975526" y="2424922"/>
                  </a:lnTo>
                  <a:lnTo>
                    <a:pt x="975862" y="2425120"/>
                  </a:lnTo>
                  <a:lnTo>
                    <a:pt x="976198" y="2425352"/>
                  </a:lnTo>
                  <a:lnTo>
                    <a:pt x="976535" y="2425629"/>
                  </a:lnTo>
                  <a:lnTo>
                    <a:pt x="976871" y="2425864"/>
                  </a:lnTo>
                  <a:lnTo>
                    <a:pt x="977208" y="2425972"/>
                  </a:lnTo>
                  <a:lnTo>
                    <a:pt x="977544" y="2426221"/>
                  </a:lnTo>
                  <a:lnTo>
                    <a:pt x="977881" y="2426550"/>
                  </a:lnTo>
                  <a:lnTo>
                    <a:pt x="978217" y="2426911"/>
                  </a:lnTo>
                  <a:lnTo>
                    <a:pt x="978554" y="2427143"/>
                  </a:lnTo>
                  <a:lnTo>
                    <a:pt x="978890" y="2427404"/>
                  </a:lnTo>
                  <a:lnTo>
                    <a:pt x="979227" y="2427833"/>
                  </a:lnTo>
                  <a:lnTo>
                    <a:pt x="979563" y="2428139"/>
                  </a:lnTo>
                  <a:lnTo>
                    <a:pt x="979900" y="2428553"/>
                  </a:lnTo>
                  <a:lnTo>
                    <a:pt x="980236" y="2429056"/>
                  </a:lnTo>
                  <a:lnTo>
                    <a:pt x="980572" y="2429572"/>
                  </a:lnTo>
                  <a:lnTo>
                    <a:pt x="980909" y="2430206"/>
                  </a:lnTo>
                  <a:lnTo>
                    <a:pt x="981245" y="2430946"/>
                  </a:lnTo>
                  <a:lnTo>
                    <a:pt x="981582" y="2431828"/>
                  </a:lnTo>
                  <a:lnTo>
                    <a:pt x="981918" y="2432782"/>
                  </a:lnTo>
                  <a:lnTo>
                    <a:pt x="982255" y="2433975"/>
                  </a:lnTo>
                  <a:lnTo>
                    <a:pt x="982591" y="2435202"/>
                  </a:lnTo>
                  <a:lnTo>
                    <a:pt x="982928" y="2436407"/>
                  </a:lnTo>
                  <a:lnTo>
                    <a:pt x="983264" y="2437662"/>
                  </a:lnTo>
                  <a:lnTo>
                    <a:pt x="983601" y="2438899"/>
                  </a:lnTo>
                  <a:lnTo>
                    <a:pt x="983937" y="2440121"/>
                  </a:lnTo>
                  <a:lnTo>
                    <a:pt x="984274" y="2441297"/>
                  </a:lnTo>
                  <a:lnTo>
                    <a:pt x="984610" y="2442336"/>
                  </a:lnTo>
                  <a:lnTo>
                    <a:pt x="984946" y="2443342"/>
                  </a:lnTo>
                  <a:lnTo>
                    <a:pt x="985283" y="2443988"/>
                  </a:lnTo>
                  <a:lnTo>
                    <a:pt x="985619" y="2444611"/>
                  </a:lnTo>
                  <a:lnTo>
                    <a:pt x="985956" y="2445073"/>
                  </a:lnTo>
                  <a:lnTo>
                    <a:pt x="986292" y="2445232"/>
                  </a:lnTo>
                  <a:lnTo>
                    <a:pt x="986629" y="2445234"/>
                  </a:lnTo>
                  <a:lnTo>
                    <a:pt x="986965" y="2445159"/>
                  </a:lnTo>
                  <a:lnTo>
                    <a:pt x="987302" y="2444859"/>
                  </a:lnTo>
                  <a:lnTo>
                    <a:pt x="987638" y="2444394"/>
                  </a:lnTo>
                  <a:lnTo>
                    <a:pt x="987975" y="2443914"/>
                  </a:lnTo>
                  <a:lnTo>
                    <a:pt x="988311" y="2443437"/>
                  </a:lnTo>
                  <a:lnTo>
                    <a:pt x="988648" y="2443032"/>
                  </a:lnTo>
                  <a:lnTo>
                    <a:pt x="988984" y="2442726"/>
                  </a:lnTo>
                  <a:lnTo>
                    <a:pt x="989320" y="2442420"/>
                  </a:lnTo>
                  <a:lnTo>
                    <a:pt x="989657" y="2442250"/>
                  </a:lnTo>
                  <a:lnTo>
                    <a:pt x="989993" y="2441973"/>
                  </a:lnTo>
                  <a:lnTo>
                    <a:pt x="990330" y="2441629"/>
                  </a:lnTo>
                  <a:lnTo>
                    <a:pt x="990666" y="2441128"/>
                  </a:lnTo>
                  <a:lnTo>
                    <a:pt x="991003" y="2440789"/>
                  </a:lnTo>
                  <a:lnTo>
                    <a:pt x="991339" y="2440417"/>
                  </a:lnTo>
                  <a:lnTo>
                    <a:pt x="991676" y="2440163"/>
                  </a:lnTo>
                  <a:lnTo>
                    <a:pt x="992012" y="2439784"/>
                  </a:lnTo>
                  <a:lnTo>
                    <a:pt x="992349" y="2439352"/>
                  </a:lnTo>
                  <a:lnTo>
                    <a:pt x="992685" y="2438881"/>
                  </a:lnTo>
                  <a:lnTo>
                    <a:pt x="993021" y="2438410"/>
                  </a:lnTo>
                  <a:lnTo>
                    <a:pt x="993358" y="2437939"/>
                  </a:lnTo>
                  <a:lnTo>
                    <a:pt x="993694" y="2437468"/>
                  </a:lnTo>
                  <a:lnTo>
                    <a:pt x="994031" y="2436997"/>
                  </a:lnTo>
                  <a:lnTo>
                    <a:pt x="994367" y="2436526"/>
                  </a:lnTo>
                  <a:lnTo>
                    <a:pt x="994704" y="2436062"/>
                  </a:lnTo>
                  <a:lnTo>
                    <a:pt x="995040" y="2435668"/>
                  </a:lnTo>
                  <a:lnTo>
                    <a:pt x="995377" y="2435223"/>
                  </a:lnTo>
                  <a:lnTo>
                    <a:pt x="995713" y="2435015"/>
                  </a:lnTo>
                  <a:lnTo>
                    <a:pt x="996050" y="2434632"/>
                  </a:lnTo>
                  <a:lnTo>
                    <a:pt x="996386" y="2434400"/>
                  </a:lnTo>
                  <a:lnTo>
                    <a:pt x="996723" y="2434085"/>
                  </a:lnTo>
                  <a:lnTo>
                    <a:pt x="997059" y="2433846"/>
                  </a:lnTo>
                  <a:lnTo>
                    <a:pt x="997395" y="2433632"/>
                  </a:lnTo>
                  <a:lnTo>
                    <a:pt x="997732" y="2433479"/>
                  </a:lnTo>
                  <a:lnTo>
                    <a:pt x="998068" y="2433280"/>
                  </a:lnTo>
                  <a:lnTo>
                    <a:pt x="998405" y="2433127"/>
                  </a:lnTo>
                  <a:lnTo>
                    <a:pt x="998741" y="2433127"/>
                  </a:lnTo>
                  <a:lnTo>
                    <a:pt x="999078" y="2433127"/>
                  </a:lnTo>
                  <a:lnTo>
                    <a:pt x="999414" y="2433127"/>
                  </a:lnTo>
                  <a:lnTo>
                    <a:pt x="999751" y="2433127"/>
                  </a:lnTo>
                  <a:lnTo>
                    <a:pt x="1000087" y="2433127"/>
                  </a:lnTo>
                  <a:lnTo>
                    <a:pt x="1000424" y="2433196"/>
                  </a:lnTo>
                  <a:lnTo>
                    <a:pt x="1000760" y="2433349"/>
                  </a:lnTo>
                  <a:lnTo>
                    <a:pt x="1001097" y="2433425"/>
                  </a:lnTo>
                  <a:lnTo>
                    <a:pt x="1001433" y="2433525"/>
                  </a:lnTo>
                  <a:lnTo>
                    <a:pt x="1001769" y="2433678"/>
                  </a:lnTo>
                  <a:lnTo>
                    <a:pt x="1002106" y="2433953"/>
                  </a:lnTo>
                  <a:lnTo>
                    <a:pt x="1002442" y="2434413"/>
                  </a:lnTo>
                  <a:lnTo>
                    <a:pt x="1002779" y="2434872"/>
                  </a:lnTo>
                  <a:lnTo>
                    <a:pt x="1003115" y="2435377"/>
                  </a:lnTo>
                  <a:lnTo>
                    <a:pt x="1003452" y="2435836"/>
                  </a:lnTo>
                  <a:lnTo>
                    <a:pt x="1003788" y="2435974"/>
                  </a:lnTo>
                  <a:lnTo>
                    <a:pt x="1004125" y="2435683"/>
                  </a:lnTo>
                  <a:lnTo>
                    <a:pt x="1004461" y="2435033"/>
                  </a:lnTo>
                  <a:lnTo>
                    <a:pt x="1004798" y="2434183"/>
                  </a:lnTo>
                  <a:lnTo>
                    <a:pt x="1005134" y="2433333"/>
                  </a:lnTo>
                  <a:lnTo>
                    <a:pt x="1005471" y="2432346"/>
                  </a:lnTo>
                  <a:lnTo>
                    <a:pt x="1005807" y="2431275"/>
                  </a:lnTo>
                  <a:lnTo>
                    <a:pt x="1006143" y="2430241"/>
                  </a:lnTo>
                  <a:lnTo>
                    <a:pt x="1006480" y="2429070"/>
                  </a:lnTo>
                  <a:lnTo>
                    <a:pt x="1006816" y="2427846"/>
                  </a:lnTo>
                  <a:lnTo>
                    <a:pt x="1007153" y="2426614"/>
                  </a:lnTo>
                  <a:lnTo>
                    <a:pt x="1007489" y="2425236"/>
                  </a:lnTo>
                  <a:lnTo>
                    <a:pt x="1007826" y="2423858"/>
                  </a:lnTo>
                  <a:lnTo>
                    <a:pt x="1008162" y="2422481"/>
                  </a:lnTo>
                  <a:lnTo>
                    <a:pt x="1008499" y="2421103"/>
                  </a:lnTo>
                  <a:lnTo>
                    <a:pt x="1008835" y="2419894"/>
                  </a:lnTo>
                  <a:lnTo>
                    <a:pt x="1009172" y="2419113"/>
                  </a:lnTo>
                  <a:lnTo>
                    <a:pt x="1009508" y="2418692"/>
                  </a:lnTo>
                  <a:lnTo>
                    <a:pt x="1009845" y="2418547"/>
                  </a:lnTo>
                  <a:lnTo>
                    <a:pt x="1010181" y="2418654"/>
                  </a:lnTo>
                  <a:lnTo>
                    <a:pt x="1010517" y="2419098"/>
                  </a:lnTo>
                  <a:lnTo>
                    <a:pt x="1010854" y="2419710"/>
                  </a:lnTo>
                  <a:lnTo>
                    <a:pt x="1011190" y="2420361"/>
                  </a:lnTo>
                  <a:lnTo>
                    <a:pt x="1011527" y="2421126"/>
                  </a:lnTo>
                  <a:lnTo>
                    <a:pt x="1011863" y="2421892"/>
                  </a:lnTo>
                  <a:lnTo>
                    <a:pt x="1012200" y="2422657"/>
                  </a:lnTo>
                  <a:lnTo>
                    <a:pt x="1012536" y="2423422"/>
                  </a:lnTo>
                  <a:lnTo>
                    <a:pt x="1012873" y="2424325"/>
                  </a:lnTo>
                  <a:lnTo>
                    <a:pt x="1013209" y="2425473"/>
                  </a:lnTo>
                  <a:lnTo>
                    <a:pt x="1013546" y="2426698"/>
                  </a:lnTo>
                  <a:lnTo>
                    <a:pt x="1013882" y="2427991"/>
                  </a:lnTo>
                  <a:lnTo>
                    <a:pt x="1014219" y="2429315"/>
                  </a:lnTo>
                  <a:lnTo>
                    <a:pt x="1014555" y="2430689"/>
                  </a:lnTo>
                  <a:lnTo>
                    <a:pt x="1014891" y="2432016"/>
                  </a:lnTo>
                  <a:lnTo>
                    <a:pt x="1015228" y="2433117"/>
                  </a:lnTo>
                  <a:lnTo>
                    <a:pt x="1015564" y="2433741"/>
                  </a:lnTo>
                  <a:lnTo>
                    <a:pt x="1015901" y="2434296"/>
                  </a:lnTo>
                  <a:lnTo>
                    <a:pt x="1016237" y="2434904"/>
                  </a:lnTo>
                  <a:lnTo>
                    <a:pt x="1016574" y="2435512"/>
                  </a:lnTo>
                  <a:lnTo>
                    <a:pt x="1016910" y="2436251"/>
                  </a:lnTo>
                  <a:lnTo>
                    <a:pt x="1017247" y="2437146"/>
                  </a:lnTo>
                  <a:lnTo>
                    <a:pt x="1017583" y="2438111"/>
                  </a:lnTo>
                  <a:lnTo>
                    <a:pt x="1017920" y="2439160"/>
                  </a:lnTo>
                  <a:lnTo>
                    <a:pt x="1018256" y="2440026"/>
                  </a:lnTo>
                  <a:lnTo>
                    <a:pt x="1018593" y="2440815"/>
                  </a:lnTo>
                  <a:lnTo>
                    <a:pt x="1018929" y="2441535"/>
                  </a:lnTo>
                  <a:lnTo>
                    <a:pt x="1019265" y="2442214"/>
                  </a:lnTo>
                  <a:lnTo>
                    <a:pt x="1019602" y="2442948"/>
                  </a:lnTo>
                  <a:lnTo>
                    <a:pt x="1019938" y="2443604"/>
                  </a:lnTo>
                  <a:lnTo>
                    <a:pt x="1020275" y="2444150"/>
                  </a:lnTo>
                  <a:lnTo>
                    <a:pt x="1020611" y="2444941"/>
                  </a:lnTo>
                  <a:lnTo>
                    <a:pt x="1020948" y="2445632"/>
                  </a:lnTo>
                  <a:lnTo>
                    <a:pt x="1021284" y="2446270"/>
                  </a:lnTo>
                  <a:lnTo>
                    <a:pt x="1021621" y="2446908"/>
                  </a:lnTo>
                  <a:lnTo>
                    <a:pt x="1021957" y="2447415"/>
                  </a:lnTo>
                  <a:lnTo>
                    <a:pt x="1022294" y="2447585"/>
                  </a:lnTo>
                  <a:lnTo>
                    <a:pt x="1022630" y="2447696"/>
                  </a:lnTo>
                  <a:lnTo>
                    <a:pt x="1022967" y="2447683"/>
                  </a:lnTo>
                  <a:lnTo>
                    <a:pt x="1023303" y="2447703"/>
                  </a:lnTo>
                  <a:lnTo>
                    <a:pt x="1023639" y="2447793"/>
                  </a:lnTo>
                  <a:lnTo>
                    <a:pt x="1023976" y="2447807"/>
                  </a:lnTo>
                  <a:lnTo>
                    <a:pt x="1024312" y="2448037"/>
                  </a:lnTo>
                  <a:lnTo>
                    <a:pt x="1024649" y="2448408"/>
                  </a:lnTo>
                  <a:lnTo>
                    <a:pt x="1024985" y="2448726"/>
                  </a:lnTo>
                  <a:lnTo>
                    <a:pt x="1025322" y="2449263"/>
                  </a:lnTo>
                  <a:lnTo>
                    <a:pt x="1025658" y="2449723"/>
                  </a:lnTo>
                  <a:lnTo>
                    <a:pt x="1025995" y="2450252"/>
                  </a:lnTo>
                  <a:lnTo>
                    <a:pt x="1026331" y="2450885"/>
                  </a:lnTo>
                  <a:lnTo>
                    <a:pt x="1026668" y="2451600"/>
                  </a:lnTo>
                  <a:lnTo>
                    <a:pt x="1027004" y="2452315"/>
                  </a:lnTo>
                  <a:lnTo>
                    <a:pt x="1027340" y="2453030"/>
                  </a:lnTo>
                  <a:lnTo>
                    <a:pt x="1027677" y="2453745"/>
                  </a:lnTo>
                  <a:lnTo>
                    <a:pt x="1028013" y="2454419"/>
                  </a:lnTo>
                  <a:lnTo>
                    <a:pt x="1028350" y="2455100"/>
                  </a:lnTo>
                  <a:lnTo>
                    <a:pt x="1028686" y="2455709"/>
                  </a:lnTo>
                  <a:lnTo>
                    <a:pt x="1029023" y="2456238"/>
                  </a:lnTo>
                  <a:lnTo>
                    <a:pt x="1029359" y="2456688"/>
                  </a:lnTo>
                  <a:lnTo>
                    <a:pt x="1029696" y="2456993"/>
                  </a:lnTo>
                  <a:lnTo>
                    <a:pt x="1030032" y="2457239"/>
                  </a:lnTo>
                  <a:lnTo>
                    <a:pt x="1030369" y="2457297"/>
                  </a:lnTo>
                  <a:lnTo>
                    <a:pt x="1030705" y="2457191"/>
                  </a:lnTo>
                  <a:lnTo>
                    <a:pt x="1031042" y="2456827"/>
                  </a:lnTo>
                  <a:lnTo>
                    <a:pt x="1031378" y="2456211"/>
                  </a:lnTo>
                  <a:lnTo>
                    <a:pt x="1031714" y="2455316"/>
                  </a:lnTo>
                  <a:lnTo>
                    <a:pt x="1032051" y="2454792"/>
                  </a:lnTo>
                  <a:lnTo>
                    <a:pt x="1032387" y="2454363"/>
                  </a:lnTo>
                  <a:lnTo>
                    <a:pt x="1032724" y="2453930"/>
                  </a:lnTo>
                  <a:lnTo>
                    <a:pt x="1033060" y="2453716"/>
                  </a:lnTo>
                  <a:lnTo>
                    <a:pt x="1033397" y="2453609"/>
                  </a:lnTo>
                  <a:lnTo>
                    <a:pt x="1033733" y="2453452"/>
                  </a:lnTo>
                  <a:lnTo>
                    <a:pt x="1034070" y="2452830"/>
                  </a:lnTo>
                  <a:lnTo>
                    <a:pt x="1034406" y="2452187"/>
                  </a:lnTo>
                  <a:lnTo>
                    <a:pt x="1034743" y="2451647"/>
                  </a:lnTo>
                  <a:lnTo>
                    <a:pt x="1035079" y="2451209"/>
                  </a:lnTo>
                  <a:lnTo>
                    <a:pt x="1035416" y="2450943"/>
                  </a:lnTo>
                  <a:lnTo>
                    <a:pt x="1035752" y="2450564"/>
                  </a:lnTo>
                  <a:lnTo>
                    <a:pt x="1036088" y="2450299"/>
                  </a:lnTo>
                  <a:lnTo>
                    <a:pt x="1036425" y="2450259"/>
                  </a:lnTo>
                  <a:lnTo>
                    <a:pt x="1036761" y="2450460"/>
                  </a:lnTo>
                  <a:lnTo>
                    <a:pt x="1037098" y="2450377"/>
                  </a:lnTo>
                  <a:lnTo>
                    <a:pt x="1037434" y="2450299"/>
                  </a:lnTo>
                  <a:lnTo>
                    <a:pt x="1037771" y="2450223"/>
                  </a:lnTo>
                  <a:lnTo>
                    <a:pt x="1038107" y="2449956"/>
                  </a:lnTo>
                  <a:lnTo>
                    <a:pt x="1038444" y="2449589"/>
                  </a:lnTo>
                  <a:lnTo>
                    <a:pt x="1038780" y="2449305"/>
                  </a:lnTo>
                  <a:lnTo>
                    <a:pt x="1039117" y="2449030"/>
                  </a:lnTo>
                  <a:lnTo>
                    <a:pt x="1039453" y="2448789"/>
                  </a:lnTo>
                  <a:lnTo>
                    <a:pt x="1039790" y="2448450"/>
                  </a:lnTo>
                  <a:lnTo>
                    <a:pt x="1040126" y="2447828"/>
                  </a:lnTo>
                  <a:lnTo>
                    <a:pt x="1040462" y="2447141"/>
                  </a:lnTo>
                  <a:lnTo>
                    <a:pt x="1040799" y="2446652"/>
                  </a:lnTo>
                  <a:lnTo>
                    <a:pt x="1041135" y="2446114"/>
                  </a:lnTo>
                  <a:lnTo>
                    <a:pt x="1041472" y="2445763"/>
                  </a:lnTo>
                  <a:lnTo>
                    <a:pt x="1041808" y="2445182"/>
                  </a:lnTo>
                  <a:lnTo>
                    <a:pt x="1042145" y="2444370"/>
                  </a:lnTo>
                  <a:lnTo>
                    <a:pt x="1042481" y="2443583"/>
                  </a:lnTo>
                  <a:lnTo>
                    <a:pt x="1042818" y="2442955"/>
                  </a:lnTo>
                  <a:lnTo>
                    <a:pt x="1043154" y="2442558"/>
                  </a:lnTo>
                  <a:lnTo>
                    <a:pt x="1043491" y="2442144"/>
                  </a:lnTo>
                  <a:lnTo>
                    <a:pt x="1043827" y="2441759"/>
                  </a:lnTo>
                  <a:lnTo>
                    <a:pt x="1044164" y="2441352"/>
                  </a:lnTo>
                  <a:lnTo>
                    <a:pt x="1044500" y="2440858"/>
                  </a:lnTo>
                  <a:lnTo>
                    <a:pt x="1044836" y="2440443"/>
                  </a:lnTo>
                  <a:lnTo>
                    <a:pt x="1045173" y="2440110"/>
                  </a:lnTo>
                  <a:lnTo>
                    <a:pt x="1045509" y="2439835"/>
                  </a:lnTo>
                  <a:lnTo>
                    <a:pt x="1045846" y="2439773"/>
                  </a:lnTo>
                  <a:lnTo>
                    <a:pt x="1046182" y="2439683"/>
                  </a:lnTo>
                  <a:lnTo>
                    <a:pt x="1046519" y="2439541"/>
                  </a:lnTo>
                  <a:lnTo>
                    <a:pt x="1046855" y="2439607"/>
                  </a:lnTo>
                  <a:lnTo>
                    <a:pt x="1047192" y="2439705"/>
                  </a:lnTo>
                  <a:lnTo>
                    <a:pt x="1047528" y="2439564"/>
                  </a:lnTo>
                  <a:lnTo>
                    <a:pt x="1047865" y="2439375"/>
                  </a:lnTo>
                  <a:lnTo>
                    <a:pt x="1048201" y="2439051"/>
                  </a:lnTo>
                  <a:lnTo>
                    <a:pt x="1048538" y="2438657"/>
                  </a:lnTo>
                  <a:lnTo>
                    <a:pt x="1048874" y="2438001"/>
                  </a:lnTo>
                  <a:lnTo>
                    <a:pt x="1049210" y="2437277"/>
                  </a:lnTo>
                  <a:lnTo>
                    <a:pt x="1049547" y="2436621"/>
                  </a:lnTo>
                  <a:lnTo>
                    <a:pt x="1049883" y="2435965"/>
                  </a:lnTo>
                  <a:lnTo>
                    <a:pt x="1050220" y="2435310"/>
                  </a:lnTo>
                  <a:lnTo>
                    <a:pt x="1050556" y="2434654"/>
                  </a:lnTo>
                  <a:lnTo>
                    <a:pt x="1050893" y="2434020"/>
                  </a:lnTo>
                  <a:lnTo>
                    <a:pt x="1051229" y="2433311"/>
                  </a:lnTo>
                  <a:lnTo>
                    <a:pt x="1051566" y="2432509"/>
                  </a:lnTo>
                  <a:lnTo>
                    <a:pt x="1051902" y="2431628"/>
                  </a:lnTo>
                  <a:lnTo>
                    <a:pt x="1052239" y="2430441"/>
                  </a:lnTo>
                  <a:lnTo>
                    <a:pt x="1052575" y="2429370"/>
                  </a:lnTo>
                  <a:lnTo>
                    <a:pt x="1052912" y="2428145"/>
                  </a:lnTo>
                  <a:lnTo>
                    <a:pt x="1053248" y="2426936"/>
                  </a:lnTo>
                  <a:lnTo>
                    <a:pt x="1053584" y="2425888"/>
                  </a:lnTo>
                  <a:lnTo>
                    <a:pt x="1053921" y="2424747"/>
                  </a:lnTo>
                  <a:lnTo>
                    <a:pt x="1054257" y="2423614"/>
                  </a:lnTo>
                  <a:lnTo>
                    <a:pt x="1054594" y="2422359"/>
                  </a:lnTo>
                  <a:lnTo>
                    <a:pt x="1054930" y="2420882"/>
                  </a:lnTo>
                  <a:lnTo>
                    <a:pt x="1055267" y="2419267"/>
                  </a:lnTo>
                  <a:lnTo>
                    <a:pt x="1055603" y="2417568"/>
                  </a:lnTo>
                  <a:lnTo>
                    <a:pt x="1055940" y="2415418"/>
                  </a:lnTo>
                  <a:lnTo>
                    <a:pt x="1056276" y="2413037"/>
                  </a:lnTo>
                  <a:lnTo>
                    <a:pt x="1056613" y="2410711"/>
                  </a:lnTo>
                  <a:lnTo>
                    <a:pt x="1056949" y="2408256"/>
                  </a:lnTo>
                  <a:lnTo>
                    <a:pt x="1057285" y="2406017"/>
                  </a:lnTo>
                  <a:lnTo>
                    <a:pt x="1057622" y="2403983"/>
                  </a:lnTo>
                  <a:lnTo>
                    <a:pt x="1057958" y="2402090"/>
                  </a:lnTo>
                  <a:lnTo>
                    <a:pt x="1058295" y="2400177"/>
                  </a:lnTo>
                  <a:lnTo>
                    <a:pt x="1058631" y="2398362"/>
                  </a:lnTo>
                  <a:lnTo>
                    <a:pt x="1058968" y="2396638"/>
                  </a:lnTo>
                  <a:lnTo>
                    <a:pt x="1059304" y="2395050"/>
                  </a:lnTo>
                  <a:lnTo>
                    <a:pt x="1059641" y="2393761"/>
                  </a:lnTo>
                  <a:lnTo>
                    <a:pt x="1059977" y="2392734"/>
                  </a:lnTo>
                  <a:lnTo>
                    <a:pt x="1060314" y="2391845"/>
                  </a:lnTo>
                  <a:lnTo>
                    <a:pt x="1060650" y="2391040"/>
                  </a:lnTo>
                  <a:lnTo>
                    <a:pt x="1060987" y="2390442"/>
                  </a:lnTo>
                  <a:lnTo>
                    <a:pt x="1061323" y="2389912"/>
                  </a:lnTo>
                  <a:lnTo>
                    <a:pt x="1061659" y="2389449"/>
                  </a:lnTo>
                  <a:lnTo>
                    <a:pt x="1061996" y="2388764"/>
                  </a:lnTo>
                  <a:lnTo>
                    <a:pt x="1062332" y="2387825"/>
                  </a:lnTo>
                  <a:lnTo>
                    <a:pt x="1062669" y="2386878"/>
                  </a:lnTo>
                  <a:lnTo>
                    <a:pt x="1063005" y="2385924"/>
                  </a:lnTo>
                  <a:lnTo>
                    <a:pt x="1063342" y="2385146"/>
                  </a:lnTo>
                  <a:lnTo>
                    <a:pt x="1063678" y="2384185"/>
                  </a:lnTo>
                  <a:lnTo>
                    <a:pt x="1064015" y="2383235"/>
                  </a:lnTo>
                  <a:lnTo>
                    <a:pt x="1064351" y="2382232"/>
                  </a:lnTo>
                  <a:lnTo>
                    <a:pt x="1064688" y="2381135"/>
                  </a:lnTo>
                  <a:lnTo>
                    <a:pt x="1065024" y="2379902"/>
                  </a:lnTo>
                  <a:lnTo>
                    <a:pt x="1065361" y="2378740"/>
                  </a:lnTo>
                  <a:lnTo>
                    <a:pt x="1065697" y="2377579"/>
                  </a:lnTo>
                  <a:lnTo>
                    <a:pt x="1066033" y="2376467"/>
                  </a:lnTo>
                  <a:lnTo>
                    <a:pt x="1066370" y="2375431"/>
                  </a:lnTo>
                  <a:lnTo>
                    <a:pt x="1066706" y="2374587"/>
                  </a:lnTo>
                  <a:lnTo>
                    <a:pt x="1067043" y="2374053"/>
                  </a:lnTo>
                  <a:lnTo>
                    <a:pt x="1067379" y="2373823"/>
                  </a:lnTo>
                  <a:lnTo>
                    <a:pt x="1067716" y="2373616"/>
                  </a:lnTo>
                  <a:lnTo>
                    <a:pt x="1068052" y="2373463"/>
                  </a:lnTo>
                  <a:lnTo>
                    <a:pt x="1068389" y="2373386"/>
                  </a:lnTo>
                  <a:lnTo>
                    <a:pt x="1068725" y="2373386"/>
                  </a:lnTo>
                  <a:lnTo>
                    <a:pt x="1069062" y="2373386"/>
                  </a:lnTo>
                  <a:lnTo>
                    <a:pt x="1069398" y="2373272"/>
                  </a:lnTo>
                  <a:lnTo>
                    <a:pt x="1069735" y="2373233"/>
                  </a:lnTo>
                  <a:lnTo>
                    <a:pt x="1070071" y="2373287"/>
                  </a:lnTo>
                  <a:lnTo>
                    <a:pt x="1070407" y="2373287"/>
                  </a:lnTo>
                  <a:lnTo>
                    <a:pt x="1070744" y="2373149"/>
                  </a:lnTo>
                  <a:lnTo>
                    <a:pt x="1071080" y="2373172"/>
                  </a:lnTo>
                  <a:lnTo>
                    <a:pt x="1071417" y="2373463"/>
                  </a:lnTo>
                  <a:lnTo>
                    <a:pt x="1071753" y="2374114"/>
                  </a:lnTo>
                  <a:lnTo>
                    <a:pt x="1072090" y="2375144"/>
                  </a:lnTo>
                  <a:lnTo>
                    <a:pt x="1072426" y="2376317"/>
                  </a:lnTo>
                  <a:lnTo>
                    <a:pt x="1072763" y="2377636"/>
                  </a:lnTo>
                  <a:lnTo>
                    <a:pt x="1073099" y="2378955"/>
                  </a:lnTo>
                  <a:lnTo>
                    <a:pt x="1073436" y="2380147"/>
                  </a:lnTo>
                  <a:lnTo>
                    <a:pt x="1073772" y="2381278"/>
                  </a:lnTo>
                  <a:lnTo>
                    <a:pt x="1074109" y="2382345"/>
                  </a:lnTo>
                  <a:lnTo>
                    <a:pt x="1074445" y="2383300"/>
                  </a:lnTo>
                  <a:lnTo>
                    <a:pt x="1074781" y="2384148"/>
                  </a:lnTo>
                  <a:lnTo>
                    <a:pt x="1075118" y="2384964"/>
                  </a:lnTo>
                  <a:lnTo>
                    <a:pt x="1075454" y="2385630"/>
                  </a:lnTo>
                  <a:lnTo>
                    <a:pt x="1075791" y="2386308"/>
                  </a:lnTo>
                  <a:lnTo>
                    <a:pt x="1076127" y="2387046"/>
                  </a:lnTo>
                  <a:lnTo>
                    <a:pt x="1076464" y="2387455"/>
                  </a:lnTo>
                  <a:lnTo>
                    <a:pt x="1076800" y="2387566"/>
                  </a:lnTo>
                  <a:lnTo>
                    <a:pt x="1077137" y="2387390"/>
                  </a:lnTo>
                  <a:lnTo>
                    <a:pt x="1077473" y="2386850"/>
                  </a:lnTo>
                  <a:lnTo>
                    <a:pt x="1077810" y="2385871"/>
                  </a:lnTo>
                  <a:lnTo>
                    <a:pt x="1078146" y="2384711"/>
                  </a:lnTo>
                  <a:lnTo>
                    <a:pt x="1078483" y="2383523"/>
                  </a:lnTo>
                  <a:lnTo>
                    <a:pt x="1078819" y="2382519"/>
                  </a:lnTo>
                  <a:lnTo>
                    <a:pt x="1079155" y="2381543"/>
                  </a:lnTo>
                  <a:lnTo>
                    <a:pt x="1079492" y="2380705"/>
                  </a:lnTo>
                  <a:lnTo>
                    <a:pt x="1079828" y="2379876"/>
                  </a:lnTo>
                  <a:lnTo>
                    <a:pt x="1080165" y="2379042"/>
                  </a:lnTo>
                  <a:lnTo>
                    <a:pt x="1080501" y="2378190"/>
                  </a:lnTo>
                  <a:lnTo>
                    <a:pt x="1080838" y="2377324"/>
                  </a:lnTo>
                  <a:lnTo>
                    <a:pt x="1081174" y="2376477"/>
                  </a:lnTo>
                  <a:lnTo>
                    <a:pt x="1081511" y="2375590"/>
                  </a:lnTo>
                  <a:lnTo>
                    <a:pt x="1081847" y="2374851"/>
                  </a:lnTo>
                  <a:lnTo>
                    <a:pt x="1082184" y="2374027"/>
                  </a:lnTo>
                  <a:lnTo>
                    <a:pt x="1082520" y="2373504"/>
                  </a:lnTo>
                  <a:lnTo>
                    <a:pt x="1082857" y="2373437"/>
                  </a:lnTo>
                  <a:lnTo>
                    <a:pt x="1083193" y="2373549"/>
                  </a:lnTo>
                  <a:lnTo>
                    <a:pt x="1083529" y="2373728"/>
                  </a:lnTo>
                  <a:lnTo>
                    <a:pt x="1083866" y="2373897"/>
                  </a:lnTo>
                  <a:lnTo>
                    <a:pt x="1084202" y="2373928"/>
                  </a:lnTo>
                  <a:lnTo>
                    <a:pt x="1084539" y="2374052"/>
                  </a:lnTo>
                  <a:lnTo>
                    <a:pt x="1084875" y="2374322"/>
                  </a:lnTo>
                  <a:lnTo>
                    <a:pt x="1085212" y="2374460"/>
                  </a:lnTo>
                  <a:lnTo>
                    <a:pt x="1085548" y="2374811"/>
                  </a:lnTo>
                  <a:lnTo>
                    <a:pt x="1085885" y="2375455"/>
                  </a:lnTo>
                  <a:lnTo>
                    <a:pt x="1086221" y="2376201"/>
                  </a:lnTo>
                  <a:lnTo>
                    <a:pt x="1086558" y="2376910"/>
                  </a:lnTo>
                  <a:lnTo>
                    <a:pt x="1086894" y="2377451"/>
                  </a:lnTo>
                  <a:lnTo>
                    <a:pt x="1087231" y="2378031"/>
                  </a:lnTo>
                  <a:lnTo>
                    <a:pt x="1087567" y="2378660"/>
                  </a:lnTo>
                  <a:lnTo>
                    <a:pt x="1087903" y="2378953"/>
                  </a:lnTo>
                  <a:lnTo>
                    <a:pt x="1088240" y="2379245"/>
                  </a:lnTo>
                  <a:lnTo>
                    <a:pt x="1088576" y="2379538"/>
                  </a:lnTo>
                  <a:lnTo>
                    <a:pt x="1088913" y="2379831"/>
                  </a:lnTo>
                  <a:lnTo>
                    <a:pt x="1089249" y="2380123"/>
                  </a:lnTo>
                  <a:lnTo>
                    <a:pt x="1089586" y="2380363"/>
                  </a:lnTo>
                  <a:lnTo>
                    <a:pt x="1089922" y="2380525"/>
                  </a:lnTo>
                  <a:lnTo>
                    <a:pt x="1090259" y="2380687"/>
                  </a:lnTo>
                  <a:lnTo>
                    <a:pt x="1090595" y="2380849"/>
                  </a:lnTo>
                  <a:lnTo>
                    <a:pt x="1090932" y="2380979"/>
                  </a:lnTo>
                  <a:lnTo>
                    <a:pt x="1091268" y="2381070"/>
                  </a:lnTo>
                  <a:lnTo>
                    <a:pt x="1091604" y="2380942"/>
                  </a:lnTo>
                  <a:lnTo>
                    <a:pt x="1091941" y="2380795"/>
                  </a:lnTo>
                  <a:lnTo>
                    <a:pt x="1092277" y="2380626"/>
                  </a:lnTo>
                  <a:lnTo>
                    <a:pt x="1092614" y="2380385"/>
                  </a:lnTo>
                  <a:lnTo>
                    <a:pt x="1092950" y="2380220"/>
                  </a:lnTo>
                  <a:lnTo>
                    <a:pt x="1093287" y="2380055"/>
                  </a:lnTo>
                  <a:lnTo>
                    <a:pt x="1093623" y="2379890"/>
                  </a:lnTo>
                  <a:lnTo>
                    <a:pt x="1093960" y="2379725"/>
                  </a:lnTo>
                  <a:lnTo>
                    <a:pt x="1094296" y="2379560"/>
                  </a:lnTo>
                  <a:lnTo>
                    <a:pt x="1094633" y="2379464"/>
                  </a:lnTo>
                  <a:lnTo>
                    <a:pt x="1094969" y="2379231"/>
                  </a:lnTo>
                  <a:lnTo>
                    <a:pt x="1095306" y="2378804"/>
                  </a:lnTo>
                  <a:lnTo>
                    <a:pt x="1095642" y="2378311"/>
                  </a:lnTo>
                  <a:lnTo>
                    <a:pt x="1095978" y="2377756"/>
                  </a:lnTo>
                  <a:lnTo>
                    <a:pt x="1096315" y="2377178"/>
                  </a:lnTo>
                  <a:lnTo>
                    <a:pt x="1096651" y="2376622"/>
                  </a:lnTo>
                  <a:lnTo>
                    <a:pt x="1096988" y="2376183"/>
                  </a:lnTo>
                  <a:lnTo>
                    <a:pt x="1097324" y="2375881"/>
                  </a:lnTo>
                  <a:lnTo>
                    <a:pt x="1097661" y="2375769"/>
                  </a:lnTo>
                  <a:lnTo>
                    <a:pt x="1097997" y="2375762"/>
                  </a:lnTo>
                  <a:lnTo>
                    <a:pt x="1098334" y="2375870"/>
                  </a:lnTo>
                  <a:lnTo>
                    <a:pt x="1098670" y="2375923"/>
                  </a:lnTo>
                  <a:lnTo>
                    <a:pt x="1099007" y="2375926"/>
                  </a:lnTo>
                  <a:lnTo>
                    <a:pt x="1099343" y="2375652"/>
                  </a:lnTo>
                  <a:lnTo>
                    <a:pt x="1099680" y="2375494"/>
                  </a:lnTo>
                  <a:lnTo>
                    <a:pt x="1100016" y="2375297"/>
                  </a:lnTo>
                  <a:lnTo>
                    <a:pt x="1100352" y="2374738"/>
                  </a:lnTo>
                  <a:lnTo>
                    <a:pt x="1100689" y="2374157"/>
                  </a:lnTo>
                  <a:lnTo>
                    <a:pt x="1101025" y="2373739"/>
                  </a:lnTo>
                  <a:lnTo>
                    <a:pt x="1101362" y="2373273"/>
                  </a:lnTo>
                  <a:lnTo>
                    <a:pt x="1101698" y="2372724"/>
                  </a:lnTo>
                  <a:lnTo>
                    <a:pt x="1102035" y="2372061"/>
                  </a:lnTo>
                  <a:lnTo>
                    <a:pt x="1102371" y="2371310"/>
                  </a:lnTo>
                  <a:lnTo>
                    <a:pt x="1102708" y="2370386"/>
                  </a:lnTo>
                  <a:lnTo>
                    <a:pt x="1103044" y="2369479"/>
                  </a:lnTo>
                  <a:lnTo>
                    <a:pt x="1103381" y="2368655"/>
                  </a:lnTo>
                  <a:lnTo>
                    <a:pt x="1103717" y="2368341"/>
                  </a:lnTo>
                  <a:lnTo>
                    <a:pt x="1104054" y="2368149"/>
                  </a:lnTo>
                  <a:lnTo>
                    <a:pt x="1104390" y="2368233"/>
                  </a:lnTo>
                  <a:lnTo>
                    <a:pt x="1104726" y="2368127"/>
                  </a:lnTo>
                  <a:lnTo>
                    <a:pt x="1105063" y="2368136"/>
                  </a:lnTo>
                  <a:lnTo>
                    <a:pt x="1105399" y="2368273"/>
                  </a:lnTo>
                  <a:lnTo>
                    <a:pt x="1105736" y="2368411"/>
                  </a:lnTo>
                  <a:lnTo>
                    <a:pt x="1106072" y="2368476"/>
                  </a:lnTo>
                  <a:lnTo>
                    <a:pt x="1106409" y="2368573"/>
                  </a:lnTo>
                  <a:lnTo>
                    <a:pt x="1106745" y="2368742"/>
                  </a:lnTo>
                  <a:lnTo>
                    <a:pt x="1107082" y="2368839"/>
                  </a:lnTo>
                  <a:lnTo>
                    <a:pt x="1107418" y="2368950"/>
                  </a:lnTo>
                  <a:lnTo>
                    <a:pt x="1107755" y="2368866"/>
                  </a:lnTo>
                  <a:lnTo>
                    <a:pt x="1108091" y="2368740"/>
                  </a:lnTo>
                  <a:lnTo>
                    <a:pt x="1108428" y="2368699"/>
                  </a:lnTo>
                  <a:lnTo>
                    <a:pt x="1108764" y="2368531"/>
                  </a:lnTo>
                  <a:lnTo>
                    <a:pt x="1109100" y="2368615"/>
                  </a:lnTo>
                  <a:lnTo>
                    <a:pt x="1109437" y="2368690"/>
                  </a:lnTo>
                  <a:lnTo>
                    <a:pt x="1109773" y="2368901"/>
                  </a:lnTo>
                  <a:lnTo>
                    <a:pt x="1110110" y="2369128"/>
                  </a:lnTo>
                  <a:lnTo>
                    <a:pt x="1110446" y="2369228"/>
                  </a:lnTo>
                  <a:lnTo>
                    <a:pt x="1110783" y="2369218"/>
                  </a:lnTo>
                  <a:lnTo>
                    <a:pt x="1111119" y="2369059"/>
                  </a:lnTo>
                  <a:lnTo>
                    <a:pt x="1111456" y="2368863"/>
                  </a:lnTo>
                  <a:lnTo>
                    <a:pt x="1111792" y="2368759"/>
                  </a:lnTo>
                  <a:lnTo>
                    <a:pt x="1112129" y="2368753"/>
                  </a:lnTo>
                  <a:lnTo>
                    <a:pt x="1112465" y="2368895"/>
                  </a:lnTo>
                  <a:lnTo>
                    <a:pt x="1112802" y="2369054"/>
                  </a:lnTo>
                  <a:lnTo>
                    <a:pt x="1113138" y="2369236"/>
                  </a:lnTo>
                  <a:lnTo>
                    <a:pt x="1113474" y="2369133"/>
                  </a:lnTo>
                  <a:lnTo>
                    <a:pt x="1113811" y="2368980"/>
                  </a:lnTo>
                  <a:lnTo>
                    <a:pt x="1114147" y="2368595"/>
                  </a:lnTo>
                  <a:lnTo>
                    <a:pt x="1114484" y="2368168"/>
                  </a:lnTo>
                  <a:lnTo>
                    <a:pt x="1114820" y="2367844"/>
                  </a:lnTo>
                  <a:lnTo>
                    <a:pt x="1115157" y="2367335"/>
                  </a:lnTo>
                  <a:lnTo>
                    <a:pt x="1115493" y="2366913"/>
                  </a:lnTo>
                  <a:lnTo>
                    <a:pt x="1115830" y="2366193"/>
                  </a:lnTo>
                  <a:lnTo>
                    <a:pt x="1116166" y="2365803"/>
                  </a:lnTo>
                  <a:lnTo>
                    <a:pt x="1116503" y="2365359"/>
                  </a:lnTo>
                  <a:lnTo>
                    <a:pt x="1116839" y="2364857"/>
                  </a:lnTo>
                  <a:lnTo>
                    <a:pt x="1117176" y="2364296"/>
                  </a:lnTo>
                  <a:lnTo>
                    <a:pt x="1117512" y="2363729"/>
                  </a:lnTo>
                  <a:lnTo>
                    <a:pt x="1117848" y="2363386"/>
                  </a:lnTo>
                  <a:lnTo>
                    <a:pt x="1118185" y="2363003"/>
                  </a:lnTo>
                  <a:lnTo>
                    <a:pt x="1118521" y="2362514"/>
                  </a:lnTo>
                  <a:lnTo>
                    <a:pt x="1118858" y="2362114"/>
                  </a:lnTo>
                  <a:lnTo>
                    <a:pt x="1119194" y="2361691"/>
                  </a:lnTo>
                  <a:lnTo>
                    <a:pt x="1119531" y="2361425"/>
                  </a:lnTo>
                  <a:lnTo>
                    <a:pt x="1119867" y="2361167"/>
                  </a:lnTo>
                  <a:lnTo>
                    <a:pt x="1120204" y="2361116"/>
                  </a:lnTo>
                  <a:lnTo>
                    <a:pt x="1120540" y="2361095"/>
                  </a:lnTo>
                  <a:lnTo>
                    <a:pt x="1120877" y="2361233"/>
                  </a:lnTo>
                  <a:lnTo>
                    <a:pt x="1121213" y="2361350"/>
                  </a:lnTo>
                  <a:lnTo>
                    <a:pt x="1121550" y="2361390"/>
                  </a:lnTo>
                  <a:lnTo>
                    <a:pt x="1121886" y="2361759"/>
                  </a:lnTo>
                  <a:lnTo>
                    <a:pt x="1122222" y="2362402"/>
                  </a:lnTo>
                  <a:lnTo>
                    <a:pt x="1122559" y="2363349"/>
                  </a:lnTo>
                  <a:lnTo>
                    <a:pt x="1122895" y="2364146"/>
                  </a:lnTo>
                  <a:lnTo>
                    <a:pt x="1123232" y="2365268"/>
                  </a:lnTo>
                  <a:lnTo>
                    <a:pt x="1123568" y="2366604"/>
                  </a:lnTo>
                  <a:lnTo>
                    <a:pt x="1123905" y="2367903"/>
                  </a:lnTo>
                  <a:lnTo>
                    <a:pt x="1124241" y="2369537"/>
                  </a:lnTo>
                  <a:lnTo>
                    <a:pt x="1124578" y="2371204"/>
                  </a:lnTo>
                  <a:lnTo>
                    <a:pt x="1124914" y="2372878"/>
                  </a:lnTo>
                  <a:lnTo>
                    <a:pt x="1125251" y="2374469"/>
                  </a:lnTo>
                  <a:lnTo>
                    <a:pt x="1125587" y="2376007"/>
                  </a:lnTo>
                  <a:lnTo>
                    <a:pt x="1125923" y="2377405"/>
                  </a:lnTo>
                  <a:lnTo>
                    <a:pt x="1126260" y="2378715"/>
                  </a:lnTo>
                  <a:lnTo>
                    <a:pt x="1126596" y="2380034"/>
                  </a:lnTo>
                  <a:lnTo>
                    <a:pt x="1126933" y="2381038"/>
                  </a:lnTo>
                  <a:lnTo>
                    <a:pt x="1127269" y="2381801"/>
                  </a:lnTo>
                  <a:lnTo>
                    <a:pt x="1127606" y="2382227"/>
                  </a:lnTo>
                  <a:lnTo>
                    <a:pt x="1127942" y="2382527"/>
                  </a:lnTo>
                  <a:lnTo>
                    <a:pt x="1128279" y="2382523"/>
                  </a:lnTo>
                  <a:lnTo>
                    <a:pt x="1128615" y="2382470"/>
                  </a:lnTo>
                  <a:lnTo>
                    <a:pt x="1128952" y="2382193"/>
                  </a:lnTo>
                  <a:lnTo>
                    <a:pt x="1129288" y="2382084"/>
                  </a:lnTo>
                  <a:lnTo>
                    <a:pt x="1129625" y="2382090"/>
                  </a:lnTo>
                  <a:lnTo>
                    <a:pt x="1129961" y="2382099"/>
                  </a:lnTo>
                  <a:lnTo>
                    <a:pt x="1130297" y="2381986"/>
                  </a:lnTo>
                  <a:lnTo>
                    <a:pt x="1130634" y="2381872"/>
                  </a:lnTo>
                  <a:lnTo>
                    <a:pt x="1130970" y="2381702"/>
                  </a:lnTo>
                  <a:lnTo>
                    <a:pt x="1131307" y="2381418"/>
                  </a:lnTo>
                  <a:lnTo>
                    <a:pt x="1131643" y="2381010"/>
                  </a:lnTo>
                  <a:lnTo>
                    <a:pt x="1131980" y="2380738"/>
                  </a:lnTo>
                  <a:lnTo>
                    <a:pt x="1132316" y="2380447"/>
                  </a:lnTo>
                  <a:lnTo>
                    <a:pt x="1132653" y="2380374"/>
                  </a:lnTo>
                  <a:lnTo>
                    <a:pt x="1132989" y="2380211"/>
                  </a:lnTo>
                  <a:lnTo>
                    <a:pt x="1133326" y="2380102"/>
                  </a:lnTo>
                  <a:lnTo>
                    <a:pt x="1133662" y="2380004"/>
                  </a:lnTo>
                  <a:lnTo>
                    <a:pt x="1133999" y="2379883"/>
                  </a:lnTo>
                  <a:lnTo>
                    <a:pt x="1134335" y="2379632"/>
                  </a:lnTo>
                  <a:lnTo>
                    <a:pt x="1134671" y="2379230"/>
                  </a:lnTo>
                  <a:lnTo>
                    <a:pt x="1135008" y="2378906"/>
                  </a:lnTo>
                  <a:lnTo>
                    <a:pt x="1135344" y="2378657"/>
                  </a:lnTo>
                  <a:lnTo>
                    <a:pt x="1135681" y="2378314"/>
                  </a:lnTo>
                  <a:lnTo>
                    <a:pt x="1136017" y="2377911"/>
                  </a:lnTo>
                  <a:lnTo>
                    <a:pt x="1136354" y="2377503"/>
                  </a:lnTo>
                  <a:lnTo>
                    <a:pt x="1136690" y="2377054"/>
                  </a:lnTo>
                  <a:lnTo>
                    <a:pt x="1137027" y="2376458"/>
                  </a:lnTo>
                  <a:lnTo>
                    <a:pt x="1137363" y="2375929"/>
                  </a:lnTo>
                  <a:lnTo>
                    <a:pt x="1137700" y="2375377"/>
                  </a:lnTo>
                  <a:lnTo>
                    <a:pt x="1138036" y="2375311"/>
                  </a:lnTo>
                  <a:lnTo>
                    <a:pt x="1138373" y="2375391"/>
                  </a:lnTo>
                  <a:lnTo>
                    <a:pt x="1138709" y="2375639"/>
                  </a:lnTo>
                  <a:lnTo>
                    <a:pt x="1139045" y="2375886"/>
                  </a:lnTo>
                  <a:lnTo>
                    <a:pt x="1139382" y="2375952"/>
                  </a:lnTo>
                  <a:lnTo>
                    <a:pt x="1139718" y="2376017"/>
                  </a:lnTo>
                  <a:lnTo>
                    <a:pt x="1140055" y="2376143"/>
                  </a:lnTo>
                  <a:lnTo>
                    <a:pt x="1140391" y="2376357"/>
                  </a:lnTo>
                  <a:lnTo>
                    <a:pt x="1140728" y="2376696"/>
                  </a:lnTo>
                  <a:lnTo>
                    <a:pt x="1141064" y="2377185"/>
                  </a:lnTo>
                  <a:lnTo>
                    <a:pt x="1141401" y="2377813"/>
                  </a:lnTo>
                  <a:lnTo>
                    <a:pt x="1141737" y="2378554"/>
                  </a:lnTo>
                  <a:lnTo>
                    <a:pt x="1142074" y="2379371"/>
                  </a:lnTo>
                  <a:lnTo>
                    <a:pt x="1142410" y="2380219"/>
                  </a:lnTo>
                  <a:lnTo>
                    <a:pt x="1142747" y="2381205"/>
                  </a:lnTo>
                  <a:lnTo>
                    <a:pt x="1143083" y="2382057"/>
                  </a:lnTo>
                  <a:lnTo>
                    <a:pt x="1143419" y="2382575"/>
                  </a:lnTo>
                  <a:lnTo>
                    <a:pt x="1143756" y="2382848"/>
                  </a:lnTo>
                  <a:lnTo>
                    <a:pt x="1144092" y="2383004"/>
                  </a:lnTo>
                  <a:lnTo>
                    <a:pt x="1144429" y="2383249"/>
                  </a:lnTo>
                  <a:lnTo>
                    <a:pt x="1144765" y="2383735"/>
                  </a:lnTo>
                  <a:lnTo>
                    <a:pt x="1145102" y="2384562"/>
                  </a:lnTo>
                  <a:lnTo>
                    <a:pt x="1145438" y="2385568"/>
                  </a:lnTo>
                  <a:lnTo>
                    <a:pt x="1145775" y="2386564"/>
                  </a:lnTo>
                  <a:lnTo>
                    <a:pt x="1146111" y="2387263"/>
                  </a:lnTo>
                  <a:lnTo>
                    <a:pt x="1146448" y="2387980"/>
                  </a:lnTo>
                  <a:lnTo>
                    <a:pt x="1146784" y="2388560"/>
                  </a:lnTo>
                  <a:lnTo>
                    <a:pt x="1147121" y="2389064"/>
                  </a:lnTo>
                  <a:lnTo>
                    <a:pt x="1147457" y="2389560"/>
                  </a:lnTo>
                  <a:lnTo>
                    <a:pt x="1147793" y="2390075"/>
                  </a:lnTo>
                  <a:lnTo>
                    <a:pt x="1148130" y="2390603"/>
                  </a:lnTo>
                  <a:lnTo>
                    <a:pt x="1148466" y="2391201"/>
                  </a:lnTo>
                  <a:lnTo>
                    <a:pt x="1148803" y="2392012"/>
                  </a:lnTo>
                  <a:lnTo>
                    <a:pt x="1149139" y="2392719"/>
                  </a:lnTo>
                  <a:lnTo>
                    <a:pt x="1149476" y="2393334"/>
                  </a:lnTo>
                  <a:lnTo>
                    <a:pt x="1149812" y="2393561"/>
                  </a:lnTo>
                  <a:lnTo>
                    <a:pt x="1150149" y="2393453"/>
                  </a:lnTo>
                  <a:lnTo>
                    <a:pt x="1150485" y="2392913"/>
                  </a:lnTo>
                  <a:lnTo>
                    <a:pt x="1150822" y="2392353"/>
                  </a:lnTo>
                  <a:lnTo>
                    <a:pt x="1151158" y="2391653"/>
                  </a:lnTo>
                  <a:lnTo>
                    <a:pt x="1151495" y="2390868"/>
                  </a:lnTo>
                  <a:lnTo>
                    <a:pt x="1151831" y="2390167"/>
                  </a:lnTo>
                  <a:lnTo>
                    <a:pt x="1152167" y="2389145"/>
                  </a:lnTo>
                  <a:lnTo>
                    <a:pt x="1152504" y="2388252"/>
                  </a:lnTo>
                  <a:lnTo>
                    <a:pt x="1152840" y="2386924"/>
                  </a:lnTo>
                  <a:lnTo>
                    <a:pt x="1153177" y="2385184"/>
                  </a:lnTo>
                  <a:lnTo>
                    <a:pt x="1153513" y="2383209"/>
                  </a:lnTo>
                  <a:lnTo>
                    <a:pt x="1153850" y="2381125"/>
                  </a:lnTo>
                  <a:lnTo>
                    <a:pt x="1154186" y="2379023"/>
                  </a:lnTo>
                  <a:lnTo>
                    <a:pt x="1154523" y="2377018"/>
                  </a:lnTo>
                  <a:lnTo>
                    <a:pt x="1154859" y="2375012"/>
                  </a:lnTo>
                  <a:lnTo>
                    <a:pt x="1155196" y="2373135"/>
                  </a:lnTo>
                  <a:lnTo>
                    <a:pt x="1155532" y="2371442"/>
                  </a:lnTo>
                  <a:lnTo>
                    <a:pt x="1155868" y="2369896"/>
                  </a:lnTo>
                  <a:lnTo>
                    <a:pt x="1156205" y="2368475"/>
                  </a:lnTo>
                  <a:lnTo>
                    <a:pt x="1156541" y="2367113"/>
                  </a:lnTo>
                  <a:lnTo>
                    <a:pt x="1156878" y="2365682"/>
                  </a:lnTo>
                  <a:lnTo>
                    <a:pt x="1157214" y="2364602"/>
                  </a:lnTo>
                  <a:lnTo>
                    <a:pt x="1157551" y="2363346"/>
                  </a:lnTo>
                  <a:lnTo>
                    <a:pt x="1157887" y="2362301"/>
                  </a:lnTo>
                  <a:lnTo>
                    <a:pt x="1158224" y="2361448"/>
                  </a:lnTo>
                  <a:lnTo>
                    <a:pt x="1158560" y="2360830"/>
                  </a:lnTo>
                  <a:lnTo>
                    <a:pt x="1158897" y="2360500"/>
                  </a:lnTo>
                  <a:lnTo>
                    <a:pt x="1159233" y="2360271"/>
                  </a:lnTo>
                  <a:lnTo>
                    <a:pt x="1159570" y="2359965"/>
                  </a:lnTo>
                  <a:lnTo>
                    <a:pt x="1159906" y="2359804"/>
                  </a:lnTo>
                  <a:lnTo>
                    <a:pt x="1160242" y="2359651"/>
                  </a:lnTo>
                  <a:lnTo>
                    <a:pt x="1160579" y="2359498"/>
                  </a:lnTo>
                  <a:lnTo>
                    <a:pt x="1160915" y="2359345"/>
                  </a:lnTo>
                  <a:lnTo>
                    <a:pt x="1161252" y="2359192"/>
                  </a:lnTo>
                  <a:lnTo>
                    <a:pt x="1161588" y="2359039"/>
                  </a:lnTo>
                  <a:lnTo>
                    <a:pt x="1161925" y="2358817"/>
                  </a:lnTo>
                  <a:lnTo>
                    <a:pt x="1162261" y="2358365"/>
                  </a:lnTo>
                  <a:lnTo>
                    <a:pt x="1162598" y="2357701"/>
                  </a:lnTo>
                  <a:lnTo>
                    <a:pt x="1162934" y="2356689"/>
                  </a:lnTo>
                  <a:lnTo>
                    <a:pt x="1163271" y="2355482"/>
                  </a:lnTo>
                  <a:lnTo>
                    <a:pt x="1163607" y="2354337"/>
                  </a:lnTo>
                  <a:lnTo>
                    <a:pt x="1163944" y="2353207"/>
                  </a:lnTo>
                  <a:lnTo>
                    <a:pt x="1164280" y="2352084"/>
                  </a:lnTo>
                  <a:lnTo>
                    <a:pt x="1164616" y="2351166"/>
                  </a:lnTo>
                  <a:lnTo>
                    <a:pt x="1164953" y="2350281"/>
                  </a:lnTo>
                  <a:lnTo>
                    <a:pt x="1165289" y="2349459"/>
                  </a:lnTo>
                  <a:lnTo>
                    <a:pt x="1165626" y="2348831"/>
                  </a:lnTo>
                  <a:lnTo>
                    <a:pt x="1165962" y="2348452"/>
                  </a:lnTo>
                  <a:lnTo>
                    <a:pt x="1166299" y="2348210"/>
                  </a:lnTo>
                  <a:lnTo>
                    <a:pt x="1166635" y="2348019"/>
                  </a:lnTo>
                  <a:lnTo>
                    <a:pt x="1166972" y="2347915"/>
                  </a:lnTo>
                  <a:lnTo>
                    <a:pt x="1167308" y="2348235"/>
                  </a:lnTo>
                  <a:lnTo>
                    <a:pt x="1167645" y="2349321"/>
                  </a:lnTo>
                  <a:lnTo>
                    <a:pt x="1167981" y="2350844"/>
                  </a:lnTo>
                  <a:lnTo>
                    <a:pt x="1168318" y="2352575"/>
                  </a:lnTo>
                  <a:lnTo>
                    <a:pt x="1168654" y="2354588"/>
                  </a:lnTo>
                  <a:lnTo>
                    <a:pt x="1168990" y="2356425"/>
                  </a:lnTo>
                  <a:lnTo>
                    <a:pt x="1169327" y="2358070"/>
                  </a:lnTo>
                  <a:lnTo>
                    <a:pt x="1169663" y="2359168"/>
                  </a:lnTo>
                  <a:lnTo>
                    <a:pt x="1170000" y="2359785"/>
                  </a:lnTo>
                  <a:lnTo>
                    <a:pt x="1170336" y="2360329"/>
                  </a:lnTo>
                  <a:lnTo>
                    <a:pt x="1170673" y="2360457"/>
                  </a:lnTo>
                  <a:lnTo>
                    <a:pt x="1171009" y="2359629"/>
                  </a:lnTo>
                  <a:lnTo>
                    <a:pt x="1171346" y="2358316"/>
                  </a:lnTo>
                  <a:lnTo>
                    <a:pt x="1171682" y="2356635"/>
                  </a:lnTo>
                  <a:lnTo>
                    <a:pt x="1172019" y="2354789"/>
                  </a:lnTo>
                  <a:lnTo>
                    <a:pt x="1172355" y="2352758"/>
                  </a:lnTo>
                  <a:lnTo>
                    <a:pt x="1172692" y="2350597"/>
                  </a:lnTo>
                  <a:lnTo>
                    <a:pt x="1173028" y="2348495"/>
                  </a:lnTo>
                  <a:lnTo>
                    <a:pt x="1173364" y="2346307"/>
                  </a:lnTo>
                  <a:lnTo>
                    <a:pt x="1173701" y="2344107"/>
                  </a:lnTo>
                  <a:lnTo>
                    <a:pt x="1174037" y="2341963"/>
                  </a:lnTo>
                  <a:lnTo>
                    <a:pt x="1174374" y="2339943"/>
                  </a:lnTo>
                  <a:lnTo>
                    <a:pt x="1174710" y="2338315"/>
                  </a:lnTo>
                  <a:lnTo>
                    <a:pt x="1175047" y="2337080"/>
                  </a:lnTo>
                  <a:lnTo>
                    <a:pt x="1175383" y="2335864"/>
                  </a:lnTo>
                  <a:lnTo>
                    <a:pt x="1175720" y="2334733"/>
                  </a:lnTo>
                  <a:lnTo>
                    <a:pt x="1176056" y="2333639"/>
                  </a:lnTo>
                  <a:lnTo>
                    <a:pt x="1176393" y="2333131"/>
                  </a:lnTo>
                  <a:lnTo>
                    <a:pt x="1176729" y="2332611"/>
                  </a:lnTo>
                  <a:lnTo>
                    <a:pt x="1177066" y="2332194"/>
                  </a:lnTo>
                  <a:lnTo>
                    <a:pt x="1177402" y="2331861"/>
                  </a:lnTo>
                  <a:lnTo>
                    <a:pt x="1177738" y="2331424"/>
                  </a:lnTo>
                  <a:lnTo>
                    <a:pt x="1178075" y="2331077"/>
                  </a:lnTo>
                  <a:lnTo>
                    <a:pt x="1178411" y="2331101"/>
                  </a:lnTo>
                  <a:lnTo>
                    <a:pt x="1178748" y="2331330"/>
                  </a:lnTo>
                  <a:lnTo>
                    <a:pt x="1179084" y="2331829"/>
                  </a:lnTo>
                  <a:lnTo>
                    <a:pt x="1179421" y="2332263"/>
                  </a:lnTo>
                  <a:lnTo>
                    <a:pt x="1179757" y="2332697"/>
                  </a:lnTo>
                  <a:lnTo>
                    <a:pt x="1180094" y="2333089"/>
                  </a:lnTo>
                  <a:lnTo>
                    <a:pt x="1180430" y="2333521"/>
                  </a:lnTo>
                  <a:lnTo>
                    <a:pt x="1180767" y="2334173"/>
                  </a:lnTo>
                  <a:lnTo>
                    <a:pt x="1181103" y="2334824"/>
                  </a:lnTo>
                  <a:lnTo>
                    <a:pt x="1181440" y="2335476"/>
                  </a:lnTo>
                  <a:lnTo>
                    <a:pt x="1181776" y="2335915"/>
                  </a:lnTo>
                  <a:lnTo>
                    <a:pt x="1182112" y="2336320"/>
                  </a:lnTo>
                  <a:lnTo>
                    <a:pt x="1182449" y="2336755"/>
                  </a:lnTo>
                  <a:lnTo>
                    <a:pt x="1182785" y="2337084"/>
                  </a:lnTo>
                  <a:lnTo>
                    <a:pt x="1183122" y="2337527"/>
                  </a:lnTo>
                  <a:lnTo>
                    <a:pt x="1183458" y="2337689"/>
                  </a:lnTo>
                  <a:lnTo>
                    <a:pt x="1183795" y="2337962"/>
                  </a:lnTo>
                  <a:lnTo>
                    <a:pt x="1184131" y="2338066"/>
                  </a:lnTo>
                  <a:lnTo>
                    <a:pt x="1184468" y="2338327"/>
                  </a:lnTo>
                  <a:lnTo>
                    <a:pt x="1184804" y="2338594"/>
                  </a:lnTo>
                  <a:lnTo>
                    <a:pt x="1185141" y="2338637"/>
                  </a:lnTo>
                  <a:lnTo>
                    <a:pt x="1185477" y="2338408"/>
                  </a:lnTo>
                  <a:lnTo>
                    <a:pt x="1185814" y="2338277"/>
                  </a:lnTo>
                  <a:lnTo>
                    <a:pt x="1186150" y="2338064"/>
                  </a:lnTo>
                  <a:lnTo>
                    <a:pt x="1186486" y="2337952"/>
                  </a:lnTo>
                  <a:lnTo>
                    <a:pt x="1186823" y="2338268"/>
                  </a:lnTo>
                  <a:lnTo>
                    <a:pt x="1187159" y="2338518"/>
                  </a:lnTo>
                  <a:lnTo>
                    <a:pt x="1187496" y="2338974"/>
                  </a:lnTo>
                  <a:lnTo>
                    <a:pt x="1187832" y="2339464"/>
                  </a:lnTo>
                  <a:lnTo>
                    <a:pt x="1188169" y="2339973"/>
                  </a:lnTo>
                  <a:lnTo>
                    <a:pt x="1188505" y="2340714"/>
                  </a:lnTo>
                  <a:lnTo>
                    <a:pt x="1188842" y="2341536"/>
                  </a:lnTo>
                  <a:lnTo>
                    <a:pt x="1189178" y="2342266"/>
                  </a:lnTo>
                  <a:lnTo>
                    <a:pt x="1189515" y="2342943"/>
                  </a:lnTo>
                  <a:lnTo>
                    <a:pt x="1189851" y="2343454"/>
                  </a:lnTo>
                  <a:lnTo>
                    <a:pt x="1190187" y="2344111"/>
                  </a:lnTo>
                  <a:lnTo>
                    <a:pt x="1190524" y="2344804"/>
                  </a:lnTo>
                  <a:lnTo>
                    <a:pt x="1190860" y="2345343"/>
                  </a:lnTo>
                  <a:lnTo>
                    <a:pt x="1191197" y="2345935"/>
                  </a:lnTo>
                  <a:lnTo>
                    <a:pt x="1191533" y="2346229"/>
                  </a:lnTo>
                  <a:lnTo>
                    <a:pt x="1191870" y="2346395"/>
                  </a:lnTo>
                  <a:lnTo>
                    <a:pt x="1192206" y="2346574"/>
                  </a:lnTo>
                  <a:lnTo>
                    <a:pt x="1192543" y="2346628"/>
                  </a:lnTo>
                  <a:lnTo>
                    <a:pt x="1192879" y="2346728"/>
                  </a:lnTo>
                  <a:lnTo>
                    <a:pt x="1193216" y="2346975"/>
                  </a:lnTo>
                  <a:lnTo>
                    <a:pt x="1193552" y="2347196"/>
                  </a:lnTo>
                  <a:lnTo>
                    <a:pt x="1193889" y="2347523"/>
                  </a:lnTo>
                  <a:lnTo>
                    <a:pt x="1194225" y="2347889"/>
                  </a:lnTo>
                  <a:lnTo>
                    <a:pt x="1194561" y="2348251"/>
                  </a:lnTo>
                  <a:lnTo>
                    <a:pt x="1194898" y="2348812"/>
                  </a:lnTo>
                  <a:lnTo>
                    <a:pt x="1195234" y="2349523"/>
                  </a:lnTo>
                  <a:lnTo>
                    <a:pt x="1195571" y="2350376"/>
                  </a:lnTo>
                  <a:lnTo>
                    <a:pt x="1195907" y="2351256"/>
                  </a:lnTo>
                  <a:lnTo>
                    <a:pt x="1196244" y="2352247"/>
                  </a:lnTo>
                  <a:lnTo>
                    <a:pt x="1196580" y="2353303"/>
                  </a:lnTo>
                  <a:lnTo>
                    <a:pt x="1196917" y="2354296"/>
                  </a:lnTo>
                  <a:lnTo>
                    <a:pt x="1197253" y="2355437"/>
                  </a:lnTo>
                  <a:lnTo>
                    <a:pt x="1197590" y="2356624"/>
                  </a:lnTo>
                  <a:lnTo>
                    <a:pt x="1197926" y="2357811"/>
                  </a:lnTo>
                  <a:lnTo>
                    <a:pt x="1198263" y="2359055"/>
                  </a:lnTo>
                  <a:lnTo>
                    <a:pt x="1198599" y="2360356"/>
                  </a:lnTo>
                  <a:lnTo>
                    <a:pt x="1198935" y="2361612"/>
                  </a:lnTo>
                  <a:lnTo>
                    <a:pt x="1199272" y="2362893"/>
                  </a:lnTo>
                  <a:lnTo>
                    <a:pt x="1199608" y="2364285"/>
                  </a:lnTo>
                  <a:lnTo>
                    <a:pt x="1199945" y="2365542"/>
                  </a:lnTo>
                  <a:lnTo>
                    <a:pt x="1200281" y="2366888"/>
                  </a:lnTo>
                  <a:lnTo>
                    <a:pt x="1200618" y="2368247"/>
                  </a:lnTo>
                  <a:lnTo>
                    <a:pt x="1200954" y="2369507"/>
                  </a:lnTo>
                  <a:lnTo>
                    <a:pt x="1201291" y="2370615"/>
                  </a:lnTo>
                  <a:lnTo>
                    <a:pt x="1201627" y="2371658"/>
                  </a:lnTo>
                  <a:lnTo>
                    <a:pt x="1201964" y="2372639"/>
                  </a:lnTo>
                  <a:lnTo>
                    <a:pt x="1202300" y="2373593"/>
                  </a:lnTo>
                  <a:lnTo>
                    <a:pt x="1202637" y="2374341"/>
                  </a:lnTo>
                  <a:lnTo>
                    <a:pt x="1202973" y="2375204"/>
                  </a:lnTo>
                  <a:lnTo>
                    <a:pt x="1203309" y="2376102"/>
                  </a:lnTo>
                  <a:lnTo>
                    <a:pt x="1203646" y="2377013"/>
                  </a:lnTo>
                  <a:lnTo>
                    <a:pt x="1203982" y="2377965"/>
                  </a:lnTo>
                  <a:lnTo>
                    <a:pt x="1204319" y="2378948"/>
                  </a:lnTo>
                  <a:lnTo>
                    <a:pt x="1204655" y="2379773"/>
                  </a:lnTo>
                  <a:lnTo>
                    <a:pt x="1204992" y="2380522"/>
                  </a:lnTo>
                  <a:lnTo>
                    <a:pt x="1205328" y="2380915"/>
                  </a:lnTo>
                  <a:lnTo>
                    <a:pt x="1205665" y="2381170"/>
                  </a:lnTo>
                  <a:lnTo>
                    <a:pt x="1206001" y="2381325"/>
                  </a:lnTo>
                  <a:lnTo>
                    <a:pt x="1206338" y="2381471"/>
                  </a:lnTo>
                  <a:lnTo>
                    <a:pt x="1206674" y="2381714"/>
                  </a:lnTo>
                  <a:lnTo>
                    <a:pt x="1207011" y="2381938"/>
                  </a:lnTo>
                  <a:lnTo>
                    <a:pt x="1207347" y="2382055"/>
                  </a:lnTo>
                  <a:lnTo>
                    <a:pt x="1207683" y="2381998"/>
                  </a:lnTo>
                  <a:lnTo>
                    <a:pt x="1208020" y="2381950"/>
                  </a:lnTo>
                  <a:lnTo>
                    <a:pt x="1208356" y="2381794"/>
                  </a:lnTo>
                  <a:lnTo>
                    <a:pt x="1208693" y="2381563"/>
                  </a:lnTo>
                  <a:lnTo>
                    <a:pt x="1209029" y="2381332"/>
                  </a:lnTo>
                  <a:lnTo>
                    <a:pt x="1209366" y="2381132"/>
                  </a:lnTo>
                  <a:lnTo>
                    <a:pt x="1209702" y="2380933"/>
                  </a:lnTo>
                  <a:lnTo>
                    <a:pt x="1210039" y="2380746"/>
                  </a:lnTo>
                  <a:lnTo>
                    <a:pt x="1210375" y="2380680"/>
                  </a:lnTo>
                  <a:lnTo>
                    <a:pt x="1210712" y="2380721"/>
                  </a:lnTo>
                  <a:lnTo>
                    <a:pt x="1211048" y="2381062"/>
                  </a:lnTo>
                  <a:lnTo>
                    <a:pt x="1211385" y="2381408"/>
                  </a:lnTo>
                  <a:lnTo>
                    <a:pt x="1211721" y="2381703"/>
                  </a:lnTo>
                  <a:lnTo>
                    <a:pt x="1212057" y="2382046"/>
                  </a:lnTo>
                  <a:lnTo>
                    <a:pt x="1212394" y="2382395"/>
                  </a:lnTo>
                  <a:lnTo>
                    <a:pt x="1212730" y="2382920"/>
                  </a:lnTo>
                  <a:lnTo>
                    <a:pt x="1213067" y="2383362"/>
                  </a:lnTo>
                  <a:lnTo>
                    <a:pt x="1213403" y="2383799"/>
                  </a:lnTo>
                  <a:lnTo>
                    <a:pt x="1213740" y="2384189"/>
                  </a:lnTo>
                  <a:lnTo>
                    <a:pt x="1214076" y="2384579"/>
                  </a:lnTo>
                  <a:lnTo>
                    <a:pt x="1214413" y="2385035"/>
                  </a:lnTo>
                  <a:lnTo>
                    <a:pt x="1214749" y="2385504"/>
                  </a:lnTo>
                  <a:lnTo>
                    <a:pt x="1215086" y="2385973"/>
                  </a:lnTo>
                  <a:lnTo>
                    <a:pt x="1215422" y="2386442"/>
                  </a:lnTo>
                  <a:lnTo>
                    <a:pt x="1215759" y="2386823"/>
                  </a:lnTo>
                  <a:lnTo>
                    <a:pt x="1216095" y="2387030"/>
                  </a:lnTo>
                  <a:lnTo>
                    <a:pt x="1216431" y="2387212"/>
                  </a:lnTo>
                  <a:lnTo>
                    <a:pt x="1216768" y="2387581"/>
                  </a:lnTo>
                  <a:lnTo>
                    <a:pt x="1217104" y="2388085"/>
                  </a:lnTo>
                  <a:lnTo>
                    <a:pt x="1217441" y="2388624"/>
                  </a:lnTo>
                  <a:lnTo>
                    <a:pt x="1217777" y="2389328"/>
                  </a:lnTo>
                  <a:lnTo>
                    <a:pt x="1218114" y="2389965"/>
                  </a:lnTo>
                  <a:lnTo>
                    <a:pt x="1218450" y="2390516"/>
                  </a:lnTo>
                  <a:lnTo>
                    <a:pt x="1218787" y="2391264"/>
                  </a:lnTo>
                  <a:lnTo>
                    <a:pt x="1219123" y="2391845"/>
                  </a:lnTo>
                  <a:lnTo>
                    <a:pt x="1219460" y="2392636"/>
                  </a:lnTo>
                  <a:lnTo>
                    <a:pt x="1219796" y="2393430"/>
                  </a:lnTo>
                  <a:lnTo>
                    <a:pt x="1220133" y="2394446"/>
                  </a:lnTo>
                  <a:lnTo>
                    <a:pt x="1220469" y="2395580"/>
                  </a:lnTo>
                  <a:lnTo>
                    <a:pt x="1220805" y="2396848"/>
                  </a:lnTo>
                  <a:lnTo>
                    <a:pt x="1221142" y="2398192"/>
                  </a:lnTo>
                  <a:lnTo>
                    <a:pt x="1221478" y="2399522"/>
                  </a:lnTo>
                  <a:lnTo>
                    <a:pt x="1221815" y="2400643"/>
                  </a:lnTo>
                  <a:lnTo>
                    <a:pt x="1222151" y="2401705"/>
                  </a:lnTo>
                  <a:lnTo>
                    <a:pt x="1222488" y="2402570"/>
                  </a:lnTo>
                  <a:lnTo>
                    <a:pt x="1222824" y="2403246"/>
                  </a:lnTo>
                  <a:lnTo>
                    <a:pt x="1223161" y="2403898"/>
                  </a:lnTo>
                  <a:lnTo>
                    <a:pt x="1223497" y="2404509"/>
                  </a:lnTo>
                  <a:lnTo>
                    <a:pt x="1223834" y="2405027"/>
                  </a:lnTo>
                  <a:lnTo>
                    <a:pt x="1224170" y="2405290"/>
                  </a:lnTo>
                  <a:lnTo>
                    <a:pt x="1224506" y="2405228"/>
                  </a:lnTo>
                  <a:lnTo>
                    <a:pt x="1224843" y="2405228"/>
                  </a:lnTo>
                  <a:lnTo>
                    <a:pt x="1225179" y="2405016"/>
                  </a:lnTo>
                  <a:lnTo>
                    <a:pt x="1225516" y="2404645"/>
                  </a:lnTo>
                  <a:lnTo>
                    <a:pt x="1225852" y="2404051"/>
                  </a:lnTo>
                  <a:lnTo>
                    <a:pt x="1226189" y="2403384"/>
                  </a:lnTo>
                  <a:lnTo>
                    <a:pt x="1226525" y="2402610"/>
                  </a:lnTo>
                  <a:lnTo>
                    <a:pt x="1226862" y="2402070"/>
                  </a:lnTo>
                  <a:lnTo>
                    <a:pt x="1227198" y="2401384"/>
                  </a:lnTo>
                  <a:lnTo>
                    <a:pt x="1227535" y="2400573"/>
                  </a:lnTo>
                  <a:lnTo>
                    <a:pt x="1227871" y="2399807"/>
                  </a:lnTo>
                  <a:lnTo>
                    <a:pt x="1228208" y="2399141"/>
                  </a:lnTo>
                  <a:lnTo>
                    <a:pt x="1228544" y="2398529"/>
                  </a:lnTo>
                  <a:lnTo>
                    <a:pt x="1228880" y="2398093"/>
                  </a:lnTo>
                  <a:lnTo>
                    <a:pt x="1229217" y="2398001"/>
                  </a:lnTo>
                  <a:lnTo>
                    <a:pt x="1229553" y="2398165"/>
                  </a:lnTo>
                  <a:lnTo>
                    <a:pt x="1229890" y="2398911"/>
                  </a:lnTo>
                  <a:lnTo>
                    <a:pt x="1230226" y="2399938"/>
                  </a:lnTo>
                  <a:lnTo>
                    <a:pt x="1230563" y="2401178"/>
                  </a:lnTo>
                  <a:lnTo>
                    <a:pt x="1230899" y="2402112"/>
                  </a:lnTo>
                  <a:lnTo>
                    <a:pt x="1231236" y="2402922"/>
                  </a:lnTo>
                  <a:lnTo>
                    <a:pt x="1231572" y="2403608"/>
                  </a:lnTo>
                  <a:lnTo>
                    <a:pt x="1231909" y="2404167"/>
                  </a:lnTo>
                  <a:lnTo>
                    <a:pt x="1232245" y="2404656"/>
                  </a:lnTo>
                  <a:lnTo>
                    <a:pt x="1232582" y="2405081"/>
                  </a:lnTo>
                  <a:lnTo>
                    <a:pt x="1232918" y="2405458"/>
                  </a:lnTo>
                  <a:lnTo>
                    <a:pt x="1233254" y="2405785"/>
                  </a:lnTo>
                  <a:lnTo>
                    <a:pt x="1233591" y="2406028"/>
                  </a:lnTo>
                  <a:lnTo>
                    <a:pt x="1233927" y="2406322"/>
                  </a:lnTo>
                  <a:lnTo>
                    <a:pt x="1234264" y="2406634"/>
                  </a:lnTo>
                  <a:lnTo>
                    <a:pt x="1234600" y="2406672"/>
                  </a:lnTo>
                  <a:lnTo>
                    <a:pt x="1234937" y="2406273"/>
                  </a:lnTo>
                  <a:lnTo>
                    <a:pt x="1235273" y="2405392"/>
                  </a:lnTo>
                  <a:lnTo>
                    <a:pt x="1235610" y="2404191"/>
                  </a:lnTo>
                  <a:lnTo>
                    <a:pt x="1235946" y="2403132"/>
                  </a:lnTo>
                  <a:lnTo>
                    <a:pt x="1236283" y="2402444"/>
                  </a:lnTo>
                  <a:lnTo>
                    <a:pt x="1236619" y="2401984"/>
                  </a:lnTo>
                  <a:lnTo>
                    <a:pt x="1236956" y="2401923"/>
                  </a:lnTo>
                  <a:lnTo>
                    <a:pt x="1237292" y="2402329"/>
                  </a:lnTo>
                  <a:lnTo>
                    <a:pt x="1237628" y="2402770"/>
                  </a:lnTo>
                  <a:lnTo>
                    <a:pt x="1237965" y="2403367"/>
                  </a:lnTo>
                  <a:lnTo>
                    <a:pt x="1238301" y="2404245"/>
                  </a:lnTo>
                  <a:lnTo>
                    <a:pt x="1238638" y="2405398"/>
                  </a:lnTo>
                  <a:lnTo>
                    <a:pt x="1238974" y="2406858"/>
                  </a:lnTo>
                  <a:lnTo>
                    <a:pt x="1239311" y="2408247"/>
                  </a:lnTo>
                  <a:lnTo>
                    <a:pt x="1239647" y="2409483"/>
                  </a:lnTo>
                  <a:lnTo>
                    <a:pt x="1239984" y="2410860"/>
                  </a:lnTo>
                  <a:lnTo>
                    <a:pt x="1240320" y="2412295"/>
                  </a:lnTo>
                  <a:lnTo>
                    <a:pt x="1240657" y="2413883"/>
                  </a:lnTo>
                  <a:lnTo>
                    <a:pt x="1240993" y="2415666"/>
                  </a:lnTo>
                  <a:lnTo>
                    <a:pt x="1241330" y="2417312"/>
                  </a:lnTo>
                  <a:lnTo>
                    <a:pt x="1241666" y="2419210"/>
                  </a:lnTo>
                  <a:lnTo>
                    <a:pt x="1242002" y="2420902"/>
                  </a:lnTo>
                  <a:lnTo>
                    <a:pt x="1242339" y="2422552"/>
                  </a:lnTo>
                  <a:lnTo>
                    <a:pt x="1242675" y="2424272"/>
                  </a:lnTo>
                  <a:lnTo>
                    <a:pt x="1243012" y="2425962"/>
                  </a:lnTo>
                  <a:lnTo>
                    <a:pt x="1243348" y="2427615"/>
                  </a:lnTo>
                  <a:lnTo>
                    <a:pt x="1243685" y="2428681"/>
                  </a:lnTo>
                  <a:lnTo>
                    <a:pt x="1244021" y="2430013"/>
                  </a:lnTo>
                  <a:lnTo>
                    <a:pt x="1244358" y="2431267"/>
                  </a:lnTo>
                  <a:lnTo>
                    <a:pt x="1244694" y="2432496"/>
                  </a:lnTo>
                  <a:lnTo>
                    <a:pt x="1245031" y="2433701"/>
                  </a:lnTo>
                  <a:lnTo>
                    <a:pt x="1245367" y="2434899"/>
                  </a:lnTo>
                  <a:lnTo>
                    <a:pt x="1245704" y="2435824"/>
                  </a:lnTo>
                  <a:lnTo>
                    <a:pt x="1246040" y="2436539"/>
                  </a:lnTo>
                  <a:lnTo>
                    <a:pt x="1246376" y="2436979"/>
                  </a:lnTo>
                  <a:lnTo>
                    <a:pt x="1246713" y="2437319"/>
                  </a:lnTo>
                  <a:lnTo>
                    <a:pt x="1247049" y="2437469"/>
                  </a:lnTo>
                  <a:lnTo>
                    <a:pt x="1247386" y="2437600"/>
                  </a:lnTo>
                  <a:lnTo>
                    <a:pt x="1247722" y="2437602"/>
                  </a:lnTo>
                  <a:lnTo>
                    <a:pt x="1248059" y="2437302"/>
                  </a:lnTo>
                  <a:lnTo>
                    <a:pt x="1248395" y="2437058"/>
                  </a:lnTo>
                  <a:lnTo>
                    <a:pt x="1248732" y="2436795"/>
                  </a:lnTo>
                  <a:lnTo>
                    <a:pt x="1249068" y="2436657"/>
                  </a:lnTo>
                  <a:lnTo>
                    <a:pt x="1249405" y="2436642"/>
                  </a:lnTo>
                  <a:lnTo>
                    <a:pt x="1249741" y="2436644"/>
                  </a:lnTo>
                  <a:lnTo>
                    <a:pt x="1250078" y="2436705"/>
                  </a:lnTo>
                  <a:lnTo>
                    <a:pt x="1250414" y="2436922"/>
                  </a:lnTo>
                  <a:lnTo>
                    <a:pt x="1250750" y="2437447"/>
                  </a:lnTo>
                  <a:lnTo>
                    <a:pt x="1251087" y="2438035"/>
                  </a:lnTo>
                  <a:lnTo>
                    <a:pt x="1251423" y="2438780"/>
                  </a:lnTo>
                  <a:lnTo>
                    <a:pt x="1251760" y="2439338"/>
                  </a:lnTo>
                  <a:lnTo>
                    <a:pt x="1252096" y="2439887"/>
                  </a:lnTo>
                  <a:lnTo>
                    <a:pt x="1252433" y="2440436"/>
                  </a:lnTo>
                  <a:lnTo>
                    <a:pt x="1252769" y="2441296"/>
                  </a:lnTo>
                  <a:lnTo>
                    <a:pt x="1253106" y="2442288"/>
                  </a:lnTo>
                  <a:lnTo>
                    <a:pt x="1253442" y="2443440"/>
                  </a:lnTo>
                  <a:lnTo>
                    <a:pt x="1253779" y="2444577"/>
                  </a:lnTo>
                  <a:lnTo>
                    <a:pt x="1254115" y="2445427"/>
                  </a:lnTo>
                  <a:lnTo>
                    <a:pt x="1254452" y="2446278"/>
                  </a:lnTo>
                  <a:lnTo>
                    <a:pt x="1254788" y="2447089"/>
                  </a:lnTo>
                  <a:lnTo>
                    <a:pt x="1255124" y="2447943"/>
                  </a:lnTo>
                  <a:lnTo>
                    <a:pt x="1255461" y="2448690"/>
                  </a:lnTo>
                  <a:lnTo>
                    <a:pt x="1255797" y="2449282"/>
                  </a:lnTo>
                  <a:lnTo>
                    <a:pt x="1256134" y="2449861"/>
                  </a:lnTo>
                  <a:lnTo>
                    <a:pt x="1256470" y="2450327"/>
                  </a:lnTo>
                  <a:lnTo>
                    <a:pt x="1256807" y="2450911"/>
                  </a:lnTo>
                  <a:lnTo>
                    <a:pt x="1257143" y="2451508"/>
                  </a:lnTo>
                  <a:lnTo>
                    <a:pt x="1257480" y="2452192"/>
                  </a:lnTo>
                  <a:lnTo>
                    <a:pt x="1257816" y="2452915"/>
                  </a:lnTo>
                  <a:lnTo>
                    <a:pt x="1258153" y="2453707"/>
                  </a:lnTo>
                  <a:lnTo>
                    <a:pt x="1258489" y="2454429"/>
                  </a:lnTo>
                  <a:lnTo>
                    <a:pt x="1258825" y="2455108"/>
                  </a:lnTo>
                  <a:lnTo>
                    <a:pt x="1259162" y="2455696"/>
                  </a:lnTo>
                  <a:lnTo>
                    <a:pt x="1259498" y="2456110"/>
                  </a:lnTo>
                  <a:lnTo>
                    <a:pt x="1259835" y="2456569"/>
                  </a:lnTo>
                  <a:lnTo>
                    <a:pt x="1260171" y="2456921"/>
                  </a:lnTo>
                  <a:lnTo>
                    <a:pt x="1260508" y="2457228"/>
                  </a:lnTo>
                  <a:lnTo>
                    <a:pt x="1260844" y="2457534"/>
                  </a:lnTo>
                  <a:lnTo>
                    <a:pt x="1261181" y="2457840"/>
                  </a:lnTo>
                  <a:lnTo>
                    <a:pt x="1261517" y="2458276"/>
                  </a:lnTo>
                  <a:lnTo>
                    <a:pt x="1261854" y="2458735"/>
                  </a:lnTo>
                  <a:lnTo>
                    <a:pt x="1262190" y="2459126"/>
                  </a:lnTo>
                  <a:lnTo>
                    <a:pt x="1262527" y="2459271"/>
                  </a:lnTo>
                  <a:lnTo>
                    <a:pt x="1262863" y="2459195"/>
                  </a:lnTo>
                  <a:lnTo>
                    <a:pt x="1263199" y="2458774"/>
                  </a:lnTo>
                  <a:lnTo>
                    <a:pt x="1263536" y="2458544"/>
                  </a:lnTo>
                  <a:lnTo>
                    <a:pt x="1263872" y="2458364"/>
                  </a:lnTo>
                  <a:lnTo>
                    <a:pt x="1264209" y="2458517"/>
                  </a:lnTo>
                  <a:lnTo>
                    <a:pt x="1264545" y="2458510"/>
                  </a:lnTo>
                  <a:lnTo>
                    <a:pt x="1264882" y="2458226"/>
                  </a:lnTo>
                  <a:lnTo>
                    <a:pt x="1265218" y="2457531"/>
                  </a:lnTo>
                  <a:lnTo>
                    <a:pt x="1265555" y="2456563"/>
                  </a:lnTo>
                  <a:lnTo>
                    <a:pt x="1265891" y="2455657"/>
                  </a:lnTo>
                  <a:lnTo>
                    <a:pt x="1266228" y="2454495"/>
                  </a:lnTo>
                  <a:lnTo>
                    <a:pt x="1266564" y="2453204"/>
                  </a:lnTo>
                  <a:lnTo>
                    <a:pt x="1266901" y="2452037"/>
                  </a:lnTo>
                  <a:lnTo>
                    <a:pt x="1267237" y="2451232"/>
                  </a:lnTo>
                  <a:lnTo>
                    <a:pt x="1267573" y="2450358"/>
                  </a:lnTo>
                  <a:lnTo>
                    <a:pt x="1267910" y="2449529"/>
                  </a:lnTo>
                  <a:lnTo>
                    <a:pt x="1268246" y="2448922"/>
                  </a:lnTo>
                  <a:lnTo>
                    <a:pt x="1268583" y="2448185"/>
                  </a:lnTo>
                  <a:lnTo>
                    <a:pt x="1268919" y="2447160"/>
                  </a:lnTo>
                  <a:lnTo>
                    <a:pt x="1269256" y="2445921"/>
                  </a:lnTo>
                  <a:lnTo>
                    <a:pt x="1269592" y="2444495"/>
                  </a:lnTo>
                  <a:lnTo>
                    <a:pt x="1269929" y="2443050"/>
                  </a:lnTo>
                  <a:lnTo>
                    <a:pt x="1270265" y="2441683"/>
                  </a:lnTo>
                  <a:lnTo>
                    <a:pt x="1270602" y="2440676"/>
                  </a:lnTo>
                  <a:lnTo>
                    <a:pt x="1270938" y="2439691"/>
                  </a:lnTo>
                  <a:lnTo>
                    <a:pt x="1271275" y="2438602"/>
                  </a:lnTo>
                  <a:lnTo>
                    <a:pt x="1271611" y="2437590"/>
                  </a:lnTo>
                  <a:lnTo>
                    <a:pt x="1271947" y="2436467"/>
                  </a:lnTo>
                  <a:lnTo>
                    <a:pt x="1272284" y="2435245"/>
                  </a:lnTo>
                  <a:lnTo>
                    <a:pt x="1272620" y="2433860"/>
                  </a:lnTo>
                  <a:lnTo>
                    <a:pt x="1272957" y="2432486"/>
                  </a:lnTo>
                  <a:lnTo>
                    <a:pt x="1273293" y="2431034"/>
                  </a:lnTo>
                  <a:lnTo>
                    <a:pt x="1273630" y="2429848"/>
                  </a:lnTo>
                  <a:lnTo>
                    <a:pt x="1273966" y="2428504"/>
                  </a:lnTo>
                  <a:lnTo>
                    <a:pt x="1274303" y="2427181"/>
                  </a:lnTo>
                  <a:lnTo>
                    <a:pt x="1274639" y="2425849"/>
                  </a:lnTo>
                  <a:lnTo>
                    <a:pt x="1274976" y="2424643"/>
                  </a:lnTo>
                  <a:lnTo>
                    <a:pt x="1275312" y="2423527"/>
                  </a:lnTo>
                  <a:lnTo>
                    <a:pt x="1275649" y="2422481"/>
                  </a:lnTo>
                  <a:lnTo>
                    <a:pt x="1275985" y="2421482"/>
                  </a:lnTo>
                  <a:lnTo>
                    <a:pt x="1276321" y="2420499"/>
                  </a:lnTo>
                  <a:lnTo>
                    <a:pt x="1276658" y="2419378"/>
                  </a:lnTo>
                  <a:lnTo>
                    <a:pt x="1276994" y="2418192"/>
                  </a:lnTo>
                  <a:lnTo>
                    <a:pt x="1277331" y="2416829"/>
                  </a:lnTo>
                  <a:lnTo>
                    <a:pt x="1277667" y="2415518"/>
                  </a:lnTo>
                  <a:lnTo>
                    <a:pt x="1278004" y="2414084"/>
                  </a:lnTo>
                  <a:lnTo>
                    <a:pt x="1278340" y="2412215"/>
                  </a:lnTo>
                  <a:lnTo>
                    <a:pt x="1278677" y="2410271"/>
                  </a:lnTo>
                  <a:lnTo>
                    <a:pt x="1279013" y="2408632"/>
                  </a:lnTo>
                  <a:lnTo>
                    <a:pt x="1279350" y="2406887"/>
                  </a:lnTo>
                  <a:lnTo>
                    <a:pt x="1279686" y="2405469"/>
                  </a:lnTo>
                  <a:lnTo>
                    <a:pt x="1280023" y="2403774"/>
                  </a:lnTo>
                  <a:lnTo>
                    <a:pt x="1280359" y="2402010"/>
                  </a:lnTo>
                  <a:lnTo>
                    <a:pt x="1280695" y="2400436"/>
                  </a:lnTo>
                  <a:lnTo>
                    <a:pt x="1281032" y="2398983"/>
                  </a:lnTo>
                  <a:lnTo>
                    <a:pt x="1281368" y="2397425"/>
                  </a:lnTo>
                  <a:lnTo>
                    <a:pt x="1281705" y="2395902"/>
                  </a:lnTo>
                  <a:lnTo>
                    <a:pt x="1282041" y="2394316"/>
                  </a:lnTo>
                  <a:lnTo>
                    <a:pt x="1282378" y="2392670"/>
                  </a:lnTo>
                  <a:lnTo>
                    <a:pt x="1282714" y="2391101"/>
                  </a:lnTo>
                  <a:lnTo>
                    <a:pt x="1283051" y="2389570"/>
                  </a:lnTo>
                  <a:lnTo>
                    <a:pt x="1283387" y="2388179"/>
                  </a:lnTo>
                  <a:lnTo>
                    <a:pt x="1283724" y="2386953"/>
                  </a:lnTo>
                  <a:lnTo>
                    <a:pt x="1284060" y="2385734"/>
                  </a:lnTo>
                  <a:lnTo>
                    <a:pt x="1284397" y="2384421"/>
                  </a:lnTo>
                  <a:lnTo>
                    <a:pt x="1284733" y="2383420"/>
                  </a:lnTo>
                  <a:lnTo>
                    <a:pt x="1285069" y="2382712"/>
                  </a:lnTo>
                  <a:lnTo>
                    <a:pt x="1285406" y="2382144"/>
                  </a:lnTo>
                  <a:lnTo>
                    <a:pt x="1285742" y="2381771"/>
                  </a:lnTo>
                  <a:lnTo>
                    <a:pt x="1286079" y="2381420"/>
                  </a:lnTo>
                  <a:lnTo>
                    <a:pt x="1286415" y="2381038"/>
                  </a:lnTo>
                  <a:lnTo>
                    <a:pt x="1286752" y="2380674"/>
                  </a:lnTo>
                  <a:lnTo>
                    <a:pt x="1287088" y="2380083"/>
                  </a:lnTo>
                  <a:lnTo>
                    <a:pt x="1287425" y="2379544"/>
                  </a:lnTo>
                  <a:lnTo>
                    <a:pt x="1287761" y="2378770"/>
                  </a:lnTo>
                  <a:lnTo>
                    <a:pt x="1288098" y="2378188"/>
                  </a:lnTo>
                  <a:lnTo>
                    <a:pt x="1288434" y="2377708"/>
                  </a:lnTo>
                  <a:lnTo>
                    <a:pt x="1288770" y="2377360"/>
                  </a:lnTo>
                  <a:lnTo>
                    <a:pt x="1289107" y="2377326"/>
                  </a:lnTo>
                  <a:lnTo>
                    <a:pt x="1289443" y="2377350"/>
                  </a:lnTo>
                  <a:lnTo>
                    <a:pt x="1289780" y="2377444"/>
                  </a:lnTo>
                  <a:lnTo>
                    <a:pt x="1290116" y="2377696"/>
                  </a:lnTo>
                  <a:lnTo>
                    <a:pt x="1290453" y="2377800"/>
                  </a:lnTo>
                  <a:lnTo>
                    <a:pt x="1290789" y="2377740"/>
                  </a:lnTo>
                  <a:lnTo>
                    <a:pt x="1291126" y="2377717"/>
                  </a:lnTo>
                  <a:lnTo>
                    <a:pt x="1291462" y="2378007"/>
                  </a:lnTo>
                  <a:lnTo>
                    <a:pt x="1291799" y="2378132"/>
                  </a:lnTo>
                  <a:lnTo>
                    <a:pt x="1292135" y="2378435"/>
                  </a:lnTo>
                  <a:lnTo>
                    <a:pt x="1292472" y="2378804"/>
                  </a:lnTo>
                  <a:lnTo>
                    <a:pt x="1292808" y="2379227"/>
                  </a:lnTo>
                  <a:lnTo>
                    <a:pt x="1293144" y="2379798"/>
                  </a:lnTo>
                  <a:lnTo>
                    <a:pt x="1293481" y="2380281"/>
                  </a:lnTo>
                  <a:lnTo>
                    <a:pt x="1293817" y="2380735"/>
                  </a:lnTo>
                  <a:lnTo>
                    <a:pt x="1294154" y="2380867"/>
                  </a:lnTo>
                  <a:lnTo>
                    <a:pt x="1294490" y="2381000"/>
                  </a:lnTo>
                  <a:lnTo>
                    <a:pt x="1294827" y="2381175"/>
                  </a:lnTo>
                  <a:lnTo>
                    <a:pt x="1295163" y="2381253"/>
                  </a:lnTo>
                  <a:lnTo>
                    <a:pt x="1295500" y="2381257"/>
                  </a:lnTo>
                  <a:lnTo>
                    <a:pt x="1295836" y="2381399"/>
                  </a:lnTo>
                  <a:lnTo>
                    <a:pt x="1296173" y="2381468"/>
                  </a:lnTo>
                  <a:lnTo>
                    <a:pt x="1296509" y="2381267"/>
                  </a:lnTo>
                  <a:lnTo>
                    <a:pt x="1296846" y="2381142"/>
                  </a:lnTo>
                  <a:lnTo>
                    <a:pt x="1297182" y="2380863"/>
                  </a:lnTo>
                  <a:lnTo>
                    <a:pt x="1297518" y="2380716"/>
                  </a:lnTo>
                  <a:lnTo>
                    <a:pt x="1297855" y="2380640"/>
                  </a:lnTo>
                  <a:lnTo>
                    <a:pt x="1298191" y="2380478"/>
                  </a:lnTo>
                  <a:lnTo>
                    <a:pt x="1298528" y="2380028"/>
                  </a:lnTo>
                  <a:lnTo>
                    <a:pt x="1298864" y="2379381"/>
                  </a:lnTo>
                  <a:lnTo>
                    <a:pt x="1299201" y="2378561"/>
                  </a:lnTo>
                  <a:lnTo>
                    <a:pt x="1299537" y="2377766"/>
                  </a:lnTo>
                  <a:lnTo>
                    <a:pt x="1299874" y="2377126"/>
                  </a:lnTo>
                  <a:lnTo>
                    <a:pt x="1300210" y="2376582"/>
                  </a:lnTo>
                  <a:lnTo>
                    <a:pt x="1300547" y="2376086"/>
                  </a:lnTo>
                  <a:lnTo>
                    <a:pt x="1300883" y="2375468"/>
                  </a:lnTo>
                  <a:lnTo>
                    <a:pt x="1301220" y="2374324"/>
                  </a:lnTo>
                  <a:lnTo>
                    <a:pt x="1301556" y="2372665"/>
                  </a:lnTo>
                  <a:lnTo>
                    <a:pt x="1301892" y="2370782"/>
                  </a:lnTo>
                  <a:lnTo>
                    <a:pt x="1302229" y="2369031"/>
                  </a:lnTo>
                  <a:lnTo>
                    <a:pt x="1302565" y="2367348"/>
                  </a:lnTo>
                  <a:lnTo>
                    <a:pt x="1302902" y="2365603"/>
                  </a:lnTo>
                  <a:lnTo>
                    <a:pt x="1303238" y="2364059"/>
                  </a:lnTo>
                  <a:lnTo>
                    <a:pt x="1303575" y="2362405"/>
                  </a:lnTo>
                  <a:lnTo>
                    <a:pt x="1303911" y="2360730"/>
                  </a:lnTo>
                  <a:lnTo>
                    <a:pt x="1304248" y="2359028"/>
                  </a:lnTo>
                  <a:lnTo>
                    <a:pt x="1304584" y="2357231"/>
                  </a:lnTo>
                  <a:lnTo>
                    <a:pt x="1304921" y="2355373"/>
                  </a:lnTo>
                  <a:lnTo>
                    <a:pt x="1305257" y="2353424"/>
                  </a:lnTo>
                  <a:lnTo>
                    <a:pt x="1305594" y="2351337"/>
                  </a:lnTo>
                  <a:lnTo>
                    <a:pt x="1305930" y="2349439"/>
                  </a:lnTo>
                  <a:lnTo>
                    <a:pt x="1306266" y="2347846"/>
                  </a:lnTo>
                  <a:lnTo>
                    <a:pt x="1306603" y="2346587"/>
                  </a:lnTo>
                  <a:lnTo>
                    <a:pt x="1306939" y="2345300"/>
                  </a:lnTo>
                  <a:lnTo>
                    <a:pt x="1307276" y="2343298"/>
                  </a:lnTo>
                  <a:lnTo>
                    <a:pt x="1307612" y="2341049"/>
                  </a:lnTo>
                  <a:lnTo>
                    <a:pt x="1307949" y="2338622"/>
                  </a:lnTo>
                  <a:lnTo>
                    <a:pt x="1308285" y="2335582"/>
                  </a:lnTo>
                  <a:lnTo>
                    <a:pt x="1308622" y="2332742"/>
                  </a:lnTo>
                  <a:lnTo>
                    <a:pt x="1308958" y="2330292"/>
                  </a:lnTo>
                  <a:lnTo>
                    <a:pt x="1309295" y="2327555"/>
                  </a:lnTo>
                  <a:lnTo>
                    <a:pt x="1309631" y="2324511"/>
                  </a:lnTo>
                  <a:lnTo>
                    <a:pt x="1309968" y="2321130"/>
                  </a:lnTo>
                  <a:lnTo>
                    <a:pt x="1310304" y="2317837"/>
                  </a:lnTo>
                  <a:lnTo>
                    <a:pt x="1310640" y="2314455"/>
                  </a:lnTo>
                  <a:lnTo>
                    <a:pt x="1310977" y="2311259"/>
                  </a:lnTo>
                  <a:lnTo>
                    <a:pt x="1311313" y="2307751"/>
                  </a:lnTo>
                  <a:lnTo>
                    <a:pt x="1311650" y="2304316"/>
                  </a:lnTo>
                  <a:lnTo>
                    <a:pt x="1311986" y="2300912"/>
                  </a:lnTo>
                  <a:lnTo>
                    <a:pt x="1312323" y="2297962"/>
                  </a:lnTo>
                  <a:lnTo>
                    <a:pt x="1312659" y="2295059"/>
                  </a:lnTo>
                  <a:lnTo>
                    <a:pt x="1312996" y="2292211"/>
                  </a:lnTo>
                  <a:lnTo>
                    <a:pt x="1313332" y="2289642"/>
                  </a:lnTo>
                  <a:lnTo>
                    <a:pt x="1313669" y="2287146"/>
                  </a:lnTo>
                  <a:lnTo>
                    <a:pt x="1314005" y="2284802"/>
                  </a:lnTo>
                  <a:lnTo>
                    <a:pt x="1314342" y="2282563"/>
                  </a:lnTo>
                  <a:lnTo>
                    <a:pt x="1314678" y="2280535"/>
                  </a:lnTo>
                  <a:lnTo>
                    <a:pt x="1315014" y="2278613"/>
                  </a:lnTo>
                  <a:lnTo>
                    <a:pt x="1315351" y="2277160"/>
                  </a:lnTo>
                  <a:lnTo>
                    <a:pt x="1315687" y="2275798"/>
                  </a:lnTo>
                  <a:lnTo>
                    <a:pt x="1316024" y="2274490"/>
                  </a:lnTo>
                  <a:lnTo>
                    <a:pt x="1316360" y="2273307"/>
                  </a:lnTo>
                  <a:lnTo>
                    <a:pt x="1316697" y="2271991"/>
                  </a:lnTo>
                  <a:lnTo>
                    <a:pt x="1317033" y="2270974"/>
                  </a:lnTo>
                  <a:lnTo>
                    <a:pt x="1317370" y="2270158"/>
                  </a:lnTo>
                  <a:lnTo>
                    <a:pt x="1317706" y="2269219"/>
                  </a:lnTo>
                  <a:lnTo>
                    <a:pt x="1318043" y="2268319"/>
                  </a:lnTo>
                  <a:lnTo>
                    <a:pt x="1318379" y="2267374"/>
                  </a:lnTo>
                  <a:lnTo>
                    <a:pt x="1318716" y="2266498"/>
                  </a:lnTo>
                  <a:lnTo>
                    <a:pt x="1319052" y="2265367"/>
                  </a:lnTo>
                  <a:lnTo>
                    <a:pt x="1319388" y="2264016"/>
                  </a:lnTo>
                  <a:lnTo>
                    <a:pt x="1319725" y="2262377"/>
                  </a:lnTo>
                  <a:lnTo>
                    <a:pt x="1320061" y="2260329"/>
                  </a:lnTo>
                  <a:lnTo>
                    <a:pt x="1320398" y="2258391"/>
                  </a:lnTo>
                  <a:lnTo>
                    <a:pt x="1320734" y="2256384"/>
                  </a:lnTo>
                  <a:lnTo>
                    <a:pt x="1321071" y="2254307"/>
                  </a:lnTo>
                  <a:lnTo>
                    <a:pt x="1321407" y="2252130"/>
                  </a:lnTo>
                  <a:lnTo>
                    <a:pt x="1321744" y="2249898"/>
                  </a:lnTo>
                  <a:lnTo>
                    <a:pt x="1322080" y="2247396"/>
                  </a:lnTo>
                  <a:lnTo>
                    <a:pt x="1322417" y="2244737"/>
                  </a:lnTo>
                  <a:lnTo>
                    <a:pt x="1322753" y="2241516"/>
                  </a:lnTo>
                  <a:lnTo>
                    <a:pt x="1323089" y="2238179"/>
                  </a:lnTo>
                  <a:lnTo>
                    <a:pt x="1323426" y="2234877"/>
                  </a:lnTo>
                  <a:lnTo>
                    <a:pt x="1323762" y="2231405"/>
                  </a:lnTo>
                  <a:lnTo>
                    <a:pt x="1324099" y="2227954"/>
                  </a:lnTo>
                  <a:lnTo>
                    <a:pt x="1324435" y="2224646"/>
                  </a:lnTo>
                  <a:lnTo>
                    <a:pt x="1324772" y="2221420"/>
                  </a:lnTo>
                  <a:lnTo>
                    <a:pt x="1325108" y="2218434"/>
                  </a:lnTo>
                  <a:lnTo>
                    <a:pt x="1325445" y="2215656"/>
                  </a:lnTo>
                  <a:lnTo>
                    <a:pt x="1325781" y="2212808"/>
                  </a:lnTo>
                  <a:lnTo>
                    <a:pt x="1326118" y="2210051"/>
                  </a:lnTo>
                  <a:lnTo>
                    <a:pt x="1326454" y="2207399"/>
                  </a:lnTo>
                  <a:lnTo>
                    <a:pt x="1326791" y="2204449"/>
                  </a:lnTo>
                  <a:lnTo>
                    <a:pt x="1327127" y="2201476"/>
                  </a:lnTo>
                  <a:lnTo>
                    <a:pt x="1327463" y="2198736"/>
                  </a:lnTo>
                  <a:lnTo>
                    <a:pt x="1327800" y="2196572"/>
                  </a:lnTo>
                  <a:lnTo>
                    <a:pt x="1328136" y="2194444"/>
                  </a:lnTo>
                  <a:lnTo>
                    <a:pt x="1328473" y="2192377"/>
                  </a:lnTo>
                  <a:lnTo>
                    <a:pt x="1328809" y="2190336"/>
                  </a:lnTo>
                  <a:lnTo>
                    <a:pt x="1329146" y="2188520"/>
                  </a:lnTo>
                  <a:lnTo>
                    <a:pt x="1329482" y="2186817"/>
                  </a:lnTo>
                  <a:lnTo>
                    <a:pt x="1329819" y="2185418"/>
                  </a:lnTo>
                  <a:lnTo>
                    <a:pt x="1330155" y="2184100"/>
                  </a:lnTo>
                  <a:lnTo>
                    <a:pt x="1330492" y="2183333"/>
                  </a:lnTo>
                  <a:lnTo>
                    <a:pt x="1330828" y="2182316"/>
                  </a:lnTo>
                  <a:lnTo>
                    <a:pt x="1331165" y="2181194"/>
                  </a:lnTo>
                  <a:lnTo>
                    <a:pt x="1331501" y="2179989"/>
                  </a:lnTo>
                  <a:lnTo>
                    <a:pt x="1331837" y="2179271"/>
                  </a:lnTo>
                  <a:lnTo>
                    <a:pt x="1332174" y="2178809"/>
                  </a:lnTo>
                  <a:lnTo>
                    <a:pt x="1332510" y="2178811"/>
                  </a:lnTo>
                  <a:lnTo>
                    <a:pt x="1332847" y="2179086"/>
                  </a:lnTo>
                  <a:lnTo>
                    <a:pt x="1333183" y="2179082"/>
                  </a:lnTo>
                  <a:lnTo>
                    <a:pt x="1333520" y="2179655"/>
                  </a:lnTo>
                  <a:lnTo>
                    <a:pt x="1333856" y="2180292"/>
                  </a:lnTo>
                  <a:lnTo>
                    <a:pt x="1334193" y="2180887"/>
                  </a:lnTo>
                  <a:lnTo>
                    <a:pt x="1334529" y="2181075"/>
                  </a:lnTo>
                  <a:lnTo>
                    <a:pt x="1334866" y="2181057"/>
                  </a:lnTo>
                  <a:lnTo>
                    <a:pt x="1335202" y="2180807"/>
                  </a:lnTo>
                  <a:lnTo>
                    <a:pt x="1335539" y="2180349"/>
                  </a:lnTo>
                  <a:lnTo>
                    <a:pt x="1335875" y="2180004"/>
                  </a:lnTo>
                  <a:lnTo>
                    <a:pt x="1336211" y="2179895"/>
                  </a:lnTo>
                  <a:lnTo>
                    <a:pt x="1336548" y="2180022"/>
                  </a:lnTo>
                  <a:lnTo>
                    <a:pt x="1336884" y="2180306"/>
                  </a:lnTo>
                  <a:lnTo>
                    <a:pt x="1337221" y="2180854"/>
                  </a:lnTo>
                  <a:lnTo>
                    <a:pt x="1337557" y="2181268"/>
                  </a:lnTo>
                  <a:lnTo>
                    <a:pt x="1337894" y="2181451"/>
                  </a:lnTo>
                  <a:lnTo>
                    <a:pt x="1338230" y="2181733"/>
                  </a:lnTo>
                  <a:lnTo>
                    <a:pt x="1338567" y="2181951"/>
                  </a:lnTo>
                  <a:lnTo>
                    <a:pt x="1338903" y="2182184"/>
                  </a:lnTo>
                  <a:lnTo>
                    <a:pt x="1339240" y="2182352"/>
                  </a:lnTo>
                  <a:lnTo>
                    <a:pt x="1339576" y="2182657"/>
                  </a:lnTo>
                  <a:lnTo>
                    <a:pt x="1339913" y="2183285"/>
                  </a:lnTo>
                  <a:lnTo>
                    <a:pt x="1340249" y="2184011"/>
                  </a:lnTo>
                  <a:lnTo>
                    <a:pt x="1340585" y="2184907"/>
                  </a:lnTo>
                  <a:lnTo>
                    <a:pt x="1340922" y="2185547"/>
                  </a:lnTo>
                  <a:lnTo>
                    <a:pt x="1341258" y="2186248"/>
                  </a:lnTo>
                  <a:lnTo>
                    <a:pt x="1341595" y="2186928"/>
                  </a:lnTo>
                  <a:lnTo>
                    <a:pt x="1341931" y="2187731"/>
                  </a:lnTo>
                  <a:lnTo>
                    <a:pt x="1342268" y="2188626"/>
                  </a:lnTo>
                  <a:lnTo>
                    <a:pt x="1342604" y="2189521"/>
                  </a:lnTo>
                  <a:lnTo>
                    <a:pt x="1342941" y="2190525"/>
                  </a:lnTo>
                  <a:lnTo>
                    <a:pt x="1343277" y="2191591"/>
                  </a:lnTo>
                  <a:lnTo>
                    <a:pt x="1343614" y="2192640"/>
                  </a:lnTo>
                  <a:lnTo>
                    <a:pt x="1343950" y="2193827"/>
                  </a:lnTo>
                  <a:lnTo>
                    <a:pt x="1344287" y="2194972"/>
                  </a:lnTo>
                  <a:lnTo>
                    <a:pt x="1344623" y="2196248"/>
                  </a:lnTo>
                  <a:lnTo>
                    <a:pt x="1344959" y="2197403"/>
                  </a:lnTo>
                  <a:lnTo>
                    <a:pt x="1345296" y="2198596"/>
                  </a:lnTo>
                  <a:lnTo>
                    <a:pt x="1345632" y="2200071"/>
                  </a:lnTo>
                  <a:lnTo>
                    <a:pt x="1345969" y="2201669"/>
                  </a:lnTo>
                  <a:lnTo>
                    <a:pt x="1346305" y="2203013"/>
                  </a:lnTo>
                  <a:lnTo>
                    <a:pt x="1346642" y="2204415"/>
                  </a:lnTo>
                  <a:lnTo>
                    <a:pt x="1346978" y="2205483"/>
                  </a:lnTo>
                  <a:lnTo>
                    <a:pt x="1347315" y="2206655"/>
                  </a:lnTo>
                  <a:lnTo>
                    <a:pt x="1347651" y="2207952"/>
                  </a:lnTo>
                  <a:lnTo>
                    <a:pt x="1347988" y="2208936"/>
                  </a:lnTo>
                  <a:lnTo>
                    <a:pt x="1348324" y="2209692"/>
                  </a:lnTo>
                  <a:lnTo>
                    <a:pt x="1348661" y="2210506"/>
                  </a:lnTo>
                  <a:lnTo>
                    <a:pt x="1348997" y="2211163"/>
                  </a:lnTo>
                  <a:lnTo>
                    <a:pt x="1349333" y="2212062"/>
                  </a:lnTo>
                  <a:lnTo>
                    <a:pt x="1349670" y="2212674"/>
                  </a:lnTo>
                  <a:lnTo>
                    <a:pt x="1350006" y="2213263"/>
                  </a:lnTo>
                  <a:lnTo>
                    <a:pt x="1350343" y="2213569"/>
                  </a:lnTo>
                  <a:lnTo>
                    <a:pt x="1350679" y="2213449"/>
                  </a:lnTo>
                  <a:lnTo>
                    <a:pt x="1351016" y="2212958"/>
                  </a:lnTo>
                  <a:lnTo>
                    <a:pt x="1351352" y="2212105"/>
                  </a:lnTo>
                  <a:lnTo>
                    <a:pt x="1351689" y="2211079"/>
                  </a:lnTo>
                  <a:lnTo>
                    <a:pt x="1352025" y="2209779"/>
                  </a:lnTo>
                  <a:lnTo>
                    <a:pt x="1352362" y="2208366"/>
                  </a:lnTo>
                  <a:lnTo>
                    <a:pt x="1352698" y="2206539"/>
                  </a:lnTo>
                  <a:lnTo>
                    <a:pt x="1353035" y="2204450"/>
                  </a:lnTo>
                  <a:lnTo>
                    <a:pt x="1353371" y="2202283"/>
                  </a:lnTo>
                  <a:lnTo>
                    <a:pt x="1353707" y="2200132"/>
                  </a:lnTo>
                  <a:lnTo>
                    <a:pt x="1354044" y="2198010"/>
                  </a:lnTo>
                  <a:lnTo>
                    <a:pt x="1354380" y="2196208"/>
                  </a:lnTo>
                  <a:lnTo>
                    <a:pt x="1354717" y="2194300"/>
                  </a:lnTo>
                  <a:lnTo>
                    <a:pt x="1355053" y="2192591"/>
                  </a:lnTo>
                  <a:lnTo>
                    <a:pt x="1355390" y="2190423"/>
                  </a:lnTo>
                  <a:lnTo>
                    <a:pt x="1355726" y="2188514"/>
                  </a:lnTo>
                  <a:lnTo>
                    <a:pt x="1356063" y="2186658"/>
                  </a:lnTo>
                  <a:lnTo>
                    <a:pt x="1356399" y="2184946"/>
                  </a:lnTo>
                  <a:lnTo>
                    <a:pt x="1356736" y="2183523"/>
                  </a:lnTo>
                  <a:lnTo>
                    <a:pt x="1357072" y="2182193"/>
                  </a:lnTo>
                  <a:lnTo>
                    <a:pt x="1357408" y="2180881"/>
                  </a:lnTo>
                  <a:lnTo>
                    <a:pt x="1357745" y="2179660"/>
                  </a:lnTo>
                  <a:lnTo>
                    <a:pt x="1358081" y="2179119"/>
                  </a:lnTo>
                  <a:lnTo>
                    <a:pt x="1358418" y="2178810"/>
                  </a:lnTo>
                  <a:lnTo>
                    <a:pt x="1358754" y="2178642"/>
                  </a:lnTo>
                  <a:lnTo>
                    <a:pt x="1359091" y="2178731"/>
                  </a:lnTo>
                  <a:lnTo>
                    <a:pt x="1359427" y="2178975"/>
                  </a:lnTo>
                  <a:lnTo>
                    <a:pt x="1359764" y="2179216"/>
                  </a:lnTo>
                  <a:lnTo>
                    <a:pt x="1360100" y="2179495"/>
                  </a:lnTo>
                  <a:lnTo>
                    <a:pt x="1360437" y="2179803"/>
                  </a:lnTo>
                  <a:lnTo>
                    <a:pt x="1360773" y="2180155"/>
                  </a:lnTo>
                  <a:lnTo>
                    <a:pt x="1361110" y="2180593"/>
                  </a:lnTo>
                  <a:lnTo>
                    <a:pt x="1361446" y="2181120"/>
                  </a:lnTo>
                  <a:lnTo>
                    <a:pt x="1361782" y="2181622"/>
                  </a:lnTo>
                  <a:lnTo>
                    <a:pt x="1362119" y="2182188"/>
                  </a:lnTo>
                  <a:lnTo>
                    <a:pt x="1362455" y="2182602"/>
                  </a:lnTo>
                  <a:lnTo>
                    <a:pt x="1362792" y="2182828"/>
                  </a:lnTo>
                  <a:lnTo>
                    <a:pt x="1363128" y="2182863"/>
                  </a:lnTo>
                  <a:lnTo>
                    <a:pt x="1363465" y="2182795"/>
                  </a:lnTo>
                  <a:lnTo>
                    <a:pt x="1363801" y="2182639"/>
                  </a:lnTo>
                  <a:lnTo>
                    <a:pt x="1364138" y="2182546"/>
                  </a:lnTo>
                  <a:lnTo>
                    <a:pt x="1364474" y="2182337"/>
                  </a:lnTo>
                  <a:lnTo>
                    <a:pt x="1364811" y="2182024"/>
                  </a:lnTo>
                  <a:lnTo>
                    <a:pt x="1365147" y="2181918"/>
                  </a:lnTo>
                  <a:lnTo>
                    <a:pt x="1365484" y="2182046"/>
                  </a:lnTo>
                  <a:lnTo>
                    <a:pt x="1365820" y="2182451"/>
                  </a:lnTo>
                  <a:lnTo>
                    <a:pt x="1366156" y="2183115"/>
                  </a:lnTo>
                  <a:lnTo>
                    <a:pt x="1366493" y="2184052"/>
                  </a:lnTo>
                  <a:lnTo>
                    <a:pt x="1366829" y="2184959"/>
                  </a:lnTo>
                  <a:lnTo>
                    <a:pt x="1367166" y="2185752"/>
                  </a:lnTo>
                  <a:lnTo>
                    <a:pt x="1367502" y="2186329"/>
                  </a:lnTo>
                  <a:lnTo>
                    <a:pt x="1367839" y="2186979"/>
                  </a:lnTo>
                  <a:lnTo>
                    <a:pt x="1368175" y="2187575"/>
                  </a:lnTo>
                  <a:lnTo>
                    <a:pt x="1368512" y="2188745"/>
                  </a:lnTo>
                  <a:lnTo>
                    <a:pt x="1368848" y="2190264"/>
                  </a:lnTo>
                  <a:lnTo>
                    <a:pt x="1369185" y="2191923"/>
                  </a:lnTo>
                  <a:lnTo>
                    <a:pt x="1369521" y="2193359"/>
                  </a:lnTo>
                  <a:lnTo>
                    <a:pt x="1369858" y="2194804"/>
                  </a:lnTo>
                  <a:lnTo>
                    <a:pt x="1370194" y="2196159"/>
                  </a:lnTo>
                  <a:lnTo>
                    <a:pt x="1370530" y="2196976"/>
                  </a:lnTo>
                  <a:lnTo>
                    <a:pt x="1370867" y="2197857"/>
                  </a:lnTo>
                  <a:lnTo>
                    <a:pt x="1371203" y="2198833"/>
                  </a:lnTo>
                  <a:lnTo>
                    <a:pt x="1371540" y="2199775"/>
                  </a:lnTo>
                  <a:lnTo>
                    <a:pt x="1371876" y="2200553"/>
                  </a:lnTo>
                  <a:lnTo>
                    <a:pt x="1372213" y="2201358"/>
                  </a:lnTo>
                  <a:lnTo>
                    <a:pt x="1372549" y="2202164"/>
                  </a:lnTo>
                  <a:lnTo>
                    <a:pt x="1372886" y="2203233"/>
                  </a:lnTo>
                  <a:lnTo>
                    <a:pt x="1373222" y="2204177"/>
                  </a:lnTo>
                  <a:lnTo>
                    <a:pt x="1373559" y="2204569"/>
                  </a:lnTo>
                  <a:lnTo>
                    <a:pt x="1373895" y="2204628"/>
                  </a:lnTo>
                  <a:lnTo>
                    <a:pt x="1374232" y="2205042"/>
                  </a:lnTo>
                  <a:lnTo>
                    <a:pt x="1374568" y="2205674"/>
                  </a:lnTo>
                  <a:lnTo>
                    <a:pt x="1374904" y="2206150"/>
                  </a:lnTo>
                  <a:lnTo>
                    <a:pt x="1375241" y="2206345"/>
                  </a:lnTo>
                  <a:lnTo>
                    <a:pt x="1375577" y="2207059"/>
                  </a:lnTo>
                  <a:lnTo>
                    <a:pt x="1375914" y="2207323"/>
                  </a:lnTo>
                  <a:lnTo>
                    <a:pt x="1376250" y="2206838"/>
                  </a:lnTo>
                  <a:lnTo>
                    <a:pt x="1376587" y="2206408"/>
                  </a:lnTo>
                  <a:lnTo>
                    <a:pt x="1376923" y="2206249"/>
                  </a:lnTo>
                  <a:lnTo>
                    <a:pt x="1377260" y="2206311"/>
                  </a:lnTo>
                  <a:lnTo>
                    <a:pt x="1377596" y="2206482"/>
                  </a:lnTo>
                  <a:lnTo>
                    <a:pt x="1377933" y="2206033"/>
                  </a:lnTo>
                  <a:lnTo>
                    <a:pt x="1378269" y="2204683"/>
                  </a:lnTo>
                  <a:lnTo>
                    <a:pt x="1378606" y="2203236"/>
                  </a:lnTo>
                  <a:lnTo>
                    <a:pt x="1378942" y="2201415"/>
                  </a:lnTo>
                  <a:lnTo>
                    <a:pt x="1379278" y="2199170"/>
                  </a:lnTo>
                  <a:lnTo>
                    <a:pt x="1379615" y="2196405"/>
                  </a:lnTo>
                  <a:lnTo>
                    <a:pt x="1379951" y="2193713"/>
                  </a:lnTo>
                  <a:lnTo>
                    <a:pt x="1380288" y="2190923"/>
                  </a:lnTo>
                  <a:lnTo>
                    <a:pt x="1380624" y="2187935"/>
                  </a:lnTo>
                  <a:lnTo>
                    <a:pt x="1380961" y="2184828"/>
                  </a:lnTo>
                  <a:lnTo>
                    <a:pt x="1381297" y="2181489"/>
                  </a:lnTo>
                  <a:lnTo>
                    <a:pt x="1381634" y="2177227"/>
                  </a:lnTo>
                  <a:lnTo>
                    <a:pt x="1381970" y="2173717"/>
                  </a:lnTo>
                  <a:lnTo>
                    <a:pt x="1382307" y="2170264"/>
                  </a:lnTo>
                  <a:lnTo>
                    <a:pt x="1382643" y="2166508"/>
                  </a:lnTo>
                  <a:lnTo>
                    <a:pt x="1382980" y="2162777"/>
                  </a:lnTo>
                  <a:lnTo>
                    <a:pt x="1383316" y="2159758"/>
                  </a:lnTo>
                  <a:lnTo>
                    <a:pt x="1383652" y="2157010"/>
                  </a:lnTo>
                  <a:lnTo>
                    <a:pt x="1383989" y="2154516"/>
                  </a:lnTo>
                  <a:lnTo>
                    <a:pt x="1384325" y="2152140"/>
                  </a:lnTo>
                  <a:lnTo>
                    <a:pt x="1384662" y="2150019"/>
                  </a:lnTo>
                  <a:lnTo>
                    <a:pt x="1384998" y="2148746"/>
                  </a:lnTo>
                  <a:lnTo>
                    <a:pt x="1385335" y="2147639"/>
                  </a:lnTo>
                  <a:lnTo>
                    <a:pt x="1385671" y="2146825"/>
                  </a:lnTo>
                  <a:lnTo>
                    <a:pt x="1386008" y="2146336"/>
                  </a:lnTo>
                  <a:lnTo>
                    <a:pt x="1386344" y="2146283"/>
                  </a:lnTo>
                  <a:lnTo>
                    <a:pt x="1386681" y="2146620"/>
                  </a:lnTo>
                  <a:lnTo>
                    <a:pt x="1387017" y="2147518"/>
                  </a:lnTo>
                  <a:lnTo>
                    <a:pt x="1387354" y="2149058"/>
                  </a:lnTo>
                  <a:lnTo>
                    <a:pt x="1387690" y="2150451"/>
                  </a:lnTo>
                  <a:lnTo>
                    <a:pt x="1388026" y="2151844"/>
                  </a:lnTo>
                  <a:lnTo>
                    <a:pt x="1388363" y="2153375"/>
                  </a:lnTo>
                  <a:lnTo>
                    <a:pt x="1388699" y="2155188"/>
                  </a:lnTo>
                  <a:lnTo>
                    <a:pt x="1389036" y="2157169"/>
                  </a:lnTo>
                  <a:lnTo>
                    <a:pt x="1389372" y="2159118"/>
                  </a:lnTo>
                  <a:lnTo>
                    <a:pt x="1389709" y="2160961"/>
                  </a:lnTo>
                  <a:lnTo>
                    <a:pt x="1390045" y="2162967"/>
                  </a:lnTo>
                  <a:lnTo>
                    <a:pt x="1390382" y="2164865"/>
                  </a:lnTo>
                  <a:lnTo>
                    <a:pt x="1390718" y="2166663"/>
                  </a:lnTo>
                  <a:lnTo>
                    <a:pt x="1391055" y="2168142"/>
                  </a:lnTo>
                  <a:lnTo>
                    <a:pt x="1391391" y="2169467"/>
                  </a:lnTo>
                  <a:lnTo>
                    <a:pt x="1391727" y="2170384"/>
                  </a:lnTo>
                  <a:lnTo>
                    <a:pt x="1392064" y="2171227"/>
                  </a:lnTo>
                  <a:lnTo>
                    <a:pt x="1392400" y="2171729"/>
                  </a:lnTo>
                  <a:lnTo>
                    <a:pt x="1392737" y="2172127"/>
                  </a:lnTo>
                  <a:lnTo>
                    <a:pt x="1393073" y="2172437"/>
                  </a:lnTo>
                  <a:lnTo>
                    <a:pt x="1393410" y="2172562"/>
                  </a:lnTo>
                  <a:lnTo>
                    <a:pt x="1393746" y="2172552"/>
                  </a:lnTo>
                  <a:lnTo>
                    <a:pt x="1394083" y="2172914"/>
                  </a:lnTo>
                  <a:lnTo>
                    <a:pt x="1394419" y="2173414"/>
                  </a:lnTo>
                  <a:lnTo>
                    <a:pt x="1394756" y="2173688"/>
                  </a:lnTo>
                  <a:lnTo>
                    <a:pt x="1395092" y="2173498"/>
                  </a:lnTo>
                  <a:lnTo>
                    <a:pt x="1395429" y="2173279"/>
                  </a:lnTo>
                  <a:lnTo>
                    <a:pt x="1395765" y="2173063"/>
                  </a:lnTo>
                  <a:lnTo>
                    <a:pt x="1396101" y="2172957"/>
                  </a:lnTo>
                  <a:lnTo>
                    <a:pt x="1396438" y="2172564"/>
                  </a:lnTo>
                  <a:lnTo>
                    <a:pt x="1396774" y="2172335"/>
                  </a:lnTo>
                  <a:lnTo>
                    <a:pt x="1397111" y="2172237"/>
                  </a:lnTo>
                  <a:lnTo>
                    <a:pt x="1397447" y="2172344"/>
                  </a:lnTo>
                  <a:lnTo>
                    <a:pt x="1397784" y="2172108"/>
                  </a:lnTo>
                  <a:lnTo>
                    <a:pt x="1398120" y="2172200"/>
                  </a:lnTo>
                  <a:lnTo>
                    <a:pt x="1398457" y="2172391"/>
                  </a:lnTo>
                  <a:lnTo>
                    <a:pt x="1398793" y="2172585"/>
                  </a:lnTo>
                  <a:lnTo>
                    <a:pt x="1399130" y="2172152"/>
                  </a:lnTo>
                  <a:lnTo>
                    <a:pt x="1399466" y="2172079"/>
                  </a:lnTo>
                  <a:lnTo>
                    <a:pt x="1399803" y="2172121"/>
                  </a:lnTo>
                  <a:lnTo>
                    <a:pt x="1400139" y="2172205"/>
                  </a:lnTo>
                  <a:lnTo>
                    <a:pt x="1400475" y="2172609"/>
                  </a:lnTo>
                  <a:lnTo>
                    <a:pt x="1400812" y="2172755"/>
                  </a:lnTo>
                  <a:lnTo>
                    <a:pt x="1401148" y="2172736"/>
                  </a:lnTo>
                  <a:lnTo>
                    <a:pt x="1401485" y="2172703"/>
                  </a:lnTo>
                  <a:lnTo>
                    <a:pt x="1401821" y="2172656"/>
                  </a:lnTo>
                  <a:lnTo>
                    <a:pt x="1402158" y="2172715"/>
                  </a:lnTo>
                  <a:lnTo>
                    <a:pt x="1402494" y="2172709"/>
                  </a:lnTo>
                  <a:lnTo>
                    <a:pt x="1402831" y="2172703"/>
                  </a:lnTo>
                  <a:lnTo>
                    <a:pt x="1403167" y="2172629"/>
                  </a:lnTo>
                  <a:lnTo>
                    <a:pt x="1403504" y="2172443"/>
                  </a:lnTo>
                  <a:lnTo>
                    <a:pt x="1403840" y="2172390"/>
                  </a:lnTo>
                  <a:lnTo>
                    <a:pt x="1404177" y="2172531"/>
                  </a:lnTo>
                  <a:lnTo>
                    <a:pt x="1404513" y="2172451"/>
                  </a:lnTo>
                  <a:lnTo>
                    <a:pt x="1404849" y="2172435"/>
                  </a:lnTo>
                  <a:lnTo>
                    <a:pt x="1405186" y="2172365"/>
                  </a:lnTo>
                  <a:lnTo>
                    <a:pt x="1405522" y="2172113"/>
                  </a:lnTo>
                  <a:lnTo>
                    <a:pt x="1405859" y="2171961"/>
                  </a:lnTo>
                  <a:lnTo>
                    <a:pt x="1406195" y="2171593"/>
                  </a:lnTo>
                  <a:lnTo>
                    <a:pt x="1406532" y="2171336"/>
                  </a:lnTo>
                  <a:lnTo>
                    <a:pt x="1406868" y="2171088"/>
                  </a:lnTo>
                  <a:lnTo>
                    <a:pt x="1407205" y="2170856"/>
                  </a:lnTo>
                  <a:lnTo>
                    <a:pt x="1407541" y="2170628"/>
                  </a:lnTo>
                  <a:lnTo>
                    <a:pt x="1407878" y="2170329"/>
                  </a:lnTo>
                  <a:lnTo>
                    <a:pt x="1408214" y="2169990"/>
                  </a:lnTo>
                  <a:lnTo>
                    <a:pt x="1408551" y="2169705"/>
                  </a:lnTo>
                  <a:lnTo>
                    <a:pt x="1408887" y="2169373"/>
                  </a:lnTo>
                  <a:lnTo>
                    <a:pt x="1409223" y="2168848"/>
                  </a:lnTo>
                  <a:lnTo>
                    <a:pt x="1409560" y="2168131"/>
                  </a:lnTo>
                  <a:lnTo>
                    <a:pt x="1409896" y="2167182"/>
                  </a:lnTo>
                  <a:lnTo>
                    <a:pt x="1410233" y="2166146"/>
                  </a:lnTo>
                  <a:lnTo>
                    <a:pt x="1410569" y="2164888"/>
                  </a:lnTo>
                  <a:lnTo>
                    <a:pt x="1410906" y="2163760"/>
                  </a:lnTo>
                  <a:lnTo>
                    <a:pt x="1411242" y="2162839"/>
                  </a:lnTo>
                  <a:lnTo>
                    <a:pt x="1411579" y="2162086"/>
                  </a:lnTo>
                  <a:lnTo>
                    <a:pt x="1411915" y="2161421"/>
                  </a:lnTo>
                  <a:lnTo>
                    <a:pt x="1412252" y="2160844"/>
                  </a:lnTo>
                  <a:lnTo>
                    <a:pt x="1412588" y="2160281"/>
                  </a:lnTo>
                  <a:lnTo>
                    <a:pt x="1412925" y="2159792"/>
                  </a:lnTo>
                  <a:lnTo>
                    <a:pt x="1413261" y="2159410"/>
                  </a:lnTo>
                  <a:lnTo>
                    <a:pt x="1413597" y="2159050"/>
                  </a:lnTo>
                  <a:lnTo>
                    <a:pt x="1413934" y="2158716"/>
                  </a:lnTo>
                  <a:lnTo>
                    <a:pt x="1414270" y="2158454"/>
                  </a:lnTo>
                  <a:lnTo>
                    <a:pt x="1414607" y="2158232"/>
                  </a:lnTo>
                  <a:lnTo>
                    <a:pt x="1414943" y="2158022"/>
                  </a:lnTo>
                  <a:lnTo>
                    <a:pt x="1415280" y="2157913"/>
                  </a:lnTo>
                  <a:lnTo>
                    <a:pt x="1415616" y="2157806"/>
                  </a:lnTo>
                  <a:lnTo>
                    <a:pt x="1415953" y="2157921"/>
                  </a:lnTo>
                  <a:lnTo>
                    <a:pt x="1416289" y="2158025"/>
                  </a:lnTo>
                  <a:lnTo>
                    <a:pt x="1416626" y="2157995"/>
                  </a:lnTo>
                  <a:lnTo>
                    <a:pt x="1416962" y="2158189"/>
                  </a:lnTo>
                  <a:lnTo>
                    <a:pt x="1417299" y="2158178"/>
                  </a:lnTo>
                  <a:lnTo>
                    <a:pt x="1417635" y="2158373"/>
                  </a:lnTo>
                  <a:lnTo>
                    <a:pt x="1417971" y="2158458"/>
                  </a:lnTo>
                  <a:lnTo>
                    <a:pt x="1418308" y="2158675"/>
                  </a:lnTo>
                  <a:lnTo>
                    <a:pt x="1418644" y="2159102"/>
                  </a:lnTo>
                  <a:lnTo>
                    <a:pt x="1418981" y="2159769"/>
                  </a:lnTo>
                  <a:lnTo>
                    <a:pt x="1419317" y="2160604"/>
                  </a:lnTo>
                  <a:lnTo>
                    <a:pt x="1419654" y="2161556"/>
                  </a:lnTo>
                  <a:lnTo>
                    <a:pt x="1419990" y="2163072"/>
                  </a:lnTo>
                  <a:lnTo>
                    <a:pt x="1420327" y="2165030"/>
                  </a:lnTo>
                  <a:lnTo>
                    <a:pt x="1420663" y="2166959"/>
                  </a:lnTo>
                  <a:lnTo>
                    <a:pt x="1421000" y="2168731"/>
                  </a:lnTo>
                  <a:lnTo>
                    <a:pt x="1421336" y="2170624"/>
                  </a:lnTo>
                  <a:lnTo>
                    <a:pt x="1421672" y="2172516"/>
                  </a:lnTo>
                  <a:lnTo>
                    <a:pt x="1422009" y="2174589"/>
                  </a:lnTo>
                  <a:lnTo>
                    <a:pt x="1422345" y="2176760"/>
                  </a:lnTo>
                  <a:lnTo>
                    <a:pt x="1422682" y="2179027"/>
                  </a:lnTo>
                  <a:lnTo>
                    <a:pt x="1423018" y="2181043"/>
                  </a:lnTo>
                  <a:lnTo>
                    <a:pt x="1423355" y="2182934"/>
                  </a:lnTo>
                  <a:lnTo>
                    <a:pt x="1423691" y="2184542"/>
                  </a:lnTo>
                  <a:lnTo>
                    <a:pt x="1424028" y="2185867"/>
                  </a:lnTo>
                  <a:lnTo>
                    <a:pt x="1424364" y="2187098"/>
                  </a:lnTo>
                  <a:lnTo>
                    <a:pt x="1424701" y="2188120"/>
                  </a:lnTo>
                  <a:lnTo>
                    <a:pt x="1425037" y="2188936"/>
                  </a:lnTo>
                  <a:lnTo>
                    <a:pt x="1425374" y="2188866"/>
                  </a:lnTo>
                  <a:lnTo>
                    <a:pt x="1425710" y="2188534"/>
                  </a:lnTo>
                  <a:lnTo>
                    <a:pt x="1426046" y="2187821"/>
                  </a:lnTo>
                  <a:lnTo>
                    <a:pt x="1426383" y="2186930"/>
                  </a:lnTo>
                  <a:lnTo>
                    <a:pt x="1426719" y="2186078"/>
                  </a:lnTo>
                  <a:lnTo>
                    <a:pt x="1427056" y="2185068"/>
                  </a:lnTo>
                  <a:lnTo>
                    <a:pt x="1427392" y="2183870"/>
                  </a:lnTo>
                  <a:lnTo>
                    <a:pt x="1427729" y="2182852"/>
                  </a:lnTo>
                  <a:lnTo>
                    <a:pt x="1428065" y="2181848"/>
                  </a:lnTo>
                  <a:lnTo>
                    <a:pt x="1428402" y="2180649"/>
                  </a:lnTo>
                  <a:lnTo>
                    <a:pt x="1428738" y="2179550"/>
                  </a:lnTo>
                  <a:lnTo>
                    <a:pt x="1429075" y="2178432"/>
                  </a:lnTo>
                  <a:lnTo>
                    <a:pt x="1429411" y="2177070"/>
                  </a:lnTo>
                  <a:lnTo>
                    <a:pt x="1429748" y="2175679"/>
                  </a:lnTo>
                  <a:lnTo>
                    <a:pt x="1430084" y="2174441"/>
                  </a:lnTo>
                  <a:lnTo>
                    <a:pt x="1430420" y="2173142"/>
                  </a:lnTo>
                  <a:lnTo>
                    <a:pt x="1430757" y="2171838"/>
                  </a:lnTo>
                  <a:lnTo>
                    <a:pt x="1431093" y="2170629"/>
                  </a:lnTo>
                  <a:lnTo>
                    <a:pt x="1431430" y="2169240"/>
                  </a:lnTo>
                  <a:lnTo>
                    <a:pt x="1431766" y="2167851"/>
                  </a:lnTo>
                  <a:lnTo>
                    <a:pt x="1432103" y="2166527"/>
                  </a:lnTo>
                  <a:lnTo>
                    <a:pt x="1432439" y="2165036"/>
                  </a:lnTo>
                  <a:lnTo>
                    <a:pt x="1432776" y="2163346"/>
                  </a:lnTo>
                  <a:lnTo>
                    <a:pt x="1433112" y="2161868"/>
                  </a:lnTo>
                  <a:lnTo>
                    <a:pt x="1433449" y="2160898"/>
                  </a:lnTo>
                  <a:lnTo>
                    <a:pt x="1433785" y="2159793"/>
                  </a:lnTo>
                  <a:lnTo>
                    <a:pt x="1434122" y="2158671"/>
                  </a:lnTo>
                  <a:lnTo>
                    <a:pt x="1434458" y="2157857"/>
                  </a:lnTo>
                  <a:lnTo>
                    <a:pt x="1434794" y="2157479"/>
                  </a:lnTo>
                  <a:lnTo>
                    <a:pt x="1435131" y="2157023"/>
                  </a:lnTo>
                  <a:lnTo>
                    <a:pt x="1435467" y="2156978"/>
                  </a:lnTo>
                  <a:lnTo>
                    <a:pt x="1435804" y="2157035"/>
                  </a:lnTo>
                  <a:lnTo>
                    <a:pt x="1436140" y="2157408"/>
                  </a:lnTo>
                  <a:lnTo>
                    <a:pt x="1436477" y="2157804"/>
                  </a:lnTo>
                  <a:lnTo>
                    <a:pt x="1436813" y="2158437"/>
                  </a:lnTo>
                  <a:lnTo>
                    <a:pt x="1437150" y="2159161"/>
                  </a:lnTo>
                  <a:lnTo>
                    <a:pt x="1437486" y="2160099"/>
                  </a:lnTo>
                  <a:lnTo>
                    <a:pt x="1437823" y="2161217"/>
                  </a:lnTo>
                  <a:lnTo>
                    <a:pt x="1438159" y="2162270"/>
                  </a:lnTo>
                  <a:lnTo>
                    <a:pt x="1438496" y="2163212"/>
                  </a:lnTo>
                  <a:lnTo>
                    <a:pt x="1438832" y="2164221"/>
                  </a:lnTo>
                  <a:lnTo>
                    <a:pt x="1439168" y="2165491"/>
                  </a:lnTo>
                  <a:lnTo>
                    <a:pt x="1439505" y="2166838"/>
                  </a:lnTo>
                  <a:lnTo>
                    <a:pt x="1439841" y="2168348"/>
                  </a:lnTo>
                  <a:lnTo>
                    <a:pt x="1440178" y="2169590"/>
                  </a:lnTo>
                  <a:lnTo>
                    <a:pt x="1440514" y="2170874"/>
                  </a:lnTo>
                  <a:lnTo>
                    <a:pt x="1440851" y="2172257"/>
                  </a:lnTo>
                  <a:lnTo>
                    <a:pt x="1441187" y="2173952"/>
                  </a:lnTo>
                  <a:lnTo>
                    <a:pt x="1441524" y="2175583"/>
                  </a:lnTo>
                  <a:lnTo>
                    <a:pt x="1441860" y="2177484"/>
                  </a:lnTo>
                  <a:lnTo>
                    <a:pt x="1442197" y="2179600"/>
                  </a:lnTo>
                  <a:lnTo>
                    <a:pt x="1442533" y="2182093"/>
                  </a:lnTo>
                  <a:lnTo>
                    <a:pt x="1442870" y="2184425"/>
                  </a:lnTo>
                  <a:lnTo>
                    <a:pt x="1443206" y="2186771"/>
                  </a:lnTo>
                  <a:lnTo>
                    <a:pt x="1443542" y="2189157"/>
                  </a:lnTo>
                  <a:lnTo>
                    <a:pt x="1443879" y="2191650"/>
                  </a:lnTo>
                  <a:lnTo>
                    <a:pt x="1444215" y="2193825"/>
                  </a:lnTo>
                  <a:lnTo>
                    <a:pt x="1444552" y="2195824"/>
                  </a:lnTo>
                  <a:lnTo>
                    <a:pt x="1444888" y="2197464"/>
                  </a:lnTo>
                  <a:lnTo>
                    <a:pt x="1445225" y="2199723"/>
                  </a:lnTo>
                  <a:lnTo>
                    <a:pt x="1445561" y="2202653"/>
                  </a:lnTo>
                  <a:lnTo>
                    <a:pt x="1445898" y="2205951"/>
                  </a:lnTo>
                  <a:lnTo>
                    <a:pt x="1446234" y="2209459"/>
                  </a:lnTo>
                  <a:lnTo>
                    <a:pt x="1446571" y="2213182"/>
                  </a:lnTo>
                  <a:lnTo>
                    <a:pt x="1446907" y="2216877"/>
                  </a:lnTo>
                  <a:lnTo>
                    <a:pt x="1447244" y="2220509"/>
                  </a:lnTo>
                  <a:lnTo>
                    <a:pt x="1447580" y="2224344"/>
                  </a:lnTo>
                  <a:lnTo>
                    <a:pt x="1447916" y="2228143"/>
                  </a:lnTo>
                  <a:lnTo>
                    <a:pt x="1448253" y="2232010"/>
                  </a:lnTo>
                  <a:lnTo>
                    <a:pt x="1448589" y="2236291"/>
                  </a:lnTo>
                  <a:lnTo>
                    <a:pt x="1448926" y="2241140"/>
                  </a:lnTo>
                  <a:lnTo>
                    <a:pt x="1449262" y="2245157"/>
                  </a:lnTo>
                  <a:lnTo>
                    <a:pt x="1449599" y="2248985"/>
                  </a:lnTo>
                  <a:lnTo>
                    <a:pt x="1449935" y="2252723"/>
                  </a:lnTo>
                  <a:lnTo>
                    <a:pt x="1450272" y="2256271"/>
                  </a:lnTo>
                  <a:lnTo>
                    <a:pt x="1450608" y="2259147"/>
                  </a:lnTo>
                  <a:lnTo>
                    <a:pt x="1450945" y="2261734"/>
                  </a:lnTo>
                  <a:lnTo>
                    <a:pt x="1451281" y="2264221"/>
                  </a:lnTo>
                  <a:lnTo>
                    <a:pt x="1451618" y="2266588"/>
                  </a:lnTo>
                  <a:lnTo>
                    <a:pt x="1451954" y="2269084"/>
                  </a:lnTo>
                  <a:lnTo>
                    <a:pt x="1452290" y="2270831"/>
                  </a:lnTo>
                  <a:lnTo>
                    <a:pt x="1452627" y="2272119"/>
                  </a:lnTo>
                  <a:lnTo>
                    <a:pt x="1452963" y="2273286"/>
                  </a:lnTo>
                  <a:lnTo>
                    <a:pt x="1453300" y="2274010"/>
                  </a:lnTo>
                  <a:lnTo>
                    <a:pt x="1453636" y="2274448"/>
                  </a:lnTo>
                  <a:lnTo>
                    <a:pt x="1453973" y="2274853"/>
                  </a:lnTo>
                  <a:lnTo>
                    <a:pt x="1454309" y="2275026"/>
                  </a:lnTo>
                  <a:lnTo>
                    <a:pt x="1454646" y="2275133"/>
                  </a:lnTo>
                  <a:lnTo>
                    <a:pt x="1454982" y="2275545"/>
                  </a:lnTo>
                  <a:lnTo>
                    <a:pt x="1455319" y="2276100"/>
                  </a:lnTo>
                  <a:lnTo>
                    <a:pt x="1455655" y="2276655"/>
                  </a:lnTo>
                  <a:lnTo>
                    <a:pt x="1455991" y="2276996"/>
                  </a:lnTo>
                  <a:lnTo>
                    <a:pt x="1456328" y="2277234"/>
                  </a:lnTo>
                  <a:lnTo>
                    <a:pt x="1456664" y="2277554"/>
                  </a:lnTo>
                  <a:lnTo>
                    <a:pt x="1457001" y="2277843"/>
                  </a:lnTo>
                  <a:lnTo>
                    <a:pt x="1457337" y="2278562"/>
                  </a:lnTo>
                  <a:lnTo>
                    <a:pt x="1457674" y="2279646"/>
                  </a:lnTo>
                  <a:lnTo>
                    <a:pt x="1458010" y="2280875"/>
                  </a:lnTo>
                  <a:lnTo>
                    <a:pt x="1458347" y="2282646"/>
                  </a:lnTo>
                  <a:lnTo>
                    <a:pt x="1458683" y="2284360"/>
                  </a:lnTo>
                  <a:lnTo>
                    <a:pt x="1459020" y="2286086"/>
                  </a:lnTo>
                  <a:lnTo>
                    <a:pt x="1459356" y="2287814"/>
                  </a:lnTo>
                  <a:lnTo>
                    <a:pt x="1459693" y="2289551"/>
                  </a:lnTo>
                  <a:lnTo>
                    <a:pt x="1460029" y="2291184"/>
                  </a:lnTo>
                  <a:lnTo>
                    <a:pt x="1460365" y="2292975"/>
                  </a:lnTo>
                  <a:lnTo>
                    <a:pt x="1460702" y="2294860"/>
                  </a:lnTo>
                  <a:lnTo>
                    <a:pt x="1461038" y="2296809"/>
                  </a:lnTo>
                  <a:lnTo>
                    <a:pt x="1461375" y="2298778"/>
                  </a:lnTo>
                  <a:lnTo>
                    <a:pt x="1461711" y="2300807"/>
                  </a:lnTo>
                  <a:lnTo>
                    <a:pt x="1462048" y="2302654"/>
                  </a:lnTo>
                  <a:lnTo>
                    <a:pt x="1462384" y="2304302"/>
                  </a:lnTo>
                  <a:lnTo>
                    <a:pt x="1462721" y="2305895"/>
                  </a:lnTo>
                  <a:lnTo>
                    <a:pt x="1463057" y="2307421"/>
                  </a:lnTo>
                  <a:lnTo>
                    <a:pt x="1463394" y="2308828"/>
                  </a:lnTo>
                  <a:lnTo>
                    <a:pt x="1463730" y="2310254"/>
                  </a:lnTo>
                  <a:lnTo>
                    <a:pt x="1464067" y="2311484"/>
                  </a:lnTo>
                  <a:lnTo>
                    <a:pt x="1464403" y="2312453"/>
                  </a:lnTo>
                  <a:lnTo>
                    <a:pt x="1464739" y="2313389"/>
                  </a:lnTo>
                  <a:lnTo>
                    <a:pt x="1465076" y="2314108"/>
                  </a:lnTo>
                  <a:lnTo>
                    <a:pt x="1465412" y="2314478"/>
                  </a:lnTo>
                  <a:lnTo>
                    <a:pt x="1465749" y="2314864"/>
                  </a:lnTo>
                  <a:lnTo>
                    <a:pt x="1466085" y="2315009"/>
                  </a:lnTo>
                  <a:lnTo>
                    <a:pt x="1466422" y="2315274"/>
                  </a:lnTo>
                  <a:lnTo>
                    <a:pt x="1466758" y="2315290"/>
                  </a:lnTo>
                  <a:lnTo>
                    <a:pt x="1467095" y="2315335"/>
                  </a:lnTo>
                  <a:lnTo>
                    <a:pt x="1467431" y="2315129"/>
                  </a:lnTo>
                  <a:lnTo>
                    <a:pt x="1467768" y="2314725"/>
                  </a:lnTo>
                  <a:lnTo>
                    <a:pt x="1468104" y="2314219"/>
                  </a:lnTo>
                  <a:lnTo>
                    <a:pt x="1468441" y="2313851"/>
                  </a:lnTo>
                  <a:lnTo>
                    <a:pt x="1468777" y="2313550"/>
                  </a:lnTo>
                  <a:lnTo>
                    <a:pt x="1469113" y="2313281"/>
                  </a:lnTo>
                  <a:lnTo>
                    <a:pt x="1469450" y="2313450"/>
                  </a:lnTo>
                  <a:lnTo>
                    <a:pt x="1469786" y="2313747"/>
                  </a:lnTo>
                  <a:lnTo>
                    <a:pt x="1470123" y="2314240"/>
                  </a:lnTo>
                  <a:lnTo>
                    <a:pt x="1470459" y="2314901"/>
                  </a:lnTo>
                  <a:lnTo>
                    <a:pt x="1470796" y="2315580"/>
                  </a:lnTo>
                  <a:lnTo>
                    <a:pt x="1471132" y="2315969"/>
                  </a:lnTo>
                  <a:lnTo>
                    <a:pt x="1471469" y="2316129"/>
                  </a:lnTo>
                  <a:lnTo>
                    <a:pt x="1471805" y="2316247"/>
                  </a:lnTo>
                  <a:lnTo>
                    <a:pt x="1472142" y="2316322"/>
                  </a:lnTo>
                  <a:lnTo>
                    <a:pt x="1472478" y="2316387"/>
                  </a:lnTo>
                  <a:lnTo>
                    <a:pt x="1472815" y="2316598"/>
                  </a:lnTo>
                  <a:lnTo>
                    <a:pt x="1473151" y="2316514"/>
                  </a:lnTo>
                  <a:lnTo>
                    <a:pt x="1473487" y="2315988"/>
                  </a:lnTo>
                  <a:lnTo>
                    <a:pt x="1473824" y="2315445"/>
                  </a:lnTo>
                  <a:lnTo>
                    <a:pt x="1474160" y="2314797"/>
                  </a:lnTo>
                  <a:lnTo>
                    <a:pt x="1474497" y="2313997"/>
                  </a:lnTo>
                  <a:lnTo>
                    <a:pt x="1474833" y="2313020"/>
                  </a:lnTo>
                  <a:lnTo>
                    <a:pt x="1475170" y="2311907"/>
                  </a:lnTo>
                  <a:lnTo>
                    <a:pt x="1475506" y="2310511"/>
                  </a:lnTo>
                  <a:lnTo>
                    <a:pt x="1475843" y="2309026"/>
                  </a:lnTo>
                  <a:lnTo>
                    <a:pt x="1476179" y="2307479"/>
                  </a:lnTo>
                  <a:lnTo>
                    <a:pt x="1476516" y="2305741"/>
                  </a:lnTo>
                  <a:lnTo>
                    <a:pt x="1476852" y="2303794"/>
                  </a:lnTo>
                  <a:lnTo>
                    <a:pt x="1477189" y="2301833"/>
                  </a:lnTo>
                  <a:lnTo>
                    <a:pt x="1477525" y="2300109"/>
                  </a:lnTo>
                  <a:lnTo>
                    <a:pt x="1477861" y="2298658"/>
                  </a:lnTo>
                  <a:lnTo>
                    <a:pt x="1478198" y="2297173"/>
                  </a:lnTo>
                  <a:lnTo>
                    <a:pt x="1478534" y="2295574"/>
                  </a:lnTo>
                  <a:lnTo>
                    <a:pt x="1478871" y="2294368"/>
                  </a:lnTo>
                  <a:lnTo>
                    <a:pt x="1479207" y="2293018"/>
                  </a:lnTo>
                  <a:lnTo>
                    <a:pt x="1479544" y="2291535"/>
                  </a:lnTo>
                  <a:lnTo>
                    <a:pt x="1479880" y="2289983"/>
                  </a:lnTo>
                  <a:lnTo>
                    <a:pt x="1480217" y="2288370"/>
                  </a:lnTo>
                  <a:lnTo>
                    <a:pt x="1480553" y="2286642"/>
                  </a:lnTo>
                  <a:lnTo>
                    <a:pt x="1480890" y="2284887"/>
                  </a:lnTo>
                  <a:lnTo>
                    <a:pt x="1481226" y="2283077"/>
                  </a:lnTo>
                  <a:lnTo>
                    <a:pt x="1481563" y="2281138"/>
                  </a:lnTo>
                  <a:lnTo>
                    <a:pt x="1481899" y="2279044"/>
                  </a:lnTo>
                  <a:lnTo>
                    <a:pt x="1482235" y="2276848"/>
                  </a:lnTo>
                  <a:lnTo>
                    <a:pt x="1482572" y="2274949"/>
                  </a:lnTo>
                  <a:lnTo>
                    <a:pt x="1482908" y="2273602"/>
                  </a:lnTo>
                  <a:lnTo>
                    <a:pt x="1483245" y="2272230"/>
                  </a:lnTo>
                  <a:lnTo>
                    <a:pt x="1483581" y="2270920"/>
                  </a:lnTo>
                  <a:lnTo>
                    <a:pt x="1483918" y="2269485"/>
                  </a:lnTo>
                  <a:lnTo>
                    <a:pt x="1484254" y="2268313"/>
                  </a:lnTo>
                  <a:lnTo>
                    <a:pt x="1484591" y="2267414"/>
                  </a:lnTo>
                  <a:lnTo>
                    <a:pt x="1484927" y="2266619"/>
                  </a:lnTo>
                  <a:lnTo>
                    <a:pt x="1485264" y="2266171"/>
                  </a:lnTo>
                  <a:lnTo>
                    <a:pt x="1485600" y="2265795"/>
                  </a:lnTo>
                  <a:lnTo>
                    <a:pt x="1485937" y="2265546"/>
                  </a:lnTo>
                  <a:lnTo>
                    <a:pt x="1486273" y="2265304"/>
                  </a:lnTo>
                  <a:lnTo>
                    <a:pt x="1486609" y="2265032"/>
                  </a:lnTo>
                  <a:lnTo>
                    <a:pt x="1486946" y="2264553"/>
                  </a:lnTo>
                  <a:lnTo>
                    <a:pt x="1487282" y="2263780"/>
                  </a:lnTo>
                  <a:lnTo>
                    <a:pt x="1487619" y="2262980"/>
                  </a:lnTo>
                  <a:lnTo>
                    <a:pt x="1487955" y="2262233"/>
                  </a:lnTo>
                  <a:lnTo>
                    <a:pt x="1488292" y="2261788"/>
                  </a:lnTo>
                  <a:lnTo>
                    <a:pt x="1488628" y="2261520"/>
                  </a:lnTo>
                  <a:lnTo>
                    <a:pt x="1488965" y="2260974"/>
                  </a:lnTo>
                  <a:lnTo>
                    <a:pt x="1489301" y="2259791"/>
                  </a:lnTo>
                  <a:lnTo>
                    <a:pt x="1489638" y="2258068"/>
                  </a:lnTo>
                  <a:lnTo>
                    <a:pt x="1489974" y="2255943"/>
                  </a:lnTo>
                  <a:lnTo>
                    <a:pt x="1490310" y="2253660"/>
                  </a:lnTo>
                  <a:lnTo>
                    <a:pt x="1490647" y="2250872"/>
                  </a:lnTo>
                  <a:lnTo>
                    <a:pt x="1490983" y="2247957"/>
                  </a:lnTo>
                  <a:lnTo>
                    <a:pt x="1491320" y="2244790"/>
                  </a:lnTo>
                  <a:lnTo>
                    <a:pt x="1491656" y="2241156"/>
                  </a:lnTo>
                  <a:lnTo>
                    <a:pt x="1491993" y="2237594"/>
                  </a:lnTo>
                  <a:lnTo>
                    <a:pt x="1492329" y="2234242"/>
                  </a:lnTo>
                  <a:lnTo>
                    <a:pt x="1492666" y="2230403"/>
                  </a:lnTo>
                  <a:lnTo>
                    <a:pt x="1493002" y="2226826"/>
                  </a:lnTo>
                  <a:lnTo>
                    <a:pt x="1493339" y="2223451"/>
                  </a:lnTo>
                  <a:lnTo>
                    <a:pt x="1493675" y="2220268"/>
                  </a:lnTo>
                  <a:lnTo>
                    <a:pt x="1494012" y="2217054"/>
                  </a:lnTo>
                  <a:lnTo>
                    <a:pt x="1494348" y="2213993"/>
                  </a:lnTo>
                  <a:lnTo>
                    <a:pt x="1494684" y="2211192"/>
                  </a:lnTo>
                  <a:lnTo>
                    <a:pt x="1495021" y="2207508"/>
                  </a:lnTo>
                  <a:lnTo>
                    <a:pt x="1495357" y="2203931"/>
                  </a:lnTo>
                  <a:lnTo>
                    <a:pt x="1495694" y="2200798"/>
                  </a:lnTo>
                  <a:lnTo>
                    <a:pt x="1496030" y="2197946"/>
                  </a:lnTo>
                  <a:lnTo>
                    <a:pt x="1496367" y="2195486"/>
                  </a:lnTo>
                  <a:lnTo>
                    <a:pt x="1496703" y="2193510"/>
                  </a:lnTo>
                  <a:lnTo>
                    <a:pt x="1497040" y="2192034"/>
                  </a:lnTo>
                  <a:lnTo>
                    <a:pt x="1497376" y="2191031"/>
                  </a:lnTo>
                  <a:lnTo>
                    <a:pt x="1497713" y="2190091"/>
                  </a:lnTo>
                  <a:lnTo>
                    <a:pt x="1498049" y="2189240"/>
                  </a:lnTo>
                  <a:lnTo>
                    <a:pt x="1498386" y="2187702"/>
                  </a:lnTo>
                  <a:lnTo>
                    <a:pt x="1498722" y="2185864"/>
                  </a:lnTo>
                  <a:lnTo>
                    <a:pt x="1499058" y="2183890"/>
                  </a:lnTo>
                  <a:lnTo>
                    <a:pt x="1499395" y="2182101"/>
                  </a:lnTo>
                  <a:lnTo>
                    <a:pt x="1499731" y="2180679"/>
                  </a:lnTo>
                  <a:lnTo>
                    <a:pt x="1500068" y="2179832"/>
                  </a:lnTo>
                  <a:lnTo>
                    <a:pt x="1500404" y="2178822"/>
                  </a:lnTo>
                  <a:lnTo>
                    <a:pt x="1500741" y="2177172"/>
                  </a:lnTo>
                  <a:lnTo>
                    <a:pt x="1501077" y="2175417"/>
                  </a:lnTo>
                  <a:lnTo>
                    <a:pt x="1501414" y="2173859"/>
                  </a:lnTo>
                  <a:lnTo>
                    <a:pt x="1501750" y="2172130"/>
                  </a:lnTo>
                  <a:lnTo>
                    <a:pt x="1502087" y="2170320"/>
                  </a:lnTo>
                  <a:lnTo>
                    <a:pt x="1502423" y="2168587"/>
                  </a:lnTo>
                  <a:lnTo>
                    <a:pt x="1502760" y="2166868"/>
                  </a:lnTo>
                  <a:lnTo>
                    <a:pt x="1503096" y="2165216"/>
                  </a:lnTo>
                  <a:lnTo>
                    <a:pt x="1503432" y="2163843"/>
                  </a:lnTo>
                  <a:lnTo>
                    <a:pt x="1503769" y="2162882"/>
                  </a:lnTo>
                  <a:lnTo>
                    <a:pt x="1504105" y="2162116"/>
                  </a:lnTo>
                  <a:lnTo>
                    <a:pt x="1504442" y="2161187"/>
                  </a:lnTo>
                  <a:lnTo>
                    <a:pt x="1504778" y="2160518"/>
                  </a:lnTo>
                  <a:lnTo>
                    <a:pt x="1505115" y="2159758"/>
                  </a:lnTo>
                  <a:lnTo>
                    <a:pt x="1505451" y="2158873"/>
                  </a:lnTo>
                  <a:lnTo>
                    <a:pt x="1505788" y="2158179"/>
                  </a:lnTo>
                  <a:lnTo>
                    <a:pt x="1506124" y="2156993"/>
                  </a:lnTo>
                  <a:lnTo>
                    <a:pt x="1506461" y="2155702"/>
                  </a:lnTo>
                  <a:lnTo>
                    <a:pt x="1506797" y="2154202"/>
                  </a:lnTo>
                  <a:lnTo>
                    <a:pt x="1507134" y="2152561"/>
                  </a:lnTo>
                  <a:lnTo>
                    <a:pt x="1507470" y="2150710"/>
                  </a:lnTo>
                  <a:lnTo>
                    <a:pt x="1507806" y="2148839"/>
                  </a:lnTo>
                  <a:lnTo>
                    <a:pt x="1508143" y="2146884"/>
                  </a:lnTo>
                  <a:lnTo>
                    <a:pt x="1508479" y="2144487"/>
                  </a:lnTo>
                  <a:lnTo>
                    <a:pt x="1508816" y="2141358"/>
                  </a:lnTo>
                  <a:lnTo>
                    <a:pt x="1509152" y="2137953"/>
                  </a:lnTo>
                  <a:lnTo>
                    <a:pt x="1509489" y="2134078"/>
                  </a:lnTo>
                  <a:lnTo>
                    <a:pt x="1509825" y="2129797"/>
                  </a:lnTo>
                  <a:lnTo>
                    <a:pt x="1510162" y="2125584"/>
                  </a:lnTo>
                  <a:lnTo>
                    <a:pt x="1510498" y="2121482"/>
                  </a:lnTo>
                  <a:lnTo>
                    <a:pt x="1510835" y="2117442"/>
                  </a:lnTo>
                  <a:lnTo>
                    <a:pt x="1511171" y="2113479"/>
                  </a:lnTo>
                  <a:lnTo>
                    <a:pt x="1511508" y="2109975"/>
                  </a:lnTo>
                  <a:lnTo>
                    <a:pt x="1511844" y="2105886"/>
                  </a:lnTo>
                  <a:lnTo>
                    <a:pt x="1512180" y="2101561"/>
                  </a:lnTo>
                  <a:lnTo>
                    <a:pt x="1512517" y="2097446"/>
                  </a:lnTo>
                  <a:lnTo>
                    <a:pt x="1512853" y="2093277"/>
                  </a:lnTo>
                  <a:lnTo>
                    <a:pt x="1513190" y="2088927"/>
                  </a:lnTo>
                  <a:lnTo>
                    <a:pt x="1513526" y="2084312"/>
                  </a:lnTo>
                  <a:lnTo>
                    <a:pt x="1513863" y="2079881"/>
                  </a:lnTo>
                  <a:lnTo>
                    <a:pt x="1514199" y="2075553"/>
                  </a:lnTo>
                  <a:lnTo>
                    <a:pt x="1514536" y="2071314"/>
                  </a:lnTo>
                  <a:lnTo>
                    <a:pt x="1514872" y="2066795"/>
                  </a:lnTo>
                  <a:lnTo>
                    <a:pt x="1515209" y="2061999"/>
                  </a:lnTo>
                  <a:lnTo>
                    <a:pt x="1515545" y="2056895"/>
                  </a:lnTo>
                  <a:lnTo>
                    <a:pt x="1515882" y="2051545"/>
                  </a:lnTo>
                  <a:lnTo>
                    <a:pt x="1516218" y="2046729"/>
                  </a:lnTo>
                  <a:lnTo>
                    <a:pt x="1516554" y="2041832"/>
                  </a:lnTo>
                  <a:lnTo>
                    <a:pt x="1516891" y="2037397"/>
                  </a:lnTo>
                  <a:lnTo>
                    <a:pt x="1517227" y="2033440"/>
                  </a:lnTo>
                  <a:lnTo>
                    <a:pt x="1517564" y="2029469"/>
                  </a:lnTo>
                  <a:lnTo>
                    <a:pt x="1517900" y="2025538"/>
                  </a:lnTo>
                  <a:lnTo>
                    <a:pt x="1518237" y="2021613"/>
                  </a:lnTo>
                  <a:lnTo>
                    <a:pt x="1518573" y="2017525"/>
                  </a:lnTo>
                  <a:lnTo>
                    <a:pt x="1518910" y="2013511"/>
                  </a:lnTo>
                  <a:lnTo>
                    <a:pt x="1519246" y="2009383"/>
                  </a:lnTo>
                  <a:lnTo>
                    <a:pt x="1519583" y="2004824"/>
                  </a:lnTo>
                  <a:lnTo>
                    <a:pt x="1519919" y="2001206"/>
                  </a:lnTo>
                  <a:lnTo>
                    <a:pt x="1520256" y="1997826"/>
                  </a:lnTo>
                  <a:lnTo>
                    <a:pt x="1520592" y="1995048"/>
                  </a:lnTo>
                  <a:lnTo>
                    <a:pt x="1520928" y="1992425"/>
                  </a:lnTo>
                  <a:lnTo>
                    <a:pt x="1521265" y="1989482"/>
                  </a:lnTo>
                  <a:lnTo>
                    <a:pt x="1521601" y="1986502"/>
                  </a:lnTo>
                  <a:lnTo>
                    <a:pt x="1521938" y="1983251"/>
                  </a:lnTo>
                  <a:lnTo>
                    <a:pt x="1522274" y="1979635"/>
                  </a:lnTo>
                  <a:lnTo>
                    <a:pt x="1522611" y="1975714"/>
                  </a:lnTo>
                  <a:lnTo>
                    <a:pt x="1522947" y="1971793"/>
                  </a:lnTo>
                  <a:lnTo>
                    <a:pt x="1523284" y="1968163"/>
                  </a:lnTo>
                  <a:lnTo>
                    <a:pt x="1523620" y="1964571"/>
                  </a:lnTo>
                  <a:lnTo>
                    <a:pt x="1523957" y="1960800"/>
                  </a:lnTo>
                  <a:lnTo>
                    <a:pt x="1524293" y="1956632"/>
                  </a:lnTo>
                  <a:lnTo>
                    <a:pt x="1524629" y="1952450"/>
                  </a:lnTo>
                  <a:lnTo>
                    <a:pt x="1524966" y="1947574"/>
                  </a:lnTo>
                  <a:lnTo>
                    <a:pt x="1525302" y="1942052"/>
                  </a:lnTo>
                  <a:lnTo>
                    <a:pt x="1525639" y="1936072"/>
                  </a:lnTo>
                  <a:lnTo>
                    <a:pt x="1525975" y="1931077"/>
                  </a:lnTo>
                  <a:lnTo>
                    <a:pt x="1526312" y="1926392"/>
                  </a:lnTo>
                  <a:lnTo>
                    <a:pt x="1526648" y="1921652"/>
                  </a:lnTo>
                  <a:lnTo>
                    <a:pt x="1526985" y="1917011"/>
                  </a:lnTo>
                  <a:lnTo>
                    <a:pt x="1527321" y="1912200"/>
                  </a:lnTo>
                  <a:lnTo>
                    <a:pt x="1527658" y="1907722"/>
                  </a:lnTo>
                  <a:lnTo>
                    <a:pt x="1527994" y="1903520"/>
                  </a:lnTo>
                  <a:lnTo>
                    <a:pt x="1528331" y="1899242"/>
                  </a:lnTo>
                  <a:lnTo>
                    <a:pt x="1528667" y="1895238"/>
                  </a:lnTo>
                  <a:lnTo>
                    <a:pt x="1529003" y="1891676"/>
                  </a:lnTo>
                  <a:lnTo>
                    <a:pt x="1529340" y="1888976"/>
                  </a:lnTo>
                  <a:lnTo>
                    <a:pt x="1529676" y="1886398"/>
                  </a:lnTo>
                  <a:lnTo>
                    <a:pt x="1530013" y="1883794"/>
                  </a:lnTo>
                  <a:lnTo>
                    <a:pt x="1530349" y="1881452"/>
                  </a:lnTo>
                  <a:lnTo>
                    <a:pt x="1530686" y="1879416"/>
                  </a:lnTo>
                  <a:lnTo>
                    <a:pt x="1531022" y="1877685"/>
                  </a:lnTo>
                  <a:lnTo>
                    <a:pt x="1531359" y="1876076"/>
                  </a:lnTo>
                  <a:lnTo>
                    <a:pt x="1531695" y="1874944"/>
                  </a:lnTo>
                  <a:lnTo>
                    <a:pt x="1532032" y="1874086"/>
                  </a:lnTo>
                  <a:lnTo>
                    <a:pt x="1532368" y="1873919"/>
                  </a:lnTo>
                  <a:lnTo>
                    <a:pt x="1532705" y="1873655"/>
                  </a:lnTo>
                  <a:lnTo>
                    <a:pt x="1533041" y="1873009"/>
                  </a:lnTo>
                  <a:lnTo>
                    <a:pt x="1533377" y="1872356"/>
                  </a:lnTo>
                  <a:lnTo>
                    <a:pt x="1533714" y="1871246"/>
                  </a:lnTo>
                  <a:lnTo>
                    <a:pt x="1534050" y="1869865"/>
                  </a:lnTo>
                  <a:lnTo>
                    <a:pt x="1534387" y="1868277"/>
                  </a:lnTo>
                  <a:lnTo>
                    <a:pt x="1534723" y="1866939"/>
                  </a:lnTo>
                  <a:lnTo>
                    <a:pt x="1535060" y="1865572"/>
                  </a:lnTo>
                  <a:lnTo>
                    <a:pt x="1535396" y="1864496"/>
                  </a:lnTo>
                  <a:lnTo>
                    <a:pt x="1535733" y="1863160"/>
                  </a:lnTo>
                  <a:lnTo>
                    <a:pt x="1536069" y="1861512"/>
                  </a:lnTo>
                  <a:lnTo>
                    <a:pt x="1536406" y="1860197"/>
                  </a:lnTo>
                  <a:lnTo>
                    <a:pt x="1536742" y="1858593"/>
                  </a:lnTo>
                  <a:lnTo>
                    <a:pt x="1537079" y="1856913"/>
                  </a:lnTo>
                  <a:lnTo>
                    <a:pt x="1537415" y="1855004"/>
                  </a:lnTo>
                  <a:lnTo>
                    <a:pt x="1537751" y="1853084"/>
                  </a:lnTo>
                  <a:lnTo>
                    <a:pt x="1538088" y="1851251"/>
                  </a:lnTo>
                  <a:lnTo>
                    <a:pt x="1538424" y="1849317"/>
                  </a:lnTo>
                  <a:lnTo>
                    <a:pt x="1538761" y="1847428"/>
                  </a:lnTo>
                  <a:lnTo>
                    <a:pt x="1539097" y="1845601"/>
                  </a:lnTo>
                  <a:lnTo>
                    <a:pt x="1539434" y="1843533"/>
                  </a:lnTo>
                  <a:lnTo>
                    <a:pt x="1539770" y="1841402"/>
                  </a:lnTo>
                  <a:lnTo>
                    <a:pt x="1540107" y="1839322"/>
                  </a:lnTo>
                  <a:lnTo>
                    <a:pt x="1540443" y="1837687"/>
                  </a:lnTo>
                  <a:lnTo>
                    <a:pt x="1540780" y="1836900"/>
                  </a:lnTo>
                  <a:lnTo>
                    <a:pt x="1541116" y="1836445"/>
                  </a:lnTo>
                  <a:lnTo>
                    <a:pt x="1541453" y="1835854"/>
                  </a:lnTo>
                  <a:lnTo>
                    <a:pt x="1541789" y="1835095"/>
                  </a:lnTo>
                  <a:lnTo>
                    <a:pt x="1542125" y="1834281"/>
                  </a:lnTo>
                  <a:lnTo>
                    <a:pt x="1542462" y="1833521"/>
                  </a:lnTo>
                  <a:lnTo>
                    <a:pt x="1542798" y="1833036"/>
                  </a:lnTo>
                  <a:lnTo>
                    <a:pt x="1543135" y="1832771"/>
                  </a:lnTo>
                  <a:lnTo>
                    <a:pt x="1543471" y="1832953"/>
                  </a:lnTo>
                  <a:lnTo>
                    <a:pt x="1543808" y="1833761"/>
                  </a:lnTo>
                  <a:lnTo>
                    <a:pt x="1544144" y="1835113"/>
                  </a:lnTo>
                  <a:lnTo>
                    <a:pt x="1544481" y="1836781"/>
                  </a:lnTo>
                  <a:lnTo>
                    <a:pt x="1544817" y="1838187"/>
                  </a:lnTo>
                  <a:lnTo>
                    <a:pt x="1545154" y="1839477"/>
                  </a:lnTo>
                  <a:lnTo>
                    <a:pt x="1545490" y="1840529"/>
                  </a:lnTo>
                  <a:lnTo>
                    <a:pt x="1545827" y="1841375"/>
                  </a:lnTo>
                  <a:lnTo>
                    <a:pt x="1546163" y="1841884"/>
                  </a:lnTo>
                  <a:lnTo>
                    <a:pt x="1546499" y="1842558"/>
                  </a:lnTo>
                  <a:lnTo>
                    <a:pt x="1546836" y="1843544"/>
                  </a:lnTo>
                  <a:lnTo>
                    <a:pt x="1547172" y="1844921"/>
                  </a:lnTo>
                  <a:lnTo>
                    <a:pt x="1547509" y="1846276"/>
                  </a:lnTo>
                  <a:lnTo>
                    <a:pt x="1547845" y="1847727"/>
                  </a:lnTo>
                  <a:lnTo>
                    <a:pt x="1548182" y="1848968"/>
                  </a:lnTo>
                  <a:lnTo>
                    <a:pt x="1548518" y="1849850"/>
                  </a:lnTo>
                  <a:lnTo>
                    <a:pt x="1548855" y="1850589"/>
                  </a:lnTo>
                  <a:lnTo>
                    <a:pt x="1549191" y="1851147"/>
                  </a:lnTo>
                  <a:lnTo>
                    <a:pt x="1549528" y="1851858"/>
                  </a:lnTo>
                  <a:lnTo>
                    <a:pt x="1549864" y="1852071"/>
                  </a:lnTo>
                  <a:lnTo>
                    <a:pt x="1550201" y="1851549"/>
                  </a:lnTo>
                  <a:lnTo>
                    <a:pt x="1550537" y="1850766"/>
                  </a:lnTo>
                  <a:lnTo>
                    <a:pt x="1550873" y="1849763"/>
                  </a:lnTo>
                  <a:lnTo>
                    <a:pt x="1551210" y="1848597"/>
                  </a:lnTo>
                  <a:lnTo>
                    <a:pt x="1551546" y="1846701"/>
                  </a:lnTo>
                  <a:lnTo>
                    <a:pt x="1551883" y="1844523"/>
                  </a:lnTo>
                  <a:lnTo>
                    <a:pt x="1552219" y="1842213"/>
                  </a:lnTo>
                  <a:lnTo>
                    <a:pt x="1552556" y="1840033"/>
                  </a:lnTo>
                  <a:lnTo>
                    <a:pt x="1552892" y="1837594"/>
                  </a:lnTo>
                  <a:lnTo>
                    <a:pt x="1553229" y="1835608"/>
                  </a:lnTo>
                  <a:lnTo>
                    <a:pt x="1553565" y="1833460"/>
                  </a:lnTo>
                  <a:lnTo>
                    <a:pt x="1553902" y="1831333"/>
                  </a:lnTo>
                  <a:lnTo>
                    <a:pt x="1554238" y="1828981"/>
                  </a:lnTo>
                  <a:lnTo>
                    <a:pt x="1554574" y="1826482"/>
                  </a:lnTo>
                  <a:lnTo>
                    <a:pt x="1554911" y="1824496"/>
                  </a:lnTo>
                  <a:lnTo>
                    <a:pt x="1555247" y="1822999"/>
                  </a:lnTo>
                  <a:lnTo>
                    <a:pt x="1555584" y="1821635"/>
                  </a:lnTo>
                  <a:lnTo>
                    <a:pt x="1555920" y="1820277"/>
                  </a:lnTo>
                  <a:lnTo>
                    <a:pt x="1556257" y="1818906"/>
                  </a:lnTo>
                  <a:lnTo>
                    <a:pt x="1556593" y="1818405"/>
                  </a:lnTo>
                  <a:lnTo>
                    <a:pt x="1556930" y="1818307"/>
                  </a:lnTo>
                  <a:lnTo>
                    <a:pt x="1557266" y="1818843"/>
                  </a:lnTo>
                  <a:lnTo>
                    <a:pt x="1557603" y="1819474"/>
                  </a:lnTo>
                  <a:lnTo>
                    <a:pt x="1557939" y="1820900"/>
                  </a:lnTo>
                  <a:lnTo>
                    <a:pt x="1558276" y="1822195"/>
                  </a:lnTo>
                  <a:lnTo>
                    <a:pt x="1558612" y="1824146"/>
                  </a:lnTo>
                  <a:lnTo>
                    <a:pt x="1558948" y="1826600"/>
                  </a:lnTo>
                  <a:lnTo>
                    <a:pt x="1559285" y="1829617"/>
                  </a:lnTo>
                  <a:lnTo>
                    <a:pt x="1559621" y="1832739"/>
                  </a:lnTo>
                  <a:lnTo>
                    <a:pt x="1559958" y="1836590"/>
                  </a:lnTo>
                  <a:lnTo>
                    <a:pt x="1560294" y="1839826"/>
                  </a:lnTo>
                  <a:lnTo>
                    <a:pt x="1560631" y="1843111"/>
                  </a:lnTo>
                  <a:lnTo>
                    <a:pt x="1560967" y="1846669"/>
                  </a:lnTo>
                  <a:lnTo>
                    <a:pt x="1561304" y="1850665"/>
                  </a:lnTo>
                  <a:lnTo>
                    <a:pt x="1561640" y="1854894"/>
                  </a:lnTo>
                  <a:lnTo>
                    <a:pt x="1561977" y="1859047"/>
                  </a:lnTo>
                  <a:lnTo>
                    <a:pt x="1562313" y="1863675"/>
                  </a:lnTo>
                  <a:lnTo>
                    <a:pt x="1562650" y="1868133"/>
                  </a:lnTo>
                  <a:lnTo>
                    <a:pt x="1562986" y="1872292"/>
                  </a:lnTo>
                  <a:lnTo>
                    <a:pt x="1563322" y="1876277"/>
                  </a:lnTo>
                  <a:lnTo>
                    <a:pt x="1563659" y="1880005"/>
                  </a:lnTo>
                  <a:lnTo>
                    <a:pt x="1563995" y="1883612"/>
                  </a:lnTo>
                  <a:lnTo>
                    <a:pt x="1564332" y="1886947"/>
                  </a:lnTo>
                  <a:lnTo>
                    <a:pt x="1564668" y="1889820"/>
                  </a:lnTo>
                  <a:lnTo>
                    <a:pt x="1565005" y="1892691"/>
                  </a:lnTo>
                  <a:lnTo>
                    <a:pt x="1565341" y="1895478"/>
                  </a:lnTo>
                  <a:lnTo>
                    <a:pt x="1565678" y="1898870"/>
                  </a:lnTo>
                  <a:lnTo>
                    <a:pt x="1566014" y="1902708"/>
                  </a:lnTo>
                  <a:lnTo>
                    <a:pt x="1566351" y="1906741"/>
                  </a:lnTo>
                  <a:lnTo>
                    <a:pt x="1566687" y="1910574"/>
                  </a:lnTo>
                  <a:lnTo>
                    <a:pt x="1567024" y="1913211"/>
                  </a:lnTo>
                  <a:lnTo>
                    <a:pt x="1567360" y="1915611"/>
                  </a:lnTo>
                  <a:lnTo>
                    <a:pt x="1567696" y="1918039"/>
                  </a:lnTo>
                  <a:lnTo>
                    <a:pt x="1568033" y="1920240"/>
                  </a:lnTo>
                  <a:lnTo>
                    <a:pt x="1568369" y="1922423"/>
                  </a:lnTo>
                  <a:lnTo>
                    <a:pt x="1568706" y="1924204"/>
                  </a:lnTo>
                  <a:lnTo>
                    <a:pt x="1569042" y="1925556"/>
                  </a:lnTo>
                  <a:lnTo>
                    <a:pt x="1569379" y="1926684"/>
                  </a:lnTo>
                  <a:lnTo>
                    <a:pt x="1569715" y="1927267"/>
                  </a:lnTo>
                  <a:lnTo>
                    <a:pt x="1570052" y="1927702"/>
                  </a:lnTo>
                  <a:lnTo>
                    <a:pt x="1570388" y="1927445"/>
                  </a:lnTo>
                  <a:lnTo>
                    <a:pt x="1570725" y="1926856"/>
                  </a:lnTo>
                  <a:lnTo>
                    <a:pt x="1571061" y="1925467"/>
                  </a:lnTo>
                  <a:lnTo>
                    <a:pt x="1571398" y="1923528"/>
                  </a:lnTo>
                  <a:lnTo>
                    <a:pt x="1571734" y="1921499"/>
                  </a:lnTo>
                  <a:lnTo>
                    <a:pt x="1572070" y="1919026"/>
                  </a:lnTo>
                  <a:lnTo>
                    <a:pt x="1572407" y="1916113"/>
                  </a:lnTo>
                  <a:lnTo>
                    <a:pt x="1572743" y="1913530"/>
                  </a:lnTo>
                  <a:lnTo>
                    <a:pt x="1573080" y="1910936"/>
                  </a:lnTo>
                  <a:lnTo>
                    <a:pt x="1573416" y="1908501"/>
                  </a:lnTo>
                  <a:lnTo>
                    <a:pt x="1573753" y="1906494"/>
                  </a:lnTo>
                  <a:lnTo>
                    <a:pt x="1574089" y="1904418"/>
                  </a:lnTo>
                  <a:lnTo>
                    <a:pt x="1574426" y="1901945"/>
                  </a:lnTo>
                  <a:lnTo>
                    <a:pt x="1574762" y="1899480"/>
                  </a:lnTo>
                  <a:lnTo>
                    <a:pt x="1575099" y="1896615"/>
                  </a:lnTo>
                  <a:lnTo>
                    <a:pt x="1575435" y="1893516"/>
                  </a:lnTo>
                  <a:lnTo>
                    <a:pt x="1575772" y="1890512"/>
                  </a:lnTo>
                  <a:lnTo>
                    <a:pt x="1576108" y="1888403"/>
                  </a:lnTo>
                  <a:lnTo>
                    <a:pt x="1576444" y="1886574"/>
                  </a:lnTo>
                  <a:lnTo>
                    <a:pt x="1576781" y="1885453"/>
                  </a:lnTo>
                  <a:lnTo>
                    <a:pt x="1577117" y="1885063"/>
                  </a:lnTo>
                  <a:lnTo>
                    <a:pt x="1577454" y="1884512"/>
                  </a:lnTo>
                  <a:lnTo>
                    <a:pt x="1577790" y="1883904"/>
                  </a:lnTo>
                  <a:lnTo>
                    <a:pt x="1578127" y="1883284"/>
                  </a:lnTo>
                  <a:lnTo>
                    <a:pt x="1578463" y="1882231"/>
                  </a:lnTo>
                  <a:lnTo>
                    <a:pt x="1578800" y="1880758"/>
                  </a:lnTo>
                  <a:lnTo>
                    <a:pt x="1579136" y="1880212"/>
                  </a:lnTo>
                  <a:lnTo>
                    <a:pt x="1579473" y="1879993"/>
                  </a:lnTo>
                  <a:lnTo>
                    <a:pt x="1579809" y="1879968"/>
                  </a:lnTo>
                  <a:lnTo>
                    <a:pt x="1580146" y="1880574"/>
                  </a:lnTo>
                  <a:lnTo>
                    <a:pt x="1580482" y="1881872"/>
                  </a:lnTo>
                  <a:lnTo>
                    <a:pt x="1580818" y="1883530"/>
                  </a:lnTo>
                  <a:lnTo>
                    <a:pt x="1581155" y="1884889"/>
                  </a:lnTo>
                  <a:lnTo>
                    <a:pt x="1581491" y="1886569"/>
                  </a:lnTo>
                  <a:lnTo>
                    <a:pt x="1581828" y="1888217"/>
                  </a:lnTo>
                  <a:lnTo>
                    <a:pt x="1582164" y="1889721"/>
                  </a:lnTo>
                  <a:lnTo>
                    <a:pt x="1582501" y="1892354"/>
                  </a:lnTo>
                  <a:lnTo>
                    <a:pt x="1582837" y="1895860"/>
                  </a:lnTo>
                  <a:lnTo>
                    <a:pt x="1583174" y="1899107"/>
                  </a:lnTo>
                  <a:lnTo>
                    <a:pt x="1583510" y="1902333"/>
                  </a:lnTo>
                  <a:lnTo>
                    <a:pt x="1583847" y="1905593"/>
                  </a:lnTo>
                  <a:lnTo>
                    <a:pt x="1584183" y="1908437"/>
                  </a:lnTo>
                  <a:lnTo>
                    <a:pt x="1584520" y="1911171"/>
                  </a:lnTo>
                  <a:lnTo>
                    <a:pt x="1584856" y="1913807"/>
                  </a:lnTo>
                  <a:lnTo>
                    <a:pt x="1585192" y="1915839"/>
                  </a:lnTo>
                  <a:lnTo>
                    <a:pt x="1585529" y="1917631"/>
                  </a:lnTo>
                  <a:lnTo>
                    <a:pt x="1585865" y="1919506"/>
                  </a:lnTo>
                  <a:lnTo>
                    <a:pt x="1586202" y="1921331"/>
                  </a:lnTo>
                  <a:lnTo>
                    <a:pt x="1586538" y="1922126"/>
                  </a:lnTo>
                  <a:lnTo>
                    <a:pt x="1586875" y="1923376"/>
                  </a:lnTo>
                  <a:lnTo>
                    <a:pt x="1587211" y="1923833"/>
                  </a:lnTo>
                  <a:lnTo>
                    <a:pt x="1587548" y="1923425"/>
                  </a:lnTo>
                  <a:lnTo>
                    <a:pt x="1587884" y="1922364"/>
                  </a:lnTo>
                  <a:lnTo>
                    <a:pt x="1588221" y="1921593"/>
                  </a:lnTo>
                  <a:lnTo>
                    <a:pt x="1588557" y="1920979"/>
                  </a:lnTo>
                  <a:lnTo>
                    <a:pt x="1588893" y="1920612"/>
                  </a:lnTo>
                  <a:lnTo>
                    <a:pt x="1589230" y="1919930"/>
                  </a:lnTo>
                  <a:lnTo>
                    <a:pt x="1589566" y="1918722"/>
                  </a:lnTo>
                  <a:lnTo>
                    <a:pt x="1589903" y="1917769"/>
                  </a:lnTo>
                  <a:lnTo>
                    <a:pt x="1590239" y="1917092"/>
                  </a:lnTo>
                  <a:lnTo>
                    <a:pt x="1590576" y="1915843"/>
                  </a:lnTo>
                  <a:lnTo>
                    <a:pt x="1590912" y="1914495"/>
                  </a:lnTo>
                  <a:lnTo>
                    <a:pt x="1591249" y="1913165"/>
                  </a:lnTo>
                  <a:lnTo>
                    <a:pt x="1591585" y="1912925"/>
                  </a:lnTo>
                  <a:lnTo>
                    <a:pt x="1591922" y="1912818"/>
                  </a:lnTo>
                  <a:lnTo>
                    <a:pt x="1592258" y="1913255"/>
                  </a:lnTo>
                  <a:lnTo>
                    <a:pt x="1592595" y="1914311"/>
                  </a:lnTo>
                  <a:lnTo>
                    <a:pt x="1592931" y="1915589"/>
                  </a:lnTo>
                  <a:lnTo>
                    <a:pt x="1593267" y="1915839"/>
                  </a:lnTo>
                  <a:lnTo>
                    <a:pt x="1593604" y="1915729"/>
                  </a:lnTo>
                  <a:lnTo>
                    <a:pt x="1593940" y="1915472"/>
                  </a:lnTo>
                  <a:lnTo>
                    <a:pt x="1594277" y="1915246"/>
                  </a:lnTo>
                  <a:lnTo>
                    <a:pt x="1594613" y="1915136"/>
                  </a:lnTo>
                  <a:lnTo>
                    <a:pt x="1594950" y="1914587"/>
                  </a:lnTo>
                  <a:lnTo>
                    <a:pt x="1595286" y="1913929"/>
                  </a:lnTo>
                  <a:lnTo>
                    <a:pt x="1595623" y="1913859"/>
                  </a:lnTo>
                  <a:lnTo>
                    <a:pt x="1595959" y="1913285"/>
                  </a:lnTo>
                  <a:lnTo>
                    <a:pt x="1596296" y="1912223"/>
                  </a:lnTo>
                  <a:lnTo>
                    <a:pt x="1596632" y="1909795"/>
                  </a:lnTo>
                  <a:lnTo>
                    <a:pt x="1596969" y="1907009"/>
                  </a:lnTo>
                  <a:lnTo>
                    <a:pt x="1597305" y="1903807"/>
                  </a:lnTo>
                  <a:lnTo>
                    <a:pt x="1597641" y="1900020"/>
                  </a:lnTo>
                  <a:lnTo>
                    <a:pt x="1597978" y="1896863"/>
                  </a:lnTo>
                  <a:lnTo>
                    <a:pt x="1598314" y="1893727"/>
                  </a:lnTo>
                  <a:lnTo>
                    <a:pt x="1598651" y="1890803"/>
                  </a:lnTo>
                  <a:lnTo>
                    <a:pt x="1598987" y="1887523"/>
                  </a:lnTo>
                  <a:lnTo>
                    <a:pt x="1599324" y="1883865"/>
                  </a:lnTo>
                  <a:lnTo>
                    <a:pt x="1599660" y="1880285"/>
                  </a:lnTo>
                  <a:lnTo>
                    <a:pt x="1599997" y="1876882"/>
                  </a:lnTo>
                  <a:lnTo>
                    <a:pt x="1600333" y="1873628"/>
                  </a:lnTo>
                  <a:lnTo>
                    <a:pt x="1600670" y="1870204"/>
                  </a:lnTo>
                  <a:lnTo>
                    <a:pt x="1601006" y="1867387"/>
                  </a:lnTo>
                  <a:lnTo>
                    <a:pt x="1601343" y="1865049"/>
                  </a:lnTo>
                  <a:lnTo>
                    <a:pt x="1601679" y="1863064"/>
                  </a:lnTo>
                  <a:lnTo>
                    <a:pt x="1602015" y="1860766"/>
                  </a:lnTo>
                  <a:lnTo>
                    <a:pt x="1602352" y="1858805"/>
                  </a:lnTo>
                  <a:lnTo>
                    <a:pt x="1602688" y="1856875"/>
                  </a:lnTo>
                  <a:lnTo>
                    <a:pt x="1603025" y="1855243"/>
                  </a:lnTo>
                  <a:lnTo>
                    <a:pt x="1603361" y="1852928"/>
                  </a:lnTo>
                  <a:lnTo>
                    <a:pt x="1603698" y="1850173"/>
                  </a:lnTo>
                  <a:lnTo>
                    <a:pt x="1604034" y="1847052"/>
                  </a:lnTo>
                  <a:lnTo>
                    <a:pt x="1604371" y="1843830"/>
                  </a:lnTo>
                  <a:lnTo>
                    <a:pt x="1604707" y="1840929"/>
                  </a:lnTo>
                  <a:lnTo>
                    <a:pt x="1605044" y="1838185"/>
                  </a:lnTo>
                  <a:lnTo>
                    <a:pt x="1605380" y="1835145"/>
                  </a:lnTo>
                  <a:lnTo>
                    <a:pt x="1605717" y="1831909"/>
                  </a:lnTo>
                  <a:lnTo>
                    <a:pt x="1606053" y="1828247"/>
                  </a:lnTo>
                  <a:lnTo>
                    <a:pt x="1606389" y="1824404"/>
                  </a:lnTo>
                  <a:lnTo>
                    <a:pt x="1606726" y="1821158"/>
                  </a:lnTo>
                  <a:lnTo>
                    <a:pt x="1607062" y="1818737"/>
                  </a:lnTo>
                  <a:lnTo>
                    <a:pt x="1607399" y="1815972"/>
                  </a:lnTo>
                  <a:lnTo>
                    <a:pt x="1607735" y="1813759"/>
                  </a:lnTo>
                  <a:lnTo>
                    <a:pt x="1608072" y="1812093"/>
                  </a:lnTo>
                  <a:lnTo>
                    <a:pt x="1608408" y="1810636"/>
                  </a:lnTo>
                  <a:lnTo>
                    <a:pt x="1608745" y="1809050"/>
                  </a:lnTo>
                  <a:lnTo>
                    <a:pt x="1609081" y="1807307"/>
                  </a:lnTo>
                  <a:lnTo>
                    <a:pt x="1609418" y="1805771"/>
                  </a:lnTo>
                  <a:lnTo>
                    <a:pt x="1609754" y="1803903"/>
                  </a:lnTo>
                  <a:lnTo>
                    <a:pt x="1610091" y="1802153"/>
                  </a:lnTo>
                  <a:lnTo>
                    <a:pt x="1610427" y="1800593"/>
                  </a:lnTo>
                  <a:lnTo>
                    <a:pt x="1610763" y="1798669"/>
                  </a:lnTo>
                  <a:lnTo>
                    <a:pt x="1611100" y="1796702"/>
                  </a:lnTo>
                  <a:lnTo>
                    <a:pt x="1611436" y="1794683"/>
                  </a:lnTo>
                  <a:lnTo>
                    <a:pt x="1611773" y="1792503"/>
                  </a:lnTo>
                  <a:lnTo>
                    <a:pt x="1612109" y="1789987"/>
                  </a:lnTo>
                  <a:lnTo>
                    <a:pt x="1612446" y="1787768"/>
                  </a:lnTo>
                  <a:lnTo>
                    <a:pt x="1612782" y="1785975"/>
                  </a:lnTo>
                  <a:lnTo>
                    <a:pt x="1613119" y="1783537"/>
                  </a:lnTo>
                  <a:lnTo>
                    <a:pt x="1613455" y="1780641"/>
                  </a:lnTo>
                  <a:lnTo>
                    <a:pt x="1613792" y="1777610"/>
                  </a:lnTo>
                  <a:lnTo>
                    <a:pt x="1614128" y="1774474"/>
                  </a:lnTo>
                  <a:lnTo>
                    <a:pt x="1614465" y="1771161"/>
                  </a:lnTo>
                  <a:lnTo>
                    <a:pt x="1614801" y="1767993"/>
                  </a:lnTo>
                  <a:lnTo>
                    <a:pt x="1615137" y="1765401"/>
                  </a:lnTo>
                  <a:lnTo>
                    <a:pt x="1615474" y="1762905"/>
                  </a:lnTo>
                  <a:lnTo>
                    <a:pt x="1615810" y="1760683"/>
                  </a:lnTo>
                  <a:lnTo>
                    <a:pt x="1616147" y="1759138"/>
                  </a:lnTo>
                  <a:lnTo>
                    <a:pt x="1616483" y="1757916"/>
                  </a:lnTo>
                  <a:lnTo>
                    <a:pt x="1616820" y="1756681"/>
                  </a:lnTo>
                  <a:lnTo>
                    <a:pt x="1617156" y="1755469"/>
                  </a:lnTo>
                  <a:lnTo>
                    <a:pt x="1617493" y="1754716"/>
                  </a:lnTo>
                  <a:lnTo>
                    <a:pt x="1617829" y="1753739"/>
                  </a:lnTo>
                  <a:lnTo>
                    <a:pt x="1618166" y="1753324"/>
                  </a:lnTo>
                  <a:lnTo>
                    <a:pt x="1618502" y="1753224"/>
                  </a:lnTo>
                  <a:lnTo>
                    <a:pt x="1618839" y="1754047"/>
                  </a:lnTo>
                  <a:lnTo>
                    <a:pt x="1619175" y="1755221"/>
                  </a:lnTo>
                  <a:lnTo>
                    <a:pt x="1619511" y="1756616"/>
                  </a:lnTo>
                  <a:lnTo>
                    <a:pt x="1619848" y="1758179"/>
                  </a:lnTo>
                  <a:lnTo>
                    <a:pt x="1620184" y="1759642"/>
                  </a:lnTo>
                  <a:lnTo>
                    <a:pt x="1620521" y="1760816"/>
                  </a:lnTo>
                  <a:lnTo>
                    <a:pt x="1620857" y="1761987"/>
                  </a:lnTo>
                  <a:lnTo>
                    <a:pt x="1621194" y="1762466"/>
                  </a:lnTo>
                  <a:lnTo>
                    <a:pt x="1621530" y="1762731"/>
                  </a:lnTo>
                  <a:lnTo>
                    <a:pt x="1621867" y="1763572"/>
                  </a:lnTo>
                  <a:lnTo>
                    <a:pt x="1622203" y="1764166"/>
                  </a:lnTo>
                  <a:lnTo>
                    <a:pt x="1622540" y="1764377"/>
                  </a:lnTo>
                  <a:lnTo>
                    <a:pt x="1622876" y="1764678"/>
                  </a:lnTo>
                  <a:lnTo>
                    <a:pt x="1623212" y="1764870"/>
                  </a:lnTo>
                  <a:lnTo>
                    <a:pt x="1623549" y="1765440"/>
                  </a:lnTo>
                  <a:lnTo>
                    <a:pt x="1623885" y="1765599"/>
                  </a:lnTo>
                  <a:lnTo>
                    <a:pt x="1624222" y="1765811"/>
                  </a:lnTo>
                  <a:lnTo>
                    <a:pt x="1624558" y="1766102"/>
                  </a:lnTo>
                  <a:lnTo>
                    <a:pt x="1624895" y="1766411"/>
                  </a:lnTo>
                  <a:lnTo>
                    <a:pt x="1625231" y="1766479"/>
                  </a:lnTo>
                  <a:lnTo>
                    <a:pt x="1625568" y="1766918"/>
                  </a:lnTo>
                  <a:lnTo>
                    <a:pt x="1625904" y="1766957"/>
                  </a:lnTo>
                  <a:lnTo>
                    <a:pt x="1626241" y="1767080"/>
                  </a:lnTo>
                  <a:lnTo>
                    <a:pt x="1626577" y="1766602"/>
                  </a:lnTo>
                  <a:lnTo>
                    <a:pt x="1626914" y="1765685"/>
                  </a:lnTo>
                  <a:lnTo>
                    <a:pt x="1627250" y="1764484"/>
                  </a:lnTo>
                  <a:lnTo>
                    <a:pt x="1627586" y="1763324"/>
                  </a:lnTo>
                  <a:lnTo>
                    <a:pt x="1627923" y="1761951"/>
                  </a:lnTo>
                  <a:lnTo>
                    <a:pt x="1628259" y="1760014"/>
                  </a:lnTo>
                  <a:lnTo>
                    <a:pt x="1628596" y="1757001"/>
                  </a:lnTo>
                  <a:lnTo>
                    <a:pt x="1628932" y="1753577"/>
                  </a:lnTo>
                  <a:lnTo>
                    <a:pt x="1629269" y="1749444"/>
                  </a:lnTo>
                  <a:lnTo>
                    <a:pt x="1629605" y="1745397"/>
                  </a:lnTo>
                  <a:lnTo>
                    <a:pt x="1629942" y="1740883"/>
                  </a:lnTo>
                  <a:lnTo>
                    <a:pt x="1630278" y="1736606"/>
                  </a:lnTo>
                  <a:lnTo>
                    <a:pt x="1630615" y="1732061"/>
                  </a:lnTo>
                  <a:lnTo>
                    <a:pt x="1630951" y="1726963"/>
                  </a:lnTo>
                  <a:lnTo>
                    <a:pt x="1631288" y="1721447"/>
                  </a:lnTo>
                  <a:lnTo>
                    <a:pt x="1631624" y="1716000"/>
                  </a:lnTo>
                  <a:lnTo>
                    <a:pt x="1631960" y="1710339"/>
                  </a:lnTo>
                  <a:lnTo>
                    <a:pt x="1632297" y="1704992"/>
                  </a:lnTo>
                  <a:lnTo>
                    <a:pt x="1632633" y="1700035"/>
                  </a:lnTo>
                  <a:lnTo>
                    <a:pt x="1632970" y="1695017"/>
                  </a:lnTo>
                  <a:lnTo>
                    <a:pt x="1633306" y="1689623"/>
                  </a:lnTo>
                  <a:lnTo>
                    <a:pt x="1633643" y="1683812"/>
                  </a:lnTo>
                  <a:lnTo>
                    <a:pt x="1633979" y="1677742"/>
                  </a:lnTo>
                  <a:lnTo>
                    <a:pt x="1634316" y="1672079"/>
                  </a:lnTo>
                  <a:lnTo>
                    <a:pt x="1634652" y="1666530"/>
                  </a:lnTo>
                  <a:lnTo>
                    <a:pt x="1634989" y="1661096"/>
                  </a:lnTo>
                  <a:lnTo>
                    <a:pt x="1635325" y="1656152"/>
                  </a:lnTo>
                  <a:lnTo>
                    <a:pt x="1635662" y="1651506"/>
                  </a:lnTo>
                  <a:lnTo>
                    <a:pt x="1635998" y="1647029"/>
                  </a:lnTo>
                  <a:lnTo>
                    <a:pt x="1636334" y="1643301"/>
                  </a:lnTo>
                  <a:lnTo>
                    <a:pt x="1636671" y="1639313"/>
                  </a:lnTo>
                  <a:lnTo>
                    <a:pt x="1637007" y="1635832"/>
                  </a:lnTo>
                  <a:lnTo>
                    <a:pt x="1637344" y="1632361"/>
                  </a:lnTo>
                  <a:lnTo>
                    <a:pt x="1637680" y="1629328"/>
                  </a:lnTo>
                  <a:lnTo>
                    <a:pt x="1638017" y="1626368"/>
                  </a:lnTo>
                  <a:lnTo>
                    <a:pt x="1638353" y="1624246"/>
                  </a:lnTo>
                  <a:lnTo>
                    <a:pt x="1638690" y="1622537"/>
                  </a:lnTo>
                  <a:lnTo>
                    <a:pt x="1639026" y="1620854"/>
                  </a:lnTo>
                  <a:lnTo>
                    <a:pt x="1639363" y="1619293"/>
                  </a:lnTo>
                  <a:lnTo>
                    <a:pt x="1639699" y="1617835"/>
                  </a:lnTo>
                  <a:lnTo>
                    <a:pt x="1640036" y="1615620"/>
                  </a:lnTo>
                  <a:lnTo>
                    <a:pt x="1640372" y="1612955"/>
                  </a:lnTo>
                  <a:lnTo>
                    <a:pt x="1640708" y="1610887"/>
                  </a:lnTo>
                  <a:lnTo>
                    <a:pt x="1641045" y="1609131"/>
                  </a:lnTo>
                  <a:lnTo>
                    <a:pt x="1641381" y="1608051"/>
                  </a:lnTo>
                  <a:lnTo>
                    <a:pt x="1641718" y="1607993"/>
                  </a:lnTo>
                  <a:lnTo>
                    <a:pt x="1642054" y="1608530"/>
                  </a:lnTo>
                  <a:lnTo>
                    <a:pt x="1642391" y="1609462"/>
                  </a:lnTo>
                  <a:lnTo>
                    <a:pt x="1642727" y="1610215"/>
                  </a:lnTo>
                  <a:lnTo>
                    <a:pt x="1643064" y="1611315"/>
                  </a:lnTo>
                  <a:lnTo>
                    <a:pt x="1643400" y="1612364"/>
                  </a:lnTo>
                  <a:lnTo>
                    <a:pt x="1643737" y="1613726"/>
                  </a:lnTo>
                  <a:lnTo>
                    <a:pt x="1644073" y="1615594"/>
                  </a:lnTo>
                  <a:lnTo>
                    <a:pt x="1644410" y="1617684"/>
                  </a:lnTo>
                  <a:lnTo>
                    <a:pt x="1644746" y="1620443"/>
                  </a:lnTo>
                  <a:lnTo>
                    <a:pt x="1645082" y="1624135"/>
                  </a:lnTo>
                  <a:lnTo>
                    <a:pt x="1645419" y="1628359"/>
                  </a:lnTo>
                  <a:lnTo>
                    <a:pt x="1645755" y="1632954"/>
                  </a:lnTo>
                  <a:lnTo>
                    <a:pt x="1646092" y="1637964"/>
                  </a:lnTo>
                  <a:lnTo>
                    <a:pt x="1646428" y="1643181"/>
                  </a:lnTo>
                  <a:lnTo>
                    <a:pt x="1646765" y="1648492"/>
                  </a:lnTo>
                  <a:lnTo>
                    <a:pt x="1647101" y="1653284"/>
                  </a:lnTo>
                  <a:lnTo>
                    <a:pt x="1647438" y="1657634"/>
                  </a:lnTo>
                  <a:lnTo>
                    <a:pt x="1647774" y="1661528"/>
                  </a:lnTo>
                  <a:lnTo>
                    <a:pt x="1648111" y="1665183"/>
                  </a:lnTo>
                  <a:lnTo>
                    <a:pt x="1648447" y="1669060"/>
                  </a:lnTo>
                  <a:lnTo>
                    <a:pt x="1648784" y="1672760"/>
                  </a:lnTo>
                  <a:lnTo>
                    <a:pt x="1649120" y="1676234"/>
                  </a:lnTo>
                  <a:lnTo>
                    <a:pt x="1649456" y="1680092"/>
                  </a:lnTo>
                  <a:lnTo>
                    <a:pt x="1649793" y="1683109"/>
                  </a:lnTo>
                  <a:lnTo>
                    <a:pt x="1650129" y="1685311"/>
                  </a:lnTo>
                  <a:lnTo>
                    <a:pt x="1650466" y="1687452"/>
                  </a:lnTo>
                  <a:lnTo>
                    <a:pt x="1650802" y="1689223"/>
                  </a:lnTo>
                  <a:lnTo>
                    <a:pt x="1651139" y="1690867"/>
                  </a:lnTo>
                  <a:lnTo>
                    <a:pt x="1651475" y="1692420"/>
                  </a:lnTo>
                  <a:lnTo>
                    <a:pt x="1651812" y="1694002"/>
                  </a:lnTo>
                  <a:lnTo>
                    <a:pt x="1652148" y="1695729"/>
                  </a:lnTo>
                  <a:lnTo>
                    <a:pt x="1652485" y="1697681"/>
                  </a:lnTo>
                  <a:lnTo>
                    <a:pt x="1652821" y="1699495"/>
                  </a:lnTo>
                  <a:lnTo>
                    <a:pt x="1653158" y="1701493"/>
                  </a:lnTo>
                  <a:lnTo>
                    <a:pt x="1653494" y="1703314"/>
                  </a:lnTo>
                  <a:lnTo>
                    <a:pt x="1653830" y="1705687"/>
                  </a:lnTo>
                  <a:lnTo>
                    <a:pt x="1654167" y="1708412"/>
                  </a:lnTo>
                  <a:lnTo>
                    <a:pt x="1654503" y="1711075"/>
                  </a:lnTo>
                  <a:lnTo>
                    <a:pt x="1654840" y="1714228"/>
                  </a:lnTo>
                  <a:lnTo>
                    <a:pt x="1655176" y="1717634"/>
                  </a:lnTo>
                  <a:lnTo>
                    <a:pt x="1655513" y="1720925"/>
                  </a:lnTo>
                  <a:lnTo>
                    <a:pt x="1655849" y="1724384"/>
                  </a:lnTo>
                  <a:lnTo>
                    <a:pt x="1656186" y="1727645"/>
                  </a:lnTo>
                  <a:lnTo>
                    <a:pt x="1656522" y="1731426"/>
                  </a:lnTo>
                  <a:lnTo>
                    <a:pt x="1656859" y="1735757"/>
                  </a:lnTo>
                  <a:lnTo>
                    <a:pt x="1657195" y="1740166"/>
                  </a:lnTo>
                  <a:lnTo>
                    <a:pt x="1657531" y="1744459"/>
                  </a:lnTo>
                  <a:lnTo>
                    <a:pt x="1657868" y="1749013"/>
                  </a:lnTo>
                  <a:lnTo>
                    <a:pt x="1658204" y="1753582"/>
                  </a:lnTo>
                  <a:lnTo>
                    <a:pt x="1658541" y="1758289"/>
                  </a:lnTo>
                  <a:lnTo>
                    <a:pt x="1658877" y="1762606"/>
                  </a:lnTo>
                  <a:lnTo>
                    <a:pt x="1659214" y="1766701"/>
                  </a:lnTo>
                  <a:lnTo>
                    <a:pt x="1659550" y="1770841"/>
                  </a:lnTo>
                  <a:lnTo>
                    <a:pt x="1659887" y="1774765"/>
                  </a:lnTo>
                  <a:lnTo>
                    <a:pt x="1660223" y="1778872"/>
                  </a:lnTo>
                  <a:lnTo>
                    <a:pt x="1660560" y="1783126"/>
                  </a:lnTo>
                  <a:lnTo>
                    <a:pt x="1660896" y="1787495"/>
                  </a:lnTo>
                  <a:lnTo>
                    <a:pt x="1661233" y="1791807"/>
                  </a:lnTo>
                  <a:lnTo>
                    <a:pt x="1661569" y="1795982"/>
                  </a:lnTo>
                  <a:lnTo>
                    <a:pt x="1661905" y="1800178"/>
                  </a:lnTo>
                  <a:lnTo>
                    <a:pt x="1662242" y="1804370"/>
                  </a:lnTo>
                  <a:lnTo>
                    <a:pt x="1662578" y="1808342"/>
                  </a:lnTo>
                  <a:lnTo>
                    <a:pt x="1662915" y="1811600"/>
                  </a:lnTo>
                  <a:lnTo>
                    <a:pt x="1663251" y="1815116"/>
                  </a:lnTo>
                  <a:lnTo>
                    <a:pt x="1663588" y="1818623"/>
                  </a:lnTo>
                  <a:lnTo>
                    <a:pt x="1663924" y="1822783"/>
                  </a:lnTo>
                  <a:lnTo>
                    <a:pt x="1664261" y="1827104"/>
                  </a:lnTo>
                  <a:lnTo>
                    <a:pt x="1664597" y="1831698"/>
                  </a:lnTo>
                  <a:lnTo>
                    <a:pt x="1664934" y="1836542"/>
                  </a:lnTo>
                  <a:lnTo>
                    <a:pt x="1665270" y="1840358"/>
                  </a:lnTo>
                  <a:lnTo>
                    <a:pt x="1665607" y="1843755"/>
                  </a:lnTo>
                  <a:lnTo>
                    <a:pt x="1665943" y="1846886"/>
                  </a:lnTo>
                  <a:lnTo>
                    <a:pt x="1666279" y="1850108"/>
                  </a:lnTo>
                  <a:lnTo>
                    <a:pt x="1666616" y="1853453"/>
                  </a:lnTo>
                  <a:lnTo>
                    <a:pt x="1666952" y="1856371"/>
                  </a:lnTo>
                  <a:lnTo>
                    <a:pt x="1667289" y="1859444"/>
                  </a:lnTo>
                  <a:lnTo>
                    <a:pt x="1667625" y="1862847"/>
                  </a:lnTo>
                  <a:lnTo>
                    <a:pt x="1667962" y="1866861"/>
                  </a:lnTo>
                  <a:lnTo>
                    <a:pt x="1668298" y="1870794"/>
                  </a:lnTo>
                  <a:lnTo>
                    <a:pt x="1668635" y="1874524"/>
                  </a:lnTo>
                  <a:lnTo>
                    <a:pt x="1668971" y="1877832"/>
                  </a:lnTo>
                  <a:lnTo>
                    <a:pt x="1669308" y="1881442"/>
                  </a:lnTo>
                  <a:lnTo>
                    <a:pt x="1669644" y="1884827"/>
                  </a:lnTo>
                  <a:lnTo>
                    <a:pt x="1669981" y="1888141"/>
                  </a:lnTo>
                  <a:lnTo>
                    <a:pt x="1670317" y="1891566"/>
                  </a:lnTo>
                  <a:lnTo>
                    <a:pt x="1670653" y="1895997"/>
                  </a:lnTo>
                  <a:lnTo>
                    <a:pt x="1670990" y="1900544"/>
                  </a:lnTo>
                  <a:lnTo>
                    <a:pt x="1671326" y="1905388"/>
                  </a:lnTo>
                  <a:lnTo>
                    <a:pt x="1671663" y="1910375"/>
                  </a:lnTo>
                  <a:lnTo>
                    <a:pt x="1671999" y="1914789"/>
                  </a:lnTo>
                  <a:lnTo>
                    <a:pt x="1672336" y="1918953"/>
                  </a:lnTo>
                  <a:lnTo>
                    <a:pt x="1672672" y="1923251"/>
                  </a:lnTo>
                  <a:lnTo>
                    <a:pt x="1673009" y="1927858"/>
                  </a:lnTo>
                  <a:lnTo>
                    <a:pt x="1673345" y="1932789"/>
                  </a:lnTo>
                  <a:lnTo>
                    <a:pt x="1673682" y="1937813"/>
                  </a:lnTo>
                  <a:lnTo>
                    <a:pt x="1674018" y="1942745"/>
                  </a:lnTo>
                  <a:lnTo>
                    <a:pt x="1674355" y="1947040"/>
                  </a:lnTo>
                  <a:lnTo>
                    <a:pt x="1674691" y="1951511"/>
                  </a:lnTo>
                  <a:lnTo>
                    <a:pt x="1675027" y="1954883"/>
                  </a:lnTo>
                  <a:lnTo>
                    <a:pt x="1675364" y="1957206"/>
                  </a:lnTo>
                  <a:lnTo>
                    <a:pt x="1675700" y="1958687"/>
                  </a:lnTo>
                  <a:lnTo>
                    <a:pt x="1676037" y="1960514"/>
                  </a:lnTo>
                  <a:lnTo>
                    <a:pt x="1676373" y="1962778"/>
                  </a:lnTo>
                  <a:lnTo>
                    <a:pt x="1676710" y="1965007"/>
                  </a:lnTo>
                  <a:lnTo>
                    <a:pt x="1677046" y="1968067"/>
                  </a:lnTo>
                  <a:lnTo>
                    <a:pt x="1677383" y="1970569"/>
                  </a:lnTo>
                  <a:lnTo>
                    <a:pt x="1677719" y="1972495"/>
                  </a:lnTo>
                  <a:lnTo>
                    <a:pt x="1678056" y="1973435"/>
                  </a:lnTo>
                  <a:lnTo>
                    <a:pt x="1678392" y="1973482"/>
                  </a:lnTo>
                  <a:lnTo>
                    <a:pt x="1678729" y="1972767"/>
                  </a:lnTo>
                  <a:lnTo>
                    <a:pt x="1679065" y="1971736"/>
                  </a:lnTo>
                  <a:lnTo>
                    <a:pt x="1679401" y="1970979"/>
                  </a:lnTo>
                  <a:lnTo>
                    <a:pt x="1679738" y="1970098"/>
                  </a:lnTo>
                  <a:lnTo>
                    <a:pt x="1680074" y="1969009"/>
                  </a:lnTo>
                  <a:lnTo>
                    <a:pt x="1680411" y="1968746"/>
                  </a:lnTo>
                  <a:lnTo>
                    <a:pt x="1680747" y="1969125"/>
                  </a:lnTo>
                  <a:lnTo>
                    <a:pt x="1681084" y="1969669"/>
                  </a:lnTo>
                  <a:lnTo>
                    <a:pt x="1681420" y="1970122"/>
                  </a:lnTo>
                  <a:lnTo>
                    <a:pt x="1681757" y="1970499"/>
                  </a:lnTo>
                  <a:lnTo>
                    <a:pt x="1682093" y="1970785"/>
                  </a:lnTo>
                  <a:lnTo>
                    <a:pt x="1682430" y="1970814"/>
                  </a:lnTo>
                  <a:lnTo>
                    <a:pt x="1682766" y="1971440"/>
                  </a:lnTo>
                  <a:lnTo>
                    <a:pt x="1683103" y="1973180"/>
                  </a:lnTo>
                  <a:lnTo>
                    <a:pt x="1683439" y="1975092"/>
                  </a:lnTo>
                  <a:lnTo>
                    <a:pt x="1683775" y="1977520"/>
                  </a:lnTo>
                  <a:lnTo>
                    <a:pt x="1684112" y="1980224"/>
                  </a:lnTo>
                  <a:lnTo>
                    <a:pt x="1684448" y="1982988"/>
                  </a:lnTo>
                  <a:lnTo>
                    <a:pt x="1684785" y="1985318"/>
                  </a:lnTo>
                  <a:lnTo>
                    <a:pt x="1685121" y="1988013"/>
                  </a:lnTo>
                  <a:lnTo>
                    <a:pt x="1685458" y="1990376"/>
                  </a:lnTo>
                  <a:lnTo>
                    <a:pt x="1685794" y="1992697"/>
                  </a:lnTo>
                  <a:lnTo>
                    <a:pt x="1686131" y="1994685"/>
                  </a:lnTo>
                  <a:lnTo>
                    <a:pt x="1686467" y="1996482"/>
                  </a:lnTo>
                  <a:lnTo>
                    <a:pt x="1686804" y="1998125"/>
                  </a:lnTo>
                  <a:lnTo>
                    <a:pt x="1687140" y="1999573"/>
                  </a:lnTo>
                  <a:lnTo>
                    <a:pt x="1687476" y="2001427"/>
                  </a:lnTo>
                  <a:lnTo>
                    <a:pt x="1687813" y="2003199"/>
                  </a:lnTo>
                  <a:lnTo>
                    <a:pt x="1688149" y="2005109"/>
                  </a:lnTo>
                  <a:lnTo>
                    <a:pt x="1688486" y="2007573"/>
                  </a:lnTo>
                  <a:lnTo>
                    <a:pt x="1688822" y="2010445"/>
                  </a:lnTo>
                  <a:lnTo>
                    <a:pt x="1689159" y="2012603"/>
                  </a:lnTo>
                  <a:lnTo>
                    <a:pt x="1689495" y="2014041"/>
                  </a:lnTo>
                  <a:lnTo>
                    <a:pt x="1689832" y="2015755"/>
                  </a:lnTo>
                  <a:lnTo>
                    <a:pt x="1690168" y="2017108"/>
                  </a:lnTo>
                  <a:lnTo>
                    <a:pt x="1690505" y="2018101"/>
                  </a:lnTo>
                  <a:lnTo>
                    <a:pt x="1690841" y="2018662"/>
                  </a:lnTo>
                  <a:lnTo>
                    <a:pt x="1691178" y="2019145"/>
                  </a:lnTo>
                  <a:lnTo>
                    <a:pt x="1691514" y="2019357"/>
                  </a:lnTo>
                  <a:lnTo>
                    <a:pt x="1691850" y="2019355"/>
                  </a:lnTo>
                  <a:lnTo>
                    <a:pt x="1692187" y="2019196"/>
                  </a:lnTo>
                  <a:lnTo>
                    <a:pt x="1692523" y="2018869"/>
                  </a:lnTo>
                  <a:lnTo>
                    <a:pt x="1692860" y="2018306"/>
                  </a:lnTo>
                  <a:lnTo>
                    <a:pt x="1693196" y="2017848"/>
                  </a:lnTo>
                  <a:lnTo>
                    <a:pt x="1693533" y="2017438"/>
                  </a:lnTo>
                  <a:lnTo>
                    <a:pt x="1693869" y="2017217"/>
                  </a:lnTo>
                  <a:lnTo>
                    <a:pt x="1694206" y="2017610"/>
                  </a:lnTo>
                  <a:lnTo>
                    <a:pt x="1694542" y="2018515"/>
                  </a:lnTo>
                  <a:lnTo>
                    <a:pt x="1694879" y="2019676"/>
                  </a:lnTo>
                  <a:lnTo>
                    <a:pt x="1695215" y="2021072"/>
                  </a:lnTo>
                  <a:lnTo>
                    <a:pt x="1695552" y="2022951"/>
                  </a:lnTo>
                  <a:lnTo>
                    <a:pt x="1695888" y="2025384"/>
                  </a:lnTo>
                  <a:lnTo>
                    <a:pt x="1696224" y="2027837"/>
                  </a:lnTo>
                  <a:lnTo>
                    <a:pt x="1696561" y="2031043"/>
                  </a:lnTo>
                  <a:lnTo>
                    <a:pt x="1696897" y="2034066"/>
                  </a:lnTo>
                  <a:lnTo>
                    <a:pt x="1697234" y="2037487"/>
                  </a:lnTo>
                  <a:lnTo>
                    <a:pt x="1697570" y="2040709"/>
                  </a:lnTo>
                  <a:lnTo>
                    <a:pt x="1697907" y="2043885"/>
                  </a:lnTo>
                  <a:lnTo>
                    <a:pt x="1698243" y="2047513"/>
                  </a:lnTo>
                  <a:lnTo>
                    <a:pt x="1698580" y="2051355"/>
                  </a:lnTo>
                  <a:lnTo>
                    <a:pt x="1698916" y="2054898"/>
                  </a:lnTo>
                  <a:lnTo>
                    <a:pt x="1699253" y="2058427"/>
                  </a:lnTo>
                  <a:lnTo>
                    <a:pt x="1699589" y="2061638"/>
                  </a:lnTo>
                  <a:lnTo>
                    <a:pt x="1699926" y="2064280"/>
                  </a:lnTo>
                  <a:lnTo>
                    <a:pt x="1700262" y="2067269"/>
                  </a:lnTo>
                  <a:lnTo>
                    <a:pt x="1700598" y="2070439"/>
                  </a:lnTo>
                  <a:lnTo>
                    <a:pt x="1700935" y="2073759"/>
                  </a:lnTo>
                  <a:lnTo>
                    <a:pt x="1701271" y="2077333"/>
                  </a:lnTo>
                  <a:lnTo>
                    <a:pt x="1701608" y="2081267"/>
                  </a:lnTo>
                  <a:lnTo>
                    <a:pt x="1701944" y="2085125"/>
                  </a:lnTo>
                  <a:lnTo>
                    <a:pt x="1702281" y="2089242"/>
                  </a:lnTo>
                  <a:lnTo>
                    <a:pt x="1702617" y="2093130"/>
                  </a:lnTo>
                  <a:lnTo>
                    <a:pt x="1702954" y="2096811"/>
                  </a:lnTo>
                  <a:lnTo>
                    <a:pt x="1703290" y="2100233"/>
                  </a:lnTo>
                  <a:lnTo>
                    <a:pt x="1703627" y="2102748"/>
                  </a:lnTo>
                  <a:lnTo>
                    <a:pt x="1703963" y="2105408"/>
                  </a:lnTo>
                  <a:lnTo>
                    <a:pt x="1704300" y="2108209"/>
                  </a:lnTo>
                  <a:lnTo>
                    <a:pt x="1704636" y="2110767"/>
                  </a:lnTo>
                  <a:lnTo>
                    <a:pt x="1704972" y="2112971"/>
                  </a:lnTo>
                  <a:lnTo>
                    <a:pt x="1705309" y="2114836"/>
                  </a:lnTo>
                  <a:lnTo>
                    <a:pt x="1705645" y="2115654"/>
                  </a:lnTo>
                  <a:lnTo>
                    <a:pt x="1705982" y="2116506"/>
                  </a:lnTo>
                  <a:lnTo>
                    <a:pt x="1706318" y="2117340"/>
                  </a:lnTo>
                  <a:lnTo>
                    <a:pt x="1706655" y="2117846"/>
                  </a:lnTo>
                  <a:lnTo>
                    <a:pt x="1706991" y="2118610"/>
                  </a:lnTo>
                  <a:lnTo>
                    <a:pt x="1707328" y="2119550"/>
                  </a:lnTo>
                  <a:lnTo>
                    <a:pt x="1707664" y="2120325"/>
                  </a:lnTo>
                  <a:lnTo>
                    <a:pt x="1708001" y="2120609"/>
                  </a:lnTo>
                  <a:lnTo>
                    <a:pt x="1708337" y="2120788"/>
                  </a:lnTo>
                  <a:lnTo>
                    <a:pt x="1708674" y="2121193"/>
                  </a:lnTo>
                  <a:lnTo>
                    <a:pt x="1709010" y="2121138"/>
                  </a:lnTo>
                  <a:lnTo>
                    <a:pt x="1709346" y="2120774"/>
                  </a:lnTo>
                  <a:lnTo>
                    <a:pt x="1709683" y="2119893"/>
                  </a:lnTo>
                  <a:lnTo>
                    <a:pt x="1710019" y="2119659"/>
                  </a:lnTo>
                  <a:lnTo>
                    <a:pt x="1710356" y="2119314"/>
                  </a:lnTo>
                  <a:lnTo>
                    <a:pt x="1710692" y="2118993"/>
                  </a:lnTo>
                  <a:lnTo>
                    <a:pt x="1711029" y="2118380"/>
                  </a:lnTo>
                  <a:lnTo>
                    <a:pt x="1711365" y="2117959"/>
                  </a:lnTo>
                  <a:lnTo>
                    <a:pt x="1711702" y="2117797"/>
                  </a:lnTo>
                  <a:lnTo>
                    <a:pt x="1712038" y="2117184"/>
                  </a:lnTo>
                  <a:lnTo>
                    <a:pt x="1712375" y="2116085"/>
                  </a:lnTo>
                  <a:lnTo>
                    <a:pt x="1712711" y="2114885"/>
                  </a:lnTo>
                  <a:lnTo>
                    <a:pt x="1713048" y="2113853"/>
                  </a:lnTo>
                  <a:lnTo>
                    <a:pt x="1713384" y="2112482"/>
                  </a:lnTo>
                  <a:lnTo>
                    <a:pt x="1713720" y="2110414"/>
                  </a:lnTo>
                  <a:lnTo>
                    <a:pt x="1714057" y="2108289"/>
                  </a:lnTo>
                  <a:lnTo>
                    <a:pt x="1714393" y="2106656"/>
                  </a:lnTo>
                  <a:lnTo>
                    <a:pt x="1714730" y="2105143"/>
                  </a:lnTo>
                  <a:lnTo>
                    <a:pt x="1715066" y="2103719"/>
                  </a:lnTo>
                  <a:lnTo>
                    <a:pt x="1715403" y="2102660"/>
                  </a:lnTo>
                  <a:lnTo>
                    <a:pt x="1715739" y="2101532"/>
                  </a:lnTo>
                  <a:lnTo>
                    <a:pt x="1716076" y="2100258"/>
                  </a:lnTo>
                  <a:lnTo>
                    <a:pt x="1716412" y="2098980"/>
                  </a:lnTo>
                  <a:lnTo>
                    <a:pt x="1716749" y="2097750"/>
                  </a:lnTo>
                  <a:lnTo>
                    <a:pt x="1717085" y="2096751"/>
                  </a:lnTo>
                  <a:lnTo>
                    <a:pt x="1717422" y="2095642"/>
                  </a:lnTo>
                  <a:lnTo>
                    <a:pt x="1717758" y="2094684"/>
                  </a:lnTo>
                  <a:lnTo>
                    <a:pt x="1718094" y="2094084"/>
                  </a:lnTo>
                  <a:lnTo>
                    <a:pt x="1718431" y="2093610"/>
                  </a:lnTo>
                  <a:lnTo>
                    <a:pt x="1718767" y="2093435"/>
                  </a:lnTo>
                  <a:lnTo>
                    <a:pt x="1719104" y="2092849"/>
                  </a:lnTo>
                  <a:lnTo>
                    <a:pt x="1719440" y="2092460"/>
                  </a:lnTo>
                  <a:lnTo>
                    <a:pt x="1719777" y="2091970"/>
                  </a:lnTo>
                  <a:lnTo>
                    <a:pt x="1720113" y="2091281"/>
                  </a:lnTo>
                  <a:lnTo>
                    <a:pt x="1720450" y="2090210"/>
                  </a:lnTo>
                  <a:lnTo>
                    <a:pt x="1720786" y="2089444"/>
                  </a:lnTo>
                  <a:lnTo>
                    <a:pt x="1721123" y="2089085"/>
                  </a:lnTo>
                  <a:lnTo>
                    <a:pt x="1721459" y="2088626"/>
                  </a:lnTo>
                  <a:lnTo>
                    <a:pt x="1721795" y="2088304"/>
                  </a:lnTo>
                  <a:lnTo>
                    <a:pt x="1722132" y="2087952"/>
                  </a:lnTo>
                  <a:lnTo>
                    <a:pt x="1722468" y="2087363"/>
                  </a:lnTo>
                  <a:lnTo>
                    <a:pt x="1722805" y="2086636"/>
                  </a:lnTo>
                  <a:lnTo>
                    <a:pt x="1723141" y="2085579"/>
                  </a:lnTo>
                  <a:lnTo>
                    <a:pt x="1723478" y="2084332"/>
                  </a:lnTo>
                  <a:lnTo>
                    <a:pt x="1723814" y="2082801"/>
                  </a:lnTo>
                  <a:lnTo>
                    <a:pt x="1724151" y="2081087"/>
                  </a:lnTo>
                  <a:lnTo>
                    <a:pt x="1724487" y="2079082"/>
                  </a:lnTo>
                  <a:lnTo>
                    <a:pt x="1724824" y="2076977"/>
                  </a:lnTo>
                  <a:lnTo>
                    <a:pt x="1725160" y="2075423"/>
                  </a:lnTo>
                  <a:lnTo>
                    <a:pt x="1725497" y="2074000"/>
                  </a:lnTo>
                  <a:lnTo>
                    <a:pt x="1725833" y="2072393"/>
                  </a:lnTo>
                  <a:lnTo>
                    <a:pt x="1726169" y="2070670"/>
                  </a:lnTo>
                  <a:lnTo>
                    <a:pt x="1726506" y="2069025"/>
                  </a:lnTo>
                  <a:lnTo>
                    <a:pt x="1726842" y="2067379"/>
                  </a:lnTo>
                  <a:lnTo>
                    <a:pt x="1727179" y="2065936"/>
                  </a:lnTo>
                  <a:lnTo>
                    <a:pt x="1727515" y="2064928"/>
                  </a:lnTo>
                  <a:lnTo>
                    <a:pt x="1727852" y="2064095"/>
                  </a:lnTo>
                  <a:lnTo>
                    <a:pt x="1728188" y="2063660"/>
                  </a:lnTo>
                  <a:lnTo>
                    <a:pt x="1728525" y="2063764"/>
                  </a:lnTo>
                  <a:lnTo>
                    <a:pt x="1728861" y="2064150"/>
                  </a:lnTo>
                  <a:lnTo>
                    <a:pt x="1729198" y="2064753"/>
                  </a:lnTo>
                  <a:lnTo>
                    <a:pt x="1729534" y="2065589"/>
                  </a:lnTo>
                  <a:lnTo>
                    <a:pt x="1729871" y="2066477"/>
                  </a:lnTo>
                  <a:lnTo>
                    <a:pt x="1730207" y="2067658"/>
                  </a:lnTo>
                  <a:lnTo>
                    <a:pt x="1730543" y="2068964"/>
                  </a:lnTo>
                  <a:lnTo>
                    <a:pt x="1730880" y="2070470"/>
                  </a:lnTo>
                  <a:lnTo>
                    <a:pt x="1731216" y="2072057"/>
                  </a:lnTo>
                  <a:lnTo>
                    <a:pt x="1731553" y="2073806"/>
                  </a:lnTo>
                  <a:lnTo>
                    <a:pt x="1731889" y="2075771"/>
                  </a:lnTo>
                  <a:lnTo>
                    <a:pt x="1732226" y="2077646"/>
                  </a:lnTo>
                  <a:lnTo>
                    <a:pt x="1732562" y="2079165"/>
                  </a:lnTo>
                  <a:lnTo>
                    <a:pt x="1732899" y="2080208"/>
                  </a:lnTo>
                  <a:lnTo>
                    <a:pt x="1733235" y="2080193"/>
                  </a:lnTo>
                  <a:lnTo>
                    <a:pt x="1733572" y="2078966"/>
                  </a:lnTo>
                  <a:lnTo>
                    <a:pt x="1733908" y="2076744"/>
                  </a:lnTo>
                  <a:lnTo>
                    <a:pt x="1734245" y="2073733"/>
                  </a:lnTo>
                  <a:lnTo>
                    <a:pt x="1734581" y="2070519"/>
                  </a:lnTo>
                  <a:lnTo>
                    <a:pt x="1734917" y="2067041"/>
                  </a:lnTo>
                  <a:lnTo>
                    <a:pt x="1735254" y="2063229"/>
                  </a:lnTo>
                  <a:lnTo>
                    <a:pt x="1735590" y="2059388"/>
                  </a:lnTo>
                  <a:lnTo>
                    <a:pt x="1735927" y="2055141"/>
                  </a:lnTo>
                  <a:lnTo>
                    <a:pt x="1736263" y="2050896"/>
                  </a:lnTo>
                  <a:lnTo>
                    <a:pt x="1736600" y="2046407"/>
                  </a:lnTo>
                  <a:lnTo>
                    <a:pt x="1736936" y="2041570"/>
                  </a:lnTo>
                  <a:lnTo>
                    <a:pt x="1737273" y="2036496"/>
                  </a:lnTo>
                  <a:lnTo>
                    <a:pt x="1737609" y="2031704"/>
                  </a:lnTo>
                  <a:lnTo>
                    <a:pt x="1737946" y="2027206"/>
                  </a:lnTo>
                  <a:lnTo>
                    <a:pt x="1738282" y="2023705"/>
                  </a:lnTo>
                  <a:lnTo>
                    <a:pt x="1738619" y="2021261"/>
                  </a:lnTo>
                  <a:lnTo>
                    <a:pt x="1738955" y="2019751"/>
                  </a:lnTo>
                  <a:lnTo>
                    <a:pt x="1739291" y="2019175"/>
                  </a:lnTo>
                  <a:lnTo>
                    <a:pt x="1739628" y="2018361"/>
                  </a:lnTo>
                  <a:lnTo>
                    <a:pt x="1739964" y="2017420"/>
                  </a:lnTo>
                  <a:lnTo>
                    <a:pt x="1740301" y="2016084"/>
                  </a:lnTo>
                  <a:lnTo>
                    <a:pt x="1740637" y="2014739"/>
                  </a:lnTo>
                  <a:lnTo>
                    <a:pt x="1740974" y="2013834"/>
                  </a:lnTo>
                  <a:lnTo>
                    <a:pt x="1741310" y="2012706"/>
                  </a:lnTo>
                  <a:lnTo>
                    <a:pt x="1741647" y="2011153"/>
                  </a:lnTo>
                  <a:lnTo>
                    <a:pt x="1741983" y="2009558"/>
                  </a:lnTo>
                  <a:lnTo>
                    <a:pt x="1742320" y="2008027"/>
                  </a:lnTo>
                  <a:lnTo>
                    <a:pt x="1742656" y="2006060"/>
                  </a:lnTo>
                  <a:lnTo>
                    <a:pt x="1742993" y="2004223"/>
                  </a:lnTo>
                  <a:lnTo>
                    <a:pt x="1743329" y="2002210"/>
                  </a:lnTo>
                  <a:lnTo>
                    <a:pt x="1743665" y="2000014"/>
                  </a:lnTo>
                  <a:lnTo>
                    <a:pt x="1744002" y="1997488"/>
                  </a:lnTo>
                  <a:lnTo>
                    <a:pt x="1744338" y="1994396"/>
                  </a:lnTo>
                  <a:lnTo>
                    <a:pt x="1744675" y="1992731"/>
                  </a:lnTo>
                  <a:lnTo>
                    <a:pt x="1745011" y="1991622"/>
                  </a:lnTo>
                  <a:lnTo>
                    <a:pt x="1745348" y="1991936"/>
                  </a:lnTo>
                  <a:lnTo>
                    <a:pt x="1745684" y="1992936"/>
                  </a:lnTo>
                  <a:lnTo>
                    <a:pt x="1746021" y="1994475"/>
                  </a:lnTo>
                  <a:lnTo>
                    <a:pt x="1746357" y="1996323"/>
                  </a:lnTo>
                  <a:lnTo>
                    <a:pt x="1746694" y="1998592"/>
                  </a:lnTo>
                  <a:lnTo>
                    <a:pt x="1747030" y="2000815"/>
                  </a:lnTo>
                  <a:lnTo>
                    <a:pt x="1747367" y="2003296"/>
                  </a:lnTo>
                  <a:lnTo>
                    <a:pt x="1747703" y="2005996"/>
                  </a:lnTo>
                  <a:lnTo>
                    <a:pt x="1748039" y="2008131"/>
                  </a:lnTo>
                  <a:lnTo>
                    <a:pt x="1748376" y="2009952"/>
                  </a:lnTo>
                  <a:lnTo>
                    <a:pt x="1748712" y="2011629"/>
                  </a:lnTo>
                  <a:lnTo>
                    <a:pt x="1749049" y="2013531"/>
                  </a:lnTo>
                  <a:lnTo>
                    <a:pt x="1749385" y="2015818"/>
                  </a:lnTo>
                  <a:lnTo>
                    <a:pt x="1749722" y="2017578"/>
                  </a:lnTo>
                  <a:lnTo>
                    <a:pt x="1750058" y="2018791"/>
                  </a:lnTo>
                  <a:lnTo>
                    <a:pt x="1750395" y="2018806"/>
                  </a:lnTo>
                  <a:lnTo>
                    <a:pt x="1750731" y="2018239"/>
                  </a:lnTo>
                  <a:lnTo>
                    <a:pt x="1751068" y="2016844"/>
                  </a:lnTo>
                  <a:lnTo>
                    <a:pt x="1751404" y="2015166"/>
                  </a:lnTo>
                  <a:lnTo>
                    <a:pt x="1751741" y="2013446"/>
                  </a:lnTo>
                  <a:lnTo>
                    <a:pt x="1752077" y="2012162"/>
                  </a:lnTo>
                  <a:lnTo>
                    <a:pt x="1752413" y="2010965"/>
                  </a:lnTo>
                  <a:lnTo>
                    <a:pt x="1752750" y="2009963"/>
                  </a:lnTo>
                  <a:lnTo>
                    <a:pt x="1753086" y="2009353"/>
                  </a:lnTo>
                  <a:lnTo>
                    <a:pt x="1753423" y="2008856"/>
                  </a:lnTo>
                  <a:lnTo>
                    <a:pt x="1753759" y="2008433"/>
                  </a:lnTo>
                  <a:lnTo>
                    <a:pt x="1754096" y="2007885"/>
                  </a:lnTo>
                  <a:lnTo>
                    <a:pt x="1754432" y="2007225"/>
                  </a:lnTo>
                  <a:lnTo>
                    <a:pt x="1754769" y="2006273"/>
                  </a:lnTo>
                  <a:lnTo>
                    <a:pt x="1755105" y="2004287"/>
                  </a:lnTo>
                  <a:lnTo>
                    <a:pt x="1755442" y="2001941"/>
                  </a:lnTo>
                  <a:lnTo>
                    <a:pt x="1755778" y="1998631"/>
                  </a:lnTo>
                  <a:lnTo>
                    <a:pt x="1756114" y="1994635"/>
                  </a:lnTo>
                  <a:lnTo>
                    <a:pt x="1756451" y="1989805"/>
                  </a:lnTo>
                  <a:lnTo>
                    <a:pt x="1756787" y="1984363"/>
                  </a:lnTo>
                  <a:lnTo>
                    <a:pt x="1757124" y="1977728"/>
                  </a:lnTo>
                  <a:lnTo>
                    <a:pt x="1757460" y="1970220"/>
                  </a:lnTo>
                  <a:lnTo>
                    <a:pt x="1757797" y="1962252"/>
                  </a:lnTo>
                  <a:lnTo>
                    <a:pt x="1758133" y="1954293"/>
                  </a:lnTo>
                  <a:lnTo>
                    <a:pt x="1758470" y="1946532"/>
                  </a:lnTo>
                  <a:lnTo>
                    <a:pt x="1758806" y="1938580"/>
                  </a:lnTo>
                  <a:lnTo>
                    <a:pt x="1759143" y="1930368"/>
                  </a:lnTo>
                  <a:lnTo>
                    <a:pt x="1759479" y="1922294"/>
                  </a:lnTo>
                  <a:lnTo>
                    <a:pt x="1759816" y="1914816"/>
                  </a:lnTo>
                  <a:lnTo>
                    <a:pt x="1760152" y="1908326"/>
                  </a:lnTo>
                  <a:lnTo>
                    <a:pt x="1760488" y="1902425"/>
                  </a:lnTo>
                  <a:lnTo>
                    <a:pt x="1760825" y="1897167"/>
                  </a:lnTo>
                  <a:lnTo>
                    <a:pt x="1761161" y="1892851"/>
                  </a:lnTo>
                  <a:lnTo>
                    <a:pt x="1761498" y="1888771"/>
                  </a:lnTo>
                  <a:lnTo>
                    <a:pt x="1761834" y="1885572"/>
                  </a:lnTo>
                  <a:lnTo>
                    <a:pt x="1762171" y="1882955"/>
                  </a:lnTo>
                  <a:lnTo>
                    <a:pt x="1762507" y="1881103"/>
                  </a:lnTo>
                  <a:lnTo>
                    <a:pt x="1762844" y="1879350"/>
                  </a:lnTo>
                  <a:lnTo>
                    <a:pt x="1763180" y="1877383"/>
                  </a:lnTo>
                  <a:lnTo>
                    <a:pt x="1763517" y="1875477"/>
                  </a:lnTo>
                  <a:lnTo>
                    <a:pt x="1763853" y="1873908"/>
                  </a:lnTo>
                  <a:lnTo>
                    <a:pt x="1764190" y="1872990"/>
                  </a:lnTo>
                  <a:lnTo>
                    <a:pt x="1764526" y="1872401"/>
                  </a:lnTo>
                  <a:lnTo>
                    <a:pt x="1764862" y="1871850"/>
                  </a:lnTo>
                  <a:lnTo>
                    <a:pt x="1765199" y="1871383"/>
                  </a:lnTo>
                  <a:lnTo>
                    <a:pt x="1765535" y="1870916"/>
                  </a:lnTo>
                  <a:lnTo>
                    <a:pt x="1765872" y="1870334"/>
                  </a:lnTo>
                  <a:lnTo>
                    <a:pt x="1766208" y="1869730"/>
                  </a:lnTo>
                  <a:lnTo>
                    <a:pt x="1766545" y="1869025"/>
                  </a:lnTo>
                  <a:lnTo>
                    <a:pt x="1766881" y="1868056"/>
                  </a:lnTo>
                  <a:lnTo>
                    <a:pt x="1767218" y="1867642"/>
                  </a:lnTo>
                  <a:lnTo>
                    <a:pt x="1767554" y="1867071"/>
                  </a:lnTo>
                  <a:lnTo>
                    <a:pt x="1767891" y="1866825"/>
                  </a:lnTo>
                  <a:lnTo>
                    <a:pt x="1768227" y="1866497"/>
                  </a:lnTo>
                  <a:lnTo>
                    <a:pt x="1768564" y="1866161"/>
                  </a:lnTo>
                  <a:lnTo>
                    <a:pt x="1768900" y="1865556"/>
                  </a:lnTo>
                  <a:lnTo>
                    <a:pt x="1769236" y="1864484"/>
                  </a:lnTo>
                  <a:lnTo>
                    <a:pt x="1769573" y="1862678"/>
                  </a:lnTo>
                  <a:lnTo>
                    <a:pt x="1769909" y="1861254"/>
                  </a:lnTo>
                  <a:lnTo>
                    <a:pt x="1770246" y="1860259"/>
                  </a:lnTo>
                  <a:lnTo>
                    <a:pt x="1770582" y="1859357"/>
                  </a:lnTo>
                  <a:lnTo>
                    <a:pt x="1770919" y="1859006"/>
                  </a:lnTo>
                  <a:lnTo>
                    <a:pt x="1771255" y="1858947"/>
                  </a:lnTo>
                  <a:lnTo>
                    <a:pt x="1771592" y="1858589"/>
                  </a:lnTo>
                  <a:lnTo>
                    <a:pt x="1771928" y="1858404"/>
                  </a:lnTo>
                  <a:lnTo>
                    <a:pt x="1772265" y="1858534"/>
                  </a:lnTo>
                  <a:lnTo>
                    <a:pt x="1772601" y="1858735"/>
                  </a:lnTo>
                  <a:lnTo>
                    <a:pt x="1772938" y="1859561"/>
                  </a:lnTo>
                  <a:lnTo>
                    <a:pt x="1773274" y="1860431"/>
                  </a:lnTo>
                  <a:lnTo>
                    <a:pt x="1773610" y="1861435"/>
                  </a:lnTo>
                  <a:lnTo>
                    <a:pt x="1773947" y="1862857"/>
                  </a:lnTo>
                  <a:lnTo>
                    <a:pt x="1774283" y="1864552"/>
                  </a:lnTo>
                  <a:lnTo>
                    <a:pt x="1774620" y="1866919"/>
                  </a:lnTo>
                  <a:lnTo>
                    <a:pt x="1774956" y="1870002"/>
                  </a:lnTo>
                  <a:lnTo>
                    <a:pt x="1775293" y="1873301"/>
                  </a:lnTo>
                  <a:lnTo>
                    <a:pt x="1775629" y="1876611"/>
                  </a:lnTo>
                  <a:lnTo>
                    <a:pt x="1775966" y="1878334"/>
                  </a:lnTo>
                  <a:lnTo>
                    <a:pt x="1776302" y="1879720"/>
                  </a:lnTo>
                  <a:lnTo>
                    <a:pt x="1776639" y="1880701"/>
                  </a:lnTo>
                  <a:lnTo>
                    <a:pt x="1776975" y="1882241"/>
                  </a:lnTo>
                  <a:lnTo>
                    <a:pt x="1777312" y="1883493"/>
                  </a:lnTo>
                  <a:lnTo>
                    <a:pt x="1777648" y="1884649"/>
                  </a:lnTo>
                  <a:lnTo>
                    <a:pt x="1777984" y="1885368"/>
                  </a:lnTo>
                  <a:lnTo>
                    <a:pt x="1778321" y="1886081"/>
                  </a:lnTo>
                  <a:lnTo>
                    <a:pt x="1778657" y="1885737"/>
                  </a:lnTo>
                  <a:lnTo>
                    <a:pt x="1778994" y="1884436"/>
                  </a:lnTo>
                  <a:lnTo>
                    <a:pt x="1779330" y="1883358"/>
                  </a:lnTo>
                  <a:lnTo>
                    <a:pt x="1779667" y="1882350"/>
                  </a:lnTo>
                  <a:lnTo>
                    <a:pt x="1780003" y="1880681"/>
                  </a:lnTo>
                  <a:lnTo>
                    <a:pt x="1780340" y="1878599"/>
                  </a:lnTo>
                  <a:lnTo>
                    <a:pt x="1780676" y="1876816"/>
                  </a:lnTo>
                  <a:lnTo>
                    <a:pt x="1781013" y="1875368"/>
                  </a:lnTo>
                  <a:lnTo>
                    <a:pt x="1781349" y="1873318"/>
                  </a:lnTo>
                  <a:lnTo>
                    <a:pt x="1781686" y="1870932"/>
                  </a:lnTo>
                  <a:lnTo>
                    <a:pt x="1782022" y="1868534"/>
                  </a:lnTo>
                  <a:lnTo>
                    <a:pt x="1782358" y="1866177"/>
                  </a:lnTo>
                  <a:lnTo>
                    <a:pt x="1782695" y="1863726"/>
                  </a:lnTo>
                  <a:lnTo>
                    <a:pt x="1783031" y="1861420"/>
                  </a:lnTo>
                  <a:lnTo>
                    <a:pt x="1783368" y="1859717"/>
                  </a:lnTo>
                  <a:lnTo>
                    <a:pt x="1783704" y="1858166"/>
                  </a:lnTo>
                  <a:lnTo>
                    <a:pt x="1784041" y="1856445"/>
                  </a:lnTo>
                  <a:lnTo>
                    <a:pt x="1784377" y="1854267"/>
                  </a:lnTo>
                  <a:lnTo>
                    <a:pt x="1784714" y="1852708"/>
                  </a:lnTo>
                  <a:lnTo>
                    <a:pt x="1785050" y="1851438"/>
                  </a:lnTo>
                  <a:lnTo>
                    <a:pt x="1785387" y="1850038"/>
                  </a:lnTo>
                  <a:lnTo>
                    <a:pt x="1785723" y="1848485"/>
                  </a:lnTo>
                  <a:lnTo>
                    <a:pt x="1786060" y="1846506"/>
                  </a:lnTo>
                  <a:lnTo>
                    <a:pt x="1786396" y="1845521"/>
                  </a:lnTo>
                  <a:lnTo>
                    <a:pt x="1786732" y="1844487"/>
                  </a:lnTo>
                  <a:lnTo>
                    <a:pt x="1787069" y="1843699"/>
                  </a:lnTo>
                  <a:lnTo>
                    <a:pt x="1787405" y="1843288"/>
                  </a:lnTo>
                  <a:lnTo>
                    <a:pt x="1787742" y="1842906"/>
                  </a:lnTo>
                  <a:lnTo>
                    <a:pt x="1788078" y="1842774"/>
                  </a:lnTo>
                  <a:lnTo>
                    <a:pt x="1788415" y="1842465"/>
                  </a:lnTo>
                  <a:lnTo>
                    <a:pt x="1788751" y="1842109"/>
                  </a:lnTo>
                  <a:lnTo>
                    <a:pt x="1789088" y="1841928"/>
                  </a:lnTo>
                  <a:lnTo>
                    <a:pt x="1789424" y="1842016"/>
                  </a:lnTo>
                  <a:lnTo>
                    <a:pt x="1789761" y="1842107"/>
                  </a:lnTo>
                  <a:lnTo>
                    <a:pt x="1790097" y="1842316"/>
                  </a:lnTo>
                  <a:lnTo>
                    <a:pt x="1790433" y="1842813"/>
                  </a:lnTo>
                  <a:lnTo>
                    <a:pt x="1790770" y="1843416"/>
                  </a:lnTo>
                  <a:lnTo>
                    <a:pt x="1791106" y="1844454"/>
                  </a:lnTo>
                  <a:lnTo>
                    <a:pt x="1791443" y="1845832"/>
                  </a:lnTo>
                  <a:lnTo>
                    <a:pt x="1791779" y="1847427"/>
                  </a:lnTo>
                  <a:lnTo>
                    <a:pt x="1792116" y="1849081"/>
                  </a:lnTo>
                  <a:lnTo>
                    <a:pt x="1792452" y="1850312"/>
                  </a:lnTo>
                  <a:lnTo>
                    <a:pt x="1792789" y="1851712"/>
                  </a:lnTo>
                  <a:lnTo>
                    <a:pt x="1793125" y="1853424"/>
                  </a:lnTo>
                  <a:lnTo>
                    <a:pt x="1793462" y="1855169"/>
                  </a:lnTo>
                  <a:lnTo>
                    <a:pt x="1793798" y="1856814"/>
                  </a:lnTo>
                  <a:lnTo>
                    <a:pt x="1794135" y="1858511"/>
                  </a:lnTo>
                  <a:lnTo>
                    <a:pt x="1794471" y="1860003"/>
                  </a:lnTo>
                  <a:lnTo>
                    <a:pt x="1794807" y="1860830"/>
                  </a:lnTo>
                  <a:lnTo>
                    <a:pt x="1795144" y="1861343"/>
                  </a:lnTo>
                  <a:lnTo>
                    <a:pt x="1795480" y="1861679"/>
                  </a:lnTo>
                  <a:lnTo>
                    <a:pt x="1795817" y="1861810"/>
                  </a:lnTo>
                  <a:lnTo>
                    <a:pt x="1796153" y="1861090"/>
                  </a:lnTo>
                  <a:lnTo>
                    <a:pt x="1796490" y="1859812"/>
                  </a:lnTo>
                  <a:lnTo>
                    <a:pt x="1796826" y="1857883"/>
                  </a:lnTo>
                  <a:lnTo>
                    <a:pt x="1797163" y="1855649"/>
                  </a:lnTo>
                  <a:lnTo>
                    <a:pt x="1797499" y="1853077"/>
                  </a:lnTo>
                  <a:lnTo>
                    <a:pt x="1797836" y="1850192"/>
                  </a:lnTo>
                  <a:lnTo>
                    <a:pt x="1798172" y="1846778"/>
                  </a:lnTo>
                  <a:lnTo>
                    <a:pt x="1798509" y="1843250"/>
                  </a:lnTo>
                  <a:lnTo>
                    <a:pt x="1798845" y="1839500"/>
                  </a:lnTo>
                  <a:lnTo>
                    <a:pt x="1799181" y="1835443"/>
                  </a:lnTo>
                  <a:lnTo>
                    <a:pt x="1799518" y="1831111"/>
                  </a:lnTo>
                  <a:lnTo>
                    <a:pt x="1799854" y="1827361"/>
                  </a:lnTo>
                  <a:lnTo>
                    <a:pt x="1800191" y="1824262"/>
                  </a:lnTo>
                  <a:lnTo>
                    <a:pt x="1800527" y="1822050"/>
                  </a:lnTo>
                  <a:lnTo>
                    <a:pt x="1800864" y="1820971"/>
                  </a:lnTo>
                  <a:lnTo>
                    <a:pt x="1801200" y="1821453"/>
                  </a:lnTo>
                  <a:lnTo>
                    <a:pt x="1801537" y="1823068"/>
                  </a:lnTo>
                  <a:lnTo>
                    <a:pt x="1801873" y="1825303"/>
                  </a:lnTo>
                  <a:lnTo>
                    <a:pt x="1802210" y="1827943"/>
                  </a:lnTo>
                  <a:lnTo>
                    <a:pt x="1802546" y="1830851"/>
                  </a:lnTo>
                  <a:lnTo>
                    <a:pt x="1802883" y="1833798"/>
                  </a:lnTo>
                  <a:lnTo>
                    <a:pt x="1803219" y="1837341"/>
                  </a:lnTo>
                  <a:lnTo>
                    <a:pt x="1803555" y="1841318"/>
                  </a:lnTo>
                  <a:lnTo>
                    <a:pt x="1803892" y="1845562"/>
                  </a:lnTo>
                  <a:lnTo>
                    <a:pt x="1804228" y="1850480"/>
                  </a:lnTo>
                  <a:lnTo>
                    <a:pt x="1804565" y="1855798"/>
                  </a:lnTo>
                  <a:lnTo>
                    <a:pt x="1804901" y="1860874"/>
                  </a:lnTo>
                  <a:lnTo>
                    <a:pt x="1805238" y="1865084"/>
                  </a:lnTo>
                  <a:lnTo>
                    <a:pt x="1805574" y="1868028"/>
                  </a:lnTo>
                  <a:lnTo>
                    <a:pt x="1805911" y="1869606"/>
                  </a:lnTo>
                  <a:lnTo>
                    <a:pt x="1806247" y="1870104"/>
                  </a:lnTo>
                  <a:lnTo>
                    <a:pt x="1806584" y="1869606"/>
                  </a:lnTo>
                  <a:lnTo>
                    <a:pt x="1806920" y="1869105"/>
                  </a:lnTo>
                  <a:lnTo>
                    <a:pt x="1807257" y="1868392"/>
                  </a:lnTo>
                  <a:lnTo>
                    <a:pt x="1807593" y="1867639"/>
                  </a:lnTo>
                  <a:lnTo>
                    <a:pt x="1807929" y="1866441"/>
                  </a:lnTo>
                  <a:lnTo>
                    <a:pt x="1808266" y="1864557"/>
                  </a:lnTo>
                  <a:lnTo>
                    <a:pt x="1808602" y="1862113"/>
                  </a:lnTo>
                  <a:lnTo>
                    <a:pt x="1808939" y="1859293"/>
                  </a:lnTo>
                  <a:lnTo>
                    <a:pt x="1809275" y="1856315"/>
                  </a:lnTo>
                  <a:lnTo>
                    <a:pt x="1809612" y="1853501"/>
                  </a:lnTo>
                  <a:lnTo>
                    <a:pt x="1809948" y="1851359"/>
                  </a:lnTo>
                  <a:lnTo>
                    <a:pt x="1810285" y="1849755"/>
                  </a:lnTo>
                  <a:lnTo>
                    <a:pt x="1810621" y="1848159"/>
                  </a:lnTo>
                  <a:lnTo>
                    <a:pt x="1810958" y="1845869"/>
                  </a:lnTo>
                  <a:lnTo>
                    <a:pt x="1811294" y="1843645"/>
                  </a:lnTo>
                  <a:lnTo>
                    <a:pt x="1811631" y="1841421"/>
                  </a:lnTo>
                  <a:lnTo>
                    <a:pt x="1811967" y="1838964"/>
                  </a:lnTo>
                  <a:lnTo>
                    <a:pt x="1812303" y="1836885"/>
                  </a:lnTo>
                  <a:lnTo>
                    <a:pt x="1812640" y="1834491"/>
                  </a:lnTo>
                  <a:lnTo>
                    <a:pt x="1812976" y="1832388"/>
                  </a:lnTo>
                  <a:lnTo>
                    <a:pt x="1813313" y="1830542"/>
                  </a:lnTo>
                  <a:lnTo>
                    <a:pt x="1813649" y="1829144"/>
                  </a:lnTo>
                  <a:lnTo>
                    <a:pt x="1813986" y="1827721"/>
                  </a:lnTo>
                  <a:lnTo>
                    <a:pt x="1814322" y="1826112"/>
                  </a:lnTo>
                  <a:lnTo>
                    <a:pt x="1814659" y="1824060"/>
                  </a:lnTo>
                  <a:lnTo>
                    <a:pt x="1814995" y="1821847"/>
                  </a:lnTo>
                  <a:lnTo>
                    <a:pt x="1815332" y="1819906"/>
                  </a:lnTo>
                  <a:lnTo>
                    <a:pt x="1815668" y="1818146"/>
                  </a:lnTo>
                  <a:lnTo>
                    <a:pt x="1816005" y="1816955"/>
                  </a:lnTo>
                  <a:lnTo>
                    <a:pt x="1816341" y="1815549"/>
                  </a:lnTo>
                  <a:lnTo>
                    <a:pt x="1816677" y="1813635"/>
                  </a:lnTo>
                  <a:lnTo>
                    <a:pt x="1817014" y="1811147"/>
                  </a:lnTo>
                  <a:lnTo>
                    <a:pt x="1817350" y="1808329"/>
                  </a:lnTo>
                  <a:lnTo>
                    <a:pt x="1817687" y="1805896"/>
                  </a:lnTo>
                  <a:lnTo>
                    <a:pt x="1818023" y="1803296"/>
                  </a:lnTo>
                  <a:lnTo>
                    <a:pt x="1818360" y="1800171"/>
                  </a:lnTo>
                  <a:lnTo>
                    <a:pt x="1818696" y="1796872"/>
                  </a:lnTo>
                  <a:lnTo>
                    <a:pt x="1819033" y="1793412"/>
                  </a:lnTo>
                  <a:lnTo>
                    <a:pt x="1819369" y="1789740"/>
                  </a:lnTo>
                  <a:lnTo>
                    <a:pt x="1819706" y="1786605"/>
                  </a:lnTo>
                  <a:lnTo>
                    <a:pt x="1820042" y="1782913"/>
                  </a:lnTo>
                  <a:lnTo>
                    <a:pt x="1820378" y="1778730"/>
                  </a:lnTo>
                  <a:lnTo>
                    <a:pt x="1820715" y="1774478"/>
                  </a:lnTo>
                  <a:lnTo>
                    <a:pt x="1821051" y="1770205"/>
                  </a:lnTo>
                  <a:lnTo>
                    <a:pt x="1821388" y="1766167"/>
                  </a:lnTo>
                  <a:lnTo>
                    <a:pt x="1821724" y="1762381"/>
                  </a:lnTo>
                  <a:lnTo>
                    <a:pt x="1822061" y="1759032"/>
                  </a:lnTo>
                  <a:lnTo>
                    <a:pt x="1822397" y="1756655"/>
                  </a:lnTo>
                  <a:lnTo>
                    <a:pt x="1822734" y="1754934"/>
                  </a:lnTo>
                  <a:lnTo>
                    <a:pt x="1823070" y="1754780"/>
                  </a:lnTo>
                  <a:lnTo>
                    <a:pt x="1823407" y="1756370"/>
                  </a:lnTo>
                  <a:lnTo>
                    <a:pt x="1823743" y="1759253"/>
                  </a:lnTo>
                  <a:lnTo>
                    <a:pt x="1824080" y="1763206"/>
                  </a:lnTo>
                  <a:lnTo>
                    <a:pt x="1824416" y="1768150"/>
                  </a:lnTo>
                  <a:lnTo>
                    <a:pt x="1824752" y="1773659"/>
                  </a:lnTo>
                  <a:lnTo>
                    <a:pt x="1825089" y="1779658"/>
                  </a:lnTo>
                  <a:lnTo>
                    <a:pt x="1825425" y="1785965"/>
                  </a:lnTo>
                  <a:lnTo>
                    <a:pt x="1825762" y="1792460"/>
                  </a:lnTo>
                  <a:lnTo>
                    <a:pt x="1826098" y="1799343"/>
                  </a:lnTo>
                  <a:lnTo>
                    <a:pt x="1826435" y="1806525"/>
                  </a:lnTo>
                  <a:lnTo>
                    <a:pt x="1826771" y="1813816"/>
                  </a:lnTo>
                  <a:lnTo>
                    <a:pt x="1827108" y="1820741"/>
                  </a:lnTo>
                  <a:lnTo>
                    <a:pt x="1827444" y="1826293"/>
                  </a:lnTo>
                  <a:lnTo>
                    <a:pt x="1827781" y="1831091"/>
                  </a:lnTo>
                  <a:lnTo>
                    <a:pt x="1828117" y="1834870"/>
                  </a:lnTo>
                  <a:lnTo>
                    <a:pt x="1828454" y="1837273"/>
                  </a:lnTo>
                  <a:lnTo>
                    <a:pt x="1828790" y="1838899"/>
                  </a:lnTo>
                  <a:lnTo>
                    <a:pt x="1829126" y="1839235"/>
                  </a:lnTo>
                  <a:lnTo>
                    <a:pt x="1829463" y="1839167"/>
                  </a:lnTo>
                  <a:lnTo>
                    <a:pt x="1829799" y="1838248"/>
                  </a:lnTo>
                  <a:lnTo>
                    <a:pt x="1830136" y="1837022"/>
                  </a:lnTo>
                  <a:lnTo>
                    <a:pt x="1830472" y="1835718"/>
                  </a:lnTo>
                  <a:lnTo>
                    <a:pt x="1830809" y="1833529"/>
                  </a:lnTo>
                  <a:lnTo>
                    <a:pt x="1831145" y="1830697"/>
                  </a:lnTo>
                  <a:lnTo>
                    <a:pt x="1831482" y="1827322"/>
                  </a:lnTo>
                  <a:lnTo>
                    <a:pt x="1831818" y="1823671"/>
                  </a:lnTo>
                  <a:lnTo>
                    <a:pt x="1832155" y="1820074"/>
                  </a:lnTo>
                  <a:lnTo>
                    <a:pt x="1832491" y="1816882"/>
                  </a:lnTo>
                  <a:lnTo>
                    <a:pt x="1832828" y="1813232"/>
                  </a:lnTo>
                  <a:lnTo>
                    <a:pt x="1833164" y="1809673"/>
                  </a:lnTo>
                  <a:lnTo>
                    <a:pt x="1833500" y="1805969"/>
                  </a:lnTo>
                  <a:lnTo>
                    <a:pt x="1833837" y="1802540"/>
                  </a:lnTo>
                  <a:lnTo>
                    <a:pt x="1834173" y="1799494"/>
                  </a:lnTo>
                  <a:lnTo>
                    <a:pt x="1834510" y="1796241"/>
                  </a:lnTo>
                  <a:lnTo>
                    <a:pt x="1834846" y="1793187"/>
                  </a:lnTo>
                  <a:lnTo>
                    <a:pt x="1835183" y="1789544"/>
                  </a:lnTo>
                  <a:lnTo>
                    <a:pt x="1835519" y="1786039"/>
                  </a:lnTo>
                  <a:lnTo>
                    <a:pt x="1835856" y="1782327"/>
                  </a:lnTo>
                  <a:lnTo>
                    <a:pt x="1836192" y="1778010"/>
                  </a:lnTo>
                  <a:lnTo>
                    <a:pt x="1836529" y="1773610"/>
                  </a:lnTo>
                  <a:lnTo>
                    <a:pt x="1836865" y="1769538"/>
                  </a:lnTo>
                  <a:lnTo>
                    <a:pt x="1837202" y="1765085"/>
                  </a:lnTo>
                  <a:lnTo>
                    <a:pt x="1837538" y="1759834"/>
                  </a:lnTo>
                  <a:lnTo>
                    <a:pt x="1837874" y="1755094"/>
                  </a:lnTo>
                  <a:lnTo>
                    <a:pt x="1838211" y="1750100"/>
                  </a:lnTo>
                  <a:lnTo>
                    <a:pt x="1838547" y="1745456"/>
                  </a:lnTo>
                  <a:lnTo>
                    <a:pt x="1838884" y="1740370"/>
                  </a:lnTo>
                  <a:lnTo>
                    <a:pt x="1839220" y="1734510"/>
                  </a:lnTo>
                  <a:lnTo>
                    <a:pt x="1839557" y="1727825"/>
                  </a:lnTo>
                  <a:lnTo>
                    <a:pt x="1839893" y="1720836"/>
                  </a:lnTo>
                  <a:lnTo>
                    <a:pt x="1840230" y="1713756"/>
                  </a:lnTo>
                  <a:lnTo>
                    <a:pt x="1840566" y="1706214"/>
                  </a:lnTo>
                  <a:lnTo>
                    <a:pt x="1840903" y="1698054"/>
                  </a:lnTo>
                  <a:lnTo>
                    <a:pt x="1841239" y="1690576"/>
                  </a:lnTo>
                  <a:lnTo>
                    <a:pt x="1841576" y="1683469"/>
                  </a:lnTo>
                  <a:lnTo>
                    <a:pt x="1841912" y="1675875"/>
                  </a:lnTo>
                  <a:lnTo>
                    <a:pt x="1842248" y="1667755"/>
                  </a:lnTo>
                  <a:lnTo>
                    <a:pt x="1842585" y="1659935"/>
                  </a:lnTo>
                  <a:lnTo>
                    <a:pt x="1842921" y="1651310"/>
                  </a:lnTo>
                  <a:lnTo>
                    <a:pt x="1843258" y="1643870"/>
                  </a:lnTo>
                  <a:lnTo>
                    <a:pt x="1843594" y="1636574"/>
                  </a:lnTo>
                  <a:lnTo>
                    <a:pt x="1843931" y="1630390"/>
                  </a:lnTo>
                  <a:lnTo>
                    <a:pt x="1844267" y="1624635"/>
                  </a:lnTo>
                  <a:lnTo>
                    <a:pt x="1844604" y="1620597"/>
                  </a:lnTo>
                  <a:lnTo>
                    <a:pt x="1844940" y="1616436"/>
                  </a:lnTo>
                  <a:lnTo>
                    <a:pt x="1845277" y="1612514"/>
                  </a:lnTo>
                  <a:lnTo>
                    <a:pt x="1845613" y="1608694"/>
                  </a:lnTo>
                  <a:lnTo>
                    <a:pt x="1845950" y="1606712"/>
                  </a:lnTo>
                  <a:lnTo>
                    <a:pt x="1846286" y="1604793"/>
                  </a:lnTo>
                  <a:lnTo>
                    <a:pt x="1846622" y="1602448"/>
                  </a:lnTo>
                  <a:lnTo>
                    <a:pt x="1846959" y="1599612"/>
                  </a:lnTo>
                  <a:lnTo>
                    <a:pt x="1847295" y="1597347"/>
                  </a:lnTo>
                  <a:lnTo>
                    <a:pt x="1847632" y="1595391"/>
                  </a:lnTo>
                  <a:lnTo>
                    <a:pt x="1847968" y="1593292"/>
                  </a:lnTo>
                  <a:lnTo>
                    <a:pt x="1848305" y="1590661"/>
                  </a:lnTo>
                  <a:lnTo>
                    <a:pt x="1848641" y="1588442"/>
                  </a:lnTo>
                  <a:lnTo>
                    <a:pt x="1848978" y="1586140"/>
                  </a:lnTo>
                  <a:lnTo>
                    <a:pt x="1849314" y="1583217"/>
                  </a:lnTo>
                  <a:lnTo>
                    <a:pt x="1849651" y="1580200"/>
                  </a:lnTo>
                  <a:lnTo>
                    <a:pt x="1849987" y="1576803"/>
                  </a:lnTo>
                  <a:lnTo>
                    <a:pt x="1850324" y="1572765"/>
                  </a:lnTo>
                  <a:lnTo>
                    <a:pt x="1850660" y="1568583"/>
                  </a:lnTo>
                  <a:lnTo>
                    <a:pt x="1850996" y="1564193"/>
                  </a:lnTo>
                  <a:lnTo>
                    <a:pt x="1851333" y="1558749"/>
                  </a:lnTo>
                  <a:lnTo>
                    <a:pt x="1851669" y="1553982"/>
                  </a:lnTo>
                  <a:lnTo>
                    <a:pt x="1852006" y="1549405"/>
                  </a:lnTo>
                  <a:lnTo>
                    <a:pt x="1852342" y="1544346"/>
                  </a:lnTo>
                  <a:lnTo>
                    <a:pt x="1852679" y="1539326"/>
                  </a:lnTo>
                  <a:lnTo>
                    <a:pt x="1853015" y="1534730"/>
                  </a:lnTo>
                  <a:lnTo>
                    <a:pt x="1853352" y="1531423"/>
                  </a:lnTo>
                  <a:lnTo>
                    <a:pt x="1853688" y="1528579"/>
                  </a:lnTo>
                  <a:lnTo>
                    <a:pt x="1854025" y="1525785"/>
                  </a:lnTo>
                  <a:lnTo>
                    <a:pt x="1854361" y="1524363"/>
                  </a:lnTo>
                  <a:lnTo>
                    <a:pt x="1854697" y="1522924"/>
                  </a:lnTo>
                  <a:lnTo>
                    <a:pt x="1855034" y="1522009"/>
                  </a:lnTo>
                  <a:lnTo>
                    <a:pt x="1855370" y="1520925"/>
                  </a:lnTo>
                  <a:lnTo>
                    <a:pt x="1855707" y="1519608"/>
                  </a:lnTo>
                  <a:lnTo>
                    <a:pt x="1856043" y="1518208"/>
                  </a:lnTo>
                  <a:lnTo>
                    <a:pt x="1856380" y="1516697"/>
                  </a:lnTo>
                  <a:lnTo>
                    <a:pt x="1856716" y="1514849"/>
                  </a:lnTo>
                  <a:lnTo>
                    <a:pt x="1857053" y="1513094"/>
                  </a:lnTo>
                  <a:lnTo>
                    <a:pt x="1857389" y="1511427"/>
                  </a:lnTo>
                  <a:lnTo>
                    <a:pt x="1857726" y="1509546"/>
                  </a:lnTo>
                  <a:lnTo>
                    <a:pt x="1858062" y="1507774"/>
                  </a:lnTo>
                  <a:lnTo>
                    <a:pt x="1858399" y="1505482"/>
                  </a:lnTo>
                  <a:lnTo>
                    <a:pt x="1858735" y="1502949"/>
                  </a:lnTo>
                  <a:lnTo>
                    <a:pt x="1859071" y="1499740"/>
                  </a:lnTo>
                  <a:lnTo>
                    <a:pt x="1859408" y="1495756"/>
                  </a:lnTo>
                  <a:lnTo>
                    <a:pt x="1859744" y="1491050"/>
                  </a:lnTo>
                  <a:lnTo>
                    <a:pt x="1860081" y="1486367"/>
                  </a:lnTo>
                  <a:lnTo>
                    <a:pt x="1860417" y="1481570"/>
                  </a:lnTo>
                  <a:lnTo>
                    <a:pt x="1860754" y="1476511"/>
                  </a:lnTo>
                  <a:lnTo>
                    <a:pt x="1861090" y="1470687"/>
                  </a:lnTo>
                  <a:lnTo>
                    <a:pt x="1861427" y="1465743"/>
                  </a:lnTo>
                  <a:lnTo>
                    <a:pt x="1861763" y="1461613"/>
                  </a:lnTo>
                  <a:lnTo>
                    <a:pt x="1862100" y="1457978"/>
                  </a:lnTo>
                  <a:lnTo>
                    <a:pt x="1862436" y="1454402"/>
                  </a:lnTo>
                  <a:lnTo>
                    <a:pt x="1862773" y="1450817"/>
                  </a:lnTo>
                  <a:lnTo>
                    <a:pt x="1863109" y="1446858"/>
                  </a:lnTo>
                  <a:lnTo>
                    <a:pt x="1863445" y="1443657"/>
                  </a:lnTo>
                  <a:lnTo>
                    <a:pt x="1863782" y="1440766"/>
                  </a:lnTo>
                  <a:lnTo>
                    <a:pt x="1864118" y="1438633"/>
                  </a:lnTo>
                  <a:lnTo>
                    <a:pt x="1864455" y="1437313"/>
                  </a:lnTo>
                  <a:lnTo>
                    <a:pt x="1864791" y="1436432"/>
                  </a:lnTo>
                  <a:lnTo>
                    <a:pt x="1865128" y="1435828"/>
                  </a:lnTo>
                  <a:lnTo>
                    <a:pt x="1865464" y="1435739"/>
                  </a:lnTo>
                  <a:lnTo>
                    <a:pt x="1865801" y="1435992"/>
                  </a:lnTo>
                  <a:lnTo>
                    <a:pt x="1866137" y="1436848"/>
                  </a:lnTo>
                  <a:lnTo>
                    <a:pt x="1866474" y="1438119"/>
                  </a:lnTo>
                  <a:lnTo>
                    <a:pt x="1866810" y="1439736"/>
                  </a:lnTo>
                  <a:lnTo>
                    <a:pt x="1867147" y="1441117"/>
                  </a:lnTo>
                  <a:lnTo>
                    <a:pt x="1867483" y="1442661"/>
                  </a:lnTo>
                  <a:lnTo>
                    <a:pt x="1867819" y="1443403"/>
                  </a:lnTo>
                  <a:lnTo>
                    <a:pt x="1868156" y="1444587"/>
                  </a:lnTo>
                  <a:lnTo>
                    <a:pt x="1868492" y="1445207"/>
                  </a:lnTo>
                  <a:lnTo>
                    <a:pt x="1868829" y="1445316"/>
                  </a:lnTo>
                  <a:lnTo>
                    <a:pt x="1869165" y="1444766"/>
                  </a:lnTo>
                  <a:lnTo>
                    <a:pt x="1869502" y="1443629"/>
                  </a:lnTo>
                  <a:lnTo>
                    <a:pt x="1869838" y="1441722"/>
                  </a:lnTo>
                  <a:lnTo>
                    <a:pt x="1870175" y="1439398"/>
                  </a:lnTo>
                  <a:lnTo>
                    <a:pt x="1870511" y="1436319"/>
                  </a:lnTo>
                  <a:lnTo>
                    <a:pt x="1870848" y="1432460"/>
                  </a:lnTo>
                  <a:lnTo>
                    <a:pt x="1871184" y="1427830"/>
                  </a:lnTo>
                  <a:lnTo>
                    <a:pt x="1871521" y="1422423"/>
                  </a:lnTo>
                  <a:lnTo>
                    <a:pt x="1871857" y="1416477"/>
                  </a:lnTo>
                  <a:lnTo>
                    <a:pt x="1872193" y="1410240"/>
                  </a:lnTo>
                  <a:lnTo>
                    <a:pt x="1872530" y="1404618"/>
                  </a:lnTo>
                  <a:lnTo>
                    <a:pt x="1872866" y="1399591"/>
                  </a:lnTo>
                  <a:lnTo>
                    <a:pt x="1873203" y="1395413"/>
                  </a:lnTo>
                  <a:lnTo>
                    <a:pt x="1873539" y="1391264"/>
                  </a:lnTo>
                  <a:lnTo>
                    <a:pt x="1873876" y="1386894"/>
                  </a:lnTo>
                  <a:lnTo>
                    <a:pt x="1874212" y="1382926"/>
                  </a:lnTo>
                  <a:lnTo>
                    <a:pt x="1874549" y="1378305"/>
                  </a:lnTo>
                  <a:lnTo>
                    <a:pt x="1874885" y="1374512"/>
                  </a:lnTo>
                  <a:lnTo>
                    <a:pt x="1875222" y="1372143"/>
                  </a:lnTo>
                  <a:lnTo>
                    <a:pt x="1875558" y="1370718"/>
                  </a:lnTo>
                  <a:lnTo>
                    <a:pt x="1875895" y="1370621"/>
                  </a:lnTo>
                  <a:lnTo>
                    <a:pt x="1876231" y="1372090"/>
                  </a:lnTo>
                  <a:lnTo>
                    <a:pt x="1876567" y="1373871"/>
                  </a:lnTo>
                  <a:lnTo>
                    <a:pt x="1876904" y="1375734"/>
                  </a:lnTo>
                  <a:lnTo>
                    <a:pt x="1877240" y="1377211"/>
                  </a:lnTo>
                  <a:lnTo>
                    <a:pt x="1877577" y="1377758"/>
                  </a:lnTo>
                  <a:lnTo>
                    <a:pt x="1877913" y="1377869"/>
                  </a:lnTo>
                  <a:lnTo>
                    <a:pt x="1878250" y="1378313"/>
                  </a:lnTo>
                  <a:lnTo>
                    <a:pt x="1878586" y="1378660"/>
                  </a:lnTo>
                  <a:lnTo>
                    <a:pt x="1878923" y="1378950"/>
                  </a:lnTo>
                  <a:lnTo>
                    <a:pt x="1879259" y="1378126"/>
                  </a:lnTo>
                  <a:lnTo>
                    <a:pt x="1879596" y="1376321"/>
                  </a:lnTo>
                  <a:lnTo>
                    <a:pt x="1879932" y="1374113"/>
                  </a:lnTo>
                  <a:lnTo>
                    <a:pt x="1880269" y="1371318"/>
                  </a:lnTo>
                  <a:lnTo>
                    <a:pt x="1880605" y="1367941"/>
                  </a:lnTo>
                  <a:lnTo>
                    <a:pt x="1880941" y="1362630"/>
                  </a:lnTo>
                  <a:lnTo>
                    <a:pt x="1881278" y="1356647"/>
                  </a:lnTo>
                  <a:lnTo>
                    <a:pt x="1881614" y="1350997"/>
                  </a:lnTo>
                  <a:lnTo>
                    <a:pt x="1881951" y="1345281"/>
                  </a:lnTo>
                  <a:lnTo>
                    <a:pt x="1882287" y="1339350"/>
                  </a:lnTo>
                  <a:lnTo>
                    <a:pt x="1882624" y="1333812"/>
                  </a:lnTo>
                  <a:lnTo>
                    <a:pt x="1882960" y="1328564"/>
                  </a:lnTo>
                  <a:lnTo>
                    <a:pt x="1883297" y="1322986"/>
                  </a:lnTo>
                  <a:lnTo>
                    <a:pt x="1883633" y="1317320"/>
                  </a:lnTo>
                  <a:lnTo>
                    <a:pt x="1883970" y="1311731"/>
                  </a:lnTo>
                  <a:lnTo>
                    <a:pt x="1884306" y="1307322"/>
                  </a:lnTo>
                  <a:lnTo>
                    <a:pt x="1884643" y="1303538"/>
                  </a:lnTo>
                  <a:lnTo>
                    <a:pt x="1884979" y="1300014"/>
                  </a:lnTo>
                  <a:lnTo>
                    <a:pt x="1885315" y="1297776"/>
                  </a:lnTo>
                  <a:lnTo>
                    <a:pt x="1885652" y="1296471"/>
                  </a:lnTo>
                  <a:lnTo>
                    <a:pt x="1885988" y="1296071"/>
                  </a:lnTo>
                  <a:lnTo>
                    <a:pt x="1886325" y="1295756"/>
                  </a:lnTo>
                  <a:lnTo>
                    <a:pt x="1886661" y="1295159"/>
                  </a:lnTo>
                  <a:lnTo>
                    <a:pt x="1886998" y="1294019"/>
                  </a:lnTo>
                  <a:lnTo>
                    <a:pt x="1887334" y="1293312"/>
                  </a:lnTo>
                  <a:lnTo>
                    <a:pt x="1887671" y="1293023"/>
                  </a:lnTo>
                  <a:lnTo>
                    <a:pt x="1888007" y="1292509"/>
                  </a:lnTo>
                  <a:lnTo>
                    <a:pt x="1888344" y="1291851"/>
                  </a:lnTo>
                  <a:lnTo>
                    <a:pt x="1888680" y="1291086"/>
                  </a:lnTo>
                  <a:lnTo>
                    <a:pt x="1889016" y="1290409"/>
                  </a:lnTo>
                  <a:lnTo>
                    <a:pt x="1889353" y="1289684"/>
                  </a:lnTo>
                  <a:lnTo>
                    <a:pt x="1889689" y="1288908"/>
                  </a:lnTo>
                  <a:lnTo>
                    <a:pt x="1890026" y="1288069"/>
                  </a:lnTo>
                  <a:lnTo>
                    <a:pt x="1890362" y="1287280"/>
                  </a:lnTo>
                  <a:lnTo>
                    <a:pt x="1890699" y="1285131"/>
                  </a:lnTo>
                  <a:lnTo>
                    <a:pt x="1891035" y="1283317"/>
                  </a:lnTo>
                  <a:lnTo>
                    <a:pt x="1891372" y="1281495"/>
                  </a:lnTo>
                  <a:lnTo>
                    <a:pt x="1891708" y="1280112"/>
                  </a:lnTo>
                  <a:lnTo>
                    <a:pt x="1892045" y="1279443"/>
                  </a:lnTo>
                  <a:lnTo>
                    <a:pt x="1892381" y="1279534"/>
                  </a:lnTo>
                  <a:lnTo>
                    <a:pt x="1892718" y="1280031"/>
                  </a:lnTo>
                  <a:lnTo>
                    <a:pt x="1893054" y="1280711"/>
                  </a:lnTo>
                  <a:lnTo>
                    <a:pt x="1893390" y="1282550"/>
                  </a:lnTo>
                  <a:lnTo>
                    <a:pt x="1893727" y="1284726"/>
                  </a:lnTo>
                  <a:lnTo>
                    <a:pt x="1894063" y="1286818"/>
                  </a:lnTo>
                  <a:lnTo>
                    <a:pt x="1894400" y="1288971"/>
                  </a:lnTo>
                  <a:lnTo>
                    <a:pt x="1894736" y="1292212"/>
                  </a:lnTo>
                  <a:lnTo>
                    <a:pt x="1895073" y="1295412"/>
                  </a:lnTo>
                  <a:lnTo>
                    <a:pt x="1895409" y="1298498"/>
                  </a:lnTo>
                  <a:lnTo>
                    <a:pt x="1895746" y="1301781"/>
                  </a:lnTo>
                  <a:lnTo>
                    <a:pt x="1896082" y="1305253"/>
                  </a:lnTo>
                  <a:lnTo>
                    <a:pt x="1896419" y="1308943"/>
                  </a:lnTo>
                  <a:lnTo>
                    <a:pt x="1896755" y="1312279"/>
                  </a:lnTo>
                  <a:lnTo>
                    <a:pt x="1897092" y="1315486"/>
                  </a:lnTo>
                  <a:lnTo>
                    <a:pt x="1897428" y="1318312"/>
                  </a:lnTo>
                  <a:lnTo>
                    <a:pt x="1897764" y="1320940"/>
                  </a:lnTo>
                  <a:lnTo>
                    <a:pt x="1898101" y="1324492"/>
                  </a:lnTo>
                  <a:lnTo>
                    <a:pt x="1898437" y="1328219"/>
                  </a:lnTo>
                  <a:lnTo>
                    <a:pt x="1898774" y="1332114"/>
                  </a:lnTo>
                  <a:lnTo>
                    <a:pt x="1899110" y="1336041"/>
                  </a:lnTo>
                  <a:lnTo>
                    <a:pt x="1899447" y="1339881"/>
                  </a:lnTo>
                  <a:lnTo>
                    <a:pt x="1899783" y="1342922"/>
                  </a:lnTo>
                  <a:lnTo>
                    <a:pt x="1900120" y="1346073"/>
                  </a:lnTo>
                  <a:lnTo>
                    <a:pt x="1900456" y="1349045"/>
                  </a:lnTo>
                  <a:lnTo>
                    <a:pt x="1900793" y="1351629"/>
                  </a:lnTo>
                  <a:lnTo>
                    <a:pt x="1901129" y="1354086"/>
                  </a:lnTo>
                  <a:lnTo>
                    <a:pt x="1901466" y="1355800"/>
                  </a:lnTo>
                  <a:lnTo>
                    <a:pt x="1901802" y="1356365"/>
                  </a:lnTo>
                  <a:lnTo>
                    <a:pt x="1902138" y="1355691"/>
                  </a:lnTo>
                  <a:lnTo>
                    <a:pt x="1902475" y="1354586"/>
                  </a:lnTo>
                  <a:lnTo>
                    <a:pt x="1902811" y="1353131"/>
                  </a:lnTo>
                  <a:lnTo>
                    <a:pt x="1903148" y="1350811"/>
                  </a:lnTo>
                  <a:lnTo>
                    <a:pt x="1903484" y="1349285"/>
                  </a:lnTo>
                  <a:lnTo>
                    <a:pt x="1903821" y="1347916"/>
                  </a:lnTo>
                  <a:lnTo>
                    <a:pt x="1904157" y="1346815"/>
                  </a:lnTo>
                  <a:lnTo>
                    <a:pt x="1904494" y="1345678"/>
                  </a:lnTo>
                  <a:lnTo>
                    <a:pt x="1904830" y="1345926"/>
                  </a:lnTo>
                  <a:lnTo>
                    <a:pt x="1905167" y="1345682"/>
                  </a:lnTo>
                  <a:lnTo>
                    <a:pt x="1905503" y="1346283"/>
                  </a:lnTo>
                  <a:lnTo>
                    <a:pt x="1905840" y="1345876"/>
                  </a:lnTo>
                  <a:lnTo>
                    <a:pt x="1906176" y="1345682"/>
                  </a:lnTo>
                  <a:lnTo>
                    <a:pt x="1906512" y="1347053"/>
                  </a:lnTo>
                  <a:lnTo>
                    <a:pt x="1906849" y="1349214"/>
                  </a:lnTo>
                  <a:lnTo>
                    <a:pt x="1907185" y="1351664"/>
                  </a:lnTo>
                  <a:lnTo>
                    <a:pt x="1907522" y="1354289"/>
                  </a:lnTo>
                  <a:lnTo>
                    <a:pt x="1907858" y="1357081"/>
                  </a:lnTo>
                  <a:lnTo>
                    <a:pt x="1908195" y="1360542"/>
                  </a:lnTo>
                  <a:lnTo>
                    <a:pt x="1908531" y="1363294"/>
                  </a:lnTo>
                  <a:lnTo>
                    <a:pt x="1908868" y="1365529"/>
                  </a:lnTo>
                  <a:lnTo>
                    <a:pt x="1909204" y="1368058"/>
                  </a:lnTo>
                  <a:lnTo>
                    <a:pt x="1909541" y="1370180"/>
                  </a:lnTo>
                  <a:lnTo>
                    <a:pt x="1909877" y="1371415"/>
                  </a:lnTo>
                  <a:lnTo>
                    <a:pt x="1910214" y="1373182"/>
                  </a:lnTo>
                  <a:lnTo>
                    <a:pt x="1910550" y="1373671"/>
                  </a:lnTo>
                  <a:lnTo>
                    <a:pt x="1910886" y="1374735"/>
                  </a:lnTo>
                  <a:lnTo>
                    <a:pt x="1911223" y="1375466"/>
                  </a:lnTo>
                  <a:lnTo>
                    <a:pt x="1911559" y="1376292"/>
                  </a:lnTo>
                  <a:lnTo>
                    <a:pt x="1911896" y="1376332"/>
                  </a:lnTo>
                  <a:lnTo>
                    <a:pt x="1912232" y="1377272"/>
                  </a:lnTo>
                  <a:lnTo>
                    <a:pt x="1912569" y="1378911"/>
                  </a:lnTo>
                  <a:lnTo>
                    <a:pt x="1912905" y="1380514"/>
                  </a:lnTo>
                  <a:lnTo>
                    <a:pt x="1913242" y="1379844"/>
                  </a:lnTo>
                  <a:lnTo>
                    <a:pt x="1913578" y="1379659"/>
                  </a:lnTo>
                  <a:lnTo>
                    <a:pt x="1913915" y="1380007"/>
                  </a:lnTo>
                  <a:lnTo>
                    <a:pt x="1914251" y="1380933"/>
                  </a:lnTo>
                  <a:lnTo>
                    <a:pt x="1914588" y="1381380"/>
                  </a:lnTo>
                  <a:lnTo>
                    <a:pt x="1914924" y="1382124"/>
                  </a:lnTo>
                  <a:lnTo>
                    <a:pt x="1915260" y="1382905"/>
                  </a:lnTo>
                  <a:lnTo>
                    <a:pt x="1915597" y="1384148"/>
                  </a:lnTo>
                  <a:lnTo>
                    <a:pt x="1915933" y="1385308"/>
                  </a:lnTo>
                  <a:lnTo>
                    <a:pt x="1916270" y="1386390"/>
                  </a:lnTo>
                  <a:lnTo>
                    <a:pt x="1916606" y="1387613"/>
                  </a:lnTo>
                  <a:lnTo>
                    <a:pt x="1916943" y="1388354"/>
                  </a:lnTo>
                  <a:lnTo>
                    <a:pt x="1917279" y="1389513"/>
                  </a:lnTo>
                  <a:lnTo>
                    <a:pt x="1917616" y="1390245"/>
                  </a:lnTo>
                  <a:lnTo>
                    <a:pt x="1917952" y="1390659"/>
                  </a:lnTo>
                  <a:lnTo>
                    <a:pt x="1918289" y="1390228"/>
                  </a:lnTo>
                  <a:lnTo>
                    <a:pt x="1918625" y="1390728"/>
                  </a:lnTo>
                  <a:lnTo>
                    <a:pt x="1918962" y="1391741"/>
                  </a:lnTo>
                  <a:lnTo>
                    <a:pt x="1919298" y="1391853"/>
                  </a:lnTo>
                  <a:lnTo>
                    <a:pt x="1919634" y="1391700"/>
                  </a:lnTo>
                  <a:lnTo>
                    <a:pt x="1919971" y="1391366"/>
                  </a:lnTo>
                  <a:lnTo>
                    <a:pt x="1920307" y="1390602"/>
                  </a:lnTo>
                  <a:lnTo>
                    <a:pt x="1920644" y="1389103"/>
                  </a:lnTo>
                  <a:lnTo>
                    <a:pt x="1920980" y="1386889"/>
                  </a:lnTo>
                  <a:lnTo>
                    <a:pt x="1921317" y="1384346"/>
                  </a:lnTo>
                  <a:lnTo>
                    <a:pt x="1921653" y="1380809"/>
                  </a:lnTo>
                  <a:lnTo>
                    <a:pt x="1921990" y="1376811"/>
                  </a:lnTo>
                  <a:lnTo>
                    <a:pt x="1922326" y="1371971"/>
                  </a:lnTo>
                  <a:lnTo>
                    <a:pt x="1922663" y="1365988"/>
                  </a:lnTo>
                  <a:lnTo>
                    <a:pt x="1922999" y="1360851"/>
                  </a:lnTo>
                  <a:lnTo>
                    <a:pt x="1923335" y="1355656"/>
                  </a:lnTo>
                  <a:lnTo>
                    <a:pt x="1923672" y="1348989"/>
                  </a:lnTo>
                  <a:lnTo>
                    <a:pt x="1924008" y="1341605"/>
                  </a:lnTo>
                  <a:lnTo>
                    <a:pt x="1924345" y="1333939"/>
                  </a:lnTo>
                  <a:lnTo>
                    <a:pt x="1924681" y="1325768"/>
                  </a:lnTo>
                  <a:lnTo>
                    <a:pt x="1925018" y="1317497"/>
                  </a:lnTo>
                  <a:lnTo>
                    <a:pt x="1925354" y="1309237"/>
                  </a:lnTo>
                  <a:lnTo>
                    <a:pt x="1925691" y="1300959"/>
                  </a:lnTo>
                  <a:lnTo>
                    <a:pt x="1926027" y="1293195"/>
                  </a:lnTo>
                  <a:lnTo>
                    <a:pt x="1926364" y="1286117"/>
                  </a:lnTo>
                  <a:lnTo>
                    <a:pt x="1926700" y="1279739"/>
                  </a:lnTo>
                  <a:lnTo>
                    <a:pt x="1927037" y="1274052"/>
                  </a:lnTo>
                  <a:lnTo>
                    <a:pt x="1927373" y="1268981"/>
                  </a:lnTo>
                  <a:lnTo>
                    <a:pt x="1927709" y="1265030"/>
                  </a:lnTo>
                  <a:lnTo>
                    <a:pt x="1928046" y="1260901"/>
                  </a:lnTo>
                  <a:lnTo>
                    <a:pt x="1928382" y="1258141"/>
                  </a:lnTo>
                  <a:lnTo>
                    <a:pt x="1928719" y="1255044"/>
                  </a:lnTo>
                  <a:lnTo>
                    <a:pt x="1929055" y="1252672"/>
                  </a:lnTo>
                  <a:lnTo>
                    <a:pt x="1929392" y="1250702"/>
                  </a:lnTo>
                  <a:lnTo>
                    <a:pt x="1929728" y="1249577"/>
                  </a:lnTo>
                  <a:lnTo>
                    <a:pt x="1930065" y="1248625"/>
                  </a:lnTo>
                  <a:lnTo>
                    <a:pt x="1930401" y="1247511"/>
                  </a:lnTo>
                  <a:lnTo>
                    <a:pt x="1930738" y="1245639"/>
                  </a:lnTo>
                  <a:lnTo>
                    <a:pt x="1931074" y="1242292"/>
                  </a:lnTo>
                  <a:lnTo>
                    <a:pt x="1931411" y="1238439"/>
                  </a:lnTo>
                  <a:lnTo>
                    <a:pt x="1931747" y="1233606"/>
                  </a:lnTo>
                  <a:lnTo>
                    <a:pt x="1932083" y="1228089"/>
                  </a:lnTo>
                  <a:lnTo>
                    <a:pt x="1932420" y="1221491"/>
                  </a:lnTo>
                  <a:lnTo>
                    <a:pt x="1932756" y="1213727"/>
                  </a:lnTo>
                  <a:lnTo>
                    <a:pt x="1933093" y="1204704"/>
                  </a:lnTo>
                  <a:lnTo>
                    <a:pt x="1933429" y="1194487"/>
                  </a:lnTo>
                  <a:lnTo>
                    <a:pt x="1933766" y="1183887"/>
                  </a:lnTo>
                  <a:lnTo>
                    <a:pt x="1934102" y="1171900"/>
                  </a:lnTo>
                  <a:lnTo>
                    <a:pt x="1934439" y="1161008"/>
                  </a:lnTo>
                  <a:lnTo>
                    <a:pt x="1934775" y="1149426"/>
                  </a:lnTo>
                  <a:lnTo>
                    <a:pt x="1935112" y="1136951"/>
                  </a:lnTo>
                  <a:lnTo>
                    <a:pt x="1935448" y="1125496"/>
                  </a:lnTo>
                  <a:lnTo>
                    <a:pt x="1935785" y="1115619"/>
                  </a:lnTo>
                  <a:lnTo>
                    <a:pt x="1936121" y="1105649"/>
                  </a:lnTo>
                  <a:lnTo>
                    <a:pt x="1936457" y="1096270"/>
                  </a:lnTo>
                  <a:lnTo>
                    <a:pt x="1936794" y="1087209"/>
                  </a:lnTo>
                  <a:lnTo>
                    <a:pt x="1937130" y="1078984"/>
                  </a:lnTo>
                  <a:lnTo>
                    <a:pt x="1937467" y="1071077"/>
                  </a:lnTo>
                  <a:lnTo>
                    <a:pt x="1937803" y="1065046"/>
                  </a:lnTo>
                  <a:lnTo>
                    <a:pt x="1938140" y="1058936"/>
                  </a:lnTo>
                  <a:lnTo>
                    <a:pt x="1938476" y="1054092"/>
                  </a:lnTo>
                  <a:lnTo>
                    <a:pt x="1938813" y="1049722"/>
                  </a:lnTo>
                  <a:lnTo>
                    <a:pt x="1939149" y="1046565"/>
                  </a:lnTo>
                  <a:lnTo>
                    <a:pt x="1939486" y="1043890"/>
                  </a:lnTo>
                  <a:lnTo>
                    <a:pt x="1939822" y="1041031"/>
                  </a:lnTo>
                  <a:lnTo>
                    <a:pt x="1940159" y="1037978"/>
                  </a:lnTo>
                  <a:lnTo>
                    <a:pt x="1940495" y="1034790"/>
                  </a:lnTo>
                  <a:lnTo>
                    <a:pt x="1940831" y="1031832"/>
                  </a:lnTo>
                  <a:lnTo>
                    <a:pt x="1941168" y="1028852"/>
                  </a:lnTo>
                  <a:lnTo>
                    <a:pt x="1941504" y="1025775"/>
                  </a:lnTo>
                  <a:lnTo>
                    <a:pt x="1941841" y="1023330"/>
                  </a:lnTo>
                  <a:lnTo>
                    <a:pt x="1942177" y="1019925"/>
                  </a:lnTo>
                  <a:lnTo>
                    <a:pt x="1942514" y="1015280"/>
                  </a:lnTo>
                  <a:lnTo>
                    <a:pt x="1942850" y="1010073"/>
                  </a:lnTo>
                  <a:lnTo>
                    <a:pt x="1943187" y="1003920"/>
                  </a:lnTo>
                  <a:lnTo>
                    <a:pt x="1943523" y="997156"/>
                  </a:lnTo>
                  <a:lnTo>
                    <a:pt x="1943860" y="990175"/>
                  </a:lnTo>
                  <a:lnTo>
                    <a:pt x="1944196" y="982901"/>
                  </a:lnTo>
                  <a:lnTo>
                    <a:pt x="1944533" y="976119"/>
                  </a:lnTo>
                  <a:lnTo>
                    <a:pt x="1944869" y="970597"/>
                  </a:lnTo>
                  <a:lnTo>
                    <a:pt x="1945205" y="967365"/>
                  </a:lnTo>
                  <a:lnTo>
                    <a:pt x="1945542" y="965973"/>
                  </a:lnTo>
                  <a:lnTo>
                    <a:pt x="1945878" y="965542"/>
                  </a:lnTo>
                  <a:lnTo>
                    <a:pt x="1946215" y="965373"/>
                  </a:lnTo>
                  <a:lnTo>
                    <a:pt x="1946551" y="966274"/>
                  </a:lnTo>
                  <a:lnTo>
                    <a:pt x="1946888" y="967444"/>
                  </a:lnTo>
                  <a:lnTo>
                    <a:pt x="1947224" y="969023"/>
                  </a:lnTo>
                  <a:lnTo>
                    <a:pt x="1947561" y="971519"/>
                  </a:lnTo>
                  <a:lnTo>
                    <a:pt x="1947897" y="974126"/>
                  </a:lnTo>
                  <a:lnTo>
                    <a:pt x="1948234" y="977807"/>
                  </a:lnTo>
                  <a:lnTo>
                    <a:pt x="1948570" y="981532"/>
                  </a:lnTo>
                  <a:lnTo>
                    <a:pt x="1948907" y="984914"/>
                  </a:lnTo>
                  <a:lnTo>
                    <a:pt x="1949243" y="987717"/>
                  </a:lnTo>
                  <a:lnTo>
                    <a:pt x="1949579" y="990586"/>
                  </a:lnTo>
                  <a:lnTo>
                    <a:pt x="1949916" y="993275"/>
                  </a:lnTo>
                  <a:lnTo>
                    <a:pt x="1950252" y="995141"/>
                  </a:lnTo>
                  <a:lnTo>
                    <a:pt x="1950589" y="995597"/>
                  </a:lnTo>
                  <a:lnTo>
                    <a:pt x="1950925" y="995784"/>
                  </a:lnTo>
                  <a:lnTo>
                    <a:pt x="1951262" y="994007"/>
                  </a:lnTo>
                  <a:lnTo>
                    <a:pt x="1951598" y="990940"/>
                  </a:lnTo>
                  <a:lnTo>
                    <a:pt x="1951935" y="986128"/>
                  </a:lnTo>
                  <a:lnTo>
                    <a:pt x="1952271" y="978084"/>
                  </a:lnTo>
                  <a:lnTo>
                    <a:pt x="1952608" y="966902"/>
                  </a:lnTo>
                  <a:lnTo>
                    <a:pt x="1952944" y="957009"/>
                  </a:lnTo>
                  <a:lnTo>
                    <a:pt x="1953280" y="948411"/>
                  </a:lnTo>
                  <a:lnTo>
                    <a:pt x="1953617" y="941341"/>
                  </a:lnTo>
                  <a:lnTo>
                    <a:pt x="1953953" y="934820"/>
                  </a:lnTo>
                  <a:lnTo>
                    <a:pt x="1954290" y="930391"/>
                  </a:lnTo>
                  <a:lnTo>
                    <a:pt x="1954626" y="926844"/>
                  </a:lnTo>
                  <a:lnTo>
                    <a:pt x="1954963" y="923430"/>
                  </a:lnTo>
                  <a:lnTo>
                    <a:pt x="1955299" y="920491"/>
                  </a:lnTo>
                  <a:lnTo>
                    <a:pt x="1955636" y="917836"/>
                  </a:lnTo>
                  <a:lnTo>
                    <a:pt x="1955972" y="914678"/>
                  </a:lnTo>
                  <a:lnTo>
                    <a:pt x="1956309" y="910754"/>
                  </a:lnTo>
                  <a:lnTo>
                    <a:pt x="1956645" y="906769"/>
                  </a:lnTo>
                  <a:lnTo>
                    <a:pt x="1956982" y="903464"/>
                  </a:lnTo>
                  <a:lnTo>
                    <a:pt x="1957318" y="900929"/>
                  </a:lnTo>
                  <a:lnTo>
                    <a:pt x="1957654" y="899174"/>
                  </a:lnTo>
                  <a:lnTo>
                    <a:pt x="1957991" y="897565"/>
                  </a:lnTo>
                  <a:lnTo>
                    <a:pt x="1958327" y="895185"/>
                  </a:lnTo>
                  <a:lnTo>
                    <a:pt x="1958664" y="892618"/>
                  </a:lnTo>
                  <a:lnTo>
                    <a:pt x="1959000" y="889739"/>
                  </a:lnTo>
                  <a:lnTo>
                    <a:pt x="1959337" y="886908"/>
                  </a:lnTo>
                  <a:lnTo>
                    <a:pt x="1959673" y="884016"/>
                  </a:lnTo>
                  <a:lnTo>
                    <a:pt x="1960010" y="881101"/>
                  </a:lnTo>
                  <a:lnTo>
                    <a:pt x="1960346" y="877337"/>
                  </a:lnTo>
                  <a:lnTo>
                    <a:pt x="1960683" y="872464"/>
                  </a:lnTo>
                  <a:lnTo>
                    <a:pt x="1961019" y="867066"/>
                  </a:lnTo>
                  <a:lnTo>
                    <a:pt x="1961356" y="862335"/>
                  </a:lnTo>
                  <a:lnTo>
                    <a:pt x="1961692" y="857365"/>
                  </a:lnTo>
                  <a:lnTo>
                    <a:pt x="1962028" y="851644"/>
                  </a:lnTo>
                  <a:lnTo>
                    <a:pt x="1962365" y="845175"/>
                  </a:lnTo>
                  <a:lnTo>
                    <a:pt x="1962701" y="838793"/>
                  </a:lnTo>
                  <a:lnTo>
                    <a:pt x="1963038" y="832755"/>
                  </a:lnTo>
                  <a:lnTo>
                    <a:pt x="1963374" y="825796"/>
                  </a:lnTo>
                  <a:lnTo>
                    <a:pt x="1963711" y="818911"/>
                  </a:lnTo>
                  <a:lnTo>
                    <a:pt x="1964047" y="812139"/>
                  </a:lnTo>
                  <a:lnTo>
                    <a:pt x="1964384" y="805048"/>
                  </a:lnTo>
                  <a:lnTo>
                    <a:pt x="1964720" y="797544"/>
                  </a:lnTo>
                  <a:lnTo>
                    <a:pt x="1965057" y="790316"/>
                  </a:lnTo>
                  <a:lnTo>
                    <a:pt x="1965393" y="783285"/>
                  </a:lnTo>
                  <a:lnTo>
                    <a:pt x="1965730" y="776452"/>
                  </a:lnTo>
                  <a:lnTo>
                    <a:pt x="1966066" y="770041"/>
                  </a:lnTo>
                  <a:lnTo>
                    <a:pt x="1966402" y="763201"/>
                  </a:lnTo>
                  <a:lnTo>
                    <a:pt x="1966739" y="756508"/>
                  </a:lnTo>
                  <a:lnTo>
                    <a:pt x="1967075" y="750472"/>
                  </a:lnTo>
                  <a:lnTo>
                    <a:pt x="1967412" y="745152"/>
                  </a:lnTo>
                  <a:lnTo>
                    <a:pt x="1967748" y="739730"/>
                  </a:lnTo>
                  <a:lnTo>
                    <a:pt x="1968085" y="736182"/>
                  </a:lnTo>
                  <a:lnTo>
                    <a:pt x="1968421" y="733557"/>
                  </a:lnTo>
                  <a:lnTo>
                    <a:pt x="1968758" y="731529"/>
                  </a:lnTo>
                  <a:lnTo>
                    <a:pt x="1969094" y="731171"/>
                  </a:lnTo>
                  <a:lnTo>
                    <a:pt x="1969431" y="732426"/>
                  </a:lnTo>
                  <a:lnTo>
                    <a:pt x="1969767" y="735307"/>
                  </a:lnTo>
                  <a:lnTo>
                    <a:pt x="1970104" y="738721"/>
                  </a:lnTo>
                  <a:lnTo>
                    <a:pt x="1970440" y="743131"/>
                  </a:lnTo>
                  <a:lnTo>
                    <a:pt x="1970776" y="747511"/>
                  </a:lnTo>
                  <a:lnTo>
                    <a:pt x="1971113" y="752355"/>
                  </a:lnTo>
                  <a:lnTo>
                    <a:pt x="1971449" y="757520"/>
                  </a:lnTo>
                  <a:lnTo>
                    <a:pt x="1971786" y="763119"/>
                  </a:lnTo>
                  <a:lnTo>
                    <a:pt x="1972122" y="768542"/>
                  </a:lnTo>
                  <a:lnTo>
                    <a:pt x="1972459" y="774465"/>
                  </a:lnTo>
                  <a:lnTo>
                    <a:pt x="1972795" y="779811"/>
                  </a:lnTo>
                  <a:lnTo>
                    <a:pt x="1973132" y="785659"/>
                  </a:lnTo>
                  <a:lnTo>
                    <a:pt x="1973468" y="791394"/>
                  </a:lnTo>
                  <a:lnTo>
                    <a:pt x="1973805" y="796147"/>
                  </a:lnTo>
                  <a:lnTo>
                    <a:pt x="1974141" y="800751"/>
                  </a:lnTo>
                  <a:lnTo>
                    <a:pt x="1974478" y="804661"/>
                  </a:lnTo>
                  <a:lnTo>
                    <a:pt x="1974814" y="807922"/>
                  </a:lnTo>
                  <a:lnTo>
                    <a:pt x="1975150" y="810089"/>
                  </a:lnTo>
                  <a:lnTo>
                    <a:pt x="1975487" y="812353"/>
                  </a:lnTo>
                  <a:lnTo>
                    <a:pt x="1975823" y="814011"/>
                  </a:lnTo>
                  <a:lnTo>
                    <a:pt x="1976160" y="815814"/>
                  </a:lnTo>
                  <a:lnTo>
                    <a:pt x="1976496" y="816706"/>
                  </a:lnTo>
                  <a:lnTo>
                    <a:pt x="1976833" y="817271"/>
                  </a:lnTo>
                  <a:lnTo>
                    <a:pt x="1977169" y="818229"/>
                  </a:lnTo>
                  <a:lnTo>
                    <a:pt x="1977506" y="817647"/>
                  </a:lnTo>
                  <a:lnTo>
                    <a:pt x="1977842" y="817101"/>
                  </a:lnTo>
                  <a:lnTo>
                    <a:pt x="1978179" y="815646"/>
                  </a:lnTo>
                  <a:lnTo>
                    <a:pt x="1978515" y="813323"/>
                  </a:lnTo>
                  <a:lnTo>
                    <a:pt x="1978852" y="809901"/>
                  </a:lnTo>
                  <a:lnTo>
                    <a:pt x="1979188" y="805663"/>
                  </a:lnTo>
                  <a:lnTo>
                    <a:pt x="1979524" y="800885"/>
                  </a:lnTo>
                  <a:lnTo>
                    <a:pt x="1979861" y="795800"/>
                  </a:lnTo>
                  <a:lnTo>
                    <a:pt x="1980197" y="791520"/>
                  </a:lnTo>
                  <a:lnTo>
                    <a:pt x="1980534" y="788207"/>
                  </a:lnTo>
                  <a:lnTo>
                    <a:pt x="1980870" y="784366"/>
                  </a:lnTo>
                  <a:lnTo>
                    <a:pt x="1981207" y="780341"/>
                  </a:lnTo>
                  <a:lnTo>
                    <a:pt x="1981543" y="774838"/>
                  </a:lnTo>
                  <a:lnTo>
                    <a:pt x="1981880" y="769731"/>
                  </a:lnTo>
                  <a:lnTo>
                    <a:pt x="1982216" y="764483"/>
                  </a:lnTo>
                  <a:lnTo>
                    <a:pt x="1982553" y="759981"/>
                  </a:lnTo>
                  <a:lnTo>
                    <a:pt x="1982889" y="754579"/>
                  </a:lnTo>
                  <a:lnTo>
                    <a:pt x="1983226" y="749704"/>
                  </a:lnTo>
                  <a:lnTo>
                    <a:pt x="1983562" y="746041"/>
                  </a:lnTo>
                  <a:lnTo>
                    <a:pt x="1983898" y="742598"/>
                  </a:lnTo>
                  <a:lnTo>
                    <a:pt x="1984235" y="741171"/>
                  </a:lnTo>
                  <a:lnTo>
                    <a:pt x="1984571" y="740287"/>
                  </a:lnTo>
                  <a:lnTo>
                    <a:pt x="1984908" y="740735"/>
                  </a:lnTo>
                  <a:lnTo>
                    <a:pt x="1985244" y="741035"/>
                  </a:lnTo>
                  <a:lnTo>
                    <a:pt x="1985581" y="742793"/>
                  </a:lnTo>
                  <a:lnTo>
                    <a:pt x="1985917" y="744309"/>
                  </a:lnTo>
                  <a:lnTo>
                    <a:pt x="1986254" y="744739"/>
                  </a:lnTo>
                  <a:lnTo>
                    <a:pt x="1986590" y="745420"/>
                  </a:lnTo>
                  <a:lnTo>
                    <a:pt x="1986927" y="747294"/>
                  </a:lnTo>
                  <a:lnTo>
                    <a:pt x="1987263" y="749045"/>
                  </a:lnTo>
                  <a:lnTo>
                    <a:pt x="1987599" y="750489"/>
                  </a:lnTo>
                  <a:lnTo>
                    <a:pt x="1987936" y="751225"/>
                  </a:lnTo>
                  <a:lnTo>
                    <a:pt x="1988272" y="751513"/>
                  </a:lnTo>
                  <a:lnTo>
                    <a:pt x="1988609" y="751921"/>
                  </a:lnTo>
                  <a:lnTo>
                    <a:pt x="1988945" y="751559"/>
                  </a:lnTo>
                  <a:lnTo>
                    <a:pt x="1989282" y="751975"/>
                  </a:lnTo>
                  <a:lnTo>
                    <a:pt x="1989618" y="752301"/>
                  </a:lnTo>
                  <a:lnTo>
                    <a:pt x="1989955" y="752427"/>
                  </a:lnTo>
                  <a:lnTo>
                    <a:pt x="1990291" y="751414"/>
                  </a:lnTo>
                  <a:lnTo>
                    <a:pt x="1990628" y="750824"/>
                  </a:lnTo>
                  <a:lnTo>
                    <a:pt x="1990964" y="751800"/>
                  </a:lnTo>
                  <a:lnTo>
                    <a:pt x="1991301" y="753814"/>
                  </a:lnTo>
                  <a:lnTo>
                    <a:pt x="1991637" y="757131"/>
                  </a:lnTo>
                  <a:lnTo>
                    <a:pt x="1991973" y="761701"/>
                  </a:lnTo>
                  <a:lnTo>
                    <a:pt x="1992310" y="766804"/>
                  </a:lnTo>
                  <a:lnTo>
                    <a:pt x="1992646" y="772083"/>
                  </a:lnTo>
                  <a:lnTo>
                    <a:pt x="1992983" y="778753"/>
                  </a:lnTo>
                  <a:lnTo>
                    <a:pt x="1993319" y="785754"/>
                  </a:lnTo>
                  <a:lnTo>
                    <a:pt x="1993656" y="793464"/>
                  </a:lnTo>
                  <a:lnTo>
                    <a:pt x="1993992" y="801247"/>
                  </a:lnTo>
                  <a:lnTo>
                    <a:pt x="1994329" y="809047"/>
                  </a:lnTo>
                  <a:lnTo>
                    <a:pt x="1994665" y="816766"/>
                  </a:lnTo>
                  <a:lnTo>
                    <a:pt x="1995002" y="823640"/>
                  </a:lnTo>
                  <a:lnTo>
                    <a:pt x="1995338" y="830586"/>
                  </a:lnTo>
                  <a:lnTo>
                    <a:pt x="1995675" y="836607"/>
                  </a:lnTo>
                  <a:lnTo>
                    <a:pt x="1996011" y="841872"/>
                  </a:lnTo>
                  <a:lnTo>
                    <a:pt x="1996347" y="845465"/>
                  </a:lnTo>
                  <a:lnTo>
                    <a:pt x="1996684" y="848465"/>
                  </a:lnTo>
                  <a:lnTo>
                    <a:pt x="1997020" y="850498"/>
                  </a:lnTo>
                  <a:lnTo>
                    <a:pt x="1997357" y="851864"/>
                  </a:lnTo>
                  <a:lnTo>
                    <a:pt x="1997693" y="853598"/>
                  </a:lnTo>
                  <a:lnTo>
                    <a:pt x="1998030" y="856211"/>
                  </a:lnTo>
                  <a:lnTo>
                    <a:pt x="1998366" y="860808"/>
                  </a:lnTo>
                  <a:lnTo>
                    <a:pt x="1998703" y="865932"/>
                  </a:lnTo>
                  <a:lnTo>
                    <a:pt x="1999039" y="871631"/>
                  </a:lnTo>
                  <a:lnTo>
                    <a:pt x="1999376" y="877642"/>
                  </a:lnTo>
                  <a:lnTo>
                    <a:pt x="1999712" y="884373"/>
                  </a:lnTo>
                  <a:lnTo>
                    <a:pt x="2000049" y="891497"/>
                  </a:lnTo>
                  <a:lnTo>
                    <a:pt x="2000385" y="899491"/>
                  </a:lnTo>
                  <a:lnTo>
                    <a:pt x="2000721" y="908264"/>
                  </a:lnTo>
                  <a:lnTo>
                    <a:pt x="2001058" y="917751"/>
                  </a:lnTo>
                  <a:lnTo>
                    <a:pt x="2001394" y="928870"/>
                  </a:lnTo>
                  <a:lnTo>
                    <a:pt x="2001731" y="939052"/>
                  </a:lnTo>
                  <a:lnTo>
                    <a:pt x="2002067" y="949791"/>
                  </a:lnTo>
                  <a:lnTo>
                    <a:pt x="2002404" y="962548"/>
                  </a:lnTo>
                  <a:lnTo>
                    <a:pt x="2002740" y="973687"/>
                  </a:lnTo>
                  <a:lnTo>
                    <a:pt x="2003077" y="983055"/>
                  </a:lnTo>
                  <a:lnTo>
                    <a:pt x="2003413" y="992250"/>
                  </a:lnTo>
                  <a:lnTo>
                    <a:pt x="2003750" y="1000786"/>
                  </a:lnTo>
                  <a:lnTo>
                    <a:pt x="2004086" y="1008525"/>
                  </a:lnTo>
                  <a:lnTo>
                    <a:pt x="2004423" y="1015368"/>
                  </a:lnTo>
                  <a:lnTo>
                    <a:pt x="2004759" y="1022051"/>
                  </a:lnTo>
                  <a:lnTo>
                    <a:pt x="2005095" y="1027369"/>
                  </a:lnTo>
                  <a:lnTo>
                    <a:pt x="2005432" y="1032505"/>
                  </a:lnTo>
                  <a:lnTo>
                    <a:pt x="2005768" y="1036897"/>
                  </a:lnTo>
                  <a:lnTo>
                    <a:pt x="2006105" y="1041673"/>
                  </a:lnTo>
                  <a:lnTo>
                    <a:pt x="2006441" y="1044382"/>
                  </a:lnTo>
                  <a:lnTo>
                    <a:pt x="2006778" y="1045660"/>
                  </a:lnTo>
                  <a:lnTo>
                    <a:pt x="2007114" y="1046964"/>
                  </a:lnTo>
                  <a:lnTo>
                    <a:pt x="2007451" y="1048312"/>
                  </a:lnTo>
                  <a:lnTo>
                    <a:pt x="2007787" y="1048920"/>
                  </a:lnTo>
                  <a:lnTo>
                    <a:pt x="2008124" y="1049339"/>
                  </a:lnTo>
                  <a:lnTo>
                    <a:pt x="2008460" y="1050517"/>
                  </a:lnTo>
                  <a:lnTo>
                    <a:pt x="2008797" y="1052040"/>
                  </a:lnTo>
                  <a:lnTo>
                    <a:pt x="2009133" y="1054685"/>
                  </a:lnTo>
                  <a:lnTo>
                    <a:pt x="2009469" y="1058286"/>
                  </a:lnTo>
                  <a:lnTo>
                    <a:pt x="2009806" y="1062579"/>
                  </a:lnTo>
                  <a:lnTo>
                    <a:pt x="2010142" y="1067281"/>
                  </a:lnTo>
                  <a:lnTo>
                    <a:pt x="2010479" y="1072585"/>
                  </a:lnTo>
                  <a:lnTo>
                    <a:pt x="2010815" y="1077830"/>
                  </a:lnTo>
                  <a:lnTo>
                    <a:pt x="2011152" y="1083241"/>
                  </a:lnTo>
                  <a:lnTo>
                    <a:pt x="2011488" y="1090074"/>
                  </a:lnTo>
                  <a:lnTo>
                    <a:pt x="2011825" y="1097603"/>
                  </a:lnTo>
                  <a:lnTo>
                    <a:pt x="2012161" y="1104893"/>
                  </a:lnTo>
                  <a:lnTo>
                    <a:pt x="2012498" y="1110985"/>
                  </a:lnTo>
                  <a:lnTo>
                    <a:pt x="2012834" y="1115747"/>
                  </a:lnTo>
                  <a:lnTo>
                    <a:pt x="2013171" y="1120167"/>
                  </a:lnTo>
                  <a:lnTo>
                    <a:pt x="2013507" y="1124834"/>
                  </a:lnTo>
                  <a:lnTo>
                    <a:pt x="2013843" y="1129125"/>
                  </a:lnTo>
                  <a:lnTo>
                    <a:pt x="2014180" y="1133238"/>
                  </a:lnTo>
                  <a:lnTo>
                    <a:pt x="2014516" y="1137082"/>
                  </a:lnTo>
                  <a:lnTo>
                    <a:pt x="2014853" y="1139587"/>
                  </a:lnTo>
                  <a:lnTo>
                    <a:pt x="2015189" y="1142046"/>
                  </a:lnTo>
                  <a:lnTo>
                    <a:pt x="2015526" y="1144724"/>
                  </a:lnTo>
                  <a:lnTo>
                    <a:pt x="2015862" y="1147601"/>
                  </a:lnTo>
                  <a:lnTo>
                    <a:pt x="2016199" y="1150399"/>
                  </a:lnTo>
                  <a:lnTo>
                    <a:pt x="2016535" y="1153708"/>
                  </a:lnTo>
                  <a:lnTo>
                    <a:pt x="2016872" y="1156679"/>
                  </a:lnTo>
                  <a:lnTo>
                    <a:pt x="2017208" y="1158864"/>
                  </a:lnTo>
                  <a:lnTo>
                    <a:pt x="2017545" y="1161010"/>
                  </a:lnTo>
                  <a:lnTo>
                    <a:pt x="2017881" y="1163887"/>
                  </a:lnTo>
                  <a:lnTo>
                    <a:pt x="2018217" y="1166663"/>
                  </a:lnTo>
                  <a:lnTo>
                    <a:pt x="2018554" y="1171641"/>
                  </a:lnTo>
                  <a:lnTo>
                    <a:pt x="2018890" y="1177950"/>
                  </a:lnTo>
                  <a:lnTo>
                    <a:pt x="2019227" y="1186920"/>
                  </a:lnTo>
                  <a:lnTo>
                    <a:pt x="2019563" y="1199024"/>
                  </a:lnTo>
                  <a:lnTo>
                    <a:pt x="2019900" y="1212496"/>
                  </a:lnTo>
                  <a:lnTo>
                    <a:pt x="2020236" y="1224675"/>
                  </a:lnTo>
                  <a:lnTo>
                    <a:pt x="2020573" y="1234380"/>
                  </a:lnTo>
                  <a:lnTo>
                    <a:pt x="2020909" y="1242476"/>
                  </a:lnTo>
                  <a:lnTo>
                    <a:pt x="2021246" y="1250695"/>
                  </a:lnTo>
                  <a:lnTo>
                    <a:pt x="2021582" y="1256424"/>
                  </a:lnTo>
                  <a:lnTo>
                    <a:pt x="2021918" y="1260946"/>
                  </a:lnTo>
                  <a:lnTo>
                    <a:pt x="2022255" y="1265346"/>
                  </a:lnTo>
                  <a:lnTo>
                    <a:pt x="2022591" y="1269171"/>
                  </a:lnTo>
                  <a:lnTo>
                    <a:pt x="2022928" y="1273289"/>
                  </a:lnTo>
                  <a:lnTo>
                    <a:pt x="2023264" y="1277992"/>
                  </a:lnTo>
                  <a:lnTo>
                    <a:pt x="2023601" y="1283397"/>
                  </a:lnTo>
                  <a:lnTo>
                    <a:pt x="2023937" y="1288291"/>
                  </a:lnTo>
                  <a:lnTo>
                    <a:pt x="2024274" y="1291977"/>
                  </a:lnTo>
                  <a:lnTo>
                    <a:pt x="2024610" y="1294202"/>
                  </a:lnTo>
                  <a:lnTo>
                    <a:pt x="2024947" y="1295341"/>
                  </a:lnTo>
                  <a:lnTo>
                    <a:pt x="2025283" y="1296766"/>
                  </a:lnTo>
                  <a:lnTo>
                    <a:pt x="2025620" y="1298534"/>
                  </a:lnTo>
                  <a:lnTo>
                    <a:pt x="2025956" y="1300312"/>
                  </a:lnTo>
                  <a:lnTo>
                    <a:pt x="2026292" y="1301757"/>
                  </a:lnTo>
                  <a:lnTo>
                    <a:pt x="2026629" y="1302716"/>
                  </a:lnTo>
                  <a:lnTo>
                    <a:pt x="2026965" y="1303153"/>
                  </a:lnTo>
                  <a:lnTo>
                    <a:pt x="2027302" y="1302637"/>
                  </a:lnTo>
                  <a:lnTo>
                    <a:pt x="2027638" y="1302128"/>
                  </a:lnTo>
                  <a:lnTo>
                    <a:pt x="2027975" y="1300905"/>
                  </a:lnTo>
                  <a:lnTo>
                    <a:pt x="2028311" y="1298746"/>
                  </a:lnTo>
                  <a:lnTo>
                    <a:pt x="2028648" y="1295731"/>
                  </a:lnTo>
                  <a:lnTo>
                    <a:pt x="2028984" y="1293113"/>
                  </a:lnTo>
                  <a:lnTo>
                    <a:pt x="2029321" y="1289941"/>
                  </a:lnTo>
                  <a:lnTo>
                    <a:pt x="2029657" y="1288242"/>
                  </a:lnTo>
                  <a:lnTo>
                    <a:pt x="2029994" y="1286205"/>
                  </a:lnTo>
                  <a:lnTo>
                    <a:pt x="2030330" y="1283338"/>
                  </a:lnTo>
                  <a:lnTo>
                    <a:pt x="2030666" y="1280826"/>
                  </a:lnTo>
                  <a:lnTo>
                    <a:pt x="2031003" y="1278056"/>
                  </a:lnTo>
                  <a:lnTo>
                    <a:pt x="2031339" y="1275089"/>
                  </a:lnTo>
                  <a:lnTo>
                    <a:pt x="2031676" y="1271883"/>
                  </a:lnTo>
                  <a:lnTo>
                    <a:pt x="2032012" y="1268494"/>
                  </a:lnTo>
                  <a:lnTo>
                    <a:pt x="2032349" y="1264232"/>
                  </a:lnTo>
                  <a:lnTo>
                    <a:pt x="2032685" y="1259393"/>
                  </a:lnTo>
                  <a:lnTo>
                    <a:pt x="2033022" y="1254696"/>
                  </a:lnTo>
                  <a:lnTo>
                    <a:pt x="2033358" y="1249855"/>
                  </a:lnTo>
                  <a:lnTo>
                    <a:pt x="2033695" y="1245910"/>
                  </a:lnTo>
                  <a:lnTo>
                    <a:pt x="2034031" y="1241660"/>
                  </a:lnTo>
                  <a:lnTo>
                    <a:pt x="2034368" y="1237199"/>
                  </a:lnTo>
                  <a:lnTo>
                    <a:pt x="2034704" y="1231709"/>
                  </a:lnTo>
                  <a:lnTo>
                    <a:pt x="2035040" y="1226715"/>
                  </a:lnTo>
                  <a:lnTo>
                    <a:pt x="2035377" y="1220702"/>
                  </a:lnTo>
                  <a:lnTo>
                    <a:pt x="2035713" y="1214735"/>
                  </a:lnTo>
                  <a:lnTo>
                    <a:pt x="2036050" y="1208198"/>
                  </a:lnTo>
                  <a:lnTo>
                    <a:pt x="2036386" y="1200736"/>
                  </a:lnTo>
                  <a:lnTo>
                    <a:pt x="2036723" y="1193146"/>
                  </a:lnTo>
                  <a:lnTo>
                    <a:pt x="2037059" y="1185320"/>
                  </a:lnTo>
                  <a:lnTo>
                    <a:pt x="2037396" y="1177787"/>
                  </a:lnTo>
                  <a:lnTo>
                    <a:pt x="2037732" y="1171334"/>
                  </a:lnTo>
                  <a:lnTo>
                    <a:pt x="2038069" y="1165598"/>
                  </a:lnTo>
                  <a:lnTo>
                    <a:pt x="2038405" y="1159491"/>
                  </a:lnTo>
                  <a:lnTo>
                    <a:pt x="2038742" y="1153253"/>
                  </a:lnTo>
                  <a:lnTo>
                    <a:pt x="2039078" y="1146786"/>
                  </a:lnTo>
                  <a:lnTo>
                    <a:pt x="2039414" y="1139726"/>
                  </a:lnTo>
                  <a:lnTo>
                    <a:pt x="2039751" y="1133445"/>
                  </a:lnTo>
                  <a:lnTo>
                    <a:pt x="2040087" y="1127536"/>
                  </a:lnTo>
                  <a:lnTo>
                    <a:pt x="2040424" y="1122242"/>
                  </a:lnTo>
                  <a:lnTo>
                    <a:pt x="2040760" y="1117048"/>
                  </a:lnTo>
                  <a:lnTo>
                    <a:pt x="2041097" y="1112228"/>
                  </a:lnTo>
                  <a:lnTo>
                    <a:pt x="2041433" y="1107085"/>
                  </a:lnTo>
                  <a:lnTo>
                    <a:pt x="2041770" y="1103924"/>
                  </a:lnTo>
                  <a:lnTo>
                    <a:pt x="2042106" y="1102126"/>
                  </a:lnTo>
                  <a:lnTo>
                    <a:pt x="2042443" y="1102470"/>
                  </a:lnTo>
                  <a:lnTo>
                    <a:pt x="2042779" y="1102952"/>
                  </a:lnTo>
                  <a:lnTo>
                    <a:pt x="2043116" y="1104267"/>
                  </a:lnTo>
                  <a:lnTo>
                    <a:pt x="2043452" y="1105839"/>
                  </a:lnTo>
                  <a:lnTo>
                    <a:pt x="2043788" y="1109015"/>
                  </a:lnTo>
                  <a:lnTo>
                    <a:pt x="2044125" y="1113982"/>
                  </a:lnTo>
                  <a:lnTo>
                    <a:pt x="2044461" y="1119173"/>
                  </a:lnTo>
                  <a:lnTo>
                    <a:pt x="2044798" y="1124900"/>
                  </a:lnTo>
                  <a:lnTo>
                    <a:pt x="2045134" y="1130107"/>
                  </a:lnTo>
                  <a:lnTo>
                    <a:pt x="2045471" y="1134097"/>
                  </a:lnTo>
                  <a:lnTo>
                    <a:pt x="2045807" y="1137854"/>
                  </a:lnTo>
                  <a:lnTo>
                    <a:pt x="2046144" y="1141813"/>
                  </a:lnTo>
                  <a:lnTo>
                    <a:pt x="2046480" y="1144997"/>
                  </a:lnTo>
                  <a:lnTo>
                    <a:pt x="2046817" y="1147463"/>
                  </a:lnTo>
                  <a:lnTo>
                    <a:pt x="2047153" y="1149174"/>
                  </a:lnTo>
                  <a:lnTo>
                    <a:pt x="2047490" y="1149977"/>
                  </a:lnTo>
                  <a:lnTo>
                    <a:pt x="2047826" y="1151193"/>
                  </a:lnTo>
                  <a:lnTo>
                    <a:pt x="2048162" y="1153337"/>
                  </a:lnTo>
                  <a:lnTo>
                    <a:pt x="2048499" y="1155384"/>
                  </a:lnTo>
                  <a:lnTo>
                    <a:pt x="2048835" y="1158492"/>
                  </a:lnTo>
                  <a:lnTo>
                    <a:pt x="2049172" y="1161688"/>
                  </a:lnTo>
                  <a:lnTo>
                    <a:pt x="2049508" y="1164185"/>
                  </a:lnTo>
                  <a:lnTo>
                    <a:pt x="2049845" y="1165877"/>
                  </a:lnTo>
                  <a:lnTo>
                    <a:pt x="2050181" y="1169199"/>
                  </a:lnTo>
                  <a:lnTo>
                    <a:pt x="2050518" y="1172899"/>
                  </a:lnTo>
                  <a:lnTo>
                    <a:pt x="2050854" y="1175870"/>
                  </a:lnTo>
                  <a:lnTo>
                    <a:pt x="2051191" y="1179242"/>
                  </a:lnTo>
                  <a:lnTo>
                    <a:pt x="2051527" y="1181654"/>
                  </a:lnTo>
                  <a:lnTo>
                    <a:pt x="2051864" y="1183695"/>
                  </a:lnTo>
                  <a:lnTo>
                    <a:pt x="2052200" y="1185821"/>
                  </a:lnTo>
                  <a:lnTo>
                    <a:pt x="2052536" y="1188054"/>
                  </a:lnTo>
                  <a:lnTo>
                    <a:pt x="2052873" y="1189993"/>
                  </a:lnTo>
                  <a:lnTo>
                    <a:pt x="2053209" y="1192416"/>
                  </a:lnTo>
                  <a:lnTo>
                    <a:pt x="2053546" y="1194879"/>
                  </a:lnTo>
                  <a:lnTo>
                    <a:pt x="2053882" y="1197706"/>
                  </a:lnTo>
                  <a:lnTo>
                    <a:pt x="2054219" y="1198774"/>
                  </a:lnTo>
                  <a:lnTo>
                    <a:pt x="2054555" y="1200522"/>
                  </a:lnTo>
                  <a:lnTo>
                    <a:pt x="2054892" y="1203176"/>
                  </a:lnTo>
                  <a:lnTo>
                    <a:pt x="2055228" y="1205971"/>
                  </a:lnTo>
                  <a:lnTo>
                    <a:pt x="2055565" y="1208925"/>
                  </a:lnTo>
                  <a:lnTo>
                    <a:pt x="2055901" y="1211618"/>
                  </a:lnTo>
                  <a:lnTo>
                    <a:pt x="2056237" y="1214443"/>
                  </a:lnTo>
                  <a:lnTo>
                    <a:pt x="2056574" y="1216752"/>
                  </a:lnTo>
                  <a:lnTo>
                    <a:pt x="2056910" y="1219325"/>
                  </a:lnTo>
                  <a:lnTo>
                    <a:pt x="2057247" y="1222695"/>
                  </a:lnTo>
                  <a:lnTo>
                    <a:pt x="2057583" y="1226557"/>
                  </a:lnTo>
                  <a:lnTo>
                    <a:pt x="2057920" y="1230432"/>
                  </a:lnTo>
                  <a:lnTo>
                    <a:pt x="2058256" y="1234240"/>
                  </a:lnTo>
                  <a:lnTo>
                    <a:pt x="2058593" y="1238221"/>
                  </a:lnTo>
                  <a:lnTo>
                    <a:pt x="2058929" y="1241417"/>
                  </a:lnTo>
                  <a:lnTo>
                    <a:pt x="2059266" y="1244439"/>
                  </a:lnTo>
                  <a:lnTo>
                    <a:pt x="2059602" y="1247539"/>
                  </a:lnTo>
                  <a:lnTo>
                    <a:pt x="2059939" y="1250067"/>
                  </a:lnTo>
                  <a:lnTo>
                    <a:pt x="2060275" y="1251530"/>
                  </a:lnTo>
                  <a:lnTo>
                    <a:pt x="2060611" y="1252305"/>
                  </a:lnTo>
                  <a:lnTo>
                    <a:pt x="2060948" y="1251666"/>
                  </a:lnTo>
                  <a:lnTo>
                    <a:pt x="2061284" y="1251004"/>
                  </a:lnTo>
                  <a:lnTo>
                    <a:pt x="2061621" y="1250558"/>
                  </a:lnTo>
                  <a:lnTo>
                    <a:pt x="2061957" y="1249641"/>
                  </a:lnTo>
                  <a:lnTo>
                    <a:pt x="2062294" y="1248626"/>
                  </a:lnTo>
                  <a:lnTo>
                    <a:pt x="2062630" y="1247916"/>
                  </a:lnTo>
                  <a:lnTo>
                    <a:pt x="2062967" y="1247396"/>
                  </a:lnTo>
                  <a:lnTo>
                    <a:pt x="2063303" y="1246817"/>
                  </a:lnTo>
                  <a:lnTo>
                    <a:pt x="2063640" y="1246253"/>
                  </a:lnTo>
                  <a:lnTo>
                    <a:pt x="2063976" y="1245297"/>
                  </a:lnTo>
                  <a:lnTo>
                    <a:pt x="2064313" y="1244179"/>
                  </a:lnTo>
                  <a:lnTo>
                    <a:pt x="2064649" y="1243410"/>
                  </a:lnTo>
                  <a:lnTo>
                    <a:pt x="2064985" y="1242210"/>
                  </a:lnTo>
                  <a:lnTo>
                    <a:pt x="2065322" y="1240730"/>
                  </a:lnTo>
                  <a:lnTo>
                    <a:pt x="2065658" y="1238819"/>
                  </a:lnTo>
                  <a:lnTo>
                    <a:pt x="2065995" y="1236519"/>
                  </a:lnTo>
                  <a:lnTo>
                    <a:pt x="2066331" y="1233828"/>
                  </a:lnTo>
                  <a:lnTo>
                    <a:pt x="2066668" y="1230434"/>
                  </a:lnTo>
                  <a:lnTo>
                    <a:pt x="2067004" y="1226589"/>
                  </a:lnTo>
                  <a:lnTo>
                    <a:pt x="2067341" y="1222365"/>
                  </a:lnTo>
                  <a:lnTo>
                    <a:pt x="2067677" y="1217187"/>
                  </a:lnTo>
                  <a:lnTo>
                    <a:pt x="2068014" y="1211016"/>
                  </a:lnTo>
                  <a:lnTo>
                    <a:pt x="2068350" y="1203596"/>
                  </a:lnTo>
                  <a:lnTo>
                    <a:pt x="2068687" y="1195623"/>
                  </a:lnTo>
                  <a:lnTo>
                    <a:pt x="2069023" y="1187045"/>
                  </a:lnTo>
                  <a:lnTo>
                    <a:pt x="2069359" y="1177903"/>
                  </a:lnTo>
                  <a:lnTo>
                    <a:pt x="2069696" y="1168246"/>
                  </a:lnTo>
                  <a:lnTo>
                    <a:pt x="2070032" y="1157833"/>
                  </a:lnTo>
                  <a:lnTo>
                    <a:pt x="2070369" y="1147767"/>
                  </a:lnTo>
                  <a:lnTo>
                    <a:pt x="2070705" y="1138222"/>
                  </a:lnTo>
                  <a:lnTo>
                    <a:pt x="2071042" y="1129497"/>
                  </a:lnTo>
                  <a:lnTo>
                    <a:pt x="2071378" y="1122283"/>
                  </a:lnTo>
                  <a:lnTo>
                    <a:pt x="2071715" y="1116211"/>
                  </a:lnTo>
                  <a:lnTo>
                    <a:pt x="2072051" y="1110689"/>
                  </a:lnTo>
                  <a:lnTo>
                    <a:pt x="2072388" y="1106078"/>
                  </a:lnTo>
                  <a:lnTo>
                    <a:pt x="2072724" y="1103253"/>
                  </a:lnTo>
                  <a:lnTo>
                    <a:pt x="2073061" y="1101657"/>
                  </a:lnTo>
                  <a:lnTo>
                    <a:pt x="2073397" y="1100577"/>
                  </a:lnTo>
                  <a:lnTo>
                    <a:pt x="2073733" y="1101033"/>
                  </a:lnTo>
                  <a:lnTo>
                    <a:pt x="2074070" y="1103269"/>
                  </a:lnTo>
                  <a:lnTo>
                    <a:pt x="2074406" y="1105984"/>
                  </a:lnTo>
                  <a:lnTo>
                    <a:pt x="2074743" y="1108409"/>
                  </a:lnTo>
                  <a:lnTo>
                    <a:pt x="2075079" y="1111064"/>
                  </a:lnTo>
                  <a:lnTo>
                    <a:pt x="2075416" y="1113373"/>
                  </a:lnTo>
                  <a:lnTo>
                    <a:pt x="2075752" y="1115612"/>
                  </a:lnTo>
                  <a:lnTo>
                    <a:pt x="2076089" y="1117127"/>
                  </a:lnTo>
                  <a:lnTo>
                    <a:pt x="2076425" y="1117202"/>
                  </a:lnTo>
                  <a:lnTo>
                    <a:pt x="2076762" y="1116716"/>
                  </a:lnTo>
                  <a:lnTo>
                    <a:pt x="2077098" y="1115301"/>
                  </a:lnTo>
                  <a:lnTo>
                    <a:pt x="2077435" y="1112784"/>
                  </a:lnTo>
                  <a:lnTo>
                    <a:pt x="2077771" y="1108604"/>
                  </a:lnTo>
                  <a:lnTo>
                    <a:pt x="2078107" y="1103049"/>
                  </a:lnTo>
                  <a:lnTo>
                    <a:pt x="2078444" y="1096853"/>
                  </a:lnTo>
                  <a:lnTo>
                    <a:pt x="2078780" y="1089888"/>
                  </a:lnTo>
                  <a:lnTo>
                    <a:pt x="2079117" y="1082304"/>
                  </a:lnTo>
                  <a:lnTo>
                    <a:pt x="2079453" y="1074377"/>
                  </a:lnTo>
                  <a:lnTo>
                    <a:pt x="2079790" y="1066014"/>
                  </a:lnTo>
                  <a:lnTo>
                    <a:pt x="2080126" y="1057925"/>
                  </a:lnTo>
                  <a:lnTo>
                    <a:pt x="2080463" y="1049184"/>
                  </a:lnTo>
                  <a:lnTo>
                    <a:pt x="2080799" y="1039242"/>
                  </a:lnTo>
                  <a:lnTo>
                    <a:pt x="2081136" y="1028413"/>
                  </a:lnTo>
                  <a:lnTo>
                    <a:pt x="2081472" y="1017621"/>
                  </a:lnTo>
                  <a:lnTo>
                    <a:pt x="2081809" y="1006853"/>
                  </a:lnTo>
                  <a:lnTo>
                    <a:pt x="2082145" y="997531"/>
                  </a:lnTo>
                  <a:lnTo>
                    <a:pt x="2082481" y="989151"/>
                  </a:lnTo>
                  <a:lnTo>
                    <a:pt x="2082818" y="981505"/>
                  </a:lnTo>
                  <a:lnTo>
                    <a:pt x="2083154" y="974173"/>
                  </a:lnTo>
                  <a:lnTo>
                    <a:pt x="2083491" y="966871"/>
                  </a:lnTo>
                  <a:lnTo>
                    <a:pt x="2083827" y="959447"/>
                  </a:lnTo>
                  <a:lnTo>
                    <a:pt x="2084164" y="952001"/>
                  </a:lnTo>
                  <a:lnTo>
                    <a:pt x="2084500" y="945103"/>
                  </a:lnTo>
                  <a:lnTo>
                    <a:pt x="2084837" y="939465"/>
                  </a:lnTo>
                  <a:lnTo>
                    <a:pt x="2085173" y="935141"/>
                  </a:lnTo>
                  <a:lnTo>
                    <a:pt x="2085510" y="932088"/>
                  </a:lnTo>
                  <a:lnTo>
                    <a:pt x="2085846" y="929898"/>
                  </a:lnTo>
                  <a:lnTo>
                    <a:pt x="2086182" y="927635"/>
                  </a:lnTo>
                  <a:lnTo>
                    <a:pt x="2086519" y="925800"/>
                  </a:lnTo>
                  <a:lnTo>
                    <a:pt x="2086855" y="923949"/>
                  </a:lnTo>
                  <a:lnTo>
                    <a:pt x="2087192" y="922721"/>
                  </a:lnTo>
                  <a:lnTo>
                    <a:pt x="2087528" y="920991"/>
                  </a:lnTo>
                  <a:lnTo>
                    <a:pt x="2087865" y="919651"/>
                  </a:lnTo>
                  <a:lnTo>
                    <a:pt x="2088201" y="919027"/>
                  </a:lnTo>
                  <a:lnTo>
                    <a:pt x="2088538" y="918250"/>
                  </a:lnTo>
                  <a:lnTo>
                    <a:pt x="2088874" y="917794"/>
                  </a:lnTo>
                  <a:lnTo>
                    <a:pt x="2089211" y="917928"/>
                  </a:lnTo>
                  <a:lnTo>
                    <a:pt x="2089547" y="917775"/>
                  </a:lnTo>
                  <a:lnTo>
                    <a:pt x="2089884" y="917454"/>
                  </a:lnTo>
                  <a:lnTo>
                    <a:pt x="2090220" y="915732"/>
                  </a:lnTo>
                  <a:lnTo>
                    <a:pt x="2090556" y="913025"/>
                  </a:lnTo>
                  <a:lnTo>
                    <a:pt x="2090893" y="910269"/>
                  </a:lnTo>
                  <a:lnTo>
                    <a:pt x="2091229" y="907976"/>
                  </a:lnTo>
                  <a:lnTo>
                    <a:pt x="2091566" y="906257"/>
                  </a:lnTo>
                  <a:lnTo>
                    <a:pt x="2091902" y="905114"/>
                  </a:lnTo>
                  <a:lnTo>
                    <a:pt x="2092239" y="902084"/>
                  </a:lnTo>
                  <a:lnTo>
                    <a:pt x="2092575" y="898435"/>
                  </a:lnTo>
                  <a:lnTo>
                    <a:pt x="2092912" y="894344"/>
                  </a:lnTo>
                  <a:lnTo>
                    <a:pt x="2093248" y="890558"/>
                  </a:lnTo>
                  <a:lnTo>
                    <a:pt x="2093585" y="886420"/>
                  </a:lnTo>
                  <a:lnTo>
                    <a:pt x="2093921" y="883320"/>
                  </a:lnTo>
                  <a:lnTo>
                    <a:pt x="2094258" y="880023"/>
                  </a:lnTo>
                  <a:lnTo>
                    <a:pt x="2094594" y="876994"/>
                  </a:lnTo>
                  <a:lnTo>
                    <a:pt x="2094930" y="874301"/>
                  </a:lnTo>
                  <a:lnTo>
                    <a:pt x="2095267" y="872793"/>
                  </a:lnTo>
                  <a:lnTo>
                    <a:pt x="2095603" y="872799"/>
                  </a:lnTo>
                  <a:lnTo>
                    <a:pt x="2095940" y="873191"/>
                  </a:lnTo>
                  <a:lnTo>
                    <a:pt x="2096276" y="872001"/>
                  </a:lnTo>
                  <a:lnTo>
                    <a:pt x="2096613" y="871485"/>
                  </a:lnTo>
                  <a:lnTo>
                    <a:pt x="2096949" y="870477"/>
                  </a:lnTo>
                  <a:lnTo>
                    <a:pt x="2097286" y="870682"/>
                  </a:lnTo>
                  <a:lnTo>
                    <a:pt x="2097622" y="872077"/>
                  </a:lnTo>
                  <a:lnTo>
                    <a:pt x="2097959" y="874240"/>
                  </a:lnTo>
                  <a:lnTo>
                    <a:pt x="2098295" y="877383"/>
                  </a:lnTo>
                  <a:lnTo>
                    <a:pt x="2098632" y="880068"/>
                  </a:lnTo>
                  <a:lnTo>
                    <a:pt x="2098968" y="883054"/>
                  </a:lnTo>
                  <a:lnTo>
                    <a:pt x="2099304" y="885444"/>
                  </a:lnTo>
                  <a:lnTo>
                    <a:pt x="2099641" y="888882"/>
                  </a:lnTo>
                  <a:lnTo>
                    <a:pt x="2099977" y="893205"/>
                  </a:lnTo>
                  <a:lnTo>
                    <a:pt x="2100314" y="897059"/>
                  </a:lnTo>
                  <a:lnTo>
                    <a:pt x="2100650" y="900351"/>
                  </a:lnTo>
                  <a:lnTo>
                    <a:pt x="2100987" y="903529"/>
                  </a:lnTo>
                  <a:lnTo>
                    <a:pt x="2101323" y="907026"/>
                  </a:lnTo>
                  <a:lnTo>
                    <a:pt x="2101660" y="910319"/>
                  </a:lnTo>
                  <a:lnTo>
                    <a:pt x="2101996" y="913455"/>
                  </a:lnTo>
                  <a:lnTo>
                    <a:pt x="2102333" y="916207"/>
                  </a:lnTo>
                  <a:lnTo>
                    <a:pt x="2102669" y="918377"/>
                  </a:lnTo>
                  <a:lnTo>
                    <a:pt x="2103006" y="919224"/>
                  </a:lnTo>
                  <a:lnTo>
                    <a:pt x="2103342" y="920358"/>
                  </a:lnTo>
                  <a:lnTo>
                    <a:pt x="2103678" y="921782"/>
                  </a:lnTo>
                  <a:lnTo>
                    <a:pt x="2104015" y="922783"/>
                  </a:lnTo>
                  <a:lnTo>
                    <a:pt x="2104351" y="922718"/>
                  </a:lnTo>
                  <a:lnTo>
                    <a:pt x="2104688" y="922169"/>
                  </a:lnTo>
                  <a:lnTo>
                    <a:pt x="2105024" y="920379"/>
                  </a:lnTo>
                  <a:lnTo>
                    <a:pt x="2105361" y="917574"/>
                  </a:lnTo>
                  <a:lnTo>
                    <a:pt x="2105697" y="916850"/>
                  </a:lnTo>
                  <a:lnTo>
                    <a:pt x="2106034" y="915411"/>
                  </a:lnTo>
                  <a:lnTo>
                    <a:pt x="2106370" y="913757"/>
                  </a:lnTo>
                  <a:lnTo>
                    <a:pt x="2106707" y="913286"/>
                  </a:lnTo>
                  <a:lnTo>
                    <a:pt x="2107043" y="912908"/>
                  </a:lnTo>
                  <a:lnTo>
                    <a:pt x="2107380" y="911994"/>
                  </a:lnTo>
                  <a:lnTo>
                    <a:pt x="2107716" y="910563"/>
                  </a:lnTo>
                  <a:lnTo>
                    <a:pt x="2108052" y="909951"/>
                  </a:lnTo>
                  <a:lnTo>
                    <a:pt x="2108389" y="909425"/>
                  </a:lnTo>
                  <a:lnTo>
                    <a:pt x="2108725" y="909689"/>
                  </a:lnTo>
                  <a:lnTo>
                    <a:pt x="2109062" y="909358"/>
                  </a:lnTo>
                  <a:lnTo>
                    <a:pt x="2109398" y="908087"/>
                  </a:lnTo>
                  <a:lnTo>
                    <a:pt x="2109735" y="905863"/>
                  </a:lnTo>
                  <a:lnTo>
                    <a:pt x="2110071" y="904025"/>
                  </a:lnTo>
                  <a:lnTo>
                    <a:pt x="2110408" y="902414"/>
                  </a:lnTo>
                  <a:lnTo>
                    <a:pt x="2110744" y="900435"/>
                  </a:lnTo>
                  <a:lnTo>
                    <a:pt x="2111081" y="898183"/>
                  </a:lnTo>
                  <a:lnTo>
                    <a:pt x="2111417" y="895567"/>
                  </a:lnTo>
                  <a:lnTo>
                    <a:pt x="2111754" y="893035"/>
                  </a:lnTo>
                  <a:lnTo>
                    <a:pt x="2112090" y="891791"/>
                  </a:lnTo>
                  <a:lnTo>
                    <a:pt x="2112426" y="891926"/>
                  </a:lnTo>
                  <a:lnTo>
                    <a:pt x="2112763" y="894106"/>
                  </a:lnTo>
                  <a:lnTo>
                    <a:pt x="2113099" y="897342"/>
                  </a:lnTo>
                  <a:lnTo>
                    <a:pt x="2113436" y="901226"/>
                  </a:lnTo>
                  <a:lnTo>
                    <a:pt x="2113772" y="905699"/>
                  </a:lnTo>
                  <a:lnTo>
                    <a:pt x="2114109" y="910307"/>
                  </a:lnTo>
                  <a:lnTo>
                    <a:pt x="2114445" y="915244"/>
                  </a:lnTo>
                  <a:lnTo>
                    <a:pt x="2114782" y="920441"/>
                  </a:lnTo>
                  <a:lnTo>
                    <a:pt x="2115118" y="924909"/>
                  </a:lnTo>
                  <a:lnTo>
                    <a:pt x="2115455" y="928454"/>
                  </a:lnTo>
                  <a:lnTo>
                    <a:pt x="2115791" y="931855"/>
                  </a:lnTo>
                  <a:lnTo>
                    <a:pt x="2116128" y="935292"/>
                  </a:lnTo>
                  <a:lnTo>
                    <a:pt x="2116464" y="938739"/>
                  </a:lnTo>
                  <a:lnTo>
                    <a:pt x="2116800" y="941975"/>
                  </a:lnTo>
                  <a:lnTo>
                    <a:pt x="2117137" y="945161"/>
                  </a:lnTo>
                  <a:lnTo>
                    <a:pt x="2117473" y="947202"/>
                  </a:lnTo>
                  <a:lnTo>
                    <a:pt x="2117810" y="948613"/>
                  </a:lnTo>
                  <a:lnTo>
                    <a:pt x="2118146" y="949676"/>
                  </a:lnTo>
                  <a:lnTo>
                    <a:pt x="2118483" y="950511"/>
                  </a:lnTo>
                  <a:lnTo>
                    <a:pt x="2118819" y="951325"/>
                  </a:lnTo>
                  <a:lnTo>
                    <a:pt x="2119156" y="952634"/>
                  </a:lnTo>
                  <a:lnTo>
                    <a:pt x="2119492" y="954016"/>
                  </a:lnTo>
                  <a:lnTo>
                    <a:pt x="2119829" y="955793"/>
                  </a:lnTo>
                  <a:lnTo>
                    <a:pt x="2120165" y="957731"/>
                  </a:lnTo>
                  <a:lnTo>
                    <a:pt x="2120501" y="960074"/>
                  </a:lnTo>
                  <a:lnTo>
                    <a:pt x="2120838" y="962735"/>
                  </a:lnTo>
                  <a:lnTo>
                    <a:pt x="2121174" y="965459"/>
                  </a:lnTo>
                  <a:lnTo>
                    <a:pt x="2121511" y="968579"/>
                  </a:lnTo>
                  <a:lnTo>
                    <a:pt x="2121847" y="970587"/>
                  </a:lnTo>
                  <a:lnTo>
                    <a:pt x="2122184" y="971317"/>
                  </a:lnTo>
                  <a:lnTo>
                    <a:pt x="2122520" y="971528"/>
                  </a:lnTo>
                  <a:lnTo>
                    <a:pt x="2122857" y="970524"/>
                  </a:lnTo>
                  <a:lnTo>
                    <a:pt x="2123193" y="969264"/>
                  </a:lnTo>
                  <a:lnTo>
                    <a:pt x="2123530" y="967145"/>
                  </a:lnTo>
                  <a:lnTo>
                    <a:pt x="2123866" y="964015"/>
                  </a:lnTo>
                  <a:lnTo>
                    <a:pt x="2124203" y="961395"/>
                  </a:lnTo>
                  <a:lnTo>
                    <a:pt x="2124539" y="958412"/>
                  </a:lnTo>
                  <a:lnTo>
                    <a:pt x="2124875" y="955159"/>
                  </a:lnTo>
                  <a:lnTo>
                    <a:pt x="2125212" y="950057"/>
                  </a:lnTo>
                  <a:lnTo>
                    <a:pt x="2125548" y="944785"/>
                  </a:lnTo>
                  <a:lnTo>
                    <a:pt x="2125885" y="937794"/>
                  </a:lnTo>
                  <a:lnTo>
                    <a:pt x="2126221" y="930284"/>
                  </a:lnTo>
                  <a:lnTo>
                    <a:pt x="2126558" y="922595"/>
                  </a:lnTo>
                  <a:lnTo>
                    <a:pt x="2126894" y="913767"/>
                  </a:lnTo>
                  <a:lnTo>
                    <a:pt x="2127231" y="905230"/>
                  </a:lnTo>
                  <a:lnTo>
                    <a:pt x="2127567" y="896997"/>
                  </a:lnTo>
                  <a:lnTo>
                    <a:pt x="2127904" y="888973"/>
                  </a:lnTo>
                  <a:lnTo>
                    <a:pt x="2128240" y="881800"/>
                  </a:lnTo>
                  <a:lnTo>
                    <a:pt x="2128577" y="875297"/>
                  </a:lnTo>
                  <a:lnTo>
                    <a:pt x="2128913" y="869255"/>
                  </a:lnTo>
                  <a:lnTo>
                    <a:pt x="2129249" y="863643"/>
                  </a:lnTo>
                  <a:lnTo>
                    <a:pt x="2129586" y="857934"/>
                  </a:lnTo>
                  <a:lnTo>
                    <a:pt x="2129922" y="853367"/>
                  </a:lnTo>
                  <a:lnTo>
                    <a:pt x="2130259" y="849646"/>
                  </a:lnTo>
                  <a:lnTo>
                    <a:pt x="2130595" y="846628"/>
                  </a:lnTo>
                  <a:lnTo>
                    <a:pt x="2130932" y="845276"/>
                  </a:lnTo>
                  <a:lnTo>
                    <a:pt x="2131268" y="844998"/>
                  </a:lnTo>
                  <a:lnTo>
                    <a:pt x="2131605" y="845946"/>
                  </a:lnTo>
                  <a:lnTo>
                    <a:pt x="2131941" y="847851"/>
                  </a:lnTo>
                  <a:lnTo>
                    <a:pt x="2132278" y="850614"/>
                  </a:lnTo>
                  <a:lnTo>
                    <a:pt x="2132614" y="852795"/>
                  </a:lnTo>
                  <a:lnTo>
                    <a:pt x="2132951" y="854969"/>
                  </a:lnTo>
                  <a:lnTo>
                    <a:pt x="2133287" y="856713"/>
                  </a:lnTo>
                  <a:lnTo>
                    <a:pt x="2133623" y="858420"/>
                  </a:lnTo>
                  <a:lnTo>
                    <a:pt x="2133960" y="860976"/>
                  </a:lnTo>
                  <a:lnTo>
                    <a:pt x="2134296" y="864153"/>
                  </a:lnTo>
                  <a:lnTo>
                    <a:pt x="2134633" y="868286"/>
                  </a:lnTo>
                  <a:lnTo>
                    <a:pt x="2134969" y="873482"/>
                  </a:lnTo>
                  <a:lnTo>
                    <a:pt x="2135306" y="879705"/>
                  </a:lnTo>
                  <a:lnTo>
                    <a:pt x="2135642" y="886738"/>
                  </a:lnTo>
                  <a:lnTo>
                    <a:pt x="2135979" y="894177"/>
                  </a:lnTo>
                  <a:lnTo>
                    <a:pt x="2136315" y="902144"/>
                  </a:lnTo>
                  <a:lnTo>
                    <a:pt x="2136652" y="910785"/>
                  </a:lnTo>
                  <a:lnTo>
                    <a:pt x="2136988" y="920276"/>
                  </a:lnTo>
                  <a:lnTo>
                    <a:pt x="2137325" y="931212"/>
                  </a:lnTo>
                  <a:lnTo>
                    <a:pt x="2137661" y="943029"/>
                  </a:lnTo>
                  <a:lnTo>
                    <a:pt x="2137997" y="955448"/>
                  </a:lnTo>
                  <a:lnTo>
                    <a:pt x="2138334" y="968023"/>
                  </a:lnTo>
                  <a:lnTo>
                    <a:pt x="2138670" y="980058"/>
                  </a:lnTo>
                  <a:lnTo>
                    <a:pt x="2139007" y="991564"/>
                  </a:lnTo>
                  <a:lnTo>
                    <a:pt x="2139343" y="1002725"/>
                  </a:lnTo>
                  <a:lnTo>
                    <a:pt x="2139680" y="1012891"/>
                  </a:lnTo>
                  <a:lnTo>
                    <a:pt x="2140016" y="1021870"/>
                  </a:lnTo>
                  <a:lnTo>
                    <a:pt x="2140353" y="1029757"/>
                  </a:lnTo>
                  <a:lnTo>
                    <a:pt x="2140689" y="1036544"/>
                  </a:lnTo>
                  <a:lnTo>
                    <a:pt x="2141026" y="1042411"/>
                  </a:lnTo>
                  <a:lnTo>
                    <a:pt x="2141362" y="1046842"/>
                  </a:lnTo>
                  <a:lnTo>
                    <a:pt x="2141699" y="1050231"/>
                  </a:lnTo>
                  <a:lnTo>
                    <a:pt x="2142035" y="1053405"/>
                  </a:lnTo>
                  <a:lnTo>
                    <a:pt x="2142371" y="1056521"/>
                  </a:lnTo>
                  <a:lnTo>
                    <a:pt x="2142708" y="1060057"/>
                  </a:lnTo>
                  <a:lnTo>
                    <a:pt x="2143044" y="1063329"/>
                  </a:lnTo>
                  <a:lnTo>
                    <a:pt x="2143381" y="1066748"/>
                  </a:lnTo>
                  <a:lnTo>
                    <a:pt x="2143717" y="1070745"/>
                  </a:lnTo>
                  <a:lnTo>
                    <a:pt x="2144054" y="1074387"/>
                  </a:lnTo>
                  <a:lnTo>
                    <a:pt x="2144390" y="1077475"/>
                  </a:lnTo>
                  <a:lnTo>
                    <a:pt x="2144727" y="1080243"/>
                  </a:lnTo>
                  <a:lnTo>
                    <a:pt x="2145063" y="1083515"/>
                  </a:lnTo>
                  <a:lnTo>
                    <a:pt x="2145400" y="1087556"/>
                  </a:lnTo>
                  <a:lnTo>
                    <a:pt x="2145736" y="1092790"/>
                  </a:lnTo>
                  <a:lnTo>
                    <a:pt x="2146073" y="1097729"/>
                  </a:lnTo>
                  <a:lnTo>
                    <a:pt x="2146409" y="1102596"/>
                  </a:lnTo>
                  <a:lnTo>
                    <a:pt x="2146745" y="1106460"/>
                  </a:lnTo>
                  <a:lnTo>
                    <a:pt x="2147082" y="1109582"/>
                  </a:lnTo>
                  <a:lnTo>
                    <a:pt x="2147418" y="1111169"/>
                  </a:lnTo>
                  <a:lnTo>
                    <a:pt x="2147755" y="1112025"/>
                  </a:lnTo>
                  <a:lnTo>
                    <a:pt x="2148091" y="1113049"/>
                  </a:lnTo>
                  <a:lnTo>
                    <a:pt x="2148428" y="1114206"/>
                  </a:lnTo>
                  <a:lnTo>
                    <a:pt x="2148764" y="1115573"/>
                  </a:lnTo>
                  <a:lnTo>
                    <a:pt x="2149101" y="1116840"/>
                  </a:lnTo>
                  <a:lnTo>
                    <a:pt x="2149437" y="1117700"/>
                  </a:lnTo>
                  <a:lnTo>
                    <a:pt x="2149774" y="1117992"/>
                  </a:lnTo>
                  <a:lnTo>
                    <a:pt x="2150110" y="1117067"/>
                  </a:lnTo>
                  <a:lnTo>
                    <a:pt x="2150447" y="1115058"/>
                  </a:lnTo>
                  <a:lnTo>
                    <a:pt x="2150783" y="1110404"/>
                  </a:lnTo>
                  <a:lnTo>
                    <a:pt x="2151119" y="1105789"/>
                  </a:lnTo>
                  <a:lnTo>
                    <a:pt x="2151456" y="1101327"/>
                  </a:lnTo>
                  <a:lnTo>
                    <a:pt x="2151792" y="1097149"/>
                  </a:lnTo>
                  <a:lnTo>
                    <a:pt x="2152129" y="1093123"/>
                  </a:lnTo>
                  <a:lnTo>
                    <a:pt x="2152465" y="1091053"/>
                  </a:lnTo>
                  <a:lnTo>
                    <a:pt x="2152802" y="1088460"/>
                  </a:lnTo>
                  <a:lnTo>
                    <a:pt x="2153138" y="1085075"/>
                  </a:lnTo>
                  <a:lnTo>
                    <a:pt x="2153475" y="1081800"/>
                  </a:lnTo>
                  <a:lnTo>
                    <a:pt x="2153811" y="1076596"/>
                  </a:lnTo>
                  <a:lnTo>
                    <a:pt x="2154148" y="1070877"/>
                  </a:lnTo>
                  <a:lnTo>
                    <a:pt x="2154484" y="1065179"/>
                  </a:lnTo>
                  <a:lnTo>
                    <a:pt x="2154820" y="1059887"/>
                  </a:lnTo>
                  <a:lnTo>
                    <a:pt x="2155157" y="1054648"/>
                  </a:lnTo>
                  <a:lnTo>
                    <a:pt x="2155493" y="1049307"/>
                  </a:lnTo>
                  <a:lnTo>
                    <a:pt x="2155830" y="1044039"/>
                  </a:lnTo>
                  <a:lnTo>
                    <a:pt x="2156166" y="1038772"/>
                  </a:lnTo>
                  <a:lnTo>
                    <a:pt x="2156503" y="1033387"/>
                  </a:lnTo>
                  <a:lnTo>
                    <a:pt x="2156839" y="1028261"/>
                  </a:lnTo>
                  <a:lnTo>
                    <a:pt x="2157176" y="1023811"/>
                  </a:lnTo>
                  <a:lnTo>
                    <a:pt x="2157512" y="1020696"/>
                  </a:lnTo>
                  <a:lnTo>
                    <a:pt x="2157849" y="1018346"/>
                  </a:lnTo>
                  <a:lnTo>
                    <a:pt x="2158185" y="1016105"/>
                  </a:lnTo>
                  <a:lnTo>
                    <a:pt x="2158522" y="1012592"/>
                  </a:lnTo>
                  <a:lnTo>
                    <a:pt x="2158858" y="1007815"/>
                  </a:lnTo>
                  <a:lnTo>
                    <a:pt x="2159194" y="1003374"/>
                  </a:lnTo>
                  <a:lnTo>
                    <a:pt x="2159531" y="1000609"/>
                  </a:lnTo>
                  <a:lnTo>
                    <a:pt x="2159867" y="998541"/>
                  </a:lnTo>
                  <a:lnTo>
                    <a:pt x="2160204" y="997595"/>
                  </a:lnTo>
                  <a:lnTo>
                    <a:pt x="2160540" y="996715"/>
                  </a:lnTo>
                  <a:lnTo>
                    <a:pt x="2160877" y="996158"/>
                  </a:lnTo>
                  <a:lnTo>
                    <a:pt x="2161213" y="995446"/>
                  </a:lnTo>
                  <a:lnTo>
                    <a:pt x="2161550" y="994228"/>
                  </a:lnTo>
                  <a:lnTo>
                    <a:pt x="2161886" y="992194"/>
                  </a:lnTo>
                  <a:lnTo>
                    <a:pt x="2162223" y="989242"/>
                  </a:lnTo>
                  <a:lnTo>
                    <a:pt x="2162559" y="985195"/>
                  </a:lnTo>
                  <a:lnTo>
                    <a:pt x="2162896" y="980829"/>
                  </a:lnTo>
                  <a:lnTo>
                    <a:pt x="2163232" y="974663"/>
                  </a:lnTo>
                  <a:lnTo>
                    <a:pt x="2163568" y="969728"/>
                  </a:lnTo>
                  <a:lnTo>
                    <a:pt x="2163905" y="965522"/>
                  </a:lnTo>
                  <a:lnTo>
                    <a:pt x="2164241" y="962345"/>
                  </a:lnTo>
                  <a:lnTo>
                    <a:pt x="2164578" y="958293"/>
                  </a:lnTo>
                  <a:lnTo>
                    <a:pt x="2164914" y="952955"/>
                  </a:lnTo>
                  <a:lnTo>
                    <a:pt x="2165251" y="947971"/>
                  </a:lnTo>
                  <a:lnTo>
                    <a:pt x="2165587" y="941891"/>
                  </a:lnTo>
                  <a:lnTo>
                    <a:pt x="2165924" y="936507"/>
                  </a:lnTo>
                  <a:lnTo>
                    <a:pt x="2166260" y="930603"/>
                  </a:lnTo>
                  <a:lnTo>
                    <a:pt x="2166597" y="926975"/>
                  </a:lnTo>
                  <a:lnTo>
                    <a:pt x="2166933" y="923929"/>
                  </a:lnTo>
                  <a:lnTo>
                    <a:pt x="2167270" y="921292"/>
                  </a:lnTo>
                  <a:lnTo>
                    <a:pt x="2167606" y="918879"/>
                  </a:lnTo>
                  <a:lnTo>
                    <a:pt x="2167942" y="916096"/>
                  </a:lnTo>
                  <a:lnTo>
                    <a:pt x="2168279" y="912482"/>
                  </a:lnTo>
                  <a:lnTo>
                    <a:pt x="2168615" y="908182"/>
                  </a:lnTo>
                  <a:lnTo>
                    <a:pt x="2168952" y="903832"/>
                  </a:lnTo>
                  <a:lnTo>
                    <a:pt x="2169288" y="900452"/>
                  </a:lnTo>
                  <a:lnTo>
                    <a:pt x="2169625" y="897930"/>
                  </a:lnTo>
                  <a:lnTo>
                    <a:pt x="2169961" y="896134"/>
                  </a:lnTo>
                  <a:lnTo>
                    <a:pt x="2170298" y="894416"/>
                  </a:lnTo>
                  <a:lnTo>
                    <a:pt x="2170634" y="892942"/>
                  </a:lnTo>
                  <a:lnTo>
                    <a:pt x="2170971" y="891484"/>
                  </a:lnTo>
                  <a:lnTo>
                    <a:pt x="2171307" y="889822"/>
                  </a:lnTo>
                  <a:lnTo>
                    <a:pt x="2171644" y="888125"/>
                  </a:lnTo>
                  <a:lnTo>
                    <a:pt x="2171980" y="886512"/>
                  </a:lnTo>
                  <a:lnTo>
                    <a:pt x="2172316" y="884978"/>
                  </a:lnTo>
                  <a:lnTo>
                    <a:pt x="2172653" y="884344"/>
                  </a:lnTo>
                  <a:lnTo>
                    <a:pt x="2172989" y="882911"/>
                  </a:lnTo>
                  <a:lnTo>
                    <a:pt x="2173326" y="882605"/>
                  </a:lnTo>
                  <a:lnTo>
                    <a:pt x="2173662" y="882688"/>
                  </a:lnTo>
                  <a:lnTo>
                    <a:pt x="2173999" y="882026"/>
                  </a:lnTo>
                  <a:lnTo>
                    <a:pt x="2174335" y="880341"/>
                  </a:lnTo>
                  <a:lnTo>
                    <a:pt x="2174672" y="876504"/>
                  </a:lnTo>
                  <a:lnTo>
                    <a:pt x="2175008" y="872736"/>
                  </a:lnTo>
                  <a:lnTo>
                    <a:pt x="2175345" y="868936"/>
                  </a:lnTo>
                  <a:lnTo>
                    <a:pt x="2175681" y="865810"/>
                  </a:lnTo>
                  <a:lnTo>
                    <a:pt x="2176018" y="864822"/>
                  </a:lnTo>
                  <a:lnTo>
                    <a:pt x="2176354" y="863705"/>
                  </a:lnTo>
                  <a:lnTo>
                    <a:pt x="2176690" y="863632"/>
                  </a:lnTo>
                  <a:lnTo>
                    <a:pt x="2177027" y="863764"/>
                  </a:lnTo>
                  <a:lnTo>
                    <a:pt x="2177363" y="862837"/>
                  </a:lnTo>
                  <a:lnTo>
                    <a:pt x="2177700" y="861402"/>
                  </a:lnTo>
                  <a:lnTo>
                    <a:pt x="2178036" y="859736"/>
                  </a:lnTo>
                  <a:lnTo>
                    <a:pt x="2178373" y="857545"/>
                  </a:lnTo>
                  <a:lnTo>
                    <a:pt x="2178709" y="855150"/>
                  </a:lnTo>
                  <a:lnTo>
                    <a:pt x="2179046" y="853465"/>
                  </a:lnTo>
                  <a:lnTo>
                    <a:pt x="2179382" y="851691"/>
                  </a:lnTo>
                  <a:lnTo>
                    <a:pt x="2179719" y="850448"/>
                  </a:lnTo>
                  <a:lnTo>
                    <a:pt x="2180055" y="849059"/>
                  </a:lnTo>
                  <a:lnTo>
                    <a:pt x="2180392" y="847027"/>
                  </a:lnTo>
                  <a:lnTo>
                    <a:pt x="2180728" y="844783"/>
                  </a:lnTo>
                  <a:lnTo>
                    <a:pt x="2181064" y="842770"/>
                  </a:lnTo>
                  <a:lnTo>
                    <a:pt x="2181401" y="841183"/>
                  </a:lnTo>
                  <a:lnTo>
                    <a:pt x="2181737" y="838951"/>
                  </a:lnTo>
                  <a:lnTo>
                    <a:pt x="2182074" y="836228"/>
                  </a:lnTo>
                  <a:lnTo>
                    <a:pt x="2182410" y="833697"/>
                  </a:lnTo>
                  <a:lnTo>
                    <a:pt x="2182747" y="831344"/>
                  </a:lnTo>
                  <a:lnTo>
                    <a:pt x="2183083" y="829042"/>
                  </a:lnTo>
                  <a:lnTo>
                    <a:pt x="2183420" y="826787"/>
                  </a:lnTo>
                  <a:lnTo>
                    <a:pt x="2183756" y="824283"/>
                  </a:lnTo>
                  <a:lnTo>
                    <a:pt x="2184093" y="821996"/>
                  </a:lnTo>
                  <a:lnTo>
                    <a:pt x="2184429" y="818887"/>
                  </a:lnTo>
                  <a:lnTo>
                    <a:pt x="2184765" y="815316"/>
                  </a:lnTo>
                  <a:lnTo>
                    <a:pt x="2185102" y="812674"/>
                  </a:lnTo>
                  <a:lnTo>
                    <a:pt x="2185438" y="809654"/>
                  </a:lnTo>
                  <a:lnTo>
                    <a:pt x="2185775" y="805640"/>
                  </a:lnTo>
                  <a:lnTo>
                    <a:pt x="2186111" y="800621"/>
                  </a:lnTo>
                  <a:lnTo>
                    <a:pt x="2186448" y="794292"/>
                  </a:lnTo>
                  <a:lnTo>
                    <a:pt x="2186784" y="787869"/>
                  </a:lnTo>
                  <a:lnTo>
                    <a:pt x="2187121" y="781232"/>
                  </a:lnTo>
                  <a:lnTo>
                    <a:pt x="2187457" y="775295"/>
                  </a:lnTo>
                  <a:lnTo>
                    <a:pt x="2187794" y="768952"/>
                  </a:lnTo>
                  <a:lnTo>
                    <a:pt x="2188130" y="762190"/>
                  </a:lnTo>
                  <a:lnTo>
                    <a:pt x="2188467" y="754758"/>
                  </a:lnTo>
                  <a:lnTo>
                    <a:pt x="2188803" y="748382"/>
                  </a:lnTo>
                  <a:lnTo>
                    <a:pt x="2189139" y="742004"/>
                  </a:lnTo>
                  <a:lnTo>
                    <a:pt x="2189476" y="737121"/>
                  </a:lnTo>
                  <a:lnTo>
                    <a:pt x="2189812" y="733876"/>
                  </a:lnTo>
                  <a:lnTo>
                    <a:pt x="2190149" y="732159"/>
                  </a:lnTo>
                  <a:lnTo>
                    <a:pt x="2190485" y="731770"/>
                  </a:lnTo>
                  <a:lnTo>
                    <a:pt x="2190822" y="733389"/>
                  </a:lnTo>
                  <a:lnTo>
                    <a:pt x="2191158" y="736541"/>
                  </a:lnTo>
                  <a:lnTo>
                    <a:pt x="2191495" y="740078"/>
                  </a:lnTo>
                  <a:lnTo>
                    <a:pt x="2191831" y="743634"/>
                  </a:lnTo>
                  <a:lnTo>
                    <a:pt x="2192168" y="747397"/>
                  </a:lnTo>
                  <a:lnTo>
                    <a:pt x="2192504" y="752952"/>
                  </a:lnTo>
                  <a:lnTo>
                    <a:pt x="2192841" y="758475"/>
                  </a:lnTo>
                  <a:lnTo>
                    <a:pt x="2193177" y="765656"/>
                  </a:lnTo>
                  <a:lnTo>
                    <a:pt x="2193513" y="773025"/>
                  </a:lnTo>
                  <a:lnTo>
                    <a:pt x="2193850" y="779329"/>
                  </a:lnTo>
                  <a:lnTo>
                    <a:pt x="2194186" y="786502"/>
                  </a:lnTo>
                  <a:lnTo>
                    <a:pt x="2194523" y="793523"/>
                  </a:lnTo>
                  <a:lnTo>
                    <a:pt x="2194859" y="799712"/>
                  </a:lnTo>
                  <a:lnTo>
                    <a:pt x="2195196" y="804601"/>
                  </a:lnTo>
                  <a:lnTo>
                    <a:pt x="2195532" y="807684"/>
                  </a:lnTo>
                  <a:lnTo>
                    <a:pt x="2195869" y="809430"/>
                  </a:lnTo>
                  <a:lnTo>
                    <a:pt x="2196205" y="809879"/>
                  </a:lnTo>
                  <a:lnTo>
                    <a:pt x="2196542" y="808876"/>
                  </a:lnTo>
                  <a:lnTo>
                    <a:pt x="2196878" y="807258"/>
                  </a:lnTo>
                  <a:lnTo>
                    <a:pt x="2197215" y="804538"/>
                  </a:lnTo>
                  <a:lnTo>
                    <a:pt x="2197551" y="801164"/>
                  </a:lnTo>
                  <a:lnTo>
                    <a:pt x="2197887" y="797168"/>
                  </a:lnTo>
                  <a:lnTo>
                    <a:pt x="2198224" y="791377"/>
                  </a:lnTo>
                  <a:lnTo>
                    <a:pt x="2198560" y="784541"/>
                  </a:lnTo>
                  <a:lnTo>
                    <a:pt x="2198897" y="776870"/>
                  </a:lnTo>
                  <a:lnTo>
                    <a:pt x="2199233" y="768558"/>
                  </a:lnTo>
                  <a:lnTo>
                    <a:pt x="2199570" y="760132"/>
                  </a:lnTo>
                  <a:lnTo>
                    <a:pt x="2199906" y="752846"/>
                  </a:lnTo>
                  <a:lnTo>
                    <a:pt x="2200243" y="745820"/>
                  </a:lnTo>
                  <a:lnTo>
                    <a:pt x="2200579" y="740194"/>
                  </a:lnTo>
                  <a:lnTo>
                    <a:pt x="2200916" y="735220"/>
                  </a:lnTo>
                  <a:lnTo>
                    <a:pt x="2201252" y="730344"/>
                  </a:lnTo>
                  <a:lnTo>
                    <a:pt x="2201589" y="726616"/>
                  </a:lnTo>
                  <a:lnTo>
                    <a:pt x="2201925" y="723367"/>
                  </a:lnTo>
                  <a:lnTo>
                    <a:pt x="2202261" y="719823"/>
                  </a:lnTo>
                  <a:lnTo>
                    <a:pt x="2202598" y="715698"/>
                  </a:lnTo>
                  <a:lnTo>
                    <a:pt x="2202934" y="711553"/>
                  </a:lnTo>
                  <a:lnTo>
                    <a:pt x="2203271" y="707800"/>
                  </a:lnTo>
                  <a:lnTo>
                    <a:pt x="2203607" y="704106"/>
                  </a:lnTo>
                  <a:lnTo>
                    <a:pt x="2203944" y="700177"/>
                  </a:lnTo>
                  <a:lnTo>
                    <a:pt x="2204280" y="695113"/>
                  </a:lnTo>
                  <a:lnTo>
                    <a:pt x="2204617" y="689194"/>
                  </a:lnTo>
                  <a:lnTo>
                    <a:pt x="2204953" y="681540"/>
                  </a:lnTo>
                  <a:lnTo>
                    <a:pt x="2205290" y="674348"/>
                  </a:lnTo>
                  <a:lnTo>
                    <a:pt x="2205626" y="666304"/>
                  </a:lnTo>
                  <a:lnTo>
                    <a:pt x="2205963" y="657526"/>
                  </a:lnTo>
                  <a:lnTo>
                    <a:pt x="2206299" y="648493"/>
                  </a:lnTo>
                  <a:lnTo>
                    <a:pt x="2206635" y="640529"/>
                  </a:lnTo>
                  <a:lnTo>
                    <a:pt x="2206972" y="632150"/>
                  </a:lnTo>
                  <a:lnTo>
                    <a:pt x="2207308" y="623590"/>
                  </a:lnTo>
                  <a:lnTo>
                    <a:pt x="2207645" y="614726"/>
                  </a:lnTo>
                  <a:lnTo>
                    <a:pt x="2207981" y="606503"/>
                  </a:lnTo>
                  <a:lnTo>
                    <a:pt x="2208318" y="598326"/>
                  </a:lnTo>
                  <a:lnTo>
                    <a:pt x="2208654" y="590788"/>
                  </a:lnTo>
                  <a:lnTo>
                    <a:pt x="2208991" y="583751"/>
                  </a:lnTo>
                  <a:lnTo>
                    <a:pt x="2209327" y="576954"/>
                  </a:lnTo>
                  <a:lnTo>
                    <a:pt x="2209664" y="569931"/>
                  </a:lnTo>
                  <a:lnTo>
                    <a:pt x="2210000" y="562541"/>
                  </a:lnTo>
                  <a:lnTo>
                    <a:pt x="2210337" y="554935"/>
                  </a:lnTo>
                  <a:lnTo>
                    <a:pt x="2210673" y="547148"/>
                  </a:lnTo>
                  <a:lnTo>
                    <a:pt x="2211009" y="539947"/>
                  </a:lnTo>
                  <a:lnTo>
                    <a:pt x="2211346" y="532134"/>
                  </a:lnTo>
                  <a:lnTo>
                    <a:pt x="2211682" y="524370"/>
                  </a:lnTo>
                  <a:lnTo>
                    <a:pt x="2212019" y="518095"/>
                  </a:lnTo>
                  <a:lnTo>
                    <a:pt x="2212355" y="512586"/>
                  </a:lnTo>
                  <a:lnTo>
                    <a:pt x="2212692" y="506212"/>
                  </a:lnTo>
                  <a:lnTo>
                    <a:pt x="2213028" y="499168"/>
                  </a:lnTo>
                  <a:lnTo>
                    <a:pt x="2213365" y="491884"/>
                  </a:lnTo>
                  <a:lnTo>
                    <a:pt x="2213701" y="483920"/>
                  </a:lnTo>
                  <a:lnTo>
                    <a:pt x="2214038" y="477066"/>
                  </a:lnTo>
                  <a:lnTo>
                    <a:pt x="2214374" y="471134"/>
                  </a:lnTo>
                  <a:lnTo>
                    <a:pt x="2214711" y="468225"/>
                  </a:lnTo>
                  <a:lnTo>
                    <a:pt x="2215047" y="466453"/>
                  </a:lnTo>
                  <a:lnTo>
                    <a:pt x="2215383" y="463949"/>
                  </a:lnTo>
                  <a:lnTo>
                    <a:pt x="2215720" y="463323"/>
                  </a:lnTo>
                  <a:lnTo>
                    <a:pt x="2216056" y="461595"/>
                  </a:lnTo>
                  <a:lnTo>
                    <a:pt x="2216393" y="461430"/>
                  </a:lnTo>
                  <a:lnTo>
                    <a:pt x="2216729" y="461565"/>
                  </a:lnTo>
                  <a:lnTo>
                    <a:pt x="2217066" y="461538"/>
                  </a:lnTo>
                  <a:lnTo>
                    <a:pt x="2217402" y="462246"/>
                  </a:lnTo>
                  <a:lnTo>
                    <a:pt x="2217739" y="463522"/>
                  </a:lnTo>
                  <a:lnTo>
                    <a:pt x="2218075" y="468533"/>
                  </a:lnTo>
                  <a:lnTo>
                    <a:pt x="2218412" y="473808"/>
                  </a:lnTo>
                  <a:lnTo>
                    <a:pt x="2218748" y="479677"/>
                  </a:lnTo>
                  <a:lnTo>
                    <a:pt x="2219084" y="484949"/>
                  </a:lnTo>
                  <a:lnTo>
                    <a:pt x="2219421" y="488510"/>
                  </a:lnTo>
                  <a:lnTo>
                    <a:pt x="2219757" y="490023"/>
                  </a:lnTo>
                  <a:lnTo>
                    <a:pt x="2220094" y="492099"/>
                  </a:lnTo>
                  <a:lnTo>
                    <a:pt x="2220430" y="495067"/>
                  </a:lnTo>
                  <a:lnTo>
                    <a:pt x="2220767" y="497149"/>
                  </a:lnTo>
                  <a:lnTo>
                    <a:pt x="2221103" y="500414"/>
                  </a:lnTo>
                  <a:lnTo>
                    <a:pt x="2221440" y="503918"/>
                  </a:lnTo>
                  <a:lnTo>
                    <a:pt x="2221776" y="507606"/>
                  </a:lnTo>
                  <a:lnTo>
                    <a:pt x="2222113" y="511818"/>
                  </a:lnTo>
                  <a:lnTo>
                    <a:pt x="2222449" y="516774"/>
                  </a:lnTo>
                  <a:lnTo>
                    <a:pt x="2222786" y="522552"/>
                  </a:lnTo>
                  <a:lnTo>
                    <a:pt x="2223122" y="528832"/>
                  </a:lnTo>
                  <a:lnTo>
                    <a:pt x="2223458" y="536256"/>
                  </a:lnTo>
                  <a:lnTo>
                    <a:pt x="2223795" y="543751"/>
                  </a:lnTo>
                  <a:lnTo>
                    <a:pt x="2224131" y="552142"/>
                  </a:lnTo>
                  <a:lnTo>
                    <a:pt x="2224468" y="560816"/>
                  </a:lnTo>
                  <a:lnTo>
                    <a:pt x="2224804" y="569416"/>
                  </a:lnTo>
                  <a:lnTo>
                    <a:pt x="2225141" y="578225"/>
                  </a:lnTo>
                  <a:lnTo>
                    <a:pt x="2225477" y="586446"/>
                  </a:lnTo>
                  <a:lnTo>
                    <a:pt x="2225814" y="595726"/>
                  </a:lnTo>
                  <a:lnTo>
                    <a:pt x="2226150" y="605289"/>
                  </a:lnTo>
                  <a:lnTo>
                    <a:pt x="2226487" y="613955"/>
                  </a:lnTo>
                  <a:lnTo>
                    <a:pt x="2226823" y="621832"/>
                  </a:lnTo>
                  <a:lnTo>
                    <a:pt x="2227160" y="628957"/>
                  </a:lnTo>
                  <a:lnTo>
                    <a:pt x="2227496" y="634862"/>
                  </a:lnTo>
                  <a:lnTo>
                    <a:pt x="2227832" y="640376"/>
                  </a:lnTo>
                  <a:lnTo>
                    <a:pt x="2228169" y="645774"/>
                  </a:lnTo>
                  <a:lnTo>
                    <a:pt x="2228505" y="650680"/>
                  </a:lnTo>
                  <a:lnTo>
                    <a:pt x="2228842" y="656183"/>
                  </a:lnTo>
                  <a:lnTo>
                    <a:pt x="2229178" y="662826"/>
                  </a:lnTo>
                  <a:lnTo>
                    <a:pt x="2229515" y="670123"/>
                  </a:lnTo>
                  <a:lnTo>
                    <a:pt x="2229851" y="678010"/>
                  </a:lnTo>
                  <a:lnTo>
                    <a:pt x="2230188" y="685589"/>
                  </a:lnTo>
                  <a:lnTo>
                    <a:pt x="2230524" y="694736"/>
                  </a:lnTo>
                  <a:lnTo>
                    <a:pt x="2230861" y="703749"/>
                  </a:lnTo>
                  <a:lnTo>
                    <a:pt x="2231197" y="712393"/>
                  </a:lnTo>
                  <a:lnTo>
                    <a:pt x="2231534" y="720180"/>
                  </a:lnTo>
                  <a:lnTo>
                    <a:pt x="2231870" y="728625"/>
                  </a:lnTo>
                  <a:lnTo>
                    <a:pt x="2232206" y="738602"/>
                  </a:lnTo>
                  <a:lnTo>
                    <a:pt x="2232543" y="748267"/>
                  </a:lnTo>
                  <a:lnTo>
                    <a:pt x="2232879" y="758599"/>
                  </a:lnTo>
                  <a:lnTo>
                    <a:pt x="2233216" y="769089"/>
                  </a:lnTo>
                  <a:lnTo>
                    <a:pt x="2233552" y="780266"/>
                  </a:lnTo>
                  <a:lnTo>
                    <a:pt x="2233889" y="790675"/>
                  </a:lnTo>
                  <a:lnTo>
                    <a:pt x="2234225" y="800206"/>
                  </a:lnTo>
                  <a:lnTo>
                    <a:pt x="2234562" y="808859"/>
                  </a:lnTo>
                  <a:lnTo>
                    <a:pt x="2234898" y="817191"/>
                  </a:lnTo>
                  <a:lnTo>
                    <a:pt x="2235235" y="825999"/>
                  </a:lnTo>
                  <a:lnTo>
                    <a:pt x="2235571" y="835189"/>
                  </a:lnTo>
                  <a:lnTo>
                    <a:pt x="2235908" y="844954"/>
                  </a:lnTo>
                  <a:lnTo>
                    <a:pt x="2236244" y="855078"/>
                  </a:lnTo>
                  <a:lnTo>
                    <a:pt x="2236580" y="865158"/>
                  </a:lnTo>
                  <a:lnTo>
                    <a:pt x="2236917" y="874710"/>
                  </a:lnTo>
                  <a:lnTo>
                    <a:pt x="2237253" y="884094"/>
                  </a:lnTo>
                  <a:lnTo>
                    <a:pt x="2237590" y="893829"/>
                  </a:lnTo>
                  <a:lnTo>
                    <a:pt x="2237926" y="903537"/>
                  </a:lnTo>
                  <a:lnTo>
                    <a:pt x="2238263" y="913216"/>
                  </a:lnTo>
                  <a:lnTo>
                    <a:pt x="2238599" y="923198"/>
                  </a:lnTo>
                  <a:lnTo>
                    <a:pt x="2238936" y="934010"/>
                  </a:lnTo>
                  <a:lnTo>
                    <a:pt x="2239272" y="944764"/>
                  </a:lnTo>
                  <a:lnTo>
                    <a:pt x="2239609" y="955798"/>
                  </a:lnTo>
                  <a:lnTo>
                    <a:pt x="2239945" y="966267"/>
                  </a:lnTo>
                  <a:lnTo>
                    <a:pt x="2240282" y="975382"/>
                  </a:lnTo>
                  <a:lnTo>
                    <a:pt x="2240618" y="983373"/>
                  </a:lnTo>
                  <a:lnTo>
                    <a:pt x="2240954" y="990693"/>
                  </a:lnTo>
                  <a:lnTo>
                    <a:pt x="2241291" y="997479"/>
                  </a:lnTo>
                  <a:lnTo>
                    <a:pt x="2241627" y="1003919"/>
                  </a:lnTo>
                  <a:lnTo>
                    <a:pt x="2241964" y="1012115"/>
                  </a:lnTo>
                  <a:lnTo>
                    <a:pt x="2242300" y="1019881"/>
                  </a:lnTo>
                  <a:lnTo>
                    <a:pt x="2242637" y="1027525"/>
                  </a:lnTo>
                  <a:lnTo>
                    <a:pt x="2242973" y="1034428"/>
                  </a:lnTo>
                  <a:lnTo>
                    <a:pt x="2243310" y="1039944"/>
                  </a:lnTo>
                  <a:lnTo>
                    <a:pt x="2243646" y="1045907"/>
                  </a:lnTo>
                  <a:lnTo>
                    <a:pt x="2243983" y="1051353"/>
                  </a:lnTo>
                  <a:lnTo>
                    <a:pt x="2244319" y="1056613"/>
                  </a:lnTo>
                  <a:lnTo>
                    <a:pt x="2244656" y="1062295"/>
                  </a:lnTo>
                  <a:lnTo>
                    <a:pt x="2244992" y="1068118"/>
                  </a:lnTo>
                  <a:lnTo>
                    <a:pt x="2245328" y="1074691"/>
                  </a:lnTo>
                  <a:lnTo>
                    <a:pt x="2245665" y="1080824"/>
                  </a:lnTo>
                  <a:lnTo>
                    <a:pt x="2246001" y="1086355"/>
                  </a:lnTo>
                  <a:lnTo>
                    <a:pt x="2246338" y="1090876"/>
                  </a:lnTo>
                  <a:lnTo>
                    <a:pt x="2246674" y="1094413"/>
                  </a:lnTo>
                  <a:lnTo>
                    <a:pt x="2247011" y="1097346"/>
                  </a:lnTo>
                  <a:lnTo>
                    <a:pt x="2247347" y="1100059"/>
                  </a:lnTo>
                  <a:lnTo>
                    <a:pt x="2247684" y="1102806"/>
                  </a:lnTo>
                  <a:lnTo>
                    <a:pt x="2248020" y="1105510"/>
                  </a:lnTo>
                  <a:lnTo>
                    <a:pt x="2248357" y="1108264"/>
                  </a:lnTo>
                  <a:lnTo>
                    <a:pt x="2248693" y="1110853"/>
                  </a:lnTo>
                  <a:lnTo>
                    <a:pt x="2249030" y="1114132"/>
                  </a:lnTo>
                  <a:lnTo>
                    <a:pt x="2249366" y="1117805"/>
                  </a:lnTo>
                  <a:lnTo>
                    <a:pt x="2249702" y="1121278"/>
                  </a:lnTo>
                  <a:lnTo>
                    <a:pt x="2250039" y="1124851"/>
                  </a:lnTo>
                  <a:lnTo>
                    <a:pt x="2250375" y="1128308"/>
                  </a:lnTo>
                  <a:lnTo>
                    <a:pt x="2250712" y="1131975"/>
                  </a:lnTo>
                  <a:lnTo>
                    <a:pt x="2251048" y="1135814"/>
                  </a:lnTo>
                  <a:lnTo>
                    <a:pt x="2251385" y="1140339"/>
                  </a:lnTo>
                  <a:lnTo>
                    <a:pt x="2251721" y="1146314"/>
                  </a:lnTo>
                  <a:lnTo>
                    <a:pt x="2252058" y="1153146"/>
                  </a:lnTo>
                  <a:lnTo>
                    <a:pt x="2252394" y="1159355"/>
                  </a:lnTo>
                  <a:lnTo>
                    <a:pt x="2252731" y="1166622"/>
                  </a:lnTo>
                  <a:lnTo>
                    <a:pt x="2253067" y="1174723"/>
                  </a:lnTo>
                  <a:lnTo>
                    <a:pt x="2253403" y="1182911"/>
                  </a:lnTo>
                  <a:lnTo>
                    <a:pt x="2253740" y="1191704"/>
                  </a:lnTo>
                  <a:lnTo>
                    <a:pt x="2254076" y="1200346"/>
                  </a:lnTo>
                  <a:lnTo>
                    <a:pt x="2254413" y="1208483"/>
                  </a:lnTo>
                  <a:lnTo>
                    <a:pt x="2254749" y="1215416"/>
                  </a:lnTo>
                  <a:lnTo>
                    <a:pt x="2255086" y="1221995"/>
                  </a:lnTo>
                  <a:lnTo>
                    <a:pt x="2255422" y="1228887"/>
                  </a:lnTo>
                  <a:lnTo>
                    <a:pt x="2255759" y="1236228"/>
                  </a:lnTo>
                  <a:lnTo>
                    <a:pt x="2256095" y="1243056"/>
                  </a:lnTo>
                  <a:lnTo>
                    <a:pt x="2256432" y="1250291"/>
                  </a:lnTo>
                  <a:lnTo>
                    <a:pt x="2256768" y="1256651"/>
                  </a:lnTo>
                  <a:lnTo>
                    <a:pt x="2257105" y="1262001"/>
                  </a:lnTo>
                  <a:lnTo>
                    <a:pt x="2257441" y="1266641"/>
                  </a:lnTo>
                  <a:lnTo>
                    <a:pt x="2257777" y="1270283"/>
                  </a:lnTo>
                  <a:lnTo>
                    <a:pt x="2258114" y="1273026"/>
                  </a:lnTo>
                  <a:lnTo>
                    <a:pt x="2258450" y="1275767"/>
                  </a:lnTo>
                  <a:lnTo>
                    <a:pt x="2258787" y="1278075"/>
                  </a:lnTo>
                  <a:lnTo>
                    <a:pt x="2259123" y="1280868"/>
                  </a:lnTo>
                  <a:lnTo>
                    <a:pt x="2259460" y="1283681"/>
                  </a:lnTo>
                  <a:lnTo>
                    <a:pt x="2259796" y="1286136"/>
                  </a:lnTo>
                  <a:lnTo>
                    <a:pt x="2260133" y="1288588"/>
                  </a:lnTo>
                  <a:lnTo>
                    <a:pt x="2260469" y="1290582"/>
                  </a:lnTo>
                  <a:lnTo>
                    <a:pt x="2260806" y="1292615"/>
                  </a:lnTo>
                  <a:lnTo>
                    <a:pt x="2261142" y="1295133"/>
                  </a:lnTo>
                  <a:lnTo>
                    <a:pt x="2261479" y="1297390"/>
                  </a:lnTo>
                  <a:lnTo>
                    <a:pt x="2261815" y="1299847"/>
                  </a:lnTo>
                  <a:lnTo>
                    <a:pt x="2262151" y="1302434"/>
                  </a:lnTo>
                  <a:lnTo>
                    <a:pt x="2262488" y="1305679"/>
                  </a:lnTo>
                  <a:lnTo>
                    <a:pt x="2262824" y="1310455"/>
                  </a:lnTo>
                  <a:lnTo>
                    <a:pt x="2263161" y="1315751"/>
                  </a:lnTo>
                  <a:lnTo>
                    <a:pt x="2263497" y="1321430"/>
                  </a:lnTo>
                  <a:lnTo>
                    <a:pt x="2263834" y="1327805"/>
                  </a:lnTo>
                  <a:lnTo>
                    <a:pt x="2264170" y="1334693"/>
                  </a:lnTo>
                  <a:lnTo>
                    <a:pt x="2264507" y="1341704"/>
                  </a:lnTo>
                  <a:lnTo>
                    <a:pt x="2264843" y="1348883"/>
                  </a:lnTo>
                  <a:lnTo>
                    <a:pt x="2265180" y="1356422"/>
                  </a:lnTo>
                  <a:lnTo>
                    <a:pt x="2265516" y="1364641"/>
                  </a:lnTo>
                  <a:lnTo>
                    <a:pt x="2265853" y="1373129"/>
                  </a:lnTo>
                  <a:lnTo>
                    <a:pt x="2266189" y="1381517"/>
                  </a:lnTo>
                  <a:lnTo>
                    <a:pt x="2266525" y="1390243"/>
                  </a:lnTo>
                  <a:lnTo>
                    <a:pt x="2266862" y="1398401"/>
                  </a:lnTo>
                  <a:lnTo>
                    <a:pt x="2267198" y="1406060"/>
                  </a:lnTo>
                  <a:lnTo>
                    <a:pt x="2267535" y="1413575"/>
                  </a:lnTo>
                  <a:lnTo>
                    <a:pt x="2267871" y="1419772"/>
                  </a:lnTo>
                  <a:lnTo>
                    <a:pt x="2268208" y="1425455"/>
                  </a:lnTo>
                  <a:lnTo>
                    <a:pt x="2268544" y="1431067"/>
                  </a:lnTo>
                  <a:lnTo>
                    <a:pt x="2268881" y="1435105"/>
                  </a:lnTo>
                  <a:lnTo>
                    <a:pt x="2269217" y="1438689"/>
                  </a:lnTo>
                  <a:lnTo>
                    <a:pt x="2269554" y="1442471"/>
                  </a:lnTo>
                  <a:lnTo>
                    <a:pt x="2269890" y="1446710"/>
                  </a:lnTo>
                  <a:lnTo>
                    <a:pt x="2270227" y="1450789"/>
                  </a:lnTo>
                  <a:lnTo>
                    <a:pt x="2270563" y="1454136"/>
                  </a:lnTo>
                  <a:lnTo>
                    <a:pt x="2270899" y="1457231"/>
                  </a:lnTo>
                  <a:lnTo>
                    <a:pt x="2271236" y="1460233"/>
                  </a:lnTo>
                  <a:lnTo>
                    <a:pt x="2271572" y="1463965"/>
                  </a:lnTo>
                  <a:lnTo>
                    <a:pt x="2271909" y="1467832"/>
                  </a:lnTo>
                  <a:lnTo>
                    <a:pt x="2272245" y="1472322"/>
                  </a:lnTo>
                  <a:lnTo>
                    <a:pt x="2272582" y="1476039"/>
                  </a:lnTo>
                  <a:lnTo>
                    <a:pt x="2272918" y="1479362"/>
                  </a:lnTo>
                  <a:lnTo>
                    <a:pt x="2273255" y="1483159"/>
                  </a:lnTo>
                  <a:lnTo>
                    <a:pt x="2273591" y="1487210"/>
                  </a:lnTo>
                  <a:lnTo>
                    <a:pt x="2273928" y="1489651"/>
                  </a:lnTo>
                  <a:lnTo>
                    <a:pt x="2274264" y="1492163"/>
                  </a:lnTo>
                  <a:lnTo>
                    <a:pt x="2274601" y="1493749"/>
                  </a:lnTo>
                  <a:lnTo>
                    <a:pt x="2274937" y="1495782"/>
                  </a:lnTo>
                  <a:lnTo>
                    <a:pt x="2275273" y="1497777"/>
                  </a:lnTo>
                  <a:lnTo>
                    <a:pt x="2275610" y="1500546"/>
                  </a:lnTo>
                  <a:lnTo>
                    <a:pt x="2275946" y="1503813"/>
                  </a:lnTo>
                  <a:lnTo>
                    <a:pt x="2276283" y="1507523"/>
                  </a:lnTo>
                  <a:lnTo>
                    <a:pt x="2276619" y="1511391"/>
                  </a:lnTo>
                  <a:lnTo>
                    <a:pt x="2276956" y="1515812"/>
                  </a:lnTo>
                  <a:lnTo>
                    <a:pt x="2277292" y="1521058"/>
                  </a:lnTo>
                  <a:lnTo>
                    <a:pt x="2277629" y="1526540"/>
                  </a:lnTo>
                  <a:lnTo>
                    <a:pt x="2277965" y="1533104"/>
                  </a:lnTo>
                  <a:lnTo>
                    <a:pt x="2278302" y="1539683"/>
                  </a:lnTo>
                  <a:lnTo>
                    <a:pt x="2278638" y="1547116"/>
                  </a:lnTo>
                  <a:lnTo>
                    <a:pt x="2278975" y="1555362"/>
                  </a:lnTo>
                  <a:lnTo>
                    <a:pt x="2279311" y="1563002"/>
                  </a:lnTo>
                  <a:lnTo>
                    <a:pt x="2279647" y="1571067"/>
                  </a:lnTo>
                  <a:lnTo>
                    <a:pt x="2279984" y="1580088"/>
                  </a:lnTo>
                  <a:lnTo>
                    <a:pt x="2280320" y="1588529"/>
                  </a:lnTo>
                  <a:lnTo>
                    <a:pt x="2280657" y="1597188"/>
                  </a:lnTo>
                  <a:lnTo>
                    <a:pt x="2280993" y="1606083"/>
                  </a:lnTo>
                  <a:lnTo>
                    <a:pt x="2281330" y="1614309"/>
                  </a:lnTo>
                  <a:lnTo>
                    <a:pt x="2281666" y="1622189"/>
                  </a:lnTo>
                  <a:lnTo>
                    <a:pt x="2282003" y="1627642"/>
                  </a:lnTo>
                  <a:lnTo>
                    <a:pt x="2282339" y="1632516"/>
                  </a:lnTo>
                  <a:lnTo>
                    <a:pt x="2282676" y="1639424"/>
                  </a:lnTo>
                  <a:lnTo>
                    <a:pt x="2283012" y="1645061"/>
                  </a:lnTo>
                  <a:lnTo>
                    <a:pt x="2283349" y="1651437"/>
                  </a:lnTo>
                  <a:lnTo>
                    <a:pt x="2283685" y="1656328"/>
                  </a:lnTo>
                  <a:lnTo>
                    <a:pt x="2284021" y="1660252"/>
                  </a:lnTo>
                  <a:lnTo>
                    <a:pt x="2284358" y="1664287"/>
                  </a:lnTo>
                  <a:lnTo>
                    <a:pt x="2284694" y="1668151"/>
                  </a:lnTo>
                  <a:lnTo>
                    <a:pt x="2285031" y="1672092"/>
                  </a:lnTo>
                  <a:lnTo>
                    <a:pt x="2285367" y="1674756"/>
                  </a:lnTo>
                  <a:lnTo>
                    <a:pt x="2285704" y="1677402"/>
                  </a:lnTo>
                  <a:lnTo>
                    <a:pt x="2286040" y="1679654"/>
                  </a:lnTo>
                  <a:lnTo>
                    <a:pt x="2286377" y="1682548"/>
                  </a:lnTo>
                  <a:lnTo>
                    <a:pt x="2286713" y="1686297"/>
                  </a:lnTo>
                  <a:lnTo>
                    <a:pt x="2287050" y="1688943"/>
                  </a:lnTo>
                  <a:lnTo>
                    <a:pt x="2287386" y="1690939"/>
                  </a:lnTo>
                  <a:lnTo>
                    <a:pt x="2287722" y="1692225"/>
                  </a:lnTo>
                  <a:lnTo>
                    <a:pt x="2288059" y="1694032"/>
                  </a:lnTo>
                  <a:lnTo>
                    <a:pt x="2288395" y="1694491"/>
                  </a:lnTo>
                  <a:lnTo>
                    <a:pt x="2288732" y="1694844"/>
                  </a:lnTo>
                  <a:lnTo>
                    <a:pt x="2289068" y="1695289"/>
                  </a:lnTo>
                  <a:lnTo>
                    <a:pt x="2289405" y="1694825"/>
                  </a:lnTo>
                  <a:lnTo>
                    <a:pt x="2289741" y="1693760"/>
                  </a:lnTo>
                  <a:lnTo>
                    <a:pt x="2290078" y="1692218"/>
                  </a:lnTo>
                  <a:lnTo>
                    <a:pt x="2290414" y="1691241"/>
                  </a:lnTo>
                  <a:lnTo>
                    <a:pt x="2290751" y="1688899"/>
                  </a:lnTo>
                  <a:lnTo>
                    <a:pt x="2291087" y="1685978"/>
                  </a:lnTo>
                  <a:lnTo>
                    <a:pt x="2291424" y="1682179"/>
                  </a:lnTo>
                  <a:lnTo>
                    <a:pt x="2291760" y="1677544"/>
                  </a:lnTo>
                  <a:lnTo>
                    <a:pt x="2292096" y="1672385"/>
                  </a:lnTo>
                  <a:lnTo>
                    <a:pt x="2292433" y="1667821"/>
                  </a:lnTo>
                  <a:lnTo>
                    <a:pt x="2292769" y="1663502"/>
                  </a:lnTo>
                  <a:lnTo>
                    <a:pt x="2293106" y="1659371"/>
                  </a:lnTo>
                  <a:lnTo>
                    <a:pt x="2293442" y="1655825"/>
                  </a:lnTo>
                  <a:lnTo>
                    <a:pt x="2293779" y="1653322"/>
                  </a:lnTo>
                  <a:lnTo>
                    <a:pt x="2294115" y="1651855"/>
                  </a:lnTo>
                  <a:lnTo>
                    <a:pt x="2294452" y="1650542"/>
                  </a:lnTo>
                  <a:lnTo>
                    <a:pt x="2294788" y="1649995"/>
                  </a:lnTo>
                  <a:lnTo>
                    <a:pt x="2295125" y="1648818"/>
                  </a:lnTo>
                  <a:lnTo>
                    <a:pt x="2295461" y="1646183"/>
                  </a:lnTo>
                  <a:lnTo>
                    <a:pt x="2295798" y="1642998"/>
                  </a:lnTo>
                  <a:lnTo>
                    <a:pt x="2296134" y="1639430"/>
                  </a:lnTo>
                  <a:lnTo>
                    <a:pt x="2296470" y="1635440"/>
                  </a:lnTo>
                  <a:lnTo>
                    <a:pt x="2296807" y="1631136"/>
                  </a:lnTo>
                  <a:lnTo>
                    <a:pt x="2297143" y="1627229"/>
                  </a:lnTo>
                  <a:lnTo>
                    <a:pt x="2297480" y="1622000"/>
                  </a:lnTo>
                  <a:lnTo>
                    <a:pt x="2297816" y="1617598"/>
                  </a:lnTo>
                  <a:lnTo>
                    <a:pt x="2298153" y="1614471"/>
                  </a:lnTo>
                  <a:lnTo>
                    <a:pt x="2298489" y="1611754"/>
                  </a:lnTo>
                  <a:lnTo>
                    <a:pt x="2298826" y="1611607"/>
                  </a:lnTo>
                  <a:lnTo>
                    <a:pt x="2299162" y="1611104"/>
                  </a:lnTo>
                  <a:lnTo>
                    <a:pt x="2299499" y="1610486"/>
                  </a:lnTo>
                  <a:lnTo>
                    <a:pt x="2299835" y="1609955"/>
                  </a:lnTo>
                  <a:lnTo>
                    <a:pt x="2300172" y="1609034"/>
                  </a:lnTo>
                  <a:lnTo>
                    <a:pt x="2300508" y="1608067"/>
                  </a:lnTo>
                  <a:lnTo>
                    <a:pt x="2300844" y="1607868"/>
                  </a:lnTo>
                  <a:lnTo>
                    <a:pt x="2301181" y="1607581"/>
                  </a:lnTo>
                  <a:lnTo>
                    <a:pt x="2301517" y="1607344"/>
                  </a:lnTo>
                  <a:lnTo>
                    <a:pt x="2301854" y="1606947"/>
                  </a:lnTo>
                  <a:lnTo>
                    <a:pt x="2302190" y="1606740"/>
                  </a:lnTo>
                  <a:lnTo>
                    <a:pt x="2302527" y="1606628"/>
                  </a:lnTo>
                  <a:lnTo>
                    <a:pt x="2302863" y="1606613"/>
                  </a:lnTo>
                  <a:lnTo>
                    <a:pt x="2303200" y="1606409"/>
                  </a:lnTo>
                  <a:lnTo>
                    <a:pt x="2303536" y="1605592"/>
                  </a:lnTo>
                  <a:lnTo>
                    <a:pt x="2303873" y="1604289"/>
                  </a:lnTo>
                  <a:lnTo>
                    <a:pt x="2304209" y="1602782"/>
                  </a:lnTo>
                  <a:lnTo>
                    <a:pt x="2304546" y="1599396"/>
                  </a:lnTo>
                  <a:lnTo>
                    <a:pt x="2304882" y="1594694"/>
                  </a:lnTo>
                  <a:lnTo>
                    <a:pt x="2305218" y="1589449"/>
                  </a:lnTo>
                  <a:lnTo>
                    <a:pt x="2305555" y="1583432"/>
                  </a:lnTo>
                  <a:lnTo>
                    <a:pt x="2305891" y="1576102"/>
                  </a:lnTo>
                  <a:lnTo>
                    <a:pt x="2306228" y="1568349"/>
                  </a:lnTo>
                  <a:lnTo>
                    <a:pt x="2306564" y="1561040"/>
                  </a:lnTo>
                  <a:lnTo>
                    <a:pt x="2306901" y="1553461"/>
                  </a:lnTo>
                  <a:lnTo>
                    <a:pt x="2307237" y="1545769"/>
                  </a:lnTo>
                  <a:lnTo>
                    <a:pt x="2307574" y="1537869"/>
                  </a:lnTo>
                  <a:lnTo>
                    <a:pt x="2307910" y="1530450"/>
                  </a:lnTo>
                  <a:lnTo>
                    <a:pt x="2308247" y="1522633"/>
                  </a:lnTo>
                  <a:lnTo>
                    <a:pt x="2308583" y="1514267"/>
                  </a:lnTo>
                  <a:lnTo>
                    <a:pt x="2308920" y="1506739"/>
                  </a:lnTo>
                  <a:lnTo>
                    <a:pt x="2309256" y="1500272"/>
                  </a:lnTo>
                  <a:lnTo>
                    <a:pt x="2309592" y="1494390"/>
                  </a:lnTo>
                  <a:lnTo>
                    <a:pt x="2309929" y="1488844"/>
                  </a:lnTo>
                  <a:lnTo>
                    <a:pt x="2310265" y="1482990"/>
                  </a:lnTo>
                  <a:lnTo>
                    <a:pt x="2310602" y="1475799"/>
                  </a:lnTo>
                  <a:lnTo>
                    <a:pt x="2310938" y="1468902"/>
                  </a:lnTo>
                  <a:lnTo>
                    <a:pt x="2311275" y="1461778"/>
                  </a:lnTo>
                  <a:lnTo>
                    <a:pt x="2311611" y="1454420"/>
                  </a:lnTo>
                  <a:lnTo>
                    <a:pt x="2311948" y="1447224"/>
                  </a:lnTo>
                  <a:lnTo>
                    <a:pt x="2312284" y="1440165"/>
                  </a:lnTo>
                  <a:lnTo>
                    <a:pt x="2312621" y="1432286"/>
                  </a:lnTo>
                  <a:lnTo>
                    <a:pt x="2312957" y="1424731"/>
                  </a:lnTo>
                  <a:lnTo>
                    <a:pt x="2313294" y="1417460"/>
                  </a:lnTo>
                  <a:lnTo>
                    <a:pt x="2313630" y="1410476"/>
                  </a:lnTo>
                  <a:lnTo>
                    <a:pt x="2313966" y="1403098"/>
                  </a:lnTo>
                  <a:lnTo>
                    <a:pt x="2314303" y="1395991"/>
                  </a:lnTo>
                  <a:lnTo>
                    <a:pt x="2314639" y="1387402"/>
                  </a:lnTo>
                  <a:lnTo>
                    <a:pt x="2314976" y="1379001"/>
                  </a:lnTo>
                  <a:lnTo>
                    <a:pt x="2315312" y="1370234"/>
                  </a:lnTo>
                  <a:lnTo>
                    <a:pt x="2315649" y="1360921"/>
                  </a:lnTo>
                  <a:lnTo>
                    <a:pt x="2315985" y="1351459"/>
                  </a:lnTo>
                  <a:lnTo>
                    <a:pt x="2316322" y="1340993"/>
                  </a:lnTo>
                  <a:lnTo>
                    <a:pt x="2316658" y="1330832"/>
                  </a:lnTo>
                  <a:lnTo>
                    <a:pt x="2316995" y="1320832"/>
                  </a:lnTo>
                  <a:lnTo>
                    <a:pt x="2317331" y="1309881"/>
                  </a:lnTo>
                  <a:lnTo>
                    <a:pt x="2317667" y="1299895"/>
                  </a:lnTo>
                  <a:lnTo>
                    <a:pt x="2318004" y="1290280"/>
                  </a:lnTo>
                  <a:lnTo>
                    <a:pt x="2318340" y="1281116"/>
                  </a:lnTo>
                  <a:lnTo>
                    <a:pt x="2318677" y="1272076"/>
                  </a:lnTo>
                  <a:lnTo>
                    <a:pt x="2319013" y="1262450"/>
                  </a:lnTo>
                  <a:lnTo>
                    <a:pt x="2319350" y="1253533"/>
                  </a:lnTo>
                  <a:lnTo>
                    <a:pt x="2319686" y="1245058"/>
                  </a:lnTo>
                  <a:lnTo>
                    <a:pt x="2320023" y="1237145"/>
                  </a:lnTo>
                  <a:lnTo>
                    <a:pt x="2320359" y="1228495"/>
                  </a:lnTo>
                  <a:lnTo>
                    <a:pt x="2320696" y="1221227"/>
                  </a:lnTo>
                  <a:lnTo>
                    <a:pt x="2321032" y="1214575"/>
                  </a:lnTo>
                  <a:lnTo>
                    <a:pt x="2321369" y="1207606"/>
                  </a:lnTo>
                  <a:lnTo>
                    <a:pt x="2321705" y="1201563"/>
                  </a:lnTo>
                  <a:lnTo>
                    <a:pt x="2322041" y="1195728"/>
                  </a:lnTo>
                  <a:lnTo>
                    <a:pt x="2322378" y="1190304"/>
                  </a:lnTo>
                  <a:lnTo>
                    <a:pt x="2322714" y="1184052"/>
                  </a:lnTo>
                  <a:lnTo>
                    <a:pt x="2323051" y="1177943"/>
                  </a:lnTo>
                  <a:lnTo>
                    <a:pt x="2323387" y="1171829"/>
                  </a:lnTo>
                  <a:lnTo>
                    <a:pt x="2323724" y="1165271"/>
                  </a:lnTo>
                  <a:lnTo>
                    <a:pt x="2324060" y="1158308"/>
                  </a:lnTo>
                  <a:lnTo>
                    <a:pt x="2324397" y="1149957"/>
                  </a:lnTo>
                  <a:lnTo>
                    <a:pt x="2324733" y="1140704"/>
                  </a:lnTo>
                  <a:lnTo>
                    <a:pt x="2325070" y="1132944"/>
                  </a:lnTo>
                  <a:lnTo>
                    <a:pt x="2325406" y="1127679"/>
                  </a:lnTo>
                  <a:lnTo>
                    <a:pt x="2325743" y="1124367"/>
                  </a:lnTo>
                  <a:lnTo>
                    <a:pt x="2326079" y="1122068"/>
                  </a:lnTo>
                  <a:lnTo>
                    <a:pt x="2326415" y="1120696"/>
                  </a:lnTo>
                  <a:lnTo>
                    <a:pt x="2326752" y="1119024"/>
                  </a:lnTo>
                  <a:lnTo>
                    <a:pt x="2327088" y="1117178"/>
                  </a:lnTo>
                  <a:lnTo>
                    <a:pt x="2327425" y="1115250"/>
                  </a:lnTo>
                  <a:lnTo>
                    <a:pt x="2327761" y="1113724"/>
                  </a:lnTo>
                  <a:lnTo>
                    <a:pt x="2328098" y="1111913"/>
                  </a:lnTo>
                  <a:lnTo>
                    <a:pt x="2328434" y="1109984"/>
                  </a:lnTo>
                  <a:lnTo>
                    <a:pt x="2328771" y="1108337"/>
                  </a:lnTo>
                  <a:lnTo>
                    <a:pt x="2329107" y="1106767"/>
                  </a:lnTo>
                  <a:lnTo>
                    <a:pt x="2329444" y="1105763"/>
                  </a:lnTo>
                  <a:lnTo>
                    <a:pt x="2329780" y="1105152"/>
                  </a:lnTo>
                  <a:lnTo>
                    <a:pt x="2330117" y="1104611"/>
                  </a:lnTo>
                  <a:lnTo>
                    <a:pt x="2330453" y="1104188"/>
                  </a:lnTo>
                  <a:lnTo>
                    <a:pt x="2330789" y="1103570"/>
                  </a:lnTo>
                  <a:lnTo>
                    <a:pt x="2331126" y="1102020"/>
                  </a:lnTo>
                  <a:lnTo>
                    <a:pt x="2331462" y="1098290"/>
                  </a:lnTo>
                  <a:lnTo>
                    <a:pt x="2331799" y="1094741"/>
                  </a:lnTo>
                  <a:lnTo>
                    <a:pt x="2332135" y="1091050"/>
                  </a:lnTo>
                  <a:lnTo>
                    <a:pt x="2332472" y="1086910"/>
                  </a:lnTo>
                  <a:lnTo>
                    <a:pt x="2332808" y="1081599"/>
                  </a:lnTo>
                  <a:lnTo>
                    <a:pt x="2333145" y="1075728"/>
                  </a:lnTo>
                  <a:lnTo>
                    <a:pt x="2333481" y="1069778"/>
                  </a:lnTo>
                  <a:lnTo>
                    <a:pt x="2333818" y="1061971"/>
                  </a:lnTo>
                  <a:lnTo>
                    <a:pt x="2334154" y="1054591"/>
                  </a:lnTo>
                  <a:lnTo>
                    <a:pt x="2334491" y="1047141"/>
                  </a:lnTo>
                  <a:lnTo>
                    <a:pt x="2334827" y="1039421"/>
                  </a:lnTo>
                  <a:lnTo>
                    <a:pt x="2335163" y="1032276"/>
                  </a:lnTo>
                  <a:lnTo>
                    <a:pt x="2335500" y="1024847"/>
                  </a:lnTo>
                  <a:lnTo>
                    <a:pt x="2335836" y="1018167"/>
                  </a:lnTo>
                  <a:lnTo>
                    <a:pt x="2336173" y="1012579"/>
                  </a:lnTo>
                  <a:lnTo>
                    <a:pt x="2336509" y="1006616"/>
                  </a:lnTo>
                  <a:lnTo>
                    <a:pt x="2336846" y="1001035"/>
                  </a:lnTo>
                  <a:lnTo>
                    <a:pt x="2337182" y="994708"/>
                  </a:lnTo>
                  <a:lnTo>
                    <a:pt x="2337519" y="988636"/>
                  </a:lnTo>
                  <a:lnTo>
                    <a:pt x="2337855" y="983117"/>
                  </a:lnTo>
                  <a:lnTo>
                    <a:pt x="2338192" y="978289"/>
                  </a:lnTo>
                  <a:lnTo>
                    <a:pt x="2338528" y="973830"/>
                  </a:lnTo>
                  <a:lnTo>
                    <a:pt x="2338865" y="969826"/>
                  </a:lnTo>
                  <a:lnTo>
                    <a:pt x="2339201" y="966409"/>
                  </a:lnTo>
                  <a:lnTo>
                    <a:pt x="2339537" y="963692"/>
                  </a:lnTo>
                  <a:lnTo>
                    <a:pt x="2339874" y="961606"/>
                  </a:lnTo>
                  <a:lnTo>
                    <a:pt x="2340210" y="959949"/>
                  </a:lnTo>
                  <a:lnTo>
                    <a:pt x="2340547" y="958527"/>
                  </a:lnTo>
                  <a:lnTo>
                    <a:pt x="2340883" y="956630"/>
                  </a:lnTo>
                  <a:lnTo>
                    <a:pt x="2341220" y="955210"/>
                  </a:lnTo>
                  <a:lnTo>
                    <a:pt x="2341556" y="953302"/>
                  </a:lnTo>
                  <a:lnTo>
                    <a:pt x="2341893" y="951005"/>
                  </a:lnTo>
                  <a:lnTo>
                    <a:pt x="2342229" y="948240"/>
                  </a:lnTo>
                  <a:lnTo>
                    <a:pt x="2342566" y="944647"/>
                  </a:lnTo>
                  <a:lnTo>
                    <a:pt x="2342902" y="940261"/>
                  </a:lnTo>
                  <a:lnTo>
                    <a:pt x="2343239" y="935261"/>
                  </a:lnTo>
                  <a:lnTo>
                    <a:pt x="2343575" y="929673"/>
                  </a:lnTo>
                  <a:lnTo>
                    <a:pt x="2343911" y="924118"/>
                  </a:lnTo>
                  <a:lnTo>
                    <a:pt x="2344248" y="916479"/>
                  </a:lnTo>
                  <a:lnTo>
                    <a:pt x="2344584" y="908074"/>
                  </a:lnTo>
                  <a:lnTo>
                    <a:pt x="2344921" y="899223"/>
                  </a:lnTo>
                  <a:lnTo>
                    <a:pt x="2345257" y="889526"/>
                  </a:lnTo>
                  <a:lnTo>
                    <a:pt x="2345594" y="879303"/>
                  </a:lnTo>
                  <a:lnTo>
                    <a:pt x="2345930" y="869881"/>
                  </a:lnTo>
                  <a:lnTo>
                    <a:pt x="2346267" y="858949"/>
                  </a:lnTo>
                  <a:lnTo>
                    <a:pt x="2346603" y="849045"/>
                  </a:lnTo>
                  <a:lnTo>
                    <a:pt x="2346940" y="839391"/>
                  </a:lnTo>
                  <a:lnTo>
                    <a:pt x="2347276" y="830476"/>
                  </a:lnTo>
                  <a:lnTo>
                    <a:pt x="2347613" y="823019"/>
                  </a:lnTo>
                  <a:lnTo>
                    <a:pt x="2347949" y="816543"/>
                  </a:lnTo>
                  <a:lnTo>
                    <a:pt x="2348285" y="811288"/>
                  </a:lnTo>
                  <a:lnTo>
                    <a:pt x="2348622" y="807438"/>
                  </a:lnTo>
                  <a:lnTo>
                    <a:pt x="2348958" y="804197"/>
                  </a:lnTo>
                  <a:lnTo>
                    <a:pt x="2349295" y="802385"/>
                  </a:lnTo>
                  <a:lnTo>
                    <a:pt x="2349631" y="801542"/>
                  </a:lnTo>
                  <a:lnTo>
                    <a:pt x="2349968" y="800752"/>
                  </a:lnTo>
                  <a:lnTo>
                    <a:pt x="2350304" y="800599"/>
                  </a:lnTo>
                  <a:lnTo>
                    <a:pt x="2350641" y="801342"/>
                  </a:lnTo>
                  <a:lnTo>
                    <a:pt x="2350977" y="802413"/>
                  </a:lnTo>
                  <a:lnTo>
                    <a:pt x="2351314" y="805037"/>
                  </a:lnTo>
                  <a:lnTo>
                    <a:pt x="2351650" y="807954"/>
                  </a:lnTo>
                  <a:lnTo>
                    <a:pt x="2351986" y="811152"/>
                  </a:lnTo>
                  <a:lnTo>
                    <a:pt x="2352323" y="814928"/>
                  </a:lnTo>
                  <a:lnTo>
                    <a:pt x="2352659" y="818843"/>
                  </a:lnTo>
                  <a:lnTo>
                    <a:pt x="2352996" y="822664"/>
                  </a:lnTo>
                  <a:lnTo>
                    <a:pt x="2353332" y="826389"/>
                  </a:lnTo>
                  <a:lnTo>
                    <a:pt x="2353669" y="829356"/>
                  </a:lnTo>
                  <a:lnTo>
                    <a:pt x="2354005" y="832073"/>
                  </a:lnTo>
                  <a:lnTo>
                    <a:pt x="2354342" y="834662"/>
                  </a:lnTo>
                  <a:lnTo>
                    <a:pt x="2354678" y="836400"/>
                  </a:lnTo>
                  <a:lnTo>
                    <a:pt x="2355015" y="836291"/>
                  </a:lnTo>
                  <a:lnTo>
                    <a:pt x="2355351" y="834930"/>
                  </a:lnTo>
                  <a:lnTo>
                    <a:pt x="2355688" y="832788"/>
                  </a:lnTo>
                  <a:lnTo>
                    <a:pt x="2356024" y="831037"/>
                  </a:lnTo>
                  <a:lnTo>
                    <a:pt x="2356360" y="828520"/>
                  </a:lnTo>
                  <a:lnTo>
                    <a:pt x="2356697" y="826642"/>
                  </a:lnTo>
                  <a:lnTo>
                    <a:pt x="2357033" y="824786"/>
                  </a:lnTo>
                  <a:lnTo>
                    <a:pt x="2357370" y="821901"/>
                  </a:lnTo>
                  <a:lnTo>
                    <a:pt x="2357706" y="817330"/>
                  </a:lnTo>
                  <a:lnTo>
                    <a:pt x="2358043" y="812576"/>
                  </a:lnTo>
                  <a:lnTo>
                    <a:pt x="2358379" y="807763"/>
                  </a:lnTo>
                  <a:lnTo>
                    <a:pt x="2358716" y="802432"/>
                  </a:lnTo>
                  <a:lnTo>
                    <a:pt x="2359052" y="797070"/>
                  </a:lnTo>
                  <a:lnTo>
                    <a:pt x="2359389" y="791575"/>
                  </a:lnTo>
                  <a:lnTo>
                    <a:pt x="2359725" y="785284"/>
                  </a:lnTo>
                  <a:lnTo>
                    <a:pt x="2360062" y="779710"/>
                  </a:lnTo>
                  <a:lnTo>
                    <a:pt x="2360398" y="774504"/>
                  </a:lnTo>
                  <a:lnTo>
                    <a:pt x="2360734" y="770586"/>
                  </a:lnTo>
                  <a:lnTo>
                    <a:pt x="2361071" y="766908"/>
                  </a:lnTo>
                  <a:lnTo>
                    <a:pt x="2361407" y="763256"/>
                  </a:lnTo>
                  <a:lnTo>
                    <a:pt x="2361744" y="758583"/>
                  </a:lnTo>
                  <a:lnTo>
                    <a:pt x="2362080" y="751751"/>
                  </a:lnTo>
                  <a:lnTo>
                    <a:pt x="2362417" y="746291"/>
                  </a:lnTo>
                  <a:lnTo>
                    <a:pt x="2362753" y="742958"/>
                  </a:lnTo>
                  <a:lnTo>
                    <a:pt x="2363090" y="740092"/>
                  </a:lnTo>
                  <a:lnTo>
                    <a:pt x="2363426" y="737820"/>
                  </a:lnTo>
                  <a:lnTo>
                    <a:pt x="2363763" y="736390"/>
                  </a:lnTo>
                  <a:lnTo>
                    <a:pt x="2364099" y="736700"/>
                  </a:lnTo>
                  <a:lnTo>
                    <a:pt x="2364436" y="737906"/>
                  </a:lnTo>
                  <a:lnTo>
                    <a:pt x="2364772" y="741381"/>
                  </a:lnTo>
                  <a:lnTo>
                    <a:pt x="2365108" y="743728"/>
                  </a:lnTo>
                  <a:lnTo>
                    <a:pt x="2365445" y="744346"/>
                  </a:lnTo>
                  <a:lnTo>
                    <a:pt x="2365781" y="743714"/>
                  </a:lnTo>
                  <a:lnTo>
                    <a:pt x="2366118" y="740139"/>
                  </a:lnTo>
                  <a:lnTo>
                    <a:pt x="2366454" y="737134"/>
                  </a:lnTo>
                  <a:lnTo>
                    <a:pt x="2366791" y="733459"/>
                  </a:lnTo>
                  <a:lnTo>
                    <a:pt x="2367127" y="730183"/>
                  </a:lnTo>
                  <a:lnTo>
                    <a:pt x="2367464" y="726629"/>
                  </a:lnTo>
                  <a:lnTo>
                    <a:pt x="2367800" y="722789"/>
                  </a:lnTo>
                  <a:lnTo>
                    <a:pt x="2368137" y="718166"/>
                  </a:lnTo>
                  <a:lnTo>
                    <a:pt x="2368473" y="714386"/>
                  </a:lnTo>
                  <a:lnTo>
                    <a:pt x="2368810" y="710371"/>
                  </a:lnTo>
                  <a:lnTo>
                    <a:pt x="2369146" y="706481"/>
                  </a:lnTo>
                  <a:lnTo>
                    <a:pt x="2369482" y="703004"/>
                  </a:lnTo>
                  <a:lnTo>
                    <a:pt x="2369819" y="699346"/>
                  </a:lnTo>
                  <a:lnTo>
                    <a:pt x="2370155" y="696142"/>
                  </a:lnTo>
                  <a:lnTo>
                    <a:pt x="2370492" y="693759"/>
                  </a:lnTo>
                  <a:lnTo>
                    <a:pt x="2370828" y="692423"/>
                  </a:lnTo>
                  <a:lnTo>
                    <a:pt x="2371165" y="692106"/>
                  </a:lnTo>
                  <a:lnTo>
                    <a:pt x="2371501" y="691896"/>
                  </a:lnTo>
                  <a:lnTo>
                    <a:pt x="2371838" y="693543"/>
                  </a:lnTo>
                  <a:lnTo>
                    <a:pt x="2372174" y="696787"/>
                  </a:lnTo>
                  <a:lnTo>
                    <a:pt x="2372511" y="700887"/>
                  </a:lnTo>
                  <a:lnTo>
                    <a:pt x="2372847" y="706011"/>
                  </a:lnTo>
                  <a:lnTo>
                    <a:pt x="2373184" y="712519"/>
                  </a:lnTo>
                  <a:lnTo>
                    <a:pt x="2373520" y="719439"/>
                  </a:lnTo>
                  <a:lnTo>
                    <a:pt x="2373856" y="726448"/>
                  </a:lnTo>
                  <a:lnTo>
                    <a:pt x="2374193" y="733450"/>
                  </a:lnTo>
                  <a:lnTo>
                    <a:pt x="2374529" y="740445"/>
                  </a:lnTo>
                  <a:lnTo>
                    <a:pt x="2374866" y="747854"/>
                  </a:lnTo>
                  <a:lnTo>
                    <a:pt x="2375202" y="754646"/>
                  </a:lnTo>
                  <a:lnTo>
                    <a:pt x="2375539" y="762116"/>
                  </a:lnTo>
                  <a:lnTo>
                    <a:pt x="2375875" y="769707"/>
                  </a:lnTo>
                  <a:lnTo>
                    <a:pt x="2376212" y="775780"/>
                  </a:lnTo>
                  <a:lnTo>
                    <a:pt x="2376548" y="780188"/>
                  </a:lnTo>
                  <a:lnTo>
                    <a:pt x="2376885" y="785070"/>
                  </a:lnTo>
                  <a:lnTo>
                    <a:pt x="2377221" y="789281"/>
                  </a:lnTo>
                  <a:lnTo>
                    <a:pt x="2377558" y="793580"/>
                  </a:lnTo>
                  <a:lnTo>
                    <a:pt x="2377894" y="798369"/>
                  </a:lnTo>
                  <a:lnTo>
                    <a:pt x="2378230" y="801745"/>
                  </a:lnTo>
                  <a:lnTo>
                    <a:pt x="2378567" y="805279"/>
                  </a:lnTo>
                  <a:lnTo>
                    <a:pt x="2378903" y="809458"/>
                  </a:lnTo>
                  <a:lnTo>
                    <a:pt x="2379240" y="814351"/>
                  </a:lnTo>
                  <a:lnTo>
                    <a:pt x="2379576" y="819584"/>
                  </a:lnTo>
                  <a:lnTo>
                    <a:pt x="2379913" y="825438"/>
                  </a:lnTo>
                  <a:lnTo>
                    <a:pt x="2380249" y="831725"/>
                  </a:lnTo>
                  <a:lnTo>
                    <a:pt x="2380586" y="837914"/>
                  </a:lnTo>
                  <a:lnTo>
                    <a:pt x="2380922" y="844453"/>
                  </a:lnTo>
                  <a:lnTo>
                    <a:pt x="2381259" y="852217"/>
                  </a:lnTo>
                  <a:lnTo>
                    <a:pt x="2381595" y="860236"/>
                  </a:lnTo>
                  <a:lnTo>
                    <a:pt x="2381932" y="869952"/>
                  </a:lnTo>
                  <a:lnTo>
                    <a:pt x="2382268" y="879930"/>
                  </a:lnTo>
                  <a:lnTo>
                    <a:pt x="2382604" y="890226"/>
                  </a:lnTo>
                  <a:lnTo>
                    <a:pt x="2382941" y="900859"/>
                  </a:lnTo>
                  <a:lnTo>
                    <a:pt x="2383277" y="912164"/>
                  </a:lnTo>
                  <a:lnTo>
                    <a:pt x="2383614" y="924692"/>
                  </a:lnTo>
                  <a:lnTo>
                    <a:pt x="2383950" y="937007"/>
                  </a:lnTo>
                  <a:lnTo>
                    <a:pt x="2384287" y="949427"/>
                  </a:lnTo>
                  <a:lnTo>
                    <a:pt x="2384623" y="962756"/>
                  </a:lnTo>
                  <a:lnTo>
                    <a:pt x="2384960" y="975215"/>
                  </a:lnTo>
                  <a:lnTo>
                    <a:pt x="2385296" y="987206"/>
                  </a:lnTo>
                  <a:lnTo>
                    <a:pt x="2385633" y="998437"/>
                  </a:lnTo>
                  <a:lnTo>
                    <a:pt x="2385969" y="1009212"/>
                  </a:lnTo>
                  <a:lnTo>
                    <a:pt x="2386305" y="1019759"/>
                  </a:lnTo>
                  <a:lnTo>
                    <a:pt x="2386642" y="1029540"/>
                  </a:lnTo>
                  <a:lnTo>
                    <a:pt x="2386978" y="1038460"/>
                  </a:lnTo>
                  <a:lnTo>
                    <a:pt x="2387315" y="1045753"/>
                  </a:lnTo>
                  <a:lnTo>
                    <a:pt x="2387651" y="1053794"/>
                  </a:lnTo>
                  <a:lnTo>
                    <a:pt x="2387988" y="1060698"/>
                  </a:lnTo>
                  <a:lnTo>
                    <a:pt x="2388324" y="1066548"/>
                  </a:lnTo>
                  <a:lnTo>
                    <a:pt x="2388661" y="1072531"/>
                  </a:lnTo>
                  <a:lnTo>
                    <a:pt x="2388997" y="1077983"/>
                  </a:lnTo>
                  <a:lnTo>
                    <a:pt x="2389334" y="1083325"/>
                  </a:lnTo>
                  <a:lnTo>
                    <a:pt x="2389670" y="1088536"/>
                  </a:lnTo>
                  <a:lnTo>
                    <a:pt x="2390007" y="1094444"/>
                  </a:lnTo>
                  <a:lnTo>
                    <a:pt x="2390343" y="1099798"/>
                  </a:lnTo>
                  <a:lnTo>
                    <a:pt x="2390679" y="1105331"/>
                  </a:lnTo>
                  <a:lnTo>
                    <a:pt x="2391016" y="1111343"/>
                  </a:lnTo>
                  <a:lnTo>
                    <a:pt x="2391352" y="1117648"/>
                  </a:lnTo>
                  <a:lnTo>
                    <a:pt x="2391689" y="1124897"/>
                  </a:lnTo>
                  <a:lnTo>
                    <a:pt x="2392025" y="1132971"/>
                  </a:lnTo>
                  <a:lnTo>
                    <a:pt x="2392362" y="1139463"/>
                  </a:lnTo>
                  <a:lnTo>
                    <a:pt x="2392698" y="1143612"/>
                  </a:lnTo>
                  <a:lnTo>
                    <a:pt x="2393035" y="1145845"/>
                  </a:lnTo>
                  <a:lnTo>
                    <a:pt x="2393371" y="1146777"/>
                  </a:lnTo>
                  <a:lnTo>
                    <a:pt x="2393708" y="1147041"/>
                  </a:lnTo>
                  <a:lnTo>
                    <a:pt x="2394044" y="1147315"/>
                  </a:lnTo>
                  <a:lnTo>
                    <a:pt x="2394381" y="1148116"/>
                  </a:lnTo>
                  <a:lnTo>
                    <a:pt x="2394717" y="1148768"/>
                  </a:lnTo>
                  <a:lnTo>
                    <a:pt x="2395053" y="1149294"/>
                  </a:lnTo>
                  <a:lnTo>
                    <a:pt x="2395390" y="1150049"/>
                  </a:lnTo>
                  <a:lnTo>
                    <a:pt x="2395726" y="1151184"/>
                  </a:lnTo>
                  <a:lnTo>
                    <a:pt x="2396063" y="1152014"/>
                  </a:lnTo>
                  <a:lnTo>
                    <a:pt x="2396399" y="1152926"/>
                  </a:lnTo>
                  <a:lnTo>
                    <a:pt x="2396736" y="1153785"/>
                  </a:lnTo>
                  <a:lnTo>
                    <a:pt x="2397072" y="1154382"/>
                  </a:lnTo>
                  <a:lnTo>
                    <a:pt x="2397409" y="1154857"/>
                  </a:lnTo>
                  <a:lnTo>
                    <a:pt x="2397745" y="1155189"/>
                  </a:lnTo>
                  <a:lnTo>
                    <a:pt x="2398082" y="1156079"/>
                  </a:lnTo>
                  <a:lnTo>
                    <a:pt x="2398418" y="1157573"/>
                  </a:lnTo>
                  <a:lnTo>
                    <a:pt x="2398755" y="1161378"/>
                  </a:lnTo>
                  <a:lnTo>
                    <a:pt x="2399091" y="1164334"/>
                  </a:lnTo>
                  <a:lnTo>
                    <a:pt x="2399427" y="1167175"/>
                  </a:lnTo>
                  <a:lnTo>
                    <a:pt x="2399764" y="1169977"/>
                  </a:lnTo>
                  <a:lnTo>
                    <a:pt x="2400100" y="1172721"/>
                  </a:lnTo>
                  <a:lnTo>
                    <a:pt x="2400437" y="1176192"/>
                  </a:lnTo>
                  <a:lnTo>
                    <a:pt x="2400773" y="1179872"/>
                  </a:lnTo>
                  <a:lnTo>
                    <a:pt x="2401110" y="1185668"/>
                  </a:lnTo>
                  <a:lnTo>
                    <a:pt x="2401446" y="1192167"/>
                  </a:lnTo>
                  <a:lnTo>
                    <a:pt x="2401783" y="1198435"/>
                  </a:lnTo>
                  <a:lnTo>
                    <a:pt x="2402119" y="1205315"/>
                  </a:lnTo>
                  <a:lnTo>
                    <a:pt x="2402456" y="1212213"/>
                  </a:lnTo>
                  <a:lnTo>
                    <a:pt x="2402792" y="1219578"/>
                  </a:lnTo>
                  <a:lnTo>
                    <a:pt x="2403129" y="1226002"/>
                  </a:lnTo>
                  <a:lnTo>
                    <a:pt x="2403465" y="1231554"/>
                  </a:lnTo>
                  <a:lnTo>
                    <a:pt x="2403801" y="1237325"/>
                  </a:lnTo>
                  <a:lnTo>
                    <a:pt x="2404138" y="1242784"/>
                  </a:lnTo>
                  <a:lnTo>
                    <a:pt x="2404474" y="1249109"/>
                  </a:lnTo>
                  <a:lnTo>
                    <a:pt x="2404811" y="1255709"/>
                  </a:lnTo>
                  <a:lnTo>
                    <a:pt x="2405147" y="1261762"/>
                  </a:lnTo>
                  <a:lnTo>
                    <a:pt x="2405484" y="1267515"/>
                  </a:lnTo>
                  <a:lnTo>
                    <a:pt x="2405820" y="1272656"/>
                  </a:lnTo>
                  <a:lnTo>
                    <a:pt x="2406157" y="1276373"/>
                  </a:lnTo>
                  <a:lnTo>
                    <a:pt x="2406493" y="1278762"/>
                  </a:lnTo>
                  <a:lnTo>
                    <a:pt x="2406830" y="1279610"/>
                  </a:lnTo>
                  <a:lnTo>
                    <a:pt x="2407166" y="1278737"/>
                  </a:lnTo>
                  <a:lnTo>
                    <a:pt x="2407503" y="1277780"/>
                  </a:lnTo>
                  <a:lnTo>
                    <a:pt x="2407839" y="1276759"/>
                  </a:lnTo>
                  <a:lnTo>
                    <a:pt x="2408175" y="1276317"/>
                  </a:lnTo>
                  <a:lnTo>
                    <a:pt x="2408512" y="1276282"/>
                  </a:lnTo>
                  <a:lnTo>
                    <a:pt x="2408848" y="1276822"/>
                  </a:lnTo>
                  <a:lnTo>
                    <a:pt x="2409185" y="1278537"/>
                  </a:lnTo>
                  <a:lnTo>
                    <a:pt x="2409521" y="1279877"/>
                  </a:lnTo>
                  <a:lnTo>
                    <a:pt x="2409858" y="1281324"/>
                  </a:lnTo>
                  <a:lnTo>
                    <a:pt x="2410194" y="1281417"/>
                  </a:lnTo>
                  <a:lnTo>
                    <a:pt x="2410531" y="1281073"/>
                  </a:lnTo>
                  <a:lnTo>
                    <a:pt x="2410867" y="1280909"/>
                  </a:lnTo>
                  <a:lnTo>
                    <a:pt x="2411204" y="1280150"/>
                  </a:lnTo>
                  <a:lnTo>
                    <a:pt x="2411540" y="1281105"/>
                  </a:lnTo>
                  <a:lnTo>
                    <a:pt x="2411877" y="1282777"/>
                  </a:lnTo>
                  <a:lnTo>
                    <a:pt x="2412213" y="1285648"/>
                  </a:lnTo>
                  <a:lnTo>
                    <a:pt x="2412549" y="1288593"/>
                  </a:lnTo>
                  <a:lnTo>
                    <a:pt x="2412886" y="1291143"/>
                  </a:lnTo>
                  <a:lnTo>
                    <a:pt x="2413222" y="1293248"/>
                  </a:lnTo>
                  <a:lnTo>
                    <a:pt x="2413559" y="1297477"/>
                  </a:lnTo>
                  <a:lnTo>
                    <a:pt x="2413895" y="1300906"/>
                  </a:lnTo>
                  <a:lnTo>
                    <a:pt x="2414232" y="1303273"/>
                  </a:lnTo>
                  <a:lnTo>
                    <a:pt x="2414568" y="1305529"/>
                  </a:lnTo>
                  <a:lnTo>
                    <a:pt x="2414905" y="1307786"/>
                  </a:lnTo>
                  <a:lnTo>
                    <a:pt x="2415241" y="1309947"/>
                  </a:lnTo>
                  <a:lnTo>
                    <a:pt x="2415578" y="1311827"/>
                  </a:lnTo>
                  <a:lnTo>
                    <a:pt x="2415914" y="1312699"/>
                  </a:lnTo>
                  <a:lnTo>
                    <a:pt x="2416251" y="1314538"/>
                  </a:lnTo>
                  <a:lnTo>
                    <a:pt x="2416587" y="1316060"/>
                  </a:lnTo>
                  <a:lnTo>
                    <a:pt x="2416923" y="1316953"/>
                  </a:lnTo>
                  <a:lnTo>
                    <a:pt x="2417260" y="1317261"/>
                  </a:lnTo>
                  <a:lnTo>
                    <a:pt x="2417596" y="1316994"/>
                  </a:lnTo>
                  <a:lnTo>
                    <a:pt x="2417933" y="1317125"/>
                  </a:lnTo>
                  <a:lnTo>
                    <a:pt x="2418269" y="1317420"/>
                  </a:lnTo>
                  <a:lnTo>
                    <a:pt x="2418606" y="1316046"/>
                  </a:lnTo>
                  <a:lnTo>
                    <a:pt x="2418942" y="1313529"/>
                  </a:lnTo>
                  <a:lnTo>
                    <a:pt x="2419279" y="1310460"/>
                  </a:lnTo>
                  <a:lnTo>
                    <a:pt x="2419615" y="1307331"/>
                  </a:lnTo>
                  <a:lnTo>
                    <a:pt x="2419952" y="1304514"/>
                  </a:lnTo>
                  <a:lnTo>
                    <a:pt x="2420288" y="1302262"/>
                  </a:lnTo>
                  <a:lnTo>
                    <a:pt x="2420624" y="1300610"/>
                  </a:lnTo>
                  <a:lnTo>
                    <a:pt x="2420961" y="1299411"/>
                  </a:lnTo>
                  <a:lnTo>
                    <a:pt x="2421297" y="1299143"/>
                  </a:lnTo>
                  <a:lnTo>
                    <a:pt x="2421634" y="1299504"/>
                  </a:lnTo>
                  <a:lnTo>
                    <a:pt x="2421970" y="1300899"/>
                  </a:lnTo>
                  <a:lnTo>
                    <a:pt x="2422307" y="1303159"/>
                  </a:lnTo>
                  <a:lnTo>
                    <a:pt x="2422643" y="1305645"/>
                  </a:lnTo>
                  <a:lnTo>
                    <a:pt x="2422980" y="1309722"/>
                  </a:lnTo>
                  <a:lnTo>
                    <a:pt x="2423316" y="1313102"/>
                  </a:lnTo>
                  <a:lnTo>
                    <a:pt x="2423653" y="1316638"/>
                  </a:lnTo>
                  <a:lnTo>
                    <a:pt x="2423989" y="1319822"/>
                  </a:lnTo>
                  <a:lnTo>
                    <a:pt x="2424326" y="1322474"/>
                  </a:lnTo>
                  <a:lnTo>
                    <a:pt x="2424662" y="1324607"/>
                  </a:lnTo>
                  <a:lnTo>
                    <a:pt x="2424998" y="1326259"/>
                  </a:lnTo>
                  <a:lnTo>
                    <a:pt x="2425335" y="1327806"/>
                  </a:lnTo>
                  <a:lnTo>
                    <a:pt x="2425671" y="1329256"/>
                  </a:lnTo>
                  <a:lnTo>
                    <a:pt x="2426008" y="1330722"/>
                  </a:lnTo>
                  <a:lnTo>
                    <a:pt x="2426344" y="1332411"/>
                  </a:lnTo>
                  <a:lnTo>
                    <a:pt x="2426681" y="1334358"/>
                  </a:lnTo>
                  <a:lnTo>
                    <a:pt x="2427017" y="1335594"/>
                  </a:lnTo>
                  <a:lnTo>
                    <a:pt x="2427354" y="1336324"/>
                  </a:lnTo>
                  <a:lnTo>
                    <a:pt x="2427690" y="1336951"/>
                  </a:lnTo>
                  <a:lnTo>
                    <a:pt x="2428027" y="1335381"/>
                  </a:lnTo>
                  <a:lnTo>
                    <a:pt x="2428363" y="1333485"/>
                  </a:lnTo>
                  <a:lnTo>
                    <a:pt x="2428700" y="1332112"/>
                  </a:lnTo>
                  <a:lnTo>
                    <a:pt x="2429036" y="1333178"/>
                  </a:lnTo>
                  <a:lnTo>
                    <a:pt x="2429372" y="1334885"/>
                  </a:lnTo>
                  <a:lnTo>
                    <a:pt x="2429709" y="1336928"/>
                  </a:lnTo>
                  <a:lnTo>
                    <a:pt x="2430045" y="1339316"/>
                  </a:lnTo>
                  <a:lnTo>
                    <a:pt x="2430382" y="1341612"/>
                  </a:lnTo>
                  <a:lnTo>
                    <a:pt x="2430718" y="1344084"/>
                  </a:lnTo>
                  <a:lnTo>
                    <a:pt x="2431055" y="1345561"/>
                  </a:lnTo>
                  <a:lnTo>
                    <a:pt x="2431391" y="1345255"/>
                  </a:lnTo>
                  <a:lnTo>
                    <a:pt x="2431728" y="1345253"/>
                  </a:lnTo>
                  <a:lnTo>
                    <a:pt x="2432064" y="1345450"/>
                  </a:lnTo>
                  <a:lnTo>
                    <a:pt x="2432401" y="1347276"/>
                  </a:lnTo>
                  <a:lnTo>
                    <a:pt x="2432737" y="1349957"/>
                  </a:lnTo>
                  <a:lnTo>
                    <a:pt x="2433074" y="1353330"/>
                  </a:lnTo>
                  <a:lnTo>
                    <a:pt x="2433410" y="1356725"/>
                  </a:lnTo>
                  <a:lnTo>
                    <a:pt x="2433746" y="1359323"/>
                  </a:lnTo>
                  <a:lnTo>
                    <a:pt x="2434083" y="1361669"/>
                  </a:lnTo>
                  <a:lnTo>
                    <a:pt x="2434419" y="1363715"/>
                  </a:lnTo>
                  <a:lnTo>
                    <a:pt x="2434756" y="1366515"/>
                  </a:lnTo>
                  <a:lnTo>
                    <a:pt x="2435092" y="1369977"/>
                  </a:lnTo>
                  <a:lnTo>
                    <a:pt x="2435429" y="1374013"/>
                  </a:lnTo>
                  <a:lnTo>
                    <a:pt x="2435765" y="1377455"/>
                  </a:lnTo>
                  <a:lnTo>
                    <a:pt x="2436102" y="1382045"/>
                  </a:lnTo>
                  <a:lnTo>
                    <a:pt x="2436438" y="1386878"/>
                  </a:lnTo>
                  <a:lnTo>
                    <a:pt x="2436775" y="1391115"/>
                  </a:lnTo>
                  <a:lnTo>
                    <a:pt x="2437111" y="1395901"/>
                  </a:lnTo>
                  <a:lnTo>
                    <a:pt x="2437448" y="1400092"/>
                  </a:lnTo>
                  <a:lnTo>
                    <a:pt x="2437784" y="1403388"/>
                  </a:lnTo>
                  <a:lnTo>
                    <a:pt x="2438120" y="1405970"/>
                  </a:lnTo>
                  <a:lnTo>
                    <a:pt x="2438457" y="1407641"/>
                  </a:lnTo>
                  <a:lnTo>
                    <a:pt x="2438793" y="1409041"/>
                  </a:lnTo>
                  <a:lnTo>
                    <a:pt x="2439130" y="1410499"/>
                  </a:lnTo>
                  <a:lnTo>
                    <a:pt x="2439466" y="1411654"/>
                  </a:lnTo>
                  <a:lnTo>
                    <a:pt x="2439803" y="1412107"/>
                  </a:lnTo>
                  <a:lnTo>
                    <a:pt x="2440139" y="1412089"/>
                  </a:lnTo>
                  <a:lnTo>
                    <a:pt x="2440476" y="1411264"/>
                  </a:lnTo>
                  <a:lnTo>
                    <a:pt x="2440812" y="1410267"/>
                  </a:lnTo>
                  <a:lnTo>
                    <a:pt x="2441149" y="1408726"/>
                  </a:lnTo>
                  <a:lnTo>
                    <a:pt x="2441485" y="1407343"/>
                  </a:lnTo>
                  <a:lnTo>
                    <a:pt x="2441822" y="1406249"/>
                  </a:lnTo>
                  <a:lnTo>
                    <a:pt x="2442158" y="1404903"/>
                  </a:lnTo>
                  <a:lnTo>
                    <a:pt x="2442494" y="1403485"/>
                  </a:lnTo>
                  <a:lnTo>
                    <a:pt x="2442831" y="1402582"/>
                  </a:lnTo>
                  <a:lnTo>
                    <a:pt x="2443167" y="1402269"/>
                  </a:lnTo>
                  <a:lnTo>
                    <a:pt x="2443504" y="1404010"/>
                  </a:lnTo>
                  <a:lnTo>
                    <a:pt x="2443840" y="1407162"/>
                  </a:lnTo>
                  <a:lnTo>
                    <a:pt x="2444177" y="1409646"/>
                  </a:lnTo>
                  <a:lnTo>
                    <a:pt x="2444513" y="1412277"/>
                  </a:lnTo>
                  <a:lnTo>
                    <a:pt x="2444850" y="1414605"/>
                  </a:lnTo>
                  <a:lnTo>
                    <a:pt x="2445186" y="1416608"/>
                  </a:lnTo>
                  <a:lnTo>
                    <a:pt x="2445523" y="1419264"/>
                  </a:lnTo>
                  <a:lnTo>
                    <a:pt x="2445859" y="1421296"/>
                  </a:lnTo>
                  <a:lnTo>
                    <a:pt x="2446196" y="1422579"/>
                  </a:lnTo>
                  <a:lnTo>
                    <a:pt x="2446532" y="1422807"/>
                  </a:lnTo>
                  <a:lnTo>
                    <a:pt x="2446868" y="1422321"/>
                  </a:lnTo>
                  <a:lnTo>
                    <a:pt x="2447205" y="1422079"/>
                  </a:lnTo>
                  <a:lnTo>
                    <a:pt x="2447541" y="1421739"/>
                  </a:lnTo>
                  <a:lnTo>
                    <a:pt x="2447878" y="1421438"/>
                  </a:lnTo>
                  <a:lnTo>
                    <a:pt x="2448214" y="1420888"/>
                  </a:lnTo>
                  <a:lnTo>
                    <a:pt x="2448551" y="1419825"/>
                  </a:lnTo>
                  <a:lnTo>
                    <a:pt x="2448887" y="1418236"/>
                  </a:lnTo>
                  <a:lnTo>
                    <a:pt x="2449224" y="1415634"/>
                  </a:lnTo>
                  <a:lnTo>
                    <a:pt x="2449560" y="1413421"/>
                  </a:lnTo>
                  <a:lnTo>
                    <a:pt x="2449897" y="1411329"/>
                  </a:lnTo>
                  <a:lnTo>
                    <a:pt x="2450233" y="1409478"/>
                  </a:lnTo>
                  <a:lnTo>
                    <a:pt x="2450569" y="1407371"/>
                  </a:lnTo>
                  <a:lnTo>
                    <a:pt x="2450906" y="1405544"/>
                  </a:lnTo>
                  <a:lnTo>
                    <a:pt x="2451242" y="1404022"/>
                  </a:lnTo>
                  <a:lnTo>
                    <a:pt x="2451579" y="1402758"/>
                  </a:lnTo>
                  <a:lnTo>
                    <a:pt x="2451915" y="1401414"/>
                  </a:lnTo>
                  <a:lnTo>
                    <a:pt x="2452252" y="1400077"/>
                  </a:lnTo>
                  <a:lnTo>
                    <a:pt x="2452588" y="1398522"/>
                  </a:lnTo>
                  <a:lnTo>
                    <a:pt x="2452925" y="1397119"/>
                  </a:lnTo>
                  <a:lnTo>
                    <a:pt x="2453261" y="1395783"/>
                  </a:lnTo>
                  <a:lnTo>
                    <a:pt x="2453598" y="1394341"/>
                  </a:lnTo>
                  <a:lnTo>
                    <a:pt x="2453934" y="1392878"/>
                  </a:lnTo>
                  <a:lnTo>
                    <a:pt x="2454271" y="1391516"/>
                  </a:lnTo>
                  <a:lnTo>
                    <a:pt x="2454607" y="1390382"/>
                  </a:lnTo>
                  <a:lnTo>
                    <a:pt x="2454943" y="1389073"/>
                  </a:lnTo>
                  <a:lnTo>
                    <a:pt x="2455280" y="1387475"/>
                  </a:lnTo>
                  <a:lnTo>
                    <a:pt x="2455616" y="1386147"/>
                  </a:lnTo>
                  <a:lnTo>
                    <a:pt x="2455953" y="1384815"/>
                  </a:lnTo>
                  <a:lnTo>
                    <a:pt x="2456289" y="1382884"/>
                  </a:lnTo>
                  <a:lnTo>
                    <a:pt x="2456626" y="1380335"/>
                  </a:lnTo>
                  <a:lnTo>
                    <a:pt x="2456962" y="1377165"/>
                  </a:lnTo>
                  <a:lnTo>
                    <a:pt x="2457299" y="1373957"/>
                  </a:lnTo>
                  <a:lnTo>
                    <a:pt x="2457635" y="1370878"/>
                  </a:lnTo>
                  <a:lnTo>
                    <a:pt x="2457972" y="1367617"/>
                  </a:lnTo>
                  <a:lnTo>
                    <a:pt x="2458308" y="1364535"/>
                  </a:lnTo>
                  <a:lnTo>
                    <a:pt x="2458645" y="1362052"/>
                  </a:lnTo>
                  <a:lnTo>
                    <a:pt x="2458981" y="1359910"/>
                  </a:lnTo>
                  <a:lnTo>
                    <a:pt x="2459317" y="1357179"/>
                  </a:lnTo>
                  <a:lnTo>
                    <a:pt x="2459654" y="1354735"/>
                  </a:lnTo>
                  <a:lnTo>
                    <a:pt x="2459990" y="1351940"/>
                  </a:lnTo>
                  <a:lnTo>
                    <a:pt x="2460327" y="1349399"/>
                  </a:lnTo>
                  <a:lnTo>
                    <a:pt x="2460663" y="1347390"/>
                  </a:lnTo>
                  <a:lnTo>
                    <a:pt x="2461000" y="1344913"/>
                  </a:lnTo>
                  <a:lnTo>
                    <a:pt x="2461336" y="1342360"/>
                  </a:lnTo>
                  <a:lnTo>
                    <a:pt x="2461673" y="1339602"/>
                  </a:lnTo>
                  <a:lnTo>
                    <a:pt x="2462009" y="1337118"/>
                  </a:lnTo>
                  <a:lnTo>
                    <a:pt x="2462346" y="1334572"/>
                  </a:lnTo>
                  <a:lnTo>
                    <a:pt x="2462682" y="1332409"/>
                  </a:lnTo>
                  <a:lnTo>
                    <a:pt x="2463019" y="1329892"/>
                  </a:lnTo>
                  <a:lnTo>
                    <a:pt x="2463355" y="1326759"/>
                  </a:lnTo>
                  <a:lnTo>
                    <a:pt x="2463691" y="1323208"/>
                  </a:lnTo>
                  <a:lnTo>
                    <a:pt x="2464028" y="1319458"/>
                  </a:lnTo>
                  <a:lnTo>
                    <a:pt x="2464364" y="1316570"/>
                  </a:lnTo>
                  <a:lnTo>
                    <a:pt x="2464701" y="1313997"/>
                  </a:lnTo>
                  <a:lnTo>
                    <a:pt x="2465037" y="1311206"/>
                  </a:lnTo>
                  <a:lnTo>
                    <a:pt x="2465374" y="1308592"/>
                  </a:lnTo>
                  <a:lnTo>
                    <a:pt x="2465710" y="1306226"/>
                  </a:lnTo>
                  <a:lnTo>
                    <a:pt x="2466047" y="1303812"/>
                  </a:lnTo>
                  <a:lnTo>
                    <a:pt x="2466383" y="1301974"/>
                  </a:lnTo>
                  <a:lnTo>
                    <a:pt x="2466720" y="1300539"/>
                  </a:lnTo>
                  <a:lnTo>
                    <a:pt x="2467056" y="1299295"/>
                  </a:lnTo>
                  <a:lnTo>
                    <a:pt x="2467393" y="1299320"/>
                  </a:lnTo>
                  <a:lnTo>
                    <a:pt x="2467729" y="1299524"/>
                  </a:lnTo>
                  <a:lnTo>
                    <a:pt x="2468065" y="1299963"/>
                  </a:lnTo>
                  <a:lnTo>
                    <a:pt x="2468402" y="1300051"/>
                  </a:lnTo>
                  <a:lnTo>
                    <a:pt x="2468738" y="1299715"/>
                  </a:lnTo>
                  <a:lnTo>
                    <a:pt x="2469075" y="1299761"/>
                  </a:lnTo>
                  <a:lnTo>
                    <a:pt x="2469411" y="1299234"/>
                  </a:lnTo>
                  <a:lnTo>
                    <a:pt x="2469748" y="1298445"/>
                  </a:lnTo>
                  <a:lnTo>
                    <a:pt x="2470084" y="1297638"/>
                  </a:lnTo>
                  <a:lnTo>
                    <a:pt x="2470421" y="1296602"/>
                  </a:lnTo>
                  <a:lnTo>
                    <a:pt x="2470757" y="1295281"/>
                  </a:lnTo>
                  <a:lnTo>
                    <a:pt x="2471094" y="1294120"/>
                  </a:lnTo>
                  <a:lnTo>
                    <a:pt x="2471430" y="1293251"/>
                  </a:lnTo>
                  <a:lnTo>
                    <a:pt x="2471767" y="1291876"/>
                  </a:lnTo>
                  <a:lnTo>
                    <a:pt x="2472103" y="1290433"/>
                  </a:lnTo>
                  <a:lnTo>
                    <a:pt x="2472439" y="1289592"/>
                  </a:lnTo>
                  <a:lnTo>
                    <a:pt x="2472776" y="1288241"/>
                  </a:lnTo>
                  <a:lnTo>
                    <a:pt x="2473112" y="1287567"/>
                  </a:lnTo>
                  <a:lnTo>
                    <a:pt x="2473449" y="1287603"/>
                  </a:lnTo>
                  <a:lnTo>
                    <a:pt x="2473785" y="1288524"/>
                  </a:lnTo>
                  <a:lnTo>
                    <a:pt x="2474122" y="1290143"/>
                  </a:lnTo>
                  <a:lnTo>
                    <a:pt x="2474458" y="1292959"/>
                  </a:lnTo>
                  <a:lnTo>
                    <a:pt x="2474795" y="1296115"/>
                  </a:lnTo>
                  <a:lnTo>
                    <a:pt x="2475131" y="1299648"/>
                  </a:lnTo>
                  <a:lnTo>
                    <a:pt x="2475468" y="1303735"/>
                  </a:lnTo>
                  <a:lnTo>
                    <a:pt x="2475804" y="1308087"/>
                  </a:lnTo>
                  <a:lnTo>
                    <a:pt x="2476141" y="1313017"/>
                  </a:lnTo>
                  <a:lnTo>
                    <a:pt x="2476477" y="1318367"/>
                  </a:lnTo>
                  <a:lnTo>
                    <a:pt x="2476813" y="1324566"/>
                  </a:lnTo>
                  <a:lnTo>
                    <a:pt x="2477150" y="1331022"/>
                  </a:lnTo>
                  <a:lnTo>
                    <a:pt x="2477486" y="1339501"/>
                  </a:lnTo>
                  <a:lnTo>
                    <a:pt x="2477823" y="1348367"/>
                  </a:lnTo>
                  <a:lnTo>
                    <a:pt x="2478159" y="1356728"/>
                  </a:lnTo>
                  <a:lnTo>
                    <a:pt x="2478496" y="1365262"/>
                  </a:lnTo>
                  <a:lnTo>
                    <a:pt x="2478832" y="1374211"/>
                  </a:lnTo>
                  <a:lnTo>
                    <a:pt x="2479169" y="1383072"/>
                  </a:lnTo>
                  <a:lnTo>
                    <a:pt x="2479505" y="1391447"/>
                  </a:lnTo>
                  <a:lnTo>
                    <a:pt x="2479842" y="1400020"/>
                  </a:lnTo>
                  <a:lnTo>
                    <a:pt x="2480178" y="1408888"/>
                  </a:lnTo>
                  <a:lnTo>
                    <a:pt x="2480515" y="1417680"/>
                  </a:lnTo>
                  <a:lnTo>
                    <a:pt x="2480851" y="1426049"/>
                  </a:lnTo>
                  <a:lnTo>
                    <a:pt x="2481187" y="1434077"/>
                  </a:lnTo>
                  <a:lnTo>
                    <a:pt x="2481524" y="1442409"/>
                  </a:lnTo>
                  <a:lnTo>
                    <a:pt x="2481860" y="1450386"/>
                  </a:lnTo>
                  <a:lnTo>
                    <a:pt x="2482197" y="1457619"/>
                  </a:lnTo>
                  <a:lnTo>
                    <a:pt x="2482533" y="1464091"/>
                  </a:lnTo>
                  <a:lnTo>
                    <a:pt x="2482870" y="1470133"/>
                  </a:lnTo>
                  <a:lnTo>
                    <a:pt x="2483206" y="1476532"/>
                  </a:lnTo>
                  <a:lnTo>
                    <a:pt x="2483543" y="1481994"/>
                  </a:lnTo>
                  <a:lnTo>
                    <a:pt x="2483879" y="1486916"/>
                  </a:lnTo>
                  <a:lnTo>
                    <a:pt x="2484216" y="1492146"/>
                  </a:lnTo>
                  <a:lnTo>
                    <a:pt x="2484552" y="1497395"/>
                  </a:lnTo>
                  <a:lnTo>
                    <a:pt x="2484888" y="1502322"/>
                  </a:lnTo>
                  <a:lnTo>
                    <a:pt x="2485225" y="1506401"/>
                  </a:lnTo>
                  <a:lnTo>
                    <a:pt x="2485561" y="1510093"/>
                  </a:lnTo>
                  <a:lnTo>
                    <a:pt x="2485898" y="1514210"/>
                  </a:lnTo>
                  <a:lnTo>
                    <a:pt x="2486234" y="1519230"/>
                  </a:lnTo>
                  <a:lnTo>
                    <a:pt x="2486571" y="1524701"/>
                  </a:lnTo>
                  <a:lnTo>
                    <a:pt x="2486907" y="1530014"/>
                  </a:lnTo>
                  <a:lnTo>
                    <a:pt x="2487244" y="1535209"/>
                  </a:lnTo>
                  <a:lnTo>
                    <a:pt x="2487580" y="1540047"/>
                  </a:lnTo>
                  <a:lnTo>
                    <a:pt x="2487917" y="1544547"/>
                  </a:lnTo>
                  <a:lnTo>
                    <a:pt x="2488253" y="1549301"/>
                  </a:lnTo>
                  <a:lnTo>
                    <a:pt x="2488590" y="1553440"/>
                  </a:lnTo>
                  <a:lnTo>
                    <a:pt x="2488926" y="1557546"/>
                  </a:lnTo>
                  <a:lnTo>
                    <a:pt x="2489262" y="1561254"/>
                  </a:lnTo>
                  <a:lnTo>
                    <a:pt x="2489599" y="1565359"/>
                  </a:lnTo>
                  <a:lnTo>
                    <a:pt x="2489935" y="1570340"/>
                  </a:lnTo>
                  <a:lnTo>
                    <a:pt x="2490272" y="1574991"/>
                  </a:lnTo>
                  <a:lnTo>
                    <a:pt x="2490608" y="1580119"/>
                  </a:lnTo>
                  <a:lnTo>
                    <a:pt x="2490945" y="1585605"/>
                  </a:lnTo>
                  <a:lnTo>
                    <a:pt x="2491281" y="1591022"/>
                  </a:lnTo>
                  <a:lnTo>
                    <a:pt x="2491618" y="1596552"/>
                  </a:lnTo>
                  <a:lnTo>
                    <a:pt x="2491954" y="1602826"/>
                  </a:lnTo>
                  <a:lnTo>
                    <a:pt x="2492291" y="1610054"/>
                  </a:lnTo>
                  <a:lnTo>
                    <a:pt x="2492627" y="1617783"/>
                  </a:lnTo>
                  <a:lnTo>
                    <a:pt x="2492964" y="1625921"/>
                  </a:lnTo>
                  <a:lnTo>
                    <a:pt x="2493300" y="1634097"/>
                  </a:lnTo>
                  <a:lnTo>
                    <a:pt x="2493636" y="1642159"/>
                  </a:lnTo>
                  <a:lnTo>
                    <a:pt x="2493973" y="1650116"/>
                  </a:lnTo>
                  <a:lnTo>
                    <a:pt x="2494309" y="1658527"/>
                  </a:lnTo>
                  <a:lnTo>
                    <a:pt x="2494646" y="1666603"/>
                  </a:lnTo>
                  <a:lnTo>
                    <a:pt x="2494982" y="1674141"/>
                  </a:lnTo>
                  <a:lnTo>
                    <a:pt x="2495319" y="1682555"/>
                  </a:lnTo>
                  <a:lnTo>
                    <a:pt x="2495655" y="1690278"/>
                  </a:lnTo>
                  <a:lnTo>
                    <a:pt x="2495992" y="1696898"/>
                  </a:lnTo>
                  <a:lnTo>
                    <a:pt x="2496328" y="1702563"/>
                  </a:lnTo>
                  <a:lnTo>
                    <a:pt x="2496665" y="1709696"/>
                  </a:lnTo>
                  <a:lnTo>
                    <a:pt x="2497001" y="1715788"/>
                  </a:lnTo>
                  <a:lnTo>
                    <a:pt x="2497338" y="1720082"/>
                  </a:lnTo>
                  <a:lnTo>
                    <a:pt x="2497674" y="1724421"/>
                  </a:lnTo>
                  <a:lnTo>
                    <a:pt x="2498010" y="1728091"/>
                  </a:lnTo>
                  <a:lnTo>
                    <a:pt x="2498347" y="1732082"/>
                  </a:lnTo>
                  <a:lnTo>
                    <a:pt x="2498683" y="1736295"/>
                  </a:lnTo>
                  <a:lnTo>
                    <a:pt x="2499020" y="1738714"/>
                  </a:lnTo>
                  <a:lnTo>
                    <a:pt x="2499356" y="1740277"/>
                  </a:lnTo>
                  <a:lnTo>
                    <a:pt x="2499693" y="1740638"/>
                  </a:lnTo>
                  <a:lnTo>
                    <a:pt x="2500029" y="1740660"/>
                  </a:lnTo>
                  <a:lnTo>
                    <a:pt x="2500366" y="1740070"/>
                  </a:lnTo>
                  <a:lnTo>
                    <a:pt x="2500702" y="1739738"/>
                  </a:lnTo>
                  <a:lnTo>
                    <a:pt x="2501039" y="1738795"/>
                  </a:lnTo>
                  <a:lnTo>
                    <a:pt x="2501375" y="1737556"/>
                  </a:lnTo>
                  <a:lnTo>
                    <a:pt x="2501712" y="1735318"/>
                  </a:lnTo>
                  <a:lnTo>
                    <a:pt x="2502048" y="1732188"/>
                  </a:lnTo>
                  <a:lnTo>
                    <a:pt x="2502384" y="1728857"/>
                  </a:lnTo>
                  <a:lnTo>
                    <a:pt x="2502721" y="1723891"/>
                  </a:lnTo>
                  <a:lnTo>
                    <a:pt x="2503057" y="1718521"/>
                  </a:lnTo>
                  <a:lnTo>
                    <a:pt x="2503394" y="1712490"/>
                  </a:lnTo>
                  <a:lnTo>
                    <a:pt x="2503730" y="1704982"/>
                  </a:lnTo>
                  <a:lnTo>
                    <a:pt x="2504067" y="1697726"/>
                  </a:lnTo>
                  <a:lnTo>
                    <a:pt x="2504403" y="1689540"/>
                  </a:lnTo>
                  <a:lnTo>
                    <a:pt x="2504740" y="1681047"/>
                  </a:lnTo>
                  <a:lnTo>
                    <a:pt x="2505076" y="1672732"/>
                  </a:lnTo>
                  <a:lnTo>
                    <a:pt x="2505413" y="1665151"/>
                  </a:lnTo>
                  <a:lnTo>
                    <a:pt x="2505749" y="1657982"/>
                  </a:lnTo>
                  <a:lnTo>
                    <a:pt x="2506086" y="1651876"/>
                  </a:lnTo>
                  <a:lnTo>
                    <a:pt x="2506422" y="1646170"/>
                  </a:lnTo>
                  <a:lnTo>
                    <a:pt x="2506758" y="1640785"/>
                  </a:lnTo>
                  <a:lnTo>
                    <a:pt x="2507095" y="1636617"/>
                  </a:lnTo>
                  <a:lnTo>
                    <a:pt x="2507431" y="1633086"/>
                  </a:lnTo>
                  <a:lnTo>
                    <a:pt x="2507768" y="1630461"/>
                  </a:lnTo>
                  <a:lnTo>
                    <a:pt x="2508104" y="1627420"/>
                  </a:lnTo>
                  <a:lnTo>
                    <a:pt x="2508441" y="1624520"/>
                  </a:lnTo>
                  <a:lnTo>
                    <a:pt x="2508777" y="1621908"/>
                  </a:lnTo>
                  <a:lnTo>
                    <a:pt x="2509114" y="1619327"/>
                  </a:lnTo>
                  <a:lnTo>
                    <a:pt x="2509450" y="1617224"/>
                  </a:lnTo>
                  <a:lnTo>
                    <a:pt x="2509787" y="1615459"/>
                  </a:lnTo>
                  <a:lnTo>
                    <a:pt x="2510123" y="1612948"/>
                  </a:lnTo>
                  <a:lnTo>
                    <a:pt x="2510460" y="1610826"/>
                  </a:lnTo>
                  <a:lnTo>
                    <a:pt x="2510796" y="1608220"/>
                  </a:lnTo>
                  <a:lnTo>
                    <a:pt x="2511132" y="1605120"/>
                  </a:lnTo>
                  <a:lnTo>
                    <a:pt x="2511469" y="1601570"/>
                  </a:lnTo>
                  <a:lnTo>
                    <a:pt x="2511805" y="1597941"/>
                  </a:lnTo>
                  <a:lnTo>
                    <a:pt x="2512142" y="1594564"/>
                  </a:lnTo>
                  <a:lnTo>
                    <a:pt x="2512478" y="1591269"/>
                  </a:lnTo>
                  <a:lnTo>
                    <a:pt x="2512815" y="1587873"/>
                  </a:lnTo>
                  <a:lnTo>
                    <a:pt x="2513151" y="1585457"/>
                  </a:lnTo>
                  <a:lnTo>
                    <a:pt x="2513488" y="1583058"/>
                  </a:lnTo>
                  <a:lnTo>
                    <a:pt x="2513824" y="1581334"/>
                  </a:lnTo>
                  <a:lnTo>
                    <a:pt x="2514161" y="1580099"/>
                  </a:lnTo>
                  <a:lnTo>
                    <a:pt x="2514497" y="1579048"/>
                  </a:lnTo>
                  <a:lnTo>
                    <a:pt x="2514834" y="1578474"/>
                  </a:lnTo>
                  <a:lnTo>
                    <a:pt x="2515170" y="1578713"/>
                  </a:lnTo>
                  <a:lnTo>
                    <a:pt x="2515506" y="1579044"/>
                  </a:lnTo>
                  <a:lnTo>
                    <a:pt x="2515843" y="1579025"/>
                  </a:lnTo>
                  <a:lnTo>
                    <a:pt x="2516179" y="1579764"/>
                  </a:lnTo>
                  <a:lnTo>
                    <a:pt x="2516516" y="1581365"/>
                  </a:lnTo>
                  <a:lnTo>
                    <a:pt x="2516852" y="1582727"/>
                  </a:lnTo>
                  <a:lnTo>
                    <a:pt x="2517189" y="1584065"/>
                  </a:lnTo>
                  <a:lnTo>
                    <a:pt x="2517525" y="1585556"/>
                  </a:lnTo>
                  <a:lnTo>
                    <a:pt x="2517862" y="1587043"/>
                  </a:lnTo>
                  <a:lnTo>
                    <a:pt x="2518198" y="1588033"/>
                  </a:lnTo>
                  <a:lnTo>
                    <a:pt x="2518535" y="1588422"/>
                  </a:lnTo>
                  <a:lnTo>
                    <a:pt x="2518871" y="1588154"/>
                  </a:lnTo>
                  <a:lnTo>
                    <a:pt x="2519207" y="1588059"/>
                  </a:lnTo>
                  <a:lnTo>
                    <a:pt x="2519544" y="1587290"/>
                  </a:lnTo>
                  <a:lnTo>
                    <a:pt x="2519880" y="1586336"/>
                  </a:lnTo>
                  <a:lnTo>
                    <a:pt x="2520217" y="1584647"/>
                  </a:lnTo>
                  <a:lnTo>
                    <a:pt x="2520553" y="1583296"/>
                  </a:lnTo>
                  <a:lnTo>
                    <a:pt x="2520890" y="1582786"/>
                  </a:lnTo>
                  <a:lnTo>
                    <a:pt x="2521226" y="1582343"/>
                  </a:lnTo>
                  <a:lnTo>
                    <a:pt x="2521563" y="1582496"/>
                  </a:lnTo>
                  <a:lnTo>
                    <a:pt x="2521899" y="1582926"/>
                  </a:lnTo>
                  <a:lnTo>
                    <a:pt x="2522236" y="1583444"/>
                  </a:lnTo>
                  <a:lnTo>
                    <a:pt x="2522572" y="1584104"/>
                  </a:lnTo>
                  <a:lnTo>
                    <a:pt x="2522909" y="1584895"/>
                  </a:lnTo>
                  <a:lnTo>
                    <a:pt x="2523245" y="1585728"/>
                  </a:lnTo>
                  <a:lnTo>
                    <a:pt x="2523581" y="1587087"/>
                  </a:lnTo>
                  <a:lnTo>
                    <a:pt x="2523918" y="1589333"/>
                  </a:lnTo>
                  <a:lnTo>
                    <a:pt x="2524254" y="1591866"/>
                  </a:lnTo>
                  <a:lnTo>
                    <a:pt x="2524591" y="1594041"/>
                  </a:lnTo>
                  <a:lnTo>
                    <a:pt x="2524927" y="1596244"/>
                  </a:lnTo>
                  <a:lnTo>
                    <a:pt x="2525264" y="1598648"/>
                  </a:lnTo>
                  <a:lnTo>
                    <a:pt x="2525600" y="1600562"/>
                  </a:lnTo>
                  <a:lnTo>
                    <a:pt x="2525937" y="1601988"/>
                  </a:lnTo>
                  <a:lnTo>
                    <a:pt x="2526273" y="1603073"/>
                  </a:lnTo>
                  <a:lnTo>
                    <a:pt x="2526610" y="1603563"/>
                  </a:lnTo>
                  <a:lnTo>
                    <a:pt x="2526946" y="1603295"/>
                  </a:lnTo>
                  <a:lnTo>
                    <a:pt x="2527283" y="1602653"/>
                  </a:lnTo>
                  <a:lnTo>
                    <a:pt x="2527619" y="1600914"/>
                  </a:lnTo>
                  <a:lnTo>
                    <a:pt x="2527955" y="1598704"/>
                  </a:lnTo>
                  <a:lnTo>
                    <a:pt x="2528292" y="1596550"/>
                  </a:lnTo>
                  <a:lnTo>
                    <a:pt x="2528628" y="1594469"/>
                  </a:lnTo>
                  <a:lnTo>
                    <a:pt x="2528965" y="1591788"/>
                  </a:lnTo>
                  <a:lnTo>
                    <a:pt x="2529301" y="1588240"/>
                  </a:lnTo>
                  <a:lnTo>
                    <a:pt x="2529638" y="1584316"/>
                  </a:lnTo>
                  <a:lnTo>
                    <a:pt x="2529974" y="1580089"/>
                  </a:lnTo>
                  <a:lnTo>
                    <a:pt x="2530311" y="1576075"/>
                  </a:lnTo>
                  <a:lnTo>
                    <a:pt x="2530647" y="1573396"/>
                  </a:lnTo>
                  <a:lnTo>
                    <a:pt x="2530984" y="1571254"/>
                  </a:lnTo>
                  <a:lnTo>
                    <a:pt x="2531320" y="1569991"/>
                  </a:lnTo>
                  <a:lnTo>
                    <a:pt x="2531657" y="1569586"/>
                  </a:lnTo>
                  <a:lnTo>
                    <a:pt x="2531993" y="1569906"/>
                  </a:lnTo>
                  <a:lnTo>
                    <a:pt x="2532329" y="1571388"/>
                  </a:lnTo>
                  <a:lnTo>
                    <a:pt x="2532666" y="1573201"/>
                  </a:lnTo>
                  <a:lnTo>
                    <a:pt x="2533002" y="1575019"/>
                  </a:lnTo>
                  <a:lnTo>
                    <a:pt x="2533339" y="1577036"/>
                  </a:lnTo>
                  <a:lnTo>
                    <a:pt x="2533675" y="1579368"/>
                  </a:lnTo>
                  <a:lnTo>
                    <a:pt x="2534012" y="1581569"/>
                  </a:lnTo>
                  <a:lnTo>
                    <a:pt x="2534348" y="1584832"/>
                  </a:lnTo>
                  <a:lnTo>
                    <a:pt x="2534685" y="1588046"/>
                  </a:lnTo>
                  <a:lnTo>
                    <a:pt x="2535021" y="1591062"/>
                  </a:lnTo>
                  <a:lnTo>
                    <a:pt x="2535358" y="1593988"/>
                  </a:lnTo>
                  <a:lnTo>
                    <a:pt x="2535694" y="1595994"/>
                  </a:lnTo>
                  <a:lnTo>
                    <a:pt x="2536031" y="1596539"/>
                  </a:lnTo>
                  <a:lnTo>
                    <a:pt x="2536367" y="1596589"/>
                  </a:lnTo>
                  <a:lnTo>
                    <a:pt x="2536703" y="1596266"/>
                  </a:lnTo>
                  <a:lnTo>
                    <a:pt x="2537040" y="1595353"/>
                  </a:lnTo>
                  <a:lnTo>
                    <a:pt x="2537376" y="1593578"/>
                  </a:lnTo>
                  <a:lnTo>
                    <a:pt x="2537713" y="1591899"/>
                  </a:lnTo>
                  <a:lnTo>
                    <a:pt x="2538049" y="1590581"/>
                  </a:lnTo>
                  <a:lnTo>
                    <a:pt x="2538386" y="1588990"/>
                  </a:lnTo>
                  <a:lnTo>
                    <a:pt x="2538722" y="1586574"/>
                  </a:lnTo>
                  <a:lnTo>
                    <a:pt x="2539059" y="1584378"/>
                  </a:lnTo>
                  <a:lnTo>
                    <a:pt x="2539395" y="1581265"/>
                  </a:lnTo>
                  <a:lnTo>
                    <a:pt x="2539732" y="1577408"/>
                  </a:lnTo>
                  <a:lnTo>
                    <a:pt x="2540068" y="1573535"/>
                  </a:lnTo>
                  <a:lnTo>
                    <a:pt x="2540405" y="1569165"/>
                  </a:lnTo>
                  <a:lnTo>
                    <a:pt x="2540741" y="1564841"/>
                  </a:lnTo>
                  <a:lnTo>
                    <a:pt x="2541077" y="1561405"/>
                  </a:lnTo>
                  <a:lnTo>
                    <a:pt x="2541414" y="1558274"/>
                  </a:lnTo>
                  <a:lnTo>
                    <a:pt x="2541750" y="1554892"/>
                  </a:lnTo>
                  <a:lnTo>
                    <a:pt x="2542087" y="1551340"/>
                  </a:lnTo>
                  <a:lnTo>
                    <a:pt x="2542423" y="1547958"/>
                  </a:lnTo>
                  <a:lnTo>
                    <a:pt x="2542760" y="1544154"/>
                  </a:lnTo>
                  <a:lnTo>
                    <a:pt x="2543096" y="1539975"/>
                  </a:lnTo>
                  <a:lnTo>
                    <a:pt x="2543433" y="1535628"/>
                  </a:lnTo>
                  <a:lnTo>
                    <a:pt x="2543769" y="1531457"/>
                  </a:lnTo>
                  <a:lnTo>
                    <a:pt x="2544106" y="1527546"/>
                  </a:lnTo>
                  <a:lnTo>
                    <a:pt x="2544442" y="1523941"/>
                  </a:lnTo>
                  <a:lnTo>
                    <a:pt x="2544779" y="1520420"/>
                  </a:lnTo>
                  <a:lnTo>
                    <a:pt x="2545115" y="1518316"/>
                  </a:lnTo>
                  <a:lnTo>
                    <a:pt x="2545451" y="1516799"/>
                  </a:lnTo>
                  <a:lnTo>
                    <a:pt x="2545788" y="1515975"/>
                  </a:lnTo>
                  <a:lnTo>
                    <a:pt x="2546124" y="1514949"/>
                  </a:lnTo>
                  <a:lnTo>
                    <a:pt x="2546461" y="1513804"/>
                  </a:lnTo>
                  <a:lnTo>
                    <a:pt x="2546797" y="1512712"/>
                  </a:lnTo>
                  <a:lnTo>
                    <a:pt x="2547134" y="1512038"/>
                  </a:lnTo>
                  <a:lnTo>
                    <a:pt x="2547470" y="1511744"/>
                  </a:lnTo>
                  <a:lnTo>
                    <a:pt x="2547807" y="1511244"/>
                  </a:lnTo>
                  <a:lnTo>
                    <a:pt x="2548143" y="1510635"/>
                  </a:lnTo>
                  <a:lnTo>
                    <a:pt x="2548480" y="1509953"/>
                  </a:lnTo>
                  <a:lnTo>
                    <a:pt x="2548816" y="1509527"/>
                  </a:lnTo>
                  <a:lnTo>
                    <a:pt x="2549153" y="1508966"/>
                  </a:lnTo>
                  <a:lnTo>
                    <a:pt x="2549489" y="1508477"/>
                  </a:lnTo>
                  <a:lnTo>
                    <a:pt x="2549825" y="1508405"/>
                  </a:lnTo>
                  <a:lnTo>
                    <a:pt x="2550162" y="1508137"/>
                  </a:lnTo>
                  <a:lnTo>
                    <a:pt x="2550498" y="1507287"/>
                  </a:lnTo>
                  <a:lnTo>
                    <a:pt x="2550835" y="1504896"/>
                  </a:lnTo>
                  <a:lnTo>
                    <a:pt x="2551171" y="1501995"/>
                  </a:lnTo>
                  <a:lnTo>
                    <a:pt x="2551508" y="1498675"/>
                  </a:lnTo>
                  <a:lnTo>
                    <a:pt x="2551844" y="1495238"/>
                  </a:lnTo>
                  <a:lnTo>
                    <a:pt x="2552181" y="1491779"/>
                  </a:lnTo>
                  <a:lnTo>
                    <a:pt x="2552517" y="1488150"/>
                  </a:lnTo>
                  <a:lnTo>
                    <a:pt x="2552854" y="1484997"/>
                  </a:lnTo>
                  <a:lnTo>
                    <a:pt x="2553190" y="1482007"/>
                  </a:lnTo>
                  <a:lnTo>
                    <a:pt x="2553526" y="1479713"/>
                  </a:lnTo>
                  <a:lnTo>
                    <a:pt x="2553863" y="1477097"/>
                  </a:lnTo>
                  <a:lnTo>
                    <a:pt x="2554199" y="1474446"/>
                  </a:lnTo>
                  <a:lnTo>
                    <a:pt x="2554536" y="1471599"/>
                  </a:lnTo>
                  <a:lnTo>
                    <a:pt x="2554872" y="1469036"/>
                  </a:lnTo>
                  <a:lnTo>
                    <a:pt x="2555209" y="1466274"/>
                  </a:lnTo>
                  <a:lnTo>
                    <a:pt x="2555545" y="1463594"/>
                  </a:lnTo>
                  <a:lnTo>
                    <a:pt x="2555882" y="1461299"/>
                  </a:lnTo>
                  <a:lnTo>
                    <a:pt x="2556218" y="1459440"/>
                  </a:lnTo>
                  <a:lnTo>
                    <a:pt x="2556555" y="1457728"/>
                  </a:lnTo>
                  <a:lnTo>
                    <a:pt x="2556891" y="1456148"/>
                  </a:lnTo>
                  <a:lnTo>
                    <a:pt x="2557228" y="1454421"/>
                  </a:lnTo>
                  <a:lnTo>
                    <a:pt x="2557564" y="1452568"/>
                  </a:lnTo>
                  <a:lnTo>
                    <a:pt x="2557900" y="1450458"/>
                  </a:lnTo>
                  <a:lnTo>
                    <a:pt x="2558237" y="1448244"/>
                  </a:lnTo>
                  <a:lnTo>
                    <a:pt x="2558573" y="1446240"/>
                  </a:lnTo>
                  <a:lnTo>
                    <a:pt x="2558910" y="1444702"/>
                  </a:lnTo>
                  <a:lnTo>
                    <a:pt x="2559246" y="1443605"/>
                  </a:lnTo>
                  <a:lnTo>
                    <a:pt x="2559583" y="1442863"/>
                  </a:lnTo>
                  <a:lnTo>
                    <a:pt x="2559919" y="1441905"/>
                  </a:lnTo>
                  <a:lnTo>
                    <a:pt x="2560256" y="1441117"/>
                  </a:lnTo>
                  <a:lnTo>
                    <a:pt x="2560592" y="1440178"/>
                  </a:lnTo>
                  <a:lnTo>
                    <a:pt x="2560929" y="1438962"/>
                  </a:lnTo>
                  <a:lnTo>
                    <a:pt x="2561265" y="1437511"/>
                  </a:lnTo>
                  <a:lnTo>
                    <a:pt x="2561602" y="1436800"/>
                  </a:lnTo>
                  <a:lnTo>
                    <a:pt x="2561938" y="1436250"/>
                  </a:lnTo>
                  <a:lnTo>
                    <a:pt x="2562274" y="1435675"/>
                  </a:lnTo>
                  <a:lnTo>
                    <a:pt x="2562611" y="1435770"/>
                  </a:lnTo>
                  <a:lnTo>
                    <a:pt x="2562947" y="1436288"/>
                  </a:lnTo>
                  <a:lnTo>
                    <a:pt x="2563284" y="1437238"/>
                  </a:lnTo>
                  <a:lnTo>
                    <a:pt x="2563620" y="1437943"/>
                  </a:lnTo>
                  <a:lnTo>
                    <a:pt x="2563957" y="1438362"/>
                  </a:lnTo>
                  <a:lnTo>
                    <a:pt x="2564293" y="1438909"/>
                  </a:lnTo>
                  <a:lnTo>
                    <a:pt x="2564630" y="1439938"/>
                  </a:lnTo>
                  <a:lnTo>
                    <a:pt x="2564966" y="1440631"/>
                  </a:lnTo>
                  <a:lnTo>
                    <a:pt x="2565303" y="1441756"/>
                  </a:lnTo>
                  <a:lnTo>
                    <a:pt x="2565639" y="1442969"/>
                  </a:lnTo>
                  <a:lnTo>
                    <a:pt x="2565976" y="1444959"/>
                  </a:lnTo>
                  <a:lnTo>
                    <a:pt x="2566312" y="1447536"/>
                  </a:lnTo>
                  <a:lnTo>
                    <a:pt x="2566648" y="1450221"/>
                  </a:lnTo>
                  <a:lnTo>
                    <a:pt x="2566985" y="1452596"/>
                  </a:lnTo>
                  <a:lnTo>
                    <a:pt x="2567321" y="1455510"/>
                  </a:lnTo>
                  <a:lnTo>
                    <a:pt x="2567658" y="1459207"/>
                  </a:lnTo>
                  <a:lnTo>
                    <a:pt x="2567994" y="1462468"/>
                  </a:lnTo>
                  <a:lnTo>
                    <a:pt x="2568331" y="1466597"/>
                  </a:lnTo>
                  <a:lnTo>
                    <a:pt x="2568667" y="1471124"/>
                  </a:lnTo>
                  <a:lnTo>
                    <a:pt x="2569004" y="1476475"/>
                  </a:lnTo>
                  <a:lnTo>
                    <a:pt x="2569340" y="1482344"/>
                  </a:lnTo>
                  <a:lnTo>
                    <a:pt x="2569677" y="1488458"/>
                  </a:lnTo>
                  <a:lnTo>
                    <a:pt x="2570013" y="1496537"/>
                  </a:lnTo>
                  <a:lnTo>
                    <a:pt x="2570350" y="1505033"/>
                  </a:lnTo>
                  <a:lnTo>
                    <a:pt x="2570686" y="1513648"/>
                  </a:lnTo>
                  <a:lnTo>
                    <a:pt x="2571022" y="1523563"/>
                  </a:lnTo>
                  <a:lnTo>
                    <a:pt x="2571359" y="1533397"/>
                  </a:lnTo>
                  <a:lnTo>
                    <a:pt x="2571695" y="1543783"/>
                  </a:lnTo>
                  <a:lnTo>
                    <a:pt x="2572032" y="1554603"/>
                  </a:lnTo>
                  <a:lnTo>
                    <a:pt x="2572368" y="1565484"/>
                  </a:lnTo>
                  <a:lnTo>
                    <a:pt x="2572705" y="1575871"/>
                  </a:lnTo>
                  <a:lnTo>
                    <a:pt x="2573041" y="1586208"/>
                  </a:lnTo>
                  <a:lnTo>
                    <a:pt x="2573378" y="1595759"/>
                  </a:lnTo>
                  <a:lnTo>
                    <a:pt x="2573714" y="1604825"/>
                  </a:lnTo>
                  <a:lnTo>
                    <a:pt x="2574051" y="1613702"/>
                  </a:lnTo>
                  <a:lnTo>
                    <a:pt x="2574387" y="1621846"/>
                  </a:lnTo>
                  <a:lnTo>
                    <a:pt x="2574724" y="1629533"/>
                  </a:lnTo>
                  <a:lnTo>
                    <a:pt x="2575060" y="1636795"/>
                  </a:lnTo>
                  <a:lnTo>
                    <a:pt x="2575396" y="1644436"/>
                  </a:lnTo>
                  <a:lnTo>
                    <a:pt x="2575733" y="1652176"/>
                  </a:lnTo>
                  <a:lnTo>
                    <a:pt x="2576069" y="1659677"/>
                  </a:lnTo>
                  <a:lnTo>
                    <a:pt x="2576406" y="1666980"/>
                  </a:lnTo>
                  <a:lnTo>
                    <a:pt x="2576742" y="1674210"/>
                  </a:lnTo>
                  <a:lnTo>
                    <a:pt x="2577079" y="1681661"/>
                  </a:lnTo>
                  <a:lnTo>
                    <a:pt x="2577415" y="1689492"/>
                  </a:lnTo>
                  <a:lnTo>
                    <a:pt x="2577752" y="1696567"/>
                  </a:lnTo>
                  <a:lnTo>
                    <a:pt x="2578088" y="1702902"/>
                  </a:lnTo>
                  <a:lnTo>
                    <a:pt x="2578425" y="1709319"/>
                  </a:lnTo>
                  <a:lnTo>
                    <a:pt x="2578761" y="1715963"/>
                  </a:lnTo>
                  <a:lnTo>
                    <a:pt x="2579098" y="1722579"/>
                  </a:lnTo>
                  <a:lnTo>
                    <a:pt x="2579434" y="1729307"/>
                  </a:lnTo>
                  <a:lnTo>
                    <a:pt x="2579770" y="1736115"/>
                  </a:lnTo>
                  <a:lnTo>
                    <a:pt x="2580107" y="1742572"/>
                  </a:lnTo>
                  <a:lnTo>
                    <a:pt x="2580443" y="1748300"/>
                  </a:lnTo>
                  <a:lnTo>
                    <a:pt x="2580780" y="1754278"/>
                  </a:lnTo>
                  <a:lnTo>
                    <a:pt x="2581116" y="1759837"/>
                  </a:lnTo>
                  <a:lnTo>
                    <a:pt x="2581453" y="1765092"/>
                  </a:lnTo>
                  <a:lnTo>
                    <a:pt x="2581789" y="1769684"/>
                  </a:lnTo>
                  <a:lnTo>
                    <a:pt x="2582126" y="1773650"/>
                  </a:lnTo>
                  <a:lnTo>
                    <a:pt x="2582462" y="1776991"/>
                  </a:lnTo>
                  <a:lnTo>
                    <a:pt x="2582799" y="1780070"/>
                  </a:lnTo>
                  <a:lnTo>
                    <a:pt x="2583135" y="1783781"/>
                  </a:lnTo>
                  <a:lnTo>
                    <a:pt x="2583471" y="1787052"/>
                  </a:lnTo>
                  <a:lnTo>
                    <a:pt x="2583808" y="1790181"/>
                  </a:lnTo>
                  <a:lnTo>
                    <a:pt x="2584144" y="1792928"/>
                  </a:lnTo>
                  <a:lnTo>
                    <a:pt x="2584481" y="1795324"/>
                  </a:lnTo>
                  <a:lnTo>
                    <a:pt x="2584817" y="1797439"/>
                  </a:lnTo>
                  <a:lnTo>
                    <a:pt x="2585154" y="1799271"/>
                  </a:lnTo>
                  <a:lnTo>
                    <a:pt x="2585490" y="1800678"/>
                  </a:lnTo>
                  <a:lnTo>
                    <a:pt x="2585827" y="1802128"/>
                  </a:lnTo>
                  <a:lnTo>
                    <a:pt x="2586163" y="1803981"/>
                  </a:lnTo>
                  <a:lnTo>
                    <a:pt x="2586500" y="1805563"/>
                  </a:lnTo>
                  <a:lnTo>
                    <a:pt x="2586836" y="1807694"/>
                  </a:lnTo>
                  <a:lnTo>
                    <a:pt x="2587173" y="1809803"/>
                  </a:lnTo>
                  <a:lnTo>
                    <a:pt x="2587509" y="1812484"/>
                  </a:lnTo>
                  <a:lnTo>
                    <a:pt x="2587845" y="1814953"/>
                  </a:lnTo>
                  <a:lnTo>
                    <a:pt x="2588182" y="1816934"/>
                  </a:lnTo>
                  <a:lnTo>
                    <a:pt x="2588518" y="1818823"/>
                  </a:lnTo>
                  <a:lnTo>
                    <a:pt x="2588855" y="1820060"/>
                  </a:lnTo>
                  <a:lnTo>
                    <a:pt x="2589191" y="1821269"/>
                  </a:lnTo>
                  <a:lnTo>
                    <a:pt x="2589528" y="1822526"/>
                  </a:lnTo>
                  <a:lnTo>
                    <a:pt x="2589864" y="1823856"/>
                  </a:lnTo>
                  <a:lnTo>
                    <a:pt x="2590201" y="1825171"/>
                  </a:lnTo>
                  <a:lnTo>
                    <a:pt x="2590537" y="1826488"/>
                  </a:lnTo>
                  <a:lnTo>
                    <a:pt x="2590874" y="1827632"/>
                  </a:lnTo>
                  <a:lnTo>
                    <a:pt x="2591210" y="1828155"/>
                  </a:lnTo>
                  <a:lnTo>
                    <a:pt x="2591547" y="1828822"/>
                  </a:lnTo>
                  <a:lnTo>
                    <a:pt x="2591883" y="1829954"/>
                  </a:lnTo>
                  <a:lnTo>
                    <a:pt x="2592219" y="1831322"/>
                  </a:lnTo>
                  <a:lnTo>
                    <a:pt x="2592556" y="1832725"/>
                  </a:lnTo>
                  <a:lnTo>
                    <a:pt x="2592892" y="1834309"/>
                  </a:lnTo>
                  <a:lnTo>
                    <a:pt x="2593229" y="1835905"/>
                  </a:lnTo>
                  <a:lnTo>
                    <a:pt x="2593565" y="1837973"/>
                  </a:lnTo>
                  <a:lnTo>
                    <a:pt x="2593902" y="1841542"/>
                  </a:lnTo>
                  <a:lnTo>
                    <a:pt x="2594238" y="1846224"/>
                  </a:lnTo>
                  <a:lnTo>
                    <a:pt x="2594575" y="1851647"/>
                  </a:lnTo>
                  <a:lnTo>
                    <a:pt x="2594911" y="1857713"/>
                  </a:lnTo>
                  <a:lnTo>
                    <a:pt x="2595248" y="1864018"/>
                  </a:lnTo>
                  <a:lnTo>
                    <a:pt x="2595584" y="1870608"/>
                  </a:lnTo>
                  <a:lnTo>
                    <a:pt x="2595921" y="1877558"/>
                  </a:lnTo>
                  <a:lnTo>
                    <a:pt x="2596257" y="1885019"/>
                  </a:lnTo>
                  <a:lnTo>
                    <a:pt x="2596593" y="1893532"/>
                  </a:lnTo>
                  <a:lnTo>
                    <a:pt x="2596930" y="1902569"/>
                  </a:lnTo>
                  <a:lnTo>
                    <a:pt x="2597266" y="1911816"/>
                  </a:lnTo>
                  <a:lnTo>
                    <a:pt x="2597603" y="1920774"/>
                  </a:lnTo>
                  <a:lnTo>
                    <a:pt x="2597939" y="1929444"/>
                  </a:lnTo>
                  <a:lnTo>
                    <a:pt x="2598276" y="1937933"/>
                  </a:lnTo>
                  <a:lnTo>
                    <a:pt x="2598612" y="1945752"/>
                  </a:lnTo>
                  <a:lnTo>
                    <a:pt x="2598949" y="1952100"/>
                  </a:lnTo>
                  <a:lnTo>
                    <a:pt x="2599285" y="1957446"/>
                  </a:lnTo>
                  <a:lnTo>
                    <a:pt x="2599622" y="1961938"/>
                  </a:lnTo>
                  <a:lnTo>
                    <a:pt x="2599958" y="1965740"/>
                  </a:lnTo>
                  <a:lnTo>
                    <a:pt x="2600295" y="1969828"/>
                  </a:lnTo>
                  <a:lnTo>
                    <a:pt x="2600631" y="1973663"/>
                  </a:lnTo>
                  <a:lnTo>
                    <a:pt x="2600967" y="1977038"/>
                  </a:lnTo>
                  <a:lnTo>
                    <a:pt x="2601304" y="1980191"/>
                  </a:lnTo>
                  <a:lnTo>
                    <a:pt x="2601640" y="1982235"/>
                  </a:lnTo>
                  <a:lnTo>
                    <a:pt x="2601977" y="1983918"/>
                  </a:lnTo>
                  <a:lnTo>
                    <a:pt x="2602313" y="1985502"/>
                  </a:lnTo>
                  <a:lnTo>
                    <a:pt x="2602650" y="1986763"/>
                  </a:lnTo>
                  <a:lnTo>
                    <a:pt x="2602986" y="1988499"/>
                  </a:lnTo>
                  <a:lnTo>
                    <a:pt x="2603323" y="1991348"/>
                  </a:lnTo>
                  <a:lnTo>
                    <a:pt x="2603659" y="1994618"/>
                  </a:lnTo>
                  <a:lnTo>
                    <a:pt x="2603996" y="1998436"/>
                  </a:lnTo>
                  <a:lnTo>
                    <a:pt x="2604332" y="2002804"/>
                  </a:lnTo>
                  <a:lnTo>
                    <a:pt x="2604669" y="2007752"/>
                  </a:lnTo>
                  <a:lnTo>
                    <a:pt x="2605005" y="2012784"/>
                  </a:lnTo>
                  <a:lnTo>
                    <a:pt x="2605341" y="2017838"/>
                  </a:lnTo>
                  <a:lnTo>
                    <a:pt x="2605678" y="2023049"/>
                  </a:lnTo>
                  <a:lnTo>
                    <a:pt x="2606014" y="2028857"/>
                  </a:lnTo>
                  <a:lnTo>
                    <a:pt x="2606351" y="2035015"/>
                  </a:lnTo>
                  <a:lnTo>
                    <a:pt x="2606687" y="2041844"/>
                  </a:lnTo>
                  <a:lnTo>
                    <a:pt x="2607024" y="2049319"/>
                  </a:lnTo>
                  <a:lnTo>
                    <a:pt x="2607360" y="2057016"/>
                  </a:lnTo>
                  <a:lnTo>
                    <a:pt x="2607697" y="2065197"/>
                  </a:lnTo>
                  <a:lnTo>
                    <a:pt x="2608033" y="2073063"/>
                  </a:lnTo>
                  <a:lnTo>
                    <a:pt x="2608370" y="2079675"/>
                  </a:lnTo>
                  <a:lnTo>
                    <a:pt x="2608706" y="2085787"/>
                  </a:lnTo>
                  <a:lnTo>
                    <a:pt x="2609043" y="2091527"/>
                  </a:lnTo>
                  <a:lnTo>
                    <a:pt x="2609379" y="2096587"/>
                  </a:lnTo>
                  <a:lnTo>
                    <a:pt x="2609715" y="2101057"/>
                  </a:lnTo>
                  <a:lnTo>
                    <a:pt x="2610052" y="2105137"/>
                  </a:lnTo>
                  <a:lnTo>
                    <a:pt x="2610388" y="2109044"/>
                  </a:lnTo>
                  <a:lnTo>
                    <a:pt x="2610725" y="2112712"/>
                  </a:lnTo>
                  <a:lnTo>
                    <a:pt x="2611061" y="2116168"/>
                  </a:lnTo>
                  <a:lnTo>
                    <a:pt x="2611398" y="2119456"/>
                  </a:lnTo>
                  <a:lnTo>
                    <a:pt x="2611734" y="2122436"/>
                  </a:lnTo>
                  <a:lnTo>
                    <a:pt x="2612071" y="2125033"/>
                  </a:lnTo>
                  <a:lnTo>
                    <a:pt x="2612407" y="2126479"/>
                  </a:lnTo>
                  <a:lnTo>
                    <a:pt x="2612744" y="2127232"/>
                  </a:lnTo>
                  <a:lnTo>
                    <a:pt x="2613080" y="2127748"/>
                  </a:lnTo>
                  <a:lnTo>
                    <a:pt x="2613417" y="2128489"/>
                  </a:lnTo>
                  <a:lnTo>
                    <a:pt x="2613753" y="2129268"/>
                  </a:lnTo>
                  <a:lnTo>
                    <a:pt x="2614089" y="2129556"/>
                  </a:lnTo>
                  <a:lnTo>
                    <a:pt x="2614426" y="2129603"/>
                  </a:lnTo>
                  <a:lnTo>
                    <a:pt x="2614762" y="2129506"/>
                  </a:lnTo>
                  <a:lnTo>
                    <a:pt x="2615099" y="2129600"/>
                  </a:lnTo>
                  <a:lnTo>
                    <a:pt x="2615435" y="2129896"/>
                  </a:lnTo>
                  <a:lnTo>
                    <a:pt x="2615772" y="2131099"/>
                  </a:lnTo>
                  <a:lnTo>
                    <a:pt x="2616108" y="2132030"/>
                  </a:lnTo>
                  <a:lnTo>
                    <a:pt x="2616445" y="2133141"/>
                  </a:lnTo>
                  <a:lnTo>
                    <a:pt x="2616781" y="2134234"/>
                  </a:lnTo>
                  <a:lnTo>
                    <a:pt x="2617118" y="2134913"/>
                  </a:lnTo>
                  <a:lnTo>
                    <a:pt x="2617454" y="2135641"/>
                  </a:lnTo>
                  <a:lnTo>
                    <a:pt x="2617790" y="2136697"/>
                  </a:lnTo>
                  <a:lnTo>
                    <a:pt x="2618127" y="2138644"/>
                  </a:lnTo>
                  <a:lnTo>
                    <a:pt x="2618463" y="2141024"/>
                  </a:lnTo>
                  <a:lnTo>
                    <a:pt x="2618800" y="2143724"/>
                  </a:lnTo>
                  <a:lnTo>
                    <a:pt x="2619136" y="2146663"/>
                  </a:lnTo>
                  <a:lnTo>
                    <a:pt x="2619473" y="2150016"/>
                  </a:lnTo>
                  <a:lnTo>
                    <a:pt x="2619809" y="2153640"/>
                  </a:lnTo>
                  <a:lnTo>
                    <a:pt x="2620146" y="2157156"/>
                  </a:lnTo>
                  <a:lnTo>
                    <a:pt x="2620482" y="2160327"/>
                  </a:lnTo>
                  <a:lnTo>
                    <a:pt x="2620819" y="2162714"/>
                  </a:lnTo>
                  <a:lnTo>
                    <a:pt x="2621155" y="2165347"/>
                  </a:lnTo>
                  <a:lnTo>
                    <a:pt x="2621492" y="2167439"/>
                  </a:lnTo>
                  <a:lnTo>
                    <a:pt x="2621828" y="2169742"/>
                  </a:lnTo>
                  <a:lnTo>
                    <a:pt x="2622164" y="2171800"/>
                  </a:lnTo>
                  <a:lnTo>
                    <a:pt x="2622501" y="2173912"/>
                  </a:lnTo>
                  <a:lnTo>
                    <a:pt x="2622837" y="2175673"/>
                  </a:lnTo>
                  <a:lnTo>
                    <a:pt x="2623174" y="2177127"/>
                  </a:lnTo>
                  <a:lnTo>
                    <a:pt x="2623510" y="2178373"/>
                  </a:lnTo>
                  <a:lnTo>
                    <a:pt x="2623847" y="2179626"/>
                  </a:lnTo>
                  <a:lnTo>
                    <a:pt x="2624183" y="2180931"/>
                  </a:lnTo>
                  <a:lnTo>
                    <a:pt x="2624520" y="2182398"/>
                  </a:lnTo>
                  <a:lnTo>
                    <a:pt x="2624856" y="2184036"/>
                  </a:lnTo>
                  <a:lnTo>
                    <a:pt x="2625193" y="2185901"/>
                  </a:lnTo>
                  <a:lnTo>
                    <a:pt x="2625529" y="2188023"/>
                  </a:lnTo>
                  <a:lnTo>
                    <a:pt x="2625866" y="2190188"/>
                  </a:lnTo>
                  <a:lnTo>
                    <a:pt x="2626202" y="2191948"/>
                  </a:lnTo>
                  <a:lnTo>
                    <a:pt x="2626538" y="2193619"/>
                  </a:lnTo>
                  <a:lnTo>
                    <a:pt x="2626875" y="2194599"/>
                  </a:lnTo>
                  <a:lnTo>
                    <a:pt x="2627211" y="2195557"/>
                  </a:lnTo>
                  <a:lnTo>
                    <a:pt x="2627548" y="2196168"/>
                  </a:lnTo>
                  <a:lnTo>
                    <a:pt x="2627884" y="2197169"/>
                  </a:lnTo>
                  <a:lnTo>
                    <a:pt x="2628221" y="2198714"/>
                  </a:lnTo>
                  <a:lnTo>
                    <a:pt x="2628557" y="2200317"/>
                  </a:lnTo>
                  <a:lnTo>
                    <a:pt x="2628894" y="2201419"/>
                  </a:lnTo>
                  <a:lnTo>
                    <a:pt x="2629230" y="2202604"/>
                  </a:lnTo>
                  <a:lnTo>
                    <a:pt x="2629567" y="2204120"/>
                  </a:lnTo>
                  <a:lnTo>
                    <a:pt x="2629903" y="2205403"/>
                  </a:lnTo>
                  <a:lnTo>
                    <a:pt x="2630240" y="2206569"/>
                  </a:lnTo>
                  <a:lnTo>
                    <a:pt x="2630576" y="2207616"/>
                  </a:lnTo>
                  <a:lnTo>
                    <a:pt x="2630912" y="2208810"/>
                  </a:lnTo>
                  <a:lnTo>
                    <a:pt x="2631249" y="2210044"/>
                  </a:lnTo>
                  <a:lnTo>
                    <a:pt x="2631585" y="2211042"/>
                  </a:lnTo>
                  <a:lnTo>
                    <a:pt x="2631922" y="2212723"/>
                  </a:lnTo>
                  <a:lnTo>
                    <a:pt x="2632258" y="2214632"/>
                  </a:lnTo>
                  <a:lnTo>
                    <a:pt x="2632595" y="2216733"/>
                  </a:lnTo>
                  <a:lnTo>
                    <a:pt x="2632931" y="2218923"/>
                  </a:lnTo>
                  <a:lnTo>
                    <a:pt x="2633268" y="2220771"/>
                  </a:lnTo>
                  <a:lnTo>
                    <a:pt x="2633604" y="2222665"/>
                  </a:lnTo>
                  <a:lnTo>
                    <a:pt x="2633941" y="2224581"/>
                  </a:lnTo>
                  <a:lnTo>
                    <a:pt x="2634277" y="2226669"/>
                  </a:lnTo>
                  <a:lnTo>
                    <a:pt x="2634614" y="2228383"/>
                  </a:lnTo>
                  <a:lnTo>
                    <a:pt x="2634950" y="2229649"/>
                  </a:lnTo>
                  <a:lnTo>
                    <a:pt x="2635286" y="2230928"/>
                  </a:lnTo>
                  <a:lnTo>
                    <a:pt x="2635623" y="2232055"/>
                  </a:lnTo>
                  <a:lnTo>
                    <a:pt x="2635959" y="2232927"/>
                  </a:lnTo>
                  <a:lnTo>
                    <a:pt x="2636296" y="2233769"/>
                  </a:lnTo>
                  <a:lnTo>
                    <a:pt x="2636632" y="2234454"/>
                  </a:lnTo>
                  <a:lnTo>
                    <a:pt x="2636969" y="2234634"/>
                  </a:lnTo>
                  <a:lnTo>
                    <a:pt x="2637305" y="2234299"/>
                  </a:lnTo>
                  <a:lnTo>
                    <a:pt x="2637642" y="2233657"/>
                  </a:lnTo>
                  <a:lnTo>
                    <a:pt x="2637978" y="2232684"/>
                  </a:lnTo>
                  <a:lnTo>
                    <a:pt x="2638315" y="2231625"/>
                  </a:lnTo>
                  <a:lnTo>
                    <a:pt x="2638651" y="2230772"/>
                  </a:lnTo>
                  <a:lnTo>
                    <a:pt x="2638988" y="2229770"/>
                  </a:lnTo>
                  <a:lnTo>
                    <a:pt x="2639324" y="2228753"/>
                  </a:lnTo>
                  <a:lnTo>
                    <a:pt x="2639660" y="2227753"/>
                  </a:lnTo>
                  <a:lnTo>
                    <a:pt x="2639997" y="2226642"/>
                  </a:lnTo>
                  <a:lnTo>
                    <a:pt x="2640333" y="2225426"/>
                  </a:lnTo>
                  <a:lnTo>
                    <a:pt x="2640670" y="2224289"/>
                  </a:lnTo>
                  <a:lnTo>
                    <a:pt x="2641006" y="2223098"/>
                  </a:lnTo>
                  <a:lnTo>
                    <a:pt x="2641343" y="2221946"/>
                  </a:lnTo>
                  <a:lnTo>
                    <a:pt x="2641679" y="2220971"/>
                  </a:lnTo>
                  <a:lnTo>
                    <a:pt x="2642016" y="2219855"/>
                  </a:lnTo>
                  <a:lnTo>
                    <a:pt x="2642352" y="2218542"/>
                  </a:lnTo>
                  <a:lnTo>
                    <a:pt x="2642689" y="2217223"/>
                  </a:lnTo>
                  <a:lnTo>
                    <a:pt x="2643025" y="2216160"/>
                  </a:lnTo>
                  <a:lnTo>
                    <a:pt x="2643362" y="2215132"/>
                  </a:lnTo>
                  <a:lnTo>
                    <a:pt x="2643698" y="2214038"/>
                  </a:lnTo>
                  <a:lnTo>
                    <a:pt x="2644034" y="2212954"/>
                  </a:lnTo>
                  <a:lnTo>
                    <a:pt x="2644371" y="2211872"/>
                  </a:lnTo>
                  <a:lnTo>
                    <a:pt x="2644707" y="2210785"/>
                  </a:lnTo>
                  <a:lnTo>
                    <a:pt x="2645044" y="2209860"/>
                  </a:lnTo>
                  <a:lnTo>
                    <a:pt x="2645380" y="2208855"/>
                  </a:lnTo>
                  <a:lnTo>
                    <a:pt x="2645717" y="2207887"/>
                  </a:lnTo>
                  <a:lnTo>
                    <a:pt x="2646053" y="2206951"/>
                  </a:lnTo>
                  <a:lnTo>
                    <a:pt x="2646390" y="2205846"/>
                  </a:lnTo>
                  <a:lnTo>
                    <a:pt x="2646726" y="2204483"/>
                  </a:lnTo>
                  <a:lnTo>
                    <a:pt x="2647063" y="2202973"/>
                  </a:lnTo>
                  <a:lnTo>
                    <a:pt x="2647399" y="2201523"/>
                  </a:lnTo>
                  <a:lnTo>
                    <a:pt x="2647736" y="2199816"/>
                  </a:lnTo>
                  <a:lnTo>
                    <a:pt x="2648072" y="2197928"/>
                  </a:lnTo>
                  <a:lnTo>
                    <a:pt x="2648408" y="2196043"/>
                  </a:lnTo>
                  <a:lnTo>
                    <a:pt x="2648745" y="2193950"/>
                  </a:lnTo>
                  <a:lnTo>
                    <a:pt x="2649081" y="2191881"/>
                  </a:lnTo>
                  <a:lnTo>
                    <a:pt x="2649418" y="2189587"/>
                  </a:lnTo>
                  <a:lnTo>
                    <a:pt x="2649754" y="2187234"/>
                  </a:lnTo>
                  <a:lnTo>
                    <a:pt x="2650091" y="2185136"/>
                  </a:lnTo>
                  <a:lnTo>
                    <a:pt x="2650427" y="2183191"/>
                  </a:lnTo>
                  <a:lnTo>
                    <a:pt x="2650764" y="2181099"/>
                  </a:lnTo>
                  <a:lnTo>
                    <a:pt x="2651100" y="2178956"/>
                  </a:lnTo>
                  <a:lnTo>
                    <a:pt x="2651437" y="2176959"/>
                  </a:lnTo>
                  <a:lnTo>
                    <a:pt x="2651773" y="2175428"/>
                  </a:lnTo>
                  <a:lnTo>
                    <a:pt x="2652109" y="2173956"/>
                  </a:lnTo>
                  <a:lnTo>
                    <a:pt x="2652446" y="2172641"/>
                  </a:lnTo>
                  <a:lnTo>
                    <a:pt x="2652782" y="2171971"/>
                  </a:lnTo>
                  <a:lnTo>
                    <a:pt x="2653119" y="2171558"/>
                  </a:lnTo>
                  <a:lnTo>
                    <a:pt x="2653455" y="2170869"/>
                  </a:lnTo>
                  <a:lnTo>
                    <a:pt x="2653792" y="2170081"/>
                  </a:lnTo>
                  <a:lnTo>
                    <a:pt x="2654128" y="2169113"/>
                  </a:lnTo>
                  <a:lnTo>
                    <a:pt x="2654465" y="2168322"/>
                  </a:lnTo>
                  <a:lnTo>
                    <a:pt x="2654801" y="2167455"/>
                  </a:lnTo>
                  <a:lnTo>
                    <a:pt x="2655138" y="2165917"/>
                  </a:lnTo>
                  <a:lnTo>
                    <a:pt x="2655474" y="2164258"/>
                  </a:lnTo>
                  <a:lnTo>
                    <a:pt x="2655811" y="2162705"/>
                  </a:lnTo>
                  <a:lnTo>
                    <a:pt x="2656147" y="2161300"/>
                  </a:lnTo>
                  <a:lnTo>
                    <a:pt x="2656483" y="2159445"/>
                  </a:lnTo>
                  <a:lnTo>
                    <a:pt x="2656820" y="2157436"/>
                  </a:lnTo>
                  <a:lnTo>
                    <a:pt x="2657156" y="2155313"/>
                  </a:lnTo>
                  <a:lnTo>
                    <a:pt x="2657493" y="2152739"/>
                  </a:lnTo>
                  <a:lnTo>
                    <a:pt x="2657829" y="2149924"/>
                  </a:lnTo>
                  <a:lnTo>
                    <a:pt x="2658166" y="2146771"/>
                  </a:lnTo>
                  <a:lnTo>
                    <a:pt x="2658502" y="2143807"/>
                  </a:lnTo>
                  <a:lnTo>
                    <a:pt x="2658839" y="2140938"/>
                  </a:lnTo>
                  <a:lnTo>
                    <a:pt x="2659175" y="2137646"/>
                  </a:lnTo>
                  <a:lnTo>
                    <a:pt x="2659512" y="2134226"/>
                  </a:lnTo>
                  <a:lnTo>
                    <a:pt x="2659848" y="2130251"/>
                  </a:lnTo>
                  <a:lnTo>
                    <a:pt x="2660185" y="2126560"/>
                  </a:lnTo>
                  <a:lnTo>
                    <a:pt x="2660521" y="2123138"/>
                  </a:lnTo>
                  <a:lnTo>
                    <a:pt x="2660857" y="2119798"/>
                  </a:lnTo>
                  <a:lnTo>
                    <a:pt x="2661194" y="2116173"/>
                  </a:lnTo>
                  <a:lnTo>
                    <a:pt x="2661530" y="2112558"/>
                  </a:lnTo>
                  <a:lnTo>
                    <a:pt x="2661867" y="2107842"/>
                  </a:lnTo>
                  <a:lnTo>
                    <a:pt x="2662203" y="2103195"/>
                  </a:lnTo>
                  <a:lnTo>
                    <a:pt x="2662540" y="2098222"/>
                  </a:lnTo>
                  <a:lnTo>
                    <a:pt x="2662876" y="2093071"/>
                  </a:lnTo>
                  <a:lnTo>
                    <a:pt x="2663213" y="2088041"/>
                  </a:lnTo>
                  <a:lnTo>
                    <a:pt x="2663549" y="2083059"/>
                  </a:lnTo>
                  <a:lnTo>
                    <a:pt x="2663886" y="2077807"/>
                  </a:lnTo>
                  <a:lnTo>
                    <a:pt x="2664222" y="2072533"/>
                  </a:lnTo>
                  <a:lnTo>
                    <a:pt x="2664559" y="2067899"/>
                  </a:lnTo>
                  <a:lnTo>
                    <a:pt x="2664895" y="2063671"/>
                  </a:lnTo>
                  <a:lnTo>
                    <a:pt x="2665231" y="2060156"/>
                  </a:lnTo>
                  <a:lnTo>
                    <a:pt x="2665568" y="2056523"/>
                  </a:lnTo>
                  <a:lnTo>
                    <a:pt x="2665904" y="2052903"/>
                  </a:lnTo>
                  <a:lnTo>
                    <a:pt x="2666241" y="2049418"/>
                  </a:lnTo>
                  <a:lnTo>
                    <a:pt x="2666577" y="2046042"/>
                  </a:lnTo>
                  <a:lnTo>
                    <a:pt x="2666914" y="2043016"/>
                  </a:lnTo>
                  <a:lnTo>
                    <a:pt x="2667250" y="2040250"/>
                  </a:lnTo>
                  <a:lnTo>
                    <a:pt x="2667587" y="2037746"/>
                  </a:lnTo>
                  <a:lnTo>
                    <a:pt x="2667923" y="2035313"/>
                  </a:lnTo>
                  <a:lnTo>
                    <a:pt x="2668260" y="2033018"/>
                  </a:lnTo>
                  <a:lnTo>
                    <a:pt x="2668596" y="2030543"/>
                  </a:lnTo>
                  <a:lnTo>
                    <a:pt x="2668933" y="2028291"/>
                  </a:lnTo>
                  <a:lnTo>
                    <a:pt x="2669269" y="2026296"/>
                  </a:lnTo>
                  <a:lnTo>
                    <a:pt x="2669605" y="2024479"/>
                  </a:lnTo>
                  <a:lnTo>
                    <a:pt x="2669942" y="2022804"/>
                  </a:lnTo>
                  <a:lnTo>
                    <a:pt x="2670278" y="2021214"/>
                  </a:lnTo>
                  <a:lnTo>
                    <a:pt x="2670615" y="2019474"/>
                  </a:lnTo>
                  <a:lnTo>
                    <a:pt x="2670951" y="2017672"/>
                  </a:lnTo>
                  <a:lnTo>
                    <a:pt x="2671288" y="2016244"/>
                  </a:lnTo>
                  <a:lnTo>
                    <a:pt x="2671624" y="2015071"/>
                  </a:lnTo>
                  <a:lnTo>
                    <a:pt x="2671961" y="2014211"/>
                  </a:lnTo>
                  <a:lnTo>
                    <a:pt x="2672297" y="2012931"/>
                  </a:lnTo>
                  <a:lnTo>
                    <a:pt x="2672634" y="2011880"/>
                  </a:lnTo>
                  <a:lnTo>
                    <a:pt x="2672970" y="2010722"/>
                  </a:lnTo>
                  <a:lnTo>
                    <a:pt x="2673307" y="2009821"/>
                  </a:lnTo>
                  <a:lnTo>
                    <a:pt x="2673643" y="2009141"/>
                  </a:lnTo>
                  <a:lnTo>
                    <a:pt x="2673979" y="2008423"/>
                  </a:lnTo>
                  <a:lnTo>
                    <a:pt x="2674316" y="2007227"/>
                  </a:lnTo>
                  <a:lnTo>
                    <a:pt x="2674652" y="2005930"/>
                  </a:lnTo>
                  <a:lnTo>
                    <a:pt x="2674989" y="2004057"/>
                  </a:lnTo>
                  <a:lnTo>
                    <a:pt x="2675325" y="2002060"/>
                  </a:lnTo>
                  <a:lnTo>
                    <a:pt x="2675662" y="2000124"/>
                  </a:lnTo>
                  <a:lnTo>
                    <a:pt x="2675998" y="1998338"/>
                  </a:lnTo>
                  <a:lnTo>
                    <a:pt x="2676335" y="1995678"/>
                  </a:lnTo>
                  <a:lnTo>
                    <a:pt x="2676671" y="1993263"/>
                  </a:lnTo>
                  <a:lnTo>
                    <a:pt x="2677008" y="1990520"/>
                  </a:lnTo>
                  <a:lnTo>
                    <a:pt x="2677344" y="1987937"/>
                  </a:lnTo>
                  <a:lnTo>
                    <a:pt x="2677681" y="1985231"/>
                  </a:lnTo>
                  <a:lnTo>
                    <a:pt x="2678017" y="1982661"/>
                  </a:lnTo>
                  <a:lnTo>
                    <a:pt x="2678353" y="1979993"/>
                  </a:lnTo>
                  <a:lnTo>
                    <a:pt x="2678690" y="1976658"/>
                  </a:lnTo>
                  <a:lnTo>
                    <a:pt x="2679026" y="1973141"/>
                  </a:lnTo>
                  <a:lnTo>
                    <a:pt x="2679363" y="1969704"/>
                  </a:lnTo>
                  <a:lnTo>
                    <a:pt x="2679699" y="1966631"/>
                  </a:lnTo>
                  <a:lnTo>
                    <a:pt x="2680036" y="1964062"/>
                  </a:lnTo>
                  <a:lnTo>
                    <a:pt x="2680372" y="1961688"/>
                  </a:lnTo>
                  <a:lnTo>
                    <a:pt x="2680709" y="1960021"/>
                  </a:lnTo>
                  <a:lnTo>
                    <a:pt x="2681045" y="1958346"/>
                  </a:lnTo>
                  <a:lnTo>
                    <a:pt x="2681382" y="1957171"/>
                  </a:lnTo>
                  <a:lnTo>
                    <a:pt x="2681718" y="1955899"/>
                  </a:lnTo>
                  <a:lnTo>
                    <a:pt x="2682055" y="1954756"/>
                  </a:lnTo>
                  <a:lnTo>
                    <a:pt x="2682391" y="1953697"/>
                  </a:lnTo>
                  <a:lnTo>
                    <a:pt x="2682727" y="1952589"/>
                  </a:lnTo>
                  <a:lnTo>
                    <a:pt x="2683064" y="1951127"/>
                  </a:lnTo>
                  <a:lnTo>
                    <a:pt x="2683400" y="1949781"/>
                  </a:lnTo>
                  <a:lnTo>
                    <a:pt x="2683737" y="1948611"/>
                  </a:lnTo>
                  <a:lnTo>
                    <a:pt x="2684073" y="1947192"/>
                  </a:lnTo>
                  <a:lnTo>
                    <a:pt x="2684410" y="1945846"/>
                  </a:lnTo>
                  <a:lnTo>
                    <a:pt x="2684746" y="1944841"/>
                  </a:lnTo>
                  <a:lnTo>
                    <a:pt x="2685083" y="1944110"/>
                  </a:lnTo>
                  <a:lnTo>
                    <a:pt x="2685419" y="1943068"/>
                  </a:lnTo>
                  <a:lnTo>
                    <a:pt x="2685756" y="1941789"/>
                  </a:lnTo>
                  <a:lnTo>
                    <a:pt x="2686092" y="1940367"/>
                  </a:lnTo>
                  <a:lnTo>
                    <a:pt x="2686428" y="1938317"/>
                  </a:lnTo>
                  <a:lnTo>
                    <a:pt x="2686765" y="1936180"/>
                  </a:lnTo>
                  <a:lnTo>
                    <a:pt x="2687101" y="1933828"/>
                  </a:lnTo>
                  <a:lnTo>
                    <a:pt x="2687438" y="1931498"/>
                  </a:lnTo>
                  <a:lnTo>
                    <a:pt x="2687774" y="1929472"/>
                  </a:lnTo>
                  <a:lnTo>
                    <a:pt x="2688111" y="1927428"/>
                  </a:lnTo>
                  <a:lnTo>
                    <a:pt x="2688447" y="1925184"/>
                  </a:lnTo>
                  <a:lnTo>
                    <a:pt x="2688784" y="1923209"/>
                  </a:lnTo>
                  <a:lnTo>
                    <a:pt x="2689120" y="1920837"/>
                  </a:lnTo>
                  <a:lnTo>
                    <a:pt x="2689457" y="1917921"/>
                  </a:lnTo>
                  <a:lnTo>
                    <a:pt x="2689793" y="1915005"/>
                  </a:lnTo>
                  <a:lnTo>
                    <a:pt x="2690130" y="1912448"/>
                  </a:lnTo>
                  <a:lnTo>
                    <a:pt x="2690466" y="1910038"/>
                  </a:lnTo>
                  <a:lnTo>
                    <a:pt x="2690802" y="1907780"/>
                  </a:lnTo>
                  <a:lnTo>
                    <a:pt x="2691139" y="1905614"/>
                  </a:lnTo>
                  <a:lnTo>
                    <a:pt x="2691475" y="1903387"/>
                  </a:lnTo>
                  <a:lnTo>
                    <a:pt x="2691812" y="1901160"/>
                  </a:lnTo>
                  <a:lnTo>
                    <a:pt x="2692148" y="1899131"/>
                  </a:lnTo>
                  <a:lnTo>
                    <a:pt x="2692485" y="1897180"/>
                  </a:lnTo>
                  <a:lnTo>
                    <a:pt x="2692821" y="1895259"/>
                  </a:lnTo>
                  <a:lnTo>
                    <a:pt x="2693158" y="1893284"/>
                  </a:lnTo>
                  <a:lnTo>
                    <a:pt x="2693494" y="1891968"/>
                  </a:lnTo>
                  <a:lnTo>
                    <a:pt x="2693831" y="1890919"/>
                  </a:lnTo>
                  <a:lnTo>
                    <a:pt x="2694167" y="1890537"/>
                  </a:lnTo>
                  <a:lnTo>
                    <a:pt x="2694504" y="1890927"/>
                  </a:lnTo>
                  <a:lnTo>
                    <a:pt x="2694840" y="1891669"/>
                  </a:lnTo>
                  <a:lnTo>
                    <a:pt x="2695176" y="1892435"/>
                  </a:lnTo>
                  <a:lnTo>
                    <a:pt x="2695513" y="1893277"/>
                  </a:lnTo>
                  <a:lnTo>
                    <a:pt x="2695849" y="1894318"/>
                  </a:lnTo>
                  <a:lnTo>
                    <a:pt x="2696186" y="1895550"/>
                  </a:lnTo>
                  <a:lnTo>
                    <a:pt x="2696522" y="1896603"/>
                  </a:lnTo>
                  <a:lnTo>
                    <a:pt x="2696859" y="1897606"/>
                  </a:lnTo>
                  <a:lnTo>
                    <a:pt x="2697195" y="1898446"/>
                  </a:lnTo>
                  <a:lnTo>
                    <a:pt x="2697532" y="1899195"/>
                  </a:lnTo>
                  <a:lnTo>
                    <a:pt x="2697868" y="1899896"/>
                  </a:lnTo>
                  <a:lnTo>
                    <a:pt x="2698205" y="1900590"/>
                  </a:lnTo>
                  <a:lnTo>
                    <a:pt x="2698541" y="1901167"/>
                  </a:lnTo>
                  <a:lnTo>
                    <a:pt x="2698878" y="1901803"/>
                  </a:lnTo>
                  <a:lnTo>
                    <a:pt x="2699214" y="1902327"/>
                  </a:lnTo>
                  <a:lnTo>
                    <a:pt x="2699550" y="1902763"/>
                  </a:lnTo>
                  <a:lnTo>
                    <a:pt x="2699887" y="1902944"/>
                  </a:lnTo>
                  <a:lnTo>
                    <a:pt x="2700223" y="1902805"/>
                  </a:lnTo>
                  <a:lnTo>
                    <a:pt x="2700560" y="1902620"/>
                  </a:lnTo>
                  <a:lnTo>
                    <a:pt x="2700896" y="1902162"/>
                  </a:lnTo>
                  <a:lnTo>
                    <a:pt x="2701233" y="1900815"/>
                  </a:lnTo>
                  <a:lnTo>
                    <a:pt x="2701569" y="1899518"/>
                  </a:lnTo>
                  <a:lnTo>
                    <a:pt x="2701906" y="1898073"/>
                  </a:lnTo>
                  <a:lnTo>
                    <a:pt x="2702242" y="1896881"/>
                  </a:lnTo>
                  <a:lnTo>
                    <a:pt x="2702579" y="1895986"/>
                  </a:lnTo>
                  <a:lnTo>
                    <a:pt x="2702915" y="1895189"/>
                  </a:lnTo>
                  <a:lnTo>
                    <a:pt x="2703252" y="1894884"/>
                  </a:lnTo>
                  <a:lnTo>
                    <a:pt x="2703588" y="1893999"/>
                  </a:lnTo>
                  <a:lnTo>
                    <a:pt x="2703924" y="1893083"/>
                  </a:lnTo>
                  <a:lnTo>
                    <a:pt x="2704261" y="1891765"/>
                  </a:lnTo>
                  <a:lnTo>
                    <a:pt x="2704597" y="1890195"/>
                  </a:lnTo>
                  <a:lnTo>
                    <a:pt x="2704934" y="1888166"/>
                  </a:lnTo>
                  <a:lnTo>
                    <a:pt x="2705270" y="1886575"/>
                  </a:lnTo>
                  <a:lnTo>
                    <a:pt x="2705607" y="1884833"/>
                  </a:lnTo>
                  <a:lnTo>
                    <a:pt x="2705943" y="1882915"/>
                  </a:lnTo>
                  <a:lnTo>
                    <a:pt x="2706280" y="1881208"/>
                  </a:lnTo>
                  <a:lnTo>
                    <a:pt x="2706616" y="1879584"/>
                  </a:lnTo>
                  <a:lnTo>
                    <a:pt x="2706953" y="1878016"/>
                  </a:lnTo>
                  <a:lnTo>
                    <a:pt x="2707289" y="1876546"/>
                  </a:lnTo>
                  <a:lnTo>
                    <a:pt x="2707626" y="1875041"/>
                  </a:lnTo>
                  <a:lnTo>
                    <a:pt x="2707962" y="1873315"/>
                  </a:lnTo>
                  <a:lnTo>
                    <a:pt x="2708298" y="1871539"/>
                  </a:lnTo>
                  <a:lnTo>
                    <a:pt x="2708635" y="1870079"/>
                  </a:lnTo>
                  <a:lnTo>
                    <a:pt x="2708971" y="1868324"/>
                  </a:lnTo>
                  <a:lnTo>
                    <a:pt x="2709308" y="1867023"/>
                  </a:lnTo>
                  <a:lnTo>
                    <a:pt x="2709644" y="1866310"/>
                  </a:lnTo>
                  <a:lnTo>
                    <a:pt x="2709981" y="1865952"/>
                  </a:lnTo>
                  <a:lnTo>
                    <a:pt x="2710317" y="1865510"/>
                  </a:lnTo>
                  <a:lnTo>
                    <a:pt x="2710654" y="1864808"/>
                  </a:lnTo>
                  <a:lnTo>
                    <a:pt x="2710990" y="1863973"/>
                  </a:lnTo>
                  <a:lnTo>
                    <a:pt x="2711327" y="1863312"/>
                  </a:lnTo>
                  <a:lnTo>
                    <a:pt x="2711663" y="1862595"/>
                  </a:lnTo>
                  <a:lnTo>
                    <a:pt x="2712000" y="1861593"/>
                  </a:lnTo>
                  <a:lnTo>
                    <a:pt x="2712336" y="1860528"/>
                  </a:lnTo>
                  <a:lnTo>
                    <a:pt x="2712672" y="1859750"/>
                  </a:lnTo>
                  <a:lnTo>
                    <a:pt x="2713009" y="1859317"/>
                  </a:lnTo>
                  <a:lnTo>
                    <a:pt x="2713345" y="1859112"/>
                  </a:lnTo>
                  <a:lnTo>
                    <a:pt x="2713682" y="1858993"/>
                  </a:lnTo>
                  <a:lnTo>
                    <a:pt x="2714018" y="1859131"/>
                  </a:lnTo>
                  <a:lnTo>
                    <a:pt x="2714355" y="1859586"/>
                  </a:lnTo>
                  <a:lnTo>
                    <a:pt x="2714691" y="1860255"/>
                  </a:lnTo>
                  <a:lnTo>
                    <a:pt x="2715028" y="1861197"/>
                  </a:lnTo>
                  <a:lnTo>
                    <a:pt x="2715364" y="1862510"/>
                  </a:lnTo>
                  <a:lnTo>
                    <a:pt x="2715701" y="1864020"/>
                  </a:lnTo>
                  <a:lnTo>
                    <a:pt x="2716037" y="1865999"/>
                  </a:lnTo>
                  <a:lnTo>
                    <a:pt x="2716373" y="1867983"/>
                  </a:lnTo>
                  <a:lnTo>
                    <a:pt x="2716710" y="1870239"/>
                  </a:lnTo>
                  <a:lnTo>
                    <a:pt x="2717046" y="1872730"/>
                  </a:lnTo>
                  <a:lnTo>
                    <a:pt x="2717383" y="1874798"/>
                  </a:lnTo>
                  <a:lnTo>
                    <a:pt x="2717719" y="1876597"/>
                  </a:lnTo>
                  <a:lnTo>
                    <a:pt x="2718056" y="1878084"/>
                  </a:lnTo>
                  <a:lnTo>
                    <a:pt x="2718392" y="1879508"/>
                  </a:lnTo>
                  <a:lnTo>
                    <a:pt x="2718729" y="1880717"/>
                  </a:lnTo>
                  <a:lnTo>
                    <a:pt x="2719065" y="1881490"/>
                  </a:lnTo>
                  <a:lnTo>
                    <a:pt x="2719402" y="1882196"/>
                  </a:lnTo>
                  <a:lnTo>
                    <a:pt x="2719738" y="1882762"/>
                  </a:lnTo>
                  <a:lnTo>
                    <a:pt x="2720075" y="1882773"/>
                  </a:lnTo>
                  <a:lnTo>
                    <a:pt x="2720411" y="1882390"/>
                  </a:lnTo>
                  <a:lnTo>
                    <a:pt x="2720747" y="1881636"/>
                  </a:lnTo>
                  <a:lnTo>
                    <a:pt x="2721084" y="1880746"/>
                  </a:lnTo>
                  <a:lnTo>
                    <a:pt x="2721420" y="1879797"/>
                  </a:lnTo>
                  <a:lnTo>
                    <a:pt x="2721757" y="1878526"/>
                  </a:lnTo>
                  <a:lnTo>
                    <a:pt x="2722093" y="1877102"/>
                  </a:lnTo>
                  <a:lnTo>
                    <a:pt x="2722430" y="1875872"/>
                  </a:lnTo>
                  <a:lnTo>
                    <a:pt x="2722766" y="1874403"/>
                  </a:lnTo>
                  <a:lnTo>
                    <a:pt x="2723103" y="1873186"/>
                  </a:lnTo>
                  <a:lnTo>
                    <a:pt x="2723439" y="1871884"/>
                  </a:lnTo>
                  <a:lnTo>
                    <a:pt x="2723776" y="1871207"/>
                  </a:lnTo>
                  <a:lnTo>
                    <a:pt x="2724112" y="1870696"/>
                  </a:lnTo>
                  <a:lnTo>
                    <a:pt x="2724449" y="1870325"/>
                  </a:lnTo>
                  <a:lnTo>
                    <a:pt x="2724785" y="1870291"/>
                  </a:lnTo>
                  <a:lnTo>
                    <a:pt x="2725121" y="1870656"/>
                  </a:lnTo>
                  <a:lnTo>
                    <a:pt x="2725458" y="1871693"/>
                  </a:lnTo>
                  <a:lnTo>
                    <a:pt x="2725794" y="1873415"/>
                  </a:lnTo>
                  <a:lnTo>
                    <a:pt x="2726131" y="1875594"/>
                  </a:lnTo>
                  <a:lnTo>
                    <a:pt x="2726467" y="1878465"/>
                  </a:lnTo>
                  <a:lnTo>
                    <a:pt x="2726804" y="1881834"/>
                  </a:lnTo>
                  <a:lnTo>
                    <a:pt x="2727140" y="1886136"/>
                  </a:lnTo>
                  <a:lnTo>
                    <a:pt x="2727477" y="1890983"/>
                  </a:lnTo>
                  <a:lnTo>
                    <a:pt x="2727813" y="1896046"/>
                  </a:lnTo>
                  <a:lnTo>
                    <a:pt x="2728150" y="1901229"/>
                  </a:lnTo>
                  <a:lnTo>
                    <a:pt x="2728486" y="1906780"/>
                  </a:lnTo>
                  <a:lnTo>
                    <a:pt x="2728823" y="1911837"/>
                  </a:lnTo>
                  <a:lnTo>
                    <a:pt x="2729159" y="1918140"/>
                  </a:lnTo>
                  <a:lnTo>
                    <a:pt x="2729495" y="1924390"/>
                  </a:lnTo>
                  <a:lnTo>
                    <a:pt x="2729832" y="1930910"/>
                  </a:lnTo>
                  <a:lnTo>
                    <a:pt x="2730168" y="1937576"/>
                  </a:lnTo>
                  <a:lnTo>
                    <a:pt x="2730505" y="1943998"/>
                  </a:lnTo>
                  <a:lnTo>
                    <a:pt x="2730841" y="1950313"/>
                  </a:lnTo>
                  <a:lnTo>
                    <a:pt x="2731178" y="1956666"/>
                  </a:lnTo>
                  <a:lnTo>
                    <a:pt x="2731514" y="1962875"/>
                  </a:lnTo>
                  <a:lnTo>
                    <a:pt x="2731851" y="1968241"/>
                  </a:lnTo>
                  <a:lnTo>
                    <a:pt x="2732187" y="1973017"/>
                  </a:lnTo>
                  <a:lnTo>
                    <a:pt x="2732524" y="1976701"/>
                  </a:lnTo>
                  <a:lnTo>
                    <a:pt x="2732860" y="1980379"/>
                  </a:lnTo>
                  <a:lnTo>
                    <a:pt x="2733197" y="1983727"/>
                  </a:lnTo>
                  <a:lnTo>
                    <a:pt x="2733533" y="1986596"/>
                  </a:lnTo>
                  <a:lnTo>
                    <a:pt x="2733869" y="1989226"/>
                  </a:lnTo>
                  <a:lnTo>
                    <a:pt x="2734206" y="1991526"/>
                  </a:lnTo>
                  <a:lnTo>
                    <a:pt x="2734542" y="1993635"/>
                  </a:lnTo>
                  <a:lnTo>
                    <a:pt x="2734879" y="1995196"/>
                  </a:lnTo>
                  <a:lnTo>
                    <a:pt x="2735215" y="1996504"/>
                  </a:lnTo>
                  <a:lnTo>
                    <a:pt x="2735552" y="1997276"/>
                  </a:lnTo>
                  <a:lnTo>
                    <a:pt x="2735888" y="1997815"/>
                  </a:lnTo>
                  <a:lnTo>
                    <a:pt x="2736225" y="1998015"/>
                  </a:lnTo>
                  <a:lnTo>
                    <a:pt x="2736561" y="1998059"/>
                  </a:lnTo>
                  <a:lnTo>
                    <a:pt x="2736898" y="1997864"/>
                  </a:lnTo>
                  <a:lnTo>
                    <a:pt x="2737234" y="1997742"/>
                  </a:lnTo>
                  <a:lnTo>
                    <a:pt x="2737571" y="1997099"/>
                  </a:lnTo>
                  <a:lnTo>
                    <a:pt x="2737907" y="1996257"/>
                  </a:lnTo>
                  <a:lnTo>
                    <a:pt x="2738243" y="1995325"/>
                  </a:lnTo>
                  <a:lnTo>
                    <a:pt x="2738580" y="1993876"/>
                  </a:lnTo>
                  <a:lnTo>
                    <a:pt x="2738916" y="1992388"/>
                  </a:lnTo>
                  <a:lnTo>
                    <a:pt x="2739253" y="1990849"/>
                  </a:lnTo>
                  <a:lnTo>
                    <a:pt x="2739589" y="1989943"/>
                  </a:lnTo>
                  <a:lnTo>
                    <a:pt x="2739926" y="1989002"/>
                  </a:lnTo>
                  <a:lnTo>
                    <a:pt x="2740262" y="1988658"/>
                  </a:lnTo>
                  <a:lnTo>
                    <a:pt x="2740599" y="1988339"/>
                  </a:lnTo>
                  <a:lnTo>
                    <a:pt x="2740935" y="1988082"/>
                  </a:lnTo>
                  <a:lnTo>
                    <a:pt x="2741272" y="1987899"/>
                  </a:lnTo>
                  <a:lnTo>
                    <a:pt x="2741608" y="1988003"/>
                  </a:lnTo>
                  <a:lnTo>
                    <a:pt x="2741945" y="1988251"/>
                  </a:lnTo>
                  <a:lnTo>
                    <a:pt x="2742281" y="1988951"/>
                  </a:lnTo>
                  <a:lnTo>
                    <a:pt x="2742617" y="1990570"/>
                  </a:lnTo>
                  <a:lnTo>
                    <a:pt x="2742954" y="1992527"/>
                  </a:lnTo>
                  <a:lnTo>
                    <a:pt x="2743290" y="1994903"/>
                  </a:lnTo>
                  <a:lnTo>
                    <a:pt x="2743627" y="1998582"/>
                  </a:lnTo>
                  <a:lnTo>
                    <a:pt x="2743963" y="2002871"/>
                  </a:lnTo>
                  <a:lnTo>
                    <a:pt x="2744300" y="2007443"/>
                  </a:lnTo>
                  <a:lnTo>
                    <a:pt x="2744636" y="2011889"/>
                  </a:lnTo>
                  <a:lnTo>
                    <a:pt x="2744973" y="2016592"/>
                  </a:lnTo>
                  <a:lnTo>
                    <a:pt x="2745309" y="2021580"/>
                  </a:lnTo>
                  <a:lnTo>
                    <a:pt x="2745646" y="2026826"/>
                  </a:lnTo>
                  <a:lnTo>
                    <a:pt x="2745982" y="2032476"/>
                  </a:lnTo>
                  <a:lnTo>
                    <a:pt x="2746319" y="2038241"/>
                  </a:lnTo>
                  <a:lnTo>
                    <a:pt x="2746655" y="2043917"/>
                  </a:lnTo>
                  <a:lnTo>
                    <a:pt x="2746991" y="2049140"/>
                  </a:lnTo>
                  <a:lnTo>
                    <a:pt x="2747328" y="2054357"/>
                  </a:lnTo>
                  <a:lnTo>
                    <a:pt x="2747664" y="2059281"/>
                  </a:lnTo>
                  <a:lnTo>
                    <a:pt x="2748001" y="2063490"/>
                  </a:lnTo>
                  <a:lnTo>
                    <a:pt x="2748337" y="2067407"/>
                  </a:lnTo>
                  <a:lnTo>
                    <a:pt x="2748674" y="2070932"/>
                  </a:lnTo>
                  <a:lnTo>
                    <a:pt x="2749010" y="2074225"/>
                  </a:lnTo>
                  <a:lnTo>
                    <a:pt x="2749347" y="2077350"/>
                  </a:lnTo>
                  <a:lnTo>
                    <a:pt x="2749683" y="2080223"/>
                  </a:lnTo>
                  <a:lnTo>
                    <a:pt x="2750020" y="2082846"/>
                  </a:lnTo>
                  <a:lnTo>
                    <a:pt x="2750356" y="2085119"/>
                  </a:lnTo>
                  <a:lnTo>
                    <a:pt x="2750692" y="2087169"/>
                  </a:lnTo>
                  <a:lnTo>
                    <a:pt x="2751029" y="2088753"/>
                  </a:lnTo>
                  <a:lnTo>
                    <a:pt x="2751365" y="2090380"/>
                  </a:lnTo>
                  <a:lnTo>
                    <a:pt x="2751702" y="2091799"/>
                  </a:lnTo>
                  <a:lnTo>
                    <a:pt x="2752038" y="2092826"/>
                  </a:lnTo>
                  <a:lnTo>
                    <a:pt x="2752375" y="2093596"/>
                  </a:lnTo>
                  <a:lnTo>
                    <a:pt x="2752711" y="2094777"/>
                  </a:lnTo>
                  <a:lnTo>
                    <a:pt x="2753048" y="2096270"/>
                  </a:lnTo>
                  <a:lnTo>
                    <a:pt x="2753384" y="2097968"/>
                  </a:lnTo>
                  <a:lnTo>
                    <a:pt x="2753721" y="2100279"/>
                  </a:lnTo>
                  <a:lnTo>
                    <a:pt x="2754057" y="2102369"/>
                  </a:lnTo>
                  <a:lnTo>
                    <a:pt x="2754394" y="2104420"/>
                  </a:lnTo>
                  <a:lnTo>
                    <a:pt x="2754730" y="2106371"/>
                  </a:lnTo>
                  <a:lnTo>
                    <a:pt x="2755066" y="2107933"/>
                  </a:lnTo>
                  <a:lnTo>
                    <a:pt x="2755403" y="2109198"/>
                  </a:lnTo>
                  <a:lnTo>
                    <a:pt x="2755739" y="2110554"/>
                  </a:lnTo>
                  <a:lnTo>
                    <a:pt x="2756076" y="2111684"/>
                  </a:lnTo>
                  <a:lnTo>
                    <a:pt x="2756412" y="2113092"/>
                  </a:lnTo>
                  <a:lnTo>
                    <a:pt x="2756749" y="2114662"/>
                  </a:lnTo>
                  <a:lnTo>
                    <a:pt x="2757085" y="2115908"/>
                  </a:lnTo>
                  <a:lnTo>
                    <a:pt x="2757422" y="2116280"/>
                  </a:lnTo>
                  <a:lnTo>
                    <a:pt x="2757758" y="2115913"/>
                  </a:lnTo>
                  <a:lnTo>
                    <a:pt x="2758095" y="2115094"/>
                  </a:lnTo>
                  <a:lnTo>
                    <a:pt x="2758431" y="2113986"/>
                  </a:lnTo>
                  <a:lnTo>
                    <a:pt x="2758768" y="2112729"/>
                  </a:lnTo>
                  <a:lnTo>
                    <a:pt x="2759104" y="2111801"/>
                  </a:lnTo>
                  <a:lnTo>
                    <a:pt x="2759440" y="2110567"/>
                  </a:lnTo>
                  <a:lnTo>
                    <a:pt x="2759777" y="2109031"/>
                  </a:lnTo>
                  <a:lnTo>
                    <a:pt x="2760113" y="2107401"/>
                  </a:lnTo>
                  <a:lnTo>
                    <a:pt x="2760450" y="2106167"/>
                  </a:lnTo>
                  <a:lnTo>
                    <a:pt x="2760786" y="2104600"/>
                  </a:lnTo>
                  <a:lnTo>
                    <a:pt x="2761123" y="2103089"/>
                  </a:lnTo>
                  <a:lnTo>
                    <a:pt x="2761459" y="2100981"/>
                  </a:lnTo>
                  <a:lnTo>
                    <a:pt x="2761796" y="2098777"/>
                  </a:lnTo>
                  <a:lnTo>
                    <a:pt x="2762132" y="2096993"/>
                  </a:lnTo>
                  <a:lnTo>
                    <a:pt x="2762469" y="2095636"/>
                  </a:lnTo>
                  <a:lnTo>
                    <a:pt x="2762805" y="2094611"/>
                  </a:lnTo>
                  <a:lnTo>
                    <a:pt x="2763142" y="2093921"/>
                  </a:lnTo>
                  <a:lnTo>
                    <a:pt x="2763478" y="2093097"/>
                  </a:lnTo>
                  <a:lnTo>
                    <a:pt x="2763814" y="2092414"/>
                  </a:lnTo>
                  <a:lnTo>
                    <a:pt x="2764151" y="2091612"/>
                  </a:lnTo>
                  <a:lnTo>
                    <a:pt x="2764487" y="2091028"/>
                  </a:lnTo>
                  <a:lnTo>
                    <a:pt x="2764824" y="2090665"/>
                  </a:lnTo>
                  <a:lnTo>
                    <a:pt x="2765160" y="2090493"/>
                  </a:lnTo>
                  <a:lnTo>
                    <a:pt x="2765497" y="2090530"/>
                  </a:lnTo>
                  <a:lnTo>
                    <a:pt x="2765833" y="2090541"/>
                  </a:lnTo>
                  <a:lnTo>
                    <a:pt x="2766170" y="2090519"/>
                  </a:lnTo>
                  <a:lnTo>
                    <a:pt x="2766506" y="2090278"/>
                  </a:lnTo>
                  <a:lnTo>
                    <a:pt x="2766843" y="2089928"/>
                  </a:lnTo>
                  <a:lnTo>
                    <a:pt x="2767179" y="2089551"/>
                  </a:lnTo>
                  <a:lnTo>
                    <a:pt x="2767516" y="2089480"/>
                  </a:lnTo>
                  <a:lnTo>
                    <a:pt x="2767852" y="2089491"/>
                  </a:lnTo>
                  <a:lnTo>
                    <a:pt x="2768188" y="2089563"/>
                  </a:lnTo>
                  <a:lnTo>
                    <a:pt x="2768525" y="2090450"/>
                  </a:lnTo>
                  <a:lnTo>
                    <a:pt x="2768861" y="2091310"/>
                  </a:lnTo>
                  <a:lnTo>
                    <a:pt x="2769198" y="2092480"/>
                  </a:lnTo>
                  <a:lnTo>
                    <a:pt x="2769534" y="2093591"/>
                  </a:lnTo>
                  <a:lnTo>
                    <a:pt x="2769871" y="2094338"/>
                  </a:lnTo>
                  <a:lnTo>
                    <a:pt x="2770207" y="2095039"/>
                  </a:lnTo>
                  <a:lnTo>
                    <a:pt x="2770544" y="2095542"/>
                  </a:lnTo>
                  <a:lnTo>
                    <a:pt x="2770880" y="2096699"/>
                  </a:lnTo>
                  <a:lnTo>
                    <a:pt x="2771217" y="2098013"/>
                  </a:lnTo>
                  <a:lnTo>
                    <a:pt x="2771553" y="2100065"/>
                  </a:lnTo>
                  <a:lnTo>
                    <a:pt x="2771890" y="2102446"/>
                  </a:lnTo>
                  <a:lnTo>
                    <a:pt x="2772226" y="2105372"/>
                  </a:lnTo>
                  <a:lnTo>
                    <a:pt x="2772562" y="2108036"/>
                  </a:lnTo>
                  <a:lnTo>
                    <a:pt x="2772899" y="2110844"/>
                  </a:lnTo>
                  <a:lnTo>
                    <a:pt x="2773235" y="2113636"/>
                  </a:lnTo>
                  <a:lnTo>
                    <a:pt x="2773572" y="2116198"/>
                  </a:lnTo>
                  <a:lnTo>
                    <a:pt x="2773908" y="2118675"/>
                  </a:lnTo>
                  <a:lnTo>
                    <a:pt x="2774245" y="2121043"/>
                  </a:lnTo>
                  <a:lnTo>
                    <a:pt x="2774581" y="2123373"/>
                  </a:lnTo>
                  <a:lnTo>
                    <a:pt x="2774918" y="2125757"/>
                  </a:lnTo>
                  <a:lnTo>
                    <a:pt x="2775254" y="2128224"/>
                  </a:lnTo>
                  <a:lnTo>
                    <a:pt x="2775591" y="2130783"/>
                  </a:lnTo>
                  <a:lnTo>
                    <a:pt x="2775927" y="2132874"/>
                  </a:lnTo>
                  <a:lnTo>
                    <a:pt x="2776264" y="2134693"/>
                  </a:lnTo>
                  <a:lnTo>
                    <a:pt x="2776600" y="2135798"/>
                  </a:lnTo>
                  <a:lnTo>
                    <a:pt x="2776936" y="2136279"/>
                  </a:lnTo>
                  <a:lnTo>
                    <a:pt x="2777273" y="2136116"/>
                  </a:lnTo>
                  <a:lnTo>
                    <a:pt x="2777609" y="2135644"/>
                  </a:lnTo>
                  <a:lnTo>
                    <a:pt x="2777946" y="2135428"/>
                  </a:lnTo>
                  <a:lnTo>
                    <a:pt x="2778282" y="2135471"/>
                  </a:lnTo>
                  <a:lnTo>
                    <a:pt x="2778619" y="2135511"/>
                  </a:lnTo>
                  <a:lnTo>
                    <a:pt x="2778955" y="2135144"/>
                  </a:lnTo>
                  <a:lnTo>
                    <a:pt x="2779292" y="2135052"/>
                  </a:lnTo>
                  <a:lnTo>
                    <a:pt x="2779628" y="2135052"/>
                  </a:lnTo>
                  <a:lnTo>
                    <a:pt x="2779965" y="2134968"/>
                  </a:lnTo>
                  <a:lnTo>
                    <a:pt x="2780301" y="2134715"/>
                  </a:lnTo>
                  <a:lnTo>
                    <a:pt x="2780638" y="2134325"/>
                  </a:lnTo>
                  <a:lnTo>
                    <a:pt x="2780974" y="2134172"/>
                  </a:lnTo>
                  <a:lnTo>
                    <a:pt x="2781310" y="2134631"/>
                  </a:lnTo>
                  <a:lnTo>
                    <a:pt x="2781647" y="2135412"/>
                  </a:lnTo>
                  <a:lnTo>
                    <a:pt x="2781983" y="2136139"/>
                  </a:lnTo>
                  <a:lnTo>
                    <a:pt x="2782320" y="2136973"/>
                  </a:lnTo>
                  <a:lnTo>
                    <a:pt x="2782656" y="2137623"/>
                  </a:lnTo>
                  <a:lnTo>
                    <a:pt x="2782993" y="2138113"/>
                  </a:lnTo>
                  <a:lnTo>
                    <a:pt x="2783329" y="2138220"/>
                  </a:lnTo>
                  <a:lnTo>
                    <a:pt x="2783666" y="2138136"/>
                  </a:lnTo>
                  <a:lnTo>
                    <a:pt x="2784002" y="2137891"/>
                  </a:lnTo>
                  <a:lnTo>
                    <a:pt x="2784339" y="2137547"/>
                  </a:lnTo>
                  <a:lnTo>
                    <a:pt x="2784675" y="2137149"/>
                  </a:lnTo>
                  <a:lnTo>
                    <a:pt x="2785011" y="2136437"/>
                  </a:lnTo>
                  <a:lnTo>
                    <a:pt x="2785348" y="2136054"/>
                  </a:lnTo>
                  <a:lnTo>
                    <a:pt x="2785684" y="2135649"/>
                  </a:lnTo>
                  <a:lnTo>
                    <a:pt x="2786021" y="2135159"/>
                  </a:lnTo>
                  <a:lnTo>
                    <a:pt x="2786357" y="2135011"/>
                  </a:lnTo>
                  <a:lnTo>
                    <a:pt x="2786694" y="2134766"/>
                  </a:lnTo>
                  <a:lnTo>
                    <a:pt x="2787030" y="2134155"/>
                  </a:lnTo>
                  <a:lnTo>
                    <a:pt x="2787367" y="2133626"/>
                  </a:lnTo>
                  <a:lnTo>
                    <a:pt x="2787703" y="2132971"/>
                  </a:lnTo>
                  <a:lnTo>
                    <a:pt x="2788040" y="2132586"/>
                  </a:lnTo>
                  <a:lnTo>
                    <a:pt x="2788376" y="2132581"/>
                  </a:lnTo>
                  <a:lnTo>
                    <a:pt x="2788713" y="2132944"/>
                  </a:lnTo>
                  <a:lnTo>
                    <a:pt x="2789049" y="2133558"/>
                  </a:lnTo>
                  <a:lnTo>
                    <a:pt x="2789385" y="2134468"/>
                  </a:lnTo>
                  <a:lnTo>
                    <a:pt x="2789722" y="2135953"/>
                  </a:lnTo>
                  <a:lnTo>
                    <a:pt x="2790058" y="2138052"/>
                  </a:lnTo>
                  <a:lnTo>
                    <a:pt x="2790395" y="2139943"/>
                  </a:lnTo>
                  <a:lnTo>
                    <a:pt x="2790731" y="2141940"/>
                  </a:lnTo>
                  <a:lnTo>
                    <a:pt x="2791068" y="2143908"/>
                  </a:lnTo>
                  <a:lnTo>
                    <a:pt x="2791404" y="2145975"/>
                  </a:lnTo>
                  <a:lnTo>
                    <a:pt x="2791741" y="2147957"/>
                  </a:lnTo>
                  <a:lnTo>
                    <a:pt x="2792077" y="2150659"/>
                  </a:lnTo>
                  <a:lnTo>
                    <a:pt x="2792414" y="2153613"/>
                  </a:lnTo>
                  <a:lnTo>
                    <a:pt x="2792750" y="2156935"/>
                  </a:lnTo>
                  <a:lnTo>
                    <a:pt x="2793087" y="2160111"/>
                  </a:lnTo>
                  <a:lnTo>
                    <a:pt x="2793423" y="2162943"/>
                  </a:lnTo>
                  <a:lnTo>
                    <a:pt x="2793759" y="2165499"/>
                  </a:lnTo>
                  <a:lnTo>
                    <a:pt x="2794096" y="2167902"/>
                  </a:lnTo>
                  <a:lnTo>
                    <a:pt x="2794432" y="2169900"/>
                  </a:lnTo>
                  <a:lnTo>
                    <a:pt x="2794769" y="2171331"/>
                  </a:lnTo>
                  <a:lnTo>
                    <a:pt x="2795105" y="2172402"/>
                  </a:lnTo>
                  <a:lnTo>
                    <a:pt x="2795442" y="2173344"/>
                  </a:lnTo>
                  <a:lnTo>
                    <a:pt x="2795778" y="2174109"/>
                  </a:lnTo>
                  <a:lnTo>
                    <a:pt x="2796115" y="2174989"/>
                  </a:lnTo>
                  <a:lnTo>
                    <a:pt x="2796451" y="2175686"/>
                  </a:lnTo>
                  <a:lnTo>
                    <a:pt x="2796788" y="2176298"/>
                  </a:lnTo>
                  <a:lnTo>
                    <a:pt x="2797124" y="2176803"/>
                  </a:lnTo>
                  <a:lnTo>
                    <a:pt x="2797461" y="2177285"/>
                  </a:lnTo>
                  <a:lnTo>
                    <a:pt x="2797797" y="2177421"/>
                  </a:lnTo>
                  <a:lnTo>
                    <a:pt x="2798133" y="2177355"/>
                  </a:lnTo>
                  <a:lnTo>
                    <a:pt x="2798470" y="2176970"/>
                  </a:lnTo>
                  <a:lnTo>
                    <a:pt x="2798806" y="2176256"/>
                  </a:lnTo>
                  <a:lnTo>
                    <a:pt x="2799143" y="2175483"/>
                  </a:lnTo>
                  <a:lnTo>
                    <a:pt x="2799479" y="2174715"/>
                  </a:lnTo>
                  <a:lnTo>
                    <a:pt x="2799816" y="2173976"/>
                  </a:lnTo>
                  <a:lnTo>
                    <a:pt x="2800152" y="2173330"/>
                  </a:lnTo>
                  <a:lnTo>
                    <a:pt x="2800489" y="2172836"/>
                  </a:lnTo>
                  <a:lnTo>
                    <a:pt x="2800825" y="2172663"/>
                  </a:lnTo>
                  <a:lnTo>
                    <a:pt x="2801162" y="2172659"/>
                  </a:lnTo>
                  <a:lnTo>
                    <a:pt x="2801498" y="2172625"/>
                  </a:lnTo>
                  <a:lnTo>
                    <a:pt x="2801835" y="2172514"/>
                  </a:lnTo>
                  <a:lnTo>
                    <a:pt x="2802171" y="2172540"/>
                  </a:lnTo>
                  <a:lnTo>
                    <a:pt x="2802507" y="2172522"/>
                  </a:lnTo>
                  <a:lnTo>
                    <a:pt x="2802844" y="2173233"/>
                  </a:lnTo>
                  <a:lnTo>
                    <a:pt x="2803180" y="2174371"/>
                  </a:lnTo>
                  <a:lnTo>
                    <a:pt x="2803517" y="2175887"/>
                  </a:lnTo>
                  <a:lnTo>
                    <a:pt x="2803853" y="2177561"/>
                  </a:lnTo>
                  <a:lnTo>
                    <a:pt x="2804190" y="2179383"/>
                  </a:lnTo>
                  <a:lnTo>
                    <a:pt x="2804526" y="2181498"/>
                  </a:lnTo>
                  <a:lnTo>
                    <a:pt x="2804863" y="2184425"/>
                  </a:lnTo>
                  <a:lnTo>
                    <a:pt x="2805199" y="2187846"/>
                  </a:lnTo>
                  <a:lnTo>
                    <a:pt x="2805536" y="2191397"/>
                  </a:lnTo>
                  <a:lnTo>
                    <a:pt x="2805872" y="2194757"/>
                  </a:lnTo>
                  <a:lnTo>
                    <a:pt x="2806209" y="2198079"/>
                  </a:lnTo>
                  <a:lnTo>
                    <a:pt x="2806545" y="2201194"/>
                  </a:lnTo>
                  <a:lnTo>
                    <a:pt x="2806881" y="2204255"/>
                  </a:lnTo>
                  <a:lnTo>
                    <a:pt x="2807218" y="2207079"/>
                  </a:lnTo>
                  <a:lnTo>
                    <a:pt x="2807554" y="2209478"/>
                  </a:lnTo>
                  <a:lnTo>
                    <a:pt x="2807891" y="2211365"/>
                  </a:lnTo>
                  <a:lnTo>
                    <a:pt x="2808227" y="2212510"/>
                  </a:lnTo>
                  <a:lnTo>
                    <a:pt x="2808564" y="2213227"/>
                  </a:lnTo>
                  <a:lnTo>
                    <a:pt x="2808900" y="2213862"/>
                  </a:lnTo>
                  <a:lnTo>
                    <a:pt x="2809237" y="2214561"/>
                  </a:lnTo>
                  <a:lnTo>
                    <a:pt x="2809573" y="2214885"/>
                  </a:lnTo>
                  <a:lnTo>
                    <a:pt x="2809910" y="2214446"/>
                  </a:lnTo>
                  <a:lnTo>
                    <a:pt x="2810246" y="2213614"/>
                  </a:lnTo>
                  <a:lnTo>
                    <a:pt x="2810583" y="2212324"/>
                  </a:lnTo>
                  <a:lnTo>
                    <a:pt x="2810919" y="2210929"/>
                  </a:lnTo>
                  <a:lnTo>
                    <a:pt x="2811255" y="2209299"/>
                  </a:lnTo>
                  <a:lnTo>
                    <a:pt x="2811592" y="2207462"/>
                  </a:lnTo>
                  <a:lnTo>
                    <a:pt x="2811928" y="2205431"/>
                  </a:lnTo>
                  <a:lnTo>
                    <a:pt x="2812265" y="2203354"/>
                  </a:lnTo>
                  <a:lnTo>
                    <a:pt x="2812601" y="2200764"/>
                  </a:lnTo>
                  <a:lnTo>
                    <a:pt x="2812938" y="2198144"/>
                  </a:lnTo>
                  <a:lnTo>
                    <a:pt x="2813274" y="2195870"/>
                  </a:lnTo>
                  <a:lnTo>
                    <a:pt x="2813611" y="2194049"/>
                  </a:lnTo>
                  <a:lnTo>
                    <a:pt x="2813947" y="2192136"/>
                  </a:lnTo>
                  <a:lnTo>
                    <a:pt x="2814284" y="2190207"/>
                  </a:lnTo>
                  <a:lnTo>
                    <a:pt x="2814620" y="2188600"/>
                  </a:lnTo>
                  <a:lnTo>
                    <a:pt x="2814957" y="2187699"/>
                  </a:lnTo>
                  <a:lnTo>
                    <a:pt x="2815293" y="2186925"/>
                  </a:lnTo>
                  <a:lnTo>
                    <a:pt x="2815629" y="2186512"/>
                  </a:lnTo>
                  <a:lnTo>
                    <a:pt x="2815966" y="2186367"/>
                  </a:lnTo>
                  <a:lnTo>
                    <a:pt x="2816302" y="2186247"/>
                  </a:lnTo>
                  <a:lnTo>
                    <a:pt x="2816639" y="2186421"/>
                  </a:lnTo>
                  <a:lnTo>
                    <a:pt x="2816975" y="2187081"/>
                  </a:lnTo>
                  <a:lnTo>
                    <a:pt x="2817312" y="2188077"/>
                  </a:lnTo>
                  <a:lnTo>
                    <a:pt x="2817648" y="2189373"/>
                  </a:lnTo>
                  <a:lnTo>
                    <a:pt x="2817985" y="2190883"/>
                  </a:lnTo>
                  <a:lnTo>
                    <a:pt x="2818321" y="2192730"/>
                  </a:lnTo>
                  <a:lnTo>
                    <a:pt x="2818658" y="2194702"/>
                  </a:lnTo>
                  <a:lnTo>
                    <a:pt x="2818994" y="2196951"/>
                  </a:lnTo>
                  <a:lnTo>
                    <a:pt x="2819330" y="2199271"/>
                  </a:lnTo>
                  <a:lnTo>
                    <a:pt x="2819667" y="2201607"/>
                  </a:lnTo>
                  <a:lnTo>
                    <a:pt x="2820003" y="2203844"/>
                  </a:lnTo>
                  <a:lnTo>
                    <a:pt x="2820340" y="2206012"/>
                  </a:lnTo>
                  <a:lnTo>
                    <a:pt x="2820676" y="2208011"/>
                  </a:lnTo>
                  <a:lnTo>
                    <a:pt x="2821013" y="2209656"/>
                  </a:lnTo>
                  <a:lnTo>
                    <a:pt x="2821349" y="2211340"/>
                  </a:lnTo>
                  <a:lnTo>
                    <a:pt x="2821686" y="2213108"/>
                  </a:lnTo>
                  <a:lnTo>
                    <a:pt x="2822022" y="2214692"/>
                  </a:lnTo>
                  <a:lnTo>
                    <a:pt x="2822359" y="2216475"/>
                  </a:lnTo>
                  <a:lnTo>
                    <a:pt x="2822695" y="2218547"/>
                  </a:lnTo>
                  <a:lnTo>
                    <a:pt x="2823032" y="2220696"/>
                  </a:lnTo>
                  <a:lnTo>
                    <a:pt x="2823368" y="2223225"/>
                  </a:lnTo>
                  <a:lnTo>
                    <a:pt x="2823704" y="2225789"/>
                  </a:lnTo>
                  <a:lnTo>
                    <a:pt x="2824041" y="2228665"/>
                  </a:lnTo>
                  <a:lnTo>
                    <a:pt x="2824377" y="2231874"/>
                  </a:lnTo>
                  <a:lnTo>
                    <a:pt x="2824714" y="2235604"/>
                  </a:lnTo>
                  <a:lnTo>
                    <a:pt x="2825050" y="2239943"/>
                  </a:lnTo>
                  <a:lnTo>
                    <a:pt x="2825387" y="2244398"/>
                  </a:lnTo>
                  <a:lnTo>
                    <a:pt x="2825723" y="2248950"/>
                  </a:lnTo>
                  <a:lnTo>
                    <a:pt x="2826060" y="2253520"/>
                  </a:lnTo>
                  <a:lnTo>
                    <a:pt x="2826396" y="2257303"/>
                  </a:lnTo>
                  <a:lnTo>
                    <a:pt x="2826733" y="2260872"/>
                  </a:lnTo>
                  <a:lnTo>
                    <a:pt x="2827069" y="2264573"/>
                  </a:lnTo>
                  <a:lnTo>
                    <a:pt x="2827406" y="2268101"/>
                  </a:lnTo>
                  <a:lnTo>
                    <a:pt x="2827742" y="2271180"/>
                  </a:lnTo>
                  <a:lnTo>
                    <a:pt x="2828078" y="2274056"/>
                  </a:lnTo>
                  <a:lnTo>
                    <a:pt x="2828415" y="2276348"/>
                  </a:lnTo>
                  <a:lnTo>
                    <a:pt x="2828751" y="2278785"/>
                  </a:lnTo>
                  <a:lnTo>
                    <a:pt x="2829088" y="2280751"/>
                  </a:lnTo>
                  <a:lnTo>
                    <a:pt x="2829424" y="2282221"/>
                  </a:lnTo>
                  <a:lnTo>
                    <a:pt x="2829761" y="2283120"/>
                  </a:lnTo>
                  <a:lnTo>
                    <a:pt x="2830097" y="2283585"/>
                  </a:lnTo>
                  <a:lnTo>
                    <a:pt x="2830434" y="2283854"/>
                  </a:lnTo>
                  <a:lnTo>
                    <a:pt x="2830770" y="2284212"/>
                  </a:lnTo>
                  <a:lnTo>
                    <a:pt x="2831107" y="2284813"/>
                  </a:lnTo>
                  <a:lnTo>
                    <a:pt x="2831443" y="2285974"/>
                  </a:lnTo>
                  <a:lnTo>
                    <a:pt x="2831780" y="2287402"/>
                  </a:lnTo>
                  <a:lnTo>
                    <a:pt x="2832116" y="2288600"/>
                  </a:lnTo>
                  <a:lnTo>
                    <a:pt x="2832452" y="2289594"/>
                  </a:lnTo>
                  <a:lnTo>
                    <a:pt x="2832789" y="2290172"/>
                  </a:lnTo>
                  <a:lnTo>
                    <a:pt x="2833125" y="2290825"/>
                  </a:lnTo>
                  <a:lnTo>
                    <a:pt x="2833462" y="2291419"/>
                  </a:lnTo>
                  <a:lnTo>
                    <a:pt x="2833798" y="2291978"/>
                  </a:lnTo>
                  <a:lnTo>
                    <a:pt x="2834135" y="2292519"/>
                  </a:lnTo>
                  <a:lnTo>
                    <a:pt x="2834471" y="2293045"/>
                  </a:lnTo>
                  <a:lnTo>
                    <a:pt x="2834808" y="2293576"/>
                  </a:lnTo>
                  <a:lnTo>
                    <a:pt x="2835144" y="2294102"/>
                  </a:lnTo>
                  <a:lnTo>
                    <a:pt x="2835481" y="2294321"/>
                  </a:lnTo>
                  <a:lnTo>
                    <a:pt x="2835817" y="2294283"/>
                  </a:lnTo>
                  <a:lnTo>
                    <a:pt x="2836154" y="2293878"/>
                  </a:lnTo>
                  <a:lnTo>
                    <a:pt x="2836490" y="2293136"/>
                  </a:lnTo>
                  <a:lnTo>
                    <a:pt x="2836826" y="2292169"/>
                  </a:lnTo>
                  <a:lnTo>
                    <a:pt x="2837163" y="2291404"/>
                  </a:lnTo>
                  <a:lnTo>
                    <a:pt x="2837499" y="2290516"/>
                  </a:lnTo>
                  <a:lnTo>
                    <a:pt x="2837836" y="2289682"/>
                  </a:lnTo>
                  <a:lnTo>
                    <a:pt x="2838172" y="2288526"/>
                  </a:lnTo>
                  <a:lnTo>
                    <a:pt x="2838509" y="2287508"/>
                  </a:lnTo>
                  <a:lnTo>
                    <a:pt x="2838845" y="2286452"/>
                  </a:lnTo>
                  <a:lnTo>
                    <a:pt x="2839182" y="2285365"/>
                  </a:lnTo>
                  <a:lnTo>
                    <a:pt x="2839518" y="2284294"/>
                  </a:lnTo>
                  <a:lnTo>
                    <a:pt x="2839855" y="2283146"/>
                  </a:lnTo>
                  <a:lnTo>
                    <a:pt x="2840191" y="2282020"/>
                  </a:lnTo>
                  <a:lnTo>
                    <a:pt x="2840528" y="2281092"/>
                  </a:lnTo>
                  <a:lnTo>
                    <a:pt x="2840864" y="2280478"/>
                  </a:lnTo>
                  <a:lnTo>
                    <a:pt x="2841200" y="2280187"/>
                  </a:lnTo>
                  <a:lnTo>
                    <a:pt x="2841537" y="2279820"/>
                  </a:lnTo>
                  <a:lnTo>
                    <a:pt x="2841873" y="2279436"/>
                  </a:lnTo>
                  <a:lnTo>
                    <a:pt x="2842210" y="2278953"/>
                  </a:lnTo>
                  <a:lnTo>
                    <a:pt x="2842546" y="2278714"/>
                  </a:lnTo>
                  <a:lnTo>
                    <a:pt x="2842883" y="2278647"/>
                  </a:lnTo>
                  <a:lnTo>
                    <a:pt x="2843219" y="2278755"/>
                  </a:lnTo>
                  <a:lnTo>
                    <a:pt x="2843556" y="2279260"/>
                  </a:lnTo>
                  <a:lnTo>
                    <a:pt x="2843892" y="2280113"/>
                  </a:lnTo>
                  <a:lnTo>
                    <a:pt x="2844229" y="2281030"/>
                  </a:lnTo>
                  <a:lnTo>
                    <a:pt x="2844565" y="2282013"/>
                  </a:lnTo>
                  <a:lnTo>
                    <a:pt x="2844902" y="2283073"/>
                  </a:lnTo>
                  <a:lnTo>
                    <a:pt x="2845238" y="2284115"/>
                  </a:lnTo>
                  <a:lnTo>
                    <a:pt x="2845574" y="2285036"/>
                  </a:lnTo>
                  <a:lnTo>
                    <a:pt x="2845911" y="2285746"/>
                  </a:lnTo>
                  <a:lnTo>
                    <a:pt x="2846247" y="2286672"/>
                  </a:lnTo>
                  <a:lnTo>
                    <a:pt x="2846584" y="2287346"/>
                  </a:lnTo>
                  <a:lnTo>
                    <a:pt x="2846920" y="2287576"/>
                  </a:lnTo>
                  <a:lnTo>
                    <a:pt x="2847257" y="2287621"/>
                  </a:lnTo>
                  <a:lnTo>
                    <a:pt x="2847593" y="2287415"/>
                  </a:lnTo>
                  <a:lnTo>
                    <a:pt x="2847930" y="2287162"/>
                  </a:lnTo>
                  <a:lnTo>
                    <a:pt x="2848266" y="2286680"/>
                  </a:lnTo>
                  <a:lnTo>
                    <a:pt x="2848603" y="2285333"/>
                  </a:lnTo>
                  <a:lnTo>
                    <a:pt x="2848939" y="2283313"/>
                  </a:lnTo>
                  <a:lnTo>
                    <a:pt x="2849275" y="2281238"/>
                  </a:lnTo>
                  <a:lnTo>
                    <a:pt x="2849612" y="2279272"/>
                  </a:lnTo>
                  <a:lnTo>
                    <a:pt x="2849948" y="2277358"/>
                  </a:lnTo>
                  <a:lnTo>
                    <a:pt x="2850285" y="2275631"/>
                  </a:lnTo>
                  <a:lnTo>
                    <a:pt x="2850621" y="2273928"/>
                  </a:lnTo>
                  <a:lnTo>
                    <a:pt x="2850958" y="2272434"/>
                  </a:lnTo>
                  <a:lnTo>
                    <a:pt x="2851294" y="2271416"/>
                  </a:lnTo>
                  <a:lnTo>
                    <a:pt x="2851631" y="2270326"/>
                  </a:lnTo>
                  <a:lnTo>
                    <a:pt x="2851967" y="2270026"/>
                  </a:lnTo>
                  <a:lnTo>
                    <a:pt x="2852304" y="2270211"/>
                  </a:lnTo>
                  <a:lnTo>
                    <a:pt x="2852640" y="2270508"/>
                  </a:lnTo>
                  <a:lnTo>
                    <a:pt x="2852977" y="2270960"/>
                  </a:lnTo>
                  <a:lnTo>
                    <a:pt x="2853313" y="2271491"/>
                  </a:lnTo>
                  <a:lnTo>
                    <a:pt x="2853649" y="2271820"/>
                  </a:lnTo>
                  <a:lnTo>
                    <a:pt x="2853986" y="2272310"/>
                  </a:lnTo>
                  <a:lnTo>
                    <a:pt x="2854322" y="2273237"/>
                  </a:lnTo>
                  <a:lnTo>
                    <a:pt x="2854659" y="2274397"/>
                  </a:lnTo>
                  <a:lnTo>
                    <a:pt x="2854995" y="2275927"/>
                  </a:lnTo>
                  <a:lnTo>
                    <a:pt x="2855332" y="2277706"/>
                  </a:lnTo>
                  <a:lnTo>
                    <a:pt x="2855668" y="2279528"/>
                  </a:lnTo>
                  <a:lnTo>
                    <a:pt x="2856005" y="2281120"/>
                  </a:lnTo>
                  <a:lnTo>
                    <a:pt x="2856341" y="2283026"/>
                  </a:lnTo>
                  <a:lnTo>
                    <a:pt x="2856678" y="2284978"/>
                  </a:lnTo>
                  <a:lnTo>
                    <a:pt x="2857014" y="2286573"/>
                  </a:lnTo>
                  <a:lnTo>
                    <a:pt x="2857351" y="2287855"/>
                  </a:lnTo>
                  <a:lnTo>
                    <a:pt x="2857687" y="2288751"/>
                  </a:lnTo>
                  <a:lnTo>
                    <a:pt x="2858023" y="2289586"/>
                  </a:lnTo>
                  <a:lnTo>
                    <a:pt x="2858360" y="2290840"/>
                  </a:lnTo>
                  <a:lnTo>
                    <a:pt x="2858696" y="2292265"/>
                  </a:lnTo>
                  <a:lnTo>
                    <a:pt x="2859033" y="2293969"/>
                  </a:lnTo>
                  <a:lnTo>
                    <a:pt x="2859369" y="2294730"/>
                  </a:lnTo>
                  <a:lnTo>
                    <a:pt x="2859706" y="2294613"/>
                  </a:lnTo>
                  <a:lnTo>
                    <a:pt x="2860042" y="2293438"/>
                  </a:lnTo>
                  <a:lnTo>
                    <a:pt x="2860379" y="2291875"/>
                  </a:lnTo>
                  <a:lnTo>
                    <a:pt x="2860715" y="2290154"/>
                  </a:lnTo>
                  <a:lnTo>
                    <a:pt x="2861052" y="2288319"/>
                  </a:lnTo>
                  <a:lnTo>
                    <a:pt x="2861388" y="2286396"/>
                  </a:lnTo>
                  <a:lnTo>
                    <a:pt x="2861725" y="2284312"/>
                  </a:lnTo>
                  <a:lnTo>
                    <a:pt x="2862061" y="2282523"/>
                  </a:lnTo>
                  <a:lnTo>
                    <a:pt x="2862397" y="2280401"/>
                  </a:lnTo>
                  <a:lnTo>
                    <a:pt x="2862734" y="2278271"/>
                  </a:lnTo>
                  <a:lnTo>
                    <a:pt x="2863070" y="2275855"/>
                  </a:lnTo>
                  <a:lnTo>
                    <a:pt x="2863407" y="2273624"/>
                  </a:lnTo>
                  <a:lnTo>
                    <a:pt x="2863743" y="2271247"/>
                  </a:lnTo>
                  <a:lnTo>
                    <a:pt x="2864080" y="2268937"/>
                  </a:lnTo>
                  <a:lnTo>
                    <a:pt x="2864416" y="2266875"/>
                  </a:lnTo>
                  <a:lnTo>
                    <a:pt x="2864753" y="2264910"/>
                  </a:lnTo>
                  <a:lnTo>
                    <a:pt x="2865089" y="2263704"/>
                  </a:lnTo>
                  <a:lnTo>
                    <a:pt x="2865426" y="2262587"/>
                  </a:lnTo>
                  <a:lnTo>
                    <a:pt x="2865762" y="2261639"/>
                  </a:lnTo>
                  <a:lnTo>
                    <a:pt x="2866099" y="2260901"/>
                  </a:lnTo>
                  <a:lnTo>
                    <a:pt x="2866435" y="2260254"/>
                  </a:lnTo>
                  <a:lnTo>
                    <a:pt x="2866771" y="2260042"/>
                  </a:lnTo>
                  <a:lnTo>
                    <a:pt x="2867108" y="2259747"/>
                  </a:lnTo>
                  <a:lnTo>
                    <a:pt x="2867444" y="2259629"/>
                  </a:lnTo>
                  <a:lnTo>
                    <a:pt x="2867781" y="2259464"/>
                  </a:lnTo>
                  <a:lnTo>
                    <a:pt x="2868117" y="2259166"/>
                  </a:lnTo>
                  <a:lnTo>
                    <a:pt x="2868454" y="2258817"/>
                  </a:lnTo>
                  <a:lnTo>
                    <a:pt x="2868790" y="2258495"/>
                  </a:lnTo>
                  <a:lnTo>
                    <a:pt x="2869127" y="2258110"/>
                  </a:lnTo>
                  <a:lnTo>
                    <a:pt x="2869463" y="2257591"/>
                  </a:lnTo>
                  <a:lnTo>
                    <a:pt x="2869800" y="2257318"/>
                  </a:lnTo>
                  <a:lnTo>
                    <a:pt x="2870136" y="2256403"/>
                  </a:lnTo>
                  <a:lnTo>
                    <a:pt x="2870473" y="2255452"/>
                  </a:lnTo>
                  <a:lnTo>
                    <a:pt x="2870809" y="2254281"/>
                  </a:lnTo>
                  <a:lnTo>
                    <a:pt x="2871145" y="2252982"/>
                  </a:lnTo>
                  <a:lnTo>
                    <a:pt x="2871482" y="2251757"/>
                  </a:lnTo>
                  <a:lnTo>
                    <a:pt x="2871818" y="2249917"/>
                  </a:lnTo>
                  <a:lnTo>
                    <a:pt x="2872155" y="2247633"/>
                  </a:lnTo>
                  <a:lnTo>
                    <a:pt x="2872491" y="2245268"/>
                  </a:lnTo>
                  <a:lnTo>
                    <a:pt x="2872828" y="2243340"/>
                  </a:lnTo>
                  <a:lnTo>
                    <a:pt x="2873164" y="2241924"/>
                  </a:lnTo>
                  <a:lnTo>
                    <a:pt x="2873501" y="2241021"/>
                  </a:lnTo>
                  <a:lnTo>
                    <a:pt x="2873837" y="2240485"/>
                  </a:lnTo>
                  <a:lnTo>
                    <a:pt x="2874174" y="2239956"/>
                  </a:lnTo>
                  <a:lnTo>
                    <a:pt x="2874510" y="2239385"/>
                  </a:lnTo>
                  <a:lnTo>
                    <a:pt x="2874847" y="2238474"/>
                  </a:lnTo>
                  <a:lnTo>
                    <a:pt x="2875183" y="2238041"/>
                  </a:lnTo>
                  <a:lnTo>
                    <a:pt x="2875519" y="2237958"/>
                  </a:lnTo>
                  <a:lnTo>
                    <a:pt x="2875856" y="2238350"/>
                  </a:lnTo>
                  <a:lnTo>
                    <a:pt x="2876192" y="2238773"/>
                  </a:lnTo>
                  <a:lnTo>
                    <a:pt x="2876529" y="2239108"/>
                  </a:lnTo>
                  <a:lnTo>
                    <a:pt x="2876865" y="2239678"/>
                  </a:lnTo>
                  <a:lnTo>
                    <a:pt x="2877202" y="2240502"/>
                  </a:lnTo>
                  <a:lnTo>
                    <a:pt x="2877538" y="2241299"/>
                  </a:lnTo>
                  <a:lnTo>
                    <a:pt x="2877875" y="2242242"/>
                  </a:lnTo>
                  <a:lnTo>
                    <a:pt x="2878211" y="2243060"/>
                  </a:lnTo>
                  <a:lnTo>
                    <a:pt x="2878548" y="2243820"/>
                  </a:lnTo>
                  <a:lnTo>
                    <a:pt x="2878884" y="2244604"/>
                  </a:lnTo>
                  <a:lnTo>
                    <a:pt x="2879221" y="2245771"/>
                  </a:lnTo>
                  <a:lnTo>
                    <a:pt x="2879557" y="2246908"/>
                  </a:lnTo>
                  <a:lnTo>
                    <a:pt x="2879893" y="2248606"/>
                  </a:lnTo>
                  <a:lnTo>
                    <a:pt x="2880230" y="2250240"/>
                  </a:lnTo>
                  <a:lnTo>
                    <a:pt x="2880566" y="2251543"/>
                  </a:lnTo>
                  <a:lnTo>
                    <a:pt x="2880903" y="2252775"/>
                  </a:lnTo>
                  <a:lnTo>
                    <a:pt x="2881239" y="2254240"/>
                  </a:lnTo>
                  <a:lnTo>
                    <a:pt x="2881576" y="2255578"/>
                  </a:lnTo>
                  <a:lnTo>
                    <a:pt x="2881912" y="2256756"/>
                  </a:lnTo>
                  <a:lnTo>
                    <a:pt x="2882249" y="2257395"/>
                  </a:lnTo>
                  <a:lnTo>
                    <a:pt x="2882585" y="2257764"/>
                  </a:lnTo>
                  <a:lnTo>
                    <a:pt x="2882922" y="2258075"/>
                  </a:lnTo>
                  <a:lnTo>
                    <a:pt x="2883258" y="2258251"/>
                  </a:lnTo>
                  <a:lnTo>
                    <a:pt x="2883594" y="2258708"/>
                  </a:lnTo>
                  <a:lnTo>
                    <a:pt x="2883931" y="2259001"/>
                  </a:lnTo>
                  <a:lnTo>
                    <a:pt x="2884267" y="2258833"/>
                  </a:lnTo>
                  <a:lnTo>
                    <a:pt x="2884604" y="2258349"/>
                  </a:lnTo>
                  <a:lnTo>
                    <a:pt x="2884940" y="2257561"/>
                  </a:lnTo>
                  <a:lnTo>
                    <a:pt x="2885277" y="2256714"/>
                  </a:lnTo>
                  <a:lnTo>
                    <a:pt x="2885613" y="2255597"/>
                  </a:lnTo>
                  <a:lnTo>
                    <a:pt x="2885950" y="2254367"/>
                  </a:lnTo>
                  <a:lnTo>
                    <a:pt x="2886286" y="2252793"/>
                  </a:lnTo>
                  <a:lnTo>
                    <a:pt x="2886623" y="2251178"/>
                  </a:lnTo>
                  <a:lnTo>
                    <a:pt x="2886959" y="2249580"/>
                  </a:lnTo>
                  <a:lnTo>
                    <a:pt x="2887296" y="2248134"/>
                  </a:lnTo>
                  <a:lnTo>
                    <a:pt x="2887632" y="2246839"/>
                  </a:lnTo>
                  <a:lnTo>
                    <a:pt x="2887968" y="2245779"/>
                  </a:lnTo>
                  <a:lnTo>
                    <a:pt x="2888305" y="2244896"/>
                  </a:lnTo>
                  <a:lnTo>
                    <a:pt x="2888641" y="2243920"/>
                  </a:lnTo>
                  <a:lnTo>
                    <a:pt x="2888978" y="2242619"/>
                  </a:lnTo>
                  <a:lnTo>
                    <a:pt x="2889314" y="2241548"/>
                  </a:lnTo>
                  <a:lnTo>
                    <a:pt x="2889651" y="2240813"/>
                  </a:lnTo>
                  <a:lnTo>
                    <a:pt x="2889987" y="2240270"/>
                  </a:lnTo>
                  <a:lnTo>
                    <a:pt x="2890324" y="2239818"/>
                  </a:lnTo>
                  <a:lnTo>
                    <a:pt x="2890660" y="2239596"/>
                  </a:lnTo>
                  <a:lnTo>
                    <a:pt x="2890997" y="2239481"/>
                  </a:lnTo>
                  <a:lnTo>
                    <a:pt x="2891333" y="2239474"/>
                  </a:lnTo>
                  <a:lnTo>
                    <a:pt x="2891670" y="2239321"/>
                  </a:lnTo>
                  <a:lnTo>
                    <a:pt x="2892006" y="2239267"/>
                  </a:lnTo>
                  <a:lnTo>
                    <a:pt x="2892342" y="2239152"/>
                  </a:lnTo>
                  <a:lnTo>
                    <a:pt x="2892679" y="2238846"/>
                  </a:lnTo>
                  <a:lnTo>
                    <a:pt x="2893015" y="2238486"/>
                  </a:lnTo>
                  <a:lnTo>
                    <a:pt x="2893352" y="2238234"/>
                  </a:lnTo>
                  <a:lnTo>
                    <a:pt x="2893688" y="2238371"/>
                  </a:lnTo>
                  <a:lnTo>
                    <a:pt x="2894025" y="2238647"/>
                  </a:lnTo>
                  <a:lnTo>
                    <a:pt x="2894361" y="2238716"/>
                  </a:lnTo>
                  <a:lnTo>
                    <a:pt x="2894698" y="2238563"/>
                  </a:lnTo>
                  <a:lnTo>
                    <a:pt x="2895034" y="2238165"/>
                  </a:lnTo>
                  <a:lnTo>
                    <a:pt x="2895371" y="2237399"/>
                  </a:lnTo>
                  <a:lnTo>
                    <a:pt x="2895707" y="2236473"/>
                  </a:lnTo>
                  <a:lnTo>
                    <a:pt x="2896044" y="2235126"/>
                  </a:lnTo>
                  <a:lnTo>
                    <a:pt x="2896380" y="2233910"/>
                  </a:lnTo>
                  <a:lnTo>
                    <a:pt x="2896716" y="2232838"/>
                  </a:lnTo>
                  <a:lnTo>
                    <a:pt x="2897053" y="2231682"/>
                  </a:lnTo>
                  <a:lnTo>
                    <a:pt x="2897389" y="2230465"/>
                  </a:lnTo>
                  <a:lnTo>
                    <a:pt x="2897726" y="2229302"/>
                  </a:lnTo>
                  <a:lnTo>
                    <a:pt x="2898062" y="2228078"/>
                  </a:lnTo>
                  <a:lnTo>
                    <a:pt x="2898399" y="2226919"/>
                  </a:lnTo>
                  <a:lnTo>
                    <a:pt x="2898735" y="2225239"/>
                  </a:lnTo>
                  <a:lnTo>
                    <a:pt x="2899072" y="2223237"/>
                  </a:lnTo>
                  <a:lnTo>
                    <a:pt x="2899408" y="2221377"/>
                  </a:lnTo>
                  <a:lnTo>
                    <a:pt x="2899745" y="2219693"/>
                  </a:lnTo>
                  <a:lnTo>
                    <a:pt x="2900081" y="2218478"/>
                  </a:lnTo>
                  <a:lnTo>
                    <a:pt x="2900418" y="2217693"/>
                  </a:lnTo>
                  <a:lnTo>
                    <a:pt x="2900754" y="2217304"/>
                  </a:lnTo>
                  <a:lnTo>
                    <a:pt x="2901090" y="2217496"/>
                  </a:lnTo>
                  <a:lnTo>
                    <a:pt x="2901427" y="2217983"/>
                  </a:lnTo>
                  <a:lnTo>
                    <a:pt x="2901763" y="2218430"/>
                  </a:lnTo>
                  <a:lnTo>
                    <a:pt x="2902100" y="2218910"/>
                  </a:lnTo>
                  <a:lnTo>
                    <a:pt x="2902436" y="2219357"/>
                  </a:lnTo>
                  <a:lnTo>
                    <a:pt x="2902773" y="2219878"/>
                  </a:lnTo>
                  <a:lnTo>
                    <a:pt x="2903109" y="2220341"/>
                  </a:lnTo>
                  <a:lnTo>
                    <a:pt x="2903446" y="2221069"/>
                  </a:lnTo>
                  <a:lnTo>
                    <a:pt x="2903782" y="2221835"/>
                  </a:lnTo>
                  <a:lnTo>
                    <a:pt x="2904119" y="2222697"/>
                  </a:lnTo>
                  <a:lnTo>
                    <a:pt x="2904455" y="2223426"/>
                  </a:lnTo>
                  <a:lnTo>
                    <a:pt x="2904792" y="2224171"/>
                  </a:lnTo>
                  <a:lnTo>
                    <a:pt x="2905128" y="2224580"/>
                  </a:lnTo>
                  <a:lnTo>
                    <a:pt x="2905464" y="2224422"/>
                  </a:lnTo>
                  <a:lnTo>
                    <a:pt x="2905801" y="2223660"/>
                  </a:lnTo>
                  <a:lnTo>
                    <a:pt x="2906137" y="2222400"/>
                  </a:lnTo>
                  <a:lnTo>
                    <a:pt x="2906474" y="2220778"/>
                  </a:lnTo>
                  <a:lnTo>
                    <a:pt x="2906810" y="2219174"/>
                  </a:lnTo>
                  <a:lnTo>
                    <a:pt x="2907147" y="2217556"/>
                  </a:lnTo>
                  <a:lnTo>
                    <a:pt x="2907483" y="2215695"/>
                  </a:lnTo>
                  <a:lnTo>
                    <a:pt x="2907820" y="2213154"/>
                  </a:lnTo>
                  <a:lnTo>
                    <a:pt x="2908156" y="2210552"/>
                  </a:lnTo>
                  <a:lnTo>
                    <a:pt x="2908493" y="2207835"/>
                  </a:lnTo>
                  <a:lnTo>
                    <a:pt x="2908829" y="2205194"/>
                  </a:lnTo>
                  <a:lnTo>
                    <a:pt x="2909166" y="2202454"/>
                  </a:lnTo>
                  <a:lnTo>
                    <a:pt x="2909502" y="2199852"/>
                  </a:lnTo>
                  <a:lnTo>
                    <a:pt x="2909838" y="2197304"/>
                  </a:lnTo>
                  <a:lnTo>
                    <a:pt x="2910175" y="2194939"/>
                  </a:lnTo>
                  <a:lnTo>
                    <a:pt x="2910511" y="2193094"/>
                  </a:lnTo>
                  <a:lnTo>
                    <a:pt x="2910848" y="2191701"/>
                  </a:lnTo>
                  <a:lnTo>
                    <a:pt x="2911184" y="2190561"/>
                  </a:lnTo>
                  <a:lnTo>
                    <a:pt x="2911521" y="2189828"/>
                  </a:lnTo>
                  <a:lnTo>
                    <a:pt x="2911857" y="2189164"/>
                  </a:lnTo>
                  <a:lnTo>
                    <a:pt x="2912194" y="2188685"/>
                  </a:lnTo>
                  <a:lnTo>
                    <a:pt x="2912530" y="2188518"/>
                  </a:lnTo>
                  <a:lnTo>
                    <a:pt x="2912867" y="2188559"/>
                  </a:lnTo>
                  <a:lnTo>
                    <a:pt x="2913203" y="2188911"/>
                  </a:lnTo>
                  <a:lnTo>
                    <a:pt x="2913540" y="2189621"/>
                  </a:lnTo>
                  <a:lnTo>
                    <a:pt x="2913876" y="2190610"/>
                  </a:lnTo>
                  <a:lnTo>
                    <a:pt x="2914212" y="2191796"/>
                  </a:lnTo>
                  <a:lnTo>
                    <a:pt x="2914549" y="2192839"/>
                  </a:lnTo>
                  <a:lnTo>
                    <a:pt x="2914885" y="2193497"/>
                  </a:lnTo>
                  <a:lnTo>
                    <a:pt x="2915222" y="2193772"/>
                  </a:lnTo>
                  <a:lnTo>
                    <a:pt x="2915558" y="2194208"/>
                  </a:lnTo>
                  <a:lnTo>
                    <a:pt x="2915895" y="2194860"/>
                  </a:lnTo>
                  <a:lnTo>
                    <a:pt x="2916231" y="2195457"/>
                  </a:lnTo>
                  <a:lnTo>
                    <a:pt x="2916568" y="2195577"/>
                  </a:lnTo>
                  <a:lnTo>
                    <a:pt x="2916904" y="2195122"/>
                  </a:lnTo>
                  <a:lnTo>
                    <a:pt x="2917241" y="2193970"/>
                  </a:lnTo>
                  <a:lnTo>
                    <a:pt x="2917577" y="2192344"/>
                  </a:lnTo>
                  <a:lnTo>
                    <a:pt x="2917913" y="2190729"/>
                  </a:lnTo>
                  <a:lnTo>
                    <a:pt x="2918250" y="2188621"/>
                  </a:lnTo>
                  <a:lnTo>
                    <a:pt x="2918586" y="2186023"/>
                  </a:lnTo>
                  <a:lnTo>
                    <a:pt x="2918923" y="2183065"/>
                  </a:lnTo>
                  <a:lnTo>
                    <a:pt x="2919259" y="2179421"/>
                  </a:lnTo>
                  <a:lnTo>
                    <a:pt x="2919596" y="2175331"/>
                  </a:lnTo>
                  <a:lnTo>
                    <a:pt x="2919932" y="2170874"/>
                  </a:lnTo>
                  <a:lnTo>
                    <a:pt x="2920269" y="2166392"/>
                  </a:lnTo>
                  <a:lnTo>
                    <a:pt x="2920605" y="2162042"/>
                  </a:lnTo>
                  <a:lnTo>
                    <a:pt x="2920942" y="2157057"/>
                  </a:lnTo>
                  <a:lnTo>
                    <a:pt x="2921278" y="2152304"/>
                  </a:lnTo>
                  <a:lnTo>
                    <a:pt x="2921615" y="2147977"/>
                  </a:lnTo>
                  <a:lnTo>
                    <a:pt x="2921951" y="2144114"/>
                  </a:lnTo>
                  <a:lnTo>
                    <a:pt x="2922287" y="2140432"/>
                  </a:lnTo>
                  <a:lnTo>
                    <a:pt x="2922624" y="2135790"/>
                  </a:lnTo>
                  <a:lnTo>
                    <a:pt x="2922960" y="2131937"/>
                  </a:lnTo>
                  <a:lnTo>
                    <a:pt x="2923297" y="2127795"/>
                  </a:lnTo>
                  <a:lnTo>
                    <a:pt x="2923633" y="2124241"/>
                  </a:lnTo>
                  <a:lnTo>
                    <a:pt x="2923970" y="2120937"/>
                  </a:lnTo>
                  <a:lnTo>
                    <a:pt x="2924306" y="2118023"/>
                  </a:lnTo>
                  <a:lnTo>
                    <a:pt x="2924643" y="2115036"/>
                  </a:lnTo>
                  <a:lnTo>
                    <a:pt x="2924979" y="2112446"/>
                  </a:lnTo>
                  <a:lnTo>
                    <a:pt x="2925316" y="2110226"/>
                  </a:lnTo>
                  <a:lnTo>
                    <a:pt x="2925652" y="2107469"/>
                  </a:lnTo>
                  <a:lnTo>
                    <a:pt x="2925989" y="2104267"/>
                  </a:lnTo>
                  <a:lnTo>
                    <a:pt x="2926325" y="2100899"/>
                  </a:lnTo>
                  <a:lnTo>
                    <a:pt x="2926661" y="2097357"/>
                  </a:lnTo>
                  <a:lnTo>
                    <a:pt x="2926998" y="2093557"/>
                  </a:lnTo>
                  <a:lnTo>
                    <a:pt x="2927334" y="2089844"/>
                  </a:lnTo>
                  <a:lnTo>
                    <a:pt x="2927671" y="2086295"/>
                  </a:lnTo>
                  <a:lnTo>
                    <a:pt x="2928007" y="2082093"/>
                  </a:lnTo>
                  <a:lnTo>
                    <a:pt x="2928344" y="2077994"/>
                  </a:lnTo>
                  <a:lnTo>
                    <a:pt x="2928680" y="2073647"/>
                  </a:lnTo>
                  <a:lnTo>
                    <a:pt x="2929017" y="2069425"/>
                  </a:lnTo>
                  <a:lnTo>
                    <a:pt x="2929353" y="2065282"/>
                  </a:lnTo>
                  <a:lnTo>
                    <a:pt x="2929690" y="2061201"/>
                  </a:lnTo>
                  <a:lnTo>
                    <a:pt x="2930026" y="2057173"/>
                  </a:lnTo>
                  <a:lnTo>
                    <a:pt x="2930363" y="2053551"/>
                  </a:lnTo>
                  <a:lnTo>
                    <a:pt x="2930699" y="2049966"/>
                  </a:lnTo>
                  <a:lnTo>
                    <a:pt x="2931035" y="2046920"/>
                  </a:lnTo>
                  <a:lnTo>
                    <a:pt x="2931372" y="2044067"/>
                  </a:lnTo>
                  <a:lnTo>
                    <a:pt x="2931708" y="2041908"/>
                  </a:lnTo>
                  <a:lnTo>
                    <a:pt x="2932045" y="2040729"/>
                  </a:lnTo>
                  <a:lnTo>
                    <a:pt x="2932381" y="2039921"/>
                  </a:lnTo>
                  <a:lnTo>
                    <a:pt x="2932718" y="2039761"/>
                  </a:lnTo>
                  <a:lnTo>
                    <a:pt x="2933054" y="2039838"/>
                  </a:lnTo>
                  <a:lnTo>
                    <a:pt x="2933391" y="2039840"/>
                  </a:lnTo>
                  <a:lnTo>
                    <a:pt x="2933727" y="2040198"/>
                  </a:lnTo>
                  <a:lnTo>
                    <a:pt x="2934064" y="2040542"/>
                  </a:lnTo>
                  <a:lnTo>
                    <a:pt x="2934400" y="2040748"/>
                  </a:lnTo>
                  <a:lnTo>
                    <a:pt x="2934737" y="2040978"/>
                  </a:lnTo>
                  <a:lnTo>
                    <a:pt x="2935073" y="2041614"/>
                  </a:lnTo>
                  <a:lnTo>
                    <a:pt x="2935409" y="2042321"/>
                  </a:lnTo>
                  <a:lnTo>
                    <a:pt x="2935746" y="2042828"/>
                  </a:lnTo>
                  <a:lnTo>
                    <a:pt x="2936082" y="2043039"/>
                  </a:lnTo>
                  <a:lnTo>
                    <a:pt x="2936419" y="2043305"/>
                  </a:lnTo>
                  <a:lnTo>
                    <a:pt x="2936755" y="2043705"/>
                  </a:lnTo>
                  <a:lnTo>
                    <a:pt x="2937092" y="2044089"/>
                  </a:lnTo>
                  <a:lnTo>
                    <a:pt x="2937428" y="2044889"/>
                  </a:lnTo>
                  <a:lnTo>
                    <a:pt x="2937765" y="2045621"/>
                  </a:lnTo>
                  <a:lnTo>
                    <a:pt x="2938101" y="2046646"/>
                  </a:lnTo>
                  <a:lnTo>
                    <a:pt x="2938438" y="2047917"/>
                  </a:lnTo>
                  <a:lnTo>
                    <a:pt x="2938774" y="2049042"/>
                  </a:lnTo>
                  <a:lnTo>
                    <a:pt x="2939111" y="2050343"/>
                  </a:lnTo>
                  <a:lnTo>
                    <a:pt x="2939447" y="2051828"/>
                  </a:lnTo>
                  <a:lnTo>
                    <a:pt x="2939783" y="2052915"/>
                  </a:lnTo>
                  <a:lnTo>
                    <a:pt x="2940120" y="2053489"/>
                  </a:lnTo>
                  <a:lnTo>
                    <a:pt x="2940456" y="2053902"/>
                  </a:lnTo>
                  <a:lnTo>
                    <a:pt x="2940793" y="2054069"/>
                  </a:lnTo>
                  <a:lnTo>
                    <a:pt x="2941129" y="2054384"/>
                  </a:lnTo>
                  <a:lnTo>
                    <a:pt x="2941466" y="2054607"/>
                  </a:lnTo>
                  <a:lnTo>
                    <a:pt x="2941802" y="2055024"/>
                  </a:lnTo>
                  <a:lnTo>
                    <a:pt x="2942139" y="2055806"/>
                  </a:lnTo>
                  <a:lnTo>
                    <a:pt x="2942475" y="2056300"/>
                  </a:lnTo>
                  <a:lnTo>
                    <a:pt x="2942812" y="2056880"/>
                  </a:lnTo>
                  <a:lnTo>
                    <a:pt x="2943148" y="2056963"/>
                  </a:lnTo>
                  <a:lnTo>
                    <a:pt x="2943485" y="2056861"/>
                  </a:lnTo>
                  <a:lnTo>
                    <a:pt x="2943821" y="2056649"/>
                  </a:lnTo>
                  <a:lnTo>
                    <a:pt x="2944157" y="2056071"/>
                  </a:lnTo>
                  <a:lnTo>
                    <a:pt x="2944494" y="2055423"/>
                  </a:lnTo>
                  <a:lnTo>
                    <a:pt x="2944830" y="2055001"/>
                  </a:lnTo>
                  <a:lnTo>
                    <a:pt x="2945167" y="2054264"/>
                  </a:lnTo>
                  <a:lnTo>
                    <a:pt x="2945503" y="2053094"/>
                  </a:lnTo>
                  <a:lnTo>
                    <a:pt x="2945840" y="2051416"/>
                  </a:lnTo>
                  <a:lnTo>
                    <a:pt x="2946176" y="2049415"/>
                  </a:lnTo>
                  <a:lnTo>
                    <a:pt x="2946513" y="2047996"/>
                  </a:lnTo>
                  <a:lnTo>
                    <a:pt x="2946849" y="2046458"/>
                  </a:lnTo>
                  <a:lnTo>
                    <a:pt x="2947186" y="2044567"/>
                  </a:lnTo>
                  <a:lnTo>
                    <a:pt x="2947522" y="2042368"/>
                  </a:lnTo>
                  <a:lnTo>
                    <a:pt x="2947859" y="2039925"/>
                  </a:lnTo>
                  <a:lnTo>
                    <a:pt x="2948195" y="2037492"/>
                  </a:lnTo>
                  <a:lnTo>
                    <a:pt x="2948531" y="2034972"/>
                  </a:lnTo>
                  <a:lnTo>
                    <a:pt x="2948868" y="2032567"/>
                  </a:lnTo>
                  <a:lnTo>
                    <a:pt x="2949204" y="2030393"/>
                  </a:lnTo>
                  <a:lnTo>
                    <a:pt x="2949541" y="2028142"/>
                  </a:lnTo>
                  <a:lnTo>
                    <a:pt x="2949877" y="2026225"/>
                  </a:lnTo>
                  <a:lnTo>
                    <a:pt x="2950214" y="2024492"/>
                  </a:lnTo>
                  <a:lnTo>
                    <a:pt x="2950550" y="2023111"/>
                  </a:lnTo>
                  <a:lnTo>
                    <a:pt x="2950887" y="2021901"/>
                  </a:lnTo>
                  <a:lnTo>
                    <a:pt x="2951223" y="2020986"/>
                  </a:lnTo>
                  <a:lnTo>
                    <a:pt x="2951560" y="2020363"/>
                  </a:lnTo>
                  <a:lnTo>
                    <a:pt x="2951896" y="2020065"/>
                  </a:lnTo>
                  <a:lnTo>
                    <a:pt x="2952232" y="2019710"/>
                  </a:lnTo>
                  <a:lnTo>
                    <a:pt x="2952569" y="2019667"/>
                  </a:lnTo>
                  <a:lnTo>
                    <a:pt x="2952905" y="2020223"/>
                  </a:lnTo>
                  <a:lnTo>
                    <a:pt x="2953242" y="2020974"/>
                  </a:lnTo>
                  <a:lnTo>
                    <a:pt x="2953578" y="2022104"/>
                  </a:lnTo>
                  <a:lnTo>
                    <a:pt x="2953915" y="2023519"/>
                  </a:lnTo>
                  <a:lnTo>
                    <a:pt x="2954251" y="2024964"/>
                  </a:lnTo>
                  <a:lnTo>
                    <a:pt x="2954588" y="2026131"/>
                  </a:lnTo>
                  <a:lnTo>
                    <a:pt x="2954924" y="2026911"/>
                  </a:lnTo>
                  <a:lnTo>
                    <a:pt x="2955261" y="2027327"/>
                  </a:lnTo>
                  <a:lnTo>
                    <a:pt x="2955597" y="2027207"/>
                  </a:lnTo>
                  <a:lnTo>
                    <a:pt x="2955934" y="2026944"/>
                  </a:lnTo>
                  <a:lnTo>
                    <a:pt x="2956270" y="2026492"/>
                  </a:lnTo>
                  <a:lnTo>
                    <a:pt x="2956606" y="2025597"/>
                  </a:lnTo>
                  <a:lnTo>
                    <a:pt x="2956943" y="2024455"/>
                  </a:lnTo>
                  <a:lnTo>
                    <a:pt x="2957279" y="2023085"/>
                  </a:lnTo>
                  <a:lnTo>
                    <a:pt x="2957616" y="2021722"/>
                  </a:lnTo>
                  <a:lnTo>
                    <a:pt x="2957952" y="2019903"/>
                  </a:lnTo>
                  <a:lnTo>
                    <a:pt x="2958289" y="2017537"/>
                  </a:lnTo>
                  <a:lnTo>
                    <a:pt x="2958625" y="2015155"/>
                  </a:lnTo>
                  <a:lnTo>
                    <a:pt x="2958962" y="2012339"/>
                  </a:lnTo>
                  <a:lnTo>
                    <a:pt x="2959298" y="2009093"/>
                  </a:lnTo>
                  <a:lnTo>
                    <a:pt x="2959635" y="2005863"/>
                  </a:lnTo>
                  <a:lnTo>
                    <a:pt x="2959971" y="2002887"/>
                  </a:lnTo>
                  <a:lnTo>
                    <a:pt x="2960308" y="1999911"/>
                  </a:lnTo>
                  <a:lnTo>
                    <a:pt x="2960644" y="1997083"/>
                  </a:lnTo>
                  <a:lnTo>
                    <a:pt x="2960980" y="1994424"/>
                  </a:lnTo>
                  <a:lnTo>
                    <a:pt x="2961317" y="1992086"/>
                  </a:lnTo>
                  <a:lnTo>
                    <a:pt x="2961653" y="1990387"/>
                  </a:lnTo>
                  <a:lnTo>
                    <a:pt x="2961990" y="1988653"/>
                  </a:lnTo>
                  <a:lnTo>
                    <a:pt x="2962326" y="1987059"/>
                  </a:lnTo>
                  <a:lnTo>
                    <a:pt x="2962663" y="1986283"/>
                  </a:lnTo>
                  <a:lnTo>
                    <a:pt x="2962999" y="1985895"/>
                  </a:lnTo>
                  <a:lnTo>
                    <a:pt x="2963336" y="1986101"/>
                  </a:lnTo>
                  <a:lnTo>
                    <a:pt x="2963672" y="1986408"/>
                  </a:lnTo>
                  <a:lnTo>
                    <a:pt x="2964009" y="1986964"/>
                  </a:lnTo>
                  <a:lnTo>
                    <a:pt x="2964345" y="1987550"/>
                  </a:lnTo>
                  <a:lnTo>
                    <a:pt x="2964682" y="1988351"/>
                  </a:lnTo>
                  <a:lnTo>
                    <a:pt x="2965018" y="1989202"/>
                  </a:lnTo>
                  <a:lnTo>
                    <a:pt x="2965354" y="1990113"/>
                  </a:lnTo>
                  <a:lnTo>
                    <a:pt x="2965691" y="1990944"/>
                  </a:lnTo>
                  <a:lnTo>
                    <a:pt x="2966027" y="1991830"/>
                  </a:lnTo>
                  <a:lnTo>
                    <a:pt x="2966364" y="1992853"/>
                  </a:lnTo>
                  <a:lnTo>
                    <a:pt x="2966700" y="1993696"/>
                  </a:lnTo>
                  <a:lnTo>
                    <a:pt x="2967037" y="1994442"/>
                  </a:lnTo>
                  <a:lnTo>
                    <a:pt x="2967373" y="1995069"/>
                  </a:lnTo>
                  <a:lnTo>
                    <a:pt x="2967710" y="1994906"/>
                  </a:lnTo>
                  <a:lnTo>
                    <a:pt x="2968046" y="1994425"/>
                  </a:lnTo>
                  <a:lnTo>
                    <a:pt x="2968383" y="1993563"/>
                  </a:lnTo>
                  <a:lnTo>
                    <a:pt x="2968719" y="1992326"/>
                  </a:lnTo>
                  <a:lnTo>
                    <a:pt x="2969056" y="1991335"/>
                  </a:lnTo>
                  <a:lnTo>
                    <a:pt x="2969392" y="1990519"/>
                  </a:lnTo>
                  <a:lnTo>
                    <a:pt x="2969728" y="1989765"/>
                  </a:lnTo>
                  <a:lnTo>
                    <a:pt x="2970065" y="1989107"/>
                  </a:lnTo>
                  <a:lnTo>
                    <a:pt x="2970401" y="1988888"/>
                  </a:lnTo>
                  <a:lnTo>
                    <a:pt x="2970738" y="1988895"/>
                  </a:lnTo>
                  <a:lnTo>
                    <a:pt x="2971074" y="1989047"/>
                  </a:lnTo>
                  <a:lnTo>
                    <a:pt x="2971411" y="1989066"/>
                  </a:lnTo>
                  <a:lnTo>
                    <a:pt x="2971747" y="1989270"/>
                  </a:lnTo>
                  <a:lnTo>
                    <a:pt x="2972084" y="1989689"/>
                  </a:lnTo>
                  <a:lnTo>
                    <a:pt x="2972420" y="1990443"/>
                  </a:lnTo>
                  <a:lnTo>
                    <a:pt x="2972757" y="1991948"/>
                  </a:lnTo>
                  <a:lnTo>
                    <a:pt x="2973093" y="1994019"/>
                  </a:lnTo>
                  <a:lnTo>
                    <a:pt x="2973430" y="1996503"/>
                  </a:lnTo>
                  <a:lnTo>
                    <a:pt x="2973766" y="1999212"/>
                  </a:lnTo>
                  <a:lnTo>
                    <a:pt x="2974102" y="2001888"/>
                  </a:lnTo>
                  <a:lnTo>
                    <a:pt x="2974439" y="2004332"/>
                  </a:lnTo>
                  <a:lnTo>
                    <a:pt x="2974775" y="2006775"/>
                  </a:lnTo>
                  <a:lnTo>
                    <a:pt x="2975112" y="2009576"/>
                  </a:lnTo>
                  <a:lnTo>
                    <a:pt x="2975448" y="2012140"/>
                  </a:lnTo>
                  <a:lnTo>
                    <a:pt x="2975785" y="2014513"/>
                  </a:lnTo>
                  <a:lnTo>
                    <a:pt x="2976121" y="2016847"/>
                  </a:lnTo>
                  <a:lnTo>
                    <a:pt x="2976458" y="2019434"/>
                  </a:lnTo>
                  <a:lnTo>
                    <a:pt x="2976794" y="2022013"/>
                  </a:lnTo>
                  <a:lnTo>
                    <a:pt x="2977131" y="2024431"/>
                  </a:lnTo>
                  <a:lnTo>
                    <a:pt x="2977467" y="2026505"/>
                  </a:lnTo>
                  <a:lnTo>
                    <a:pt x="2977804" y="2027998"/>
                  </a:lnTo>
                  <a:lnTo>
                    <a:pt x="2978140" y="2029077"/>
                  </a:lnTo>
                  <a:lnTo>
                    <a:pt x="2978476" y="2029911"/>
                  </a:lnTo>
                  <a:lnTo>
                    <a:pt x="2978813" y="2030364"/>
                  </a:lnTo>
                  <a:lnTo>
                    <a:pt x="2979149" y="2030730"/>
                  </a:lnTo>
                  <a:lnTo>
                    <a:pt x="2979486" y="2030838"/>
                  </a:lnTo>
                  <a:lnTo>
                    <a:pt x="2979822" y="2030788"/>
                  </a:lnTo>
                  <a:lnTo>
                    <a:pt x="2980159" y="2030813"/>
                  </a:lnTo>
                  <a:lnTo>
                    <a:pt x="2980495" y="2030706"/>
                  </a:lnTo>
                  <a:lnTo>
                    <a:pt x="2980832" y="2030478"/>
                  </a:lnTo>
                  <a:lnTo>
                    <a:pt x="2981168" y="2030244"/>
                  </a:lnTo>
                  <a:lnTo>
                    <a:pt x="2981505" y="2030238"/>
                  </a:lnTo>
                  <a:lnTo>
                    <a:pt x="2981841" y="2030454"/>
                  </a:lnTo>
                  <a:lnTo>
                    <a:pt x="2982177" y="2031071"/>
                  </a:lnTo>
                  <a:lnTo>
                    <a:pt x="2982514" y="2032058"/>
                  </a:lnTo>
                  <a:lnTo>
                    <a:pt x="2982850" y="2032912"/>
                  </a:lnTo>
                  <a:lnTo>
                    <a:pt x="2983187" y="2033814"/>
                  </a:lnTo>
                  <a:lnTo>
                    <a:pt x="2983523" y="2035053"/>
                  </a:lnTo>
                  <a:lnTo>
                    <a:pt x="2983860" y="2036737"/>
                  </a:lnTo>
                  <a:lnTo>
                    <a:pt x="2984196" y="2038668"/>
                  </a:lnTo>
                  <a:lnTo>
                    <a:pt x="2984533" y="2041309"/>
                  </a:lnTo>
                  <a:lnTo>
                    <a:pt x="2984869" y="2043762"/>
                  </a:lnTo>
                  <a:lnTo>
                    <a:pt x="2985206" y="2045888"/>
                  </a:lnTo>
                  <a:lnTo>
                    <a:pt x="2985542" y="2048314"/>
                  </a:lnTo>
                  <a:lnTo>
                    <a:pt x="2985879" y="2050378"/>
                  </a:lnTo>
                  <a:lnTo>
                    <a:pt x="2986215" y="2052069"/>
                  </a:lnTo>
                  <a:lnTo>
                    <a:pt x="2986551" y="2053671"/>
                  </a:lnTo>
                  <a:lnTo>
                    <a:pt x="2986888" y="2055587"/>
                  </a:lnTo>
                  <a:lnTo>
                    <a:pt x="2987224" y="2057889"/>
                  </a:lnTo>
                  <a:lnTo>
                    <a:pt x="2987561" y="2059980"/>
                  </a:lnTo>
                  <a:lnTo>
                    <a:pt x="2987897" y="2062420"/>
                  </a:lnTo>
                  <a:lnTo>
                    <a:pt x="2988234" y="2065491"/>
                  </a:lnTo>
                  <a:lnTo>
                    <a:pt x="2988570" y="2068359"/>
                  </a:lnTo>
                  <a:lnTo>
                    <a:pt x="2988907" y="2070846"/>
                  </a:lnTo>
                  <a:lnTo>
                    <a:pt x="2989243" y="2072812"/>
                  </a:lnTo>
                  <a:lnTo>
                    <a:pt x="2989580" y="2074524"/>
                  </a:lnTo>
                  <a:lnTo>
                    <a:pt x="2989916" y="2076445"/>
                  </a:lnTo>
                  <a:lnTo>
                    <a:pt x="2990253" y="2077510"/>
                  </a:lnTo>
                  <a:lnTo>
                    <a:pt x="2990589" y="2078704"/>
                  </a:lnTo>
                  <a:lnTo>
                    <a:pt x="2990925" y="2078802"/>
                  </a:lnTo>
                  <a:lnTo>
                    <a:pt x="2991262" y="2079643"/>
                  </a:lnTo>
                  <a:lnTo>
                    <a:pt x="2991598" y="2080439"/>
                  </a:lnTo>
                  <a:lnTo>
                    <a:pt x="2991935" y="2081268"/>
                  </a:lnTo>
                  <a:lnTo>
                    <a:pt x="2992271" y="2081564"/>
                  </a:lnTo>
                  <a:lnTo>
                    <a:pt x="2992608" y="2081121"/>
                  </a:lnTo>
                  <a:lnTo>
                    <a:pt x="2992944" y="2079740"/>
                  </a:lnTo>
                  <a:lnTo>
                    <a:pt x="2993281" y="2077702"/>
                  </a:lnTo>
                  <a:lnTo>
                    <a:pt x="2993617" y="2075202"/>
                  </a:lnTo>
                  <a:lnTo>
                    <a:pt x="2993954" y="2072996"/>
                  </a:lnTo>
                  <a:lnTo>
                    <a:pt x="2994290" y="2071737"/>
                  </a:lnTo>
                  <a:lnTo>
                    <a:pt x="2994627" y="2071266"/>
                  </a:lnTo>
                  <a:lnTo>
                    <a:pt x="2994963" y="2070776"/>
                  </a:lnTo>
                  <a:lnTo>
                    <a:pt x="2995299" y="2071139"/>
                  </a:lnTo>
                  <a:lnTo>
                    <a:pt x="2995636" y="2071600"/>
                  </a:lnTo>
                  <a:lnTo>
                    <a:pt x="2995972" y="2072957"/>
                  </a:lnTo>
                  <a:lnTo>
                    <a:pt x="2996309" y="2073981"/>
                  </a:lnTo>
                  <a:lnTo>
                    <a:pt x="2996645" y="2074683"/>
                  </a:lnTo>
                  <a:lnTo>
                    <a:pt x="2996982" y="2075123"/>
                  </a:lnTo>
                  <a:lnTo>
                    <a:pt x="2997318" y="2075747"/>
                  </a:lnTo>
                  <a:lnTo>
                    <a:pt x="2997655" y="2076810"/>
                  </a:lnTo>
                  <a:lnTo>
                    <a:pt x="2997991" y="2078730"/>
                  </a:lnTo>
                  <a:lnTo>
                    <a:pt x="2998328" y="2081077"/>
                  </a:lnTo>
                  <a:lnTo>
                    <a:pt x="2998664" y="2083928"/>
                  </a:lnTo>
                  <a:lnTo>
                    <a:pt x="2999001" y="2086074"/>
                  </a:lnTo>
                  <a:lnTo>
                    <a:pt x="2999337" y="2086663"/>
                  </a:lnTo>
                  <a:lnTo>
                    <a:pt x="2999673" y="2086146"/>
                  </a:lnTo>
                  <a:lnTo>
                    <a:pt x="3000010" y="2084764"/>
                  </a:lnTo>
                  <a:lnTo>
                    <a:pt x="3000346" y="2082905"/>
                  </a:lnTo>
                  <a:lnTo>
                    <a:pt x="3000683" y="2080773"/>
                  </a:lnTo>
                  <a:lnTo>
                    <a:pt x="3001019" y="2077763"/>
                  </a:lnTo>
                  <a:lnTo>
                    <a:pt x="3001356" y="2074765"/>
                  </a:lnTo>
                  <a:lnTo>
                    <a:pt x="3001692" y="2071596"/>
                  </a:lnTo>
                  <a:lnTo>
                    <a:pt x="3002029" y="2067333"/>
                  </a:lnTo>
                  <a:lnTo>
                    <a:pt x="3002365" y="2062022"/>
                  </a:lnTo>
                  <a:lnTo>
                    <a:pt x="3002702" y="2056427"/>
                  </a:lnTo>
                  <a:lnTo>
                    <a:pt x="3003038" y="2050939"/>
                  </a:lnTo>
                  <a:lnTo>
                    <a:pt x="3003375" y="2045980"/>
                  </a:lnTo>
                  <a:lnTo>
                    <a:pt x="3003711" y="2041204"/>
                  </a:lnTo>
                  <a:lnTo>
                    <a:pt x="3004047" y="2036696"/>
                  </a:lnTo>
                  <a:lnTo>
                    <a:pt x="3004384" y="2032701"/>
                  </a:lnTo>
                  <a:lnTo>
                    <a:pt x="3004720" y="2029219"/>
                  </a:lnTo>
                  <a:lnTo>
                    <a:pt x="3005057" y="2026180"/>
                  </a:lnTo>
                  <a:lnTo>
                    <a:pt x="3005393" y="2022951"/>
                  </a:lnTo>
                  <a:lnTo>
                    <a:pt x="3005730" y="2019721"/>
                  </a:lnTo>
                  <a:lnTo>
                    <a:pt x="3006066" y="2016927"/>
                  </a:lnTo>
                  <a:lnTo>
                    <a:pt x="3006403" y="2014187"/>
                  </a:lnTo>
                  <a:lnTo>
                    <a:pt x="3006739" y="2011746"/>
                  </a:lnTo>
                  <a:lnTo>
                    <a:pt x="3007076" y="2010284"/>
                  </a:lnTo>
                  <a:lnTo>
                    <a:pt x="3007412" y="2009327"/>
                  </a:lnTo>
                  <a:lnTo>
                    <a:pt x="3007749" y="2008470"/>
                  </a:lnTo>
                  <a:lnTo>
                    <a:pt x="3008085" y="2007559"/>
                  </a:lnTo>
                  <a:lnTo>
                    <a:pt x="3008421" y="2006113"/>
                  </a:lnTo>
                  <a:lnTo>
                    <a:pt x="3008758" y="2004391"/>
                  </a:lnTo>
                  <a:lnTo>
                    <a:pt x="3009094" y="2002378"/>
                  </a:lnTo>
                  <a:lnTo>
                    <a:pt x="3009431" y="2000205"/>
                  </a:lnTo>
                  <a:lnTo>
                    <a:pt x="3009767" y="1997748"/>
                  </a:lnTo>
                  <a:lnTo>
                    <a:pt x="3010104" y="1995857"/>
                  </a:lnTo>
                  <a:lnTo>
                    <a:pt x="3010440" y="1994665"/>
                  </a:lnTo>
                  <a:lnTo>
                    <a:pt x="3010777" y="1993846"/>
                  </a:lnTo>
                  <a:lnTo>
                    <a:pt x="3011113" y="1993194"/>
                  </a:lnTo>
                  <a:lnTo>
                    <a:pt x="3011450" y="1992570"/>
                  </a:lnTo>
                  <a:lnTo>
                    <a:pt x="3011786" y="1991992"/>
                  </a:lnTo>
                  <a:lnTo>
                    <a:pt x="3012123" y="1991557"/>
                  </a:lnTo>
                  <a:lnTo>
                    <a:pt x="3012459" y="1991730"/>
                  </a:lnTo>
                  <a:lnTo>
                    <a:pt x="3012795" y="1992447"/>
                  </a:lnTo>
                  <a:lnTo>
                    <a:pt x="3013132" y="1993821"/>
                  </a:lnTo>
                  <a:lnTo>
                    <a:pt x="3013468" y="1995977"/>
                  </a:lnTo>
                  <a:lnTo>
                    <a:pt x="3013805" y="1997953"/>
                  </a:lnTo>
                  <a:lnTo>
                    <a:pt x="3014141" y="2000343"/>
                  </a:lnTo>
                  <a:lnTo>
                    <a:pt x="3014478" y="2002880"/>
                  </a:lnTo>
                  <a:lnTo>
                    <a:pt x="3014814" y="2005794"/>
                  </a:lnTo>
                  <a:lnTo>
                    <a:pt x="3015151" y="2009061"/>
                  </a:lnTo>
                  <a:lnTo>
                    <a:pt x="3015487" y="2011966"/>
                  </a:lnTo>
                  <a:lnTo>
                    <a:pt x="3015824" y="2014423"/>
                  </a:lnTo>
                  <a:lnTo>
                    <a:pt x="3016160" y="2016723"/>
                  </a:lnTo>
                  <a:lnTo>
                    <a:pt x="3016496" y="2018966"/>
                  </a:lnTo>
                  <a:lnTo>
                    <a:pt x="3016833" y="2021080"/>
                  </a:lnTo>
                  <a:lnTo>
                    <a:pt x="3017169" y="2022638"/>
                  </a:lnTo>
                  <a:lnTo>
                    <a:pt x="3017506" y="2023935"/>
                  </a:lnTo>
                  <a:lnTo>
                    <a:pt x="3017842" y="2024746"/>
                  </a:lnTo>
                  <a:lnTo>
                    <a:pt x="3018179" y="2024588"/>
                  </a:lnTo>
                  <a:lnTo>
                    <a:pt x="3018515" y="2023847"/>
                  </a:lnTo>
                  <a:lnTo>
                    <a:pt x="3018852" y="2022660"/>
                  </a:lnTo>
                  <a:lnTo>
                    <a:pt x="3019188" y="2021307"/>
                  </a:lnTo>
                  <a:lnTo>
                    <a:pt x="3019525" y="2020114"/>
                  </a:lnTo>
                  <a:lnTo>
                    <a:pt x="3019861" y="2018719"/>
                  </a:lnTo>
                  <a:lnTo>
                    <a:pt x="3020198" y="2016893"/>
                  </a:lnTo>
                  <a:lnTo>
                    <a:pt x="3020534" y="2015055"/>
                  </a:lnTo>
                  <a:lnTo>
                    <a:pt x="3020870" y="2013238"/>
                  </a:lnTo>
                  <a:lnTo>
                    <a:pt x="3021207" y="2010977"/>
                  </a:lnTo>
                  <a:lnTo>
                    <a:pt x="3021543" y="2008456"/>
                  </a:lnTo>
                  <a:lnTo>
                    <a:pt x="3021880" y="2006398"/>
                  </a:lnTo>
                  <a:lnTo>
                    <a:pt x="3022216" y="2004488"/>
                  </a:lnTo>
                  <a:lnTo>
                    <a:pt x="3022553" y="2002490"/>
                  </a:lnTo>
                  <a:lnTo>
                    <a:pt x="3022889" y="2001107"/>
                  </a:lnTo>
                  <a:lnTo>
                    <a:pt x="3023226" y="2000142"/>
                  </a:lnTo>
                  <a:lnTo>
                    <a:pt x="3023562" y="1999572"/>
                  </a:lnTo>
                  <a:lnTo>
                    <a:pt x="3023899" y="1999220"/>
                  </a:lnTo>
                  <a:lnTo>
                    <a:pt x="3024235" y="1998629"/>
                  </a:lnTo>
                  <a:lnTo>
                    <a:pt x="3024572" y="1997939"/>
                  </a:lnTo>
                  <a:lnTo>
                    <a:pt x="3024908" y="1997150"/>
                  </a:lnTo>
                  <a:lnTo>
                    <a:pt x="3025244" y="1996559"/>
                  </a:lnTo>
                  <a:lnTo>
                    <a:pt x="3025581" y="1996261"/>
                  </a:lnTo>
                  <a:lnTo>
                    <a:pt x="3025917" y="1995812"/>
                  </a:lnTo>
                  <a:lnTo>
                    <a:pt x="3026254" y="1996139"/>
                  </a:lnTo>
                  <a:lnTo>
                    <a:pt x="3026590" y="1996829"/>
                  </a:lnTo>
                  <a:lnTo>
                    <a:pt x="3026927" y="1997550"/>
                  </a:lnTo>
                  <a:lnTo>
                    <a:pt x="3027263" y="1998449"/>
                  </a:lnTo>
                  <a:lnTo>
                    <a:pt x="3027600" y="1999355"/>
                  </a:lnTo>
                  <a:lnTo>
                    <a:pt x="3027936" y="2000152"/>
                  </a:lnTo>
                  <a:lnTo>
                    <a:pt x="3028273" y="2000660"/>
                  </a:lnTo>
                  <a:lnTo>
                    <a:pt x="3028609" y="2001140"/>
                  </a:lnTo>
                  <a:lnTo>
                    <a:pt x="3028946" y="2001452"/>
                  </a:lnTo>
                  <a:lnTo>
                    <a:pt x="3029282" y="2002257"/>
                  </a:lnTo>
                  <a:lnTo>
                    <a:pt x="3029618" y="2003322"/>
                  </a:lnTo>
                  <a:lnTo>
                    <a:pt x="3029955" y="2003991"/>
                  </a:lnTo>
                  <a:lnTo>
                    <a:pt x="3030291" y="2004564"/>
                  </a:lnTo>
                  <a:lnTo>
                    <a:pt x="3030628" y="2005133"/>
                  </a:lnTo>
                  <a:lnTo>
                    <a:pt x="3030964" y="2005565"/>
                  </a:lnTo>
                  <a:lnTo>
                    <a:pt x="3031301" y="2005715"/>
                  </a:lnTo>
                  <a:lnTo>
                    <a:pt x="3031637" y="2006202"/>
                  </a:lnTo>
                  <a:lnTo>
                    <a:pt x="3031974" y="2006693"/>
                  </a:lnTo>
                  <a:lnTo>
                    <a:pt x="3032310" y="2007112"/>
                  </a:lnTo>
                  <a:lnTo>
                    <a:pt x="3032647" y="2007474"/>
                  </a:lnTo>
                  <a:lnTo>
                    <a:pt x="3032983" y="2007726"/>
                  </a:lnTo>
                  <a:lnTo>
                    <a:pt x="3033320" y="2008429"/>
                  </a:lnTo>
                  <a:lnTo>
                    <a:pt x="3033656" y="2009112"/>
                  </a:lnTo>
                  <a:lnTo>
                    <a:pt x="3033992" y="2009944"/>
                  </a:lnTo>
                  <a:lnTo>
                    <a:pt x="3034329" y="2010583"/>
                  </a:lnTo>
                  <a:lnTo>
                    <a:pt x="3034665" y="2011003"/>
                  </a:lnTo>
                  <a:lnTo>
                    <a:pt x="3035002" y="2011630"/>
                  </a:lnTo>
                  <a:lnTo>
                    <a:pt x="3035338" y="2012278"/>
                  </a:lnTo>
                  <a:lnTo>
                    <a:pt x="3035675" y="2012772"/>
                  </a:lnTo>
                  <a:lnTo>
                    <a:pt x="3036011" y="2013354"/>
                  </a:lnTo>
                  <a:lnTo>
                    <a:pt x="3036348" y="2013760"/>
                  </a:lnTo>
                  <a:lnTo>
                    <a:pt x="3036684" y="2013874"/>
                  </a:lnTo>
                  <a:lnTo>
                    <a:pt x="3037021" y="2013813"/>
                  </a:lnTo>
                  <a:lnTo>
                    <a:pt x="3037357" y="2013538"/>
                  </a:lnTo>
                  <a:lnTo>
                    <a:pt x="3037694" y="2013094"/>
                  </a:lnTo>
                  <a:lnTo>
                    <a:pt x="3038030" y="2012359"/>
                  </a:lnTo>
                  <a:lnTo>
                    <a:pt x="3038366" y="2011441"/>
                  </a:lnTo>
                  <a:lnTo>
                    <a:pt x="3038703" y="2010645"/>
                  </a:lnTo>
                  <a:lnTo>
                    <a:pt x="3039039" y="2009864"/>
                  </a:lnTo>
                  <a:lnTo>
                    <a:pt x="3039376" y="2008976"/>
                  </a:lnTo>
                  <a:lnTo>
                    <a:pt x="3039712" y="2008173"/>
                  </a:lnTo>
                  <a:lnTo>
                    <a:pt x="3040049" y="2007277"/>
                  </a:lnTo>
                  <a:lnTo>
                    <a:pt x="3040385" y="2006045"/>
                  </a:lnTo>
                  <a:lnTo>
                    <a:pt x="3040722" y="2004063"/>
                  </a:lnTo>
                  <a:lnTo>
                    <a:pt x="3041058" y="2001621"/>
                  </a:lnTo>
                  <a:lnTo>
                    <a:pt x="3041395" y="1998843"/>
                  </a:lnTo>
                  <a:lnTo>
                    <a:pt x="3041731" y="1996348"/>
                  </a:lnTo>
                  <a:lnTo>
                    <a:pt x="3042068" y="1993861"/>
                  </a:lnTo>
                  <a:lnTo>
                    <a:pt x="3042404" y="1991649"/>
                  </a:lnTo>
                  <a:lnTo>
                    <a:pt x="3042740" y="1989506"/>
                  </a:lnTo>
                  <a:lnTo>
                    <a:pt x="3043077" y="1987455"/>
                  </a:lnTo>
                  <a:lnTo>
                    <a:pt x="3043413" y="1984822"/>
                  </a:lnTo>
                  <a:lnTo>
                    <a:pt x="3043750" y="1981967"/>
                  </a:lnTo>
                  <a:lnTo>
                    <a:pt x="3044086" y="1978959"/>
                  </a:lnTo>
                  <a:lnTo>
                    <a:pt x="3044423" y="1975890"/>
                  </a:lnTo>
                  <a:lnTo>
                    <a:pt x="3044759" y="1972561"/>
                  </a:lnTo>
                  <a:lnTo>
                    <a:pt x="3045096" y="1969048"/>
                  </a:lnTo>
                  <a:lnTo>
                    <a:pt x="3045432" y="1965175"/>
                  </a:lnTo>
                  <a:lnTo>
                    <a:pt x="3045769" y="1961203"/>
                  </a:lnTo>
                  <a:lnTo>
                    <a:pt x="3046105" y="1957336"/>
                  </a:lnTo>
                  <a:lnTo>
                    <a:pt x="3046442" y="1953937"/>
                  </a:lnTo>
                  <a:lnTo>
                    <a:pt x="3046778" y="1950611"/>
                  </a:lnTo>
                  <a:lnTo>
                    <a:pt x="3047114" y="1947438"/>
                  </a:lnTo>
                  <a:lnTo>
                    <a:pt x="3047451" y="1944356"/>
                  </a:lnTo>
                  <a:lnTo>
                    <a:pt x="3047787" y="1941256"/>
                  </a:lnTo>
                  <a:lnTo>
                    <a:pt x="3048124" y="1937927"/>
                  </a:lnTo>
                  <a:lnTo>
                    <a:pt x="3048460" y="1934923"/>
                  </a:lnTo>
                  <a:lnTo>
                    <a:pt x="3048797" y="1932128"/>
                  </a:lnTo>
                  <a:lnTo>
                    <a:pt x="3049133" y="1929513"/>
                  </a:lnTo>
                  <a:lnTo>
                    <a:pt x="3049470" y="1927018"/>
                  </a:lnTo>
                  <a:lnTo>
                    <a:pt x="3049806" y="1925100"/>
                  </a:lnTo>
                  <a:lnTo>
                    <a:pt x="3050143" y="1923308"/>
                  </a:lnTo>
                  <a:lnTo>
                    <a:pt x="3050479" y="1922138"/>
                  </a:lnTo>
                  <a:lnTo>
                    <a:pt x="3050815" y="1921111"/>
                  </a:lnTo>
                  <a:lnTo>
                    <a:pt x="3051152" y="1920010"/>
                  </a:lnTo>
                  <a:lnTo>
                    <a:pt x="3051488" y="1919289"/>
                  </a:lnTo>
                  <a:lnTo>
                    <a:pt x="3051825" y="1918577"/>
                  </a:lnTo>
                  <a:lnTo>
                    <a:pt x="3052161" y="1918412"/>
                  </a:lnTo>
                  <a:lnTo>
                    <a:pt x="3052498" y="1918600"/>
                  </a:lnTo>
                  <a:lnTo>
                    <a:pt x="3052834" y="1918874"/>
                  </a:lnTo>
                  <a:lnTo>
                    <a:pt x="3053171" y="1919758"/>
                  </a:lnTo>
                  <a:lnTo>
                    <a:pt x="3053507" y="1921465"/>
                  </a:lnTo>
                  <a:lnTo>
                    <a:pt x="3053844" y="1923751"/>
                  </a:lnTo>
                  <a:lnTo>
                    <a:pt x="3054180" y="1926061"/>
                  </a:lnTo>
                  <a:lnTo>
                    <a:pt x="3054517" y="1928338"/>
                  </a:lnTo>
                  <a:lnTo>
                    <a:pt x="3054853" y="1930970"/>
                  </a:lnTo>
                  <a:lnTo>
                    <a:pt x="3055189" y="1933179"/>
                  </a:lnTo>
                  <a:lnTo>
                    <a:pt x="3055526" y="1935552"/>
                  </a:lnTo>
                  <a:lnTo>
                    <a:pt x="3055862" y="1938221"/>
                  </a:lnTo>
                  <a:lnTo>
                    <a:pt x="3056199" y="1941035"/>
                  </a:lnTo>
                  <a:lnTo>
                    <a:pt x="3056535" y="1943982"/>
                  </a:lnTo>
                  <a:lnTo>
                    <a:pt x="3056872" y="1946698"/>
                  </a:lnTo>
                  <a:lnTo>
                    <a:pt x="3057208" y="1949884"/>
                  </a:lnTo>
                  <a:lnTo>
                    <a:pt x="3057545" y="1952958"/>
                  </a:lnTo>
                  <a:lnTo>
                    <a:pt x="3057881" y="1956246"/>
                  </a:lnTo>
                  <a:lnTo>
                    <a:pt x="3058218" y="1959731"/>
                  </a:lnTo>
                  <a:lnTo>
                    <a:pt x="3058554" y="1962227"/>
                  </a:lnTo>
                  <a:lnTo>
                    <a:pt x="3058891" y="1964476"/>
                  </a:lnTo>
                  <a:lnTo>
                    <a:pt x="3059227" y="1966802"/>
                  </a:lnTo>
                  <a:lnTo>
                    <a:pt x="3059563" y="1969605"/>
                  </a:lnTo>
                  <a:lnTo>
                    <a:pt x="3059900" y="1972807"/>
                  </a:lnTo>
                  <a:lnTo>
                    <a:pt x="3060236" y="1976978"/>
                  </a:lnTo>
                  <a:lnTo>
                    <a:pt x="3060573" y="1982181"/>
                  </a:lnTo>
                  <a:lnTo>
                    <a:pt x="3060909" y="1987831"/>
                  </a:lnTo>
                  <a:lnTo>
                    <a:pt x="3061246" y="1993774"/>
                  </a:lnTo>
                  <a:lnTo>
                    <a:pt x="3061582" y="1999315"/>
                  </a:lnTo>
                  <a:lnTo>
                    <a:pt x="3061919" y="2004444"/>
                  </a:lnTo>
                  <a:lnTo>
                    <a:pt x="3062255" y="2009598"/>
                  </a:lnTo>
                  <a:lnTo>
                    <a:pt x="3062592" y="2014765"/>
                  </a:lnTo>
                  <a:lnTo>
                    <a:pt x="3062928" y="2019759"/>
                  </a:lnTo>
                  <a:lnTo>
                    <a:pt x="3063265" y="2023960"/>
                  </a:lnTo>
                  <a:lnTo>
                    <a:pt x="3063601" y="2028538"/>
                  </a:lnTo>
                  <a:lnTo>
                    <a:pt x="3063937" y="2033108"/>
                  </a:lnTo>
                  <a:lnTo>
                    <a:pt x="3064274" y="2038148"/>
                  </a:lnTo>
                  <a:lnTo>
                    <a:pt x="3064610" y="2042923"/>
                  </a:lnTo>
                  <a:lnTo>
                    <a:pt x="3064947" y="2047017"/>
                  </a:lnTo>
                  <a:lnTo>
                    <a:pt x="3065283" y="2050092"/>
                  </a:lnTo>
                  <a:lnTo>
                    <a:pt x="3065620" y="2052478"/>
                  </a:lnTo>
                  <a:lnTo>
                    <a:pt x="3065956" y="2054195"/>
                  </a:lnTo>
                  <a:lnTo>
                    <a:pt x="3066293" y="2055619"/>
                  </a:lnTo>
                  <a:lnTo>
                    <a:pt x="3066629" y="2057348"/>
                  </a:lnTo>
                  <a:lnTo>
                    <a:pt x="3066966" y="2059522"/>
                  </a:lnTo>
                  <a:lnTo>
                    <a:pt x="3067302" y="2062093"/>
                  </a:lnTo>
                  <a:lnTo>
                    <a:pt x="3067639" y="2065032"/>
                  </a:lnTo>
                  <a:lnTo>
                    <a:pt x="3067975" y="2068545"/>
                  </a:lnTo>
                  <a:lnTo>
                    <a:pt x="3068311" y="2072693"/>
                  </a:lnTo>
                  <a:lnTo>
                    <a:pt x="3068648" y="2076673"/>
                  </a:lnTo>
                  <a:lnTo>
                    <a:pt x="3068984" y="2081128"/>
                  </a:lnTo>
                  <a:lnTo>
                    <a:pt x="3069321" y="2086485"/>
                  </a:lnTo>
                  <a:lnTo>
                    <a:pt x="3069657" y="2092585"/>
                  </a:lnTo>
                  <a:lnTo>
                    <a:pt x="3069994" y="2099029"/>
                  </a:lnTo>
                  <a:lnTo>
                    <a:pt x="3070330" y="2105619"/>
                  </a:lnTo>
                  <a:lnTo>
                    <a:pt x="3070667" y="2111887"/>
                  </a:lnTo>
                  <a:lnTo>
                    <a:pt x="3071003" y="2117957"/>
                  </a:lnTo>
                  <a:lnTo>
                    <a:pt x="3071340" y="2123729"/>
                  </a:lnTo>
                  <a:lnTo>
                    <a:pt x="3071676" y="2128945"/>
                  </a:lnTo>
                  <a:lnTo>
                    <a:pt x="3072013" y="2133347"/>
                  </a:lnTo>
                  <a:lnTo>
                    <a:pt x="3072349" y="2137304"/>
                  </a:lnTo>
                  <a:lnTo>
                    <a:pt x="3072685" y="2140871"/>
                  </a:lnTo>
                  <a:lnTo>
                    <a:pt x="3073022" y="2143861"/>
                  </a:lnTo>
                  <a:lnTo>
                    <a:pt x="3073358" y="2146201"/>
                  </a:lnTo>
                  <a:lnTo>
                    <a:pt x="3073695" y="2148475"/>
                  </a:lnTo>
                  <a:lnTo>
                    <a:pt x="3074031" y="2150168"/>
                  </a:lnTo>
                  <a:lnTo>
                    <a:pt x="3074368" y="2151079"/>
                  </a:lnTo>
                  <a:lnTo>
                    <a:pt x="3074704" y="2151612"/>
                  </a:lnTo>
                  <a:lnTo>
                    <a:pt x="3075041" y="2151998"/>
                  </a:lnTo>
                  <a:lnTo>
                    <a:pt x="3075377" y="2151729"/>
                  </a:lnTo>
                  <a:lnTo>
                    <a:pt x="3075714" y="2151519"/>
                  </a:lnTo>
                  <a:lnTo>
                    <a:pt x="3076050" y="2151470"/>
                  </a:lnTo>
                  <a:lnTo>
                    <a:pt x="3076387" y="2151528"/>
                  </a:lnTo>
                  <a:lnTo>
                    <a:pt x="3076723" y="2151201"/>
                  </a:lnTo>
                  <a:lnTo>
                    <a:pt x="3077059" y="2150748"/>
                  </a:lnTo>
                  <a:lnTo>
                    <a:pt x="3077396" y="2149651"/>
                  </a:lnTo>
                  <a:lnTo>
                    <a:pt x="3077732" y="2148532"/>
                  </a:lnTo>
                  <a:lnTo>
                    <a:pt x="3078069" y="2147538"/>
                  </a:lnTo>
                  <a:lnTo>
                    <a:pt x="3078405" y="2146747"/>
                  </a:lnTo>
                  <a:lnTo>
                    <a:pt x="3078742" y="2146348"/>
                  </a:lnTo>
                  <a:lnTo>
                    <a:pt x="3079078" y="2146185"/>
                  </a:lnTo>
                  <a:lnTo>
                    <a:pt x="3079415" y="2145817"/>
                  </a:lnTo>
                  <a:lnTo>
                    <a:pt x="3079751" y="2145121"/>
                  </a:lnTo>
                  <a:lnTo>
                    <a:pt x="3080088" y="2143969"/>
                  </a:lnTo>
                  <a:lnTo>
                    <a:pt x="3080424" y="2143169"/>
                  </a:lnTo>
                  <a:lnTo>
                    <a:pt x="3080761" y="2142649"/>
                  </a:lnTo>
                  <a:lnTo>
                    <a:pt x="3081097" y="2141919"/>
                  </a:lnTo>
                  <a:lnTo>
                    <a:pt x="3081433" y="2140963"/>
                  </a:lnTo>
                  <a:lnTo>
                    <a:pt x="3081770" y="2140358"/>
                  </a:lnTo>
                  <a:lnTo>
                    <a:pt x="3082106" y="2140205"/>
                  </a:lnTo>
                  <a:lnTo>
                    <a:pt x="3082443" y="2140114"/>
                  </a:lnTo>
                  <a:lnTo>
                    <a:pt x="3082779" y="2139885"/>
                  </a:lnTo>
                  <a:lnTo>
                    <a:pt x="3083116" y="2139939"/>
                  </a:lnTo>
                  <a:lnTo>
                    <a:pt x="3083452" y="2140237"/>
                  </a:lnTo>
                  <a:lnTo>
                    <a:pt x="3083789" y="2140291"/>
                  </a:lnTo>
                  <a:lnTo>
                    <a:pt x="3084125" y="2140360"/>
                  </a:lnTo>
                  <a:lnTo>
                    <a:pt x="3084462" y="2140666"/>
                  </a:lnTo>
                  <a:lnTo>
                    <a:pt x="3084798" y="2141113"/>
                  </a:lnTo>
                  <a:lnTo>
                    <a:pt x="3085134" y="2141721"/>
                  </a:lnTo>
                  <a:lnTo>
                    <a:pt x="3085471" y="2142645"/>
                  </a:lnTo>
                  <a:lnTo>
                    <a:pt x="3085807" y="2143568"/>
                  </a:lnTo>
                  <a:lnTo>
                    <a:pt x="3086144" y="2144742"/>
                  </a:lnTo>
                  <a:lnTo>
                    <a:pt x="3086480" y="2146023"/>
                  </a:lnTo>
                  <a:lnTo>
                    <a:pt x="3086817" y="2147574"/>
                  </a:lnTo>
                  <a:lnTo>
                    <a:pt x="3087153" y="2149062"/>
                  </a:lnTo>
                  <a:lnTo>
                    <a:pt x="3087490" y="2150777"/>
                  </a:lnTo>
                  <a:lnTo>
                    <a:pt x="3087826" y="2152529"/>
                  </a:lnTo>
                  <a:lnTo>
                    <a:pt x="3088163" y="2154099"/>
                  </a:lnTo>
                  <a:lnTo>
                    <a:pt x="3088499" y="2155807"/>
                  </a:lnTo>
                  <a:lnTo>
                    <a:pt x="3088836" y="2157665"/>
                  </a:lnTo>
                  <a:lnTo>
                    <a:pt x="3089172" y="2159219"/>
                  </a:lnTo>
                  <a:lnTo>
                    <a:pt x="3089508" y="2160933"/>
                  </a:lnTo>
                  <a:lnTo>
                    <a:pt x="3089845" y="2162812"/>
                  </a:lnTo>
                  <a:lnTo>
                    <a:pt x="3090181" y="2164706"/>
                  </a:lnTo>
                  <a:lnTo>
                    <a:pt x="3090518" y="2166405"/>
                  </a:lnTo>
                  <a:lnTo>
                    <a:pt x="3090854" y="2168345"/>
                  </a:lnTo>
                  <a:lnTo>
                    <a:pt x="3091191" y="2170359"/>
                  </a:lnTo>
                  <a:lnTo>
                    <a:pt x="3091527" y="2172520"/>
                  </a:lnTo>
                  <a:lnTo>
                    <a:pt x="3091864" y="2174856"/>
                  </a:lnTo>
                  <a:lnTo>
                    <a:pt x="3092200" y="2177306"/>
                  </a:lnTo>
                  <a:lnTo>
                    <a:pt x="3092537" y="2179784"/>
                  </a:lnTo>
                  <a:lnTo>
                    <a:pt x="3092873" y="2182487"/>
                  </a:lnTo>
                  <a:lnTo>
                    <a:pt x="3093210" y="2185326"/>
                  </a:lnTo>
                  <a:lnTo>
                    <a:pt x="3093546" y="2187968"/>
                  </a:lnTo>
                  <a:lnTo>
                    <a:pt x="3093882" y="2190654"/>
                  </a:lnTo>
                  <a:lnTo>
                    <a:pt x="3094219" y="2193324"/>
                  </a:lnTo>
                  <a:lnTo>
                    <a:pt x="3094555" y="2195707"/>
                  </a:lnTo>
                  <a:lnTo>
                    <a:pt x="3094892" y="2198206"/>
                  </a:lnTo>
                  <a:lnTo>
                    <a:pt x="3095228" y="2200695"/>
                  </a:lnTo>
                  <a:lnTo>
                    <a:pt x="3095565" y="2203152"/>
                  </a:lnTo>
                  <a:lnTo>
                    <a:pt x="3095901" y="2205347"/>
                  </a:lnTo>
                  <a:lnTo>
                    <a:pt x="3096238" y="2207139"/>
                  </a:lnTo>
                  <a:lnTo>
                    <a:pt x="3096574" y="2208681"/>
                  </a:lnTo>
                  <a:lnTo>
                    <a:pt x="3096911" y="2210067"/>
                  </a:lnTo>
                  <a:lnTo>
                    <a:pt x="3097247" y="2211452"/>
                  </a:lnTo>
                  <a:lnTo>
                    <a:pt x="3097584" y="2212806"/>
                  </a:lnTo>
                  <a:lnTo>
                    <a:pt x="3097920" y="2213990"/>
                  </a:lnTo>
                  <a:lnTo>
                    <a:pt x="3098256" y="2214989"/>
                  </a:lnTo>
                  <a:lnTo>
                    <a:pt x="3098593" y="2215599"/>
                  </a:lnTo>
                  <a:lnTo>
                    <a:pt x="3098929" y="2215681"/>
                  </a:lnTo>
                  <a:lnTo>
                    <a:pt x="3099266" y="2215606"/>
                  </a:lnTo>
                  <a:lnTo>
                    <a:pt x="3099602" y="2215393"/>
                  </a:lnTo>
                  <a:lnTo>
                    <a:pt x="3099939" y="2215037"/>
                  </a:lnTo>
                  <a:lnTo>
                    <a:pt x="3100275" y="2214486"/>
                  </a:lnTo>
                  <a:lnTo>
                    <a:pt x="3100612" y="2213674"/>
                  </a:lnTo>
                  <a:lnTo>
                    <a:pt x="3100948" y="2212898"/>
                  </a:lnTo>
                  <a:lnTo>
                    <a:pt x="3101285" y="2212149"/>
                  </a:lnTo>
                  <a:lnTo>
                    <a:pt x="3101621" y="2211537"/>
                  </a:lnTo>
                  <a:lnTo>
                    <a:pt x="3101958" y="2210956"/>
                  </a:lnTo>
                  <a:lnTo>
                    <a:pt x="3102294" y="2210404"/>
                  </a:lnTo>
                  <a:lnTo>
                    <a:pt x="3102630" y="2209578"/>
                  </a:lnTo>
                  <a:lnTo>
                    <a:pt x="3102967" y="2208728"/>
                  </a:lnTo>
                  <a:lnTo>
                    <a:pt x="3103303" y="2207588"/>
                  </a:lnTo>
                  <a:lnTo>
                    <a:pt x="3103640" y="2206425"/>
                  </a:lnTo>
                  <a:lnTo>
                    <a:pt x="3103976" y="2205575"/>
                  </a:lnTo>
                  <a:lnTo>
                    <a:pt x="3104313" y="2204871"/>
                  </a:lnTo>
                  <a:lnTo>
                    <a:pt x="3104649" y="2204481"/>
                  </a:lnTo>
                  <a:lnTo>
                    <a:pt x="3104986" y="2204136"/>
                  </a:lnTo>
                  <a:lnTo>
                    <a:pt x="3105322" y="2204022"/>
                  </a:lnTo>
                  <a:lnTo>
                    <a:pt x="3105659" y="2204022"/>
                  </a:lnTo>
                  <a:lnTo>
                    <a:pt x="3105995" y="2203800"/>
                  </a:lnTo>
                  <a:lnTo>
                    <a:pt x="3106332" y="2203447"/>
                  </a:lnTo>
                  <a:lnTo>
                    <a:pt x="3106668" y="2202988"/>
                  </a:lnTo>
                  <a:lnTo>
                    <a:pt x="3107004" y="2202498"/>
                  </a:lnTo>
                  <a:lnTo>
                    <a:pt x="3107341" y="2202146"/>
                  </a:lnTo>
                  <a:lnTo>
                    <a:pt x="3107677" y="2202353"/>
                  </a:lnTo>
                  <a:lnTo>
                    <a:pt x="3108014" y="2203371"/>
                  </a:lnTo>
                  <a:lnTo>
                    <a:pt x="3108350" y="2205361"/>
                  </a:lnTo>
                  <a:lnTo>
                    <a:pt x="3108687" y="2207971"/>
                  </a:lnTo>
                  <a:lnTo>
                    <a:pt x="3109023" y="2210558"/>
                  </a:lnTo>
                  <a:lnTo>
                    <a:pt x="3109360" y="2213382"/>
                  </a:lnTo>
                  <a:lnTo>
                    <a:pt x="3109696" y="2216091"/>
                  </a:lnTo>
                  <a:lnTo>
                    <a:pt x="3110033" y="2218969"/>
                  </a:lnTo>
                  <a:lnTo>
                    <a:pt x="3110369" y="2221732"/>
                  </a:lnTo>
                  <a:lnTo>
                    <a:pt x="3110706" y="2224977"/>
                  </a:lnTo>
                  <a:lnTo>
                    <a:pt x="3111042" y="2228566"/>
                  </a:lnTo>
                  <a:lnTo>
                    <a:pt x="3111378" y="2232393"/>
                  </a:lnTo>
                  <a:lnTo>
                    <a:pt x="3111715" y="2236227"/>
                  </a:lnTo>
                  <a:lnTo>
                    <a:pt x="3112051" y="2240299"/>
                  </a:lnTo>
                  <a:lnTo>
                    <a:pt x="3112388" y="2244233"/>
                  </a:lnTo>
                  <a:lnTo>
                    <a:pt x="3112724" y="2248213"/>
                  </a:lnTo>
                  <a:lnTo>
                    <a:pt x="3113061" y="2252070"/>
                  </a:lnTo>
                  <a:lnTo>
                    <a:pt x="3113397" y="2255675"/>
                  </a:lnTo>
                  <a:lnTo>
                    <a:pt x="3113734" y="2258851"/>
                  </a:lnTo>
                  <a:lnTo>
                    <a:pt x="3114070" y="2262284"/>
                  </a:lnTo>
                  <a:lnTo>
                    <a:pt x="3114407" y="2265025"/>
                  </a:lnTo>
                  <a:lnTo>
                    <a:pt x="3114743" y="2267062"/>
                  </a:lnTo>
                  <a:lnTo>
                    <a:pt x="3115079" y="2268693"/>
                  </a:lnTo>
                  <a:lnTo>
                    <a:pt x="3115416" y="2270557"/>
                  </a:lnTo>
                  <a:lnTo>
                    <a:pt x="3115752" y="2271850"/>
                  </a:lnTo>
                  <a:lnTo>
                    <a:pt x="3116089" y="2272914"/>
                  </a:lnTo>
                  <a:lnTo>
                    <a:pt x="3116425" y="2273809"/>
                  </a:lnTo>
                  <a:lnTo>
                    <a:pt x="3116762" y="2274733"/>
                  </a:lnTo>
                  <a:lnTo>
                    <a:pt x="3117098" y="2274936"/>
                  </a:lnTo>
                  <a:lnTo>
                    <a:pt x="3117435" y="2275224"/>
                  </a:lnTo>
                  <a:lnTo>
                    <a:pt x="3117771" y="2275051"/>
                  </a:lnTo>
                  <a:lnTo>
                    <a:pt x="3118108" y="2274739"/>
                  </a:lnTo>
                  <a:lnTo>
                    <a:pt x="3118444" y="2274459"/>
                  </a:lnTo>
                  <a:lnTo>
                    <a:pt x="3118781" y="2273878"/>
                  </a:lnTo>
                  <a:lnTo>
                    <a:pt x="3119117" y="2273233"/>
                  </a:lnTo>
                  <a:lnTo>
                    <a:pt x="3119453" y="2272700"/>
                  </a:lnTo>
                  <a:lnTo>
                    <a:pt x="3119790" y="2272215"/>
                  </a:lnTo>
                  <a:lnTo>
                    <a:pt x="3120126" y="2271790"/>
                  </a:lnTo>
                  <a:lnTo>
                    <a:pt x="3120463" y="2271546"/>
                  </a:lnTo>
                  <a:lnTo>
                    <a:pt x="3120799" y="2271463"/>
                  </a:lnTo>
                  <a:lnTo>
                    <a:pt x="3121136" y="2270793"/>
                  </a:lnTo>
                  <a:lnTo>
                    <a:pt x="3121472" y="2269676"/>
                  </a:lnTo>
                  <a:lnTo>
                    <a:pt x="3121809" y="2267864"/>
                  </a:lnTo>
                  <a:lnTo>
                    <a:pt x="3122145" y="2265970"/>
                  </a:lnTo>
                  <a:lnTo>
                    <a:pt x="3122482" y="2263952"/>
                  </a:lnTo>
                  <a:lnTo>
                    <a:pt x="3122818" y="2261530"/>
                  </a:lnTo>
                  <a:lnTo>
                    <a:pt x="3123155" y="2258924"/>
                  </a:lnTo>
                  <a:lnTo>
                    <a:pt x="3123491" y="2256211"/>
                  </a:lnTo>
                  <a:lnTo>
                    <a:pt x="3123827" y="2253474"/>
                  </a:lnTo>
                  <a:lnTo>
                    <a:pt x="3124164" y="2251164"/>
                  </a:lnTo>
                  <a:lnTo>
                    <a:pt x="3124500" y="2249037"/>
                  </a:lnTo>
                  <a:lnTo>
                    <a:pt x="3124837" y="2246965"/>
                  </a:lnTo>
                  <a:lnTo>
                    <a:pt x="3125173" y="2245128"/>
                  </a:lnTo>
                  <a:lnTo>
                    <a:pt x="3125510" y="2243184"/>
                  </a:lnTo>
                  <a:lnTo>
                    <a:pt x="3125846" y="2240970"/>
                  </a:lnTo>
                  <a:lnTo>
                    <a:pt x="3126183" y="2238669"/>
                  </a:lnTo>
                  <a:lnTo>
                    <a:pt x="3126519" y="2236652"/>
                  </a:lnTo>
                  <a:lnTo>
                    <a:pt x="3126856" y="2234749"/>
                  </a:lnTo>
                  <a:lnTo>
                    <a:pt x="3127192" y="2232718"/>
                  </a:lnTo>
                  <a:lnTo>
                    <a:pt x="3127529" y="2230542"/>
                  </a:lnTo>
                  <a:lnTo>
                    <a:pt x="3127865" y="2228418"/>
                  </a:lnTo>
                  <a:lnTo>
                    <a:pt x="3128201" y="2226121"/>
                  </a:lnTo>
                  <a:lnTo>
                    <a:pt x="3128538" y="2223580"/>
                  </a:lnTo>
                  <a:lnTo>
                    <a:pt x="3128874" y="2221148"/>
                  </a:lnTo>
                  <a:lnTo>
                    <a:pt x="3129211" y="2218264"/>
                  </a:lnTo>
                  <a:lnTo>
                    <a:pt x="3129547" y="2215115"/>
                  </a:lnTo>
                  <a:lnTo>
                    <a:pt x="3129884" y="2211988"/>
                  </a:lnTo>
                  <a:lnTo>
                    <a:pt x="3130220" y="2209023"/>
                  </a:lnTo>
                  <a:lnTo>
                    <a:pt x="3130557" y="2206115"/>
                  </a:lnTo>
                  <a:lnTo>
                    <a:pt x="3130893" y="2203528"/>
                  </a:lnTo>
                  <a:lnTo>
                    <a:pt x="3131230" y="2201425"/>
                  </a:lnTo>
                  <a:lnTo>
                    <a:pt x="3131566" y="2199470"/>
                  </a:lnTo>
                  <a:lnTo>
                    <a:pt x="3131903" y="2197373"/>
                  </a:lnTo>
                  <a:lnTo>
                    <a:pt x="3132239" y="2195476"/>
                  </a:lnTo>
                  <a:lnTo>
                    <a:pt x="3132575" y="2193840"/>
                  </a:lnTo>
                  <a:lnTo>
                    <a:pt x="3132912" y="2192143"/>
                  </a:lnTo>
                  <a:lnTo>
                    <a:pt x="3133248" y="2190379"/>
                  </a:lnTo>
                  <a:lnTo>
                    <a:pt x="3133585" y="2188535"/>
                  </a:lnTo>
                  <a:lnTo>
                    <a:pt x="3133921" y="2186897"/>
                  </a:lnTo>
                  <a:lnTo>
                    <a:pt x="3134258" y="2185129"/>
                  </a:lnTo>
                  <a:lnTo>
                    <a:pt x="3134594" y="2183369"/>
                  </a:lnTo>
                  <a:lnTo>
                    <a:pt x="3134931" y="2181410"/>
                  </a:lnTo>
                  <a:lnTo>
                    <a:pt x="3135267" y="2179075"/>
                  </a:lnTo>
                  <a:lnTo>
                    <a:pt x="3135604" y="2176626"/>
                  </a:lnTo>
                  <a:lnTo>
                    <a:pt x="3135940" y="2173970"/>
                  </a:lnTo>
                  <a:lnTo>
                    <a:pt x="3136277" y="2171215"/>
                  </a:lnTo>
                  <a:lnTo>
                    <a:pt x="3136613" y="2168552"/>
                  </a:lnTo>
                  <a:lnTo>
                    <a:pt x="3136949" y="2166179"/>
                  </a:lnTo>
                  <a:lnTo>
                    <a:pt x="3137286" y="2164036"/>
                  </a:lnTo>
                  <a:lnTo>
                    <a:pt x="3137622" y="2161893"/>
                  </a:lnTo>
                  <a:lnTo>
                    <a:pt x="3137959" y="2159812"/>
                  </a:lnTo>
                  <a:lnTo>
                    <a:pt x="3138295" y="2157943"/>
                  </a:lnTo>
                  <a:lnTo>
                    <a:pt x="3138632" y="2156472"/>
                  </a:lnTo>
                  <a:lnTo>
                    <a:pt x="3138968" y="2155136"/>
                  </a:lnTo>
                  <a:lnTo>
                    <a:pt x="3139305" y="2154546"/>
                  </a:lnTo>
                  <a:lnTo>
                    <a:pt x="3139641" y="2154155"/>
                  </a:lnTo>
                  <a:lnTo>
                    <a:pt x="3139978" y="2154392"/>
                  </a:lnTo>
                  <a:lnTo>
                    <a:pt x="3140314" y="2155206"/>
                  </a:lnTo>
                  <a:lnTo>
                    <a:pt x="3140651" y="2156126"/>
                  </a:lnTo>
                  <a:lnTo>
                    <a:pt x="3140987" y="2157243"/>
                  </a:lnTo>
                  <a:lnTo>
                    <a:pt x="3141323" y="2158413"/>
                  </a:lnTo>
                  <a:lnTo>
                    <a:pt x="3141660" y="2159223"/>
                  </a:lnTo>
                  <a:lnTo>
                    <a:pt x="3141996" y="2159747"/>
                  </a:lnTo>
                  <a:lnTo>
                    <a:pt x="3142333" y="2159781"/>
                  </a:lnTo>
                  <a:lnTo>
                    <a:pt x="3142669" y="2159722"/>
                  </a:lnTo>
                  <a:lnTo>
                    <a:pt x="3143006" y="2159633"/>
                  </a:lnTo>
                  <a:lnTo>
                    <a:pt x="3143342" y="2159139"/>
                  </a:lnTo>
                  <a:lnTo>
                    <a:pt x="3143679" y="2158545"/>
                  </a:lnTo>
                  <a:lnTo>
                    <a:pt x="3144015" y="2157984"/>
                  </a:lnTo>
                  <a:lnTo>
                    <a:pt x="3144352" y="2157687"/>
                  </a:lnTo>
                  <a:lnTo>
                    <a:pt x="3144688" y="2156978"/>
                  </a:lnTo>
                  <a:lnTo>
                    <a:pt x="3145025" y="2155125"/>
                  </a:lnTo>
                  <a:lnTo>
                    <a:pt x="3145361" y="2152783"/>
                  </a:lnTo>
                  <a:lnTo>
                    <a:pt x="3145697" y="2150299"/>
                  </a:lnTo>
                  <a:lnTo>
                    <a:pt x="3146034" y="2147496"/>
                  </a:lnTo>
                  <a:lnTo>
                    <a:pt x="3146370" y="2144479"/>
                  </a:lnTo>
                  <a:lnTo>
                    <a:pt x="3146707" y="2141975"/>
                  </a:lnTo>
                  <a:lnTo>
                    <a:pt x="3147043" y="2139828"/>
                  </a:lnTo>
                  <a:lnTo>
                    <a:pt x="3147380" y="2138280"/>
                  </a:lnTo>
                  <a:lnTo>
                    <a:pt x="3147716" y="2136773"/>
                  </a:lnTo>
                  <a:lnTo>
                    <a:pt x="3148053" y="2134709"/>
                  </a:lnTo>
                  <a:lnTo>
                    <a:pt x="3148389" y="2132979"/>
                  </a:lnTo>
                  <a:lnTo>
                    <a:pt x="3148726" y="2131433"/>
                  </a:lnTo>
                  <a:lnTo>
                    <a:pt x="3149062" y="2129918"/>
                  </a:lnTo>
                  <a:lnTo>
                    <a:pt x="3149398" y="2127981"/>
                  </a:lnTo>
                  <a:lnTo>
                    <a:pt x="3149735" y="2126390"/>
                  </a:lnTo>
                  <a:lnTo>
                    <a:pt x="3150071" y="2125877"/>
                  </a:lnTo>
                  <a:lnTo>
                    <a:pt x="3150408" y="2125731"/>
                  </a:lnTo>
                  <a:lnTo>
                    <a:pt x="3150744" y="2125793"/>
                  </a:lnTo>
                  <a:lnTo>
                    <a:pt x="3151081" y="2125923"/>
                  </a:lnTo>
                  <a:lnTo>
                    <a:pt x="3151417" y="2126076"/>
                  </a:lnTo>
                  <a:lnTo>
                    <a:pt x="3151754" y="2125976"/>
                  </a:lnTo>
                  <a:lnTo>
                    <a:pt x="3152090" y="2125552"/>
                  </a:lnTo>
                  <a:lnTo>
                    <a:pt x="3152427" y="2125255"/>
                  </a:lnTo>
                  <a:lnTo>
                    <a:pt x="3152763" y="2125087"/>
                  </a:lnTo>
                  <a:lnTo>
                    <a:pt x="3153100" y="2125321"/>
                  </a:lnTo>
                  <a:lnTo>
                    <a:pt x="3153436" y="2125565"/>
                  </a:lnTo>
                  <a:lnTo>
                    <a:pt x="3153772" y="2125630"/>
                  </a:lnTo>
                  <a:lnTo>
                    <a:pt x="3154109" y="2125279"/>
                  </a:lnTo>
                  <a:lnTo>
                    <a:pt x="3154445" y="2124666"/>
                  </a:lnTo>
                  <a:lnTo>
                    <a:pt x="3154782" y="2123713"/>
                  </a:lnTo>
                  <a:lnTo>
                    <a:pt x="3155118" y="2122513"/>
                  </a:lnTo>
                  <a:lnTo>
                    <a:pt x="3155455" y="2120893"/>
                  </a:lnTo>
                  <a:lnTo>
                    <a:pt x="3155791" y="2119158"/>
                  </a:lnTo>
                  <a:lnTo>
                    <a:pt x="3156128" y="2117769"/>
                  </a:lnTo>
                  <a:lnTo>
                    <a:pt x="3156464" y="2116405"/>
                  </a:lnTo>
                  <a:lnTo>
                    <a:pt x="3156801" y="2115048"/>
                  </a:lnTo>
                  <a:lnTo>
                    <a:pt x="3157137" y="2113865"/>
                  </a:lnTo>
                  <a:lnTo>
                    <a:pt x="3157474" y="2112513"/>
                  </a:lnTo>
                  <a:lnTo>
                    <a:pt x="3157810" y="2110860"/>
                  </a:lnTo>
                  <a:lnTo>
                    <a:pt x="3158146" y="2108411"/>
                  </a:lnTo>
                  <a:lnTo>
                    <a:pt x="3158483" y="2105418"/>
                  </a:lnTo>
                  <a:lnTo>
                    <a:pt x="3158819" y="2102120"/>
                  </a:lnTo>
                  <a:lnTo>
                    <a:pt x="3159156" y="2098347"/>
                  </a:lnTo>
                  <a:lnTo>
                    <a:pt x="3159492" y="2094566"/>
                  </a:lnTo>
                  <a:lnTo>
                    <a:pt x="3159829" y="2091419"/>
                  </a:lnTo>
                  <a:lnTo>
                    <a:pt x="3160165" y="2087954"/>
                  </a:lnTo>
                  <a:lnTo>
                    <a:pt x="3160502" y="2084525"/>
                  </a:lnTo>
                  <a:lnTo>
                    <a:pt x="3160838" y="2080632"/>
                  </a:lnTo>
                  <a:lnTo>
                    <a:pt x="3161175" y="2076242"/>
                  </a:lnTo>
                  <a:lnTo>
                    <a:pt x="3161511" y="2071687"/>
                  </a:lnTo>
                  <a:lnTo>
                    <a:pt x="3161848" y="2066881"/>
                  </a:lnTo>
                  <a:lnTo>
                    <a:pt x="3162184" y="2061487"/>
                  </a:lnTo>
                  <a:lnTo>
                    <a:pt x="3162520" y="2056107"/>
                  </a:lnTo>
                  <a:lnTo>
                    <a:pt x="3162857" y="2051038"/>
                  </a:lnTo>
                  <a:lnTo>
                    <a:pt x="3163193" y="2046284"/>
                  </a:lnTo>
                  <a:lnTo>
                    <a:pt x="3163530" y="2041901"/>
                  </a:lnTo>
                  <a:lnTo>
                    <a:pt x="3163866" y="2037752"/>
                  </a:lnTo>
                  <a:lnTo>
                    <a:pt x="3164203" y="2034025"/>
                  </a:lnTo>
                  <a:lnTo>
                    <a:pt x="3164539" y="2030134"/>
                  </a:lnTo>
                  <a:lnTo>
                    <a:pt x="3164876" y="2026013"/>
                  </a:lnTo>
                  <a:lnTo>
                    <a:pt x="3165212" y="2021908"/>
                  </a:lnTo>
                  <a:lnTo>
                    <a:pt x="3165549" y="2017063"/>
                  </a:lnTo>
                  <a:lnTo>
                    <a:pt x="3165885" y="2013053"/>
                  </a:lnTo>
                  <a:lnTo>
                    <a:pt x="3166222" y="2009586"/>
                  </a:lnTo>
                  <a:lnTo>
                    <a:pt x="3166558" y="2006502"/>
                  </a:lnTo>
                  <a:lnTo>
                    <a:pt x="3166894" y="2004083"/>
                  </a:lnTo>
                  <a:lnTo>
                    <a:pt x="3167231" y="2001955"/>
                  </a:lnTo>
                  <a:lnTo>
                    <a:pt x="3167567" y="2000379"/>
                  </a:lnTo>
                  <a:lnTo>
                    <a:pt x="3167904" y="1998715"/>
                  </a:lnTo>
                  <a:lnTo>
                    <a:pt x="3168240" y="1997404"/>
                  </a:lnTo>
                  <a:lnTo>
                    <a:pt x="3168577" y="1996076"/>
                  </a:lnTo>
                  <a:lnTo>
                    <a:pt x="3168913" y="1994844"/>
                  </a:lnTo>
                  <a:lnTo>
                    <a:pt x="3169250" y="1993769"/>
                  </a:lnTo>
                  <a:lnTo>
                    <a:pt x="3169586" y="1993114"/>
                  </a:lnTo>
                  <a:lnTo>
                    <a:pt x="3169923" y="1993100"/>
                  </a:lnTo>
                  <a:lnTo>
                    <a:pt x="3170259" y="1993336"/>
                  </a:lnTo>
                  <a:lnTo>
                    <a:pt x="3170596" y="1994154"/>
                  </a:lnTo>
                  <a:lnTo>
                    <a:pt x="3170932" y="1995048"/>
                  </a:lnTo>
                  <a:lnTo>
                    <a:pt x="3171268" y="1995778"/>
                  </a:lnTo>
                  <a:lnTo>
                    <a:pt x="3171605" y="1996498"/>
                  </a:lnTo>
                  <a:lnTo>
                    <a:pt x="3171941" y="1997104"/>
                  </a:lnTo>
                  <a:lnTo>
                    <a:pt x="3172278" y="1997758"/>
                  </a:lnTo>
                  <a:lnTo>
                    <a:pt x="3172614" y="1998241"/>
                  </a:lnTo>
                  <a:lnTo>
                    <a:pt x="3172951" y="1998708"/>
                  </a:lnTo>
                  <a:lnTo>
                    <a:pt x="3173287" y="1999323"/>
                  </a:lnTo>
                  <a:lnTo>
                    <a:pt x="3173624" y="2000081"/>
                  </a:lnTo>
                  <a:lnTo>
                    <a:pt x="3173960" y="2000812"/>
                  </a:lnTo>
                  <a:lnTo>
                    <a:pt x="3174297" y="2001436"/>
                  </a:lnTo>
                  <a:lnTo>
                    <a:pt x="3174633" y="2001854"/>
                  </a:lnTo>
                  <a:lnTo>
                    <a:pt x="3174970" y="2002077"/>
                  </a:lnTo>
                  <a:lnTo>
                    <a:pt x="3175306" y="2002150"/>
                  </a:lnTo>
                  <a:lnTo>
                    <a:pt x="3175642" y="2001721"/>
                  </a:lnTo>
                  <a:lnTo>
                    <a:pt x="3175979" y="2001111"/>
                  </a:lnTo>
                  <a:lnTo>
                    <a:pt x="3176315" y="2000218"/>
                  </a:lnTo>
                  <a:lnTo>
                    <a:pt x="3176652" y="1999363"/>
                  </a:lnTo>
                  <a:lnTo>
                    <a:pt x="3176988" y="1998557"/>
                  </a:lnTo>
                  <a:lnTo>
                    <a:pt x="3177325" y="1997837"/>
                  </a:lnTo>
                  <a:lnTo>
                    <a:pt x="3177661" y="1997510"/>
                  </a:lnTo>
                  <a:lnTo>
                    <a:pt x="3177998" y="1997550"/>
                  </a:lnTo>
                  <a:lnTo>
                    <a:pt x="3178334" y="1997642"/>
                  </a:lnTo>
                  <a:lnTo>
                    <a:pt x="3178671" y="1997558"/>
                  </a:lnTo>
                  <a:lnTo>
                    <a:pt x="3179007" y="1997519"/>
                  </a:lnTo>
                  <a:lnTo>
                    <a:pt x="3179344" y="1997389"/>
                  </a:lnTo>
                  <a:lnTo>
                    <a:pt x="3179680" y="1997496"/>
                  </a:lnTo>
                  <a:lnTo>
                    <a:pt x="3180016" y="1997734"/>
                  </a:lnTo>
                  <a:lnTo>
                    <a:pt x="3180353" y="1998154"/>
                  </a:lnTo>
                  <a:lnTo>
                    <a:pt x="3180689" y="1998606"/>
                  </a:lnTo>
                  <a:lnTo>
                    <a:pt x="3181026" y="1999058"/>
                  </a:lnTo>
                  <a:lnTo>
                    <a:pt x="3181362" y="1999084"/>
                  </a:lnTo>
                  <a:lnTo>
                    <a:pt x="3181699" y="1999427"/>
                  </a:lnTo>
                  <a:lnTo>
                    <a:pt x="3182035" y="2000253"/>
                  </a:lnTo>
                  <a:lnTo>
                    <a:pt x="3182372" y="2001408"/>
                  </a:lnTo>
                  <a:lnTo>
                    <a:pt x="3182708" y="2002559"/>
                  </a:lnTo>
                  <a:lnTo>
                    <a:pt x="3183045" y="2004006"/>
                  </a:lnTo>
                  <a:lnTo>
                    <a:pt x="3183381" y="2005451"/>
                  </a:lnTo>
                  <a:lnTo>
                    <a:pt x="3183717" y="2006999"/>
                  </a:lnTo>
                  <a:lnTo>
                    <a:pt x="3184054" y="2008099"/>
                  </a:lnTo>
                  <a:lnTo>
                    <a:pt x="3184390" y="2009417"/>
                  </a:lnTo>
                  <a:lnTo>
                    <a:pt x="3184727" y="2010656"/>
                  </a:lnTo>
                  <a:lnTo>
                    <a:pt x="3185063" y="2011861"/>
                  </a:lnTo>
                  <a:lnTo>
                    <a:pt x="3185400" y="2013047"/>
                  </a:lnTo>
                  <a:lnTo>
                    <a:pt x="3185736" y="2014400"/>
                  </a:lnTo>
                  <a:lnTo>
                    <a:pt x="3186073" y="2015995"/>
                  </a:lnTo>
                  <a:lnTo>
                    <a:pt x="3186409" y="2017937"/>
                  </a:lnTo>
                  <a:lnTo>
                    <a:pt x="3186746" y="2019542"/>
                  </a:lnTo>
                  <a:lnTo>
                    <a:pt x="3187082" y="2020793"/>
                  </a:lnTo>
                  <a:lnTo>
                    <a:pt x="3187419" y="2021776"/>
                  </a:lnTo>
                  <a:lnTo>
                    <a:pt x="3187755" y="2022361"/>
                  </a:lnTo>
                  <a:lnTo>
                    <a:pt x="3188091" y="2022373"/>
                  </a:lnTo>
                  <a:lnTo>
                    <a:pt x="3188428" y="2022578"/>
                  </a:lnTo>
                  <a:lnTo>
                    <a:pt x="3188764" y="2023283"/>
                  </a:lnTo>
                  <a:lnTo>
                    <a:pt x="3189101" y="2025074"/>
                  </a:lnTo>
                  <a:lnTo>
                    <a:pt x="3189437" y="2026796"/>
                  </a:lnTo>
                  <a:lnTo>
                    <a:pt x="3189774" y="2028304"/>
                  </a:lnTo>
                  <a:lnTo>
                    <a:pt x="3190110" y="2029949"/>
                  </a:lnTo>
                  <a:lnTo>
                    <a:pt x="3190447" y="2031465"/>
                  </a:lnTo>
                  <a:lnTo>
                    <a:pt x="3190783" y="2032636"/>
                  </a:lnTo>
                  <a:lnTo>
                    <a:pt x="3191120" y="2033676"/>
                  </a:lnTo>
                  <a:lnTo>
                    <a:pt x="3191456" y="2034442"/>
                  </a:lnTo>
                  <a:lnTo>
                    <a:pt x="3191793" y="2034985"/>
                  </a:lnTo>
                  <a:lnTo>
                    <a:pt x="3192129" y="2035774"/>
                  </a:lnTo>
                  <a:lnTo>
                    <a:pt x="3192465" y="2036600"/>
                  </a:lnTo>
                  <a:lnTo>
                    <a:pt x="3192802" y="2037695"/>
                  </a:lnTo>
                  <a:lnTo>
                    <a:pt x="3193138" y="2039294"/>
                  </a:lnTo>
                  <a:lnTo>
                    <a:pt x="3193475" y="2041016"/>
                  </a:lnTo>
                  <a:lnTo>
                    <a:pt x="3193811" y="2042317"/>
                  </a:lnTo>
                  <a:lnTo>
                    <a:pt x="3194148" y="2043129"/>
                  </a:lnTo>
                  <a:lnTo>
                    <a:pt x="3194484" y="2043902"/>
                  </a:lnTo>
                  <a:lnTo>
                    <a:pt x="3194821" y="2044912"/>
                  </a:lnTo>
                  <a:lnTo>
                    <a:pt x="3195157" y="2045777"/>
                  </a:lnTo>
                  <a:lnTo>
                    <a:pt x="3195494" y="2046886"/>
                  </a:lnTo>
                  <a:lnTo>
                    <a:pt x="3195830" y="2048425"/>
                  </a:lnTo>
                  <a:lnTo>
                    <a:pt x="3196167" y="2050001"/>
                  </a:lnTo>
                  <a:lnTo>
                    <a:pt x="3196503" y="2052167"/>
                  </a:lnTo>
                  <a:lnTo>
                    <a:pt x="3196839" y="2054662"/>
                  </a:lnTo>
                  <a:lnTo>
                    <a:pt x="3197176" y="2056958"/>
                  </a:lnTo>
                  <a:lnTo>
                    <a:pt x="3197512" y="2059132"/>
                  </a:lnTo>
                  <a:lnTo>
                    <a:pt x="3197849" y="2061252"/>
                  </a:lnTo>
                  <a:lnTo>
                    <a:pt x="3198185" y="2063012"/>
                  </a:lnTo>
                  <a:lnTo>
                    <a:pt x="3198522" y="2064252"/>
                  </a:lnTo>
                  <a:lnTo>
                    <a:pt x="3198858" y="2065339"/>
                  </a:lnTo>
                  <a:lnTo>
                    <a:pt x="3199195" y="2066938"/>
                  </a:lnTo>
                  <a:lnTo>
                    <a:pt x="3199531" y="2068324"/>
                  </a:lnTo>
                  <a:lnTo>
                    <a:pt x="3199868" y="2069326"/>
                  </a:lnTo>
                  <a:lnTo>
                    <a:pt x="3200204" y="2070115"/>
                  </a:lnTo>
                  <a:lnTo>
                    <a:pt x="3200541" y="2070765"/>
                  </a:lnTo>
                  <a:lnTo>
                    <a:pt x="3200877" y="2071332"/>
                  </a:lnTo>
                  <a:lnTo>
                    <a:pt x="3201213" y="2071722"/>
                  </a:lnTo>
                  <a:lnTo>
                    <a:pt x="3201550" y="2072028"/>
                  </a:lnTo>
                  <a:lnTo>
                    <a:pt x="3201886" y="2072434"/>
                  </a:lnTo>
                  <a:lnTo>
                    <a:pt x="3202223" y="2072954"/>
                  </a:lnTo>
                  <a:lnTo>
                    <a:pt x="3202559" y="2073536"/>
                  </a:lnTo>
                  <a:lnTo>
                    <a:pt x="3202896" y="2074378"/>
                  </a:lnTo>
                  <a:lnTo>
                    <a:pt x="3203232" y="2075408"/>
                  </a:lnTo>
                  <a:lnTo>
                    <a:pt x="3203569" y="2076675"/>
                  </a:lnTo>
                  <a:lnTo>
                    <a:pt x="3203905" y="2078121"/>
                  </a:lnTo>
                  <a:lnTo>
                    <a:pt x="3204242" y="2078897"/>
                  </a:lnTo>
                  <a:lnTo>
                    <a:pt x="3204578" y="2079486"/>
                  </a:lnTo>
                  <a:lnTo>
                    <a:pt x="3204915" y="2080373"/>
                  </a:lnTo>
                  <a:lnTo>
                    <a:pt x="3205251" y="2081509"/>
                  </a:lnTo>
                  <a:lnTo>
                    <a:pt x="3205587" y="2082343"/>
                  </a:lnTo>
                  <a:lnTo>
                    <a:pt x="3205924" y="2082754"/>
                  </a:lnTo>
                  <a:lnTo>
                    <a:pt x="3206260" y="2083037"/>
                  </a:lnTo>
                  <a:lnTo>
                    <a:pt x="3206597" y="2082527"/>
                  </a:lnTo>
                  <a:lnTo>
                    <a:pt x="3206933" y="2081854"/>
                  </a:lnTo>
                  <a:lnTo>
                    <a:pt x="3207270" y="2081092"/>
                  </a:lnTo>
                  <a:lnTo>
                    <a:pt x="3207606" y="2080145"/>
                  </a:lnTo>
                  <a:lnTo>
                    <a:pt x="3207943" y="2079346"/>
                  </a:lnTo>
                  <a:lnTo>
                    <a:pt x="3208279" y="2078277"/>
                  </a:lnTo>
                  <a:lnTo>
                    <a:pt x="3208616" y="2077083"/>
                  </a:lnTo>
                  <a:lnTo>
                    <a:pt x="3208952" y="2076361"/>
                  </a:lnTo>
                  <a:lnTo>
                    <a:pt x="3209289" y="2075976"/>
                  </a:lnTo>
                  <a:lnTo>
                    <a:pt x="3209625" y="2076090"/>
                  </a:lnTo>
                  <a:lnTo>
                    <a:pt x="3209961" y="2076490"/>
                  </a:lnTo>
                  <a:lnTo>
                    <a:pt x="3210298" y="2075778"/>
                  </a:lnTo>
                  <a:lnTo>
                    <a:pt x="3210634" y="2076331"/>
                  </a:lnTo>
                  <a:lnTo>
                    <a:pt x="3210971" y="2077245"/>
                  </a:lnTo>
                  <a:lnTo>
                    <a:pt x="3211307" y="2078658"/>
                  </a:lnTo>
                  <a:lnTo>
                    <a:pt x="3211644" y="2080763"/>
                  </a:lnTo>
                  <a:lnTo>
                    <a:pt x="3211980" y="2083370"/>
                  </a:lnTo>
                  <a:lnTo>
                    <a:pt x="3212317" y="2086562"/>
                  </a:lnTo>
                  <a:lnTo>
                    <a:pt x="3212653" y="2089685"/>
                  </a:lnTo>
                  <a:lnTo>
                    <a:pt x="3212990" y="2092464"/>
                  </a:lnTo>
                  <a:lnTo>
                    <a:pt x="3213326" y="2095346"/>
                  </a:lnTo>
                  <a:lnTo>
                    <a:pt x="3213662" y="2098011"/>
                  </a:lnTo>
                  <a:lnTo>
                    <a:pt x="3213999" y="2100343"/>
                  </a:lnTo>
                  <a:lnTo>
                    <a:pt x="3214335" y="2102351"/>
                  </a:lnTo>
                  <a:lnTo>
                    <a:pt x="3214672" y="2103820"/>
                  </a:lnTo>
                  <a:lnTo>
                    <a:pt x="3215008" y="2104815"/>
                  </a:lnTo>
                  <a:lnTo>
                    <a:pt x="3215345" y="2105892"/>
                  </a:lnTo>
                  <a:lnTo>
                    <a:pt x="3215681" y="2106341"/>
                  </a:lnTo>
                  <a:lnTo>
                    <a:pt x="3216018" y="2106647"/>
                  </a:lnTo>
                  <a:lnTo>
                    <a:pt x="3216354" y="2106339"/>
                  </a:lnTo>
                  <a:lnTo>
                    <a:pt x="3216691" y="2105989"/>
                  </a:lnTo>
                  <a:lnTo>
                    <a:pt x="3217027" y="2105211"/>
                  </a:lnTo>
                  <a:lnTo>
                    <a:pt x="3217364" y="2103531"/>
                  </a:lnTo>
                  <a:lnTo>
                    <a:pt x="3217700" y="2101593"/>
                  </a:lnTo>
                  <a:lnTo>
                    <a:pt x="3218036" y="2099806"/>
                  </a:lnTo>
                  <a:lnTo>
                    <a:pt x="3218373" y="2097989"/>
                  </a:lnTo>
                  <a:lnTo>
                    <a:pt x="3218709" y="2095956"/>
                  </a:lnTo>
                  <a:lnTo>
                    <a:pt x="3219046" y="2093974"/>
                  </a:lnTo>
                  <a:lnTo>
                    <a:pt x="3219382" y="2091850"/>
                  </a:lnTo>
                  <a:lnTo>
                    <a:pt x="3219719" y="2089585"/>
                  </a:lnTo>
                  <a:lnTo>
                    <a:pt x="3220055" y="2087307"/>
                  </a:lnTo>
                  <a:lnTo>
                    <a:pt x="3220392" y="2084692"/>
                  </a:lnTo>
                  <a:lnTo>
                    <a:pt x="3220728" y="2082508"/>
                  </a:lnTo>
                  <a:lnTo>
                    <a:pt x="3221065" y="2080647"/>
                  </a:lnTo>
                  <a:lnTo>
                    <a:pt x="3221401" y="2078563"/>
                  </a:lnTo>
                  <a:lnTo>
                    <a:pt x="3221738" y="2076802"/>
                  </a:lnTo>
                  <a:lnTo>
                    <a:pt x="3222074" y="2075105"/>
                  </a:lnTo>
                  <a:lnTo>
                    <a:pt x="3222410" y="2073616"/>
                  </a:lnTo>
                  <a:lnTo>
                    <a:pt x="3222747" y="2072626"/>
                  </a:lnTo>
                  <a:lnTo>
                    <a:pt x="3223083" y="2071873"/>
                  </a:lnTo>
                  <a:lnTo>
                    <a:pt x="3223420" y="2070772"/>
                  </a:lnTo>
                  <a:lnTo>
                    <a:pt x="3223756" y="2070198"/>
                  </a:lnTo>
                  <a:lnTo>
                    <a:pt x="3224093" y="2069880"/>
                  </a:lnTo>
                  <a:lnTo>
                    <a:pt x="3224429" y="2069717"/>
                  </a:lnTo>
                  <a:lnTo>
                    <a:pt x="3224766" y="2069825"/>
                  </a:lnTo>
                  <a:lnTo>
                    <a:pt x="3225102" y="2070630"/>
                  </a:lnTo>
                  <a:lnTo>
                    <a:pt x="3225439" y="2072331"/>
                  </a:lnTo>
                  <a:lnTo>
                    <a:pt x="3225775" y="2074693"/>
                  </a:lnTo>
                  <a:lnTo>
                    <a:pt x="3226112" y="2077402"/>
                  </a:lnTo>
                  <a:lnTo>
                    <a:pt x="3226448" y="2080776"/>
                  </a:lnTo>
                  <a:lnTo>
                    <a:pt x="3226784" y="2084518"/>
                  </a:lnTo>
                  <a:lnTo>
                    <a:pt x="3227121" y="2087721"/>
                  </a:lnTo>
                  <a:lnTo>
                    <a:pt x="3227457" y="2091304"/>
                  </a:lnTo>
                  <a:lnTo>
                    <a:pt x="3227794" y="2094887"/>
                  </a:lnTo>
                  <a:lnTo>
                    <a:pt x="3228130" y="2098413"/>
                  </a:lnTo>
                  <a:lnTo>
                    <a:pt x="3228467" y="2101985"/>
                  </a:lnTo>
                  <a:lnTo>
                    <a:pt x="3228803" y="2104856"/>
                  </a:lnTo>
                  <a:lnTo>
                    <a:pt x="3229140" y="2107611"/>
                  </a:lnTo>
                  <a:lnTo>
                    <a:pt x="3229476" y="2110777"/>
                  </a:lnTo>
                  <a:lnTo>
                    <a:pt x="3229813" y="2113861"/>
                  </a:lnTo>
                  <a:lnTo>
                    <a:pt x="3230149" y="2116597"/>
                  </a:lnTo>
                  <a:lnTo>
                    <a:pt x="3230486" y="2118993"/>
                  </a:lnTo>
                  <a:lnTo>
                    <a:pt x="3230822" y="2121065"/>
                  </a:lnTo>
                  <a:lnTo>
                    <a:pt x="3231158" y="2122313"/>
                  </a:lnTo>
                  <a:lnTo>
                    <a:pt x="3231495" y="2122566"/>
                  </a:lnTo>
                  <a:lnTo>
                    <a:pt x="3231831" y="2122377"/>
                  </a:lnTo>
                  <a:lnTo>
                    <a:pt x="3232168" y="2122166"/>
                  </a:lnTo>
                  <a:lnTo>
                    <a:pt x="3232504" y="2121840"/>
                  </a:lnTo>
                  <a:lnTo>
                    <a:pt x="3232841" y="2122069"/>
                  </a:lnTo>
                  <a:lnTo>
                    <a:pt x="3233177" y="2122069"/>
                  </a:lnTo>
                  <a:lnTo>
                    <a:pt x="3233514" y="2122146"/>
                  </a:lnTo>
                  <a:lnTo>
                    <a:pt x="3233850" y="2122628"/>
                  </a:lnTo>
                  <a:lnTo>
                    <a:pt x="3234187" y="2122919"/>
                  </a:lnTo>
                  <a:lnTo>
                    <a:pt x="3234523" y="2123302"/>
                  </a:lnTo>
                  <a:lnTo>
                    <a:pt x="3234860" y="2123248"/>
                  </a:lnTo>
                  <a:lnTo>
                    <a:pt x="3235196" y="2123129"/>
                  </a:lnTo>
                  <a:lnTo>
                    <a:pt x="3235532" y="2122227"/>
                  </a:lnTo>
                  <a:lnTo>
                    <a:pt x="3235869" y="2121214"/>
                  </a:lnTo>
                  <a:lnTo>
                    <a:pt x="3236205" y="2120601"/>
                  </a:lnTo>
                  <a:lnTo>
                    <a:pt x="3236542" y="2120513"/>
                  </a:lnTo>
                  <a:lnTo>
                    <a:pt x="3236878" y="2120777"/>
                  </a:lnTo>
                  <a:lnTo>
                    <a:pt x="3237215" y="2120838"/>
                  </a:lnTo>
                  <a:lnTo>
                    <a:pt x="3237551" y="2120855"/>
                  </a:lnTo>
                  <a:lnTo>
                    <a:pt x="3237888" y="2120771"/>
                  </a:lnTo>
                  <a:lnTo>
                    <a:pt x="3238224" y="2120267"/>
                  </a:lnTo>
                  <a:lnTo>
                    <a:pt x="3238561" y="2119622"/>
                  </a:lnTo>
                  <a:lnTo>
                    <a:pt x="3238897" y="2118786"/>
                  </a:lnTo>
                  <a:lnTo>
                    <a:pt x="3239234" y="2117768"/>
                  </a:lnTo>
                  <a:lnTo>
                    <a:pt x="3239570" y="2116624"/>
                  </a:lnTo>
                  <a:lnTo>
                    <a:pt x="3239906" y="2115628"/>
                  </a:lnTo>
                  <a:lnTo>
                    <a:pt x="3240243" y="2114671"/>
                  </a:lnTo>
                  <a:lnTo>
                    <a:pt x="3240579" y="2113949"/>
                  </a:lnTo>
                  <a:lnTo>
                    <a:pt x="3240916" y="2113298"/>
                  </a:lnTo>
                  <a:lnTo>
                    <a:pt x="3241252" y="2112766"/>
                  </a:lnTo>
                  <a:lnTo>
                    <a:pt x="3241589" y="2111943"/>
                  </a:lnTo>
                  <a:lnTo>
                    <a:pt x="3241925" y="2110905"/>
                  </a:lnTo>
                  <a:lnTo>
                    <a:pt x="3242262" y="2109756"/>
                  </a:lnTo>
                  <a:lnTo>
                    <a:pt x="3242598" y="2108458"/>
                  </a:lnTo>
                  <a:lnTo>
                    <a:pt x="3242935" y="2106752"/>
                  </a:lnTo>
                  <a:lnTo>
                    <a:pt x="3243271" y="2105058"/>
                  </a:lnTo>
                  <a:lnTo>
                    <a:pt x="3243608" y="2103288"/>
                  </a:lnTo>
                  <a:lnTo>
                    <a:pt x="3243944" y="2101036"/>
                  </a:lnTo>
                  <a:lnTo>
                    <a:pt x="3244280" y="2098244"/>
                  </a:lnTo>
                  <a:lnTo>
                    <a:pt x="3244617" y="2095070"/>
                  </a:lnTo>
                  <a:lnTo>
                    <a:pt x="3244953" y="2091513"/>
                  </a:lnTo>
                  <a:lnTo>
                    <a:pt x="3245290" y="2087529"/>
                  </a:lnTo>
                  <a:lnTo>
                    <a:pt x="3245626" y="2083071"/>
                  </a:lnTo>
                  <a:lnTo>
                    <a:pt x="3245963" y="2078359"/>
                  </a:lnTo>
                  <a:lnTo>
                    <a:pt x="3246299" y="2073348"/>
                  </a:lnTo>
                  <a:lnTo>
                    <a:pt x="3246636" y="2068318"/>
                  </a:lnTo>
                  <a:lnTo>
                    <a:pt x="3246972" y="2063534"/>
                  </a:lnTo>
                  <a:lnTo>
                    <a:pt x="3247309" y="2058693"/>
                  </a:lnTo>
                  <a:lnTo>
                    <a:pt x="3247645" y="2053913"/>
                  </a:lnTo>
                  <a:lnTo>
                    <a:pt x="3247981" y="2049447"/>
                  </a:lnTo>
                  <a:lnTo>
                    <a:pt x="3248318" y="2044799"/>
                  </a:lnTo>
                  <a:lnTo>
                    <a:pt x="3248654" y="2040144"/>
                  </a:lnTo>
                  <a:lnTo>
                    <a:pt x="3248991" y="2035641"/>
                  </a:lnTo>
                  <a:lnTo>
                    <a:pt x="3249327" y="2031329"/>
                  </a:lnTo>
                  <a:lnTo>
                    <a:pt x="3249664" y="2027487"/>
                  </a:lnTo>
                  <a:lnTo>
                    <a:pt x="3250000" y="2023731"/>
                  </a:lnTo>
                  <a:lnTo>
                    <a:pt x="3250337" y="2019959"/>
                  </a:lnTo>
                  <a:lnTo>
                    <a:pt x="3250673" y="2016269"/>
                  </a:lnTo>
                  <a:lnTo>
                    <a:pt x="3251010" y="2012947"/>
                  </a:lnTo>
                  <a:lnTo>
                    <a:pt x="3251346" y="2009864"/>
                  </a:lnTo>
                  <a:lnTo>
                    <a:pt x="3251683" y="2007200"/>
                  </a:lnTo>
                  <a:lnTo>
                    <a:pt x="3252019" y="2004178"/>
                  </a:lnTo>
                  <a:lnTo>
                    <a:pt x="3252355" y="2001122"/>
                  </a:lnTo>
                  <a:lnTo>
                    <a:pt x="3252692" y="1997950"/>
                  </a:lnTo>
                  <a:lnTo>
                    <a:pt x="3253028" y="1995373"/>
                  </a:lnTo>
                  <a:lnTo>
                    <a:pt x="3253365" y="1994037"/>
                  </a:lnTo>
                  <a:lnTo>
                    <a:pt x="3253701" y="1993113"/>
                  </a:lnTo>
                  <a:lnTo>
                    <a:pt x="3254038" y="1992695"/>
                  </a:lnTo>
                  <a:lnTo>
                    <a:pt x="3254374" y="1992650"/>
                  </a:lnTo>
                  <a:lnTo>
                    <a:pt x="3254711" y="1992755"/>
                  </a:lnTo>
                  <a:lnTo>
                    <a:pt x="3255047" y="1992877"/>
                  </a:lnTo>
                  <a:lnTo>
                    <a:pt x="3255384" y="1993108"/>
                  </a:lnTo>
                  <a:lnTo>
                    <a:pt x="3255720" y="1993251"/>
                  </a:lnTo>
                  <a:lnTo>
                    <a:pt x="3256057" y="1993090"/>
                  </a:lnTo>
                  <a:lnTo>
                    <a:pt x="3256393" y="1992383"/>
                  </a:lnTo>
                  <a:lnTo>
                    <a:pt x="3256729" y="1991512"/>
                  </a:lnTo>
                  <a:lnTo>
                    <a:pt x="3257066" y="1991036"/>
                  </a:lnTo>
                  <a:lnTo>
                    <a:pt x="3257402" y="1990554"/>
                  </a:lnTo>
                  <a:lnTo>
                    <a:pt x="3257739" y="1989982"/>
                  </a:lnTo>
                  <a:lnTo>
                    <a:pt x="3258075" y="1989693"/>
                  </a:lnTo>
                  <a:lnTo>
                    <a:pt x="3258412" y="1989523"/>
                  </a:lnTo>
                  <a:lnTo>
                    <a:pt x="3258748" y="1989299"/>
                  </a:lnTo>
                  <a:lnTo>
                    <a:pt x="3259085" y="1989376"/>
                  </a:lnTo>
                  <a:lnTo>
                    <a:pt x="3259421" y="1989202"/>
                  </a:lnTo>
                  <a:lnTo>
                    <a:pt x="3259758" y="1989060"/>
                  </a:lnTo>
                  <a:lnTo>
                    <a:pt x="3260094" y="1988693"/>
                  </a:lnTo>
                  <a:lnTo>
                    <a:pt x="3260431" y="1988021"/>
                  </a:lnTo>
                  <a:lnTo>
                    <a:pt x="3260767" y="1986975"/>
                  </a:lnTo>
                  <a:lnTo>
                    <a:pt x="3261103" y="1985442"/>
                  </a:lnTo>
                  <a:lnTo>
                    <a:pt x="3261440" y="1984280"/>
                  </a:lnTo>
                  <a:lnTo>
                    <a:pt x="3261776" y="1982511"/>
                  </a:lnTo>
                  <a:lnTo>
                    <a:pt x="3262113" y="1980590"/>
                  </a:lnTo>
                  <a:lnTo>
                    <a:pt x="3262449" y="1978587"/>
                  </a:lnTo>
                  <a:lnTo>
                    <a:pt x="3262786" y="1976876"/>
                  </a:lnTo>
                  <a:lnTo>
                    <a:pt x="3263122" y="1974747"/>
                  </a:lnTo>
                  <a:lnTo>
                    <a:pt x="3263459" y="1972054"/>
                  </a:lnTo>
                  <a:lnTo>
                    <a:pt x="3263795" y="1969437"/>
                  </a:lnTo>
                  <a:lnTo>
                    <a:pt x="3264132" y="1966490"/>
                  </a:lnTo>
                  <a:lnTo>
                    <a:pt x="3264468" y="1963611"/>
                  </a:lnTo>
                  <a:lnTo>
                    <a:pt x="3264805" y="1960740"/>
                  </a:lnTo>
                  <a:lnTo>
                    <a:pt x="3265141" y="1958206"/>
                  </a:lnTo>
                  <a:lnTo>
                    <a:pt x="3265477" y="1955374"/>
                  </a:lnTo>
                  <a:lnTo>
                    <a:pt x="3265814" y="1952377"/>
                  </a:lnTo>
                  <a:lnTo>
                    <a:pt x="3266150" y="1949463"/>
                  </a:lnTo>
                  <a:lnTo>
                    <a:pt x="3266487" y="1946637"/>
                  </a:lnTo>
                  <a:lnTo>
                    <a:pt x="3266823" y="1943782"/>
                  </a:lnTo>
                  <a:lnTo>
                    <a:pt x="3267160" y="1940761"/>
                  </a:lnTo>
                  <a:lnTo>
                    <a:pt x="3267496" y="1937768"/>
                  </a:lnTo>
                  <a:lnTo>
                    <a:pt x="3267833" y="1934933"/>
                  </a:lnTo>
                  <a:lnTo>
                    <a:pt x="3268169" y="1932554"/>
                  </a:lnTo>
                  <a:lnTo>
                    <a:pt x="3268506" y="1929728"/>
                  </a:lnTo>
                  <a:lnTo>
                    <a:pt x="3268842" y="1927531"/>
                  </a:lnTo>
                  <a:lnTo>
                    <a:pt x="3269179" y="1925120"/>
                  </a:lnTo>
                  <a:lnTo>
                    <a:pt x="3269515" y="1921993"/>
                  </a:lnTo>
                  <a:lnTo>
                    <a:pt x="3269851" y="1919538"/>
                  </a:lnTo>
                  <a:lnTo>
                    <a:pt x="3270188" y="1916694"/>
                  </a:lnTo>
                  <a:lnTo>
                    <a:pt x="3270524" y="1914005"/>
                  </a:lnTo>
                  <a:lnTo>
                    <a:pt x="3270861" y="1911212"/>
                  </a:lnTo>
                  <a:lnTo>
                    <a:pt x="3271197" y="1907965"/>
                  </a:lnTo>
                  <a:lnTo>
                    <a:pt x="3271534" y="1904337"/>
                  </a:lnTo>
                  <a:lnTo>
                    <a:pt x="3271870" y="1900709"/>
                  </a:lnTo>
                  <a:lnTo>
                    <a:pt x="3272207" y="1896373"/>
                  </a:lnTo>
                  <a:lnTo>
                    <a:pt x="3272543" y="1892020"/>
                  </a:lnTo>
                  <a:lnTo>
                    <a:pt x="3272880" y="1887681"/>
                  </a:lnTo>
                  <a:lnTo>
                    <a:pt x="3273216" y="1882485"/>
                  </a:lnTo>
                  <a:lnTo>
                    <a:pt x="3273553" y="1877389"/>
                  </a:lnTo>
                  <a:lnTo>
                    <a:pt x="3273889" y="1872837"/>
                  </a:lnTo>
                  <a:lnTo>
                    <a:pt x="3274225" y="1867753"/>
                  </a:lnTo>
                  <a:lnTo>
                    <a:pt x="3274562" y="1862927"/>
                  </a:lnTo>
                  <a:lnTo>
                    <a:pt x="3274898" y="1858344"/>
                  </a:lnTo>
                  <a:lnTo>
                    <a:pt x="3275235" y="1853322"/>
                  </a:lnTo>
                  <a:lnTo>
                    <a:pt x="3275571" y="1848494"/>
                  </a:lnTo>
                  <a:lnTo>
                    <a:pt x="3275908" y="1843842"/>
                  </a:lnTo>
                  <a:lnTo>
                    <a:pt x="3276244" y="1839317"/>
                  </a:lnTo>
                  <a:lnTo>
                    <a:pt x="3276581" y="1834446"/>
                  </a:lnTo>
                  <a:lnTo>
                    <a:pt x="3276917" y="1830031"/>
                  </a:lnTo>
                  <a:lnTo>
                    <a:pt x="3277254" y="1825893"/>
                  </a:lnTo>
                  <a:lnTo>
                    <a:pt x="3277590" y="1822786"/>
                  </a:lnTo>
                  <a:lnTo>
                    <a:pt x="3277927" y="1819665"/>
                  </a:lnTo>
                  <a:lnTo>
                    <a:pt x="3278263" y="1816767"/>
                  </a:lnTo>
                  <a:lnTo>
                    <a:pt x="3278599" y="1814397"/>
                  </a:lnTo>
                  <a:lnTo>
                    <a:pt x="3278936" y="1811774"/>
                  </a:lnTo>
                  <a:lnTo>
                    <a:pt x="3279272" y="1808959"/>
                  </a:lnTo>
                  <a:lnTo>
                    <a:pt x="3279609" y="1806399"/>
                  </a:lnTo>
                  <a:lnTo>
                    <a:pt x="3279945" y="1804044"/>
                  </a:lnTo>
                  <a:lnTo>
                    <a:pt x="3280282" y="1802274"/>
                  </a:lnTo>
                  <a:lnTo>
                    <a:pt x="3280618" y="1800475"/>
                  </a:lnTo>
                  <a:lnTo>
                    <a:pt x="3280955" y="1798793"/>
                  </a:lnTo>
                  <a:lnTo>
                    <a:pt x="3281291" y="1797004"/>
                  </a:lnTo>
                  <a:lnTo>
                    <a:pt x="3281628" y="1795199"/>
                  </a:lnTo>
                  <a:lnTo>
                    <a:pt x="3281964" y="1793210"/>
                  </a:lnTo>
                  <a:lnTo>
                    <a:pt x="3282300" y="1791389"/>
                  </a:lnTo>
                  <a:lnTo>
                    <a:pt x="3282637" y="1789619"/>
                  </a:lnTo>
                  <a:lnTo>
                    <a:pt x="3282973" y="1787837"/>
                  </a:lnTo>
                  <a:lnTo>
                    <a:pt x="3283310" y="1785544"/>
                  </a:lnTo>
                  <a:lnTo>
                    <a:pt x="3283646" y="1783024"/>
                  </a:lnTo>
                  <a:lnTo>
                    <a:pt x="3283983" y="1780376"/>
                  </a:lnTo>
                  <a:lnTo>
                    <a:pt x="3284319" y="1777892"/>
                  </a:lnTo>
                  <a:lnTo>
                    <a:pt x="3284656" y="1774972"/>
                  </a:lnTo>
                  <a:lnTo>
                    <a:pt x="3284992" y="1771942"/>
                  </a:lnTo>
                  <a:lnTo>
                    <a:pt x="3285329" y="1768291"/>
                  </a:lnTo>
                  <a:lnTo>
                    <a:pt x="3285665" y="1764537"/>
                  </a:lnTo>
                  <a:lnTo>
                    <a:pt x="3286002" y="1760960"/>
                  </a:lnTo>
                  <a:lnTo>
                    <a:pt x="3286338" y="1757077"/>
                  </a:lnTo>
                  <a:lnTo>
                    <a:pt x="3286674" y="1753168"/>
                  </a:lnTo>
                  <a:lnTo>
                    <a:pt x="3287011" y="1749633"/>
                  </a:lnTo>
                  <a:lnTo>
                    <a:pt x="3287347" y="1745598"/>
                  </a:lnTo>
                  <a:lnTo>
                    <a:pt x="3287684" y="1741487"/>
                  </a:lnTo>
                  <a:lnTo>
                    <a:pt x="3288020" y="1737331"/>
                  </a:lnTo>
                  <a:lnTo>
                    <a:pt x="3288357" y="1732784"/>
                  </a:lnTo>
                  <a:lnTo>
                    <a:pt x="3288693" y="1728976"/>
                  </a:lnTo>
                  <a:lnTo>
                    <a:pt x="3289030" y="1724752"/>
                  </a:lnTo>
                  <a:lnTo>
                    <a:pt x="3289366" y="1721024"/>
                  </a:lnTo>
                  <a:lnTo>
                    <a:pt x="3289703" y="1716922"/>
                  </a:lnTo>
                  <a:lnTo>
                    <a:pt x="3290039" y="1712944"/>
                  </a:lnTo>
                  <a:lnTo>
                    <a:pt x="3290376" y="1709042"/>
                  </a:lnTo>
                  <a:lnTo>
                    <a:pt x="3290712" y="1705127"/>
                  </a:lnTo>
                  <a:lnTo>
                    <a:pt x="3291048" y="1700577"/>
                  </a:lnTo>
                  <a:lnTo>
                    <a:pt x="3291385" y="1696337"/>
                  </a:lnTo>
                  <a:lnTo>
                    <a:pt x="3291721" y="1692331"/>
                  </a:lnTo>
                  <a:lnTo>
                    <a:pt x="3292058" y="1688292"/>
                  </a:lnTo>
                  <a:lnTo>
                    <a:pt x="3292394" y="1683576"/>
                  </a:lnTo>
                  <a:lnTo>
                    <a:pt x="3292731" y="1678477"/>
                  </a:lnTo>
                  <a:lnTo>
                    <a:pt x="3293067" y="1672756"/>
                  </a:lnTo>
                  <a:lnTo>
                    <a:pt x="3293404" y="1665785"/>
                  </a:lnTo>
                  <a:lnTo>
                    <a:pt x="3293740" y="1658676"/>
                  </a:lnTo>
                  <a:lnTo>
                    <a:pt x="3294077" y="1651046"/>
                  </a:lnTo>
                  <a:lnTo>
                    <a:pt x="3294413" y="1643673"/>
                  </a:lnTo>
                  <a:lnTo>
                    <a:pt x="3294750" y="1636720"/>
                  </a:lnTo>
                  <a:lnTo>
                    <a:pt x="3295086" y="1630213"/>
                  </a:lnTo>
                  <a:lnTo>
                    <a:pt x="3295422" y="1624657"/>
                  </a:lnTo>
                  <a:lnTo>
                    <a:pt x="3295759" y="1620218"/>
                  </a:lnTo>
                  <a:lnTo>
                    <a:pt x="3296095" y="1617585"/>
                  </a:lnTo>
                  <a:lnTo>
                    <a:pt x="3296432" y="1615641"/>
                  </a:lnTo>
                  <a:lnTo>
                    <a:pt x="3296768" y="1614110"/>
                  </a:lnTo>
                  <a:lnTo>
                    <a:pt x="3297105" y="1612970"/>
                  </a:lnTo>
                  <a:lnTo>
                    <a:pt x="3297441" y="1611960"/>
                  </a:lnTo>
                  <a:lnTo>
                    <a:pt x="3297778" y="1611102"/>
                  </a:lnTo>
                  <a:lnTo>
                    <a:pt x="3298114" y="1611140"/>
                  </a:lnTo>
                  <a:lnTo>
                    <a:pt x="3298451" y="1611875"/>
                  </a:lnTo>
                  <a:lnTo>
                    <a:pt x="3298787" y="1613186"/>
                  </a:lnTo>
                  <a:lnTo>
                    <a:pt x="3299124" y="1615077"/>
                  </a:lnTo>
                  <a:lnTo>
                    <a:pt x="3299460" y="1617250"/>
                  </a:lnTo>
                  <a:lnTo>
                    <a:pt x="3299796" y="1619237"/>
                  </a:lnTo>
                  <a:lnTo>
                    <a:pt x="3300133" y="1621302"/>
                  </a:lnTo>
                  <a:lnTo>
                    <a:pt x="3300469" y="1623014"/>
                  </a:lnTo>
                  <a:lnTo>
                    <a:pt x="3300806" y="1624071"/>
                  </a:lnTo>
                  <a:lnTo>
                    <a:pt x="3301142" y="1623665"/>
                  </a:lnTo>
                  <a:lnTo>
                    <a:pt x="3301479" y="1622896"/>
                  </a:lnTo>
                  <a:lnTo>
                    <a:pt x="3301815" y="1622013"/>
                  </a:lnTo>
                  <a:lnTo>
                    <a:pt x="3302152" y="1620519"/>
                  </a:lnTo>
                  <a:lnTo>
                    <a:pt x="3302488" y="1619111"/>
                  </a:lnTo>
                  <a:lnTo>
                    <a:pt x="3302825" y="1618106"/>
                  </a:lnTo>
                  <a:lnTo>
                    <a:pt x="3303161" y="1616805"/>
                  </a:lnTo>
                  <a:lnTo>
                    <a:pt x="3303498" y="1615066"/>
                  </a:lnTo>
                  <a:lnTo>
                    <a:pt x="3303834" y="1612705"/>
                  </a:lnTo>
                  <a:lnTo>
                    <a:pt x="3304170" y="1609773"/>
                  </a:lnTo>
                  <a:lnTo>
                    <a:pt x="3304507" y="1606409"/>
                  </a:lnTo>
                  <a:lnTo>
                    <a:pt x="3304843" y="1602569"/>
                  </a:lnTo>
                  <a:lnTo>
                    <a:pt x="3305180" y="1597976"/>
                  </a:lnTo>
                  <a:lnTo>
                    <a:pt x="3305516" y="1593325"/>
                  </a:lnTo>
                  <a:lnTo>
                    <a:pt x="3305853" y="1588550"/>
                  </a:lnTo>
                  <a:lnTo>
                    <a:pt x="3306189" y="1584322"/>
                  </a:lnTo>
                  <a:lnTo>
                    <a:pt x="3306526" y="1579210"/>
                  </a:lnTo>
                  <a:lnTo>
                    <a:pt x="3306862" y="1574410"/>
                  </a:lnTo>
                  <a:lnTo>
                    <a:pt x="3307199" y="1570127"/>
                  </a:lnTo>
                  <a:lnTo>
                    <a:pt x="3307535" y="1565883"/>
                  </a:lnTo>
                  <a:lnTo>
                    <a:pt x="3307872" y="1561718"/>
                  </a:lnTo>
                  <a:lnTo>
                    <a:pt x="3308208" y="1557776"/>
                  </a:lnTo>
                  <a:lnTo>
                    <a:pt x="3308544" y="1553967"/>
                  </a:lnTo>
                  <a:lnTo>
                    <a:pt x="3308881" y="1550522"/>
                  </a:lnTo>
                  <a:lnTo>
                    <a:pt x="3309217" y="1547496"/>
                  </a:lnTo>
                  <a:lnTo>
                    <a:pt x="3309554" y="1544262"/>
                  </a:lnTo>
                  <a:lnTo>
                    <a:pt x="3309890" y="1541453"/>
                  </a:lnTo>
                  <a:lnTo>
                    <a:pt x="3310227" y="1539548"/>
                  </a:lnTo>
                  <a:lnTo>
                    <a:pt x="3310563" y="1537391"/>
                  </a:lnTo>
                  <a:lnTo>
                    <a:pt x="3310900" y="1535547"/>
                  </a:lnTo>
                  <a:lnTo>
                    <a:pt x="3311236" y="1534568"/>
                  </a:lnTo>
                  <a:lnTo>
                    <a:pt x="3311573" y="1534389"/>
                  </a:lnTo>
                  <a:lnTo>
                    <a:pt x="3311909" y="1534123"/>
                  </a:lnTo>
                  <a:lnTo>
                    <a:pt x="3312246" y="1533107"/>
                  </a:lnTo>
                  <a:lnTo>
                    <a:pt x="3312582" y="1531298"/>
                  </a:lnTo>
                  <a:lnTo>
                    <a:pt x="3312918" y="1527872"/>
                  </a:lnTo>
                  <a:lnTo>
                    <a:pt x="3313255" y="1524165"/>
                  </a:lnTo>
                  <a:lnTo>
                    <a:pt x="3313591" y="1520428"/>
                  </a:lnTo>
                  <a:lnTo>
                    <a:pt x="3313928" y="1516221"/>
                  </a:lnTo>
                  <a:lnTo>
                    <a:pt x="3314264" y="1511416"/>
                  </a:lnTo>
                  <a:lnTo>
                    <a:pt x="3314601" y="1506322"/>
                  </a:lnTo>
                  <a:lnTo>
                    <a:pt x="3314937" y="1501083"/>
                  </a:lnTo>
                  <a:lnTo>
                    <a:pt x="3315274" y="1495906"/>
                  </a:lnTo>
                  <a:lnTo>
                    <a:pt x="3315610" y="1491240"/>
                  </a:lnTo>
                  <a:lnTo>
                    <a:pt x="3315947" y="1486650"/>
                  </a:lnTo>
                  <a:lnTo>
                    <a:pt x="3316283" y="1481417"/>
                  </a:lnTo>
                  <a:lnTo>
                    <a:pt x="3316619" y="1475757"/>
                  </a:lnTo>
                  <a:lnTo>
                    <a:pt x="3316956" y="1469573"/>
                  </a:lnTo>
                  <a:lnTo>
                    <a:pt x="3317292" y="1463808"/>
                  </a:lnTo>
                  <a:lnTo>
                    <a:pt x="3317629" y="1458281"/>
                  </a:lnTo>
                  <a:lnTo>
                    <a:pt x="3317965" y="1453606"/>
                  </a:lnTo>
                  <a:lnTo>
                    <a:pt x="3318302" y="1448869"/>
                  </a:lnTo>
                  <a:lnTo>
                    <a:pt x="3318638" y="1445813"/>
                  </a:lnTo>
                  <a:lnTo>
                    <a:pt x="3318975" y="1442893"/>
                  </a:lnTo>
                  <a:lnTo>
                    <a:pt x="3319311" y="1440574"/>
                  </a:lnTo>
                  <a:lnTo>
                    <a:pt x="3319648" y="1438803"/>
                  </a:lnTo>
                  <a:lnTo>
                    <a:pt x="3319984" y="1437648"/>
                  </a:lnTo>
                  <a:lnTo>
                    <a:pt x="3320321" y="1435708"/>
                  </a:lnTo>
                  <a:lnTo>
                    <a:pt x="3320657" y="1432442"/>
                  </a:lnTo>
                  <a:lnTo>
                    <a:pt x="3320993" y="1428662"/>
                  </a:lnTo>
                  <a:lnTo>
                    <a:pt x="3321330" y="1424923"/>
                  </a:lnTo>
                  <a:lnTo>
                    <a:pt x="3321666" y="1421357"/>
                  </a:lnTo>
                  <a:lnTo>
                    <a:pt x="3322003" y="1418335"/>
                  </a:lnTo>
                  <a:lnTo>
                    <a:pt x="3322339" y="1415465"/>
                  </a:lnTo>
                  <a:lnTo>
                    <a:pt x="3322676" y="1412393"/>
                  </a:lnTo>
                  <a:lnTo>
                    <a:pt x="3323012" y="1409312"/>
                  </a:lnTo>
                  <a:lnTo>
                    <a:pt x="3323349" y="1406798"/>
                  </a:lnTo>
                  <a:lnTo>
                    <a:pt x="3323685" y="1403878"/>
                  </a:lnTo>
                  <a:lnTo>
                    <a:pt x="3324022" y="1400909"/>
                  </a:lnTo>
                  <a:lnTo>
                    <a:pt x="3324358" y="1397933"/>
                  </a:lnTo>
                  <a:lnTo>
                    <a:pt x="3324695" y="1394991"/>
                  </a:lnTo>
                  <a:lnTo>
                    <a:pt x="3325031" y="1391863"/>
                  </a:lnTo>
                  <a:lnTo>
                    <a:pt x="3325367" y="1388672"/>
                  </a:lnTo>
                  <a:lnTo>
                    <a:pt x="3325704" y="1385345"/>
                  </a:lnTo>
                  <a:lnTo>
                    <a:pt x="3326040" y="1382037"/>
                  </a:lnTo>
                  <a:lnTo>
                    <a:pt x="3326377" y="1378566"/>
                  </a:lnTo>
                  <a:lnTo>
                    <a:pt x="3326713" y="1374728"/>
                  </a:lnTo>
                  <a:lnTo>
                    <a:pt x="3327050" y="1370579"/>
                  </a:lnTo>
                  <a:lnTo>
                    <a:pt x="3327386" y="1366410"/>
                  </a:lnTo>
                  <a:lnTo>
                    <a:pt x="3327723" y="1362203"/>
                  </a:lnTo>
                  <a:lnTo>
                    <a:pt x="3328059" y="1358392"/>
                  </a:lnTo>
                  <a:lnTo>
                    <a:pt x="3328396" y="1353845"/>
                  </a:lnTo>
                  <a:lnTo>
                    <a:pt x="3328732" y="1348905"/>
                  </a:lnTo>
                  <a:lnTo>
                    <a:pt x="3329069" y="1345140"/>
                  </a:lnTo>
                  <a:lnTo>
                    <a:pt x="3329405" y="1341266"/>
                  </a:lnTo>
                  <a:lnTo>
                    <a:pt x="3329741" y="1337807"/>
                  </a:lnTo>
                  <a:lnTo>
                    <a:pt x="3330078" y="1334279"/>
                  </a:lnTo>
                  <a:lnTo>
                    <a:pt x="3330414" y="1330253"/>
                  </a:lnTo>
                  <a:lnTo>
                    <a:pt x="3330751" y="1327014"/>
                  </a:lnTo>
                  <a:lnTo>
                    <a:pt x="3331087" y="1323394"/>
                  </a:lnTo>
                  <a:lnTo>
                    <a:pt x="3331424" y="1320771"/>
                  </a:lnTo>
                  <a:lnTo>
                    <a:pt x="3331760" y="1318045"/>
                  </a:lnTo>
                  <a:lnTo>
                    <a:pt x="3332097" y="1315997"/>
                  </a:lnTo>
                  <a:lnTo>
                    <a:pt x="3332433" y="1314196"/>
                  </a:lnTo>
                  <a:lnTo>
                    <a:pt x="3332770" y="1312599"/>
                  </a:lnTo>
                  <a:lnTo>
                    <a:pt x="3333106" y="1311098"/>
                  </a:lnTo>
                  <a:lnTo>
                    <a:pt x="3333443" y="1310165"/>
                  </a:lnTo>
                  <a:lnTo>
                    <a:pt x="3333779" y="1308908"/>
                  </a:lnTo>
                  <a:lnTo>
                    <a:pt x="3334115" y="1307838"/>
                  </a:lnTo>
                  <a:lnTo>
                    <a:pt x="3334452" y="1306964"/>
                  </a:lnTo>
                  <a:lnTo>
                    <a:pt x="3334788" y="1306340"/>
                  </a:lnTo>
                  <a:lnTo>
                    <a:pt x="3335125" y="1305815"/>
                  </a:lnTo>
                  <a:lnTo>
                    <a:pt x="3335461" y="1305373"/>
                  </a:lnTo>
                  <a:lnTo>
                    <a:pt x="3335798" y="1305017"/>
                  </a:lnTo>
                  <a:lnTo>
                    <a:pt x="3336134" y="1304234"/>
                  </a:lnTo>
                  <a:lnTo>
                    <a:pt x="3336471" y="1303677"/>
                  </a:lnTo>
                  <a:lnTo>
                    <a:pt x="3336807" y="1303396"/>
                  </a:lnTo>
                  <a:lnTo>
                    <a:pt x="3337144" y="1302663"/>
                  </a:lnTo>
                  <a:lnTo>
                    <a:pt x="3337480" y="1301241"/>
                  </a:lnTo>
                  <a:lnTo>
                    <a:pt x="3337817" y="1300065"/>
                  </a:lnTo>
                  <a:lnTo>
                    <a:pt x="3338153" y="1298519"/>
                  </a:lnTo>
                  <a:lnTo>
                    <a:pt x="3338489" y="1296673"/>
                  </a:lnTo>
                  <a:lnTo>
                    <a:pt x="3338826" y="1295452"/>
                  </a:lnTo>
                  <a:lnTo>
                    <a:pt x="3339162" y="1293811"/>
                  </a:lnTo>
                  <a:lnTo>
                    <a:pt x="3339499" y="1292548"/>
                  </a:lnTo>
                  <a:lnTo>
                    <a:pt x="3339835" y="1291331"/>
                  </a:lnTo>
                  <a:lnTo>
                    <a:pt x="3340172" y="1290044"/>
                  </a:lnTo>
                  <a:lnTo>
                    <a:pt x="3340508" y="1289651"/>
                  </a:lnTo>
                  <a:lnTo>
                    <a:pt x="3340845" y="1289832"/>
                  </a:lnTo>
                  <a:lnTo>
                    <a:pt x="3341181" y="1289521"/>
                  </a:lnTo>
                  <a:lnTo>
                    <a:pt x="3341518" y="1290073"/>
                  </a:lnTo>
                  <a:lnTo>
                    <a:pt x="3341854" y="1290360"/>
                  </a:lnTo>
                  <a:lnTo>
                    <a:pt x="3342191" y="1290101"/>
                  </a:lnTo>
                  <a:lnTo>
                    <a:pt x="3342527" y="1291492"/>
                  </a:lnTo>
                  <a:lnTo>
                    <a:pt x="3342863" y="1292420"/>
                  </a:lnTo>
                  <a:lnTo>
                    <a:pt x="3343200" y="1293805"/>
                  </a:lnTo>
                  <a:lnTo>
                    <a:pt x="3343536" y="1295051"/>
                  </a:lnTo>
                  <a:lnTo>
                    <a:pt x="3343873" y="1296610"/>
                  </a:lnTo>
                  <a:lnTo>
                    <a:pt x="3344209" y="1297726"/>
                  </a:lnTo>
                  <a:lnTo>
                    <a:pt x="3344546" y="1298989"/>
                  </a:lnTo>
                  <a:lnTo>
                    <a:pt x="3344882" y="1300696"/>
                  </a:lnTo>
                  <a:lnTo>
                    <a:pt x="3345219" y="1301444"/>
                  </a:lnTo>
                  <a:lnTo>
                    <a:pt x="3345555" y="1302261"/>
                  </a:lnTo>
                  <a:lnTo>
                    <a:pt x="3345892" y="1302567"/>
                  </a:lnTo>
                  <a:lnTo>
                    <a:pt x="3346228" y="1302973"/>
                  </a:lnTo>
                  <a:lnTo>
                    <a:pt x="3346564" y="1303475"/>
                  </a:lnTo>
                  <a:lnTo>
                    <a:pt x="3346901" y="1304069"/>
                  </a:lnTo>
                  <a:lnTo>
                    <a:pt x="3347237" y="1305062"/>
                  </a:lnTo>
                  <a:lnTo>
                    <a:pt x="3347574" y="1306087"/>
                  </a:lnTo>
                  <a:lnTo>
                    <a:pt x="3347910" y="1307268"/>
                  </a:lnTo>
                  <a:lnTo>
                    <a:pt x="3348247" y="1308820"/>
                  </a:lnTo>
                  <a:lnTo>
                    <a:pt x="3348583" y="1310427"/>
                  </a:lnTo>
                  <a:lnTo>
                    <a:pt x="3348920" y="1311950"/>
                  </a:lnTo>
                  <a:lnTo>
                    <a:pt x="3349256" y="1313742"/>
                  </a:lnTo>
                  <a:lnTo>
                    <a:pt x="3349593" y="1315087"/>
                  </a:lnTo>
                  <a:lnTo>
                    <a:pt x="3349929" y="1316630"/>
                  </a:lnTo>
                  <a:lnTo>
                    <a:pt x="3350266" y="1318499"/>
                  </a:lnTo>
                  <a:lnTo>
                    <a:pt x="3350602" y="1321053"/>
                  </a:lnTo>
                  <a:lnTo>
                    <a:pt x="3350938" y="1323988"/>
                  </a:lnTo>
                  <a:lnTo>
                    <a:pt x="3351275" y="1326995"/>
                  </a:lnTo>
                  <a:lnTo>
                    <a:pt x="3351611" y="1329926"/>
                  </a:lnTo>
                  <a:lnTo>
                    <a:pt x="3351948" y="1332908"/>
                  </a:lnTo>
                  <a:lnTo>
                    <a:pt x="3352284" y="1335712"/>
                  </a:lnTo>
                  <a:lnTo>
                    <a:pt x="3352621" y="1338140"/>
                  </a:lnTo>
                  <a:lnTo>
                    <a:pt x="3352957" y="1340513"/>
                  </a:lnTo>
                  <a:lnTo>
                    <a:pt x="3353294" y="1342687"/>
                  </a:lnTo>
                  <a:lnTo>
                    <a:pt x="3353630" y="1345298"/>
                  </a:lnTo>
                  <a:lnTo>
                    <a:pt x="3353967" y="1348284"/>
                  </a:lnTo>
                  <a:lnTo>
                    <a:pt x="3354303" y="1350966"/>
                  </a:lnTo>
                  <a:lnTo>
                    <a:pt x="3354640" y="1354524"/>
                  </a:lnTo>
                  <a:lnTo>
                    <a:pt x="3354976" y="1358269"/>
                  </a:lnTo>
                  <a:lnTo>
                    <a:pt x="3355312" y="1361753"/>
                  </a:lnTo>
                  <a:lnTo>
                    <a:pt x="3355649" y="1365498"/>
                  </a:lnTo>
                  <a:lnTo>
                    <a:pt x="3355985" y="1368961"/>
                  </a:lnTo>
                  <a:lnTo>
                    <a:pt x="3356322" y="1372583"/>
                  </a:lnTo>
                  <a:lnTo>
                    <a:pt x="3356658" y="1375376"/>
                  </a:lnTo>
                  <a:lnTo>
                    <a:pt x="3356995" y="1379007"/>
                  </a:lnTo>
                  <a:lnTo>
                    <a:pt x="3357331" y="1382857"/>
                  </a:lnTo>
                  <a:lnTo>
                    <a:pt x="3357668" y="1387237"/>
                  </a:lnTo>
                  <a:lnTo>
                    <a:pt x="3358004" y="1391625"/>
                  </a:lnTo>
                  <a:lnTo>
                    <a:pt x="3358341" y="1396436"/>
                  </a:lnTo>
                  <a:lnTo>
                    <a:pt x="3358677" y="1400788"/>
                  </a:lnTo>
                  <a:lnTo>
                    <a:pt x="3359014" y="1404582"/>
                  </a:lnTo>
                  <a:lnTo>
                    <a:pt x="3359350" y="1407701"/>
                  </a:lnTo>
                  <a:lnTo>
                    <a:pt x="3359686" y="1410525"/>
                  </a:lnTo>
                  <a:lnTo>
                    <a:pt x="3360023" y="1412966"/>
                  </a:lnTo>
                  <a:lnTo>
                    <a:pt x="3360359" y="1415498"/>
                  </a:lnTo>
                  <a:lnTo>
                    <a:pt x="3360696" y="1418850"/>
                  </a:lnTo>
                  <a:lnTo>
                    <a:pt x="3361032" y="1421659"/>
                  </a:lnTo>
                  <a:lnTo>
                    <a:pt x="3361369" y="1424254"/>
                  </a:lnTo>
                  <a:lnTo>
                    <a:pt x="3361705" y="1426909"/>
                  </a:lnTo>
                  <a:lnTo>
                    <a:pt x="3362042" y="1429190"/>
                  </a:lnTo>
                  <a:lnTo>
                    <a:pt x="3362378" y="1431004"/>
                  </a:lnTo>
                  <a:lnTo>
                    <a:pt x="3362715" y="1431984"/>
                  </a:lnTo>
                  <a:lnTo>
                    <a:pt x="3363051" y="1431907"/>
                  </a:lnTo>
                  <a:lnTo>
                    <a:pt x="3363388" y="1429986"/>
                  </a:lnTo>
                  <a:lnTo>
                    <a:pt x="3363724" y="1427124"/>
                  </a:lnTo>
                  <a:lnTo>
                    <a:pt x="3364060" y="1423664"/>
                  </a:lnTo>
                  <a:lnTo>
                    <a:pt x="3364397" y="1420549"/>
                  </a:lnTo>
                  <a:lnTo>
                    <a:pt x="3364733" y="1418943"/>
                  </a:lnTo>
                  <a:lnTo>
                    <a:pt x="3365070" y="1417635"/>
                  </a:lnTo>
                  <a:lnTo>
                    <a:pt x="3365406" y="1415603"/>
                  </a:lnTo>
                  <a:lnTo>
                    <a:pt x="3365743" y="1413406"/>
                  </a:lnTo>
                  <a:lnTo>
                    <a:pt x="3366079" y="1410680"/>
                  </a:lnTo>
                  <a:lnTo>
                    <a:pt x="3366416" y="1408085"/>
                  </a:lnTo>
                  <a:lnTo>
                    <a:pt x="3366752" y="1405020"/>
                  </a:lnTo>
                  <a:lnTo>
                    <a:pt x="3367089" y="1401894"/>
                  </a:lnTo>
                  <a:lnTo>
                    <a:pt x="3367425" y="1398859"/>
                  </a:lnTo>
                  <a:lnTo>
                    <a:pt x="3367762" y="1396176"/>
                  </a:lnTo>
                  <a:lnTo>
                    <a:pt x="3368098" y="1393712"/>
                  </a:lnTo>
                  <a:lnTo>
                    <a:pt x="3368434" y="1392240"/>
                  </a:lnTo>
                  <a:lnTo>
                    <a:pt x="3368771" y="1391382"/>
                  </a:lnTo>
                  <a:lnTo>
                    <a:pt x="3369107" y="1390821"/>
                  </a:lnTo>
                  <a:lnTo>
                    <a:pt x="3369444" y="1390728"/>
                  </a:lnTo>
                  <a:lnTo>
                    <a:pt x="3369780" y="1389964"/>
                  </a:lnTo>
                  <a:lnTo>
                    <a:pt x="3370117" y="1388559"/>
                  </a:lnTo>
                  <a:lnTo>
                    <a:pt x="3370453" y="1386899"/>
                  </a:lnTo>
                  <a:lnTo>
                    <a:pt x="3370790" y="1384759"/>
                  </a:lnTo>
                  <a:lnTo>
                    <a:pt x="3371126" y="1382936"/>
                  </a:lnTo>
                  <a:lnTo>
                    <a:pt x="3371463" y="1381384"/>
                  </a:lnTo>
                  <a:lnTo>
                    <a:pt x="3371799" y="1379950"/>
                  </a:lnTo>
                  <a:lnTo>
                    <a:pt x="3372136" y="1378763"/>
                  </a:lnTo>
                  <a:lnTo>
                    <a:pt x="3372472" y="1378835"/>
                  </a:lnTo>
                  <a:lnTo>
                    <a:pt x="3372808" y="1378760"/>
                  </a:lnTo>
                  <a:lnTo>
                    <a:pt x="3373145" y="1378762"/>
                  </a:lnTo>
                  <a:lnTo>
                    <a:pt x="3373481" y="1378613"/>
                  </a:lnTo>
                  <a:lnTo>
                    <a:pt x="3373818" y="1379257"/>
                  </a:lnTo>
                  <a:lnTo>
                    <a:pt x="3374154" y="1378848"/>
                  </a:lnTo>
                  <a:lnTo>
                    <a:pt x="3374491" y="1377944"/>
                  </a:lnTo>
                  <a:lnTo>
                    <a:pt x="3374827" y="1377532"/>
                  </a:lnTo>
                  <a:lnTo>
                    <a:pt x="3375164" y="1377187"/>
                  </a:lnTo>
                  <a:lnTo>
                    <a:pt x="3375500" y="1376961"/>
                  </a:lnTo>
                  <a:lnTo>
                    <a:pt x="3375837" y="1377415"/>
                  </a:lnTo>
                  <a:lnTo>
                    <a:pt x="3376173" y="1378253"/>
                  </a:lnTo>
                  <a:lnTo>
                    <a:pt x="3376510" y="1378866"/>
                  </a:lnTo>
                  <a:lnTo>
                    <a:pt x="3376846" y="1379395"/>
                  </a:lnTo>
                  <a:lnTo>
                    <a:pt x="3377182" y="1379776"/>
                  </a:lnTo>
                  <a:lnTo>
                    <a:pt x="3377519" y="1378877"/>
                  </a:lnTo>
                  <a:lnTo>
                    <a:pt x="3377855" y="1379113"/>
                  </a:lnTo>
                  <a:lnTo>
                    <a:pt x="3378192" y="1379342"/>
                  </a:lnTo>
                  <a:lnTo>
                    <a:pt x="3378528" y="1378806"/>
                  </a:lnTo>
                  <a:lnTo>
                    <a:pt x="3378865" y="1377837"/>
                  </a:lnTo>
                  <a:lnTo>
                    <a:pt x="3379201" y="1378040"/>
                  </a:lnTo>
                  <a:lnTo>
                    <a:pt x="3379538" y="1378746"/>
                  </a:lnTo>
                  <a:lnTo>
                    <a:pt x="3379874" y="1380099"/>
                  </a:lnTo>
                  <a:lnTo>
                    <a:pt x="3380211" y="1383573"/>
                  </a:lnTo>
                  <a:lnTo>
                    <a:pt x="3380547" y="1387806"/>
                  </a:lnTo>
                  <a:lnTo>
                    <a:pt x="3380883" y="1392997"/>
                  </a:lnTo>
                  <a:lnTo>
                    <a:pt x="3381220" y="1398545"/>
                  </a:lnTo>
                  <a:lnTo>
                    <a:pt x="3381556" y="1405297"/>
                  </a:lnTo>
                  <a:lnTo>
                    <a:pt x="3381893" y="1412842"/>
                  </a:lnTo>
                  <a:lnTo>
                    <a:pt x="3382229" y="1420821"/>
                  </a:lnTo>
                  <a:lnTo>
                    <a:pt x="3382566" y="1428552"/>
                  </a:lnTo>
                  <a:lnTo>
                    <a:pt x="3382902" y="1435736"/>
                  </a:lnTo>
                  <a:lnTo>
                    <a:pt x="3383239" y="1442748"/>
                  </a:lnTo>
                  <a:lnTo>
                    <a:pt x="3383575" y="1450436"/>
                  </a:lnTo>
                  <a:lnTo>
                    <a:pt x="3383912" y="1458691"/>
                  </a:lnTo>
                  <a:lnTo>
                    <a:pt x="3384248" y="1467094"/>
                  </a:lnTo>
                  <a:lnTo>
                    <a:pt x="3384585" y="1475212"/>
                  </a:lnTo>
                  <a:lnTo>
                    <a:pt x="3384921" y="1483305"/>
                  </a:lnTo>
                  <a:lnTo>
                    <a:pt x="3385257" y="1490450"/>
                  </a:lnTo>
                  <a:lnTo>
                    <a:pt x="3385594" y="1497341"/>
                  </a:lnTo>
                  <a:lnTo>
                    <a:pt x="3385930" y="1502858"/>
                  </a:lnTo>
                  <a:lnTo>
                    <a:pt x="3386267" y="1507697"/>
                  </a:lnTo>
                  <a:lnTo>
                    <a:pt x="3386603" y="1512310"/>
                  </a:lnTo>
                  <a:lnTo>
                    <a:pt x="3386940" y="1516182"/>
                  </a:lnTo>
                  <a:lnTo>
                    <a:pt x="3387276" y="1519139"/>
                  </a:lnTo>
                  <a:lnTo>
                    <a:pt x="3387613" y="1521766"/>
                  </a:lnTo>
                  <a:lnTo>
                    <a:pt x="3387949" y="1523964"/>
                  </a:lnTo>
                  <a:lnTo>
                    <a:pt x="3388286" y="1524728"/>
                  </a:lnTo>
                  <a:lnTo>
                    <a:pt x="3388622" y="1524751"/>
                  </a:lnTo>
                  <a:lnTo>
                    <a:pt x="3388959" y="1523885"/>
                  </a:lnTo>
                  <a:lnTo>
                    <a:pt x="3389295" y="1521637"/>
                  </a:lnTo>
                  <a:lnTo>
                    <a:pt x="3389631" y="1518232"/>
                  </a:lnTo>
                  <a:lnTo>
                    <a:pt x="3389968" y="1514429"/>
                  </a:lnTo>
                  <a:lnTo>
                    <a:pt x="3390304" y="1510081"/>
                  </a:lnTo>
                  <a:lnTo>
                    <a:pt x="3390641" y="1503924"/>
                  </a:lnTo>
                  <a:lnTo>
                    <a:pt x="3390977" y="1497042"/>
                  </a:lnTo>
                  <a:lnTo>
                    <a:pt x="3391314" y="1489594"/>
                  </a:lnTo>
                  <a:lnTo>
                    <a:pt x="3391650" y="1483834"/>
                  </a:lnTo>
                  <a:lnTo>
                    <a:pt x="3391987" y="1478014"/>
                  </a:lnTo>
                  <a:lnTo>
                    <a:pt x="3392323" y="1472156"/>
                  </a:lnTo>
                  <a:lnTo>
                    <a:pt x="3392660" y="1466209"/>
                  </a:lnTo>
                  <a:lnTo>
                    <a:pt x="3392996" y="1460879"/>
                  </a:lnTo>
                  <a:lnTo>
                    <a:pt x="3393333" y="1456401"/>
                  </a:lnTo>
                  <a:lnTo>
                    <a:pt x="3393669" y="1452039"/>
                  </a:lnTo>
                  <a:lnTo>
                    <a:pt x="3394005" y="1448363"/>
                  </a:lnTo>
                  <a:lnTo>
                    <a:pt x="3394342" y="1445201"/>
                  </a:lnTo>
                  <a:lnTo>
                    <a:pt x="3394678" y="1443056"/>
                  </a:lnTo>
                  <a:lnTo>
                    <a:pt x="3395015" y="1441472"/>
                  </a:lnTo>
                  <a:lnTo>
                    <a:pt x="3395351" y="1440202"/>
                  </a:lnTo>
                  <a:lnTo>
                    <a:pt x="3395688" y="1441336"/>
                  </a:lnTo>
                  <a:lnTo>
                    <a:pt x="3396024" y="1443745"/>
                  </a:lnTo>
                  <a:lnTo>
                    <a:pt x="3396361" y="1445699"/>
                  </a:lnTo>
                  <a:lnTo>
                    <a:pt x="3396697" y="1447228"/>
                  </a:lnTo>
                  <a:lnTo>
                    <a:pt x="3397034" y="1447777"/>
                  </a:lnTo>
                  <a:lnTo>
                    <a:pt x="3397370" y="1448355"/>
                  </a:lnTo>
                  <a:lnTo>
                    <a:pt x="3397707" y="1449925"/>
                  </a:lnTo>
                  <a:lnTo>
                    <a:pt x="3398043" y="1450844"/>
                  </a:lnTo>
                  <a:lnTo>
                    <a:pt x="3398379" y="1452084"/>
                  </a:lnTo>
                  <a:lnTo>
                    <a:pt x="3398716" y="1452885"/>
                  </a:lnTo>
                  <a:lnTo>
                    <a:pt x="3399052" y="1454074"/>
                  </a:lnTo>
                  <a:lnTo>
                    <a:pt x="3399389" y="1454493"/>
                  </a:lnTo>
                  <a:lnTo>
                    <a:pt x="3399725" y="1454221"/>
                  </a:lnTo>
                  <a:lnTo>
                    <a:pt x="3400062" y="1453881"/>
                  </a:lnTo>
                  <a:lnTo>
                    <a:pt x="3400398" y="1454295"/>
                  </a:lnTo>
                  <a:lnTo>
                    <a:pt x="3400735" y="1453795"/>
                  </a:lnTo>
                  <a:lnTo>
                    <a:pt x="3401071" y="1453621"/>
                  </a:lnTo>
                  <a:lnTo>
                    <a:pt x="3401408" y="1454508"/>
                  </a:lnTo>
                  <a:lnTo>
                    <a:pt x="3401744" y="1455687"/>
                  </a:lnTo>
                  <a:lnTo>
                    <a:pt x="3402081" y="1456784"/>
                  </a:lnTo>
                  <a:lnTo>
                    <a:pt x="3402417" y="1458087"/>
                  </a:lnTo>
                  <a:lnTo>
                    <a:pt x="3402753" y="1459451"/>
                  </a:lnTo>
                  <a:lnTo>
                    <a:pt x="3403090" y="1461676"/>
                  </a:lnTo>
                  <a:lnTo>
                    <a:pt x="3403426" y="1463690"/>
                  </a:lnTo>
                  <a:lnTo>
                    <a:pt x="3403763" y="1465460"/>
                  </a:lnTo>
                  <a:lnTo>
                    <a:pt x="3404099" y="1467626"/>
                  </a:lnTo>
                  <a:lnTo>
                    <a:pt x="3404436" y="1469861"/>
                  </a:lnTo>
                  <a:lnTo>
                    <a:pt x="3404772" y="1472952"/>
                  </a:lnTo>
                  <a:lnTo>
                    <a:pt x="3405109" y="1475899"/>
                  </a:lnTo>
                  <a:lnTo>
                    <a:pt x="3405445" y="1479623"/>
                  </a:lnTo>
                  <a:lnTo>
                    <a:pt x="3405782" y="1484060"/>
                  </a:lnTo>
                  <a:lnTo>
                    <a:pt x="3406118" y="1488825"/>
                  </a:lnTo>
                  <a:lnTo>
                    <a:pt x="3406455" y="1493463"/>
                  </a:lnTo>
                  <a:lnTo>
                    <a:pt x="3406791" y="1498030"/>
                  </a:lnTo>
                  <a:lnTo>
                    <a:pt x="3407127" y="1502020"/>
                  </a:lnTo>
                  <a:lnTo>
                    <a:pt x="3407464" y="1506162"/>
                  </a:lnTo>
                  <a:lnTo>
                    <a:pt x="3407800" y="1510322"/>
                  </a:lnTo>
                  <a:lnTo>
                    <a:pt x="3408137" y="1513890"/>
                  </a:lnTo>
                  <a:lnTo>
                    <a:pt x="3408473" y="1517710"/>
                  </a:lnTo>
                  <a:lnTo>
                    <a:pt x="3408810" y="1521588"/>
                  </a:lnTo>
                  <a:lnTo>
                    <a:pt x="3409146" y="1525253"/>
                  </a:lnTo>
                  <a:lnTo>
                    <a:pt x="3409483" y="1528953"/>
                  </a:lnTo>
                  <a:lnTo>
                    <a:pt x="3409819" y="1531163"/>
                  </a:lnTo>
                  <a:lnTo>
                    <a:pt x="3410156" y="1533430"/>
                  </a:lnTo>
                  <a:lnTo>
                    <a:pt x="3410492" y="1535504"/>
                  </a:lnTo>
                  <a:lnTo>
                    <a:pt x="3410829" y="1537115"/>
                  </a:lnTo>
                  <a:lnTo>
                    <a:pt x="3411165" y="1538636"/>
                  </a:lnTo>
                  <a:lnTo>
                    <a:pt x="3411501" y="1539885"/>
                  </a:lnTo>
                  <a:lnTo>
                    <a:pt x="3411838" y="1541314"/>
                  </a:lnTo>
                  <a:lnTo>
                    <a:pt x="3412174" y="1542526"/>
                  </a:lnTo>
                  <a:lnTo>
                    <a:pt x="3412511" y="1543527"/>
                  </a:lnTo>
                  <a:lnTo>
                    <a:pt x="3412847" y="1544333"/>
                  </a:lnTo>
                  <a:lnTo>
                    <a:pt x="3413184" y="1544795"/>
                  </a:lnTo>
                  <a:lnTo>
                    <a:pt x="3413520" y="1544643"/>
                  </a:lnTo>
                  <a:lnTo>
                    <a:pt x="3413857" y="1544367"/>
                  </a:lnTo>
                  <a:lnTo>
                    <a:pt x="3414193" y="1544184"/>
                  </a:lnTo>
                  <a:lnTo>
                    <a:pt x="3414530" y="1543375"/>
                  </a:lnTo>
                  <a:lnTo>
                    <a:pt x="3414866" y="1542505"/>
                  </a:lnTo>
                  <a:lnTo>
                    <a:pt x="3415202" y="1541620"/>
                  </a:lnTo>
                  <a:lnTo>
                    <a:pt x="3415539" y="1540306"/>
                  </a:lnTo>
                  <a:lnTo>
                    <a:pt x="3415875" y="1538823"/>
                  </a:lnTo>
                  <a:lnTo>
                    <a:pt x="3416212" y="1538116"/>
                  </a:lnTo>
                  <a:lnTo>
                    <a:pt x="3416548" y="1537147"/>
                  </a:lnTo>
                  <a:lnTo>
                    <a:pt x="3416885" y="1536441"/>
                  </a:lnTo>
                  <a:lnTo>
                    <a:pt x="3417221" y="1535567"/>
                  </a:lnTo>
                  <a:lnTo>
                    <a:pt x="3417558" y="1534759"/>
                  </a:lnTo>
                  <a:lnTo>
                    <a:pt x="3417894" y="1533766"/>
                  </a:lnTo>
                  <a:lnTo>
                    <a:pt x="3418231" y="1532925"/>
                  </a:lnTo>
                  <a:lnTo>
                    <a:pt x="3418567" y="1532158"/>
                  </a:lnTo>
                  <a:lnTo>
                    <a:pt x="3418904" y="1530797"/>
                  </a:lnTo>
                  <a:lnTo>
                    <a:pt x="3419240" y="1530144"/>
                  </a:lnTo>
                  <a:lnTo>
                    <a:pt x="3419576" y="1529668"/>
                  </a:lnTo>
                  <a:lnTo>
                    <a:pt x="3419913" y="1529691"/>
                  </a:lnTo>
                  <a:lnTo>
                    <a:pt x="3420249" y="1530162"/>
                  </a:lnTo>
                  <a:lnTo>
                    <a:pt x="3420586" y="1530950"/>
                  </a:lnTo>
                  <a:lnTo>
                    <a:pt x="3420922" y="1531957"/>
                  </a:lnTo>
                  <a:lnTo>
                    <a:pt x="3421259" y="1532414"/>
                  </a:lnTo>
                  <a:lnTo>
                    <a:pt x="3421595" y="1532652"/>
                  </a:lnTo>
                  <a:lnTo>
                    <a:pt x="3421932" y="1532822"/>
                  </a:lnTo>
                  <a:lnTo>
                    <a:pt x="3422268" y="1531473"/>
                  </a:lnTo>
                  <a:lnTo>
                    <a:pt x="3422605" y="1529300"/>
                  </a:lnTo>
                  <a:lnTo>
                    <a:pt x="3422941" y="1528177"/>
                  </a:lnTo>
                  <a:lnTo>
                    <a:pt x="3423278" y="1526993"/>
                  </a:lnTo>
                  <a:lnTo>
                    <a:pt x="3423614" y="1525994"/>
                  </a:lnTo>
                  <a:lnTo>
                    <a:pt x="3423950" y="1525737"/>
                  </a:lnTo>
                  <a:lnTo>
                    <a:pt x="3424287" y="1525423"/>
                  </a:lnTo>
                  <a:lnTo>
                    <a:pt x="3424623" y="1524933"/>
                  </a:lnTo>
                  <a:lnTo>
                    <a:pt x="3424960" y="1524043"/>
                  </a:lnTo>
                  <a:lnTo>
                    <a:pt x="3425296" y="1523654"/>
                  </a:lnTo>
                  <a:lnTo>
                    <a:pt x="3425633" y="1523097"/>
                  </a:lnTo>
                  <a:lnTo>
                    <a:pt x="3425969" y="1522770"/>
                  </a:lnTo>
                  <a:lnTo>
                    <a:pt x="3426306" y="1522878"/>
                  </a:lnTo>
                  <a:lnTo>
                    <a:pt x="3426642" y="1523652"/>
                  </a:lnTo>
                  <a:lnTo>
                    <a:pt x="3426979" y="1524746"/>
                  </a:lnTo>
                  <a:lnTo>
                    <a:pt x="3427315" y="1526194"/>
                  </a:lnTo>
                  <a:lnTo>
                    <a:pt x="3427652" y="1527958"/>
                  </a:lnTo>
                  <a:lnTo>
                    <a:pt x="3427988" y="1530286"/>
                  </a:lnTo>
                  <a:lnTo>
                    <a:pt x="3428324" y="1533509"/>
                  </a:lnTo>
                  <a:lnTo>
                    <a:pt x="3428661" y="1537029"/>
                  </a:lnTo>
                  <a:lnTo>
                    <a:pt x="3428997" y="1540305"/>
                  </a:lnTo>
                  <a:lnTo>
                    <a:pt x="3429334" y="1543482"/>
                  </a:lnTo>
                  <a:lnTo>
                    <a:pt x="3429670" y="1546666"/>
                  </a:lnTo>
                  <a:lnTo>
                    <a:pt x="3430007" y="1550183"/>
                  </a:lnTo>
                  <a:lnTo>
                    <a:pt x="3430343" y="1553873"/>
                  </a:lnTo>
                  <a:lnTo>
                    <a:pt x="3430680" y="1557894"/>
                  </a:lnTo>
                  <a:lnTo>
                    <a:pt x="3431016" y="1562187"/>
                  </a:lnTo>
                  <a:lnTo>
                    <a:pt x="3431353" y="1566739"/>
                  </a:lnTo>
                  <a:lnTo>
                    <a:pt x="3431689" y="1570255"/>
                  </a:lnTo>
                  <a:lnTo>
                    <a:pt x="3432026" y="1572458"/>
                  </a:lnTo>
                  <a:lnTo>
                    <a:pt x="3432362" y="1574067"/>
                  </a:lnTo>
                  <a:lnTo>
                    <a:pt x="3432698" y="1576347"/>
                  </a:lnTo>
                  <a:lnTo>
                    <a:pt x="3433035" y="1578934"/>
                  </a:lnTo>
                  <a:lnTo>
                    <a:pt x="3433371" y="1581783"/>
                  </a:lnTo>
                  <a:lnTo>
                    <a:pt x="3433708" y="1584473"/>
                  </a:lnTo>
                  <a:lnTo>
                    <a:pt x="3434044" y="1587523"/>
                  </a:lnTo>
                  <a:lnTo>
                    <a:pt x="3434381" y="1590633"/>
                  </a:lnTo>
                  <a:lnTo>
                    <a:pt x="3434717" y="1593612"/>
                  </a:lnTo>
                  <a:lnTo>
                    <a:pt x="3435054" y="1596277"/>
                  </a:lnTo>
                  <a:lnTo>
                    <a:pt x="3435390" y="1598991"/>
                  </a:lnTo>
                  <a:lnTo>
                    <a:pt x="3435727" y="1601490"/>
                  </a:lnTo>
                  <a:lnTo>
                    <a:pt x="3436063" y="1603530"/>
                  </a:lnTo>
                  <a:lnTo>
                    <a:pt x="3436400" y="1605300"/>
                  </a:lnTo>
                  <a:lnTo>
                    <a:pt x="3436736" y="1607213"/>
                  </a:lnTo>
                  <a:lnTo>
                    <a:pt x="3437072" y="1609920"/>
                  </a:lnTo>
                  <a:lnTo>
                    <a:pt x="3437409" y="1613316"/>
                  </a:lnTo>
                  <a:lnTo>
                    <a:pt x="3437745" y="1617495"/>
                  </a:lnTo>
                  <a:lnTo>
                    <a:pt x="3438082" y="1622131"/>
                  </a:lnTo>
                  <a:lnTo>
                    <a:pt x="3438418" y="1626719"/>
                  </a:lnTo>
                  <a:lnTo>
                    <a:pt x="3438755" y="1631124"/>
                  </a:lnTo>
                  <a:lnTo>
                    <a:pt x="3439091" y="1635655"/>
                  </a:lnTo>
                  <a:lnTo>
                    <a:pt x="3439428" y="1640842"/>
                  </a:lnTo>
                  <a:lnTo>
                    <a:pt x="3439764" y="1645793"/>
                  </a:lnTo>
                  <a:lnTo>
                    <a:pt x="3440101" y="1650620"/>
                  </a:lnTo>
                  <a:lnTo>
                    <a:pt x="3440437" y="1655006"/>
                  </a:lnTo>
                  <a:lnTo>
                    <a:pt x="3440774" y="1659575"/>
                  </a:lnTo>
                  <a:lnTo>
                    <a:pt x="3441110" y="1664777"/>
                  </a:lnTo>
                  <a:lnTo>
                    <a:pt x="3441446" y="1671003"/>
                  </a:lnTo>
                  <a:lnTo>
                    <a:pt x="3441783" y="1677197"/>
                  </a:lnTo>
                  <a:lnTo>
                    <a:pt x="3442119" y="1682799"/>
                  </a:lnTo>
                  <a:lnTo>
                    <a:pt x="3442456" y="1687874"/>
                  </a:lnTo>
                  <a:lnTo>
                    <a:pt x="3442792" y="1692549"/>
                  </a:lnTo>
                  <a:lnTo>
                    <a:pt x="3443129" y="1696365"/>
                  </a:lnTo>
                  <a:lnTo>
                    <a:pt x="3443465" y="1699947"/>
                  </a:lnTo>
                  <a:lnTo>
                    <a:pt x="3443802" y="1703677"/>
                  </a:lnTo>
                  <a:lnTo>
                    <a:pt x="3444138" y="1707590"/>
                  </a:lnTo>
                  <a:lnTo>
                    <a:pt x="3444475" y="1711104"/>
                  </a:lnTo>
                  <a:lnTo>
                    <a:pt x="3444811" y="1715008"/>
                  </a:lnTo>
                  <a:lnTo>
                    <a:pt x="3445148" y="1717527"/>
                  </a:lnTo>
                  <a:lnTo>
                    <a:pt x="3445484" y="1719819"/>
                  </a:lnTo>
                  <a:lnTo>
                    <a:pt x="3445820" y="1722632"/>
                  </a:lnTo>
                  <a:lnTo>
                    <a:pt x="3446157" y="1725297"/>
                  </a:lnTo>
                  <a:lnTo>
                    <a:pt x="3446493" y="1726317"/>
                  </a:lnTo>
                  <a:lnTo>
                    <a:pt x="3446830" y="1726981"/>
                  </a:lnTo>
                  <a:lnTo>
                    <a:pt x="3447166" y="1727763"/>
                  </a:lnTo>
                  <a:lnTo>
                    <a:pt x="3447503" y="1727848"/>
                  </a:lnTo>
                  <a:lnTo>
                    <a:pt x="3447839" y="1727043"/>
                  </a:lnTo>
                  <a:lnTo>
                    <a:pt x="3448176" y="1724638"/>
                  </a:lnTo>
                  <a:lnTo>
                    <a:pt x="3448512" y="1721892"/>
                  </a:lnTo>
                  <a:lnTo>
                    <a:pt x="3448849" y="1717696"/>
                  </a:lnTo>
                  <a:lnTo>
                    <a:pt x="3449185" y="1713811"/>
                  </a:lnTo>
                  <a:lnTo>
                    <a:pt x="3449521" y="1709175"/>
                  </a:lnTo>
                  <a:lnTo>
                    <a:pt x="3449858" y="1704424"/>
                  </a:lnTo>
                  <a:lnTo>
                    <a:pt x="3450194" y="1700646"/>
                  </a:lnTo>
                  <a:lnTo>
                    <a:pt x="3450531" y="1696524"/>
                  </a:lnTo>
                  <a:lnTo>
                    <a:pt x="3450867" y="1692048"/>
                  </a:lnTo>
                  <a:lnTo>
                    <a:pt x="3451204" y="1687877"/>
                  </a:lnTo>
                  <a:lnTo>
                    <a:pt x="3451540" y="1683558"/>
                  </a:lnTo>
                  <a:lnTo>
                    <a:pt x="3451877" y="1679308"/>
                  </a:lnTo>
                  <a:lnTo>
                    <a:pt x="3452213" y="1674810"/>
                  </a:lnTo>
                  <a:lnTo>
                    <a:pt x="3452550" y="1670212"/>
                  </a:lnTo>
                  <a:lnTo>
                    <a:pt x="3452886" y="1665339"/>
                  </a:lnTo>
                  <a:lnTo>
                    <a:pt x="3453223" y="1660754"/>
                  </a:lnTo>
                  <a:lnTo>
                    <a:pt x="3453559" y="1656600"/>
                  </a:lnTo>
                  <a:lnTo>
                    <a:pt x="3453895" y="1652449"/>
                  </a:lnTo>
                  <a:lnTo>
                    <a:pt x="3454232" y="1647889"/>
                  </a:lnTo>
                  <a:lnTo>
                    <a:pt x="3454568" y="1644257"/>
                  </a:lnTo>
                  <a:lnTo>
                    <a:pt x="3454905" y="1640884"/>
                  </a:lnTo>
                  <a:lnTo>
                    <a:pt x="3455241" y="1638425"/>
                  </a:lnTo>
                  <a:lnTo>
                    <a:pt x="3455578" y="1637600"/>
                  </a:lnTo>
                  <a:lnTo>
                    <a:pt x="3455914" y="1636715"/>
                  </a:lnTo>
                  <a:lnTo>
                    <a:pt x="3456251" y="1636308"/>
                  </a:lnTo>
                  <a:lnTo>
                    <a:pt x="3456587" y="1636690"/>
                  </a:lnTo>
                  <a:lnTo>
                    <a:pt x="3456924" y="1638810"/>
                  </a:lnTo>
                  <a:lnTo>
                    <a:pt x="3457260" y="1641910"/>
                  </a:lnTo>
                  <a:lnTo>
                    <a:pt x="3457597" y="1646179"/>
                  </a:lnTo>
                  <a:lnTo>
                    <a:pt x="3457933" y="1652690"/>
                  </a:lnTo>
                  <a:lnTo>
                    <a:pt x="3458269" y="1660722"/>
                  </a:lnTo>
                  <a:lnTo>
                    <a:pt x="3458606" y="1669117"/>
                  </a:lnTo>
                  <a:lnTo>
                    <a:pt x="3458942" y="1676464"/>
                  </a:lnTo>
                  <a:lnTo>
                    <a:pt x="3459279" y="1684034"/>
                  </a:lnTo>
                  <a:lnTo>
                    <a:pt x="3459615" y="1691744"/>
                  </a:lnTo>
                  <a:lnTo>
                    <a:pt x="3459952" y="1699339"/>
                  </a:lnTo>
                  <a:lnTo>
                    <a:pt x="3460288" y="1706375"/>
                  </a:lnTo>
                  <a:lnTo>
                    <a:pt x="3460625" y="1712981"/>
                  </a:lnTo>
                  <a:lnTo>
                    <a:pt x="3460961" y="1719662"/>
                  </a:lnTo>
                  <a:lnTo>
                    <a:pt x="3461298" y="1726380"/>
                  </a:lnTo>
                  <a:lnTo>
                    <a:pt x="3461634" y="1732631"/>
                  </a:lnTo>
                  <a:lnTo>
                    <a:pt x="3461971" y="1737881"/>
                  </a:lnTo>
                  <a:lnTo>
                    <a:pt x="3462307" y="1742467"/>
                  </a:lnTo>
                  <a:lnTo>
                    <a:pt x="3462643" y="1746685"/>
                  </a:lnTo>
                  <a:lnTo>
                    <a:pt x="3462980" y="1749934"/>
                  </a:lnTo>
                  <a:lnTo>
                    <a:pt x="3463316" y="1752344"/>
                  </a:lnTo>
                  <a:lnTo>
                    <a:pt x="3463653" y="1754897"/>
                  </a:lnTo>
                  <a:lnTo>
                    <a:pt x="3463989" y="1757722"/>
                  </a:lnTo>
                  <a:lnTo>
                    <a:pt x="3464326" y="1761453"/>
                  </a:lnTo>
                  <a:lnTo>
                    <a:pt x="3464662" y="1765086"/>
                  </a:lnTo>
                  <a:lnTo>
                    <a:pt x="3464999" y="1768354"/>
                  </a:lnTo>
                  <a:lnTo>
                    <a:pt x="3465335" y="1772157"/>
                  </a:lnTo>
                  <a:lnTo>
                    <a:pt x="3465672" y="1775837"/>
                  </a:lnTo>
                  <a:lnTo>
                    <a:pt x="3466008" y="1779051"/>
                  </a:lnTo>
                  <a:lnTo>
                    <a:pt x="3466345" y="1781680"/>
                  </a:lnTo>
                  <a:lnTo>
                    <a:pt x="3466681" y="1784201"/>
                  </a:lnTo>
                  <a:lnTo>
                    <a:pt x="3467017" y="1786263"/>
                  </a:lnTo>
                  <a:lnTo>
                    <a:pt x="3467354" y="1788671"/>
                  </a:lnTo>
                  <a:lnTo>
                    <a:pt x="3467690" y="1790110"/>
                  </a:lnTo>
                  <a:lnTo>
                    <a:pt x="3468027" y="1791252"/>
                  </a:lnTo>
                  <a:lnTo>
                    <a:pt x="3468363" y="1791765"/>
                  </a:lnTo>
                  <a:lnTo>
                    <a:pt x="3468700" y="1790825"/>
                  </a:lnTo>
                  <a:lnTo>
                    <a:pt x="3469036" y="1789545"/>
                  </a:lnTo>
                  <a:lnTo>
                    <a:pt x="3469373" y="1787981"/>
                  </a:lnTo>
                  <a:lnTo>
                    <a:pt x="3469709" y="1785965"/>
                  </a:lnTo>
                  <a:lnTo>
                    <a:pt x="3470046" y="1783270"/>
                  </a:lnTo>
                  <a:lnTo>
                    <a:pt x="3470382" y="1780448"/>
                  </a:lnTo>
                  <a:lnTo>
                    <a:pt x="3470719" y="1777451"/>
                  </a:lnTo>
                  <a:lnTo>
                    <a:pt x="3471055" y="1775036"/>
                  </a:lnTo>
                  <a:lnTo>
                    <a:pt x="3471391" y="1773035"/>
                  </a:lnTo>
                  <a:lnTo>
                    <a:pt x="3471728" y="1770513"/>
                  </a:lnTo>
                  <a:lnTo>
                    <a:pt x="3472064" y="1767695"/>
                  </a:lnTo>
                  <a:lnTo>
                    <a:pt x="3472401" y="1764473"/>
                  </a:lnTo>
                  <a:lnTo>
                    <a:pt x="3472737" y="1760729"/>
                  </a:lnTo>
                  <a:lnTo>
                    <a:pt x="3473074" y="1757406"/>
                  </a:lnTo>
                  <a:lnTo>
                    <a:pt x="3473410" y="1753764"/>
                  </a:lnTo>
                  <a:lnTo>
                    <a:pt x="3473747" y="1750428"/>
                  </a:lnTo>
                  <a:lnTo>
                    <a:pt x="3474083" y="1747099"/>
                  </a:lnTo>
                  <a:lnTo>
                    <a:pt x="3474420" y="1744150"/>
                  </a:lnTo>
                  <a:lnTo>
                    <a:pt x="3474756" y="1741187"/>
                  </a:lnTo>
                  <a:lnTo>
                    <a:pt x="3475093" y="1738459"/>
                  </a:lnTo>
                  <a:lnTo>
                    <a:pt x="3475429" y="1735279"/>
                  </a:lnTo>
                  <a:lnTo>
                    <a:pt x="3475765" y="1732677"/>
                  </a:lnTo>
                  <a:lnTo>
                    <a:pt x="3476102" y="1729621"/>
                  </a:lnTo>
                  <a:lnTo>
                    <a:pt x="3476438" y="1725841"/>
                  </a:lnTo>
                  <a:lnTo>
                    <a:pt x="3476775" y="1722072"/>
                  </a:lnTo>
                  <a:lnTo>
                    <a:pt x="3477111" y="1718457"/>
                  </a:lnTo>
                  <a:lnTo>
                    <a:pt x="3477448" y="1715339"/>
                  </a:lnTo>
                  <a:lnTo>
                    <a:pt x="3477784" y="1712146"/>
                  </a:lnTo>
                  <a:lnTo>
                    <a:pt x="3478121" y="1710028"/>
                  </a:lnTo>
                  <a:lnTo>
                    <a:pt x="3478457" y="1707715"/>
                  </a:lnTo>
                  <a:lnTo>
                    <a:pt x="3478794" y="1706106"/>
                  </a:lnTo>
                  <a:lnTo>
                    <a:pt x="3479130" y="1704139"/>
                  </a:lnTo>
                  <a:lnTo>
                    <a:pt x="3479466" y="1702456"/>
                  </a:lnTo>
                  <a:lnTo>
                    <a:pt x="3479803" y="1701412"/>
                  </a:lnTo>
                  <a:lnTo>
                    <a:pt x="3480139" y="1699846"/>
                  </a:lnTo>
                  <a:lnTo>
                    <a:pt x="3480476" y="1698197"/>
                  </a:lnTo>
                  <a:lnTo>
                    <a:pt x="3480812" y="1697241"/>
                  </a:lnTo>
                  <a:lnTo>
                    <a:pt x="3481149" y="1696268"/>
                  </a:lnTo>
                  <a:lnTo>
                    <a:pt x="3481485" y="1694948"/>
                  </a:lnTo>
                  <a:lnTo>
                    <a:pt x="3481822" y="1694219"/>
                  </a:lnTo>
                  <a:lnTo>
                    <a:pt x="3482158" y="1693179"/>
                  </a:lnTo>
                  <a:lnTo>
                    <a:pt x="3482495" y="1692347"/>
                  </a:lnTo>
                  <a:lnTo>
                    <a:pt x="3482831" y="1691008"/>
                  </a:lnTo>
                  <a:lnTo>
                    <a:pt x="3483168" y="1689391"/>
                  </a:lnTo>
                  <a:lnTo>
                    <a:pt x="3483504" y="1686956"/>
                  </a:lnTo>
                  <a:lnTo>
                    <a:pt x="3483840" y="1684054"/>
                  </a:lnTo>
                  <a:lnTo>
                    <a:pt x="3484177" y="1681065"/>
                  </a:lnTo>
                  <a:lnTo>
                    <a:pt x="3484513" y="1677237"/>
                  </a:lnTo>
                  <a:lnTo>
                    <a:pt x="3484850" y="1671615"/>
                  </a:lnTo>
                  <a:lnTo>
                    <a:pt x="3485186" y="1665643"/>
                  </a:lnTo>
                  <a:lnTo>
                    <a:pt x="3485523" y="1659834"/>
                  </a:lnTo>
                  <a:lnTo>
                    <a:pt x="3485859" y="1653781"/>
                  </a:lnTo>
                  <a:lnTo>
                    <a:pt x="3486196" y="1647925"/>
                  </a:lnTo>
                  <a:lnTo>
                    <a:pt x="3486532" y="1641341"/>
                  </a:lnTo>
                  <a:lnTo>
                    <a:pt x="3486869" y="1635237"/>
                  </a:lnTo>
                  <a:lnTo>
                    <a:pt x="3487205" y="1629219"/>
                  </a:lnTo>
                  <a:lnTo>
                    <a:pt x="3487542" y="1622730"/>
                  </a:lnTo>
                  <a:lnTo>
                    <a:pt x="3487878" y="1615980"/>
                  </a:lnTo>
                  <a:lnTo>
                    <a:pt x="3488214" y="1608873"/>
                  </a:lnTo>
                  <a:lnTo>
                    <a:pt x="3488551" y="1601991"/>
                  </a:lnTo>
                  <a:lnTo>
                    <a:pt x="3488887" y="1595782"/>
                  </a:lnTo>
                  <a:lnTo>
                    <a:pt x="3489224" y="1589997"/>
                  </a:lnTo>
                  <a:lnTo>
                    <a:pt x="3489560" y="1586616"/>
                  </a:lnTo>
                  <a:lnTo>
                    <a:pt x="3489897" y="1585432"/>
                  </a:lnTo>
                  <a:lnTo>
                    <a:pt x="3490233" y="1583906"/>
                  </a:lnTo>
                  <a:lnTo>
                    <a:pt x="3490570" y="1582791"/>
                  </a:lnTo>
                  <a:lnTo>
                    <a:pt x="3490906" y="1581744"/>
                  </a:lnTo>
                  <a:lnTo>
                    <a:pt x="3491243" y="1580324"/>
                  </a:lnTo>
                  <a:lnTo>
                    <a:pt x="3491579" y="1578736"/>
                  </a:lnTo>
                  <a:lnTo>
                    <a:pt x="3491916" y="1576861"/>
                  </a:lnTo>
                  <a:lnTo>
                    <a:pt x="3492252" y="1574846"/>
                  </a:lnTo>
                  <a:lnTo>
                    <a:pt x="3492588" y="1573170"/>
                  </a:lnTo>
                  <a:lnTo>
                    <a:pt x="3492925" y="1572093"/>
                  </a:lnTo>
                  <a:lnTo>
                    <a:pt x="3493261" y="1570806"/>
                  </a:lnTo>
                  <a:lnTo>
                    <a:pt x="3493598" y="1569394"/>
                  </a:lnTo>
                  <a:lnTo>
                    <a:pt x="3493934" y="1567436"/>
                  </a:lnTo>
                  <a:lnTo>
                    <a:pt x="3494271" y="1565548"/>
                  </a:lnTo>
                  <a:lnTo>
                    <a:pt x="3494607" y="1563489"/>
                  </a:lnTo>
                  <a:lnTo>
                    <a:pt x="3494944" y="1560493"/>
                  </a:lnTo>
                  <a:lnTo>
                    <a:pt x="3495280" y="1557261"/>
                  </a:lnTo>
                  <a:lnTo>
                    <a:pt x="3495617" y="1553559"/>
                  </a:lnTo>
                  <a:lnTo>
                    <a:pt x="3495953" y="1549598"/>
                  </a:lnTo>
                  <a:lnTo>
                    <a:pt x="3496290" y="1545745"/>
                  </a:lnTo>
                  <a:lnTo>
                    <a:pt x="3496626" y="1542319"/>
                  </a:lnTo>
                  <a:lnTo>
                    <a:pt x="3496962" y="1538887"/>
                  </a:lnTo>
                  <a:lnTo>
                    <a:pt x="3497299" y="1535968"/>
                  </a:lnTo>
                  <a:lnTo>
                    <a:pt x="3497635" y="1533398"/>
                  </a:lnTo>
                  <a:lnTo>
                    <a:pt x="3497972" y="1531326"/>
                  </a:lnTo>
                  <a:lnTo>
                    <a:pt x="3498308" y="1529266"/>
                  </a:lnTo>
                  <a:lnTo>
                    <a:pt x="3498645" y="1527239"/>
                  </a:lnTo>
                  <a:lnTo>
                    <a:pt x="3498981" y="1525654"/>
                  </a:lnTo>
                  <a:lnTo>
                    <a:pt x="3499318" y="1523596"/>
                  </a:lnTo>
                  <a:lnTo>
                    <a:pt x="3499654" y="1521235"/>
                  </a:lnTo>
                  <a:lnTo>
                    <a:pt x="3499991" y="1518086"/>
                  </a:lnTo>
                  <a:lnTo>
                    <a:pt x="3500327" y="1514758"/>
                  </a:lnTo>
                  <a:lnTo>
                    <a:pt x="3500664" y="1511494"/>
                  </a:lnTo>
                  <a:lnTo>
                    <a:pt x="3501000" y="1508066"/>
                  </a:lnTo>
                  <a:lnTo>
                    <a:pt x="3501336" y="1505286"/>
                  </a:lnTo>
                  <a:lnTo>
                    <a:pt x="3501673" y="1502628"/>
                  </a:lnTo>
                  <a:lnTo>
                    <a:pt x="3502009" y="1499599"/>
                  </a:lnTo>
                  <a:lnTo>
                    <a:pt x="3502346" y="1496106"/>
                  </a:lnTo>
                  <a:lnTo>
                    <a:pt x="3502682" y="1492206"/>
                  </a:lnTo>
                  <a:lnTo>
                    <a:pt x="3503019" y="1487874"/>
                  </a:lnTo>
                  <a:lnTo>
                    <a:pt x="3503355" y="1483983"/>
                  </a:lnTo>
                  <a:lnTo>
                    <a:pt x="3503692" y="1480024"/>
                  </a:lnTo>
                  <a:lnTo>
                    <a:pt x="3504028" y="1475443"/>
                  </a:lnTo>
                  <a:lnTo>
                    <a:pt x="3504365" y="1470418"/>
                  </a:lnTo>
                  <a:lnTo>
                    <a:pt x="3504701" y="1464801"/>
                  </a:lnTo>
                  <a:lnTo>
                    <a:pt x="3505038" y="1458390"/>
                  </a:lnTo>
                  <a:lnTo>
                    <a:pt x="3505374" y="1451590"/>
                  </a:lnTo>
                  <a:lnTo>
                    <a:pt x="3505710" y="1443798"/>
                  </a:lnTo>
                  <a:lnTo>
                    <a:pt x="3506047" y="1435821"/>
                  </a:lnTo>
                  <a:lnTo>
                    <a:pt x="3506383" y="1427530"/>
                  </a:lnTo>
                  <a:lnTo>
                    <a:pt x="3506720" y="1418398"/>
                  </a:lnTo>
                  <a:lnTo>
                    <a:pt x="3507056" y="1408582"/>
                  </a:lnTo>
                  <a:lnTo>
                    <a:pt x="3507393" y="1400114"/>
                  </a:lnTo>
                  <a:lnTo>
                    <a:pt x="3507729" y="1391436"/>
                  </a:lnTo>
                  <a:lnTo>
                    <a:pt x="3508066" y="1382956"/>
                  </a:lnTo>
                  <a:lnTo>
                    <a:pt x="3508402" y="1374023"/>
                  </a:lnTo>
                  <a:lnTo>
                    <a:pt x="3508739" y="1364968"/>
                  </a:lnTo>
                  <a:lnTo>
                    <a:pt x="3509075" y="1356421"/>
                  </a:lnTo>
                  <a:lnTo>
                    <a:pt x="3509412" y="1347529"/>
                  </a:lnTo>
                  <a:lnTo>
                    <a:pt x="3509748" y="1339186"/>
                  </a:lnTo>
                  <a:lnTo>
                    <a:pt x="3510084" y="1331356"/>
                  </a:lnTo>
                  <a:lnTo>
                    <a:pt x="3510421" y="1323609"/>
                  </a:lnTo>
                  <a:lnTo>
                    <a:pt x="3510757" y="1316160"/>
                  </a:lnTo>
                  <a:lnTo>
                    <a:pt x="3511094" y="1309006"/>
                  </a:lnTo>
                  <a:lnTo>
                    <a:pt x="3511430" y="1301521"/>
                  </a:lnTo>
                  <a:lnTo>
                    <a:pt x="3511767" y="1294692"/>
                  </a:lnTo>
                  <a:lnTo>
                    <a:pt x="3512103" y="1288914"/>
                  </a:lnTo>
                  <a:lnTo>
                    <a:pt x="3512440" y="1283259"/>
                  </a:lnTo>
                  <a:lnTo>
                    <a:pt x="3512776" y="1278255"/>
                  </a:lnTo>
                  <a:lnTo>
                    <a:pt x="3513113" y="1273015"/>
                  </a:lnTo>
                  <a:lnTo>
                    <a:pt x="3513449" y="1265769"/>
                  </a:lnTo>
                  <a:lnTo>
                    <a:pt x="3513785" y="1259728"/>
                  </a:lnTo>
                  <a:lnTo>
                    <a:pt x="3514122" y="1254918"/>
                  </a:lnTo>
                  <a:lnTo>
                    <a:pt x="3514458" y="1251068"/>
                  </a:lnTo>
                  <a:lnTo>
                    <a:pt x="3514795" y="1247993"/>
                  </a:lnTo>
                  <a:lnTo>
                    <a:pt x="3515131" y="1245478"/>
                  </a:lnTo>
                  <a:lnTo>
                    <a:pt x="3515468" y="1243692"/>
                  </a:lnTo>
                  <a:lnTo>
                    <a:pt x="3515804" y="1242625"/>
                  </a:lnTo>
                  <a:lnTo>
                    <a:pt x="3516141" y="1243077"/>
                  </a:lnTo>
                  <a:lnTo>
                    <a:pt x="3516477" y="1243673"/>
                  </a:lnTo>
                  <a:lnTo>
                    <a:pt x="3516814" y="1244791"/>
                  </a:lnTo>
                  <a:lnTo>
                    <a:pt x="3517150" y="1245566"/>
                  </a:lnTo>
                  <a:lnTo>
                    <a:pt x="3517487" y="1246072"/>
                  </a:lnTo>
                  <a:lnTo>
                    <a:pt x="3517823" y="1246696"/>
                  </a:lnTo>
                  <a:lnTo>
                    <a:pt x="3518159" y="1248367"/>
                  </a:lnTo>
                  <a:lnTo>
                    <a:pt x="3518496" y="1250497"/>
                  </a:lnTo>
                  <a:lnTo>
                    <a:pt x="3518832" y="1253180"/>
                  </a:lnTo>
                  <a:lnTo>
                    <a:pt x="3519169" y="1255464"/>
                  </a:lnTo>
                  <a:lnTo>
                    <a:pt x="3519505" y="1257594"/>
                  </a:lnTo>
                  <a:lnTo>
                    <a:pt x="3519842" y="1259922"/>
                  </a:lnTo>
                  <a:lnTo>
                    <a:pt x="3520178" y="1262941"/>
                  </a:lnTo>
                  <a:lnTo>
                    <a:pt x="3520515" y="1266112"/>
                  </a:lnTo>
                  <a:lnTo>
                    <a:pt x="3520851" y="1269760"/>
                  </a:lnTo>
                  <a:lnTo>
                    <a:pt x="3521188" y="1273337"/>
                  </a:lnTo>
                  <a:lnTo>
                    <a:pt x="3521524" y="1277190"/>
                  </a:lnTo>
                  <a:lnTo>
                    <a:pt x="3521861" y="1280739"/>
                  </a:lnTo>
                  <a:lnTo>
                    <a:pt x="3522197" y="1284365"/>
                  </a:lnTo>
                  <a:lnTo>
                    <a:pt x="3522533" y="1287077"/>
                  </a:lnTo>
                  <a:lnTo>
                    <a:pt x="3522870" y="1289396"/>
                  </a:lnTo>
                  <a:lnTo>
                    <a:pt x="3523206" y="1291430"/>
                  </a:lnTo>
                  <a:lnTo>
                    <a:pt x="3523543" y="1293393"/>
                  </a:lnTo>
                  <a:lnTo>
                    <a:pt x="3523879" y="1295286"/>
                  </a:lnTo>
                  <a:lnTo>
                    <a:pt x="3524216" y="1296009"/>
                  </a:lnTo>
                  <a:lnTo>
                    <a:pt x="3524552" y="1296239"/>
                  </a:lnTo>
                  <a:lnTo>
                    <a:pt x="3524889" y="1296039"/>
                  </a:lnTo>
                  <a:lnTo>
                    <a:pt x="3525225" y="1295140"/>
                  </a:lnTo>
                  <a:lnTo>
                    <a:pt x="3525562" y="1293798"/>
                  </a:lnTo>
                  <a:lnTo>
                    <a:pt x="3525898" y="1292673"/>
                  </a:lnTo>
                  <a:lnTo>
                    <a:pt x="3526235" y="1290479"/>
                  </a:lnTo>
                  <a:lnTo>
                    <a:pt x="3526571" y="1287884"/>
                  </a:lnTo>
                  <a:lnTo>
                    <a:pt x="3526907" y="1285027"/>
                  </a:lnTo>
                  <a:lnTo>
                    <a:pt x="3527244" y="1281325"/>
                  </a:lnTo>
                  <a:lnTo>
                    <a:pt x="3527580" y="1277356"/>
                  </a:lnTo>
                  <a:lnTo>
                    <a:pt x="3527917" y="1272658"/>
                  </a:lnTo>
                  <a:lnTo>
                    <a:pt x="3528253" y="1266325"/>
                  </a:lnTo>
                  <a:lnTo>
                    <a:pt x="3528590" y="1259158"/>
                  </a:lnTo>
                  <a:lnTo>
                    <a:pt x="3528926" y="1251575"/>
                  </a:lnTo>
                  <a:lnTo>
                    <a:pt x="3529263" y="1244273"/>
                  </a:lnTo>
                  <a:lnTo>
                    <a:pt x="3529599" y="1237349"/>
                  </a:lnTo>
                  <a:lnTo>
                    <a:pt x="3529936" y="1230157"/>
                  </a:lnTo>
                  <a:lnTo>
                    <a:pt x="3530272" y="1222878"/>
                  </a:lnTo>
                  <a:lnTo>
                    <a:pt x="3530609" y="1216238"/>
                  </a:lnTo>
                  <a:lnTo>
                    <a:pt x="3530945" y="1209582"/>
                  </a:lnTo>
                  <a:lnTo>
                    <a:pt x="3531281" y="1203660"/>
                  </a:lnTo>
                  <a:lnTo>
                    <a:pt x="3531618" y="1198430"/>
                  </a:lnTo>
                  <a:lnTo>
                    <a:pt x="3531954" y="1194108"/>
                  </a:lnTo>
                  <a:lnTo>
                    <a:pt x="3532291" y="1190664"/>
                  </a:lnTo>
                  <a:lnTo>
                    <a:pt x="3532627" y="1187924"/>
                  </a:lnTo>
                  <a:lnTo>
                    <a:pt x="3532964" y="1185768"/>
                  </a:lnTo>
                  <a:lnTo>
                    <a:pt x="3533300" y="1184582"/>
                  </a:lnTo>
                  <a:lnTo>
                    <a:pt x="3533637" y="1184455"/>
                  </a:lnTo>
                  <a:lnTo>
                    <a:pt x="3533973" y="1185241"/>
                  </a:lnTo>
                  <a:lnTo>
                    <a:pt x="3534310" y="1187380"/>
                  </a:lnTo>
                  <a:lnTo>
                    <a:pt x="3534646" y="1189786"/>
                  </a:lnTo>
                  <a:lnTo>
                    <a:pt x="3534983" y="1193020"/>
                  </a:lnTo>
                  <a:lnTo>
                    <a:pt x="3535319" y="1197052"/>
                  </a:lnTo>
                  <a:lnTo>
                    <a:pt x="3535655" y="1201370"/>
                  </a:lnTo>
                  <a:lnTo>
                    <a:pt x="3535992" y="1206259"/>
                  </a:lnTo>
                  <a:lnTo>
                    <a:pt x="3536328" y="1211251"/>
                  </a:lnTo>
                  <a:lnTo>
                    <a:pt x="3536665" y="1216474"/>
                  </a:lnTo>
                  <a:lnTo>
                    <a:pt x="3537001" y="1221796"/>
                  </a:lnTo>
                  <a:lnTo>
                    <a:pt x="3537338" y="1227417"/>
                  </a:lnTo>
                  <a:lnTo>
                    <a:pt x="3537674" y="1232787"/>
                  </a:lnTo>
                  <a:lnTo>
                    <a:pt x="3538011" y="1238435"/>
                  </a:lnTo>
                  <a:lnTo>
                    <a:pt x="3538347" y="1243701"/>
                  </a:lnTo>
                  <a:lnTo>
                    <a:pt x="3538684" y="1248879"/>
                  </a:lnTo>
                  <a:lnTo>
                    <a:pt x="3539020" y="1254444"/>
                  </a:lnTo>
                  <a:lnTo>
                    <a:pt x="3539357" y="1259983"/>
                  </a:lnTo>
                  <a:lnTo>
                    <a:pt x="3539693" y="1265564"/>
                  </a:lnTo>
                  <a:lnTo>
                    <a:pt x="3540029" y="1270616"/>
                  </a:lnTo>
                  <a:lnTo>
                    <a:pt x="3540366" y="1273998"/>
                  </a:lnTo>
                  <a:lnTo>
                    <a:pt x="3540702" y="1277048"/>
                  </a:lnTo>
                  <a:lnTo>
                    <a:pt x="3541039" y="1280121"/>
                  </a:lnTo>
                  <a:lnTo>
                    <a:pt x="3541375" y="1283173"/>
                  </a:lnTo>
                  <a:lnTo>
                    <a:pt x="3541712" y="1285754"/>
                  </a:lnTo>
                  <a:lnTo>
                    <a:pt x="3542048" y="1288182"/>
                  </a:lnTo>
                  <a:lnTo>
                    <a:pt x="3542385" y="1289409"/>
                  </a:lnTo>
                  <a:lnTo>
                    <a:pt x="3542721" y="1289742"/>
                  </a:lnTo>
                  <a:lnTo>
                    <a:pt x="3543058" y="1288218"/>
                  </a:lnTo>
                  <a:lnTo>
                    <a:pt x="3543394" y="1285591"/>
                  </a:lnTo>
                  <a:lnTo>
                    <a:pt x="3543731" y="1282406"/>
                  </a:lnTo>
                  <a:lnTo>
                    <a:pt x="3544067" y="1277593"/>
                  </a:lnTo>
                  <a:lnTo>
                    <a:pt x="3544403" y="1271901"/>
                  </a:lnTo>
                  <a:lnTo>
                    <a:pt x="3544740" y="1265944"/>
                  </a:lnTo>
                  <a:lnTo>
                    <a:pt x="3545076" y="1260052"/>
                  </a:lnTo>
                  <a:lnTo>
                    <a:pt x="3545413" y="1252964"/>
                  </a:lnTo>
                  <a:lnTo>
                    <a:pt x="3545749" y="1245276"/>
                  </a:lnTo>
                  <a:lnTo>
                    <a:pt x="3546086" y="1235956"/>
                  </a:lnTo>
                  <a:lnTo>
                    <a:pt x="3546422" y="1225438"/>
                  </a:lnTo>
                  <a:lnTo>
                    <a:pt x="3546759" y="1213341"/>
                  </a:lnTo>
                  <a:lnTo>
                    <a:pt x="3547095" y="1199606"/>
                  </a:lnTo>
                  <a:lnTo>
                    <a:pt x="3547432" y="1185638"/>
                  </a:lnTo>
                  <a:lnTo>
                    <a:pt x="3547768" y="1172742"/>
                  </a:lnTo>
                  <a:lnTo>
                    <a:pt x="3548104" y="1159322"/>
                  </a:lnTo>
                  <a:lnTo>
                    <a:pt x="3548441" y="1145766"/>
                  </a:lnTo>
                  <a:lnTo>
                    <a:pt x="3548777" y="1132273"/>
                  </a:lnTo>
                  <a:lnTo>
                    <a:pt x="3549114" y="1119500"/>
                  </a:lnTo>
                  <a:lnTo>
                    <a:pt x="3549450" y="1106885"/>
                  </a:lnTo>
                  <a:lnTo>
                    <a:pt x="3549787" y="1092739"/>
                  </a:lnTo>
                  <a:lnTo>
                    <a:pt x="3550123" y="1077757"/>
                  </a:lnTo>
                  <a:lnTo>
                    <a:pt x="3550460" y="1063284"/>
                  </a:lnTo>
                  <a:lnTo>
                    <a:pt x="3550796" y="1048749"/>
                  </a:lnTo>
                  <a:lnTo>
                    <a:pt x="3551133" y="1038351"/>
                  </a:lnTo>
                  <a:lnTo>
                    <a:pt x="3551469" y="1028398"/>
                  </a:lnTo>
                  <a:lnTo>
                    <a:pt x="3551806" y="1019588"/>
                  </a:lnTo>
                  <a:lnTo>
                    <a:pt x="3552142" y="1014187"/>
                  </a:lnTo>
                  <a:lnTo>
                    <a:pt x="3552478" y="1009060"/>
                  </a:lnTo>
                  <a:lnTo>
                    <a:pt x="3552815" y="1002973"/>
                  </a:lnTo>
                  <a:lnTo>
                    <a:pt x="3553151" y="997010"/>
                  </a:lnTo>
                  <a:lnTo>
                    <a:pt x="3553488" y="991516"/>
                  </a:lnTo>
                  <a:lnTo>
                    <a:pt x="3553824" y="987120"/>
                  </a:lnTo>
                  <a:lnTo>
                    <a:pt x="3554161" y="982691"/>
                  </a:lnTo>
                  <a:lnTo>
                    <a:pt x="3554497" y="978634"/>
                  </a:lnTo>
                  <a:lnTo>
                    <a:pt x="3554834" y="975595"/>
                  </a:lnTo>
                  <a:lnTo>
                    <a:pt x="3555170" y="973992"/>
                  </a:lnTo>
                  <a:lnTo>
                    <a:pt x="3555507" y="972995"/>
                  </a:lnTo>
                  <a:lnTo>
                    <a:pt x="3555843" y="972490"/>
                  </a:lnTo>
                  <a:lnTo>
                    <a:pt x="3556180" y="970948"/>
                  </a:lnTo>
                  <a:lnTo>
                    <a:pt x="3556516" y="968014"/>
                  </a:lnTo>
                  <a:lnTo>
                    <a:pt x="3556852" y="965060"/>
                  </a:lnTo>
                  <a:lnTo>
                    <a:pt x="3557189" y="961076"/>
                  </a:lnTo>
                  <a:lnTo>
                    <a:pt x="3557525" y="956861"/>
                  </a:lnTo>
                  <a:lnTo>
                    <a:pt x="3557862" y="952828"/>
                  </a:lnTo>
                  <a:lnTo>
                    <a:pt x="3558198" y="949022"/>
                  </a:lnTo>
                  <a:lnTo>
                    <a:pt x="3558535" y="945812"/>
                  </a:lnTo>
                  <a:lnTo>
                    <a:pt x="3558871" y="941384"/>
                  </a:lnTo>
                  <a:lnTo>
                    <a:pt x="3559208" y="937327"/>
                  </a:lnTo>
                  <a:lnTo>
                    <a:pt x="3559544" y="933658"/>
                  </a:lnTo>
                  <a:lnTo>
                    <a:pt x="3559881" y="929166"/>
                  </a:lnTo>
                  <a:lnTo>
                    <a:pt x="3560217" y="923618"/>
                  </a:lnTo>
                  <a:lnTo>
                    <a:pt x="3560554" y="918317"/>
                  </a:lnTo>
                  <a:lnTo>
                    <a:pt x="3560890" y="913381"/>
                  </a:lnTo>
                  <a:lnTo>
                    <a:pt x="3561226" y="909880"/>
                  </a:lnTo>
                  <a:lnTo>
                    <a:pt x="3561563" y="906568"/>
                  </a:lnTo>
                  <a:lnTo>
                    <a:pt x="3561899" y="903643"/>
                  </a:lnTo>
                  <a:lnTo>
                    <a:pt x="3562236" y="902301"/>
                  </a:lnTo>
                  <a:lnTo>
                    <a:pt x="3562572" y="901750"/>
                  </a:lnTo>
                  <a:lnTo>
                    <a:pt x="3562909" y="901174"/>
                  </a:lnTo>
                  <a:lnTo>
                    <a:pt x="3563245" y="901376"/>
                  </a:lnTo>
                  <a:lnTo>
                    <a:pt x="3563582" y="901878"/>
                  </a:lnTo>
                  <a:lnTo>
                    <a:pt x="3563918" y="902180"/>
                  </a:lnTo>
                  <a:lnTo>
                    <a:pt x="3564255" y="902394"/>
                  </a:lnTo>
                  <a:lnTo>
                    <a:pt x="3564591" y="902162"/>
                  </a:lnTo>
                  <a:lnTo>
                    <a:pt x="3564928" y="901133"/>
                  </a:lnTo>
                  <a:lnTo>
                    <a:pt x="3565264" y="900776"/>
                  </a:lnTo>
                  <a:lnTo>
                    <a:pt x="3565600" y="900739"/>
                  </a:lnTo>
                  <a:lnTo>
                    <a:pt x="3565937" y="900312"/>
                  </a:lnTo>
                  <a:lnTo>
                    <a:pt x="3566273" y="899292"/>
                  </a:lnTo>
                  <a:lnTo>
                    <a:pt x="3566610" y="898273"/>
                  </a:lnTo>
                  <a:lnTo>
                    <a:pt x="3566946" y="896591"/>
                  </a:lnTo>
                  <a:lnTo>
                    <a:pt x="3567283" y="894821"/>
                  </a:lnTo>
                  <a:lnTo>
                    <a:pt x="3567619" y="892716"/>
                  </a:lnTo>
                  <a:lnTo>
                    <a:pt x="3567956" y="890813"/>
                  </a:lnTo>
                  <a:lnTo>
                    <a:pt x="3568292" y="888953"/>
                  </a:lnTo>
                  <a:lnTo>
                    <a:pt x="3568629" y="886929"/>
                  </a:lnTo>
                  <a:lnTo>
                    <a:pt x="3568965" y="885089"/>
                  </a:lnTo>
                  <a:lnTo>
                    <a:pt x="3569302" y="883569"/>
                  </a:lnTo>
                  <a:lnTo>
                    <a:pt x="3569638" y="882542"/>
                  </a:lnTo>
                  <a:lnTo>
                    <a:pt x="3569974" y="882174"/>
                  </a:lnTo>
                  <a:lnTo>
                    <a:pt x="3570311" y="881790"/>
                  </a:lnTo>
                  <a:lnTo>
                    <a:pt x="3570647" y="880509"/>
                  </a:lnTo>
                  <a:lnTo>
                    <a:pt x="3570984" y="879646"/>
                  </a:lnTo>
                  <a:lnTo>
                    <a:pt x="3571320" y="879388"/>
                  </a:lnTo>
                  <a:lnTo>
                    <a:pt x="3571657" y="879510"/>
                  </a:lnTo>
                  <a:lnTo>
                    <a:pt x="3571993" y="880013"/>
                  </a:lnTo>
                  <a:lnTo>
                    <a:pt x="3572330" y="881433"/>
                  </a:lnTo>
                  <a:lnTo>
                    <a:pt x="3572666" y="882955"/>
                  </a:lnTo>
                  <a:lnTo>
                    <a:pt x="3573003" y="884645"/>
                  </a:lnTo>
                  <a:lnTo>
                    <a:pt x="3573339" y="885479"/>
                  </a:lnTo>
                  <a:lnTo>
                    <a:pt x="3573676" y="887588"/>
                  </a:lnTo>
                  <a:lnTo>
                    <a:pt x="3574012" y="891065"/>
                  </a:lnTo>
                  <a:lnTo>
                    <a:pt x="3574348" y="895294"/>
                  </a:lnTo>
                  <a:lnTo>
                    <a:pt x="3574685" y="898836"/>
                  </a:lnTo>
                  <a:lnTo>
                    <a:pt x="3575021" y="903155"/>
                  </a:lnTo>
                  <a:lnTo>
                    <a:pt x="3575358" y="907440"/>
                  </a:lnTo>
                  <a:lnTo>
                    <a:pt x="3575694" y="910920"/>
                  </a:lnTo>
                  <a:lnTo>
                    <a:pt x="3576031" y="914244"/>
                  </a:lnTo>
                  <a:lnTo>
                    <a:pt x="3576367" y="917610"/>
                  </a:lnTo>
                  <a:lnTo>
                    <a:pt x="3576704" y="921406"/>
                  </a:lnTo>
                  <a:lnTo>
                    <a:pt x="3577040" y="924655"/>
                  </a:lnTo>
                  <a:lnTo>
                    <a:pt x="3577377" y="927155"/>
                  </a:lnTo>
                  <a:lnTo>
                    <a:pt x="3577713" y="930259"/>
                  </a:lnTo>
                  <a:lnTo>
                    <a:pt x="3578050" y="932886"/>
                  </a:lnTo>
                  <a:lnTo>
                    <a:pt x="3578386" y="935256"/>
                  </a:lnTo>
                  <a:lnTo>
                    <a:pt x="3578722" y="937478"/>
                  </a:lnTo>
                  <a:lnTo>
                    <a:pt x="3579059" y="938882"/>
                  </a:lnTo>
                  <a:lnTo>
                    <a:pt x="3579395" y="938954"/>
                  </a:lnTo>
                  <a:lnTo>
                    <a:pt x="3579732" y="938721"/>
                  </a:lnTo>
                  <a:lnTo>
                    <a:pt x="3580068" y="938642"/>
                  </a:lnTo>
                  <a:lnTo>
                    <a:pt x="3580405" y="938504"/>
                  </a:lnTo>
                  <a:lnTo>
                    <a:pt x="3580741" y="940961"/>
                  </a:lnTo>
                  <a:lnTo>
                    <a:pt x="3581078" y="943093"/>
                  </a:lnTo>
                  <a:lnTo>
                    <a:pt x="3581414" y="944320"/>
                  </a:lnTo>
                  <a:lnTo>
                    <a:pt x="3581751" y="944983"/>
                  </a:lnTo>
                  <a:lnTo>
                    <a:pt x="3582087" y="945029"/>
                  </a:lnTo>
                  <a:lnTo>
                    <a:pt x="3582423" y="945472"/>
                  </a:lnTo>
                  <a:lnTo>
                    <a:pt x="3582760" y="945438"/>
                  </a:lnTo>
                  <a:lnTo>
                    <a:pt x="3583096" y="945524"/>
                  </a:lnTo>
                  <a:lnTo>
                    <a:pt x="3583433" y="944729"/>
                  </a:lnTo>
                  <a:lnTo>
                    <a:pt x="3583769" y="943915"/>
                  </a:lnTo>
                  <a:lnTo>
                    <a:pt x="3584106" y="942766"/>
                  </a:lnTo>
                  <a:lnTo>
                    <a:pt x="3584442" y="942813"/>
                  </a:lnTo>
                  <a:lnTo>
                    <a:pt x="3584779" y="942442"/>
                  </a:lnTo>
                  <a:lnTo>
                    <a:pt x="3585115" y="941500"/>
                  </a:lnTo>
                  <a:lnTo>
                    <a:pt x="3585452" y="939489"/>
                  </a:lnTo>
                  <a:lnTo>
                    <a:pt x="3585788" y="935699"/>
                  </a:lnTo>
                  <a:lnTo>
                    <a:pt x="3586125" y="930877"/>
                  </a:lnTo>
                  <a:lnTo>
                    <a:pt x="3586461" y="925661"/>
                  </a:lnTo>
                  <a:lnTo>
                    <a:pt x="3586797" y="919998"/>
                  </a:lnTo>
                  <a:lnTo>
                    <a:pt x="3587134" y="913249"/>
                  </a:lnTo>
                  <a:lnTo>
                    <a:pt x="3587470" y="906523"/>
                  </a:lnTo>
                  <a:lnTo>
                    <a:pt x="3587807" y="899117"/>
                  </a:lnTo>
                  <a:lnTo>
                    <a:pt x="3588143" y="890031"/>
                  </a:lnTo>
                  <a:lnTo>
                    <a:pt x="3588480" y="880101"/>
                  </a:lnTo>
                  <a:lnTo>
                    <a:pt x="3588816" y="869387"/>
                  </a:lnTo>
                  <a:lnTo>
                    <a:pt x="3589153" y="858766"/>
                  </a:lnTo>
                  <a:lnTo>
                    <a:pt x="3589489" y="847809"/>
                  </a:lnTo>
                  <a:lnTo>
                    <a:pt x="3589826" y="838118"/>
                  </a:lnTo>
                  <a:lnTo>
                    <a:pt x="3590162" y="828919"/>
                  </a:lnTo>
                  <a:lnTo>
                    <a:pt x="3590499" y="822652"/>
                  </a:lnTo>
                  <a:lnTo>
                    <a:pt x="3590835" y="818313"/>
                  </a:lnTo>
                  <a:lnTo>
                    <a:pt x="3591171" y="813749"/>
                  </a:lnTo>
                  <a:lnTo>
                    <a:pt x="3591508" y="810398"/>
                  </a:lnTo>
                  <a:lnTo>
                    <a:pt x="3591844" y="807223"/>
                  </a:lnTo>
                  <a:lnTo>
                    <a:pt x="3592181" y="803853"/>
                  </a:lnTo>
                  <a:lnTo>
                    <a:pt x="3592517" y="801228"/>
                  </a:lnTo>
                  <a:lnTo>
                    <a:pt x="3592854" y="798701"/>
                  </a:lnTo>
                  <a:lnTo>
                    <a:pt x="3593190" y="796389"/>
                  </a:lnTo>
                  <a:lnTo>
                    <a:pt x="3593527" y="795505"/>
                  </a:lnTo>
                  <a:lnTo>
                    <a:pt x="3593863" y="794957"/>
                  </a:lnTo>
                  <a:lnTo>
                    <a:pt x="3594200" y="794823"/>
                  </a:lnTo>
                  <a:lnTo>
                    <a:pt x="3594536" y="796036"/>
                  </a:lnTo>
                  <a:lnTo>
                    <a:pt x="3594873" y="796854"/>
                  </a:lnTo>
                  <a:lnTo>
                    <a:pt x="3595209" y="798501"/>
                  </a:lnTo>
                  <a:lnTo>
                    <a:pt x="3595545" y="801406"/>
                  </a:lnTo>
                  <a:lnTo>
                    <a:pt x="3595882" y="804384"/>
                  </a:lnTo>
                  <a:lnTo>
                    <a:pt x="3596218" y="806980"/>
                  </a:lnTo>
                  <a:lnTo>
                    <a:pt x="3596555" y="809673"/>
                  </a:lnTo>
                  <a:lnTo>
                    <a:pt x="3596891" y="812441"/>
                  </a:lnTo>
                  <a:lnTo>
                    <a:pt x="3597228" y="815637"/>
                  </a:lnTo>
                  <a:lnTo>
                    <a:pt x="3597564" y="818917"/>
                  </a:lnTo>
                  <a:lnTo>
                    <a:pt x="3597901" y="820771"/>
                  </a:lnTo>
                  <a:lnTo>
                    <a:pt x="3598237" y="822090"/>
                  </a:lnTo>
                  <a:lnTo>
                    <a:pt x="3598574" y="822889"/>
                  </a:lnTo>
                  <a:lnTo>
                    <a:pt x="3598910" y="823010"/>
                  </a:lnTo>
                  <a:lnTo>
                    <a:pt x="3599247" y="821966"/>
                  </a:lnTo>
                  <a:lnTo>
                    <a:pt x="3599583" y="820318"/>
                  </a:lnTo>
                  <a:lnTo>
                    <a:pt x="3599919" y="818203"/>
                  </a:lnTo>
                  <a:lnTo>
                    <a:pt x="3600256" y="815844"/>
                  </a:lnTo>
                  <a:lnTo>
                    <a:pt x="3600592" y="813050"/>
                  </a:lnTo>
                  <a:lnTo>
                    <a:pt x="3600929" y="809490"/>
                  </a:lnTo>
                  <a:lnTo>
                    <a:pt x="3601265" y="805309"/>
                  </a:lnTo>
                  <a:lnTo>
                    <a:pt x="3601602" y="800040"/>
                  </a:lnTo>
                  <a:lnTo>
                    <a:pt x="3601938" y="794769"/>
                  </a:lnTo>
                  <a:lnTo>
                    <a:pt x="3602275" y="788774"/>
                  </a:lnTo>
                  <a:lnTo>
                    <a:pt x="3602611" y="783231"/>
                  </a:lnTo>
                  <a:lnTo>
                    <a:pt x="3602948" y="778861"/>
                  </a:lnTo>
                  <a:lnTo>
                    <a:pt x="3603284" y="774676"/>
                  </a:lnTo>
                  <a:lnTo>
                    <a:pt x="3603621" y="770587"/>
                  </a:lnTo>
                  <a:lnTo>
                    <a:pt x="3603957" y="766850"/>
                  </a:lnTo>
                  <a:lnTo>
                    <a:pt x="3604293" y="763453"/>
                  </a:lnTo>
                  <a:lnTo>
                    <a:pt x="3604630" y="759874"/>
                  </a:lnTo>
                  <a:lnTo>
                    <a:pt x="3604966" y="756553"/>
                  </a:lnTo>
                  <a:lnTo>
                    <a:pt x="3605303" y="753463"/>
                  </a:lnTo>
                  <a:lnTo>
                    <a:pt x="3605639" y="750084"/>
                  </a:lnTo>
                  <a:lnTo>
                    <a:pt x="3605976" y="746683"/>
                  </a:lnTo>
                  <a:lnTo>
                    <a:pt x="3606312" y="743215"/>
                  </a:lnTo>
                  <a:lnTo>
                    <a:pt x="3606649" y="740144"/>
                  </a:lnTo>
                  <a:lnTo>
                    <a:pt x="3606985" y="737493"/>
                  </a:lnTo>
                  <a:lnTo>
                    <a:pt x="3607322" y="735645"/>
                  </a:lnTo>
                  <a:lnTo>
                    <a:pt x="3607658" y="734721"/>
                  </a:lnTo>
                  <a:lnTo>
                    <a:pt x="3607995" y="734475"/>
                  </a:lnTo>
                  <a:lnTo>
                    <a:pt x="3608331" y="734267"/>
                  </a:lnTo>
                  <a:lnTo>
                    <a:pt x="3608667" y="734108"/>
                  </a:lnTo>
                  <a:lnTo>
                    <a:pt x="3609004" y="734481"/>
                  </a:lnTo>
                  <a:lnTo>
                    <a:pt x="3609340" y="735019"/>
                  </a:lnTo>
                  <a:lnTo>
                    <a:pt x="3609677" y="736233"/>
                  </a:lnTo>
                  <a:lnTo>
                    <a:pt x="3610013" y="738737"/>
                  </a:lnTo>
                  <a:lnTo>
                    <a:pt x="3610350" y="742093"/>
                  </a:lnTo>
                  <a:lnTo>
                    <a:pt x="3610686" y="746374"/>
                  </a:lnTo>
                  <a:lnTo>
                    <a:pt x="3611023" y="751794"/>
                  </a:lnTo>
                  <a:lnTo>
                    <a:pt x="3611359" y="758748"/>
                  </a:lnTo>
                  <a:lnTo>
                    <a:pt x="3611696" y="766970"/>
                  </a:lnTo>
                  <a:lnTo>
                    <a:pt x="3612032" y="774889"/>
                  </a:lnTo>
                  <a:lnTo>
                    <a:pt x="3612368" y="782894"/>
                  </a:lnTo>
                  <a:lnTo>
                    <a:pt x="3612705" y="791212"/>
                  </a:lnTo>
                  <a:lnTo>
                    <a:pt x="3613041" y="799981"/>
                  </a:lnTo>
                  <a:lnTo>
                    <a:pt x="3613378" y="809632"/>
                  </a:lnTo>
                  <a:lnTo>
                    <a:pt x="3613714" y="820493"/>
                  </a:lnTo>
                  <a:lnTo>
                    <a:pt x="3614051" y="832679"/>
                  </a:lnTo>
                  <a:lnTo>
                    <a:pt x="3614387" y="846402"/>
                  </a:lnTo>
                  <a:lnTo>
                    <a:pt x="3614724" y="860648"/>
                  </a:lnTo>
                  <a:lnTo>
                    <a:pt x="3615060" y="874144"/>
                  </a:lnTo>
                  <a:lnTo>
                    <a:pt x="3615397" y="887840"/>
                  </a:lnTo>
                  <a:lnTo>
                    <a:pt x="3615733" y="901838"/>
                  </a:lnTo>
                  <a:lnTo>
                    <a:pt x="3616070" y="916199"/>
                  </a:lnTo>
                  <a:lnTo>
                    <a:pt x="3616406" y="929251"/>
                  </a:lnTo>
                  <a:lnTo>
                    <a:pt x="3616742" y="941590"/>
                  </a:lnTo>
                  <a:lnTo>
                    <a:pt x="3617079" y="954665"/>
                  </a:lnTo>
                  <a:lnTo>
                    <a:pt x="3617415" y="969237"/>
                  </a:lnTo>
                  <a:lnTo>
                    <a:pt x="3617752" y="982820"/>
                  </a:lnTo>
                  <a:lnTo>
                    <a:pt x="3618088" y="996640"/>
                  </a:lnTo>
                  <a:lnTo>
                    <a:pt x="3618425" y="1007158"/>
                  </a:lnTo>
                  <a:lnTo>
                    <a:pt x="3618761" y="1016245"/>
                  </a:lnTo>
                  <a:lnTo>
                    <a:pt x="3619098" y="1024589"/>
                  </a:lnTo>
                  <a:lnTo>
                    <a:pt x="3619434" y="1030829"/>
                  </a:lnTo>
                  <a:lnTo>
                    <a:pt x="3619771" y="1035781"/>
                  </a:lnTo>
                  <a:lnTo>
                    <a:pt x="3620107" y="1041528"/>
                  </a:lnTo>
                  <a:lnTo>
                    <a:pt x="3620444" y="1048192"/>
                  </a:lnTo>
                  <a:lnTo>
                    <a:pt x="3620780" y="1054282"/>
                  </a:lnTo>
                  <a:lnTo>
                    <a:pt x="3621116" y="1059402"/>
                  </a:lnTo>
                  <a:lnTo>
                    <a:pt x="3621453" y="1063817"/>
                  </a:lnTo>
                  <a:lnTo>
                    <a:pt x="3621789" y="1067689"/>
                  </a:lnTo>
                  <a:lnTo>
                    <a:pt x="3622126" y="1070749"/>
                  </a:lnTo>
                  <a:lnTo>
                    <a:pt x="3622462" y="1072631"/>
                  </a:lnTo>
                  <a:lnTo>
                    <a:pt x="3622799" y="1074518"/>
                  </a:lnTo>
                  <a:lnTo>
                    <a:pt x="3623135" y="1076420"/>
                  </a:lnTo>
                  <a:lnTo>
                    <a:pt x="3623472" y="1078769"/>
                  </a:lnTo>
                  <a:lnTo>
                    <a:pt x="3623808" y="1081828"/>
                  </a:lnTo>
                  <a:lnTo>
                    <a:pt x="3624145" y="1083411"/>
                  </a:lnTo>
                  <a:lnTo>
                    <a:pt x="3624481" y="1084984"/>
                  </a:lnTo>
                  <a:lnTo>
                    <a:pt x="3624818" y="1085274"/>
                  </a:lnTo>
                  <a:lnTo>
                    <a:pt x="3625154" y="1084306"/>
                  </a:lnTo>
                  <a:lnTo>
                    <a:pt x="3625490" y="1081623"/>
                  </a:lnTo>
                  <a:lnTo>
                    <a:pt x="3625827" y="1078041"/>
                  </a:lnTo>
                  <a:lnTo>
                    <a:pt x="3626163" y="1074682"/>
                  </a:lnTo>
                  <a:lnTo>
                    <a:pt x="3626500" y="1071128"/>
                  </a:lnTo>
                  <a:lnTo>
                    <a:pt x="3626836" y="1067203"/>
                  </a:lnTo>
                  <a:lnTo>
                    <a:pt x="3627173" y="1062540"/>
                  </a:lnTo>
                  <a:lnTo>
                    <a:pt x="3627509" y="1057260"/>
                  </a:lnTo>
                  <a:lnTo>
                    <a:pt x="3627846" y="1051145"/>
                  </a:lnTo>
                  <a:lnTo>
                    <a:pt x="3628182" y="1044450"/>
                  </a:lnTo>
                  <a:lnTo>
                    <a:pt x="3628519" y="1037620"/>
                  </a:lnTo>
                  <a:lnTo>
                    <a:pt x="3628855" y="1031576"/>
                  </a:lnTo>
                  <a:lnTo>
                    <a:pt x="3629192" y="1025384"/>
                  </a:lnTo>
                  <a:lnTo>
                    <a:pt x="3629528" y="1018398"/>
                  </a:lnTo>
                  <a:lnTo>
                    <a:pt x="3629864" y="1010906"/>
                  </a:lnTo>
                  <a:lnTo>
                    <a:pt x="3630201" y="1003595"/>
                  </a:lnTo>
                  <a:lnTo>
                    <a:pt x="3630537" y="996577"/>
                  </a:lnTo>
                  <a:lnTo>
                    <a:pt x="3630874" y="988475"/>
                  </a:lnTo>
                  <a:lnTo>
                    <a:pt x="3631210" y="981090"/>
                  </a:lnTo>
                  <a:lnTo>
                    <a:pt x="3631547" y="972758"/>
                  </a:lnTo>
                  <a:lnTo>
                    <a:pt x="3631883" y="965437"/>
                  </a:lnTo>
                  <a:lnTo>
                    <a:pt x="3632220" y="959519"/>
                  </a:lnTo>
                  <a:lnTo>
                    <a:pt x="3632556" y="953814"/>
                  </a:lnTo>
                  <a:lnTo>
                    <a:pt x="3632893" y="950725"/>
                  </a:lnTo>
                  <a:lnTo>
                    <a:pt x="3633229" y="948798"/>
                  </a:lnTo>
                  <a:lnTo>
                    <a:pt x="3633566" y="947814"/>
                  </a:lnTo>
                  <a:lnTo>
                    <a:pt x="3633902" y="947485"/>
                  </a:lnTo>
                  <a:lnTo>
                    <a:pt x="3634238" y="948977"/>
                  </a:lnTo>
                  <a:lnTo>
                    <a:pt x="3634575" y="951649"/>
                  </a:lnTo>
                  <a:lnTo>
                    <a:pt x="3634911" y="954832"/>
                  </a:lnTo>
                  <a:lnTo>
                    <a:pt x="3635248" y="958291"/>
                  </a:lnTo>
                  <a:lnTo>
                    <a:pt x="3635584" y="962566"/>
                  </a:lnTo>
                  <a:lnTo>
                    <a:pt x="3635921" y="966170"/>
                  </a:lnTo>
                  <a:lnTo>
                    <a:pt x="3636257" y="969355"/>
                  </a:lnTo>
                  <a:lnTo>
                    <a:pt x="3636594" y="972426"/>
                  </a:lnTo>
                  <a:lnTo>
                    <a:pt x="3636930" y="975551"/>
                  </a:lnTo>
                  <a:lnTo>
                    <a:pt x="3637267" y="978720"/>
                  </a:lnTo>
                  <a:lnTo>
                    <a:pt x="3637603" y="982320"/>
                  </a:lnTo>
                  <a:lnTo>
                    <a:pt x="3637940" y="985970"/>
                  </a:lnTo>
                  <a:lnTo>
                    <a:pt x="3638276" y="988865"/>
                  </a:lnTo>
                  <a:lnTo>
                    <a:pt x="3638612" y="991364"/>
                  </a:lnTo>
                  <a:lnTo>
                    <a:pt x="3638949" y="993416"/>
                  </a:lnTo>
                  <a:lnTo>
                    <a:pt x="3639285" y="994891"/>
                  </a:lnTo>
                  <a:lnTo>
                    <a:pt x="3639622" y="994824"/>
                  </a:lnTo>
                  <a:lnTo>
                    <a:pt x="3639958" y="994811"/>
                  </a:lnTo>
                  <a:lnTo>
                    <a:pt x="3640295" y="993931"/>
                  </a:lnTo>
                  <a:lnTo>
                    <a:pt x="3640631" y="993220"/>
                  </a:lnTo>
                  <a:lnTo>
                    <a:pt x="3640968" y="991129"/>
                  </a:lnTo>
                  <a:lnTo>
                    <a:pt x="3641304" y="987064"/>
                  </a:lnTo>
                  <a:lnTo>
                    <a:pt x="3641641" y="982406"/>
                  </a:lnTo>
                  <a:lnTo>
                    <a:pt x="3641977" y="976844"/>
                  </a:lnTo>
                  <a:lnTo>
                    <a:pt x="3642314" y="971446"/>
                  </a:lnTo>
                  <a:lnTo>
                    <a:pt x="3642650" y="964254"/>
                  </a:lnTo>
                  <a:lnTo>
                    <a:pt x="3642986" y="957581"/>
                  </a:lnTo>
                  <a:lnTo>
                    <a:pt x="3643323" y="951229"/>
                  </a:lnTo>
                  <a:lnTo>
                    <a:pt x="3643659" y="942894"/>
                  </a:lnTo>
                  <a:lnTo>
                    <a:pt x="3643996" y="934700"/>
                  </a:lnTo>
                  <a:lnTo>
                    <a:pt x="3644332" y="926356"/>
                  </a:lnTo>
                  <a:lnTo>
                    <a:pt x="3644669" y="918176"/>
                  </a:lnTo>
                  <a:lnTo>
                    <a:pt x="3645005" y="908749"/>
                  </a:lnTo>
                  <a:lnTo>
                    <a:pt x="3645342" y="899135"/>
                  </a:lnTo>
                  <a:lnTo>
                    <a:pt x="3645678" y="889057"/>
                  </a:lnTo>
                  <a:lnTo>
                    <a:pt x="3646015" y="879165"/>
                  </a:lnTo>
                  <a:lnTo>
                    <a:pt x="3646351" y="870791"/>
                  </a:lnTo>
                  <a:lnTo>
                    <a:pt x="3646687" y="862851"/>
                  </a:lnTo>
                  <a:lnTo>
                    <a:pt x="3647024" y="855417"/>
                  </a:lnTo>
                  <a:lnTo>
                    <a:pt x="3647360" y="848102"/>
                  </a:lnTo>
                  <a:lnTo>
                    <a:pt x="3647697" y="840856"/>
                  </a:lnTo>
                  <a:lnTo>
                    <a:pt x="3648033" y="833633"/>
                  </a:lnTo>
                  <a:lnTo>
                    <a:pt x="3648370" y="826309"/>
                  </a:lnTo>
                  <a:lnTo>
                    <a:pt x="3648706" y="819528"/>
                  </a:lnTo>
                  <a:lnTo>
                    <a:pt x="3649043" y="812542"/>
                  </a:lnTo>
                  <a:lnTo>
                    <a:pt x="3649379" y="804537"/>
                  </a:lnTo>
                  <a:lnTo>
                    <a:pt x="3649716" y="795815"/>
                  </a:lnTo>
                  <a:lnTo>
                    <a:pt x="3650052" y="787675"/>
                  </a:lnTo>
                  <a:lnTo>
                    <a:pt x="3650389" y="780192"/>
                  </a:lnTo>
                  <a:lnTo>
                    <a:pt x="3650725" y="774094"/>
                  </a:lnTo>
                  <a:lnTo>
                    <a:pt x="3651061" y="768123"/>
                  </a:lnTo>
                  <a:lnTo>
                    <a:pt x="3651398" y="762728"/>
                  </a:lnTo>
                  <a:lnTo>
                    <a:pt x="3651734" y="756256"/>
                  </a:lnTo>
                  <a:lnTo>
                    <a:pt x="3652071" y="750084"/>
                  </a:lnTo>
                  <a:lnTo>
                    <a:pt x="3652407" y="745255"/>
                  </a:lnTo>
                  <a:lnTo>
                    <a:pt x="3652744" y="740062"/>
                  </a:lnTo>
                  <a:lnTo>
                    <a:pt x="3653080" y="735136"/>
                  </a:lnTo>
                  <a:lnTo>
                    <a:pt x="3653417" y="732059"/>
                  </a:lnTo>
                  <a:lnTo>
                    <a:pt x="3653753" y="729326"/>
                  </a:lnTo>
                  <a:lnTo>
                    <a:pt x="3654090" y="728443"/>
                  </a:lnTo>
                  <a:lnTo>
                    <a:pt x="3654426" y="729622"/>
                  </a:lnTo>
                  <a:lnTo>
                    <a:pt x="3654763" y="730837"/>
                  </a:lnTo>
                  <a:lnTo>
                    <a:pt x="3655099" y="732744"/>
                  </a:lnTo>
                  <a:lnTo>
                    <a:pt x="3655435" y="735228"/>
                  </a:lnTo>
                  <a:lnTo>
                    <a:pt x="3655772" y="738141"/>
                  </a:lnTo>
                  <a:lnTo>
                    <a:pt x="3656108" y="740936"/>
                  </a:lnTo>
                  <a:lnTo>
                    <a:pt x="3656445" y="742725"/>
                  </a:lnTo>
                  <a:lnTo>
                    <a:pt x="3656781" y="744559"/>
                  </a:lnTo>
                  <a:lnTo>
                    <a:pt x="3657118" y="745048"/>
                  </a:lnTo>
                  <a:lnTo>
                    <a:pt x="3657454" y="742664"/>
                  </a:lnTo>
                  <a:lnTo>
                    <a:pt x="3657791" y="738359"/>
                  </a:lnTo>
                  <a:lnTo>
                    <a:pt x="3658127" y="732176"/>
                  </a:lnTo>
                  <a:lnTo>
                    <a:pt x="3658464" y="724216"/>
                  </a:lnTo>
                  <a:lnTo>
                    <a:pt x="3658800" y="715556"/>
                  </a:lnTo>
                  <a:lnTo>
                    <a:pt x="3659137" y="705743"/>
                  </a:lnTo>
                  <a:lnTo>
                    <a:pt x="3659473" y="695468"/>
                  </a:lnTo>
                  <a:lnTo>
                    <a:pt x="3659809" y="684423"/>
                  </a:lnTo>
                  <a:lnTo>
                    <a:pt x="3660146" y="673219"/>
                  </a:lnTo>
                  <a:lnTo>
                    <a:pt x="3660482" y="662658"/>
                  </a:lnTo>
                  <a:lnTo>
                    <a:pt x="3660819" y="649891"/>
                  </a:lnTo>
                  <a:lnTo>
                    <a:pt x="3661155" y="636936"/>
                  </a:lnTo>
                  <a:lnTo>
                    <a:pt x="3661492" y="626727"/>
                  </a:lnTo>
                  <a:lnTo>
                    <a:pt x="3661828" y="615932"/>
                  </a:lnTo>
                  <a:lnTo>
                    <a:pt x="3662165" y="605980"/>
                  </a:lnTo>
                  <a:lnTo>
                    <a:pt x="3662501" y="596214"/>
                  </a:lnTo>
                  <a:lnTo>
                    <a:pt x="3662838" y="586299"/>
                  </a:lnTo>
                  <a:lnTo>
                    <a:pt x="3663174" y="578145"/>
                  </a:lnTo>
                  <a:lnTo>
                    <a:pt x="3663511" y="570854"/>
                  </a:lnTo>
                  <a:lnTo>
                    <a:pt x="3663847" y="562543"/>
                  </a:lnTo>
                  <a:lnTo>
                    <a:pt x="3664183" y="553713"/>
                  </a:lnTo>
                  <a:lnTo>
                    <a:pt x="3664520" y="544010"/>
                  </a:lnTo>
                  <a:lnTo>
                    <a:pt x="3664856" y="533664"/>
                  </a:lnTo>
                  <a:lnTo>
                    <a:pt x="3665193" y="523828"/>
                  </a:lnTo>
                  <a:lnTo>
                    <a:pt x="3665529" y="514191"/>
                  </a:lnTo>
                  <a:lnTo>
                    <a:pt x="3665866" y="504947"/>
                  </a:lnTo>
                  <a:lnTo>
                    <a:pt x="3666202" y="495630"/>
                  </a:lnTo>
                  <a:lnTo>
                    <a:pt x="3666539" y="486724"/>
                  </a:lnTo>
                  <a:lnTo>
                    <a:pt x="3666875" y="477814"/>
                  </a:lnTo>
                  <a:lnTo>
                    <a:pt x="3667212" y="469106"/>
                  </a:lnTo>
                  <a:lnTo>
                    <a:pt x="3667548" y="458644"/>
                  </a:lnTo>
                  <a:lnTo>
                    <a:pt x="3667885" y="448458"/>
                  </a:lnTo>
                  <a:lnTo>
                    <a:pt x="3668221" y="439340"/>
                  </a:lnTo>
                  <a:lnTo>
                    <a:pt x="3668557" y="430649"/>
                  </a:lnTo>
                  <a:lnTo>
                    <a:pt x="3668894" y="423355"/>
                  </a:lnTo>
                  <a:lnTo>
                    <a:pt x="3669230" y="416274"/>
                  </a:lnTo>
                  <a:lnTo>
                    <a:pt x="3669567" y="408026"/>
                  </a:lnTo>
                  <a:lnTo>
                    <a:pt x="3669903" y="400297"/>
                  </a:lnTo>
                  <a:lnTo>
                    <a:pt x="3670240" y="392322"/>
                  </a:lnTo>
                  <a:lnTo>
                    <a:pt x="3670576" y="384247"/>
                  </a:lnTo>
                  <a:lnTo>
                    <a:pt x="3670913" y="376235"/>
                  </a:lnTo>
                  <a:lnTo>
                    <a:pt x="3671249" y="368446"/>
                  </a:lnTo>
                  <a:lnTo>
                    <a:pt x="3671586" y="360884"/>
                  </a:lnTo>
                  <a:lnTo>
                    <a:pt x="3671922" y="354467"/>
                  </a:lnTo>
                  <a:lnTo>
                    <a:pt x="3672259" y="348352"/>
                  </a:lnTo>
                  <a:lnTo>
                    <a:pt x="3672595" y="341890"/>
                  </a:lnTo>
                  <a:lnTo>
                    <a:pt x="3672931" y="334585"/>
                  </a:lnTo>
                  <a:lnTo>
                    <a:pt x="3673268" y="326145"/>
                  </a:lnTo>
                  <a:lnTo>
                    <a:pt x="3673604" y="319285"/>
                  </a:lnTo>
                  <a:lnTo>
                    <a:pt x="3673941" y="312020"/>
                  </a:lnTo>
                  <a:lnTo>
                    <a:pt x="3674277" y="304551"/>
                  </a:lnTo>
                  <a:lnTo>
                    <a:pt x="3674614" y="297602"/>
                  </a:lnTo>
                  <a:lnTo>
                    <a:pt x="3674950" y="291420"/>
                  </a:lnTo>
                  <a:lnTo>
                    <a:pt x="3675287" y="284591"/>
                  </a:lnTo>
                  <a:lnTo>
                    <a:pt x="3675623" y="277075"/>
                  </a:lnTo>
                  <a:lnTo>
                    <a:pt x="3675960" y="269108"/>
                  </a:lnTo>
                  <a:lnTo>
                    <a:pt x="3676296" y="260281"/>
                  </a:lnTo>
                  <a:lnTo>
                    <a:pt x="3676633" y="250917"/>
                  </a:lnTo>
                  <a:lnTo>
                    <a:pt x="3676969" y="241408"/>
                  </a:lnTo>
                  <a:lnTo>
                    <a:pt x="3677305" y="231109"/>
                  </a:lnTo>
                  <a:lnTo>
                    <a:pt x="3677642" y="220721"/>
                  </a:lnTo>
                  <a:lnTo>
                    <a:pt x="3677978" y="211731"/>
                  </a:lnTo>
                  <a:lnTo>
                    <a:pt x="3678315" y="203433"/>
                  </a:lnTo>
                  <a:lnTo>
                    <a:pt x="3678651" y="194593"/>
                  </a:lnTo>
                  <a:lnTo>
                    <a:pt x="3678988" y="185247"/>
                  </a:lnTo>
                  <a:lnTo>
                    <a:pt x="3679324" y="175645"/>
                  </a:lnTo>
                  <a:lnTo>
                    <a:pt x="3679661" y="165522"/>
                  </a:lnTo>
                  <a:lnTo>
                    <a:pt x="3679997" y="155897"/>
                  </a:lnTo>
                  <a:lnTo>
                    <a:pt x="3680334" y="145504"/>
                  </a:lnTo>
                  <a:lnTo>
                    <a:pt x="3680670" y="136709"/>
                  </a:lnTo>
                  <a:lnTo>
                    <a:pt x="3681006" y="129158"/>
                  </a:lnTo>
                  <a:lnTo>
                    <a:pt x="3681343" y="122746"/>
                  </a:lnTo>
                  <a:lnTo>
                    <a:pt x="3681679" y="117479"/>
                  </a:lnTo>
                  <a:lnTo>
                    <a:pt x="3682016" y="113123"/>
                  </a:lnTo>
                  <a:lnTo>
                    <a:pt x="3682352" y="109704"/>
                  </a:lnTo>
                  <a:lnTo>
                    <a:pt x="3682689" y="107140"/>
                  </a:lnTo>
                  <a:lnTo>
                    <a:pt x="3683025" y="104458"/>
                  </a:lnTo>
                  <a:lnTo>
                    <a:pt x="3683362" y="102443"/>
                  </a:lnTo>
                  <a:lnTo>
                    <a:pt x="3683698" y="102360"/>
                  </a:lnTo>
                  <a:lnTo>
                    <a:pt x="3684035" y="103735"/>
                  </a:lnTo>
                  <a:lnTo>
                    <a:pt x="3684371" y="105378"/>
                  </a:lnTo>
                  <a:lnTo>
                    <a:pt x="3684708" y="107383"/>
                  </a:lnTo>
                  <a:lnTo>
                    <a:pt x="3685044" y="111089"/>
                  </a:lnTo>
                  <a:lnTo>
                    <a:pt x="3685380" y="114842"/>
                  </a:lnTo>
                  <a:lnTo>
                    <a:pt x="3685717" y="117819"/>
                  </a:lnTo>
                  <a:lnTo>
                    <a:pt x="3686053" y="120583"/>
                  </a:lnTo>
                  <a:lnTo>
                    <a:pt x="3686390" y="123748"/>
                  </a:lnTo>
                  <a:lnTo>
                    <a:pt x="3686726" y="125559"/>
                  </a:lnTo>
                  <a:lnTo>
                    <a:pt x="3687063" y="128231"/>
                  </a:lnTo>
                  <a:lnTo>
                    <a:pt x="3687399" y="129627"/>
                  </a:lnTo>
                  <a:lnTo>
                    <a:pt x="3687736" y="128820"/>
                  </a:lnTo>
                  <a:lnTo>
                    <a:pt x="3688072" y="127165"/>
                  </a:lnTo>
                  <a:lnTo>
                    <a:pt x="3688409" y="124867"/>
                  </a:lnTo>
                  <a:lnTo>
                    <a:pt x="3688745" y="121946"/>
                  </a:lnTo>
                  <a:lnTo>
                    <a:pt x="3689082" y="118303"/>
                  </a:lnTo>
                  <a:lnTo>
                    <a:pt x="3689418" y="114067"/>
                  </a:lnTo>
                  <a:lnTo>
                    <a:pt x="3689754" y="108810"/>
                  </a:lnTo>
                  <a:lnTo>
                    <a:pt x="3690091" y="102138"/>
                  </a:lnTo>
                  <a:lnTo>
                    <a:pt x="3690427" y="96197"/>
                  </a:lnTo>
                  <a:lnTo>
                    <a:pt x="3690764" y="89835"/>
                  </a:lnTo>
                  <a:lnTo>
                    <a:pt x="3691100" y="85293"/>
                  </a:lnTo>
                  <a:lnTo>
                    <a:pt x="3691437" y="81070"/>
                  </a:lnTo>
                  <a:lnTo>
                    <a:pt x="3691773" y="77241"/>
                  </a:lnTo>
                  <a:lnTo>
                    <a:pt x="3692110" y="74143"/>
                  </a:lnTo>
                  <a:lnTo>
                    <a:pt x="3692446" y="72649"/>
                  </a:lnTo>
                  <a:lnTo>
                    <a:pt x="3692783" y="72837"/>
                  </a:lnTo>
                  <a:lnTo>
                    <a:pt x="3693119" y="73307"/>
                  </a:lnTo>
                  <a:lnTo>
                    <a:pt x="3693456" y="73665"/>
                  </a:lnTo>
                  <a:lnTo>
                    <a:pt x="3693792" y="73514"/>
                  </a:lnTo>
                  <a:lnTo>
                    <a:pt x="3694128" y="73123"/>
                  </a:lnTo>
                  <a:lnTo>
                    <a:pt x="3694465" y="74065"/>
                  </a:lnTo>
                  <a:lnTo>
                    <a:pt x="3694801" y="76157"/>
                  </a:lnTo>
                  <a:lnTo>
                    <a:pt x="3695138" y="78806"/>
                  </a:lnTo>
                  <a:lnTo>
                    <a:pt x="3695474" y="82011"/>
                  </a:lnTo>
                  <a:lnTo>
                    <a:pt x="3695811" y="84973"/>
                  </a:lnTo>
                  <a:lnTo>
                    <a:pt x="3696147" y="86708"/>
                  </a:lnTo>
                  <a:lnTo>
                    <a:pt x="3696484" y="87679"/>
                  </a:lnTo>
                  <a:lnTo>
                    <a:pt x="3696820" y="88172"/>
                  </a:lnTo>
                  <a:lnTo>
                    <a:pt x="3697157" y="87071"/>
                  </a:lnTo>
                  <a:lnTo>
                    <a:pt x="3697493" y="86834"/>
                  </a:lnTo>
                  <a:lnTo>
                    <a:pt x="3697830" y="86459"/>
                  </a:lnTo>
                  <a:lnTo>
                    <a:pt x="3698166" y="86878"/>
                  </a:lnTo>
                  <a:lnTo>
                    <a:pt x="3698502" y="86832"/>
                  </a:lnTo>
                  <a:lnTo>
                    <a:pt x="3698839" y="89033"/>
                  </a:lnTo>
                  <a:lnTo>
                    <a:pt x="3699175" y="90246"/>
                  </a:lnTo>
                  <a:lnTo>
                    <a:pt x="3699512" y="90639"/>
                  </a:lnTo>
                  <a:lnTo>
                    <a:pt x="3699848" y="89646"/>
                  </a:lnTo>
                  <a:lnTo>
                    <a:pt x="3700185" y="86192"/>
                  </a:lnTo>
                  <a:lnTo>
                    <a:pt x="3700521" y="82266"/>
                  </a:lnTo>
                  <a:lnTo>
                    <a:pt x="3700858" y="77544"/>
                  </a:lnTo>
                  <a:lnTo>
                    <a:pt x="3701194" y="73302"/>
                  </a:lnTo>
                  <a:lnTo>
                    <a:pt x="3701531" y="69327"/>
                  </a:lnTo>
                  <a:lnTo>
                    <a:pt x="3701867" y="64462"/>
                  </a:lnTo>
                  <a:lnTo>
                    <a:pt x="3702204" y="59230"/>
                  </a:lnTo>
                  <a:lnTo>
                    <a:pt x="3702540" y="53482"/>
                  </a:lnTo>
                  <a:lnTo>
                    <a:pt x="3702876" y="46832"/>
                  </a:lnTo>
                  <a:lnTo>
                    <a:pt x="3703213" y="40373"/>
                  </a:lnTo>
                  <a:lnTo>
                    <a:pt x="3703549" y="34388"/>
                  </a:lnTo>
                  <a:lnTo>
                    <a:pt x="3703886" y="29373"/>
                  </a:lnTo>
                  <a:lnTo>
                    <a:pt x="3704222" y="24114"/>
                  </a:lnTo>
                  <a:lnTo>
                    <a:pt x="3704559" y="19756"/>
                  </a:lnTo>
                  <a:lnTo>
                    <a:pt x="3704895" y="15722"/>
                  </a:lnTo>
                  <a:lnTo>
                    <a:pt x="3705232" y="12086"/>
                  </a:lnTo>
                  <a:lnTo>
                    <a:pt x="3705568" y="8743"/>
                  </a:lnTo>
                  <a:lnTo>
                    <a:pt x="3705905" y="6284"/>
                  </a:lnTo>
                  <a:lnTo>
                    <a:pt x="3706241" y="3199"/>
                  </a:lnTo>
                  <a:lnTo>
                    <a:pt x="3706578" y="971"/>
                  </a:lnTo>
                  <a:lnTo>
                    <a:pt x="3706914" y="148"/>
                  </a:lnTo>
                  <a:lnTo>
                    <a:pt x="3707250" y="0"/>
                  </a:lnTo>
                  <a:lnTo>
                    <a:pt x="3707587" y="1512"/>
                  </a:lnTo>
                  <a:lnTo>
                    <a:pt x="3707923" y="3993"/>
                  </a:lnTo>
                  <a:lnTo>
                    <a:pt x="3708260" y="7516"/>
                  </a:lnTo>
                  <a:lnTo>
                    <a:pt x="3708596" y="12596"/>
                  </a:lnTo>
                  <a:lnTo>
                    <a:pt x="3708933" y="17613"/>
                  </a:lnTo>
                  <a:lnTo>
                    <a:pt x="3709269" y="23865"/>
                  </a:lnTo>
                  <a:lnTo>
                    <a:pt x="3709606" y="29976"/>
                  </a:lnTo>
                  <a:lnTo>
                    <a:pt x="3709942" y="37675"/>
                  </a:lnTo>
                  <a:lnTo>
                    <a:pt x="3710279" y="45462"/>
                  </a:lnTo>
                  <a:lnTo>
                    <a:pt x="3710615" y="52887"/>
                  </a:lnTo>
                  <a:lnTo>
                    <a:pt x="3710952" y="61004"/>
                  </a:lnTo>
                  <a:lnTo>
                    <a:pt x="3711288" y="69092"/>
                  </a:lnTo>
                  <a:lnTo>
                    <a:pt x="3711624" y="77277"/>
                  </a:lnTo>
                  <a:lnTo>
                    <a:pt x="3711961" y="85301"/>
                  </a:lnTo>
                  <a:lnTo>
                    <a:pt x="3712297" y="94566"/>
                  </a:lnTo>
                  <a:lnTo>
                    <a:pt x="3712634" y="103578"/>
                  </a:lnTo>
                  <a:lnTo>
                    <a:pt x="3712970" y="112694"/>
                  </a:lnTo>
                  <a:lnTo>
                    <a:pt x="3713307" y="122017"/>
                  </a:lnTo>
                  <a:lnTo>
                    <a:pt x="3713643" y="130023"/>
                  </a:lnTo>
                  <a:lnTo>
                    <a:pt x="3713980" y="138163"/>
                  </a:lnTo>
                  <a:lnTo>
                    <a:pt x="3714316" y="146038"/>
                  </a:lnTo>
                  <a:lnTo>
                    <a:pt x="3714653" y="152973"/>
                  </a:lnTo>
                  <a:lnTo>
                    <a:pt x="3714989" y="159981"/>
                  </a:lnTo>
                  <a:lnTo>
                    <a:pt x="3715325" y="166832"/>
                  </a:lnTo>
                  <a:lnTo>
                    <a:pt x="3715662" y="173915"/>
                  </a:lnTo>
                  <a:lnTo>
                    <a:pt x="3715998" y="181139"/>
                  </a:lnTo>
                  <a:lnTo>
                    <a:pt x="3716335" y="188510"/>
                  </a:lnTo>
                  <a:lnTo>
                    <a:pt x="3716671" y="197098"/>
                  </a:lnTo>
                  <a:lnTo>
                    <a:pt x="3717008" y="205812"/>
                  </a:lnTo>
                  <a:lnTo>
                    <a:pt x="3717344" y="213917"/>
                  </a:lnTo>
                  <a:lnTo>
                    <a:pt x="3717681" y="221260"/>
                  </a:lnTo>
                  <a:lnTo>
                    <a:pt x="3718017" y="226719"/>
                  </a:lnTo>
                  <a:lnTo>
                    <a:pt x="3718354" y="231553"/>
                  </a:lnTo>
                  <a:lnTo>
                    <a:pt x="3718690" y="236352"/>
                  </a:lnTo>
                  <a:lnTo>
                    <a:pt x="3719027" y="241615"/>
                  </a:lnTo>
                  <a:lnTo>
                    <a:pt x="3719363" y="246765"/>
                  </a:lnTo>
                  <a:lnTo>
                    <a:pt x="3719699" y="251829"/>
                  </a:lnTo>
                  <a:lnTo>
                    <a:pt x="3720036" y="258030"/>
                  </a:lnTo>
                  <a:lnTo>
                    <a:pt x="3720372" y="264613"/>
                  </a:lnTo>
                  <a:lnTo>
                    <a:pt x="3720709" y="270095"/>
                  </a:lnTo>
                  <a:lnTo>
                    <a:pt x="3721045" y="275914"/>
                  </a:lnTo>
                  <a:lnTo>
                    <a:pt x="3721382" y="280017"/>
                  </a:lnTo>
                  <a:lnTo>
                    <a:pt x="3721718" y="284087"/>
                  </a:lnTo>
                  <a:lnTo>
                    <a:pt x="3722055" y="287686"/>
                  </a:lnTo>
                  <a:lnTo>
                    <a:pt x="3722391" y="291168"/>
                  </a:lnTo>
                  <a:lnTo>
                    <a:pt x="3722728" y="296027"/>
                  </a:lnTo>
                  <a:lnTo>
                    <a:pt x="3723064" y="301171"/>
                  </a:lnTo>
                  <a:lnTo>
                    <a:pt x="3723401" y="307572"/>
                  </a:lnTo>
                  <a:lnTo>
                    <a:pt x="3723737" y="313949"/>
                  </a:lnTo>
                  <a:lnTo>
                    <a:pt x="3724073" y="320504"/>
                  </a:lnTo>
                  <a:lnTo>
                    <a:pt x="3724410" y="328354"/>
                  </a:lnTo>
                  <a:lnTo>
                    <a:pt x="3724746" y="338619"/>
                  </a:lnTo>
                  <a:lnTo>
                    <a:pt x="3725083" y="348643"/>
                  </a:lnTo>
                  <a:lnTo>
                    <a:pt x="3725419" y="358727"/>
                  </a:lnTo>
                  <a:lnTo>
                    <a:pt x="3725756" y="370970"/>
                  </a:lnTo>
                  <a:lnTo>
                    <a:pt x="3726092" y="383151"/>
                  </a:lnTo>
                  <a:lnTo>
                    <a:pt x="3726429" y="396580"/>
                  </a:lnTo>
                  <a:lnTo>
                    <a:pt x="3726765" y="410609"/>
                  </a:lnTo>
                  <a:lnTo>
                    <a:pt x="3727102" y="424691"/>
                  </a:lnTo>
                  <a:lnTo>
                    <a:pt x="3727438" y="439156"/>
                  </a:lnTo>
                  <a:lnTo>
                    <a:pt x="3727775" y="453350"/>
                  </a:lnTo>
                  <a:lnTo>
                    <a:pt x="3728111" y="469008"/>
                  </a:lnTo>
                  <a:lnTo>
                    <a:pt x="3728447" y="485071"/>
                  </a:lnTo>
                  <a:lnTo>
                    <a:pt x="3728784" y="499343"/>
                  </a:lnTo>
                  <a:lnTo>
                    <a:pt x="3729120" y="514302"/>
                  </a:lnTo>
                  <a:lnTo>
                    <a:pt x="3729457" y="529122"/>
                  </a:lnTo>
                  <a:lnTo>
                    <a:pt x="3729793" y="543600"/>
                  </a:lnTo>
                  <a:lnTo>
                    <a:pt x="3730130" y="558105"/>
                  </a:lnTo>
                  <a:lnTo>
                    <a:pt x="3730466" y="570774"/>
                  </a:lnTo>
                  <a:lnTo>
                    <a:pt x="3730803" y="583167"/>
                  </a:lnTo>
                  <a:lnTo>
                    <a:pt x="3731139" y="595714"/>
                  </a:lnTo>
                  <a:lnTo>
                    <a:pt x="3731476" y="607275"/>
                  </a:lnTo>
                  <a:lnTo>
                    <a:pt x="3731812" y="618148"/>
                  </a:lnTo>
                  <a:lnTo>
                    <a:pt x="3732149" y="628577"/>
                  </a:lnTo>
                  <a:lnTo>
                    <a:pt x="3732485" y="638646"/>
                  </a:lnTo>
                  <a:lnTo>
                    <a:pt x="3732821" y="648862"/>
                  </a:lnTo>
                  <a:lnTo>
                    <a:pt x="3733158" y="658056"/>
                  </a:lnTo>
                  <a:lnTo>
                    <a:pt x="3733494" y="666008"/>
                  </a:lnTo>
                  <a:lnTo>
                    <a:pt x="3733831" y="673479"/>
                  </a:lnTo>
                  <a:lnTo>
                    <a:pt x="3734167" y="679582"/>
                  </a:lnTo>
                  <a:lnTo>
                    <a:pt x="3734504" y="684641"/>
                  </a:lnTo>
                  <a:lnTo>
                    <a:pt x="3734840" y="690781"/>
                  </a:lnTo>
                  <a:lnTo>
                    <a:pt x="3735177" y="695800"/>
                  </a:lnTo>
                  <a:lnTo>
                    <a:pt x="3735513" y="700123"/>
                  </a:lnTo>
                  <a:lnTo>
                    <a:pt x="3735850" y="702586"/>
                  </a:lnTo>
                  <a:lnTo>
                    <a:pt x="3736186" y="703970"/>
                  </a:lnTo>
                  <a:lnTo>
                    <a:pt x="3736523" y="705804"/>
                  </a:lnTo>
                  <a:lnTo>
                    <a:pt x="3736859" y="709858"/>
                  </a:lnTo>
                  <a:lnTo>
                    <a:pt x="3737195" y="713583"/>
                  </a:lnTo>
                  <a:lnTo>
                    <a:pt x="3737532" y="716499"/>
                  </a:lnTo>
                  <a:lnTo>
                    <a:pt x="3737868" y="719431"/>
                  </a:lnTo>
                  <a:lnTo>
                    <a:pt x="3738205" y="721893"/>
                  </a:lnTo>
                  <a:lnTo>
                    <a:pt x="3738541" y="723513"/>
                  </a:lnTo>
                  <a:lnTo>
                    <a:pt x="3738878" y="725552"/>
                  </a:lnTo>
                  <a:lnTo>
                    <a:pt x="3739214" y="726534"/>
                  </a:lnTo>
                  <a:lnTo>
                    <a:pt x="3739551" y="726878"/>
                  </a:lnTo>
                  <a:lnTo>
                    <a:pt x="3739887" y="727316"/>
                  </a:lnTo>
                  <a:lnTo>
                    <a:pt x="3740224" y="728789"/>
                  </a:lnTo>
                  <a:lnTo>
                    <a:pt x="3740560" y="731160"/>
                  </a:lnTo>
                  <a:lnTo>
                    <a:pt x="3740897" y="731960"/>
                  </a:lnTo>
                  <a:lnTo>
                    <a:pt x="3741233" y="733001"/>
                  </a:lnTo>
                  <a:lnTo>
                    <a:pt x="3741569" y="733824"/>
                  </a:lnTo>
                  <a:lnTo>
                    <a:pt x="3741906" y="733865"/>
                  </a:lnTo>
                  <a:lnTo>
                    <a:pt x="3742242" y="732098"/>
                  </a:lnTo>
                  <a:lnTo>
                    <a:pt x="3742579" y="731148"/>
                  </a:lnTo>
                  <a:lnTo>
                    <a:pt x="3742915" y="730009"/>
                  </a:lnTo>
                  <a:lnTo>
                    <a:pt x="3743252" y="728331"/>
                  </a:lnTo>
                  <a:lnTo>
                    <a:pt x="3743588" y="727837"/>
                  </a:lnTo>
                  <a:lnTo>
                    <a:pt x="3743925" y="727302"/>
                  </a:lnTo>
                  <a:lnTo>
                    <a:pt x="3744261" y="727176"/>
                  </a:lnTo>
                  <a:lnTo>
                    <a:pt x="3744598" y="728108"/>
                  </a:lnTo>
                  <a:lnTo>
                    <a:pt x="3744934" y="729853"/>
                  </a:lnTo>
                  <a:lnTo>
                    <a:pt x="3745270" y="730957"/>
                  </a:lnTo>
                  <a:lnTo>
                    <a:pt x="3745607" y="732584"/>
                  </a:lnTo>
                  <a:lnTo>
                    <a:pt x="3745943" y="735367"/>
                  </a:lnTo>
                  <a:lnTo>
                    <a:pt x="3746280" y="739289"/>
                  </a:lnTo>
                  <a:lnTo>
                    <a:pt x="3746616" y="743802"/>
                  </a:lnTo>
                  <a:lnTo>
                    <a:pt x="3746953" y="748305"/>
                  </a:lnTo>
                  <a:lnTo>
                    <a:pt x="3747289" y="753394"/>
                  </a:lnTo>
                  <a:lnTo>
                    <a:pt x="3747626" y="759611"/>
                  </a:lnTo>
                  <a:lnTo>
                    <a:pt x="3747962" y="763790"/>
                  </a:lnTo>
                  <a:lnTo>
                    <a:pt x="3748299" y="769008"/>
                  </a:lnTo>
                  <a:lnTo>
                    <a:pt x="3748635" y="773302"/>
                  </a:lnTo>
                  <a:lnTo>
                    <a:pt x="3748972" y="776609"/>
                  </a:lnTo>
                  <a:lnTo>
                    <a:pt x="3749308" y="778718"/>
                  </a:lnTo>
                  <a:lnTo>
                    <a:pt x="3749644" y="780277"/>
                  </a:lnTo>
                  <a:lnTo>
                    <a:pt x="3749981" y="780614"/>
                  </a:lnTo>
                  <a:lnTo>
                    <a:pt x="3750317" y="781080"/>
                  </a:lnTo>
                  <a:lnTo>
                    <a:pt x="3750654" y="780764"/>
                  </a:lnTo>
                  <a:lnTo>
                    <a:pt x="3750990" y="778978"/>
                  </a:lnTo>
                  <a:lnTo>
                    <a:pt x="3751327" y="776564"/>
                  </a:lnTo>
                  <a:lnTo>
                    <a:pt x="3751663" y="774839"/>
                  </a:lnTo>
                  <a:lnTo>
                    <a:pt x="3752000" y="772996"/>
                  </a:lnTo>
                  <a:lnTo>
                    <a:pt x="3752336" y="770611"/>
                  </a:lnTo>
                  <a:lnTo>
                    <a:pt x="3752673" y="768899"/>
                  </a:lnTo>
                  <a:lnTo>
                    <a:pt x="3753009" y="768125"/>
                  </a:lnTo>
                  <a:lnTo>
                    <a:pt x="3753346" y="768681"/>
                  </a:lnTo>
                  <a:lnTo>
                    <a:pt x="3753682" y="769234"/>
                  </a:lnTo>
                  <a:lnTo>
                    <a:pt x="3754018" y="771774"/>
                  </a:lnTo>
                  <a:lnTo>
                    <a:pt x="3754355" y="773645"/>
                  </a:lnTo>
                  <a:lnTo>
                    <a:pt x="3754691" y="775556"/>
                  </a:lnTo>
                  <a:lnTo>
                    <a:pt x="3755028" y="777272"/>
                  </a:lnTo>
                  <a:lnTo>
                    <a:pt x="3755364" y="779766"/>
                  </a:lnTo>
                  <a:lnTo>
                    <a:pt x="3755701" y="782599"/>
                  </a:lnTo>
                  <a:lnTo>
                    <a:pt x="3756037" y="785452"/>
                  </a:lnTo>
                  <a:lnTo>
                    <a:pt x="3756374" y="788015"/>
                  </a:lnTo>
                  <a:lnTo>
                    <a:pt x="3756710" y="790122"/>
                  </a:lnTo>
                  <a:lnTo>
                    <a:pt x="3757047" y="794104"/>
                  </a:lnTo>
                  <a:lnTo>
                    <a:pt x="3757383" y="798050"/>
                  </a:lnTo>
                  <a:lnTo>
                    <a:pt x="3757720" y="800006"/>
                  </a:lnTo>
                  <a:lnTo>
                    <a:pt x="3758056" y="801930"/>
                  </a:lnTo>
                  <a:lnTo>
                    <a:pt x="3758392" y="801499"/>
                  </a:lnTo>
                  <a:lnTo>
                    <a:pt x="3758729" y="800272"/>
                  </a:lnTo>
                  <a:lnTo>
                    <a:pt x="3759065" y="795074"/>
                  </a:lnTo>
                  <a:lnTo>
                    <a:pt x="3759402" y="789743"/>
                  </a:lnTo>
                  <a:lnTo>
                    <a:pt x="3759738" y="783921"/>
                  </a:lnTo>
                  <a:lnTo>
                    <a:pt x="3760075" y="777542"/>
                  </a:lnTo>
                  <a:lnTo>
                    <a:pt x="3760411" y="770710"/>
                  </a:lnTo>
                  <a:lnTo>
                    <a:pt x="3760748" y="764153"/>
                  </a:lnTo>
                  <a:lnTo>
                    <a:pt x="3761084" y="757666"/>
                  </a:lnTo>
                  <a:lnTo>
                    <a:pt x="3761421" y="750999"/>
                  </a:lnTo>
                  <a:lnTo>
                    <a:pt x="3761757" y="743275"/>
                  </a:lnTo>
                  <a:lnTo>
                    <a:pt x="3762094" y="734401"/>
                  </a:lnTo>
                  <a:lnTo>
                    <a:pt x="3762430" y="725106"/>
                  </a:lnTo>
                  <a:lnTo>
                    <a:pt x="3762766" y="711975"/>
                  </a:lnTo>
                  <a:lnTo>
                    <a:pt x="3763103" y="698273"/>
                  </a:lnTo>
                  <a:lnTo>
                    <a:pt x="3763439" y="684752"/>
                  </a:lnTo>
                  <a:lnTo>
                    <a:pt x="3763776" y="675932"/>
                  </a:lnTo>
                  <a:lnTo>
                    <a:pt x="3764112" y="669321"/>
                  </a:lnTo>
                  <a:lnTo>
                    <a:pt x="3764449" y="665361"/>
                  </a:lnTo>
                  <a:lnTo>
                    <a:pt x="3764785" y="661335"/>
                  </a:lnTo>
                  <a:lnTo>
                    <a:pt x="3765122" y="657158"/>
                  </a:lnTo>
                  <a:lnTo>
                    <a:pt x="3765458" y="652682"/>
                  </a:lnTo>
                  <a:lnTo>
                    <a:pt x="3765795" y="648527"/>
                  </a:lnTo>
                  <a:lnTo>
                    <a:pt x="3766131" y="644260"/>
                  </a:lnTo>
                  <a:lnTo>
                    <a:pt x="3766468" y="640454"/>
                  </a:lnTo>
                  <a:lnTo>
                    <a:pt x="3766804" y="636921"/>
                  </a:lnTo>
                  <a:lnTo>
                    <a:pt x="3767140" y="633883"/>
                  </a:lnTo>
                  <a:lnTo>
                    <a:pt x="3767477" y="630460"/>
                  </a:lnTo>
                  <a:lnTo>
                    <a:pt x="3767813" y="627160"/>
                  </a:lnTo>
                  <a:lnTo>
                    <a:pt x="3768150" y="624474"/>
                  </a:lnTo>
                  <a:lnTo>
                    <a:pt x="3768486" y="622258"/>
                  </a:lnTo>
                  <a:lnTo>
                    <a:pt x="3768823" y="619721"/>
                  </a:lnTo>
                  <a:lnTo>
                    <a:pt x="3769159" y="616538"/>
                  </a:lnTo>
                  <a:lnTo>
                    <a:pt x="3769496" y="613354"/>
                  </a:lnTo>
                  <a:lnTo>
                    <a:pt x="3769832" y="608049"/>
                  </a:lnTo>
                  <a:lnTo>
                    <a:pt x="3770169" y="602745"/>
                  </a:lnTo>
                  <a:lnTo>
                    <a:pt x="3770505" y="598457"/>
                  </a:lnTo>
                  <a:lnTo>
                    <a:pt x="3770842" y="593903"/>
                  </a:lnTo>
                  <a:lnTo>
                    <a:pt x="3771178" y="588407"/>
                  </a:lnTo>
                  <a:lnTo>
                    <a:pt x="3771514" y="583868"/>
                  </a:lnTo>
                  <a:lnTo>
                    <a:pt x="3771851" y="579279"/>
                  </a:lnTo>
                  <a:lnTo>
                    <a:pt x="3772187" y="575418"/>
                  </a:lnTo>
                  <a:lnTo>
                    <a:pt x="3772524" y="572717"/>
                  </a:lnTo>
                  <a:lnTo>
                    <a:pt x="3772860" y="570759"/>
                  </a:lnTo>
                  <a:lnTo>
                    <a:pt x="3773197" y="569285"/>
                  </a:lnTo>
                  <a:lnTo>
                    <a:pt x="3773533" y="568861"/>
                  </a:lnTo>
                  <a:lnTo>
                    <a:pt x="3773870" y="568989"/>
                  </a:lnTo>
                  <a:lnTo>
                    <a:pt x="3774206" y="570254"/>
                  </a:lnTo>
                  <a:lnTo>
                    <a:pt x="3774543" y="572196"/>
                  </a:lnTo>
                  <a:lnTo>
                    <a:pt x="3774879" y="575028"/>
                  </a:lnTo>
                  <a:lnTo>
                    <a:pt x="3775216" y="578581"/>
                  </a:lnTo>
                  <a:lnTo>
                    <a:pt x="3775552" y="582014"/>
                  </a:lnTo>
                  <a:lnTo>
                    <a:pt x="3775888" y="585653"/>
                  </a:lnTo>
                  <a:lnTo>
                    <a:pt x="3776225" y="589984"/>
                  </a:lnTo>
                  <a:lnTo>
                    <a:pt x="3776561" y="594594"/>
                  </a:lnTo>
                  <a:lnTo>
                    <a:pt x="3776898" y="599122"/>
                  </a:lnTo>
                  <a:lnTo>
                    <a:pt x="3777234" y="602570"/>
                  </a:lnTo>
                  <a:lnTo>
                    <a:pt x="3777571" y="605623"/>
                  </a:lnTo>
                  <a:lnTo>
                    <a:pt x="3777907" y="608494"/>
                  </a:lnTo>
                  <a:lnTo>
                    <a:pt x="3778244" y="611391"/>
                  </a:lnTo>
                  <a:lnTo>
                    <a:pt x="3778580" y="613787"/>
                  </a:lnTo>
                  <a:lnTo>
                    <a:pt x="3778917" y="616025"/>
                  </a:lnTo>
                  <a:lnTo>
                    <a:pt x="3779253" y="618027"/>
                  </a:lnTo>
                  <a:lnTo>
                    <a:pt x="3779589" y="619095"/>
                  </a:lnTo>
                  <a:lnTo>
                    <a:pt x="3779926" y="619741"/>
                  </a:lnTo>
                  <a:lnTo>
                    <a:pt x="3780262" y="619874"/>
                  </a:lnTo>
                  <a:lnTo>
                    <a:pt x="3780599" y="619623"/>
                  </a:lnTo>
                  <a:lnTo>
                    <a:pt x="3780935" y="619299"/>
                  </a:lnTo>
                  <a:lnTo>
                    <a:pt x="3781272" y="619914"/>
                  </a:lnTo>
                  <a:lnTo>
                    <a:pt x="3781608" y="621726"/>
                  </a:lnTo>
                  <a:lnTo>
                    <a:pt x="3781945" y="624566"/>
                  </a:lnTo>
                  <a:lnTo>
                    <a:pt x="3782281" y="627796"/>
                  </a:lnTo>
                  <a:lnTo>
                    <a:pt x="3782618" y="631294"/>
                  </a:lnTo>
                  <a:lnTo>
                    <a:pt x="3782954" y="634932"/>
                  </a:lnTo>
                  <a:lnTo>
                    <a:pt x="3783291" y="638236"/>
                  </a:lnTo>
                  <a:lnTo>
                    <a:pt x="3783627" y="641408"/>
                  </a:lnTo>
                  <a:lnTo>
                    <a:pt x="3783963" y="644591"/>
                  </a:lnTo>
                  <a:lnTo>
                    <a:pt x="3784300" y="648194"/>
                  </a:lnTo>
                  <a:lnTo>
                    <a:pt x="3784636" y="652589"/>
                  </a:lnTo>
                  <a:lnTo>
                    <a:pt x="3784973" y="657074"/>
                  </a:lnTo>
                  <a:lnTo>
                    <a:pt x="3785309" y="662239"/>
                  </a:lnTo>
                  <a:lnTo>
                    <a:pt x="3785646" y="667264"/>
                  </a:lnTo>
                  <a:lnTo>
                    <a:pt x="3785982" y="671960"/>
                  </a:lnTo>
                  <a:lnTo>
                    <a:pt x="3786319" y="676917"/>
                  </a:lnTo>
                  <a:lnTo>
                    <a:pt x="3786655" y="681483"/>
                  </a:lnTo>
                  <a:lnTo>
                    <a:pt x="3786992" y="685199"/>
                  </a:lnTo>
                  <a:lnTo>
                    <a:pt x="3787328" y="688165"/>
                  </a:lnTo>
                  <a:lnTo>
                    <a:pt x="3787665" y="690276"/>
                  </a:lnTo>
                  <a:lnTo>
                    <a:pt x="3788001" y="691339"/>
                  </a:lnTo>
                  <a:lnTo>
                    <a:pt x="3788337" y="691464"/>
                  </a:lnTo>
                  <a:lnTo>
                    <a:pt x="3788674" y="690960"/>
                  </a:lnTo>
                  <a:lnTo>
                    <a:pt x="3789010" y="689185"/>
                  </a:lnTo>
                  <a:lnTo>
                    <a:pt x="3789347" y="687224"/>
                  </a:lnTo>
                  <a:lnTo>
                    <a:pt x="3789683" y="685608"/>
                  </a:lnTo>
                  <a:lnTo>
                    <a:pt x="3790020" y="683181"/>
                  </a:lnTo>
                  <a:lnTo>
                    <a:pt x="3790356" y="681457"/>
                  </a:lnTo>
                  <a:lnTo>
                    <a:pt x="3790693" y="679885"/>
                  </a:lnTo>
                  <a:lnTo>
                    <a:pt x="3791029" y="679108"/>
                  </a:lnTo>
                  <a:lnTo>
                    <a:pt x="3791366" y="678082"/>
                  </a:lnTo>
                  <a:lnTo>
                    <a:pt x="3791702" y="676275"/>
                  </a:lnTo>
                  <a:lnTo>
                    <a:pt x="3792039" y="674296"/>
                  </a:lnTo>
                  <a:lnTo>
                    <a:pt x="3792375" y="671883"/>
                  </a:lnTo>
                  <a:lnTo>
                    <a:pt x="3792711" y="669556"/>
                  </a:lnTo>
                  <a:lnTo>
                    <a:pt x="3793048" y="667519"/>
                  </a:lnTo>
                  <a:lnTo>
                    <a:pt x="3793384" y="665930"/>
                  </a:lnTo>
                  <a:lnTo>
                    <a:pt x="3793721" y="665086"/>
                  </a:lnTo>
                  <a:lnTo>
                    <a:pt x="3794057" y="664645"/>
                  </a:lnTo>
                  <a:lnTo>
                    <a:pt x="3794394" y="664224"/>
                  </a:lnTo>
                  <a:lnTo>
                    <a:pt x="3794730" y="663342"/>
                  </a:lnTo>
                  <a:lnTo>
                    <a:pt x="3795067" y="662728"/>
                  </a:lnTo>
                  <a:lnTo>
                    <a:pt x="3795403" y="661709"/>
                  </a:lnTo>
                  <a:lnTo>
                    <a:pt x="3795740" y="661150"/>
                  </a:lnTo>
                  <a:lnTo>
                    <a:pt x="3796076" y="660223"/>
                  </a:lnTo>
                  <a:lnTo>
                    <a:pt x="3796413" y="659244"/>
                  </a:lnTo>
                  <a:lnTo>
                    <a:pt x="3796749" y="658195"/>
                  </a:lnTo>
                  <a:lnTo>
                    <a:pt x="3797085" y="656994"/>
                  </a:lnTo>
                  <a:lnTo>
                    <a:pt x="3797422" y="656155"/>
                  </a:lnTo>
                  <a:lnTo>
                    <a:pt x="3797758" y="655711"/>
                  </a:lnTo>
                  <a:lnTo>
                    <a:pt x="3798095" y="655587"/>
                  </a:lnTo>
                  <a:lnTo>
                    <a:pt x="3798431" y="656081"/>
                  </a:lnTo>
                  <a:lnTo>
                    <a:pt x="3798768" y="657706"/>
                  </a:lnTo>
                  <a:lnTo>
                    <a:pt x="3799104" y="660749"/>
                  </a:lnTo>
                  <a:lnTo>
                    <a:pt x="3799441" y="664918"/>
                  </a:lnTo>
                  <a:lnTo>
                    <a:pt x="3799777" y="669692"/>
                  </a:lnTo>
                  <a:lnTo>
                    <a:pt x="3800114" y="674461"/>
                  </a:lnTo>
                  <a:lnTo>
                    <a:pt x="3800450" y="679931"/>
                  </a:lnTo>
                  <a:lnTo>
                    <a:pt x="3800787" y="686284"/>
                  </a:lnTo>
                  <a:lnTo>
                    <a:pt x="3801123" y="692662"/>
                  </a:lnTo>
                  <a:lnTo>
                    <a:pt x="3801459" y="700283"/>
                  </a:lnTo>
                  <a:lnTo>
                    <a:pt x="3801796" y="708016"/>
                  </a:lnTo>
                  <a:lnTo>
                    <a:pt x="3802132" y="715971"/>
                  </a:lnTo>
                  <a:lnTo>
                    <a:pt x="3802469" y="722996"/>
                  </a:lnTo>
                  <a:lnTo>
                    <a:pt x="3802805" y="728846"/>
                  </a:lnTo>
                  <a:lnTo>
                    <a:pt x="3803142" y="735116"/>
                  </a:lnTo>
                  <a:lnTo>
                    <a:pt x="3803478" y="741369"/>
                  </a:lnTo>
                  <a:lnTo>
                    <a:pt x="3803815" y="745998"/>
                  </a:lnTo>
                  <a:lnTo>
                    <a:pt x="3804151" y="750400"/>
                  </a:lnTo>
                  <a:lnTo>
                    <a:pt x="3804488" y="754421"/>
                  </a:lnTo>
                  <a:lnTo>
                    <a:pt x="3804824" y="758563"/>
                  </a:lnTo>
                  <a:lnTo>
                    <a:pt x="3805161" y="762668"/>
                  </a:lnTo>
                  <a:lnTo>
                    <a:pt x="3805497" y="766828"/>
                  </a:lnTo>
                  <a:lnTo>
                    <a:pt x="3805833" y="770831"/>
                  </a:lnTo>
                  <a:lnTo>
                    <a:pt x="3806170" y="773714"/>
                  </a:lnTo>
                  <a:lnTo>
                    <a:pt x="3806506" y="775912"/>
                  </a:lnTo>
                  <a:lnTo>
                    <a:pt x="3806843" y="778245"/>
                  </a:lnTo>
                  <a:lnTo>
                    <a:pt x="3807179" y="780226"/>
                  </a:lnTo>
                  <a:lnTo>
                    <a:pt x="3807516" y="782340"/>
                  </a:lnTo>
                  <a:lnTo>
                    <a:pt x="3807852" y="784763"/>
                  </a:lnTo>
                  <a:lnTo>
                    <a:pt x="3808189" y="786585"/>
                  </a:lnTo>
                  <a:lnTo>
                    <a:pt x="3808525" y="788327"/>
                  </a:lnTo>
                  <a:lnTo>
                    <a:pt x="3808862" y="790181"/>
                  </a:lnTo>
                  <a:lnTo>
                    <a:pt x="3809198" y="791623"/>
                  </a:lnTo>
                  <a:lnTo>
                    <a:pt x="3809535" y="793301"/>
                  </a:lnTo>
                  <a:lnTo>
                    <a:pt x="3809871" y="793976"/>
                  </a:lnTo>
                  <a:lnTo>
                    <a:pt x="3810207" y="796296"/>
                  </a:lnTo>
                  <a:lnTo>
                    <a:pt x="3810544" y="799395"/>
                  </a:lnTo>
                  <a:lnTo>
                    <a:pt x="3810880" y="803139"/>
                  </a:lnTo>
                  <a:lnTo>
                    <a:pt x="3811217" y="809492"/>
                  </a:lnTo>
                  <a:lnTo>
                    <a:pt x="3811553" y="817139"/>
                  </a:lnTo>
                  <a:lnTo>
                    <a:pt x="3811890" y="825425"/>
                  </a:lnTo>
                  <a:lnTo>
                    <a:pt x="3812226" y="833657"/>
                  </a:lnTo>
                  <a:lnTo>
                    <a:pt x="3812563" y="841706"/>
                  </a:lnTo>
                  <a:lnTo>
                    <a:pt x="3812899" y="848708"/>
                  </a:lnTo>
                  <a:lnTo>
                    <a:pt x="3813236" y="855273"/>
                  </a:lnTo>
                  <a:lnTo>
                    <a:pt x="3813572" y="861104"/>
                  </a:lnTo>
                  <a:lnTo>
                    <a:pt x="3813908" y="866998"/>
                  </a:lnTo>
                  <a:lnTo>
                    <a:pt x="3814245" y="873283"/>
                  </a:lnTo>
                  <a:lnTo>
                    <a:pt x="3814581" y="878936"/>
                  </a:lnTo>
                  <a:lnTo>
                    <a:pt x="3814918" y="884676"/>
                  </a:lnTo>
                  <a:lnTo>
                    <a:pt x="3815254" y="891156"/>
                  </a:lnTo>
                  <a:lnTo>
                    <a:pt x="3815591" y="895461"/>
                  </a:lnTo>
                  <a:lnTo>
                    <a:pt x="3815927" y="899403"/>
                  </a:lnTo>
                  <a:lnTo>
                    <a:pt x="3816264" y="903187"/>
                  </a:lnTo>
                  <a:lnTo>
                    <a:pt x="3816600" y="907253"/>
                  </a:lnTo>
                  <a:lnTo>
                    <a:pt x="3816937" y="910159"/>
                  </a:lnTo>
                  <a:lnTo>
                    <a:pt x="3817273" y="912999"/>
                  </a:lnTo>
                  <a:lnTo>
                    <a:pt x="3817610" y="915457"/>
                  </a:lnTo>
                  <a:lnTo>
                    <a:pt x="3817946" y="917804"/>
                  </a:lnTo>
                  <a:lnTo>
                    <a:pt x="3818282" y="920113"/>
                  </a:lnTo>
                  <a:lnTo>
                    <a:pt x="3818619" y="922129"/>
                  </a:lnTo>
                  <a:lnTo>
                    <a:pt x="3818955" y="924026"/>
                  </a:lnTo>
                  <a:lnTo>
                    <a:pt x="3819292" y="926100"/>
                  </a:lnTo>
                  <a:lnTo>
                    <a:pt x="3819628" y="927624"/>
                  </a:lnTo>
                  <a:lnTo>
                    <a:pt x="3819965" y="928755"/>
                  </a:lnTo>
                  <a:lnTo>
                    <a:pt x="3820301" y="929622"/>
                  </a:lnTo>
                  <a:lnTo>
                    <a:pt x="3820638" y="930176"/>
                  </a:lnTo>
                  <a:lnTo>
                    <a:pt x="3820974" y="930872"/>
                  </a:lnTo>
                  <a:lnTo>
                    <a:pt x="3821311" y="931294"/>
                  </a:lnTo>
                  <a:lnTo>
                    <a:pt x="3821647" y="932332"/>
                  </a:lnTo>
                  <a:lnTo>
                    <a:pt x="3821984" y="934517"/>
                  </a:lnTo>
                  <a:lnTo>
                    <a:pt x="3822320" y="938207"/>
                  </a:lnTo>
                  <a:lnTo>
                    <a:pt x="3822656" y="942485"/>
                  </a:lnTo>
                  <a:lnTo>
                    <a:pt x="3822993" y="947629"/>
                  </a:lnTo>
                  <a:lnTo>
                    <a:pt x="3823329" y="953377"/>
                  </a:lnTo>
                  <a:lnTo>
                    <a:pt x="3823666" y="960196"/>
                  </a:lnTo>
                  <a:lnTo>
                    <a:pt x="3824002" y="967379"/>
                  </a:lnTo>
                  <a:lnTo>
                    <a:pt x="3824339" y="972735"/>
                  </a:lnTo>
                  <a:lnTo>
                    <a:pt x="3824675" y="979422"/>
                  </a:lnTo>
                  <a:lnTo>
                    <a:pt x="3825012" y="986319"/>
                  </a:lnTo>
                  <a:lnTo>
                    <a:pt x="3825348" y="994233"/>
                  </a:lnTo>
                  <a:lnTo>
                    <a:pt x="3825685" y="1002632"/>
                  </a:lnTo>
                  <a:lnTo>
                    <a:pt x="3826021" y="1011898"/>
                  </a:lnTo>
                  <a:lnTo>
                    <a:pt x="3826358" y="1024569"/>
                  </a:lnTo>
                  <a:lnTo>
                    <a:pt x="3826694" y="1037779"/>
                  </a:lnTo>
                  <a:lnTo>
                    <a:pt x="3827030" y="1050679"/>
                  </a:lnTo>
                  <a:lnTo>
                    <a:pt x="3827367" y="1064173"/>
                  </a:lnTo>
                  <a:lnTo>
                    <a:pt x="3827703" y="1078346"/>
                  </a:lnTo>
                  <a:lnTo>
                    <a:pt x="3828040" y="1092584"/>
                  </a:lnTo>
                  <a:lnTo>
                    <a:pt x="3828376" y="1107276"/>
                  </a:lnTo>
                  <a:lnTo>
                    <a:pt x="3828713" y="1122276"/>
                  </a:lnTo>
                  <a:lnTo>
                    <a:pt x="3829049" y="1137428"/>
                  </a:lnTo>
                  <a:lnTo>
                    <a:pt x="3829386" y="1153880"/>
                  </a:lnTo>
                  <a:lnTo>
                    <a:pt x="3829722" y="1170810"/>
                  </a:lnTo>
                  <a:lnTo>
                    <a:pt x="3830059" y="1191341"/>
                  </a:lnTo>
                  <a:lnTo>
                    <a:pt x="3830395" y="1211457"/>
                  </a:lnTo>
                  <a:lnTo>
                    <a:pt x="3830732" y="1231949"/>
                  </a:lnTo>
                  <a:lnTo>
                    <a:pt x="3831068" y="1249768"/>
                  </a:lnTo>
                  <a:lnTo>
                    <a:pt x="3831404" y="1266572"/>
                  </a:lnTo>
                  <a:lnTo>
                    <a:pt x="3831741" y="1283010"/>
                  </a:lnTo>
                  <a:lnTo>
                    <a:pt x="3832077" y="1298755"/>
                  </a:lnTo>
                  <a:lnTo>
                    <a:pt x="3832414" y="1314054"/>
                  </a:lnTo>
                  <a:lnTo>
                    <a:pt x="3832750" y="1329374"/>
                  </a:lnTo>
                  <a:lnTo>
                    <a:pt x="3833087" y="1343475"/>
                  </a:lnTo>
                  <a:lnTo>
                    <a:pt x="3833423" y="1356065"/>
                  </a:lnTo>
                  <a:lnTo>
                    <a:pt x="3833760" y="1367903"/>
                  </a:lnTo>
                  <a:lnTo>
                    <a:pt x="3834096" y="1379272"/>
                  </a:lnTo>
                  <a:lnTo>
                    <a:pt x="3834433" y="1390267"/>
                  </a:lnTo>
                  <a:lnTo>
                    <a:pt x="3834769" y="1401424"/>
                  </a:lnTo>
                  <a:lnTo>
                    <a:pt x="3835106" y="1411810"/>
                  </a:lnTo>
                  <a:lnTo>
                    <a:pt x="3835442" y="1421676"/>
                  </a:lnTo>
                  <a:lnTo>
                    <a:pt x="3835778" y="1430410"/>
                  </a:lnTo>
                  <a:lnTo>
                    <a:pt x="3836115" y="1438598"/>
                  </a:lnTo>
                  <a:lnTo>
                    <a:pt x="3836451" y="1447263"/>
                  </a:lnTo>
                  <a:lnTo>
                    <a:pt x="3836788" y="1455984"/>
                  </a:lnTo>
                  <a:lnTo>
                    <a:pt x="3837124" y="1467170"/>
                  </a:lnTo>
                  <a:lnTo>
                    <a:pt x="3837461" y="1478464"/>
                  </a:lnTo>
                  <a:lnTo>
                    <a:pt x="3837797" y="1488884"/>
                  </a:lnTo>
                  <a:lnTo>
                    <a:pt x="3838134" y="1499785"/>
                  </a:lnTo>
                  <a:lnTo>
                    <a:pt x="3838470" y="1511151"/>
                  </a:lnTo>
                  <a:lnTo>
                    <a:pt x="3838807" y="1522010"/>
                  </a:lnTo>
                  <a:lnTo>
                    <a:pt x="3839143" y="1531762"/>
                  </a:lnTo>
                  <a:lnTo>
                    <a:pt x="3839480" y="1539968"/>
                  </a:lnTo>
                  <a:lnTo>
                    <a:pt x="3839816" y="1546779"/>
                  </a:lnTo>
                  <a:lnTo>
                    <a:pt x="3840152" y="1553275"/>
                  </a:lnTo>
                  <a:lnTo>
                    <a:pt x="3840489" y="1558226"/>
                  </a:lnTo>
                  <a:lnTo>
                    <a:pt x="3840825" y="1562781"/>
                  </a:lnTo>
                  <a:lnTo>
                    <a:pt x="3841162" y="1566785"/>
                  </a:lnTo>
                  <a:lnTo>
                    <a:pt x="3841498" y="1569516"/>
                  </a:lnTo>
                  <a:lnTo>
                    <a:pt x="3841835" y="1570928"/>
                  </a:lnTo>
                  <a:lnTo>
                    <a:pt x="3842171" y="1571312"/>
                  </a:lnTo>
                  <a:lnTo>
                    <a:pt x="3842508" y="1571105"/>
                  </a:lnTo>
                  <a:lnTo>
                    <a:pt x="3842844" y="1570568"/>
                  </a:lnTo>
                  <a:lnTo>
                    <a:pt x="3843181" y="1569425"/>
                  </a:lnTo>
                  <a:lnTo>
                    <a:pt x="3843517" y="1568024"/>
                  </a:lnTo>
                  <a:lnTo>
                    <a:pt x="3843854" y="1566087"/>
                  </a:lnTo>
                  <a:lnTo>
                    <a:pt x="3844190" y="1564214"/>
                  </a:lnTo>
                  <a:lnTo>
                    <a:pt x="3844526" y="1562712"/>
                  </a:lnTo>
                  <a:lnTo>
                    <a:pt x="3844863" y="1562056"/>
                  </a:lnTo>
                  <a:lnTo>
                    <a:pt x="3845199" y="1561137"/>
                  </a:lnTo>
                  <a:lnTo>
                    <a:pt x="3845536" y="1560229"/>
                  </a:lnTo>
                  <a:lnTo>
                    <a:pt x="3845872" y="1559303"/>
                  </a:lnTo>
                  <a:lnTo>
                    <a:pt x="3846209" y="1558128"/>
                  </a:lnTo>
                  <a:lnTo>
                    <a:pt x="3846545" y="1557172"/>
                  </a:lnTo>
                  <a:lnTo>
                    <a:pt x="3846882" y="1556550"/>
                  </a:lnTo>
                  <a:lnTo>
                    <a:pt x="3847218" y="1556459"/>
                  </a:lnTo>
                  <a:lnTo>
                    <a:pt x="3847555" y="1556747"/>
                  </a:lnTo>
                  <a:lnTo>
                    <a:pt x="3847891" y="1557051"/>
                  </a:lnTo>
                  <a:lnTo>
                    <a:pt x="3848227" y="1557028"/>
                  </a:lnTo>
                  <a:lnTo>
                    <a:pt x="3848564" y="1555948"/>
                  </a:lnTo>
                  <a:lnTo>
                    <a:pt x="3848900" y="1553776"/>
                  </a:lnTo>
                  <a:lnTo>
                    <a:pt x="3849237" y="1550580"/>
                  </a:lnTo>
                  <a:lnTo>
                    <a:pt x="3849573" y="1547408"/>
                  </a:lnTo>
                  <a:lnTo>
                    <a:pt x="3849910" y="1543326"/>
                  </a:lnTo>
                  <a:lnTo>
                    <a:pt x="3850246" y="1539316"/>
                  </a:lnTo>
                  <a:lnTo>
                    <a:pt x="3850583" y="1536085"/>
                  </a:lnTo>
                  <a:lnTo>
                    <a:pt x="3850919" y="1532341"/>
                  </a:lnTo>
                  <a:lnTo>
                    <a:pt x="3851256" y="1528592"/>
                  </a:lnTo>
                  <a:lnTo>
                    <a:pt x="3851592" y="1525191"/>
                  </a:lnTo>
                  <a:lnTo>
                    <a:pt x="3851929" y="1521533"/>
                  </a:lnTo>
                  <a:lnTo>
                    <a:pt x="3852265" y="1518028"/>
                  </a:lnTo>
                  <a:lnTo>
                    <a:pt x="3852601" y="1514777"/>
                  </a:lnTo>
                  <a:lnTo>
                    <a:pt x="3852938" y="1512138"/>
                  </a:lnTo>
                  <a:lnTo>
                    <a:pt x="3853274" y="1509819"/>
                  </a:lnTo>
                  <a:lnTo>
                    <a:pt x="3853611" y="1507485"/>
                  </a:lnTo>
                  <a:lnTo>
                    <a:pt x="3853947" y="1505870"/>
                  </a:lnTo>
                  <a:lnTo>
                    <a:pt x="3854284" y="1505166"/>
                  </a:lnTo>
                  <a:lnTo>
                    <a:pt x="3854620" y="1505007"/>
                  </a:lnTo>
                  <a:lnTo>
                    <a:pt x="3854957" y="1505943"/>
                  </a:lnTo>
                  <a:lnTo>
                    <a:pt x="3855293" y="1507899"/>
                  </a:lnTo>
                  <a:lnTo>
                    <a:pt x="3855630" y="1510539"/>
                  </a:lnTo>
                  <a:lnTo>
                    <a:pt x="3855966" y="1514369"/>
                  </a:lnTo>
                  <a:lnTo>
                    <a:pt x="3856303" y="1518614"/>
                  </a:lnTo>
                  <a:lnTo>
                    <a:pt x="3856639" y="1522917"/>
                  </a:lnTo>
                  <a:lnTo>
                    <a:pt x="3856975" y="1527224"/>
                  </a:lnTo>
                  <a:lnTo>
                    <a:pt x="3857312" y="1531745"/>
                  </a:lnTo>
                  <a:lnTo>
                    <a:pt x="3857648" y="1535394"/>
                  </a:lnTo>
                  <a:lnTo>
                    <a:pt x="3857985" y="1538738"/>
                  </a:lnTo>
                  <a:lnTo>
                    <a:pt x="3858321" y="1542059"/>
                  </a:lnTo>
                  <a:lnTo>
                    <a:pt x="3858658" y="1545142"/>
                  </a:lnTo>
                  <a:lnTo>
                    <a:pt x="3858994" y="1547958"/>
                  </a:lnTo>
                  <a:lnTo>
                    <a:pt x="3859331" y="1550674"/>
                  </a:lnTo>
                  <a:lnTo>
                    <a:pt x="3859667" y="1553585"/>
                  </a:lnTo>
                  <a:lnTo>
                    <a:pt x="3860004" y="1556614"/>
                  </a:lnTo>
                  <a:lnTo>
                    <a:pt x="3860340" y="1558898"/>
                  </a:lnTo>
                  <a:lnTo>
                    <a:pt x="3860677" y="1560390"/>
                  </a:lnTo>
                  <a:lnTo>
                    <a:pt x="3861013" y="1560931"/>
                  </a:lnTo>
                  <a:lnTo>
                    <a:pt x="3861349" y="1560916"/>
                  </a:lnTo>
                  <a:lnTo>
                    <a:pt x="3861686" y="1561236"/>
                  </a:lnTo>
                  <a:lnTo>
                    <a:pt x="3862022" y="1561726"/>
                  </a:lnTo>
                  <a:lnTo>
                    <a:pt x="3862359" y="1561404"/>
                  </a:lnTo>
                  <a:lnTo>
                    <a:pt x="3862695" y="1561090"/>
                  </a:lnTo>
                  <a:lnTo>
                    <a:pt x="3863032" y="1560103"/>
                  </a:lnTo>
                  <a:lnTo>
                    <a:pt x="3863368" y="1558600"/>
                  </a:lnTo>
                  <a:lnTo>
                    <a:pt x="3863705" y="1556910"/>
                  </a:lnTo>
                  <a:lnTo>
                    <a:pt x="3864041" y="1554829"/>
                  </a:lnTo>
                  <a:lnTo>
                    <a:pt x="3864378" y="1552798"/>
                  </a:lnTo>
                  <a:lnTo>
                    <a:pt x="3864714" y="1550933"/>
                  </a:lnTo>
                  <a:lnTo>
                    <a:pt x="3865051" y="1549293"/>
                  </a:lnTo>
                  <a:lnTo>
                    <a:pt x="3865387" y="1547213"/>
                  </a:lnTo>
                  <a:lnTo>
                    <a:pt x="3865723" y="1545221"/>
                  </a:lnTo>
                  <a:lnTo>
                    <a:pt x="3866060" y="1543550"/>
                  </a:lnTo>
                  <a:lnTo>
                    <a:pt x="3866396" y="1541187"/>
                  </a:lnTo>
                  <a:lnTo>
                    <a:pt x="3866733" y="1538787"/>
                  </a:lnTo>
                  <a:lnTo>
                    <a:pt x="3867069" y="1535703"/>
                  </a:lnTo>
                  <a:lnTo>
                    <a:pt x="3867406" y="1532784"/>
                  </a:lnTo>
                  <a:lnTo>
                    <a:pt x="3867742" y="1529482"/>
                  </a:lnTo>
                  <a:lnTo>
                    <a:pt x="3868079" y="1526168"/>
                  </a:lnTo>
                  <a:lnTo>
                    <a:pt x="3868415" y="1522928"/>
                  </a:lnTo>
                  <a:lnTo>
                    <a:pt x="3868752" y="1518514"/>
                  </a:lnTo>
                  <a:lnTo>
                    <a:pt x="3869088" y="1514261"/>
                  </a:lnTo>
                  <a:lnTo>
                    <a:pt x="3869425" y="1509195"/>
                  </a:lnTo>
                  <a:lnTo>
                    <a:pt x="3869761" y="1504796"/>
                  </a:lnTo>
                  <a:lnTo>
                    <a:pt x="3870097" y="1500422"/>
                  </a:lnTo>
                  <a:lnTo>
                    <a:pt x="3870434" y="1496926"/>
                  </a:lnTo>
                  <a:lnTo>
                    <a:pt x="3870770" y="1494000"/>
                  </a:lnTo>
                  <a:lnTo>
                    <a:pt x="3871107" y="1491110"/>
                  </a:lnTo>
                  <a:lnTo>
                    <a:pt x="3871443" y="1486464"/>
                  </a:lnTo>
                  <a:lnTo>
                    <a:pt x="3871780" y="1480066"/>
                  </a:lnTo>
                  <a:lnTo>
                    <a:pt x="3872116" y="1473262"/>
                  </a:lnTo>
                  <a:lnTo>
                    <a:pt x="3872453" y="1466073"/>
                  </a:lnTo>
                  <a:lnTo>
                    <a:pt x="3872789" y="1458837"/>
                  </a:lnTo>
                  <a:lnTo>
                    <a:pt x="3873126" y="1452340"/>
                  </a:lnTo>
                  <a:lnTo>
                    <a:pt x="3873462" y="1446184"/>
                  </a:lnTo>
                  <a:lnTo>
                    <a:pt x="3873799" y="1441548"/>
                  </a:lnTo>
                  <a:lnTo>
                    <a:pt x="3874135" y="1436335"/>
                  </a:lnTo>
                  <a:lnTo>
                    <a:pt x="3874471" y="1431755"/>
                  </a:lnTo>
                  <a:lnTo>
                    <a:pt x="3874808" y="1425938"/>
                  </a:lnTo>
                  <a:lnTo>
                    <a:pt x="3875144" y="1417670"/>
                  </a:lnTo>
                  <a:lnTo>
                    <a:pt x="3875481" y="1409093"/>
                  </a:lnTo>
                  <a:lnTo>
                    <a:pt x="3875817" y="1401558"/>
                  </a:lnTo>
                  <a:lnTo>
                    <a:pt x="3876154" y="1394482"/>
                  </a:lnTo>
                  <a:lnTo>
                    <a:pt x="3876490" y="1388683"/>
                  </a:lnTo>
                  <a:lnTo>
                    <a:pt x="3876827" y="1384092"/>
                  </a:lnTo>
                  <a:lnTo>
                    <a:pt x="3877163" y="1380871"/>
                  </a:lnTo>
                  <a:lnTo>
                    <a:pt x="3877500" y="1376507"/>
                  </a:lnTo>
                  <a:lnTo>
                    <a:pt x="3877836" y="1373049"/>
                  </a:lnTo>
                  <a:lnTo>
                    <a:pt x="3878172" y="1368375"/>
                  </a:lnTo>
                  <a:lnTo>
                    <a:pt x="3878509" y="1360020"/>
                  </a:lnTo>
                  <a:lnTo>
                    <a:pt x="3878845" y="1350143"/>
                  </a:lnTo>
                  <a:lnTo>
                    <a:pt x="3879182" y="1339786"/>
                  </a:lnTo>
                  <a:lnTo>
                    <a:pt x="3879518" y="1329317"/>
                  </a:lnTo>
                  <a:lnTo>
                    <a:pt x="3879855" y="1319336"/>
                  </a:lnTo>
                  <a:lnTo>
                    <a:pt x="3880191" y="1310737"/>
                  </a:lnTo>
                  <a:lnTo>
                    <a:pt x="3880528" y="1302725"/>
                  </a:lnTo>
                  <a:lnTo>
                    <a:pt x="3880864" y="1294832"/>
                  </a:lnTo>
                  <a:lnTo>
                    <a:pt x="3881201" y="1287015"/>
                  </a:lnTo>
                  <a:lnTo>
                    <a:pt x="3881537" y="1277778"/>
                  </a:lnTo>
                  <a:lnTo>
                    <a:pt x="3881874" y="1267709"/>
                  </a:lnTo>
                  <a:lnTo>
                    <a:pt x="3882210" y="1256504"/>
                  </a:lnTo>
                  <a:lnTo>
                    <a:pt x="3882546" y="1244350"/>
                  </a:lnTo>
                  <a:lnTo>
                    <a:pt x="3882883" y="1231570"/>
                  </a:lnTo>
                  <a:lnTo>
                    <a:pt x="3883219" y="1220865"/>
                  </a:lnTo>
                  <a:lnTo>
                    <a:pt x="3883556" y="1210223"/>
                  </a:lnTo>
                  <a:lnTo>
                    <a:pt x="3883892" y="1199345"/>
                  </a:lnTo>
                  <a:lnTo>
                    <a:pt x="3884229" y="1189258"/>
                  </a:lnTo>
                  <a:lnTo>
                    <a:pt x="3884565" y="1179915"/>
                  </a:lnTo>
                  <a:lnTo>
                    <a:pt x="3884902" y="1170649"/>
                  </a:lnTo>
                  <a:lnTo>
                    <a:pt x="3885238" y="1160136"/>
                  </a:lnTo>
                  <a:lnTo>
                    <a:pt x="3885575" y="1149082"/>
                  </a:lnTo>
                  <a:lnTo>
                    <a:pt x="3885911" y="1139396"/>
                  </a:lnTo>
                  <a:lnTo>
                    <a:pt x="3886248" y="1129485"/>
                  </a:lnTo>
                  <a:lnTo>
                    <a:pt x="3886584" y="1119740"/>
                  </a:lnTo>
                  <a:lnTo>
                    <a:pt x="3886920" y="1110443"/>
                  </a:lnTo>
                  <a:lnTo>
                    <a:pt x="3887257" y="1101530"/>
                  </a:lnTo>
                  <a:lnTo>
                    <a:pt x="3887593" y="1091809"/>
                  </a:lnTo>
                  <a:lnTo>
                    <a:pt x="3887930" y="1082810"/>
                  </a:lnTo>
                  <a:lnTo>
                    <a:pt x="3888266" y="1073539"/>
                  </a:lnTo>
                  <a:lnTo>
                    <a:pt x="3888603" y="1063806"/>
                  </a:lnTo>
                  <a:lnTo>
                    <a:pt x="3888939" y="1053819"/>
                  </a:lnTo>
                  <a:lnTo>
                    <a:pt x="3889276" y="1043592"/>
                  </a:lnTo>
                  <a:lnTo>
                    <a:pt x="3889612" y="1033745"/>
                  </a:lnTo>
                  <a:lnTo>
                    <a:pt x="3889949" y="1023339"/>
                  </a:lnTo>
                  <a:lnTo>
                    <a:pt x="3890285" y="1014385"/>
                  </a:lnTo>
                  <a:lnTo>
                    <a:pt x="3890622" y="1006011"/>
                  </a:lnTo>
                  <a:lnTo>
                    <a:pt x="3890958" y="997555"/>
                  </a:lnTo>
                  <a:lnTo>
                    <a:pt x="3891294" y="990550"/>
                  </a:lnTo>
                  <a:lnTo>
                    <a:pt x="3891631" y="984929"/>
                  </a:lnTo>
                  <a:lnTo>
                    <a:pt x="3891967" y="979124"/>
                  </a:lnTo>
                  <a:lnTo>
                    <a:pt x="3892304" y="973412"/>
                  </a:lnTo>
                  <a:lnTo>
                    <a:pt x="3892640" y="967619"/>
                  </a:lnTo>
                  <a:lnTo>
                    <a:pt x="3892977" y="961874"/>
                  </a:lnTo>
                  <a:lnTo>
                    <a:pt x="3893313" y="955959"/>
                  </a:lnTo>
                  <a:lnTo>
                    <a:pt x="3893650" y="949678"/>
                  </a:lnTo>
                  <a:lnTo>
                    <a:pt x="3893986" y="943313"/>
                  </a:lnTo>
                  <a:lnTo>
                    <a:pt x="3894323" y="936861"/>
                  </a:lnTo>
                  <a:lnTo>
                    <a:pt x="3894659" y="930139"/>
                  </a:lnTo>
                  <a:lnTo>
                    <a:pt x="3894996" y="923530"/>
                  </a:lnTo>
                  <a:lnTo>
                    <a:pt x="3895332" y="916392"/>
                  </a:lnTo>
                  <a:lnTo>
                    <a:pt x="3895668" y="908707"/>
                  </a:lnTo>
                  <a:lnTo>
                    <a:pt x="3896005" y="901483"/>
                  </a:lnTo>
                  <a:lnTo>
                    <a:pt x="3896341" y="893854"/>
                  </a:lnTo>
                  <a:lnTo>
                    <a:pt x="3896678" y="885355"/>
                  </a:lnTo>
                  <a:lnTo>
                    <a:pt x="3897014" y="876437"/>
                  </a:lnTo>
                  <a:lnTo>
                    <a:pt x="3897351" y="866945"/>
                  </a:lnTo>
                  <a:lnTo>
                    <a:pt x="3897687" y="857569"/>
                  </a:lnTo>
                  <a:lnTo>
                    <a:pt x="3898024" y="849379"/>
                  </a:lnTo>
                  <a:lnTo>
                    <a:pt x="3898360" y="839864"/>
                  </a:lnTo>
                  <a:lnTo>
                    <a:pt x="3898697" y="828746"/>
                  </a:lnTo>
                  <a:lnTo>
                    <a:pt x="3899033" y="819952"/>
                  </a:lnTo>
                  <a:lnTo>
                    <a:pt x="3899370" y="811673"/>
                  </a:lnTo>
                  <a:lnTo>
                    <a:pt x="3899706" y="805176"/>
                  </a:lnTo>
                  <a:lnTo>
                    <a:pt x="3900042" y="798899"/>
                  </a:lnTo>
                  <a:lnTo>
                    <a:pt x="3900379" y="792984"/>
                  </a:lnTo>
                  <a:lnTo>
                    <a:pt x="3900715" y="787242"/>
                  </a:lnTo>
                  <a:lnTo>
                    <a:pt x="3901052" y="782124"/>
                  </a:lnTo>
                  <a:lnTo>
                    <a:pt x="3901388" y="777973"/>
                  </a:lnTo>
                  <a:lnTo>
                    <a:pt x="3901725" y="774492"/>
                  </a:lnTo>
                  <a:lnTo>
                    <a:pt x="3902061" y="771581"/>
                  </a:lnTo>
                  <a:lnTo>
                    <a:pt x="3902398" y="768968"/>
                  </a:lnTo>
                  <a:lnTo>
                    <a:pt x="3902734" y="766353"/>
                  </a:lnTo>
                  <a:lnTo>
                    <a:pt x="3903071" y="763841"/>
                  </a:lnTo>
                  <a:lnTo>
                    <a:pt x="3903407" y="760776"/>
                  </a:lnTo>
                  <a:lnTo>
                    <a:pt x="3903744" y="757333"/>
                  </a:lnTo>
                  <a:lnTo>
                    <a:pt x="3904080" y="753264"/>
                  </a:lnTo>
                  <a:lnTo>
                    <a:pt x="3904416" y="748714"/>
                  </a:lnTo>
                  <a:lnTo>
                    <a:pt x="3904753" y="744398"/>
                  </a:lnTo>
                  <a:lnTo>
                    <a:pt x="3905089" y="740220"/>
                  </a:lnTo>
                  <a:lnTo>
                    <a:pt x="3905426" y="735635"/>
                  </a:lnTo>
                  <a:lnTo>
                    <a:pt x="3905762" y="732081"/>
                  </a:lnTo>
                  <a:lnTo>
                    <a:pt x="3906099" y="728019"/>
                  </a:lnTo>
                  <a:lnTo>
                    <a:pt x="3906435" y="723837"/>
                  </a:lnTo>
                  <a:lnTo>
                    <a:pt x="3906772" y="720376"/>
                  </a:lnTo>
                  <a:lnTo>
                    <a:pt x="3907108" y="716681"/>
                  </a:lnTo>
                  <a:lnTo>
                    <a:pt x="3907445" y="711942"/>
                  </a:lnTo>
                  <a:lnTo>
                    <a:pt x="3907781" y="708282"/>
                  </a:lnTo>
                  <a:lnTo>
                    <a:pt x="3908118" y="706083"/>
                  </a:lnTo>
                  <a:lnTo>
                    <a:pt x="3908454" y="704735"/>
                  </a:lnTo>
                  <a:lnTo>
                    <a:pt x="3908790" y="703613"/>
                  </a:lnTo>
                  <a:lnTo>
                    <a:pt x="3909127" y="703602"/>
                  </a:lnTo>
                  <a:lnTo>
                    <a:pt x="3909463" y="703421"/>
                  </a:lnTo>
                  <a:lnTo>
                    <a:pt x="3909800" y="701968"/>
                  </a:lnTo>
                  <a:lnTo>
                    <a:pt x="3910136" y="700111"/>
                  </a:lnTo>
                  <a:lnTo>
                    <a:pt x="3910473" y="697318"/>
                  </a:lnTo>
                  <a:lnTo>
                    <a:pt x="3910809" y="694104"/>
                  </a:lnTo>
                  <a:lnTo>
                    <a:pt x="3911146" y="690458"/>
                  </a:lnTo>
                  <a:lnTo>
                    <a:pt x="3911482" y="686978"/>
                  </a:lnTo>
                  <a:lnTo>
                    <a:pt x="3911819" y="683865"/>
                  </a:lnTo>
                  <a:lnTo>
                    <a:pt x="3912155" y="680981"/>
                  </a:lnTo>
                  <a:lnTo>
                    <a:pt x="3912491" y="678502"/>
                  </a:lnTo>
                  <a:lnTo>
                    <a:pt x="3912828" y="675864"/>
                  </a:lnTo>
                  <a:lnTo>
                    <a:pt x="3913164" y="672800"/>
                  </a:lnTo>
                  <a:lnTo>
                    <a:pt x="3913501" y="669359"/>
                  </a:lnTo>
                  <a:lnTo>
                    <a:pt x="3913837" y="665422"/>
                  </a:lnTo>
                  <a:lnTo>
                    <a:pt x="3914174" y="661535"/>
                  </a:lnTo>
                  <a:lnTo>
                    <a:pt x="3914510" y="657577"/>
                  </a:lnTo>
                  <a:lnTo>
                    <a:pt x="3914847" y="653281"/>
                  </a:lnTo>
                  <a:lnTo>
                    <a:pt x="3915183" y="648048"/>
                  </a:lnTo>
                  <a:lnTo>
                    <a:pt x="3915520" y="642598"/>
                  </a:lnTo>
                  <a:lnTo>
                    <a:pt x="3915856" y="635526"/>
                  </a:lnTo>
                  <a:lnTo>
                    <a:pt x="3916193" y="628567"/>
                  </a:lnTo>
                  <a:lnTo>
                    <a:pt x="3916529" y="619796"/>
                  </a:lnTo>
                  <a:lnTo>
                    <a:pt x="3916865" y="610017"/>
                  </a:lnTo>
                  <a:lnTo>
                    <a:pt x="3917202" y="599950"/>
                  </a:lnTo>
                  <a:lnTo>
                    <a:pt x="3917538" y="589147"/>
                  </a:lnTo>
                  <a:lnTo>
                    <a:pt x="3917875" y="577951"/>
                  </a:lnTo>
                  <a:lnTo>
                    <a:pt x="3918211" y="567721"/>
                  </a:lnTo>
                  <a:lnTo>
                    <a:pt x="3918548" y="561009"/>
                  </a:lnTo>
                  <a:lnTo>
                    <a:pt x="3918884" y="554493"/>
                  </a:lnTo>
                  <a:lnTo>
                    <a:pt x="3919221" y="547857"/>
                  </a:lnTo>
                  <a:lnTo>
                    <a:pt x="3919557" y="540949"/>
                  </a:lnTo>
                  <a:lnTo>
                    <a:pt x="3919894" y="535224"/>
                  </a:lnTo>
                  <a:lnTo>
                    <a:pt x="3920230" y="530970"/>
                  </a:lnTo>
                  <a:lnTo>
                    <a:pt x="3920567" y="527527"/>
                  </a:lnTo>
                  <a:lnTo>
                    <a:pt x="3920903" y="524179"/>
                  </a:lnTo>
                  <a:lnTo>
                    <a:pt x="3921239" y="520061"/>
                  </a:lnTo>
                  <a:lnTo>
                    <a:pt x="3921576" y="515154"/>
                  </a:lnTo>
                  <a:lnTo>
                    <a:pt x="3921912" y="509861"/>
                  </a:lnTo>
                  <a:lnTo>
                    <a:pt x="3922249" y="504488"/>
                  </a:lnTo>
                  <a:lnTo>
                    <a:pt x="3922585" y="499003"/>
                  </a:lnTo>
                  <a:lnTo>
                    <a:pt x="3922922" y="493345"/>
                  </a:lnTo>
                  <a:lnTo>
                    <a:pt x="3923258" y="488186"/>
                  </a:lnTo>
                  <a:lnTo>
                    <a:pt x="3923595" y="482880"/>
                  </a:lnTo>
                  <a:lnTo>
                    <a:pt x="3923931" y="478296"/>
                  </a:lnTo>
                  <a:lnTo>
                    <a:pt x="3924268" y="473535"/>
                  </a:lnTo>
                  <a:lnTo>
                    <a:pt x="3924604" y="468303"/>
                  </a:lnTo>
                  <a:lnTo>
                    <a:pt x="3924941" y="463361"/>
                  </a:lnTo>
                  <a:lnTo>
                    <a:pt x="3925277" y="457696"/>
                  </a:lnTo>
                  <a:lnTo>
                    <a:pt x="3925613" y="451754"/>
                  </a:lnTo>
                  <a:lnTo>
                    <a:pt x="3925950" y="445980"/>
                  </a:lnTo>
                  <a:lnTo>
                    <a:pt x="3926286" y="440516"/>
                  </a:lnTo>
                  <a:lnTo>
                    <a:pt x="3926623" y="435620"/>
                  </a:lnTo>
                  <a:lnTo>
                    <a:pt x="3926959" y="431376"/>
                  </a:lnTo>
                  <a:lnTo>
                    <a:pt x="3927296" y="427579"/>
                  </a:lnTo>
                  <a:lnTo>
                    <a:pt x="3927632" y="424835"/>
                  </a:lnTo>
                  <a:lnTo>
                    <a:pt x="3927969" y="423176"/>
                  </a:lnTo>
                  <a:lnTo>
                    <a:pt x="3928305" y="421843"/>
                  </a:lnTo>
                  <a:lnTo>
                    <a:pt x="3928642" y="421114"/>
                  </a:lnTo>
                  <a:lnTo>
                    <a:pt x="3928978" y="419553"/>
                  </a:lnTo>
                  <a:lnTo>
                    <a:pt x="3929315" y="417764"/>
                  </a:lnTo>
                  <a:lnTo>
                    <a:pt x="3929651" y="416321"/>
                  </a:lnTo>
                  <a:lnTo>
                    <a:pt x="3929987" y="415537"/>
                  </a:lnTo>
                  <a:lnTo>
                    <a:pt x="3930324" y="415342"/>
                  </a:lnTo>
                  <a:lnTo>
                    <a:pt x="3930660" y="415427"/>
                  </a:lnTo>
                  <a:lnTo>
                    <a:pt x="3930997" y="415277"/>
                  </a:lnTo>
                  <a:lnTo>
                    <a:pt x="3931333" y="415901"/>
                  </a:lnTo>
                  <a:lnTo>
                    <a:pt x="3931670" y="416565"/>
                  </a:lnTo>
                  <a:lnTo>
                    <a:pt x="3932006" y="417068"/>
                  </a:lnTo>
                  <a:lnTo>
                    <a:pt x="3932343" y="417384"/>
                  </a:lnTo>
                  <a:lnTo>
                    <a:pt x="3932679" y="418112"/>
                  </a:lnTo>
                  <a:lnTo>
                    <a:pt x="3933016" y="418828"/>
                  </a:lnTo>
                  <a:lnTo>
                    <a:pt x="3933352" y="419372"/>
                  </a:lnTo>
                  <a:lnTo>
                    <a:pt x="3933689" y="420741"/>
                  </a:lnTo>
                  <a:lnTo>
                    <a:pt x="3934025" y="421887"/>
                  </a:lnTo>
                  <a:lnTo>
                    <a:pt x="3934361" y="424211"/>
                  </a:lnTo>
                  <a:lnTo>
                    <a:pt x="3934698" y="426815"/>
                  </a:lnTo>
                  <a:lnTo>
                    <a:pt x="3935034" y="429782"/>
                  </a:lnTo>
                  <a:lnTo>
                    <a:pt x="3935371" y="433106"/>
                  </a:lnTo>
                  <a:lnTo>
                    <a:pt x="3935707" y="437133"/>
                  </a:lnTo>
                  <a:lnTo>
                    <a:pt x="3936044" y="442567"/>
                  </a:lnTo>
                  <a:lnTo>
                    <a:pt x="3936380" y="448524"/>
                  </a:lnTo>
                  <a:lnTo>
                    <a:pt x="3936717" y="455186"/>
                  </a:lnTo>
                  <a:lnTo>
                    <a:pt x="3937053" y="462267"/>
                  </a:lnTo>
                  <a:lnTo>
                    <a:pt x="3937390" y="470324"/>
                  </a:lnTo>
                  <a:lnTo>
                    <a:pt x="3937726" y="478301"/>
                  </a:lnTo>
                  <a:lnTo>
                    <a:pt x="3938063" y="485517"/>
                  </a:lnTo>
                  <a:lnTo>
                    <a:pt x="3938399" y="493339"/>
                  </a:lnTo>
                  <a:lnTo>
                    <a:pt x="3938735" y="502165"/>
                  </a:lnTo>
                  <a:lnTo>
                    <a:pt x="3939072" y="512259"/>
                  </a:lnTo>
                  <a:lnTo>
                    <a:pt x="3939408" y="522039"/>
                  </a:lnTo>
                  <a:lnTo>
                    <a:pt x="3939745" y="531412"/>
                  </a:lnTo>
                  <a:lnTo>
                    <a:pt x="3940081" y="540266"/>
                  </a:lnTo>
                  <a:lnTo>
                    <a:pt x="3940418" y="548662"/>
                  </a:lnTo>
                  <a:lnTo>
                    <a:pt x="3940754" y="556151"/>
                  </a:lnTo>
                  <a:lnTo>
                    <a:pt x="3941091" y="562489"/>
                  </a:lnTo>
                  <a:lnTo>
                    <a:pt x="3941427" y="569561"/>
                  </a:lnTo>
                  <a:lnTo>
                    <a:pt x="3941764" y="575954"/>
                  </a:lnTo>
                  <a:lnTo>
                    <a:pt x="3942100" y="583107"/>
                  </a:lnTo>
                  <a:lnTo>
                    <a:pt x="3942437" y="592771"/>
                  </a:lnTo>
                  <a:lnTo>
                    <a:pt x="3942773" y="602973"/>
                  </a:lnTo>
                  <a:lnTo>
                    <a:pt x="3943109" y="612081"/>
                  </a:lnTo>
                  <a:lnTo>
                    <a:pt x="3943446" y="620140"/>
                  </a:lnTo>
                  <a:lnTo>
                    <a:pt x="3943782" y="626835"/>
                  </a:lnTo>
                  <a:lnTo>
                    <a:pt x="3944119" y="633070"/>
                  </a:lnTo>
                  <a:lnTo>
                    <a:pt x="3944455" y="637850"/>
                  </a:lnTo>
                  <a:lnTo>
                    <a:pt x="3944792" y="643622"/>
                  </a:lnTo>
                  <a:lnTo>
                    <a:pt x="3945128" y="648035"/>
                  </a:lnTo>
                  <a:lnTo>
                    <a:pt x="3945465" y="653082"/>
                  </a:lnTo>
                  <a:lnTo>
                    <a:pt x="3945801" y="659630"/>
                  </a:lnTo>
                  <a:lnTo>
                    <a:pt x="3946138" y="666925"/>
                  </a:lnTo>
                  <a:lnTo>
                    <a:pt x="3946474" y="673568"/>
                  </a:lnTo>
                  <a:lnTo>
                    <a:pt x="3946810" y="679919"/>
                  </a:lnTo>
                  <a:lnTo>
                    <a:pt x="3947147" y="685931"/>
                  </a:lnTo>
                  <a:lnTo>
                    <a:pt x="3947483" y="690574"/>
                  </a:lnTo>
                  <a:lnTo>
                    <a:pt x="3947820" y="694880"/>
                  </a:lnTo>
                  <a:lnTo>
                    <a:pt x="3948156" y="699098"/>
                  </a:lnTo>
                  <a:lnTo>
                    <a:pt x="3948493" y="703317"/>
                  </a:lnTo>
                  <a:lnTo>
                    <a:pt x="3948829" y="709141"/>
                  </a:lnTo>
                  <a:lnTo>
                    <a:pt x="3949166" y="715534"/>
                  </a:lnTo>
                  <a:lnTo>
                    <a:pt x="3949502" y="722257"/>
                  </a:lnTo>
                  <a:lnTo>
                    <a:pt x="3949839" y="729714"/>
                  </a:lnTo>
                  <a:lnTo>
                    <a:pt x="3950175" y="739335"/>
                  </a:lnTo>
                  <a:lnTo>
                    <a:pt x="3950512" y="747066"/>
                  </a:lnTo>
                  <a:lnTo>
                    <a:pt x="3950848" y="754521"/>
                  </a:lnTo>
                  <a:lnTo>
                    <a:pt x="3951184" y="761955"/>
                  </a:lnTo>
                  <a:lnTo>
                    <a:pt x="3951521" y="769165"/>
                  </a:lnTo>
                  <a:lnTo>
                    <a:pt x="3951857" y="776378"/>
                  </a:lnTo>
                  <a:lnTo>
                    <a:pt x="3952194" y="784958"/>
                  </a:lnTo>
                  <a:lnTo>
                    <a:pt x="3952530" y="795106"/>
                  </a:lnTo>
                  <a:lnTo>
                    <a:pt x="3952867" y="805684"/>
                  </a:lnTo>
                  <a:lnTo>
                    <a:pt x="3953203" y="815071"/>
                  </a:lnTo>
                  <a:lnTo>
                    <a:pt x="3953540" y="824288"/>
                  </a:lnTo>
                  <a:lnTo>
                    <a:pt x="3953876" y="833108"/>
                  </a:lnTo>
                  <a:lnTo>
                    <a:pt x="3954213" y="840800"/>
                  </a:lnTo>
                  <a:lnTo>
                    <a:pt x="3954549" y="847136"/>
                  </a:lnTo>
                  <a:lnTo>
                    <a:pt x="3954886" y="854149"/>
                  </a:lnTo>
                  <a:lnTo>
                    <a:pt x="3955222" y="861079"/>
                  </a:lnTo>
                  <a:lnTo>
                    <a:pt x="3955558" y="868716"/>
                  </a:lnTo>
                  <a:lnTo>
                    <a:pt x="3955895" y="876865"/>
                  </a:lnTo>
                  <a:lnTo>
                    <a:pt x="3956231" y="885840"/>
                  </a:lnTo>
                  <a:lnTo>
                    <a:pt x="3956568" y="894993"/>
                  </a:lnTo>
                  <a:lnTo>
                    <a:pt x="3956904" y="904289"/>
                  </a:lnTo>
                  <a:lnTo>
                    <a:pt x="3957241" y="913702"/>
                  </a:lnTo>
                  <a:lnTo>
                    <a:pt x="3957577" y="920733"/>
                  </a:lnTo>
                  <a:lnTo>
                    <a:pt x="3957914" y="927979"/>
                  </a:lnTo>
                  <a:lnTo>
                    <a:pt x="3958250" y="935261"/>
                  </a:lnTo>
                  <a:lnTo>
                    <a:pt x="3958587" y="941218"/>
                  </a:lnTo>
                  <a:lnTo>
                    <a:pt x="3958923" y="946597"/>
                  </a:lnTo>
                  <a:lnTo>
                    <a:pt x="3959260" y="951864"/>
                  </a:lnTo>
                  <a:lnTo>
                    <a:pt x="3959596" y="956929"/>
                  </a:lnTo>
                  <a:lnTo>
                    <a:pt x="3959932" y="961608"/>
                  </a:lnTo>
                  <a:lnTo>
                    <a:pt x="3960269" y="965384"/>
                  </a:lnTo>
                  <a:lnTo>
                    <a:pt x="3960605" y="969234"/>
                  </a:lnTo>
                  <a:lnTo>
                    <a:pt x="3960942" y="973024"/>
                  </a:lnTo>
                  <a:lnTo>
                    <a:pt x="3961278" y="976345"/>
                  </a:lnTo>
                  <a:lnTo>
                    <a:pt x="3961615" y="979856"/>
                  </a:lnTo>
                  <a:lnTo>
                    <a:pt x="3961951" y="982699"/>
                  </a:lnTo>
                  <a:lnTo>
                    <a:pt x="3962288" y="984183"/>
                  </a:lnTo>
                  <a:lnTo>
                    <a:pt x="3962624" y="987159"/>
                  </a:lnTo>
                  <a:lnTo>
                    <a:pt x="3962961" y="989577"/>
                  </a:lnTo>
                  <a:lnTo>
                    <a:pt x="3963297" y="990116"/>
                  </a:lnTo>
                  <a:lnTo>
                    <a:pt x="3963634" y="990563"/>
                  </a:lnTo>
                  <a:lnTo>
                    <a:pt x="3963970" y="991655"/>
                  </a:lnTo>
                  <a:lnTo>
                    <a:pt x="3964306" y="992964"/>
                  </a:lnTo>
                  <a:lnTo>
                    <a:pt x="3964643" y="994705"/>
                  </a:lnTo>
                  <a:lnTo>
                    <a:pt x="3964979" y="996679"/>
                  </a:lnTo>
                  <a:lnTo>
                    <a:pt x="3965316" y="996523"/>
                  </a:lnTo>
                  <a:lnTo>
                    <a:pt x="3965652" y="996075"/>
                  </a:lnTo>
                  <a:lnTo>
                    <a:pt x="3965989" y="996694"/>
                  </a:lnTo>
                  <a:lnTo>
                    <a:pt x="3966325" y="994115"/>
                  </a:lnTo>
                  <a:lnTo>
                    <a:pt x="3966662" y="990852"/>
                  </a:lnTo>
                  <a:lnTo>
                    <a:pt x="3966998" y="985535"/>
                  </a:lnTo>
                  <a:lnTo>
                    <a:pt x="3967335" y="979914"/>
                  </a:lnTo>
                  <a:lnTo>
                    <a:pt x="3967671" y="975385"/>
                  </a:lnTo>
                  <a:lnTo>
                    <a:pt x="3968008" y="969786"/>
                  </a:lnTo>
                  <a:lnTo>
                    <a:pt x="3968344" y="965525"/>
                  </a:lnTo>
                  <a:lnTo>
                    <a:pt x="3968680" y="960802"/>
                  </a:lnTo>
                  <a:lnTo>
                    <a:pt x="3969017" y="956593"/>
                  </a:lnTo>
                  <a:lnTo>
                    <a:pt x="3969353" y="952898"/>
                  </a:lnTo>
                  <a:lnTo>
                    <a:pt x="3969690" y="949414"/>
                  </a:lnTo>
                  <a:lnTo>
                    <a:pt x="3970026" y="946125"/>
                  </a:lnTo>
                  <a:lnTo>
                    <a:pt x="3970363" y="943550"/>
                  </a:lnTo>
                  <a:lnTo>
                    <a:pt x="3970699" y="942194"/>
                  </a:lnTo>
                  <a:lnTo>
                    <a:pt x="3971036" y="940666"/>
                  </a:lnTo>
                  <a:lnTo>
                    <a:pt x="3971372" y="940362"/>
                  </a:lnTo>
                  <a:lnTo>
                    <a:pt x="3971709" y="940092"/>
                  </a:lnTo>
                  <a:lnTo>
                    <a:pt x="3972045" y="939680"/>
                  </a:lnTo>
                  <a:lnTo>
                    <a:pt x="3972382" y="939153"/>
                  </a:lnTo>
                  <a:lnTo>
                    <a:pt x="3972718" y="938411"/>
                  </a:lnTo>
                  <a:lnTo>
                    <a:pt x="3973054" y="936325"/>
                  </a:lnTo>
                  <a:lnTo>
                    <a:pt x="3973391" y="933862"/>
                  </a:lnTo>
                  <a:lnTo>
                    <a:pt x="3973727" y="931119"/>
                  </a:lnTo>
                  <a:lnTo>
                    <a:pt x="3974064" y="928486"/>
                  </a:lnTo>
                  <a:lnTo>
                    <a:pt x="3974400" y="926015"/>
                  </a:lnTo>
                  <a:lnTo>
                    <a:pt x="3974737" y="924534"/>
                  </a:lnTo>
                  <a:lnTo>
                    <a:pt x="3975073" y="922592"/>
                  </a:lnTo>
                  <a:lnTo>
                    <a:pt x="3975410" y="919389"/>
                  </a:lnTo>
                  <a:lnTo>
                    <a:pt x="3975746" y="915901"/>
                  </a:lnTo>
                  <a:lnTo>
                    <a:pt x="3976083" y="912981"/>
                  </a:lnTo>
                  <a:lnTo>
                    <a:pt x="3976419" y="909408"/>
                  </a:lnTo>
                  <a:lnTo>
                    <a:pt x="3976756" y="906736"/>
                  </a:lnTo>
                  <a:lnTo>
                    <a:pt x="3977092" y="904700"/>
                  </a:lnTo>
                  <a:lnTo>
                    <a:pt x="3977428" y="904033"/>
                  </a:lnTo>
                  <a:lnTo>
                    <a:pt x="3977765" y="904632"/>
                  </a:lnTo>
                  <a:lnTo>
                    <a:pt x="3978101" y="906178"/>
                  </a:lnTo>
                  <a:lnTo>
                    <a:pt x="3978438" y="907911"/>
                  </a:lnTo>
                  <a:lnTo>
                    <a:pt x="3978774" y="909156"/>
                  </a:lnTo>
                  <a:lnTo>
                    <a:pt x="3979111" y="909501"/>
                  </a:lnTo>
                  <a:lnTo>
                    <a:pt x="3979447" y="908965"/>
                  </a:lnTo>
                  <a:lnTo>
                    <a:pt x="3979784" y="908012"/>
                  </a:lnTo>
                  <a:lnTo>
                    <a:pt x="3980120" y="907337"/>
                  </a:lnTo>
                  <a:lnTo>
                    <a:pt x="3980457" y="907332"/>
                  </a:lnTo>
                  <a:lnTo>
                    <a:pt x="3980793" y="907471"/>
                  </a:lnTo>
                  <a:lnTo>
                    <a:pt x="3981129" y="906753"/>
                  </a:lnTo>
                  <a:lnTo>
                    <a:pt x="3981466" y="904804"/>
                  </a:lnTo>
                  <a:lnTo>
                    <a:pt x="3981802" y="902353"/>
                  </a:lnTo>
                  <a:lnTo>
                    <a:pt x="3982139" y="900041"/>
                  </a:lnTo>
                  <a:lnTo>
                    <a:pt x="3982475" y="898809"/>
                  </a:lnTo>
                  <a:lnTo>
                    <a:pt x="3982812" y="897796"/>
                  </a:lnTo>
                  <a:lnTo>
                    <a:pt x="3983148" y="898319"/>
                  </a:lnTo>
                  <a:lnTo>
                    <a:pt x="3983485" y="898617"/>
                  </a:lnTo>
                  <a:lnTo>
                    <a:pt x="3983821" y="902203"/>
                  </a:lnTo>
                  <a:lnTo>
                    <a:pt x="3984158" y="905618"/>
                  </a:lnTo>
                  <a:lnTo>
                    <a:pt x="3984494" y="909814"/>
                  </a:lnTo>
                  <a:lnTo>
                    <a:pt x="3984831" y="913471"/>
                  </a:lnTo>
                  <a:lnTo>
                    <a:pt x="3985167" y="915999"/>
                  </a:lnTo>
                  <a:lnTo>
                    <a:pt x="3985503" y="917281"/>
                  </a:lnTo>
                  <a:lnTo>
                    <a:pt x="3985840" y="915390"/>
                  </a:lnTo>
                  <a:lnTo>
                    <a:pt x="3986176" y="915768"/>
                  </a:lnTo>
                  <a:lnTo>
                    <a:pt x="3986513" y="917719"/>
                  </a:lnTo>
                  <a:lnTo>
                    <a:pt x="3986849" y="921047"/>
                  </a:lnTo>
                  <a:lnTo>
                    <a:pt x="3987186" y="922973"/>
                  </a:lnTo>
                  <a:lnTo>
                    <a:pt x="3987522" y="922883"/>
                  </a:lnTo>
                  <a:lnTo>
                    <a:pt x="3987859" y="922459"/>
                  </a:lnTo>
                  <a:lnTo>
                    <a:pt x="3988195" y="922967"/>
                  </a:lnTo>
                  <a:lnTo>
                    <a:pt x="3988532" y="923252"/>
                  </a:lnTo>
                  <a:lnTo>
                    <a:pt x="3988868" y="924428"/>
                  </a:lnTo>
                  <a:lnTo>
                    <a:pt x="3989205" y="927065"/>
                  </a:lnTo>
                  <a:lnTo>
                    <a:pt x="3989541" y="929953"/>
                  </a:lnTo>
                  <a:lnTo>
                    <a:pt x="3989877" y="932466"/>
                  </a:lnTo>
                  <a:lnTo>
                    <a:pt x="3990214" y="935890"/>
                  </a:lnTo>
                  <a:lnTo>
                    <a:pt x="3990550" y="938732"/>
                  </a:lnTo>
                  <a:lnTo>
                    <a:pt x="3990887" y="941301"/>
                  </a:lnTo>
                  <a:lnTo>
                    <a:pt x="3991223" y="943292"/>
                  </a:lnTo>
                  <a:lnTo>
                    <a:pt x="3991560" y="944650"/>
                  </a:lnTo>
                  <a:lnTo>
                    <a:pt x="3991896" y="945755"/>
                  </a:lnTo>
                  <a:lnTo>
                    <a:pt x="3992233" y="946398"/>
                  </a:lnTo>
                  <a:lnTo>
                    <a:pt x="3992569" y="947705"/>
                  </a:lnTo>
                  <a:lnTo>
                    <a:pt x="3992906" y="949077"/>
                  </a:lnTo>
                  <a:lnTo>
                    <a:pt x="3993242" y="949806"/>
                  </a:lnTo>
                  <a:lnTo>
                    <a:pt x="3993579" y="950459"/>
                  </a:lnTo>
                  <a:lnTo>
                    <a:pt x="3993915" y="949937"/>
                  </a:lnTo>
                  <a:lnTo>
                    <a:pt x="3994251" y="948246"/>
                  </a:lnTo>
                  <a:lnTo>
                    <a:pt x="3994588" y="944556"/>
                  </a:lnTo>
                  <a:lnTo>
                    <a:pt x="3994924" y="939572"/>
                  </a:lnTo>
                  <a:lnTo>
                    <a:pt x="3995261" y="934358"/>
                  </a:lnTo>
                  <a:lnTo>
                    <a:pt x="3995597" y="928748"/>
                  </a:lnTo>
                  <a:lnTo>
                    <a:pt x="3995934" y="922321"/>
                  </a:lnTo>
                  <a:lnTo>
                    <a:pt x="3996270" y="915289"/>
                  </a:lnTo>
                  <a:lnTo>
                    <a:pt x="3996607" y="908875"/>
                  </a:lnTo>
                  <a:lnTo>
                    <a:pt x="3996943" y="901882"/>
                  </a:lnTo>
                  <a:lnTo>
                    <a:pt x="3997280" y="894418"/>
                  </a:lnTo>
                  <a:lnTo>
                    <a:pt x="3997616" y="887356"/>
                  </a:lnTo>
                  <a:lnTo>
                    <a:pt x="3997953" y="880103"/>
                  </a:lnTo>
                  <a:lnTo>
                    <a:pt x="3998289" y="873443"/>
                  </a:lnTo>
                  <a:lnTo>
                    <a:pt x="3998625" y="866611"/>
                  </a:lnTo>
                  <a:lnTo>
                    <a:pt x="3998962" y="860986"/>
                  </a:lnTo>
                  <a:lnTo>
                    <a:pt x="3999298" y="855844"/>
                  </a:lnTo>
                  <a:lnTo>
                    <a:pt x="3999635" y="851698"/>
                  </a:lnTo>
                  <a:lnTo>
                    <a:pt x="3999971" y="847915"/>
                  </a:lnTo>
                  <a:lnTo>
                    <a:pt x="4000308" y="844563"/>
                  </a:lnTo>
                  <a:lnTo>
                    <a:pt x="4000644" y="841693"/>
                  </a:lnTo>
                  <a:lnTo>
                    <a:pt x="4000981" y="840117"/>
                  </a:lnTo>
                  <a:lnTo>
                    <a:pt x="4001317" y="838980"/>
                  </a:lnTo>
                  <a:lnTo>
                    <a:pt x="4001654" y="837499"/>
                  </a:lnTo>
                  <a:lnTo>
                    <a:pt x="4001990" y="835680"/>
                  </a:lnTo>
                  <a:lnTo>
                    <a:pt x="4002327" y="833715"/>
                  </a:lnTo>
                  <a:lnTo>
                    <a:pt x="4002663" y="830324"/>
                  </a:lnTo>
                  <a:lnTo>
                    <a:pt x="4002999" y="825696"/>
                  </a:lnTo>
                  <a:lnTo>
                    <a:pt x="4003336" y="819448"/>
                  </a:lnTo>
                  <a:lnTo>
                    <a:pt x="4003672" y="812066"/>
                  </a:lnTo>
                  <a:lnTo>
                    <a:pt x="4004009" y="804539"/>
                  </a:lnTo>
                  <a:lnTo>
                    <a:pt x="4004345" y="795740"/>
                  </a:lnTo>
                  <a:lnTo>
                    <a:pt x="4004682" y="785514"/>
                  </a:lnTo>
                  <a:lnTo>
                    <a:pt x="4005018" y="774649"/>
                  </a:lnTo>
                  <a:lnTo>
                    <a:pt x="4005355" y="764996"/>
                  </a:lnTo>
                  <a:lnTo>
                    <a:pt x="4005691" y="754228"/>
                  </a:lnTo>
                  <a:lnTo>
                    <a:pt x="4006028" y="744219"/>
                  </a:lnTo>
                  <a:lnTo>
                    <a:pt x="4006364" y="735271"/>
                  </a:lnTo>
                  <a:lnTo>
                    <a:pt x="4006701" y="726341"/>
                  </a:lnTo>
                  <a:lnTo>
                    <a:pt x="4007037" y="718586"/>
                  </a:lnTo>
                  <a:lnTo>
                    <a:pt x="4007373" y="711089"/>
                  </a:lnTo>
                  <a:lnTo>
                    <a:pt x="4007710" y="704291"/>
                  </a:lnTo>
                  <a:lnTo>
                    <a:pt x="4008046" y="698538"/>
                  </a:lnTo>
                  <a:lnTo>
                    <a:pt x="4008383" y="693251"/>
                  </a:lnTo>
                  <a:lnTo>
                    <a:pt x="4008719" y="687709"/>
                  </a:lnTo>
                  <a:lnTo>
                    <a:pt x="4009056" y="682515"/>
                  </a:lnTo>
                  <a:lnTo>
                    <a:pt x="4009392" y="678187"/>
                  </a:lnTo>
                  <a:lnTo>
                    <a:pt x="4009729" y="674307"/>
                  </a:lnTo>
                  <a:lnTo>
                    <a:pt x="4010065" y="670540"/>
                  </a:lnTo>
                  <a:lnTo>
                    <a:pt x="4010402" y="665772"/>
                  </a:lnTo>
                  <a:lnTo>
                    <a:pt x="4010738" y="661483"/>
                  </a:lnTo>
                  <a:lnTo>
                    <a:pt x="4011074" y="656805"/>
                  </a:lnTo>
                  <a:lnTo>
                    <a:pt x="4011411" y="650475"/>
                  </a:lnTo>
                  <a:lnTo>
                    <a:pt x="4011747" y="644618"/>
                  </a:lnTo>
                  <a:lnTo>
                    <a:pt x="4012084" y="636790"/>
                  </a:lnTo>
                  <a:lnTo>
                    <a:pt x="4012420" y="629623"/>
                  </a:lnTo>
                  <a:lnTo>
                    <a:pt x="4012757" y="621886"/>
                  </a:lnTo>
                  <a:lnTo>
                    <a:pt x="4013093" y="613060"/>
                  </a:lnTo>
                  <a:lnTo>
                    <a:pt x="4013430" y="604323"/>
                  </a:lnTo>
                  <a:lnTo>
                    <a:pt x="4013766" y="596027"/>
                  </a:lnTo>
                  <a:lnTo>
                    <a:pt x="4014103" y="588503"/>
                  </a:lnTo>
                  <a:lnTo>
                    <a:pt x="4014439" y="580353"/>
                  </a:lnTo>
                  <a:lnTo>
                    <a:pt x="4014776" y="572138"/>
                  </a:lnTo>
                  <a:lnTo>
                    <a:pt x="4015112" y="564836"/>
                  </a:lnTo>
                  <a:lnTo>
                    <a:pt x="4015448" y="558043"/>
                  </a:lnTo>
                  <a:lnTo>
                    <a:pt x="4015785" y="551995"/>
                  </a:lnTo>
                  <a:lnTo>
                    <a:pt x="4016121" y="548271"/>
                  </a:lnTo>
                  <a:lnTo>
                    <a:pt x="4016458" y="544576"/>
                  </a:lnTo>
                  <a:lnTo>
                    <a:pt x="4016794" y="542356"/>
                  </a:lnTo>
                  <a:lnTo>
                    <a:pt x="4017131" y="539395"/>
                  </a:lnTo>
                  <a:lnTo>
                    <a:pt x="4017467" y="535130"/>
                  </a:lnTo>
                  <a:lnTo>
                    <a:pt x="4017804" y="531297"/>
                  </a:lnTo>
                  <a:lnTo>
                    <a:pt x="4018140" y="527854"/>
                  </a:lnTo>
                  <a:lnTo>
                    <a:pt x="4018477" y="525393"/>
                  </a:lnTo>
                  <a:lnTo>
                    <a:pt x="4018813" y="523702"/>
                  </a:lnTo>
                  <a:lnTo>
                    <a:pt x="4019150" y="521862"/>
                  </a:lnTo>
                  <a:lnTo>
                    <a:pt x="4019486" y="519551"/>
                  </a:lnTo>
                  <a:lnTo>
                    <a:pt x="4019822" y="516772"/>
                  </a:lnTo>
                  <a:lnTo>
                    <a:pt x="4020159" y="514191"/>
                  </a:lnTo>
                  <a:lnTo>
                    <a:pt x="4020495" y="510884"/>
                  </a:lnTo>
                  <a:lnTo>
                    <a:pt x="4020832" y="507070"/>
                  </a:lnTo>
                  <a:lnTo>
                    <a:pt x="4021168" y="502361"/>
                  </a:lnTo>
                  <a:lnTo>
                    <a:pt x="4021505" y="498034"/>
                  </a:lnTo>
                  <a:lnTo>
                    <a:pt x="4021841" y="494928"/>
                  </a:lnTo>
                  <a:lnTo>
                    <a:pt x="4022178" y="491629"/>
                  </a:lnTo>
                  <a:lnTo>
                    <a:pt x="4022514" y="486970"/>
                  </a:lnTo>
                  <a:lnTo>
                    <a:pt x="4022851" y="480824"/>
                  </a:lnTo>
                  <a:lnTo>
                    <a:pt x="4023187" y="474070"/>
                  </a:lnTo>
                  <a:lnTo>
                    <a:pt x="4023524" y="466627"/>
                  </a:lnTo>
                  <a:lnTo>
                    <a:pt x="4023860" y="459450"/>
                  </a:lnTo>
                  <a:lnTo>
                    <a:pt x="4024196" y="451461"/>
                  </a:lnTo>
                  <a:lnTo>
                    <a:pt x="4024533" y="442978"/>
                  </a:lnTo>
                  <a:lnTo>
                    <a:pt x="4024869" y="434538"/>
                  </a:lnTo>
                  <a:lnTo>
                    <a:pt x="4025206" y="425638"/>
                  </a:lnTo>
                  <a:lnTo>
                    <a:pt x="4025542" y="416598"/>
                  </a:lnTo>
                  <a:lnTo>
                    <a:pt x="4025879" y="408351"/>
                  </a:lnTo>
                  <a:lnTo>
                    <a:pt x="4026215" y="400307"/>
                  </a:lnTo>
                  <a:lnTo>
                    <a:pt x="4026552" y="392492"/>
                  </a:lnTo>
                  <a:lnTo>
                    <a:pt x="4026888" y="385973"/>
                  </a:lnTo>
                  <a:lnTo>
                    <a:pt x="4027225" y="379915"/>
                  </a:lnTo>
                  <a:lnTo>
                    <a:pt x="4027561" y="375310"/>
                  </a:lnTo>
                  <a:lnTo>
                    <a:pt x="4027898" y="370998"/>
                  </a:lnTo>
                  <a:lnTo>
                    <a:pt x="4028234" y="365408"/>
                  </a:lnTo>
                  <a:lnTo>
                    <a:pt x="4028570" y="361673"/>
                  </a:lnTo>
                  <a:lnTo>
                    <a:pt x="4028907" y="356879"/>
                  </a:lnTo>
                  <a:lnTo>
                    <a:pt x="4029243" y="354068"/>
                  </a:lnTo>
                  <a:lnTo>
                    <a:pt x="4029580" y="352773"/>
                  </a:lnTo>
                  <a:lnTo>
                    <a:pt x="4029916" y="351300"/>
                  </a:lnTo>
                  <a:lnTo>
                    <a:pt x="4030253" y="351773"/>
                  </a:lnTo>
                  <a:lnTo>
                    <a:pt x="4030589" y="353153"/>
                  </a:lnTo>
                  <a:lnTo>
                    <a:pt x="4030926" y="355909"/>
                  </a:lnTo>
                  <a:lnTo>
                    <a:pt x="4031262" y="358306"/>
                  </a:lnTo>
                  <a:lnTo>
                    <a:pt x="4031599" y="360642"/>
                  </a:lnTo>
                  <a:lnTo>
                    <a:pt x="4031935" y="362355"/>
                  </a:lnTo>
                  <a:lnTo>
                    <a:pt x="4032272" y="364808"/>
                  </a:lnTo>
                  <a:lnTo>
                    <a:pt x="4032608" y="368237"/>
                  </a:lnTo>
                  <a:lnTo>
                    <a:pt x="4032944" y="372190"/>
                  </a:lnTo>
                  <a:lnTo>
                    <a:pt x="4033281" y="376315"/>
                  </a:lnTo>
                  <a:lnTo>
                    <a:pt x="4033617" y="379720"/>
                  </a:lnTo>
                  <a:lnTo>
                    <a:pt x="4033954" y="383440"/>
                  </a:lnTo>
                  <a:lnTo>
                    <a:pt x="4034290" y="386539"/>
                  </a:lnTo>
                  <a:lnTo>
                    <a:pt x="4034627" y="389972"/>
                  </a:lnTo>
                  <a:lnTo>
                    <a:pt x="4034963" y="391951"/>
                  </a:lnTo>
                  <a:lnTo>
                    <a:pt x="4035300" y="394149"/>
                  </a:lnTo>
                  <a:lnTo>
                    <a:pt x="4035636" y="394148"/>
                  </a:lnTo>
                  <a:lnTo>
                    <a:pt x="4035973" y="392792"/>
                  </a:lnTo>
                  <a:lnTo>
                    <a:pt x="4036309" y="391079"/>
                  </a:lnTo>
                  <a:lnTo>
                    <a:pt x="4036646" y="388596"/>
                  </a:lnTo>
                  <a:lnTo>
                    <a:pt x="4036982" y="385508"/>
                  </a:lnTo>
                  <a:lnTo>
                    <a:pt x="4037318" y="381557"/>
                  </a:lnTo>
                  <a:lnTo>
                    <a:pt x="4037655" y="376541"/>
                  </a:lnTo>
                  <a:lnTo>
                    <a:pt x="4037991" y="370936"/>
                  </a:lnTo>
                  <a:lnTo>
                    <a:pt x="4038328" y="365127"/>
                  </a:lnTo>
                  <a:lnTo>
                    <a:pt x="4038664" y="357585"/>
                  </a:lnTo>
                  <a:lnTo>
                    <a:pt x="4039001" y="350155"/>
                  </a:lnTo>
                  <a:lnTo>
                    <a:pt x="4039337" y="342271"/>
                  </a:lnTo>
                  <a:lnTo>
                    <a:pt x="4039674" y="335955"/>
                  </a:lnTo>
                  <a:lnTo>
                    <a:pt x="4040010" y="329942"/>
                  </a:lnTo>
                  <a:lnTo>
                    <a:pt x="4040347" y="324928"/>
                  </a:lnTo>
                  <a:lnTo>
                    <a:pt x="4040683" y="323175"/>
                  </a:lnTo>
                  <a:lnTo>
                    <a:pt x="4041020" y="322077"/>
                  </a:lnTo>
                  <a:lnTo>
                    <a:pt x="4041356" y="319912"/>
                  </a:lnTo>
                  <a:lnTo>
                    <a:pt x="4041692" y="318535"/>
                  </a:lnTo>
                  <a:lnTo>
                    <a:pt x="4042029" y="316810"/>
                  </a:lnTo>
                  <a:lnTo>
                    <a:pt x="4042365" y="315591"/>
                  </a:lnTo>
                  <a:lnTo>
                    <a:pt x="4042702" y="314982"/>
                  </a:lnTo>
                  <a:lnTo>
                    <a:pt x="4043038" y="313809"/>
                  </a:lnTo>
                  <a:lnTo>
                    <a:pt x="4043375" y="312506"/>
                  </a:lnTo>
                  <a:lnTo>
                    <a:pt x="4043711" y="311853"/>
                  </a:lnTo>
                  <a:lnTo>
                    <a:pt x="4044048" y="310797"/>
                  </a:lnTo>
                  <a:lnTo>
                    <a:pt x="4044384" y="311489"/>
                  </a:lnTo>
                  <a:lnTo>
                    <a:pt x="4044721" y="311462"/>
                  </a:lnTo>
                  <a:lnTo>
                    <a:pt x="4045057" y="311203"/>
                  </a:lnTo>
                  <a:lnTo>
                    <a:pt x="4045393" y="308587"/>
                  </a:lnTo>
                  <a:lnTo>
                    <a:pt x="4045730" y="304316"/>
                  </a:lnTo>
                  <a:lnTo>
                    <a:pt x="4046066" y="300283"/>
                  </a:lnTo>
                  <a:lnTo>
                    <a:pt x="4046403" y="296234"/>
                  </a:lnTo>
                  <a:lnTo>
                    <a:pt x="4046739" y="291780"/>
                  </a:lnTo>
                  <a:lnTo>
                    <a:pt x="4047076" y="286507"/>
                  </a:lnTo>
                  <a:lnTo>
                    <a:pt x="4047412" y="282647"/>
                  </a:lnTo>
                  <a:lnTo>
                    <a:pt x="4047749" y="278724"/>
                  </a:lnTo>
                  <a:lnTo>
                    <a:pt x="4048085" y="276283"/>
                  </a:lnTo>
                  <a:lnTo>
                    <a:pt x="4048422" y="275079"/>
                  </a:lnTo>
                  <a:lnTo>
                    <a:pt x="4048758" y="274912"/>
                  </a:lnTo>
                  <a:lnTo>
                    <a:pt x="4049095" y="276012"/>
                  </a:lnTo>
                  <a:lnTo>
                    <a:pt x="4049431" y="277431"/>
                  </a:lnTo>
                  <a:lnTo>
                    <a:pt x="4049767" y="279868"/>
                  </a:lnTo>
                  <a:lnTo>
                    <a:pt x="4050104" y="283538"/>
                  </a:lnTo>
                  <a:lnTo>
                    <a:pt x="4050440" y="287647"/>
                  </a:lnTo>
                  <a:lnTo>
                    <a:pt x="4050777" y="292195"/>
                  </a:lnTo>
                  <a:lnTo>
                    <a:pt x="4051113" y="295618"/>
                  </a:lnTo>
                  <a:lnTo>
                    <a:pt x="4051450" y="300157"/>
                  </a:lnTo>
                  <a:lnTo>
                    <a:pt x="4051786" y="305033"/>
                  </a:lnTo>
                  <a:lnTo>
                    <a:pt x="4052123" y="311126"/>
                  </a:lnTo>
                  <a:lnTo>
                    <a:pt x="4052459" y="318164"/>
                  </a:lnTo>
                  <a:lnTo>
                    <a:pt x="4052796" y="326945"/>
                  </a:lnTo>
                  <a:lnTo>
                    <a:pt x="4053132" y="335718"/>
                  </a:lnTo>
                  <a:lnTo>
                    <a:pt x="4053469" y="341544"/>
                  </a:lnTo>
                  <a:lnTo>
                    <a:pt x="4053805" y="345434"/>
                  </a:lnTo>
                  <a:lnTo>
                    <a:pt x="4054141" y="347258"/>
                  </a:lnTo>
                  <a:lnTo>
                    <a:pt x="4054478" y="348168"/>
                  </a:lnTo>
                  <a:lnTo>
                    <a:pt x="4054814" y="348815"/>
                  </a:lnTo>
                  <a:lnTo>
                    <a:pt x="4055151" y="347239"/>
                  </a:lnTo>
                  <a:lnTo>
                    <a:pt x="4055487" y="342629"/>
                  </a:lnTo>
                  <a:lnTo>
                    <a:pt x="4055824" y="339269"/>
                  </a:lnTo>
                  <a:lnTo>
                    <a:pt x="4056160" y="335811"/>
                  </a:lnTo>
                  <a:lnTo>
                    <a:pt x="4056497" y="330901"/>
                  </a:lnTo>
                  <a:lnTo>
                    <a:pt x="4056833" y="325115"/>
                  </a:lnTo>
                  <a:lnTo>
                    <a:pt x="4057170" y="321554"/>
                  </a:lnTo>
                  <a:lnTo>
                    <a:pt x="4057506" y="317690"/>
                  </a:lnTo>
                  <a:lnTo>
                    <a:pt x="4057843" y="313541"/>
                  </a:lnTo>
                  <a:lnTo>
                    <a:pt x="4058179" y="309458"/>
                  </a:lnTo>
                  <a:lnTo>
                    <a:pt x="4058515" y="305148"/>
                  </a:lnTo>
                  <a:lnTo>
                    <a:pt x="4058852" y="301345"/>
                  </a:lnTo>
                  <a:lnTo>
                    <a:pt x="4059188" y="297911"/>
                  </a:lnTo>
                  <a:lnTo>
                    <a:pt x="4059525" y="295774"/>
                  </a:lnTo>
                  <a:lnTo>
                    <a:pt x="4059861" y="294126"/>
                  </a:lnTo>
                  <a:lnTo>
                    <a:pt x="4060198" y="292860"/>
                  </a:lnTo>
                  <a:lnTo>
                    <a:pt x="4060534" y="292698"/>
                  </a:lnTo>
                  <a:lnTo>
                    <a:pt x="4060871" y="292654"/>
                  </a:lnTo>
                  <a:lnTo>
                    <a:pt x="4061207" y="293702"/>
                  </a:lnTo>
                  <a:lnTo>
                    <a:pt x="4061544" y="295661"/>
                  </a:lnTo>
                  <a:lnTo>
                    <a:pt x="4061880" y="298724"/>
                  </a:lnTo>
                  <a:lnTo>
                    <a:pt x="4062217" y="302235"/>
                  </a:lnTo>
                  <a:lnTo>
                    <a:pt x="4062553" y="304896"/>
                  </a:lnTo>
                  <a:lnTo>
                    <a:pt x="4062889" y="307776"/>
                  </a:lnTo>
                  <a:lnTo>
                    <a:pt x="4063226" y="311064"/>
                  </a:lnTo>
                  <a:lnTo>
                    <a:pt x="4063562" y="315265"/>
                  </a:lnTo>
                  <a:lnTo>
                    <a:pt x="4063899" y="319583"/>
                  </a:lnTo>
                  <a:lnTo>
                    <a:pt x="4064235" y="324099"/>
                  </a:lnTo>
                  <a:lnTo>
                    <a:pt x="4064572" y="329313"/>
                  </a:lnTo>
                  <a:lnTo>
                    <a:pt x="4064908" y="334249"/>
                  </a:lnTo>
                  <a:lnTo>
                    <a:pt x="4065245" y="339234"/>
                  </a:lnTo>
                  <a:lnTo>
                    <a:pt x="4065581" y="343888"/>
                  </a:lnTo>
                  <a:lnTo>
                    <a:pt x="4065918" y="348993"/>
                  </a:lnTo>
                  <a:lnTo>
                    <a:pt x="4066254" y="352748"/>
                  </a:lnTo>
                  <a:lnTo>
                    <a:pt x="4066591" y="356725"/>
                  </a:lnTo>
                  <a:lnTo>
                    <a:pt x="4066927" y="359607"/>
                  </a:lnTo>
                  <a:lnTo>
                    <a:pt x="4067263" y="362246"/>
                  </a:lnTo>
                  <a:lnTo>
                    <a:pt x="4067600" y="364419"/>
                  </a:lnTo>
                  <a:lnTo>
                    <a:pt x="4067936" y="366423"/>
                  </a:lnTo>
                  <a:lnTo>
                    <a:pt x="4068273" y="366778"/>
                  </a:lnTo>
                  <a:lnTo>
                    <a:pt x="4068609" y="367420"/>
                  </a:lnTo>
                  <a:lnTo>
                    <a:pt x="4068946" y="368025"/>
                  </a:lnTo>
                  <a:lnTo>
                    <a:pt x="4069282" y="368509"/>
                  </a:lnTo>
                  <a:lnTo>
                    <a:pt x="4069619" y="369672"/>
                  </a:lnTo>
                  <a:lnTo>
                    <a:pt x="4069955" y="371593"/>
                  </a:lnTo>
                  <a:lnTo>
                    <a:pt x="4070292" y="374050"/>
                  </a:lnTo>
                  <a:lnTo>
                    <a:pt x="4070628" y="377787"/>
                  </a:lnTo>
                  <a:lnTo>
                    <a:pt x="4070965" y="381760"/>
                  </a:lnTo>
                  <a:lnTo>
                    <a:pt x="4071301" y="385952"/>
                  </a:lnTo>
                  <a:lnTo>
                    <a:pt x="4071637" y="391758"/>
                  </a:lnTo>
                  <a:lnTo>
                    <a:pt x="4071974" y="398597"/>
                  </a:lnTo>
                  <a:lnTo>
                    <a:pt x="4072310" y="406208"/>
                  </a:lnTo>
                  <a:lnTo>
                    <a:pt x="4072647" y="412249"/>
                  </a:lnTo>
                  <a:lnTo>
                    <a:pt x="4072983" y="419705"/>
                  </a:lnTo>
                  <a:lnTo>
                    <a:pt x="4073320" y="426125"/>
                  </a:lnTo>
                  <a:lnTo>
                    <a:pt x="4073656" y="430832"/>
                  </a:lnTo>
                  <a:lnTo>
                    <a:pt x="4073993" y="434091"/>
                  </a:lnTo>
                  <a:lnTo>
                    <a:pt x="4074329" y="436243"/>
                  </a:lnTo>
                  <a:lnTo>
                    <a:pt x="4074666" y="438092"/>
                  </a:lnTo>
                  <a:lnTo>
                    <a:pt x="4075002" y="438237"/>
                  </a:lnTo>
                  <a:lnTo>
                    <a:pt x="4075339" y="438212"/>
                  </a:lnTo>
                  <a:lnTo>
                    <a:pt x="4075675" y="438102"/>
                  </a:lnTo>
                  <a:lnTo>
                    <a:pt x="4076011" y="438757"/>
                  </a:lnTo>
                  <a:lnTo>
                    <a:pt x="4076348" y="439723"/>
                  </a:lnTo>
                  <a:lnTo>
                    <a:pt x="4076684" y="440289"/>
                  </a:lnTo>
                  <a:lnTo>
                    <a:pt x="4077021" y="439673"/>
                  </a:lnTo>
                  <a:lnTo>
                    <a:pt x="4077357" y="439250"/>
                  </a:lnTo>
                  <a:lnTo>
                    <a:pt x="4077694" y="440191"/>
                  </a:lnTo>
                  <a:lnTo>
                    <a:pt x="4078030" y="442030"/>
                  </a:lnTo>
                  <a:lnTo>
                    <a:pt x="4078367" y="444522"/>
                  </a:lnTo>
                  <a:lnTo>
                    <a:pt x="4078703" y="448551"/>
                  </a:lnTo>
                  <a:lnTo>
                    <a:pt x="4079040" y="452414"/>
                  </a:lnTo>
                  <a:lnTo>
                    <a:pt x="4079376" y="458118"/>
                  </a:lnTo>
                  <a:lnTo>
                    <a:pt x="4079712" y="462582"/>
                  </a:lnTo>
                  <a:lnTo>
                    <a:pt x="4080049" y="468165"/>
                  </a:lnTo>
                  <a:lnTo>
                    <a:pt x="4080385" y="474980"/>
                  </a:lnTo>
                  <a:lnTo>
                    <a:pt x="4080722" y="481266"/>
                  </a:lnTo>
                  <a:lnTo>
                    <a:pt x="4081058" y="487861"/>
                  </a:lnTo>
                  <a:lnTo>
                    <a:pt x="4081395" y="493100"/>
                  </a:lnTo>
                  <a:lnTo>
                    <a:pt x="4081731" y="498811"/>
                  </a:lnTo>
                  <a:lnTo>
                    <a:pt x="4082068" y="504925"/>
                  </a:lnTo>
                  <a:lnTo>
                    <a:pt x="4082404" y="510142"/>
                  </a:lnTo>
                  <a:lnTo>
                    <a:pt x="4082741" y="514363"/>
                  </a:lnTo>
                  <a:lnTo>
                    <a:pt x="4083077" y="516834"/>
                  </a:lnTo>
                  <a:lnTo>
                    <a:pt x="4083414" y="516661"/>
                  </a:lnTo>
                  <a:lnTo>
                    <a:pt x="4083750" y="516531"/>
                  </a:lnTo>
                  <a:lnTo>
                    <a:pt x="4084086" y="516240"/>
                  </a:lnTo>
                  <a:lnTo>
                    <a:pt x="4084423" y="516324"/>
                  </a:lnTo>
                  <a:lnTo>
                    <a:pt x="4084759" y="516127"/>
                  </a:lnTo>
                  <a:lnTo>
                    <a:pt x="4085096" y="513979"/>
                  </a:lnTo>
                  <a:lnTo>
                    <a:pt x="4085432" y="512369"/>
                  </a:lnTo>
                  <a:lnTo>
                    <a:pt x="4085769" y="510119"/>
                  </a:lnTo>
                  <a:lnTo>
                    <a:pt x="4086105" y="507759"/>
                  </a:lnTo>
                  <a:lnTo>
                    <a:pt x="4086442" y="505340"/>
                  </a:lnTo>
                  <a:lnTo>
                    <a:pt x="4086778" y="501540"/>
                  </a:lnTo>
                  <a:lnTo>
                    <a:pt x="4087115" y="499251"/>
                  </a:lnTo>
                  <a:lnTo>
                    <a:pt x="4087451" y="497320"/>
                  </a:lnTo>
                  <a:lnTo>
                    <a:pt x="4087788" y="495667"/>
                  </a:lnTo>
                  <a:lnTo>
                    <a:pt x="4088124" y="495480"/>
                  </a:lnTo>
                  <a:lnTo>
                    <a:pt x="4088460" y="496005"/>
                  </a:lnTo>
                  <a:lnTo>
                    <a:pt x="4088797" y="497318"/>
                  </a:lnTo>
                  <a:lnTo>
                    <a:pt x="4089133" y="499096"/>
                  </a:lnTo>
                  <a:lnTo>
                    <a:pt x="4089470" y="501493"/>
                  </a:lnTo>
                  <a:lnTo>
                    <a:pt x="4089806" y="505714"/>
                  </a:lnTo>
                  <a:lnTo>
                    <a:pt x="4090143" y="510709"/>
                  </a:lnTo>
                  <a:lnTo>
                    <a:pt x="4090479" y="516184"/>
                  </a:lnTo>
                  <a:lnTo>
                    <a:pt x="4090816" y="522120"/>
                  </a:lnTo>
                  <a:lnTo>
                    <a:pt x="4091152" y="527652"/>
                  </a:lnTo>
                  <a:lnTo>
                    <a:pt x="4091489" y="534418"/>
                  </a:lnTo>
                  <a:lnTo>
                    <a:pt x="4091825" y="542394"/>
                  </a:lnTo>
                  <a:lnTo>
                    <a:pt x="4092162" y="551382"/>
                  </a:lnTo>
                  <a:lnTo>
                    <a:pt x="4092498" y="559997"/>
                  </a:lnTo>
                  <a:lnTo>
                    <a:pt x="4092834" y="569738"/>
                  </a:lnTo>
                  <a:lnTo>
                    <a:pt x="4093171" y="579286"/>
                  </a:lnTo>
                  <a:lnTo>
                    <a:pt x="4093507" y="588573"/>
                  </a:lnTo>
                  <a:lnTo>
                    <a:pt x="4093844" y="597345"/>
                  </a:lnTo>
                  <a:lnTo>
                    <a:pt x="4094180" y="605236"/>
                  </a:lnTo>
                  <a:lnTo>
                    <a:pt x="4094517" y="612409"/>
                  </a:lnTo>
                  <a:lnTo>
                    <a:pt x="4094853" y="618953"/>
                  </a:lnTo>
                  <a:lnTo>
                    <a:pt x="4095190" y="625474"/>
                  </a:lnTo>
                  <a:lnTo>
                    <a:pt x="4095526" y="633363"/>
                  </a:lnTo>
                  <a:lnTo>
                    <a:pt x="4095863" y="639491"/>
                  </a:lnTo>
                  <a:lnTo>
                    <a:pt x="4096199" y="646412"/>
                  </a:lnTo>
                  <a:lnTo>
                    <a:pt x="4096536" y="651691"/>
                  </a:lnTo>
                  <a:lnTo>
                    <a:pt x="4096872" y="656198"/>
                  </a:lnTo>
                  <a:lnTo>
                    <a:pt x="4097208" y="660217"/>
                  </a:lnTo>
                  <a:lnTo>
                    <a:pt x="4097545" y="662125"/>
                  </a:lnTo>
                  <a:lnTo>
                    <a:pt x="4097881" y="664459"/>
                  </a:lnTo>
                  <a:lnTo>
                    <a:pt x="4098218" y="665387"/>
                  </a:lnTo>
                  <a:lnTo>
                    <a:pt x="4098554" y="666772"/>
                  </a:lnTo>
                  <a:lnTo>
                    <a:pt x="4098891" y="667392"/>
                  </a:lnTo>
                  <a:lnTo>
                    <a:pt x="4099227" y="668769"/>
                  </a:lnTo>
                  <a:lnTo>
                    <a:pt x="4099564" y="669475"/>
                  </a:lnTo>
                  <a:lnTo>
                    <a:pt x="4099900" y="670017"/>
                  </a:lnTo>
                  <a:lnTo>
                    <a:pt x="4100237" y="669516"/>
                  </a:lnTo>
                  <a:lnTo>
                    <a:pt x="4100573" y="668997"/>
                  </a:lnTo>
                  <a:lnTo>
                    <a:pt x="4100910" y="667394"/>
                  </a:lnTo>
                  <a:lnTo>
                    <a:pt x="4101246" y="664831"/>
                  </a:lnTo>
                  <a:lnTo>
                    <a:pt x="4101582" y="663253"/>
                  </a:lnTo>
                  <a:lnTo>
                    <a:pt x="4101919" y="661582"/>
                  </a:lnTo>
                  <a:lnTo>
                    <a:pt x="4102255" y="660292"/>
                  </a:lnTo>
                  <a:lnTo>
                    <a:pt x="4102592" y="661124"/>
                  </a:lnTo>
                  <a:lnTo>
                    <a:pt x="4102928" y="663447"/>
                  </a:lnTo>
                  <a:lnTo>
                    <a:pt x="4103265" y="667125"/>
                  </a:lnTo>
                  <a:lnTo>
                    <a:pt x="4103601" y="671578"/>
                  </a:lnTo>
                  <a:lnTo>
                    <a:pt x="4103938" y="676783"/>
                  </a:lnTo>
                  <a:lnTo>
                    <a:pt x="4104274" y="682679"/>
                  </a:lnTo>
                  <a:lnTo>
                    <a:pt x="4104611" y="690325"/>
                  </a:lnTo>
                  <a:lnTo>
                    <a:pt x="4104947" y="697827"/>
                  </a:lnTo>
                  <a:lnTo>
                    <a:pt x="4105284" y="705092"/>
                  </a:lnTo>
                  <a:lnTo>
                    <a:pt x="4105620" y="711731"/>
                  </a:lnTo>
                  <a:lnTo>
                    <a:pt x="4105956" y="720402"/>
                  </a:lnTo>
                  <a:lnTo>
                    <a:pt x="4106293" y="729898"/>
                  </a:lnTo>
                  <a:lnTo>
                    <a:pt x="4106629" y="739747"/>
                  </a:lnTo>
                  <a:lnTo>
                    <a:pt x="4106966" y="747731"/>
                  </a:lnTo>
                  <a:lnTo>
                    <a:pt x="4107302" y="755098"/>
                  </a:lnTo>
                  <a:lnTo>
                    <a:pt x="4107639" y="760383"/>
                  </a:lnTo>
                  <a:lnTo>
                    <a:pt x="4107975" y="762344"/>
                  </a:lnTo>
                  <a:lnTo>
                    <a:pt x="4108312" y="762992"/>
                  </a:lnTo>
                  <a:lnTo>
                    <a:pt x="4108648" y="763253"/>
                  </a:lnTo>
                  <a:lnTo>
                    <a:pt x="4108985" y="762024"/>
                  </a:lnTo>
                  <a:lnTo>
                    <a:pt x="4109321" y="760972"/>
                  </a:lnTo>
                  <a:lnTo>
                    <a:pt x="4109658" y="759207"/>
                  </a:lnTo>
                  <a:lnTo>
                    <a:pt x="4109994" y="758740"/>
                  </a:lnTo>
                  <a:lnTo>
                    <a:pt x="4110330" y="758876"/>
                  </a:lnTo>
                  <a:lnTo>
                    <a:pt x="4110667" y="760062"/>
                  </a:lnTo>
                  <a:lnTo>
                    <a:pt x="4111003" y="759350"/>
                  </a:lnTo>
                  <a:lnTo>
                    <a:pt x="4111340" y="759196"/>
                  </a:lnTo>
                  <a:lnTo>
                    <a:pt x="4111676" y="756482"/>
                  </a:lnTo>
                  <a:lnTo>
                    <a:pt x="4112013" y="753349"/>
                  </a:lnTo>
                  <a:lnTo>
                    <a:pt x="4112349" y="750198"/>
                  </a:lnTo>
                  <a:lnTo>
                    <a:pt x="4112686" y="749258"/>
                  </a:lnTo>
                  <a:lnTo>
                    <a:pt x="4113022" y="749886"/>
                  </a:lnTo>
                  <a:lnTo>
                    <a:pt x="4113359" y="751431"/>
                  </a:lnTo>
                  <a:lnTo>
                    <a:pt x="4113695" y="753975"/>
                  </a:lnTo>
                  <a:lnTo>
                    <a:pt x="4114031" y="757602"/>
                  </a:lnTo>
                  <a:lnTo>
                    <a:pt x="4114368" y="762686"/>
                  </a:lnTo>
                  <a:lnTo>
                    <a:pt x="4114704" y="766106"/>
                  </a:lnTo>
                  <a:lnTo>
                    <a:pt x="4115041" y="768858"/>
                  </a:lnTo>
                  <a:lnTo>
                    <a:pt x="4115377" y="770254"/>
                  </a:lnTo>
                  <a:lnTo>
                    <a:pt x="4115714" y="769860"/>
                  </a:lnTo>
                  <a:lnTo>
                    <a:pt x="4116050" y="770263"/>
                  </a:lnTo>
                  <a:lnTo>
                    <a:pt x="4116387" y="769942"/>
                  </a:lnTo>
                  <a:lnTo>
                    <a:pt x="4116723" y="769318"/>
                  </a:lnTo>
                  <a:lnTo>
                    <a:pt x="4117060" y="768572"/>
                  </a:lnTo>
                  <a:lnTo>
                    <a:pt x="4117396" y="767097"/>
                  </a:lnTo>
                  <a:lnTo>
                    <a:pt x="4117733" y="766080"/>
                  </a:lnTo>
                  <a:lnTo>
                    <a:pt x="4118069" y="765943"/>
                  </a:lnTo>
                  <a:lnTo>
                    <a:pt x="4118405" y="766085"/>
                  </a:lnTo>
                  <a:lnTo>
                    <a:pt x="4118742" y="766431"/>
                  </a:lnTo>
                  <a:lnTo>
                    <a:pt x="4119078" y="766516"/>
                  </a:lnTo>
                  <a:lnTo>
                    <a:pt x="4119415" y="767041"/>
                  </a:lnTo>
                  <a:lnTo>
                    <a:pt x="4119751" y="767226"/>
                  </a:lnTo>
                  <a:lnTo>
                    <a:pt x="4120088" y="767257"/>
                  </a:lnTo>
                  <a:lnTo>
                    <a:pt x="4120424" y="767966"/>
                  </a:lnTo>
                  <a:lnTo>
                    <a:pt x="4120761" y="768915"/>
                  </a:lnTo>
                  <a:lnTo>
                    <a:pt x="4121097" y="770285"/>
                  </a:lnTo>
                  <a:lnTo>
                    <a:pt x="4121434" y="772071"/>
                  </a:lnTo>
                  <a:lnTo>
                    <a:pt x="4121770" y="774839"/>
                  </a:lnTo>
                  <a:lnTo>
                    <a:pt x="4122107" y="777028"/>
                  </a:lnTo>
                  <a:lnTo>
                    <a:pt x="4122443" y="779876"/>
                  </a:lnTo>
                  <a:lnTo>
                    <a:pt x="4122779" y="784400"/>
                  </a:lnTo>
                  <a:lnTo>
                    <a:pt x="4123116" y="788619"/>
                  </a:lnTo>
                  <a:lnTo>
                    <a:pt x="4123452" y="792231"/>
                  </a:lnTo>
                  <a:lnTo>
                    <a:pt x="4123789" y="795530"/>
                  </a:lnTo>
                  <a:lnTo>
                    <a:pt x="4124125" y="799400"/>
                  </a:lnTo>
                  <a:lnTo>
                    <a:pt x="4124462" y="800576"/>
                  </a:lnTo>
                  <a:lnTo>
                    <a:pt x="4124798" y="801661"/>
                  </a:lnTo>
                  <a:lnTo>
                    <a:pt x="4125135" y="803312"/>
                  </a:lnTo>
                  <a:lnTo>
                    <a:pt x="4125471" y="804903"/>
                  </a:lnTo>
                  <a:lnTo>
                    <a:pt x="4125808" y="807261"/>
                  </a:lnTo>
                  <a:lnTo>
                    <a:pt x="4126144" y="809015"/>
                  </a:lnTo>
                  <a:lnTo>
                    <a:pt x="4126481" y="811603"/>
                  </a:lnTo>
                  <a:lnTo>
                    <a:pt x="4126817" y="813646"/>
                  </a:lnTo>
                  <a:lnTo>
                    <a:pt x="4127153" y="815772"/>
                  </a:lnTo>
                  <a:lnTo>
                    <a:pt x="4127490" y="817451"/>
                  </a:lnTo>
                  <a:lnTo>
                    <a:pt x="4127826" y="819104"/>
                  </a:lnTo>
                  <a:lnTo>
                    <a:pt x="4128163" y="820619"/>
                  </a:lnTo>
                  <a:lnTo>
                    <a:pt x="4128499" y="822293"/>
                  </a:lnTo>
                  <a:lnTo>
                    <a:pt x="4128836" y="823406"/>
                  </a:lnTo>
                  <a:lnTo>
                    <a:pt x="4129172" y="825205"/>
                  </a:lnTo>
                  <a:lnTo>
                    <a:pt x="4129509" y="827240"/>
                  </a:lnTo>
                  <a:lnTo>
                    <a:pt x="4129845" y="830080"/>
                  </a:lnTo>
                  <a:lnTo>
                    <a:pt x="4130182" y="833044"/>
                  </a:lnTo>
                  <a:lnTo>
                    <a:pt x="4130518" y="836517"/>
                  </a:lnTo>
                  <a:lnTo>
                    <a:pt x="4130855" y="839196"/>
                  </a:lnTo>
                  <a:lnTo>
                    <a:pt x="4131191" y="841301"/>
                  </a:lnTo>
                  <a:lnTo>
                    <a:pt x="4131527" y="843955"/>
                  </a:lnTo>
                  <a:lnTo>
                    <a:pt x="4131864" y="846002"/>
                  </a:lnTo>
                  <a:lnTo>
                    <a:pt x="4132200" y="847203"/>
                  </a:lnTo>
                  <a:lnTo>
                    <a:pt x="4132537" y="847566"/>
                  </a:lnTo>
                  <a:lnTo>
                    <a:pt x="4132873" y="847961"/>
                  </a:lnTo>
                  <a:lnTo>
                    <a:pt x="4133210" y="847861"/>
                  </a:lnTo>
                  <a:lnTo>
                    <a:pt x="4133546" y="847072"/>
                  </a:lnTo>
                  <a:lnTo>
                    <a:pt x="4133883" y="845987"/>
                  </a:lnTo>
                  <a:lnTo>
                    <a:pt x="4134219" y="844838"/>
                  </a:lnTo>
                  <a:lnTo>
                    <a:pt x="4134556" y="843549"/>
                  </a:lnTo>
                  <a:lnTo>
                    <a:pt x="4134892" y="842200"/>
                  </a:lnTo>
                  <a:lnTo>
                    <a:pt x="4135229" y="840456"/>
                  </a:lnTo>
                  <a:lnTo>
                    <a:pt x="4135565" y="839256"/>
                  </a:lnTo>
                  <a:lnTo>
                    <a:pt x="4135901" y="837745"/>
                  </a:lnTo>
                  <a:lnTo>
                    <a:pt x="4136238" y="835564"/>
                  </a:lnTo>
                  <a:lnTo>
                    <a:pt x="4136574" y="833120"/>
                  </a:lnTo>
                  <a:lnTo>
                    <a:pt x="4136911" y="829919"/>
                  </a:lnTo>
                  <a:lnTo>
                    <a:pt x="4137247" y="827071"/>
                  </a:lnTo>
                  <a:lnTo>
                    <a:pt x="4137584" y="825112"/>
                  </a:lnTo>
                  <a:lnTo>
                    <a:pt x="4137920" y="822245"/>
                  </a:lnTo>
                  <a:lnTo>
                    <a:pt x="4138257" y="820184"/>
                  </a:lnTo>
                  <a:lnTo>
                    <a:pt x="4138593" y="818934"/>
                  </a:lnTo>
                  <a:lnTo>
                    <a:pt x="4138930" y="817236"/>
                  </a:lnTo>
                  <a:lnTo>
                    <a:pt x="4139266" y="815838"/>
                  </a:lnTo>
                  <a:lnTo>
                    <a:pt x="4139603" y="814714"/>
                  </a:lnTo>
                  <a:lnTo>
                    <a:pt x="4139939" y="813781"/>
                  </a:lnTo>
                  <a:lnTo>
                    <a:pt x="4140275" y="813099"/>
                  </a:lnTo>
                  <a:lnTo>
                    <a:pt x="4140612" y="812320"/>
                  </a:lnTo>
                  <a:lnTo>
                    <a:pt x="4140948" y="812984"/>
                  </a:lnTo>
                  <a:lnTo>
                    <a:pt x="4141285" y="814942"/>
                  </a:lnTo>
                  <a:lnTo>
                    <a:pt x="4141621" y="817878"/>
                  </a:lnTo>
                  <a:lnTo>
                    <a:pt x="4141958" y="821890"/>
                  </a:lnTo>
                  <a:lnTo>
                    <a:pt x="4142294" y="827438"/>
                  </a:lnTo>
                  <a:lnTo>
                    <a:pt x="4142631" y="832996"/>
                  </a:lnTo>
                  <a:lnTo>
                    <a:pt x="4142967" y="838232"/>
                  </a:lnTo>
                  <a:lnTo>
                    <a:pt x="4143304" y="842926"/>
                  </a:lnTo>
                  <a:lnTo>
                    <a:pt x="4143640" y="847071"/>
                  </a:lnTo>
                  <a:lnTo>
                    <a:pt x="4143976" y="851618"/>
                  </a:lnTo>
                  <a:lnTo>
                    <a:pt x="4144313" y="856445"/>
                  </a:lnTo>
                  <a:lnTo>
                    <a:pt x="4144649" y="861786"/>
                  </a:lnTo>
                  <a:lnTo>
                    <a:pt x="4144986" y="866927"/>
                  </a:lnTo>
                  <a:lnTo>
                    <a:pt x="4145322" y="871502"/>
                  </a:lnTo>
                  <a:lnTo>
                    <a:pt x="4145659" y="876413"/>
                  </a:lnTo>
                  <a:lnTo>
                    <a:pt x="4145995" y="881483"/>
                  </a:lnTo>
                  <a:lnTo>
                    <a:pt x="4146332" y="886962"/>
                  </a:lnTo>
                  <a:lnTo>
                    <a:pt x="4146668" y="892259"/>
                  </a:lnTo>
                  <a:lnTo>
                    <a:pt x="4147005" y="898941"/>
                  </a:lnTo>
                  <a:lnTo>
                    <a:pt x="4147341" y="904527"/>
                  </a:lnTo>
                  <a:lnTo>
                    <a:pt x="4147678" y="909699"/>
                  </a:lnTo>
                  <a:lnTo>
                    <a:pt x="4148014" y="914987"/>
                  </a:lnTo>
                  <a:lnTo>
                    <a:pt x="4148350" y="920160"/>
                  </a:lnTo>
                  <a:lnTo>
                    <a:pt x="4148687" y="925777"/>
                  </a:lnTo>
                  <a:lnTo>
                    <a:pt x="4149023" y="931253"/>
                  </a:lnTo>
                  <a:lnTo>
                    <a:pt x="4149360" y="935997"/>
                  </a:lnTo>
                  <a:lnTo>
                    <a:pt x="4149696" y="940469"/>
                  </a:lnTo>
                  <a:lnTo>
                    <a:pt x="4150033" y="944957"/>
                  </a:lnTo>
                  <a:lnTo>
                    <a:pt x="4150369" y="950703"/>
                  </a:lnTo>
                  <a:lnTo>
                    <a:pt x="4150706" y="955733"/>
                  </a:lnTo>
                  <a:lnTo>
                    <a:pt x="4151042" y="960774"/>
                  </a:lnTo>
                  <a:lnTo>
                    <a:pt x="4151379" y="965755"/>
                  </a:lnTo>
                  <a:lnTo>
                    <a:pt x="4151715" y="970866"/>
                  </a:lnTo>
                  <a:lnTo>
                    <a:pt x="4152052" y="976001"/>
                  </a:lnTo>
                  <a:lnTo>
                    <a:pt x="4152388" y="982192"/>
                  </a:lnTo>
                  <a:lnTo>
                    <a:pt x="4152724" y="988149"/>
                  </a:lnTo>
                  <a:lnTo>
                    <a:pt x="4153061" y="992860"/>
                  </a:lnTo>
                  <a:lnTo>
                    <a:pt x="4153397" y="996929"/>
                  </a:lnTo>
                  <a:lnTo>
                    <a:pt x="4153734" y="1001497"/>
                  </a:lnTo>
                  <a:lnTo>
                    <a:pt x="4154070" y="1006945"/>
                  </a:lnTo>
                  <a:lnTo>
                    <a:pt x="4154407" y="1011057"/>
                  </a:lnTo>
                  <a:lnTo>
                    <a:pt x="4154743" y="1013490"/>
                  </a:lnTo>
                  <a:lnTo>
                    <a:pt x="4155080" y="1016339"/>
                  </a:lnTo>
                  <a:lnTo>
                    <a:pt x="4155416" y="1019773"/>
                  </a:lnTo>
                  <a:lnTo>
                    <a:pt x="4155753" y="1023316"/>
                  </a:lnTo>
                  <a:lnTo>
                    <a:pt x="4156089" y="1026676"/>
                  </a:lnTo>
                  <a:lnTo>
                    <a:pt x="4156426" y="1028546"/>
                  </a:lnTo>
                  <a:lnTo>
                    <a:pt x="4156762" y="1029755"/>
                  </a:lnTo>
                  <a:lnTo>
                    <a:pt x="4157098" y="1029401"/>
                  </a:lnTo>
                  <a:lnTo>
                    <a:pt x="4157435" y="1029544"/>
                  </a:lnTo>
                  <a:lnTo>
                    <a:pt x="4157771" y="1029244"/>
                  </a:lnTo>
                  <a:lnTo>
                    <a:pt x="4158108" y="1028340"/>
                  </a:lnTo>
                  <a:lnTo>
                    <a:pt x="4158444" y="1027017"/>
                  </a:lnTo>
                  <a:lnTo>
                    <a:pt x="4158781" y="1024077"/>
                  </a:lnTo>
                  <a:lnTo>
                    <a:pt x="4159117" y="1019898"/>
                  </a:lnTo>
                  <a:lnTo>
                    <a:pt x="4159454" y="1014993"/>
                  </a:lnTo>
                  <a:lnTo>
                    <a:pt x="4159790" y="1011488"/>
                  </a:lnTo>
                  <a:lnTo>
                    <a:pt x="4160127" y="1006910"/>
                  </a:lnTo>
                  <a:lnTo>
                    <a:pt x="4160463" y="1001220"/>
                  </a:lnTo>
                  <a:lnTo>
                    <a:pt x="4160800" y="994711"/>
                  </a:lnTo>
                  <a:lnTo>
                    <a:pt x="4161136" y="988033"/>
                  </a:lnTo>
                  <a:lnTo>
                    <a:pt x="4161472" y="982108"/>
                  </a:lnTo>
                  <a:lnTo>
                    <a:pt x="4161809" y="976427"/>
                  </a:lnTo>
                  <a:lnTo>
                    <a:pt x="4162145" y="971785"/>
                  </a:lnTo>
                  <a:lnTo>
                    <a:pt x="4162482" y="967406"/>
                  </a:lnTo>
                  <a:lnTo>
                    <a:pt x="4162818" y="963401"/>
                  </a:lnTo>
                  <a:lnTo>
                    <a:pt x="4163155" y="959834"/>
                  </a:lnTo>
                  <a:lnTo>
                    <a:pt x="4163491" y="956729"/>
                  </a:lnTo>
                  <a:lnTo>
                    <a:pt x="4163828" y="954121"/>
                  </a:lnTo>
                  <a:lnTo>
                    <a:pt x="4164164" y="951987"/>
                  </a:lnTo>
                  <a:lnTo>
                    <a:pt x="4164501" y="949758"/>
                  </a:lnTo>
                  <a:lnTo>
                    <a:pt x="4164837" y="948420"/>
                  </a:lnTo>
                  <a:lnTo>
                    <a:pt x="4165174" y="947966"/>
                  </a:lnTo>
                  <a:lnTo>
                    <a:pt x="4165510" y="948186"/>
                  </a:lnTo>
                  <a:lnTo>
                    <a:pt x="4165846" y="949207"/>
                  </a:lnTo>
                  <a:lnTo>
                    <a:pt x="4166183" y="951021"/>
                  </a:lnTo>
                  <a:lnTo>
                    <a:pt x="4166519" y="952693"/>
                  </a:lnTo>
                  <a:lnTo>
                    <a:pt x="4166856" y="954614"/>
                  </a:lnTo>
                  <a:lnTo>
                    <a:pt x="4167192" y="956018"/>
                  </a:lnTo>
                  <a:lnTo>
                    <a:pt x="4167529" y="958439"/>
                  </a:lnTo>
                  <a:lnTo>
                    <a:pt x="4167865" y="961013"/>
                  </a:lnTo>
                  <a:lnTo>
                    <a:pt x="4168202" y="965897"/>
                  </a:lnTo>
                  <a:lnTo>
                    <a:pt x="4168538" y="971478"/>
                  </a:lnTo>
                  <a:lnTo>
                    <a:pt x="4168875" y="977242"/>
                  </a:lnTo>
                  <a:lnTo>
                    <a:pt x="4169211" y="982766"/>
                  </a:lnTo>
                  <a:lnTo>
                    <a:pt x="4169548" y="989038"/>
                  </a:lnTo>
                  <a:lnTo>
                    <a:pt x="4169884" y="994516"/>
                  </a:lnTo>
                  <a:lnTo>
                    <a:pt x="4170220" y="998905"/>
                  </a:lnTo>
                  <a:lnTo>
                    <a:pt x="4170557" y="1003768"/>
                  </a:lnTo>
                  <a:lnTo>
                    <a:pt x="4170893" y="1007743"/>
                  </a:lnTo>
                  <a:lnTo>
                    <a:pt x="4171230" y="1010982"/>
                  </a:lnTo>
                  <a:lnTo>
                    <a:pt x="4171566" y="1013315"/>
                  </a:lnTo>
                  <a:lnTo>
                    <a:pt x="4171903" y="1014463"/>
                  </a:lnTo>
                  <a:lnTo>
                    <a:pt x="4172239" y="1015974"/>
                  </a:lnTo>
                  <a:lnTo>
                    <a:pt x="4172576" y="1017728"/>
                  </a:lnTo>
                  <a:lnTo>
                    <a:pt x="4172912" y="1020803"/>
                  </a:lnTo>
                  <a:lnTo>
                    <a:pt x="4173249" y="1022588"/>
                  </a:lnTo>
                  <a:lnTo>
                    <a:pt x="4173585" y="1023430"/>
                  </a:lnTo>
                  <a:lnTo>
                    <a:pt x="4173922" y="1024323"/>
                  </a:lnTo>
                  <a:lnTo>
                    <a:pt x="4174258" y="1024989"/>
                  </a:lnTo>
                  <a:lnTo>
                    <a:pt x="4174594" y="1025655"/>
                  </a:lnTo>
                  <a:lnTo>
                    <a:pt x="4174931" y="1026996"/>
                  </a:lnTo>
                  <a:lnTo>
                    <a:pt x="4175267" y="1028147"/>
                  </a:lnTo>
                  <a:lnTo>
                    <a:pt x="4175604" y="1029623"/>
                  </a:lnTo>
                  <a:lnTo>
                    <a:pt x="4175940" y="1031475"/>
                  </a:lnTo>
                  <a:lnTo>
                    <a:pt x="4176277" y="1033906"/>
                  </a:lnTo>
                  <a:lnTo>
                    <a:pt x="4176613" y="1036046"/>
                  </a:lnTo>
                  <a:lnTo>
                    <a:pt x="4176950" y="1038748"/>
                  </a:lnTo>
                  <a:lnTo>
                    <a:pt x="4177286" y="1039455"/>
                  </a:lnTo>
                  <a:lnTo>
                    <a:pt x="4177623" y="1038200"/>
                  </a:lnTo>
                  <a:lnTo>
                    <a:pt x="4177959" y="1034014"/>
                  </a:lnTo>
                  <a:lnTo>
                    <a:pt x="4178295" y="1029437"/>
                  </a:lnTo>
                  <a:lnTo>
                    <a:pt x="4178632" y="1025581"/>
                  </a:lnTo>
                  <a:lnTo>
                    <a:pt x="4178968" y="1021525"/>
                  </a:lnTo>
                  <a:lnTo>
                    <a:pt x="4179305" y="1017647"/>
                  </a:lnTo>
                  <a:lnTo>
                    <a:pt x="4179641" y="1015187"/>
                  </a:lnTo>
                  <a:lnTo>
                    <a:pt x="4179978" y="1011962"/>
                  </a:lnTo>
                  <a:lnTo>
                    <a:pt x="4180314" y="1009562"/>
                  </a:lnTo>
                  <a:lnTo>
                    <a:pt x="4180651" y="1006707"/>
                  </a:lnTo>
                  <a:lnTo>
                    <a:pt x="4180987" y="1003929"/>
                  </a:lnTo>
                  <a:lnTo>
                    <a:pt x="4181324" y="1000875"/>
                  </a:lnTo>
                  <a:lnTo>
                    <a:pt x="4181660" y="997071"/>
                  </a:lnTo>
                  <a:lnTo>
                    <a:pt x="4181997" y="993752"/>
                  </a:lnTo>
                  <a:lnTo>
                    <a:pt x="4182333" y="991419"/>
                  </a:lnTo>
                  <a:lnTo>
                    <a:pt x="4182669" y="990053"/>
                  </a:lnTo>
                  <a:lnTo>
                    <a:pt x="4183006" y="991247"/>
                  </a:lnTo>
                  <a:lnTo>
                    <a:pt x="4183342" y="991961"/>
                  </a:lnTo>
                  <a:lnTo>
                    <a:pt x="4183679" y="991024"/>
                  </a:lnTo>
                  <a:lnTo>
                    <a:pt x="4184015" y="990600"/>
                  </a:lnTo>
                  <a:lnTo>
                    <a:pt x="4184352" y="988961"/>
                  </a:lnTo>
                  <a:lnTo>
                    <a:pt x="4184688" y="985611"/>
                  </a:lnTo>
                  <a:lnTo>
                    <a:pt x="4185025" y="982793"/>
                  </a:lnTo>
                  <a:lnTo>
                    <a:pt x="4185361" y="979011"/>
                  </a:lnTo>
                  <a:lnTo>
                    <a:pt x="4185698" y="974715"/>
                  </a:lnTo>
                  <a:lnTo>
                    <a:pt x="4186034" y="969693"/>
                  </a:lnTo>
                  <a:lnTo>
                    <a:pt x="4186371" y="964373"/>
                  </a:lnTo>
                  <a:lnTo>
                    <a:pt x="4186707" y="958952"/>
                  </a:lnTo>
                  <a:lnTo>
                    <a:pt x="4187043" y="953252"/>
                  </a:lnTo>
                  <a:lnTo>
                    <a:pt x="4187380" y="946349"/>
                  </a:lnTo>
                  <a:lnTo>
                    <a:pt x="4187716" y="938770"/>
                  </a:lnTo>
                  <a:lnTo>
                    <a:pt x="4188053" y="929077"/>
                  </a:lnTo>
                  <a:lnTo>
                    <a:pt x="4188389" y="920114"/>
                  </a:lnTo>
                  <a:lnTo>
                    <a:pt x="4188726" y="912081"/>
                  </a:lnTo>
                  <a:lnTo>
                    <a:pt x="4189062" y="903906"/>
                  </a:lnTo>
                  <a:lnTo>
                    <a:pt x="4189399" y="896967"/>
                  </a:lnTo>
                  <a:lnTo>
                    <a:pt x="4189735" y="890466"/>
                  </a:lnTo>
                  <a:lnTo>
                    <a:pt x="4190072" y="883455"/>
                  </a:lnTo>
                  <a:lnTo>
                    <a:pt x="4190408" y="875493"/>
                  </a:lnTo>
                  <a:lnTo>
                    <a:pt x="4190745" y="867473"/>
                  </a:lnTo>
                  <a:lnTo>
                    <a:pt x="4191081" y="859918"/>
                  </a:lnTo>
                  <a:lnTo>
                    <a:pt x="4191417" y="852336"/>
                  </a:lnTo>
                  <a:lnTo>
                    <a:pt x="4191754" y="845054"/>
                  </a:lnTo>
                  <a:lnTo>
                    <a:pt x="4192090" y="837944"/>
                  </a:lnTo>
                  <a:lnTo>
                    <a:pt x="4192427" y="830257"/>
                  </a:lnTo>
                  <a:lnTo>
                    <a:pt x="4192763" y="824499"/>
                  </a:lnTo>
                  <a:lnTo>
                    <a:pt x="4193100" y="818013"/>
                  </a:lnTo>
                  <a:lnTo>
                    <a:pt x="4193436" y="811339"/>
                  </a:lnTo>
                  <a:lnTo>
                    <a:pt x="4193773" y="804655"/>
                  </a:lnTo>
                  <a:lnTo>
                    <a:pt x="4194109" y="798292"/>
                  </a:lnTo>
                  <a:lnTo>
                    <a:pt x="4194446" y="791551"/>
                  </a:lnTo>
                  <a:lnTo>
                    <a:pt x="4194782" y="785516"/>
                  </a:lnTo>
                  <a:lnTo>
                    <a:pt x="4195119" y="779487"/>
                  </a:lnTo>
                  <a:lnTo>
                    <a:pt x="4195455" y="773371"/>
                  </a:lnTo>
                  <a:lnTo>
                    <a:pt x="4195791" y="767539"/>
                  </a:lnTo>
                  <a:lnTo>
                    <a:pt x="4196128" y="762669"/>
                  </a:lnTo>
                  <a:lnTo>
                    <a:pt x="4196464" y="757964"/>
                  </a:lnTo>
                  <a:lnTo>
                    <a:pt x="4196801" y="753804"/>
                  </a:lnTo>
                  <a:lnTo>
                    <a:pt x="4197137" y="749098"/>
                  </a:lnTo>
                  <a:lnTo>
                    <a:pt x="4197474" y="746632"/>
                  </a:lnTo>
                  <a:lnTo>
                    <a:pt x="4197810" y="743765"/>
                  </a:lnTo>
                  <a:lnTo>
                    <a:pt x="4198147" y="742241"/>
                  </a:lnTo>
                  <a:lnTo>
                    <a:pt x="4198483" y="741490"/>
                  </a:lnTo>
                  <a:lnTo>
                    <a:pt x="4198820" y="740287"/>
                  </a:lnTo>
                  <a:lnTo>
                    <a:pt x="4199156" y="739457"/>
                  </a:lnTo>
                  <a:lnTo>
                    <a:pt x="4199493" y="738832"/>
                  </a:lnTo>
                  <a:lnTo>
                    <a:pt x="4199829" y="738932"/>
                  </a:lnTo>
                  <a:lnTo>
                    <a:pt x="4200165" y="739042"/>
                  </a:lnTo>
                  <a:lnTo>
                    <a:pt x="4200502" y="739312"/>
                  </a:lnTo>
                  <a:lnTo>
                    <a:pt x="4200838" y="740582"/>
                  </a:lnTo>
                  <a:lnTo>
                    <a:pt x="4201175" y="741516"/>
                  </a:lnTo>
                  <a:lnTo>
                    <a:pt x="4201511" y="742633"/>
                  </a:lnTo>
                  <a:lnTo>
                    <a:pt x="4201848" y="743619"/>
                  </a:lnTo>
                  <a:lnTo>
                    <a:pt x="4202184" y="744668"/>
                  </a:lnTo>
                  <a:lnTo>
                    <a:pt x="4202521" y="745498"/>
                  </a:lnTo>
                  <a:lnTo>
                    <a:pt x="4202857" y="746161"/>
                  </a:lnTo>
                  <a:lnTo>
                    <a:pt x="4203194" y="746557"/>
                  </a:lnTo>
                  <a:lnTo>
                    <a:pt x="4203530" y="746704"/>
                  </a:lnTo>
                  <a:lnTo>
                    <a:pt x="4203867" y="746849"/>
                  </a:lnTo>
                  <a:lnTo>
                    <a:pt x="4204203" y="745979"/>
                  </a:lnTo>
                  <a:lnTo>
                    <a:pt x="4204539" y="745091"/>
                  </a:lnTo>
                  <a:lnTo>
                    <a:pt x="4204876" y="742894"/>
                  </a:lnTo>
                  <a:lnTo>
                    <a:pt x="4205212" y="741722"/>
                  </a:lnTo>
                  <a:lnTo>
                    <a:pt x="4205549" y="740136"/>
                  </a:lnTo>
                  <a:lnTo>
                    <a:pt x="4205885" y="738227"/>
                  </a:lnTo>
                  <a:lnTo>
                    <a:pt x="4206222" y="736839"/>
                  </a:lnTo>
                  <a:lnTo>
                    <a:pt x="4206558" y="735738"/>
                  </a:lnTo>
                  <a:lnTo>
                    <a:pt x="4206895" y="734265"/>
                  </a:lnTo>
                  <a:lnTo>
                    <a:pt x="4207231" y="733197"/>
                  </a:lnTo>
                  <a:lnTo>
                    <a:pt x="4207568" y="730223"/>
                  </a:lnTo>
                  <a:lnTo>
                    <a:pt x="4207904" y="726867"/>
                  </a:lnTo>
                  <a:lnTo>
                    <a:pt x="4208241" y="722704"/>
                  </a:lnTo>
                  <a:lnTo>
                    <a:pt x="4208577" y="718892"/>
                  </a:lnTo>
                  <a:lnTo>
                    <a:pt x="4208913" y="714408"/>
                  </a:lnTo>
                  <a:lnTo>
                    <a:pt x="4209250" y="710311"/>
                  </a:lnTo>
                  <a:lnTo>
                    <a:pt x="4209586" y="705978"/>
                  </a:lnTo>
                  <a:lnTo>
                    <a:pt x="4209923" y="701755"/>
                  </a:lnTo>
                  <a:lnTo>
                    <a:pt x="4210259" y="696912"/>
                  </a:lnTo>
                  <a:lnTo>
                    <a:pt x="4210596" y="691771"/>
                  </a:lnTo>
                  <a:lnTo>
                    <a:pt x="4210932" y="686582"/>
                  </a:lnTo>
                  <a:lnTo>
                    <a:pt x="4211269" y="680076"/>
                  </a:lnTo>
                  <a:lnTo>
                    <a:pt x="4211605" y="673714"/>
                  </a:lnTo>
                  <a:lnTo>
                    <a:pt x="4211942" y="664537"/>
                  </a:lnTo>
                  <a:lnTo>
                    <a:pt x="4212278" y="656604"/>
                  </a:lnTo>
                  <a:lnTo>
                    <a:pt x="4212614" y="648432"/>
                  </a:lnTo>
                  <a:lnTo>
                    <a:pt x="4212951" y="640521"/>
                  </a:lnTo>
                  <a:lnTo>
                    <a:pt x="4213287" y="632608"/>
                  </a:lnTo>
                  <a:lnTo>
                    <a:pt x="4213624" y="624608"/>
                  </a:lnTo>
                  <a:lnTo>
                    <a:pt x="4213960" y="616111"/>
                  </a:lnTo>
                  <a:lnTo>
                    <a:pt x="4214297" y="607266"/>
                  </a:lnTo>
                  <a:lnTo>
                    <a:pt x="4214633" y="599949"/>
                  </a:lnTo>
                  <a:lnTo>
                    <a:pt x="4214970" y="593287"/>
                  </a:lnTo>
                  <a:lnTo>
                    <a:pt x="4215306" y="586977"/>
                  </a:lnTo>
                  <a:lnTo>
                    <a:pt x="4215643" y="580260"/>
                  </a:lnTo>
                  <a:lnTo>
                    <a:pt x="4215979" y="573763"/>
                  </a:lnTo>
                  <a:lnTo>
                    <a:pt x="4216316" y="567609"/>
                  </a:lnTo>
                  <a:lnTo>
                    <a:pt x="4216652" y="561181"/>
                  </a:lnTo>
                  <a:lnTo>
                    <a:pt x="4216988" y="555632"/>
                  </a:lnTo>
                  <a:lnTo>
                    <a:pt x="4217325" y="550660"/>
                  </a:lnTo>
                  <a:lnTo>
                    <a:pt x="4217661" y="546138"/>
                  </a:lnTo>
                  <a:lnTo>
                    <a:pt x="4217998" y="543231"/>
                  </a:lnTo>
                  <a:lnTo>
                    <a:pt x="4218334" y="540640"/>
                  </a:lnTo>
                  <a:lnTo>
                    <a:pt x="4218671" y="537178"/>
                  </a:lnTo>
                  <a:lnTo>
                    <a:pt x="4219007" y="533904"/>
                  </a:lnTo>
                  <a:lnTo>
                    <a:pt x="4219344" y="530537"/>
                  </a:lnTo>
                  <a:lnTo>
                    <a:pt x="4219680" y="526331"/>
                  </a:lnTo>
                  <a:lnTo>
                    <a:pt x="4220017" y="521758"/>
                  </a:lnTo>
                  <a:lnTo>
                    <a:pt x="4220353" y="518461"/>
                  </a:lnTo>
                  <a:lnTo>
                    <a:pt x="4220690" y="515944"/>
                  </a:lnTo>
                  <a:lnTo>
                    <a:pt x="4221026" y="513579"/>
                  </a:lnTo>
                  <a:lnTo>
                    <a:pt x="4221362" y="511511"/>
                  </a:lnTo>
                  <a:lnTo>
                    <a:pt x="4221699" y="510279"/>
                  </a:lnTo>
                  <a:lnTo>
                    <a:pt x="4222035" y="510113"/>
                  </a:lnTo>
                  <a:lnTo>
                    <a:pt x="4222372" y="509904"/>
                  </a:lnTo>
                  <a:lnTo>
                    <a:pt x="4222708" y="508231"/>
                  </a:lnTo>
                  <a:lnTo>
                    <a:pt x="4223045" y="506018"/>
                  </a:lnTo>
                  <a:lnTo>
                    <a:pt x="4223381" y="503592"/>
                  </a:lnTo>
                  <a:lnTo>
                    <a:pt x="4223718" y="502342"/>
                  </a:lnTo>
                  <a:lnTo>
                    <a:pt x="4224054" y="502419"/>
                  </a:lnTo>
                  <a:lnTo>
                    <a:pt x="4224391" y="503621"/>
                  </a:lnTo>
                  <a:lnTo>
                    <a:pt x="4224727" y="504225"/>
                  </a:lnTo>
                  <a:lnTo>
                    <a:pt x="4225064" y="503905"/>
                  </a:lnTo>
                  <a:lnTo>
                    <a:pt x="4225400" y="503313"/>
                  </a:lnTo>
                  <a:lnTo>
                    <a:pt x="4225736" y="503375"/>
                  </a:lnTo>
                  <a:lnTo>
                    <a:pt x="4226073" y="503426"/>
                  </a:lnTo>
                  <a:lnTo>
                    <a:pt x="4226409" y="503528"/>
                  </a:lnTo>
                  <a:lnTo>
                    <a:pt x="4226746" y="503533"/>
                  </a:lnTo>
                  <a:lnTo>
                    <a:pt x="4227082" y="503338"/>
                  </a:lnTo>
                  <a:lnTo>
                    <a:pt x="4227419" y="503724"/>
                  </a:lnTo>
                  <a:lnTo>
                    <a:pt x="4227755" y="505174"/>
                  </a:lnTo>
                  <a:lnTo>
                    <a:pt x="4228092" y="507931"/>
                  </a:lnTo>
                  <a:lnTo>
                    <a:pt x="4228428" y="511417"/>
                  </a:lnTo>
                  <a:lnTo>
                    <a:pt x="4228765" y="514456"/>
                  </a:lnTo>
                  <a:lnTo>
                    <a:pt x="4229101" y="517566"/>
                  </a:lnTo>
                  <a:lnTo>
                    <a:pt x="4229438" y="519245"/>
                  </a:lnTo>
                  <a:lnTo>
                    <a:pt x="4229774" y="520756"/>
                  </a:lnTo>
                  <a:lnTo>
                    <a:pt x="4230110" y="523579"/>
                  </a:lnTo>
                  <a:lnTo>
                    <a:pt x="4230447" y="526349"/>
                  </a:lnTo>
                  <a:lnTo>
                    <a:pt x="4230783" y="528450"/>
                  </a:lnTo>
                  <a:lnTo>
                    <a:pt x="4231120" y="530464"/>
                  </a:lnTo>
                  <a:lnTo>
                    <a:pt x="4231456" y="532527"/>
                  </a:lnTo>
                  <a:lnTo>
                    <a:pt x="4231793" y="534139"/>
                  </a:lnTo>
                  <a:lnTo>
                    <a:pt x="4232129" y="534102"/>
                  </a:lnTo>
                  <a:lnTo>
                    <a:pt x="4232466" y="532140"/>
                  </a:lnTo>
                  <a:lnTo>
                    <a:pt x="4232802" y="529672"/>
                  </a:lnTo>
                  <a:lnTo>
                    <a:pt x="4233139" y="526002"/>
                  </a:lnTo>
                  <a:lnTo>
                    <a:pt x="4233475" y="522454"/>
                  </a:lnTo>
                  <a:lnTo>
                    <a:pt x="4233812" y="518295"/>
                  </a:lnTo>
                  <a:lnTo>
                    <a:pt x="4234148" y="513684"/>
                  </a:lnTo>
                  <a:lnTo>
                    <a:pt x="4234484" y="509264"/>
                  </a:lnTo>
                  <a:lnTo>
                    <a:pt x="4234821" y="504133"/>
                  </a:lnTo>
                  <a:lnTo>
                    <a:pt x="4235157" y="498007"/>
                  </a:lnTo>
                  <a:lnTo>
                    <a:pt x="4235494" y="491058"/>
                  </a:lnTo>
                  <a:lnTo>
                    <a:pt x="4235830" y="486030"/>
                  </a:lnTo>
                  <a:lnTo>
                    <a:pt x="4236167" y="480461"/>
                  </a:lnTo>
                  <a:lnTo>
                    <a:pt x="4236503" y="476098"/>
                  </a:lnTo>
                  <a:lnTo>
                    <a:pt x="4236840" y="471696"/>
                  </a:lnTo>
                  <a:lnTo>
                    <a:pt x="4237176" y="467798"/>
                  </a:lnTo>
                  <a:lnTo>
                    <a:pt x="4237513" y="464876"/>
                  </a:lnTo>
                  <a:lnTo>
                    <a:pt x="4237849" y="461535"/>
                  </a:lnTo>
                  <a:lnTo>
                    <a:pt x="4238186" y="457962"/>
                  </a:lnTo>
                  <a:lnTo>
                    <a:pt x="4238522" y="453895"/>
                  </a:lnTo>
                  <a:lnTo>
                    <a:pt x="4238858" y="450533"/>
                  </a:lnTo>
                  <a:lnTo>
                    <a:pt x="4239195" y="447451"/>
                  </a:lnTo>
                  <a:lnTo>
                    <a:pt x="4239531" y="444546"/>
                  </a:lnTo>
                  <a:lnTo>
                    <a:pt x="4239868" y="441796"/>
                  </a:lnTo>
                  <a:lnTo>
                    <a:pt x="4240204" y="439558"/>
                  </a:lnTo>
                  <a:lnTo>
                    <a:pt x="4240541" y="438386"/>
                  </a:lnTo>
                  <a:lnTo>
                    <a:pt x="4240877" y="437490"/>
                  </a:lnTo>
                  <a:lnTo>
                    <a:pt x="4241214" y="436332"/>
                  </a:lnTo>
                  <a:lnTo>
                    <a:pt x="4241550" y="435154"/>
                  </a:lnTo>
                  <a:lnTo>
                    <a:pt x="4241887" y="435015"/>
                  </a:lnTo>
                  <a:lnTo>
                    <a:pt x="4242223" y="435139"/>
                  </a:lnTo>
                  <a:lnTo>
                    <a:pt x="4242559" y="436167"/>
                  </a:lnTo>
                  <a:lnTo>
                    <a:pt x="4242896" y="438275"/>
                  </a:lnTo>
                  <a:lnTo>
                    <a:pt x="4243232" y="441090"/>
                  </a:lnTo>
                  <a:lnTo>
                    <a:pt x="4243569" y="444386"/>
                  </a:lnTo>
                  <a:lnTo>
                    <a:pt x="4243905" y="448175"/>
                  </a:lnTo>
                  <a:lnTo>
                    <a:pt x="4244242" y="451702"/>
                  </a:lnTo>
                  <a:lnTo>
                    <a:pt x="4244578" y="455627"/>
                  </a:lnTo>
                  <a:lnTo>
                    <a:pt x="4244915" y="461086"/>
                  </a:lnTo>
                  <a:lnTo>
                    <a:pt x="4245251" y="468077"/>
                  </a:lnTo>
                  <a:lnTo>
                    <a:pt x="4245588" y="476621"/>
                  </a:lnTo>
                  <a:lnTo>
                    <a:pt x="4245924" y="483373"/>
                  </a:lnTo>
                  <a:lnTo>
                    <a:pt x="4246261" y="490608"/>
                  </a:lnTo>
                  <a:lnTo>
                    <a:pt x="4246597" y="496873"/>
                  </a:lnTo>
                  <a:lnTo>
                    <a:pt x="4246933" y="500738"/>
                  </a:lnTo>
                  <a:lnTo>
                    <a:pt x="4247270" y="505815"/>
                  </a:lnTo>
                  <a:lnTo>
                    <a:pt x="4247606" y="510347"/>
                  </a:lnTo>
                  <a:lnTo>
                    <a:pt x="4247943" y="515012"/>
                  </a:lnTo>
                  <a:lnTo>
                    <a:pt x="4248279" y="519602"/>
                  </a:lnTo>
                  <a:lnTo>
                    <a:pt x="4248616" y="524824"/>
                  </a:lnTo>
                  <a:lnTo>
                    <a:pt x="4248952" y="530563"/>
                  </a:lnTo>
                  <a:lnTo>
                    <a:pt x="4249289" y="536281"/>
                  </a:lnTo>
                  <a:lnTo>
                    <a:pt x="4249625" y="541507"/>
                  </a:lnTo>
                  <a:lnTo>
                    <a:pt x="4249962" y="546704"/>
                  </a:lnTo>
                  <a:lnTo>
                    <a:pt x="4250298" y="551136"/>
                  </a:lnTo>
                  <a:lnTo>
                    <a:pt x="4250635" y="555174"/>
                  </a:lnTo>
                  <a:lnTo>
                    <a:pt x="4250971" y="560754"/>
                  </a:lnTo>
                  <a:lnTo>
                    <a:pt x="4251307" y="566370"/>
                  </a:lnTo>
                  <a:lnTo>
                    <a:pt x="4251644" y="572907"/>
                  </a:lnTo>
                  <a:lnTo>
                    <a:pt x="4251980" y="581367"/>
                  </a:lnTo>
                  <a:lnTo>
                    <a:pt x="4252317" y="589054"/>
                  </a:lnTo>
                  <a:lnTo>
                    <a:pt x="4252653" y="596573"/>
                  </a:lnTo>
                  <a:lnTo>
                    <a:pt x="4252990" y="604637"/>
                  </a:lnTo>
                  <a:lnTo>
                    <a:pt x="4253326" y="612246"/>
                  </a:lnTo>
                  <a:lnTo>
                    <a:pt x="4253663" y="620394"/>
                  </a:lnTo>
                  <a:lnTo>
                    <a:pt x="4253999" y="627947"/>
                  </a:lnTo>
                  <a:lnTo>
                    <a:pt x="4254336" y="635392"/>
                  </a:lnTo>
                  <a:lnTo>
                    <a:pt x="4254672" y="643933"/>
                  </a:lnTo>
                  <a:lnTo>
                    <a:pt x="4255009" y="652519"/>
                  </a:lnTo>
                  <a:lnTo>
                    <a:pt x="4255345" y="662844"/>
                  </a:lnTo>
                  <a:lnTo>
                    <a:pt x="4255681" y="673153"/>
                  </a:lnTo>
                  <a:lnTo>
                    <a:pt x="4256018" y="683646"/>
                  </a:lnTo>
                  <a:lnTo>
                    <a:pt x="4256354" y="694812"/>
                  </a:lnTo>
                  <a:lnTo>
                    <a:pt x="4256691" y="705680"/>
                  </a:lnTo>
                  <a:lnTo>
                    <a:pt x="4257027" y="717497"/>
                  </a:lnTo>
                  <a:lnTo>
                    <a:pt x="4257364" y="729659"/>
                  </a:lnTo>
                  <a:lnTo>
                    <a:pt x="4257700" y="742945"/>
                  </a:lnTo>
                  <a:lnTo>
                    <a:pt x="4258037" y="756431"/>
                  </a:lnTo>
                  <a:lnTo>
                    <a:pt x="4258373" y="770111"/>
                  </a:lnTo>
                  <a:lnTo>
                    <a:pt x="4258710" y="783753"/>
                  </a:lnTo>
                  <a:lnTo>
                    <a:pt x="4259046" y="798205"/>
                  </a:lnTo>
                  <a:lnTo>
                    <a:pt x="4259383" y="812437"/>
                  </a:lnTo>
                  <a:lnTo>
                    <a:pt x="4259719" y="827139"/>
                  </a:lnTo>
                  <a:lnTo>
                    <a:pt x="4260055" y="840031"/>
                  </a:lnTo>
                  <a:lnTo>
                    <a:pt x="4260392" y="852662"/>
                  </a:lnTo>
                  <a:lnTo>
                    <a:pt x="4260728" y="865648"/>
                  </a:lnTo>
                  <a:lnTo>
                    <a:pt x="4261065" y="877640"/>
                  </a:lnTo>
                  <a:lnTo>
                    <a:pt x="4261401" y="889038"/>
                  </a:lnTo>
                  <a:lnTo>
                    <a:pt x="4261738" y="900345"/>
                  </a:lnTo>
                  <a:lnTo>
                    <a:pt x="4262074" y="911004"/>
                  </a:lnTo>
                  <a:lnTo>
                    <a:pt x="4262411" y="921542"/>
                  </a:lnTo>
                  <a:lnTo>
                    <a:pt x="4262747" y="932108"/>
                  </a:lnTo>
                  <a:lnTo>
                    <a:pt x="4263084" y="941909"/>
                  </a:lnTo>
                  <a:lnTo>
                    <a:pt x="4263420" y="950778"/>
                  </a:lnTo>
                  <a:lnTo>
                    <a:pt x="4263757" y="959566"/>
                  </a:lnTo>
                  <a:lnTo>
                    <a:pt x="4264093" y="967898"/>
                  </a:lnTo>
                  <a:lnTo>
                    <a:pt x="4264429" y="975630"/>
                  </a:lnTo>
                  <a:lnTo>
                    <a:pt x="4264766" y="981336"/>
                  </a:lnTo>
                  <a:lnTo>
                    <a:pt x="4265102" y="986503"/>
                  </a:lnTo>
                  <a:lnTo>
                    <a:pt x="4265439" y="990456"/>
                  </a:lnTo>
                  <a:lnTo>
                    <a:pt x="4265775" y="992047"/>
                  </a:lnTo>
                  <a:lnTo>
                    <a:pt x="4266112" y="993934"/>
                  </a:lnTo>
                  <a:lnTo>
                    <a:pt x="4266448" y="994615"/>
                  </a:lnTo>
                  <a:lnTo>
                    <a:pt x="4266785" y="995463"/>
                  </a:lnTo>
                  <a:lnTo>
                    <a:pt x="4267121" y="996546"/>
                  </a:lnTo>
                  <a:lnTo>
                    <a:pt x="4267458" y="997318"/>
                  </a:lnTo>
                  <a:lnTo>
                    <a:pt x="4267794" y="997590"/>
                  </a:lnTo>
                  <a:lnTo>
                    <a:pt x="4268131" y="997987"/>
                  </a:lnTo>
                  <a:lnTo>
                    <a:pt x="4268467" y="998127"/>
                  </a:lnTo>
                  <a:lnTo>
                    <a:pt x="4268803" y="998153"/>
                  </a:lnTo>
                  <a:lnTo>
                    <a:pt x="4269140" y="998344"/>
                  </a:lnTo>
                  <a:lnTo>
                    <a:pt x="4269476" y="998565"/>
                  </a:lnTo>
                  <a:lnTo>
                    <a:pt x="4269813" y="998706"/>
                  </a:lnTo>
                  <a:lnTo>
                    <a:pt x="4270149" y="998306"/>
                  </a:lnTo>
                  <a:lnTo>
                    <a:pt x="4270486" y="998493"/>
                  </a:lnTo>
                  <a:lnTo>
                    <a:pt x="4270822" y="999537"/>
                  </a:lnTo>
                  <a:lnTo>
                    <a:pt x="4271159" y="1000620"/>
                  </a:lnTo>
                  <a:lnTo>
                    <a:pt x="4271495" y="1003128"/>
                  </a:lnTo>
                  <a:lnTo>
                    <a:pt x="4271832" y="1005613"/>
                  </a:lnTo>
                  <a:lnTo>
                    <a:pt x="4272168" y="1008687"/>
                  </a:lnTo>
                  <a:lnTo>
                    <a:pt x="4272505" y="1011576"/>
                  </a:lnTo>
                  <a:lnTo>
                    <a:pt x="4272841" y="1014892"/>
                  </a:lnTo>
                  <a:lnTo>
                    <a:pt x="4273177" y="1017758"/>
                  </a:lnTo>
                  <a:lnTo>
                    <a:pt x="4273514" y="1019502"/>
                  </a:lnTo>
                  <a:lnTo>
                    <a:pt x="4273850" y="1021458"/>
                  </a:lnTo>
                  <a:lnTo>
                    <a:pt x="4274187" y="1023492"/>
                  </a:lnTo>
                  <a:lnTo>
                    <a:pt x="4274523" y="1027904"/>
                  </a:lnTo>
                  <a:lnTo>
                    <a:pt x="4274860" y="1034429"/>
                  </a:lnTo>
                  <a:lnTo>
                    <a:pt x="4275196" y="1041801"/>
                  </a:lnTo>
                  <a:lnTo>
                    <a:pt x="4275533" y="1049237"/>
                  </a:lnTo>
                  <a:lnTo>
                    <a:pt x="4275869" y="1056829"/>
                  </a:lnTo>
                  <a:lnTo>
                    <a:pt x="4276206" y="1064662"/>
                  </a:lnTo>
                  <a:lnTo>
                    <a:pt x="4276542" y="1071687"/>
                  </a:lnTo>
                  <a:lnTo>
                    <a:pt x="4276878" y="1078495"/>
                  </a:lnTo>
                  <a:lnTo>
                    <a:pt x="4277215" y="1084907"/>
                  </a:lnTo>
                  <a:lnTo>
                    <a:pt x="4277551" y="1092035"/>
                  </a:lnTo>
                  <a:lnTo>
                    <a:pt x="4277888" y="1098973"/>
                  </a:lnTo>
                  <a:lnTo>
                    <a:pt x="4278224" y="1106105"/>
                  </a:lnTo>
                  <a:lnTo>
                    <a:pt x="4278561" y="1113920"/>
                  </a:lnTo>
                  <a:lnTo>
                    <a:pt x="4278897" y="1121734"/>
                  </a:lnTo>
                  <a:lnTo>
                    <a:pt x="4279234" y="1131838"/>
                  </a:lnTo>
                  <a:lnTo>
                    <a:pt x="4279570" y="1140751"/>
                  </a:lnTo>
                  <a:lnTo>
                    <a:pt x="4279907" y="1149685"/>
                  </a:lnTo>
                  <a:lnTo>
                    <a:pt x="4280243" y="1158486"/>
                  </a:lnTo>
                  <a:lnTo>
                    <a:pt x="4280580" y="1167497"/>
                  </a:lnTo>
                  <a:lnTo>
                    <a:pt x="4280916" y="1176512"/>
                  </a:lnTo>
                  <a:lnTo>
                    <a:pt x="4281252" y="1185691"/>
                  </a:lnTo>
                  <a:lnTo>
                    <a:pt x="4281589" y="1195094"/>
                  </a:lnTo>
                  <a:lnTo>
                    <a:pt x="4281925" y="1202312"/>
                  </a:lnTo>
                  <a:lnTo>
                    <a:pt x="4282262" y="1208566"/>
                  </a:lnTo>
                  <a:lnTo>
                    <a:pt x="4282598" y="1213933"/>
                  </a:lnTo>
                  <a:lnTo>
                    <a:pt x="4282935" y="1219766"/>
                  </a:lnTo>
                  <a:lnTo>
                    <a:pt x="4283271" y="1225972"/>
                  </a:lnTo>
                  <a:lnTo>
                    <a:pt x="4283608" y="1231165"/>
                  </a:lnTo>
                  <a:lnTo>
                    <a:pt x="4283944" y="1236869"/>
                  </a:lnTo>
                  <a:lnTo>
                    <a:pt x="4284281" y="1242027"/>
                  </a:lnTo>
                  <a:lnTo>
                    <a:pt x="4284617" y="1247165"/>
                  </a:lnTo>
                  <a:lnTo>
                    <a:pt x="4284954" y="1250869"/>
                  </a:lnTo>
                  <a:lnTo>
                    <a:pt x="4285290" y="1253837"/>
                  </a:lnTo>
                  <a:lnTo>
                    <a:pt x="4285626" y="1255657"/>
                  </a:lnTo>
                  <a:lnTo>
                    <a:pt x="4285963" y="1257429"/>
                  </a:lnTo>
                  <a:lnTo>
                    <a:pt x="4286299" y="1259694"/>
                  </a:lnTo>
                  <a:lnTo>
                    <a:pt x="4286636" y="1261926"/>
                  </a:lnTo>
                  <a:lnTo>
                    <a:pt x="4286972" y="1265520"/>
                  </a:lnTo>
                  <a:lnTo>
                    <a:pt x="4287309" y="1268692"/>
                  </a:lnTo>
                  <a:lnTo>
                    <a:pt x="4287645" y="1271936"/>
                  </a:lnTo>
                  <a:lnTo>
                    <a:pt x="4287982" y="1274737"/>
                  </a:lnTo>
                  <a:lnTo>
                    <a:pt x="4288318" y="1276630"/>
                  </a:lnTo>
                  <a:lnTo>
                    <a:pt x="4288655" y="1278192"/>
                  </a:lnTo>
                  <a:lnTo>
                    <a:pt x="4288991" y="1278416"/>
                  </a:lnTo>
                  <a:lnTo>
                    <a:pt x="4289328" y="1278920"/>
                  </a:lnTo>
                  <a:lnTo>
                    <a:pt x="4289664" y="1279018"/>
                  </a:lnTo>
                  <a:lnTo>
                    <a:pt x="4290000" y="1278886"/>
                  </a:lnTo>
                  <a:lnTo>
                    <a:pt x="4290337" y="1278217"/>
                  </a:lnTo>
                  <a:lnTo>
                    <a:pt x="4290673" y="1277903"/>
                  </a:lnTo>
                  <a:lnTo>
                    <a:pt x="4291010" y="1277327"/>
                  </a:lnTo>
                  <a:lnTo>
                    <a:pt x="4291346" y="1276415"/>
                  </a:lnTo>
                  <a:lnTo>
                    <a:pt x="4291683" y="1274876"/>
                  </a:lnTo>
                  <a:lnTo>
                    <a:pt x="4292019" y="1272267"/>
                  </a:lnTo>
                  <a:lnTo>
                    <a:pt x="4292356" y="1271015"/>
                  </a:lnTo>
                  <a:lnTo>
                    <a:pt x="4292692" y="1270458"/>
                  </a:lnTo>
                  <a:lnTo>
                    <a:pt x="4293029" y="1269264"/>
                  </a:lnTo>
                  <a:lnTo>
                    <a:pt x="4293365" y="1268696"/>
                  </a:lnTo>
                  <a:lnTo>
                    <a:pt x="4293702" y="1269100"/>
                  </a:lnTo>
                  <a:lnTo>
                    <a:pt x="4294038" y="1269994"/>
                  </a:lnTo>
                  <a:lnTo>
                    <a:pt x="4294374" y="1270417"/>
                  </a:lnTo>
                  <a:lnTo>
                    <a:pt x="4294711" y="1270492"/>
                  </a:lnTo>
                  <a:lnTo>
                    <a:pt x="4295047" y="1270964"/>
                  </a:lnTo>
                  <a:lnTo>
                    <a:pt x="4295384" y="1271356"/>
                  </a:lnTo>
                  <a:lnTo>
                    <a:pt x="4295720" y="1271376"/>
                  </a:lnTo>
                  <a:lnTo>
                    <a:pt x="4296057" y="1271491"/>
                  </a:lnTo>
                  <a:lnTo>
                    <a:pt x="4296393" y="1271580"/>
                  </a:lnTo>
                  <a:lnTo>
                    <a:pt x="4296730" y="1272744"/>
                  </a:lnTo>
                  <a:lnTo>
                    <a:pt x="4297066" y="1274304"/>
                  </a:lnTo>
                  <a:lnTo>
                    <a:pt x="4297403" y="1274928"/>
                  </a:lnTo>
                  <a:lnTo>
                    <a:pt x="4297739" y="1275077"/>
                  </a:lnTo>
                  <a:lnTo>
                    <a:pt x="4298076" y="1276447"/>
                  </a:lnTo>
                  <a:lnTo>
                    <a:pt x="4298412" y="1278065"/>
                  </a:lnTo>
                  <a:lnTo>
                    <a:pt x="4298748" y="1279808"/>
                  </a:lnTo>
                  <a:lnTo>
                    <a:pt x="4299085" y="1282303"/>
                  </a:lnTo>
                  <a:lnTo>
                    <a:pt x="4299421" y="1287080"/>
                  </a:lnTo>
                  <a:lnTo>
                    <a:pt x="4299758" y="1292497"/>
                  </a:lnTo>
                  <a:lnTo>
                    <a:pt x="4300094" y="1298682"/>
                  </a:lnTo>
                  <a:lnTo>
                    <a:pt x="4300431" y="1305276"/>
                  </a:lnTo>
                  <a:lnTo>
                    <a:pt x="4300767" y="1312249"/>
                  </a:lnTo>
                  <a:lnTo>
                    <a:pt x="4301104" y="1319915"/>
                  </a:lnTo>
                  <a:lnTo>
                    <a:pt x="4301440" y="1328253"/>
                  </a:lnTo>
                  <a:lnTo>
                    <a:pt x="4301777" y="1337332"/>
                  </a:lnTo>
                  <a:lnTo>
                    <a:pt x="4302113" y="1347657"/>
                  </a:lnTo>
                  <a:lnTo>
                    <a:pt x="4302450" y="1359004"/>
                  </a:lnTo>
                  <a:lnTo>
                    <a:pt x="4302786" y="1370639"/>
                  </a:lnTo>
                  <a:lnTo>
                    <a:pt x="4303122" y="1380307"/>
                  </a:lnTo>
                  <a:lnTo>
                    <a:pt x="4303459" y="1390168"/>
                  </a:lnTo>
                  <a:lnTo>
                    <a:pt x="4303795" y="1399189"/>
                  </a:lnTo>
                  <a:lnTo>
                    <a:pt x="4304132" y="1407811"/>
                  </a:lnTo>
                  <a:lnTo>
                    <a:pt x="4304468" y="1415070"/>
                  </a:lnTo>
                  <a:lnTo>
                    <a:pt x="4304805" y="1420674"/>
                  </a:lnTo>
                  <a:lnTo>
                    <a:pt x="4305141" y="1424725"/>
                  </a:lnTo>
                  <a:lnTo>
                    <a:pt x="4305478" y="1428260"/>
                  </a:lnTo>
                  <a:lnTo>
                    <a:pt x="4305814" y="1432025"/>
                  </a:lnTo>
                  <a:lnTo>
                    <a:pt x="4306151" y="1435845"/>
                  </a:lnTo>
                  <a:lnTo>
                    <a:pt x="4306487" y="1439716"/>
                  </a:lnTo>
                  <a:lnTo>
                    <a:pt x="4306824" y="1443247"/>
                  </a:lnTo>
                  <a:lnTo>
                    <a:pt x="4307160" y="1446270"/>
                  </a:lnTo>
                  <a:lnTo>
                    <a:pt x="4307496" y="1448379"/>
                  </a:lnTo>
                  <a:lnTo>
                    <a:pt x="4307833" y="1449578"/>
                  </a:lnTo>
                  <a:lnTo>
                    <a:pt x="4308169" y="1450293"/>
                  </a:lnTo>
                  <a:lnTo>
                    <a:pt x="4308506" y="1451655"/>
                  </a:lnTo>
                  <a:lnTo>
                    <a:pt x="4308842" y="1453056"/>
                  </a:lnTo>
                  <a:lnTo>
                    <a:pt x="4309179" y="1452965"/>
                  </a:lnTo>
                  <a:lnTo>
                    <a:pt x="4309515" y="1453002"/>
                  </a:lnTo>
                  <a:lnTo>
                    <a:pt x="4309852" y="1453661"/>
                  </a:lnTo>
                  <a:lnTo>
                    <a:pt x="4310188" y="1454441"/>
                  </a:lnTo>
                  <a:lnTo>
                    <a:pt x="4310525" y="1455047"/>
                  </a:lnTo>
                  <a:lnTo>
                    <a:pt x="4310861" y="1455123"/>
                  </a:lnTo>
                  <a:lnTo>
                    <a:pt x="4311197" y="1455207"/>
                  </a:lnTo>
                  <a:lnTo>
                    <a:pt x="4311534" y="1454612"/>
                  </a:lnTo>
                  <a:lnTo>
                    <a:pt x="4311870" y="1453162"/>
                  </a:lnTo>
                  <a:lnTo>
                    <a:pt x="4312207" y="1450847"/>
                  </a:lnTo>
                  <a:lnTo>
                    <a:pt x="4312543" y="1447829"/>
                  </a:lnTo>
                  <a:lnTo>
                    <a:pt x="4312880" y="1445124"/>
                  </a:lnTo>
                  <a:lnTo>
                    <a:pt x="4313216" y="1442605"/>
                  </a:lnTo>
                  <a:lnTo>
                    <a:pt x="4313553" y="1440540"/>
                  </a:lnTo>
                  <a:lnTo>
                    <a:pt x="4313889" y="1439541"/>
                  </a:lnTo>
                  <a:lnTo>
                    <a:pt x="4314226" y="1439361"/>
                  </a:lnTo>
                  <a:lnTo>
                    <a:pt x="4314562" y="1437992"/>
                  </a:lnTo>
                  <a:lnTo>
                    <a:pt x="4314899" y="1436706"/>
                  </a:lnTo>
                  <a:lnTo>
                    <a:pt x="4315235" y="1434389"/>
                  </a:lnTo>
                  <a:lnTo>
                    <a:pt x="4315571" y="1431694"/>
                  </a:lnTo>
                  <a:lnTo>
                    <a:pt x="4315908" y="1427855"/>
                  </a:lnTo>
                  <a:lnTo>
                    <a:pt x="4316244" y="1423741"/>
                  </a:lnTo>
                  <a:lnTo>
                    <a:pt x="4316581" y="1419931"/>
                  </a:lnTo>
                  <a:lnTo>
                    <a:pt x="4316917" y="1416412"/>
                  </a:lnTo>
                  <a:lnTo>
                    <a:pt x="4317254" y="1412675"/>
                  </a:lnTo>
                  <a:lnTo>
                    <a:pt x="4317590" y="1409121"/>
                  </a:lnTo>
                  <a:lnTo>
                    <a:pt x="4317927" y="1404915"/>
                  </a:lnTo>
                  <a:lnTo>
                    <a:pt x="4318263" y="1399567"/>
                  </a:lnTo>
                  <a:lnTo>
                    <a:pt x="4318600" y="1394265"/>
                  </a:lnTo>
                  <a:lnTo>
                    <a:pt x="4318936" y="1388012"/>
                  </a:lnTo>
                  <a:lnTo>
                    <a:pt x="4319273" y="1380934"/>
                  </a:lnTo>
                  <a:lnTo>
                    <a:pt x="4319609" y="1374300"/>
                  </a:lnTo>
                  <a:lnTo>
                    <a:pt x="4319945" y="1368253"/>
                  </a:lnTo>
                  <a:lnTo>
                    <a:pt x="4320282" y="1362234"/>
                  </a:lnTo>
                  <a:lnTo>
                    <a:pt x="4320618" y="1356820"/>
                  </a:lnTo>
                  <a:lnTo>
                    <a:pt x="4320955" y="1349747"/>
                  </a:lnTo>
                  <a:lnTo>
                    <a:pt x="4321291" y="1343264"/>
                  </a:lnTo>
                  <a:lnTo>
                    <a:pt x="4321628" y="1337730"/>
                  </a:lnTo>
                  <a:lnTo>
                    <a:pt x="4321964" y="1331685"/>
                  </a:lnTo>
                  <a:lnTo>
                    <a:pt x="4322301" y="1324101"/>
                  </a:lnTo>
                  <a:lnTo>
                    <a:pt x="4322637" y="1317519"/>
                  </a:lnTo>
                  <a:lnTo>
                    <a:pt x="4322974" y="1311358"/>
                  </a:lnTo>
                  <a:lnTo>
                    <a:pt x="4323310" y="1305250"/>
                  </a:lnTo>
                  <a:lnTo>
                    <a:pt x="4323647" y="1299648"/>
                  </a:lnTo>
                  <a:lnTo>
                    <a:pt x="4323983" y="1294964"/>
                  </a:lnTo>
                  <a:lnTo>
                    <a:pt x="4324319" y="1289805"/>
                  </a:lnTo>
                  <a:lnTo>
                    <a:pt x="4324656" y="1284762"/>
                  </a:lnTo>
                  <a:lnTo>
                    <a:pt x="4324992" y="1279588"/>
                  </a:lnTo>
                  <a:lnTo>
                    <a:pt x="4325329" y="1275600"/>
                  </a:lnTo>
                  <a:lnTo>
                    <a:pt x="4325665" y="1272543"/>
                  </a:lnTo>
                  <a:lnTo>
                    <a:pt x="4326002" y="1270442"/>
                  </a:lnTo>
                  <a:lnTo>
                    <a:pt x="4326338" y="1267632"/>
                  </a:lnTo>
                  <a:lnTo>
                    <a:pt x="4326675" y="1263464"/>
                  </a:lnTo>
                  <a:lnTo>
                    <a:pt x="4327011" y="1259314"/>
                  </a:lnTo>
                  <a:lnTo>
                    <a:pt x="4327348" y="1256480"/>
                  </a:lnTo>
                  <a:lnTo>
                    <a:pt x="4327684" y="1254232"/>
                  </a:lnTo>
                  <a:lnTo>
                    <a:pt x="4328021" y="1252805"/>
                  </a:lnTo>
                  <a:lnTo>
                    <a:pt x="4328357" y="1251313"/>
                  </a:lnTo>
                  <a:lnTo>
                    <a:pt x="4328693" y="1250094"/>
                  </a:lnTo>
                  <a:lnTo>
                    <a:pt x="4329030" y="1248861"/>
                  </a:lnTo>
                  <a:lnTo>
                    <a:pt x="4329366" y="1247827"/>
                  </a:lnTo>
                  <a:lnTo>
                    <a:pt x="4329703" y="1246425"/>
                  </a:lnTo>
                  <a:lnTo>
                    <a:pt x="4330039" y="1244557"/>
                  </a:lnTo>
                  <a:lnTo>
                    <a:pt x="4330376" y="1242410"/>
                  </a:lnTo>
                  <a:lnTo>
                    <a:pt x="4330712" y="1240286"/>
                  </a:lnTo>
                  <a:lnTo>
                    <a:pt x="4331049" y="1237535"/>
                  </a:lnTo>
                  <a:lnTo>
                    <a:pt x="4331385" y="1235083"/>
                  </a:lnTo>
                  <a:lnTo>
                    <a:pt x="4331722" y="1233182"/>
                  </a:lnTo>
                  <a:lnTo>
                    <a:pt x="4332058" y="1230865"/>
                  </a:lnTo>
                  <a:lnTo>
                    <a:pt x="4332395" y="1228451"/>
                  </a:lnTo>
                  <a:lnTo>
                    <a:pt x="4332731" y="1226808"/>
                  </a:lnTo>
                  <a:lnTo>
                    <a:pt x="4333067" y="1226300"/>
                  </a:lnTo>
                  <a:lnTo>
                    <a:pt x="4333404" y="1224929"/>
                  </a:lnTo>
                  <a:lnTo>
                    <a:pt x="4333740" y="1223925"/>
                  </a:lnTo>
                  <a:lnTo>
                    <a:pt x="4334077" y="1221234"/>
                  </a:lnTo>
                  <a:lnTo>
                    <a:pt x="4334413" y="1217435"/>
                  </a:lnTo>
                  <a:lnTo>
                    <a:pt x="4334750" y="1213908"/>
                  </a:lnTo>
                  <a:lnTo>
                    <a:pt x="4335086" y="1210912"/>
                  </a:lnTo>
                  <a:lnTo>
                    <a:pt x="4335423" y="1207613"/>
                  </a:lnTo>
                  <a:lnTo>
                    <a:pt x="4335759" y="1204979"/>
                  </a:lnTo>
                  <a:lnTo>
                    <a:pt x="4336096" y="1202991"/>
                  </a:lnTo>
                  <a:lnTo>
                    <a:pt x="4336432" y="1200732"/>
                  </a:lnTo>
                  <a:lnTo>
                    <a:pt x="4336769" y="1198291"/>
                  </a:lnTo>
                  <a:lnTo>
                    <a:pt x="4337105" y="1196583"/>
                  </a:lnTo>
                  <a:lnTo>
                    <a:pt x="4337441" y="1195389"/>
                  </a:lnTo>
                  <a:lnTo>
                    <a:pt x="4337778" y="1192618"/>
                  </a:lnTo>
                  <a:lnTo>
                    <a:pt x="4338114" y="1189878"/>
                  </a:lnTo>
                  <a:lnTo>
                    <a:pt x="4338451" y="1187391"/>
                  </a:lnTo>
                  <a:lnTo>
                    <a:pt x="4338787" y="1184401"/>
                  </a:lnTo>
                  <a:lnTo>
                    <a:pt x="4339124" y="1181409"/>
                  </a:lnTo>
                  <a:lnTo>
                    <a:pt x="4339460" y="1178375"/>
                  </a:lnTo>
                  <a:lnTo>
                    <a:pt x="4339797" y="1174570"/>
                  </a:lnTo>
                  <a:lnTo>
                    <a:pt x="4340133" y="1170649"/>
                  </a:lnTo>
                  <a:lnTo>
                    <a:pt x="4340470" y="1166765"/>
                  </a:lnTo>
                  <a:lnTo>
                    <a:pt x="4340806" y="1161958"/>
                  </a:lnTo>
                  <a:lnTo>
                    <a:pt x="4341143" y="1155630"/>
                  </a:lnTo>
                  <a:lnTo>
                    <a:pt x="4341479" y="1148905"/>
                  </a:lnTo>
                  <a:lnTo>
                    <a:pt x="4341815" y="1138861"/>
                  </a:lnTo>
                  <a:lnTo>
                    <a:pt x="4342152" y="1126422"/>
                  </a:lnTo>
                  <a:lnTo>
                    <a:pt x="4342488" y="1115035"/>
                  </a:lnTo>
                  <a:lnTo>
                    <a:pt x="4342825" y="1104977"/>
                  </a:lnTo>
                  <a:lnTo>
                    <a:pt x="4343161" y="1096024"/>
                  </a:lnTo>
                  <a:lnTo>
                    <a:pt x="4343498" y="1085617"/>
                  </a:lnTo>
                  <a:lnTo>
                    <a:pt x="4343834" y="1075253"/>
                  </a:lnTo>
                  <a:lnTo>
                    <a:pt x="4344171" y="1063399"/>
                  </a:lnTo>
                  <a:lnTo>
                    <a:pt x="4344507" y="1051493"/>
                  </a:lnTo>
                  <a:lnTo>
                    <a:pt x="4344844" y="1040609"/>
                  </a:lnTo>
                  <a:lnTo>
                    <a:pt x="4345180" y="1030795"/>
                  </a:lnTo>
                  <a:lnTo>
                    <a:pt x="4345516" y="1022169"/>
                  </a:lnTo>
                  <a:lnTo>
                    <a:pt x="4345853" y="1016370"/>
                  </a:lnTo>
                  <a:lnTo>
                    <a:pt x="4346189" y="1010778"/>
                  </a:lnTo>
                  <a:lnTo>
                    <a:pt x="4346526" y="1005159"/>
                  </a:lnTo>
                  <a:lnTo>
                    <a:pt x="4346862" y="999038"/>
                  </a:lnTo>
                  <a:lnTo>
                    <a:pt x="4347199" y="992726"/>
                  </a:lnTo>
                  <a:lnTo>
                    <a:pt x="4347535" y="986180"/>
                  </a:lnTo>
                  <a:lnTo>
                    <a:pt x="4347872" y="978852"/>
                  </a:lnTo>
                  <a:lnTo>
                    <a:pt x="4348208" y="970431"/>
                  </a:lnTo>
                  <a:lnTo>
                    <a:pt x="4348545" y="963661"/>
                  </a:lnTo>
                  <a:lnTo>
                    <a:pt x="4348881" y="956827"/>
                  </a:lnTo>
                  <a:lnTo>
                    <a:pt x="4349218" y="951143"/>
                  </a:lnTo>
                  <a:lnTo>
                    <a:pt x="4349554" y="946234"/>
                  </a:lnTo>
                  <a:lnTo>
                    <a:pt x="4349890" y="941801"/>
                  </a:lnTo>
                  <a:lnTo>
                    <a:pt x="4350227" y="937158"/>
                  </a:lnTo>
                  <a:lnTo>
                    <a:pt x="4350563" y="932024"/>
                  </a:lnTo>
                  <a:lnTo>
                    <a:pt x="4350900" y="927349"/>
                  </a:lnTo>
                  <a:lnTo>
                    <a:pt x="4351236" y="923222"/>
                  </a:lnTo>
                  <a:lnTo>
                    <a:pt x="4351573" y="917649"/>
                  </a:lnTo>
                  <a:lnTo>
                    <a:pt x="4351909" y="911593"/>
                  </a:lnTo>
                  <a:lnTo>
                    <a:pt x="4352246" y="905281"/>
                  </a:lnTo>
                  <a:lnTo>
                    <a:pt x="4352582" y="897933"/>
                  </a:lnTo>
                  <a:lnTo>
                    <a:pt x="4352919" y="892577"/>
                  </a:lnTo>
                  <a:lnTo>
                    <a:pt x="4353255" y="887945"/>
                  </a:lnTo>
                  <a:lnTo>
                    <a:pt x="4353592" y="882414"/>
                  </a:lnTo>
                  <a:lnTo>
                    <a:pt x="4353928" y="877343"/>
                  </a:lnTo>
                  <a:lnTo>
                    <a:pt x="4354264" y="871035"/>
                  </a:lnTo>
                  <a:lnTo>
                    <a:pt x="4354601" y="865138"/>
                  </a:lnTo>
                  <a:lnTo>
                    <a:pt x="4354937" y="858780"/>
                  </a:lnTo>
                  <a:lnTo>
                    <a:pt x="4355274" y="851727"/>
                  </a:lnTo>
                  <a:lnTo>
                    <a:pt x="4355610" y="844309"/>
                  </a:lnTo>
                  <a:lnTo>
                    <a:pt x="4355947" y="837258"/>
                  </a:lnTo>
                  <a:lnTo>
                    <a:pt x="4356283" y="830389"/>
                  </a:lnTo>
                  <a:lnTo>
                    <a:pt x="4356620" y="824033"/>
                  </a:lnTo>
                  <a:lnTo>
                    <a:pt x="4356956" y="819747"/>
                  </a:lnTo>
                  <a:lnTo>
                    <a:pt x="4357293" y="817669"/>
                  </a:lnTo>
                  <a:lnTo>
                    <a:pt x="4357629" y="817503"/>
                  </a:lnTo>
                  <a:lnTo>
                    <a:pt x="4357966" y="817921"/>
                  </a:lnTo>
                  <a:lnTo>
                    <a:pt x="4358302" y="817334"/>
                  </a:lnTo>
                  <a:lnTo>
                    <a:pt x="4358638" y="816697"/>
                  </a:lnTo>
                  <a:lnTo>
                    <a:pt x="4358975" y="817199"/>
                  </a:lnTo>
                  <a:lnTo>
                    <a:pt x="4359311" y="819661"/>
                  </a:lnTo>
                  <a:lnTo>
                    <a:pt x="4359648" y="822863"/>
                  </a:lnTo>
                  <a:lnTo>
                    <a:pt x="4359984" y="827112"/>
                  </a:lnTo>
                  <a:lnTo>
                    <a:pt x="4360321" y="832498"/>
                  </a:lnTo>
                  <a:lnTo>
                    <a:pt x="4360657" y="839064"/>
                  </a:lnTo>
                  <a:lnTo>
                    <a:pt x="4360994" y="845890"/>
                  </a:lnTo>
                  <a:lnTo>
                    <a:pt x="4361330" y="852661"/>
                  </a:lnTo>
                  <a:lnTo>
                    <a:pt x="4361667" y="859222"/>
                  </a:lnTo>
                  <a:lnTo>
                    <a:pt x="4362003" y="865656"/>
                  </a:lnTo>
                  <a:lnTo>
                    <a:pt x="4362340" y="871587"/>
                  </a:lnTo>
                  <a:lnTo>
                    <a:pt x="4362676" y="876968"/>
                  </a:lnTo>
                  <a:lnTo>
                    <a:pt x="4363012" y="882415"/>
                  </a:lnTo>
                  <a:lnTo>
                    <a:pt x="4363349" y="888142"/>
                  </a:lnTo>
                  <a:lnTo>
                    <a:pt x="4363685" y="894057"/>
                  </a:lnTo>
                  <a:lnTo>
                    <a:pt x="4364022" y="899351"/>
                  </a:lnTo>
                  <a:lnTo>
                    <a:pt x="4364358" y="904088"/>
                  </a:lnTo>
                  <a:lnTo>
                    <a:pt x="4364695" y="908209"/>
                  </a:lnTo>
                  <a:lnTo>
                    <a:pt x="4365031" y="912521"/>
                  </a:lnTo>
                  <a:lnTo>
                    <a:pt x="4365368" y="915904"/>
                  </a:lnTo>
                  <a:lnTo>
                    <a:pt x="4365704" y="918761"/>
                  </a:lnTo>
                  <a:lnTo>
                    <a:pt x="4366041" y="921338"/>
                  </a:lnTo>
                  <a:lnTo>
                    <a:pt x="4366377" y="923628"/>
                  </a:lnTo>
                  <a:lnTo>
                    <a:pt x="4366714" y="925332"/>
                  </a:lnTo>
                  <a:lnTo>
                    <a:pt x="4367050" y="926610"/>
                  </a:lnTo>
                  <a:lnTo>
                    <a:pt x="4367386" y="927727"/>
                  </a:lnTo>
                  <a:lnTo>
                    <a:pt x="4367723" y="928929"/>
                  </a:lnTo>
                  <a:lnTo>
                    <a:pt x="4368059" y="929855"/>
                  </a:lnTo>
                  <a:lnTo>
                    <a:pt x="4368396" y="930444"/>
                  </a:lnTo>
                  <a:lnTo>
                    <a:pt x="4368732" y="930467"/>
                  </a:lnTo>
                  <a:lnTo>
                    <a:pt x="4369069" y="930046"/>
                  </a:lnTo>
                  <a:lnTo>
                    <a:pt x="4369405" y="928753"/>
                  </a:lnTo>
                  <a:lnTo>
                    <a:pt x="4369742" y="926748"/>
                  </a:lnTo>
                  <a:lnTo>
                    <a:pt x="4370078" y="923993"/>
                  </a:lnTo>
                  <a:lnTo>
                    <a:pt x="4370415" y="920403"/>
                  </a:lnTo>
                  <a:lnTo>
                    <a:pt x="4370751" y="915918"/>
                  </a:lnTo>
                  <a:lnTo>
                    <a:pt x="4371088" y="911020"/>
                  </a:lnTo>
                  <a:lnTo>
                    <a:pt x="4371424" y="905777"/>
                  </a:lnTo>
                  <a:lnTo>
                    <a:pt x="4371760" y="901522"/>
                  </a:lnTo>
                  <a:lnTo>
                    <a:pt x="4372097" y="898568"/>
                  </a:lnTo>
                  <a:lnTo>
                    <a:pt x="4372433" y="896861"/>
                  </a:lnTo>
                  <a:lnTo>
                    <a:pt x="4372770" y="895422"/>
                  </a:lnTo>
                  <a:lnTo>
                    <a:pt x="4373106" y="893754"/>
                  </a:lnTo>
                  <a:lnTo>
                    <a:pt x="4373443" y="891557"/>
                  </a:lnTo>
                  <a:lnTo>
                    <a:pt x="4373779" y="889330"/>
                  </a:lnTo>
                  <a:lnTo>
                    <a:pt x="4374116" y="888282"/>
                  </a:lnTo>
                  <a:lnTo>
                    <a:pt x="4374452" y="887923"/>
                  </a:lnTo>
                  <a:lnTo>
                    <a:pt x="4374789" y="888128"/>
                  </a:lnTo>
                  <a:lnTo>
                    <a:pt x="4375125" y="889042"/>
                  </a:lnTo>
                  <a:lnTo>
                    <a:pt x="4375461" y="890320"/>
                  </a:lnTo>
                  <a:lnTo>
                    <a:pt x="4375798" y="892093"/>
                  </a:lnTo>
                  <a:lnTo>
                    <a:pt x="4376134" y="894226"/>
                  </a:lnTo>
                  <a:lnTo>
                    <a:pt x="4376471" y="897527"/>
                  </a:lnTo>
                  <a:lnTo>
                    <a:pt x="4376807" y="900279"/>
                  </a:lnTo>
                  <a:lnTo>
                    <a:pt x="4377144" y="901628"/>
                  </a:lnTo>
                  <a:lnTo>
                    <a:pt x="4377480" y="902200"/>
                  </a:lnTo>
                  <a:lnTo>
                    <a:pt x="4377817" y="902765"/>
                  </a:lnTo>
                  <a:lnTo>
                    <a:pt x="4378153" y="903716"/>
                  </a:lnTo>
                  <a:lnTo>
                    <a:pt x="4378490" y="904125"/>
                  </a:lnTo>
                  <a:lnTo>
                    <a:pt x="4378826" y="904282"/>
                  </a:lnTo>
                  <a:lnTo>
                    <a:pt x="4379163" y="904143"/>
                  </a:lnTo>
                  <a:lnTo>
                    <a:pt x="4379499" y="904068"/>
                  </a:lnTo>
                  <a:lnTo>
                    <a:pt x="4379835" y="903455"/>
                  </a:lnTo>
                  <a:lnTo>
                    <a:pt x="4380172" y="901812"/>
                  </a:lnTo>
                  <a:lnTo>
                    <a:pt x="4380508" y="900233"/>
                  </a:lnTo>
                  <a:lnTo>
                    <a:pt x="4380845" y="899909"/>
                  </a:lnTo>
                  <a:lnTo>
                    <a:pt x="4381181" y="899382"/>
                  </a:lnTo>
                  <a:lnTo>
                    <a:pt x="4381518" y="898856"/>
                  </a:lnTo>
                  <a:lnTo>
                    <a:pt x="4381854" y="898165"/>
                  </a:lnTo>
                  <a:lnTo>
                    <a:pt x="4382191" y="898944"/>
                  </a:lnTo>
                  <a:lnTo>
                    <a:pt x="4382527" y="901113"/>
                  </a:lnTo>
                  <a:lnTo>
                    <a:pt x="4382864" y="905024"/>
                  </a:lnTo>
                  <a:lnTo>
                    <a:pt x="4383200" y="909726"/>
                  </a:lnTo>
                  <a:lnTo>
                    <a:pt x="4383537" y="915028"/>
                  </a:lnTo>
                  <a:lnTo>
                    <a:pt x="4383873" y="920642"/>
                  </a:lnTo>
                  <a:lnTo>
                    <a:pt x="4384209" y="926226"/>
                  </a:lnTo>
                  <a:lnTo>
                    <a:pt x="4384546" y="931883"/>
                  </a:lnTo>
                  <a:lnTo>
                    <a:pt x="4384882" y="937727"/>
                  </a:lnTo>
                  <a:lnTo>
                    <a:pt x="4385219" y="944541"/>
                  </a:lnTo>
                  <a:lnTo>
                    <a:pt x="4385555" y="952930"/>
                  </a:lnTo>
                  <a:lnTo>
                    <a:pt x="4385892" y="961054"/>
                  </a:lnTo>
                  <a:lnTo>
                    <a:pt x="4386228" y="969805"/>
                  </a:lnTo>
                  <a:lnTo>
                    <a:pt x="4386565" y="979039"/>
                  </a:lnTo>
                  <a:lnTo>
                    <a:pt x="4386901" y="987605"/>
                  </a:lnTo>
                  <a:lnTo>
                    <a:pt x="4387238" y="995872"/>
                  </a:lnTo>
                  <a:lnTo>
                    <a:pt x="4387574" y="1003345"/>
                  </a:lnTo>
                  <a:lnTo>
                    <a:pt x="4387911" y="1010594"/>
                  </a:lnTo>
                  <a:lnTo>
                    <a:pt x="4388247" y="1018068"/>
                  </a:lnTo>
                  <a:lnTo>
                    <a:pt x="4388583" y="1023337"/>
                  </a:lnTo>
                  <a:lnTo>
                    <a:pt x="4388920" y="1026774"/>
                  </a:lnTo>
                  <a:lnTo>
                    <a:pt x="4389256" y="1030370"/>
                  </a:lnTo>
                  <a:lnTo>
                    <a:pt x="4389593" y="1036123"/>
                  </a:lnTo>
                  <a:lnTo>
                    <a:pt x="4389929" y="1041867"/>
                  </a:lnTo>
                  <a:lnTo>
                    <a:pt x="4390266" y="1046640"/>
                  </a:lnTo>
                  <a:lnTo>
                    <a:pt x="4390602" y="1051752"/>
                  </a:lnTo>
                  <a:lnTo>
                    <a:pt x="4390939" y="1056099"/>
                  </a:lnTo>
                  <a:lnTo>
                    <a:pt x="4391275" y="1059610"/>
                  </a:lnTo>
                  <a:lnTo>
                    <a:pt x="4391612" y="1063299"/>
                  </a:lnTo>
                  <a:lnTo>
                    <a:pt x="4391948" y="1067456"/>
                  </a:lnTo>
                  <a:lnTo>
                    <a:pt x="4392285" y="1071197"/>
                  </a:lnTo>
                  <a:lnTo>
                    <a:pt x="4392621" y="1074130"/>
                  </a:lnTo>
                  <a:lnTo>
                    <a:pt x="4392957" y="1075979"/>
                  </a:lnTo>
                  <a:lnTo>
                    <a:pt x="4393294" y="1077094"/>
                  </a:lnTo>
                  <a:lnTo>
                    <a:pt x="4393630" y="1078827"/>
                  </a:lnTo>
                  <a:lnTo>
                    <a:pt x="4393967" y="1081909"/>
                  </a:lnTo>
                  <a:lnTo>
                    <a:pt x="4394303" y="1084957"/>
                  </a:lnTo>
                  <a:lnTo>
                    <a:pt x="4394640" y="1086881"/>
                  </a:lnTo>
                  <a:lnTo>
                    <a:pt x="4394976" y="1088295"/>
                  </a:lnTo>
                  <a:lnTo>
                    <a:pt x="4395313" y="1088772"/>
                  </a:lnTo>
                  <a:lnTo>
                    <a:pt x="4395649" y="1089064"/>
                  </a:lnTo>
                  <a:lnTo>
                    <a:pt x="4395986" y="1089071"/>
                  </a:lnTo>
                  <a:lnTo>
                    <a:pt x="4396322" y="1088731"/>
                  </a:lnTo>
                  <a:lnTo>
                    <a:pt x="4396659" y="1088647"/>
                  </a:lnTo>
                  <a:lnTo>
                    <a:pt x="4396995" y="1088743"/>
                  </a:lnTo>
                  <a:lnTo>
                    <a:pt x="4397331" y="1088319"/>
                  </a:lnTo>
                  <a:lnTo>
                    <a:pt x="4397668" y="1088236"/>
                  </a:lnTo>
                  <a:lnTo>
                    <a:pt x="4398004" y="1087967"/>
                  </a:lnTo>
                  <a:lnTo>
                    <a:pt x="4398341" y="1087883"/>
                  </a:lnTo>
                  <a:lnTo>
                    <a:pt x="4398677" y="1086874"/>
                  </a:lnTo>
                  <a:lnTo>
                    <a:pt x="4399014" y="1086276"/>
                  </a:lnTo>
                  <a:lnTo>
                    <a:pt x="4399350" y="1085332"/>
                  </a:lnTo>
                  <a:lnTo>
                    <a:pt x="4399687" y="1085130"/>
                  </a:lnTo>
                  <a:lnTo>
                    <a:pt x="4400023" y="1084709"/>
                  </a:lnTo>
                  <a:lnTo>
                    <a:pt x="4400360" y="1085744"/>
                  </a:lnTo>
                  <a:lnTo>
                    <a:pt x="4400696" y="1087629"/>
                  </a:lnTo>
                  <a:lnTo>
                    <a:pt x="4401033" y="1089410"/>
                  </a:lnTo>
                  <a:lnTo>
                    <a:pt x="4401369" y="1093290"/>
                  </a:lnTo>
                  <a:lnTo>
                    <a:pt x="4401705" y="1097383"/>
                  </a:lnTo>
                  <a:lnTo>
                    <a:pt x="4402042" y="1101223"/>
                  </a:lnTo>
                  <a:lnTo>
                    <a:pt x="4402378" y="1105275"/>
                  </a:lnTo>
                  <a:lnTo>
                    <a:pt x="4402715" y="1109116"/>
                  </a:lnTo>
                  <a:lnTo>
                    <a:pt x="4403051" y="1112705"/>
                  </a:lnTo>
                  <a:lnTo>
                    <a:pt x="4403388" y="1116179"/>
                  </a:lnTo>
                  <a:lnTo>
                    <a:pt x="4403724" y="1120222"/>
                  </a:lnTo>
                  <a:lnTo>
                    <a:pt x="4404061" y="1124164"/>
                  </a:lnTo>
                  <a:lnTo>
                    <a:pt x="4404397" y="1128117"/>
                  </a:lnTo>
                  <a:lnTo>
                    <a:pt x="4404734" y="1131869"/>
                  </a:lnTo>
                  <a:lnTo>
                    <a:pt x="4405070" y="1136639"/>
                  </a:lnTo>
                  <a:lnTo>
                    <a:pt x="4405407" y="1141579"/>
                  </a:lnTo>
                  <a:lnTo>
                    <a:pt x="4405743" y="1145935"/>
                  </a:lnTo>
                  <a:lnTo>
                    <a:pt x="4406079" y="1150256"/>
                  </a:lnTo>
                  <a:lnTo>
                    <a:pt x="4406416" y="1154106"/>
                  </a:lnTo>
                  <a:lnTo>
                    <a:pt x="4406752" y="1157573"/>
                  </a:lnTo>
                  <a:lnTo>
                    <a:pt x="4407089" y="1161842"/>
                  </a:lnTo>
                  <a:lnTo>
                    <a:pt x="4407425" y="1166130"/>
                  </a:lnTo>
                  <a:lnTo>
                    <a:pt x="4407762" y="1170259"/>
                  </a:lnTo>
                  <a:lnTo>
                    <a:pt x="4408098" y="1176200"/>
                  </a:lnTo>
                  <a:lnTo>
                    <a:pt x="4408435" y="1182741"/>
                  </a:lnTo>
                  <a:lnTo>
                    <a:pt x="4408771" y="1190026"/>
                  </a:lnTo>
                  <a:lnTo>
                    <a:pt x="4409108" y="1198240"/>
                  </a:lnTo>
                  <a:lnTo>
                    <a:pt x="4409444" y="1207773"/>
                  </a:lnTo>
                  <a:lnTo>
                    <a:pt x="4409780" y="1215684"/>
                  </a:lnTo>
                  <a:lnTo>
                    <a:pt x="4410117" y="1222569"/>
                  </a:lnTo>
                  <a:lnTo>
                    <a:pt x="4410453" y="1227765"/>
                  </a:lnTo>
                  <a:lnTo>
                    <a:pt x="4410790" y="1234824"/>
                  </a:lnTo>
                  <a:lnTo>
                    <a:pt x="4411126" y="1242695"/>
                  </a:lnTo>
                  <a:lnTo>
                    <a:pt x="4411463" y="1252368"/>
                  </a:lnTo>
                  <a:lnTo>
                    <a:pt x="4411799" y="1262440"/>
                  </a:lnTo>
                  <a:lnTo>
                    <a:pt x="4412136" y="1272094"/>
                  </a:lnTo>
                  <a:lnTo>
                    <a:pt x="4412472" y="1280925"/>
                  </a:lnTo>
                  <a:lnTo>
                    <a:pt x="4412809" y="1288503"/>
                  </a:lnTo>
                  <a:lnTo>
                    <a:pt x="4413145" y="1293007"/>
                  </a:lnTo>
                  <a:lnTo>
                    <a:pt x="4413482" y="1296952"/>
                  </a:lnTo>
                  <a:lnTo>
                    <a:pt x="4413818" y="1300725"/>
                  </a:lnTo>
                  <a:lnTo>
                    <a:pt x="4414154" y="1304848"/>
                  </a:lnTo>
                  <a:lnTo>
                    <a:pt x="4414491" y="1308865"/>
                  </a:lnTo>
                  <a:lnTo>
                    <a:pt x="4414827" y="1313821"/>
                  </a:lnTo>
                  <a:lnTo>
                    <a:pt x="4415164" y="1319688"/>
                  </a:lnTo>
                  <a:lnTo>
                    <a:pt x="4415500" y="1327114"/>
                  </a:lnTo>
                  <a:lnTo>
                    <a:pt x="4415837" y="1333565"/>
                  </a:lnTo>
                  <a:lnTo>
                    <a:pt x="4416173" y="1340254"/>
                  </a:lnTo>
                  <a:lnTo>
                    <a:pt x="4416510" y="1346325"/>
                  </a:lnTo>
                  <a:lnTo>
                    <a:pt x="4416846" y="1352569"/>
                  </a:lnTo>
                  <a:lnTo>
                    <a:pt x="4417183" y="1358960"/>
                  </a:lnTo>
                  <a:lnTo>
                    <a:pt x="4417519" y="1365000"/>
                  </a:lnTo>
                  <a:lnTo>
                    <a:pt x="4417856" y="1371306"/>
                  </a:lnTo>
                  <a:lnTo>
                    <a:pt x="4418192" y="1377864"/>
                  </a:lnTo>
                  <a:lnTo>
                    <a:pt x="4418528" y="1384030"/>
                  </a:lnTo>
                  <a:lnTo>
                    <a:pt x="4418865" y="1391496"/>
                  </a:lnTo>
                  <a:lnTo>
                    <a:pt x="4419201" y="1398917"/>
                  </a:lnTo>
                  <a:lnTo>
                    <a:pt x="4419538" y="1407176"/>
                  </a:lnTo>
                  <a:lnTo>
                    <a:pt x="4419874" y="1415829"/>
                  </a:lnTo>
                  <a:lnTo>
                    <a:pt x="4420211" y="1423421"/>
                  </a:lnTo>
                  <a:lnTo>
                    <a:pt x="4420547" y="1429810"/>
                  </a:lnTo>
                  <a:lnTo>
                    <a:pt x="4420884" y="1435713"/>
                  </a:lnTo>
                  <a:lnTo>
                    <a:pt x="4421220" y="1440801"/>
                  </a:lnTo>
                  <a:lnTo>
                    <a:pt x="4421557" y="1446260"/>
                  </a:lnTo>
                  <a:lnTo>
                    <a:pt x="4421893" y="1450471"/>
                  </a:lnTo>
                  <a:lnTo>
                    <a:pt x="4422230" y="1452845"/>
                  </a:lnTo>
                  <a:lnTo>
                    <a:pt x="4422566" y="1453258"/>
                  </a:lnTo>
                  <a:lnTo>
                    <a:pt x="4422902" y="1451764"/>
                  </a:lnTo>
                  <a:lnTo>
                    <a:pt x="4423239" y="1449923"/>
                  </a:lnTo>
                  <a:lnTo>
                    <a:pt x="4423575" y="1449204"/>
                  </a:lnTo>
                  <a:lnTo>
                    <a:pt x="4423912" y="1448495"/>
                  </a:lnTo>
                  <a:lnTo>
                    <a:pt x="4424248" y="1447527"/>
                  </a:lnTo>
                  <a:lnTo>
                    <a:pt x="4424585" y="1446148"/>
                  </a:lnTo>
                  <a:lnTo>
                    <a:pt x="4424921" y="1445309"/>
                  </a:lnTo>
                  <a:lnTo>
                    <a:pt x="4425258" y="1444502"/>
                  </a:lnTo>
                  <a:lnTo>
                    <a:pt x="4425594" y="1444548"/>
                  </a:lnTo>
                  <a:lnTo>
                    <a:pt x="4425931" y="1444349"/>
                  </a:lnTo>
                  <a:lnTo>
                    <a:pt x="4426267" y="1443439"/>
                  </a:lnTo>
                  <a:lnTo>
                    <a:pt x="4426604" y="1442061"/>
                  </a:lnTo>
                  <a:lnTo>
                    <a:pt x="4426940" y="1439576"/>
                  </a:lnTo>
                  <a:lnTo>
                    <a:pt x="4427276" y="1437050"/>
                  </a:lnTo>
                  <a:lnTo>
                    <a:pt x="4427613" y="1434639"/>
                  </a:lnTo>
                  <a:lnTo>
                    <a:pt x="4427949" y="1431108"/>
                  </a:lnTo>
                  <a:lnTo>
                    <a:pt x="4428286" y="1426691"/>
                  </a:lnTo>
                  <a:lnTo>
                    <a:pt x="4428622" y="1422591"/>
                  </a:lnTo>
                  <a:lnTo>
                    <a:pt x="4428959" y="1418247"/>
                  </a:lnTo>
                  <a:lnTo>
                    <a:pt x="4429295" y="1413964"/>
                  </a:lnTo>
                  <a:lnTo>
                    <a:pt x="4429632" y="1409369"/>
                  </a:lnTo>
                  <a:lnTo>
                    <a:pt x="4429968" y="1405234"/>
                  </a:lnTo>
                  <a:lnTo>
                    <a:pt x="4430305" y="1400698"/>
                  </a:lnTo>
                  <a:lnTo>
                    <a:pt x="4430641" y="1395533"/>
                  </a:lnTo>
                  <a:lnTo>
                    <a:pt x="4430978" y="1390019"/>
                  </a:lnTo>
                  <a:lnTo>
                    <a:pt x="4431314" y="1384487"/>
                  </a:lnTo>
                  <a:lnTo>
                    <a:pt x="4431650" y="1379101"/>
                  </a:lnTo>
                  <a:lnTo>
                    <a:pt x="4431987" y="1373536"/>
                  </a:lnTo>
                  <a:lnTo>
                    <a:pt x="4432323" y="1367885"/>
                  </a:lnTo>
                  <a:lnTo>
                    <a:pt x="4432660" y="1361116"/>
                  </a:lnTo>
                  <a:lnTo>
                    <a:pt x="4432996" y="1354608"/>
                  </a:lnTo>
                  <a:lnTo>
                    <a:pt x="4433333" y="1347373"/>
                  </a:lnTo>
                  <a:lnTo>
                    <a:pt x="4433669" y="1340284"/>
                  </a:lnTo>
                  <a:lnTo>
                    <a:pt x="4434006" y="1332652"/>
                  </a:lnTo>
                  <a:lnTo>
                    <a:pt x="4434342" y="1325220"/>
                  </a:lnTo>
                  <a:lnTo>
                    <a:pt x="4434679" y="1318543"/>
                  </a:lnTo>
                  <a:lnTo>
                    <a:pt x="4435015" y="1310884"/>
                  </a:lnTo>
                  <a:lnTo>
                    <a:pt x="4435352" y="1302959"/>
                  </a:lnTo>
                  <a:lnTo>
                    <a:pt x="4435688" y="1295345"/>
                  </a:lnTo>
                  <a:lnTo>
                    <a:pt x="4436024" y="1288085"/>
                  </a:lnTo>
                  <a:lnTo>
                    <a:pt x="4436361" y="1280860"/>
                  </a:lnTo>
                  <a:lnTo>
                    <a:pt x="4436697" y="1274449"/>
                  </a:lnTo>
                  <a:lnTo>
                    <a:pt x="4437034" y="1268316"/>
                  </a:lnTo>
                  <a:lnTo>
                    <a:pt x="4437370" y="1263546"/>
                  </a:lnTo>
                  <a:lnTo>
                    <a:pt x="4437707" y="1260063"/>
                  </a:lnTo>
                  <a:lnTo>
                    <a:pt x="4438043" y="1257672"/>
                  </a:lnTo>
                  <a:lnTo>
                    <a:pt x="4438380" y="1256374"/>
                  </a:lnTo>
                  <a:lnTo>
                    <a:pt x="4438716" y="1255212"/>
                  </a:lnTo>
                  <a:lnTo>
                    <a:pt x="4439053" y="1253592"/>
                  </a:lnTo>
                  <a:lnTo>
                    <a:pt x="4439389" y="1251532"/>
                  </a:lnTo>
                  <a:lnTo>
                    <a:pt x="4439726" y="1249974"/>
                  </a:lnTo>
                  <a:lnTo>
                    <a:pt x="4440062" y="1248348"/>
                  </a:lnTo>
                  <a:lnTo>
                    <a:pt x="4440398" y="1247601"/>
                  </a:lnTo>
                  <a:lnTo>
                    <a:pt x="4440735" y="1247759"/>
                  </a:lnTo>
                  <a:lnTo>
                    <a:pt x="4441071" y="1248201"/>
                  </a:lnTo>
                  <a:lnTo>
                    <a:pt x="4441408" y="1248113"/>
                  </a:lnTo>
                  <a:lnTo>
                    <a:pt x="4441744" y="1247318"/>
                  </a:lnTo>
                  <a:lnTo>
                    <a:pt x="4442081" y="1246748"/>
                  </a:lnTo>
                  <a:lnTo>
                    <a:pt x="4442417" y="1245636"/>
                  </a:lnTo>
                  <a:lnTo>
                    <a:pt x="4442754" y="1244843"/>
                  </a:lnTo>
                  <a:lnTo>
                    <a:pt x="4443090" y="1242789"/>
                  </a:lnTo>
                  <a:lnTo>
                    <a:pt x="4443427" y="1240240"/>
                  </a:lnTo>
                  <a:lnTo>
                    <a:pt x="4443763" y="1237129"/>
                  </a:lnTo>
                  <a:lnTo>
                    <a:pt x="4444099" y="1234628"/>
                  </a:lnTo>
                  <a:lnTo>
                    <a:pt x="4444436" y="1233086"/>
                  </a:lnTo>
                  <a:lnTo>
                    <a:pt x="4444772" y="1231964"/>
                  </a:lnTo>
                  <a:lnTo>
                    <a:pt x="4445109" y="1230692"/>
                  </a:lnTo>
                  <a:lnTo>
                    <a:pt x="4445445" y="1229588"/>
                  </a:lnTo>
                  <a:lnTo>
                    <a:pt x="4445782" y="1228730"/>
                  </a:lnTo>
                  <a:lnTo>
                    <a:pt x="4446118" y="1228227"/>
                  </a:lnTo>
                  <a:lnTo>
                    <a:pt x="4446455" y="1228982"/>
                  </a:lnTo>
                  <a:lnTo>
                    <a:pt x="4446791" y="1230483"/>
                  </a:lnTo>
                  <a:lnTo>
                    <a:pt x="4447128" y="1232347"/>
                  </a:lnTo>
                  <a:lnTo>
                    <a:pt x="4447464" y="1234444"/>
                  </a:lnTo>
                  <a:lnTo>
                    <a:pt x="4447801" y="1235947"/>
                  </a:lnTo>
                  <a:lnTo>
                    <a:pt x="4448137" y="1237014"/>
                  </a:lnTo>
                  <a:lnTo>
                    <a:pt x="4448473" y="1237995"/>
                  </a:lnTo>
                  <a:lnTo>
                    <a:pt x="4448810" y="1238901"/>
                  </a:lnTo>
                  <a:lnTo>
                    <a:pt x="4449146" y="1240123"/>
                  </a:lnTo>
                  <a:lnTo>
                    <a:pt x="4449483" y="1239401"/>
                  </a:lnTo>
                  <a:lnTo>
                    <a:pt x="4449819" y="1237403"/>
                  </a:lnTo>
                  <a:lnTo>
                    <a:pt x="4450156" y="1233807"/>
                  </a:lnTo>
                  <a:lnTo>
                    <a:pt x="4450492" y="1229552"/>
                  </a:lnTo>
                  <a:lnTo>
                    <a:pt x="4450829" y="1224375"/>
                  </a:lnTo>
                  <a:lnTo>
                    <a:pt x="4451165" y="1218668"/>
                  </a:lnTo>
                  <a:lnTo>
                    <a:pt x="4451502" y="1212737"/>
                  </a:lnTo>
                  <a:lnTo>
                    <a:pt x="4451838" y="1207104"/>
                  </a:lnTo>
                  <a:lnTo>
                    <a:pt x="4452175" y="1202043"/>
                  </a:lnTo>
                  <a:lnTo>
                    <a:pt x="4452511" y="1198059"/>
                  </a:lnTo>
                  <a:lnTo>
                    <a:pt x="4452847" y="1194877"/>
                  </a:lnTo>
                  <a:lnTo>
                    <a:pt x="4453184" y="1191625"/>
                  </a:lnTo>
                  <a:lnTo>
                    <a:pt x="4453520" y="1188996"/>
                  </a:lnTo>
                  <a:lnTo>
                    <a:pt x="4453857" y="1186792"/>
                  </a:lnTo>
                  <a:lnTo>
                    <a:pt x="4454193" y="1184414"/>
                  </a:lnTo>
                  <a:lnTo>
                    <a:pt x="4454530" y="1182249"/>
                  </a:lnTo>
                  <a:lnTo>
                    <a:pt x="4454866" y="1180828"/>
                  </a:lnTo>
                  <a:lnTo>
                    <a:pt x="4455203" y="1179503"/>
                  </a:lnTo>
                  <a:lnTo>
                    <a:pt x="4455539" y="1179631"/>
                  </a:lnTo>
                  <a:lnTo>
                    <a:pt x="4455876" y="1181411"/>
                  </a:lnTo>
                  <a:lnTo>
                    <a:pt x="4456212" y="1183952"/>
                  </a:lnTo>
                  <a:lnTo>
                    <a:pt x="4456549" y="1185903"/>
                  </a:lnTo>
                  <a:lnTo>
                    <a:pt x="4456885" y="1186311"/>
                  </a:lnTo>
                  <a:lnTo>
                    <a:pt x="4457221" y="1186460"/>
                  </a:lnTo>
                  <a:lnTo>
                    <a:pt x="4457558" y="1186227"/>
                  </a:lnTo>
                  <a:lnTo>
                    <a:pt x="4457894" y="1184417"/>
                  </a:lnTo>
                  <a:lnTo>
                    <a:pt x="4458231" y="1181623"/>
                  </a:lnTo>
                  <a:lnTo>
                    <a:pt x="4458567" y="1178265"/>
                  </a:lnTo>
                  <a:lnTo>
                    <a:pt x="4458904" y="1174888"/>
                  </a:lnTo>
                  <a:lnTo>
                    <a:pt x="4459240" y="1171352"/>
                  </a:lnTo>
                  <a:lnTo>
                    <a:pt x="4459577" y="1167862"/>
                  </a:lnTo>
                  <a:lnTo>
                    <a:pt x="4459913" y="1163906"/>
                  </a:lnTo>
                  <a:lnTo>
                    <a:pt x="4460250" y="1159855"/>
                  </a:lnTo>
                  <a:lnTo>
                    <a:pt x="4460586" y="1155530"/>
                  </a:lnTo>
                  <a:lnTo>
                    <a:pt x="4460923" y="1150724"/>
                  </a:lnTo>
                  <a:lnTo>
                    <a:pt x="4461259" y="1145488"/>
                  </a:lnTo>
                  <a:lnTo>
                    <a:pt x="4461595" y="1139287"/>
                  </a:lnTo>
                  <a:lnTo>
                    <a:pt x="4461932" y="1132710"/>
                  </a:lnTo>
                  <a:lnTo>
                    <a:pt x="4462268" y="1126216"/>
                  </a:lnTo>
                  <a:lnTo>
                    <a:pt x="4462605" y="1119849"/>
                  </a:lnTo>
                  <a:lnTo>
                    <a:pt x="4462941" y="1111497"/>
                  </a:lnTo>
                  <a:lnTo>
                    <a:pt x="4463278" y="1104397"/>
                  </a:lnTo>
                  <a:lnTo>
                    <a:pt x="4463614" y="1096914"/>
                  </a:lnTo>
                  <a:lnTo>
                    <a:pt x="4463951" y="1088993"/>
                  </a:lnTo>
                  <a:lnTo>
                    <a:pt x="4464287" y="1080677"/>
                  </a:lnTo>
                  <a:lnTo>
                    <a:pt x="4464624" y="1073076"/>
                  </a:lnTo>
                  <a:lnTo>
                    <a:pt x="4464960" y="1065116"/>
                  </a:lnTo>
                  <a:lnTo>
                    <a:pt x="4465297" y="1057566"/>
                  </a:lnTo>
                  <a:lnTo>
                    <a:pt x="4465633" y="1049954"/>
                  </a:lnTo>
                  <a:lnTo>
                    <a:pt x="4465969" y="1043426"/>
                  </a:lnTo>
                  <a:lnTo>
                    <a:pt x="4466306" y="1037383"/>
                  </a:lnTo>
                  <a:lnTo>
                    <a:pt x="4466642" y="1032680"/>
                  </a:lnTo>
                  <a:lnTo>
                    <a:pt x="4466979" y="1028168"/>
                  </a:lnTo>
                  <a:lnTo>
                    <a:pt x="4467315" y="1023613"/>
                  </a:lnTo>
                  <a:lnTo>
                    <a:pt x="4467652" y="1018515"/>
                  </a:lnTo>
                  <a:lnTo>
                    <a:pt x="4467988" y="1014652"/>
                  </a:lnTo>
                  <a:lnTo>
                    <a:pt x="4468325" y="1012276"/>
                  </a:lnTo>
                  <a:lnTo>
                    <a:pt x="4468661" y="1010315"/>
                  </a:lnTo>
                  <a:lnTo>
                    <a:pt x="4468998" y="1008195"/>
                  </a:lnTo>
                  <a:lnTo>
                    <a:pt x="4469334" y="1006427"/>
                  </a:lnTo>
                  <a:lnTo>
                    <a:pt x="4469671" y="1004271"/>
                  </a:lnTo>
                  <a:lnTo>
                    <a:pt x="4470007" y="1002936"/>
                  </a:lnTo>
                  <a:lnTo>
                    <a:pt x="4470343" y="1001797"/>
                  </a:lnTo>
                  <a:lnTo>
                    <a:pt x="4470680" y="1000913"/>
                  </a:lnTo>
                  <a:lnTo>
                    <a:pt x="4471016" y="1000004"/>
                  </a:lnTo>
                  <a:lnTo>
                    <a:pt x="4471353" y="999255"/>
                  </a:lnTo>
                  <a:lnTo>
                    <a:pt x="4471689" y="997420"/>
                  </a:lnTo>
                  <a:lnTo>
                    <a:pt x="4472026" y="995114"/>
                  </a:lnTo>
                  <a:lnTo>
                    <a:pt x="4472362" y="992913"/>
                  </a:lnTo>
                  <a:lnTo>
                    <a:pt x="4472699" y="990527"/>
                  </a:lnTo>
                  <a:lnTo>
                    <a:pt x="4473035" y="988821"/>
                  </a:lnTo>
                  <a:lnTo>
                    <a:pt x="4473372" y="987614"/>
                  </a:lnTo>
                  <a:lnTo>
                    <a:pt x="4473708" y="986939"/>
                  </a:lnTo>
                  <a:lnTo>
                    <a:pt x="4474045" y="986771"/>
                  </a:lnTo>
                  <a:lnTo>
                    <a:pt x="4474381" y="987114"/>
                  </a:lnTo>
                  <a:lnTo>
                    <a:pt x="4474717" y="986974"/>
                  </a:lnTo>
                  <a:lnTo>
                    <a:pt x="4475054" y="986653"/>
                  </a:lnTo>
                  <a:lnTo>
                    <a:pt x="4475390" y="986782"/>
                  </a:lnTo>
                  <a:lnTo>
                    <a:pt x="4475727" y="986573"/>
                  </a:lnTo>
                  <a:lnTo>
                    <a:pt x="4476063" y="984768"/>
                  </a:lnTo>
                  <a:lnTo>
                    <a:pt x="4476400" y="983068"/>
                  </a:lnTo>
                  <a:lnTo>
                    <a:pt x="4476736" y="981716"/>
                  </a:lnTo>
                  <a:lnTo>
                    <a:pt x="4477073" y="980806"/>
                  </a:lnTo>
                  <a:lnTo>
                    <a:pt x="4477409" y="978935"/>
                  </a:lnTo>
                  <a:lnTo>
                    <a:pt x="4477746" y="977270"/>
                  </a:lnTo>
                  <a:lnTo>
                    <a:pt x="4478082" y="974533"/>
                  </a:lnTo>
                  <a:lnTo>
                    <a:pt x="4478418" y="969951"/>
                  </a:lnTo>
                  <a:lnTo>
                    <a:pt x="4478755" y="964434"/>
                  </a:lnTo>
                  <a:lnTo>
                    <a:pt x="4479091" y="959138"/>
                  </a:lnTo>
                  <a:lnTo>
                    <a:pt x="4479428" y="952582"/>
                  </a:lnTo>
                  <a:lnTo>
                    <a:pt x="4479764" y="945547"/>
                  </a:lnTo>
                  <a:lnTo>
                    <a:pt x="4480101" y="938756"/>
                  </a:lnTo>
                  <a:lnTo>
                    <a:pt x="4480437" y="932441"/>
                  </a:lnTo>
                  <a:lnTo>
                    <a:pt x="4480774" y="925571"/>
                  </a:lnTo>
                  <a:lnTo>
                    <a:pt x="4481110" y="919586"/>
                  </a:lnTo>
                  <a:lnTo>
                    <a:pt x="4481447" y="914070"/>
                  </a:lnTo>
                  <a:lnTo>
                    <a:pt x="4481783" y="907836"/>
                  </a:lnTo>
                  <a:lnTo>
                    <a:pt x="4482120" y="901674"/>
                  </a:lnTo>
                  <a:lnTo>
                    <a:pt x="4482456" y="896235"/>
                  </a:lnTo>
                  <a:lnTo>
                    <a:pt x="4482792" y="890372"/>
                  </a:lnTo>
                  <a:lnTo>
                    <a:pt x="4483129" y="884930"/>
                  </a:lnTo>
                  <a:lnTo>
                    <a:pt x="4483465" y="879520"/>
                  </a:lnTo>
                  <a:lnTo>
                    <a:pt x="4483802" y="873828"/>
                  </a:lnTo>
                  <a:lnTo>
                    <a:pt x="4484138" y="868268"/>
                  </a:lnTo>
                  <a:lnTo>
                    <a:pt x="4484475" y="862862"/>
                  </a:lnTo>
                  <a:lnTo>
                    <a:pt x="4484811" y="856503"/>
                  </a:lnTo>
                  <a:lnTo>
                    <a:pt x="4485148" y="849216"/>
                  </a:lnTo>
                  <a:lnTo>
                    <a:pt x="4485484" y="841933"/>
                  </a:lnTo>
                  <a:lnTo>
                    <a:pt x="4485821" y="833921"/>
                  </a:lnTo>
                  <a:lnTo>
                    <a:pt x="4486157" y="824946"/>
                  </a:lnTo>
                  <a:lnTo>
                    <a:pt x="4486494" y="815141"/>
                  </a:lnTo>
                  <a:lnTo>
                    <a:pt x="4486830" y="804727"/>
                  </a:lnTo>
                  <a:lnTo>
                    <a:pt x="4487166" y="793738"/>
                  </a:lnTo>
                  <a:lnTo>
                    <a:pt x="4487503" y="782197"/>
                  </a:lnTo>
                  <a:lnTo>
                    <a:pt x="4487839" y="771592"/>
                  </a:lnTo>
                  <a:lnTo>
                    <a:pt x="4488176" y="762178"/>
                  </a:lnTo>
                  <a:lnTo>
                    <a:pt x="4488512" y="753403"/>
                  </a:lnTo>
                  <a:lnTo>
                    <a:pt x="4488849" y="747543"/>
                  </a:lnTo>
                  <a:lnTo>
                    <a:pt x="4489185" y="742348"/>
                  </a:lnTo>
                  <a:lnTo>
                    <a:pt x="4489522" y="739156"/>
                  </a:lnTo>
                  <a:lnTo>
                    <a:pt x="4489858" y="738922"/>
                  </a:lnTo>
                  <a:lnTo>
                    <a:pt x="4490195" y="741814"/>
                  </a:lnTo>
                  <a:lnTo>
                    <a:pt x="4490531" y="745608"/>
                  </a:lnTo>
                  <a:lnTo>
                    <a:pt x="4490868" y="749696"/>
                  </a:lnTo>
                  <a:lnTo>
                    <a:pt x="4491204" y="753143"/>
                  </a:lnTo>
                  <a:lnTo>
                    <a:pt x="4491540" y="756479"/>
                  </a:lnTo>
                  <a:lnTo>
                    <a:pt x="4491877" y="758278"/>
                  </a:lnTo>
                  <a:lnTo>
                    <a:pt x="4492213" y="758424"/>
                  </a:lnTo>
                  <a:lnTo>
                    <a:pt x="4492550" y="757569"/>
                  </a:lnTo>
                  <a:lnTo>
                    <a:pt x="4492886" y="755688"/>
                  </a:lnTo>
                  <a:lnTo>
                    <a:pt x="4493223" y="753491"/>
                  </a:lnTo>
                  <a:lnTo>
                    <a:pt x="4493559" y="750102"/>
                  </a:lnTo>
                  <a:lnTo>
                    <a:pt x="4493896" y="746235"/>
                  </a:lnTo>
                  <a:lnTo>
                    <a:pt x="4494232" y="741518"/>
                  </a:lnTo>
                  <a:lnTo>
                    <a:pt x="4494569" y="735817"/>
                  </a:lnTo>
                  <a:lnTo>
                    <a:pt x="4494905" y="728439"/>
                  </a:lnTo>
                  <a:lnTo>
                    <a:pt x="4495242" y="719534"/>
                  </a:lnTo>
                  <a:lnTo>
                    <a:pt x="4495578" y="709783"/>
                  </a:lnTo>
                  <a:lnTo>
                    <a:pt x="4495914" y="698955"/>
                  </a:lnTo>
                  <a:lnTo>
                    <a:pt x="4496251" y="687669"/>
                  </a:lnTo>
                  <a:lnTo>
                    <a:pt x="4496587" y="676025"/>
                  </a:lnTo>
                  <a:lnTo>
                    <a:pt x="4496924" y="665356"/>
                  </a:lnTo>
                  <a:lnTo>
                    <a:pt x="4497260" y="655532"/>
                  </a:lnTo>
                  <a:lnTo>
                    <a:pt x="4497597" y="647207"/>
                  </a:lnTo>
                  <a:lnTo>
                    <a:pt x="4497933" y="640797"/>
                  </a:lnTo>
                  <a:lnTo>
                    <a:pt x="4498270" y="635567"/>
                  </a:lnTo>
                  <a:lnTo>
                    <a:pt x="4498606" y="631180"/>
                  </a:lnTo>
                  <a:lnTo>
                    <a:pt x="4498943" y="627024"/>
                  </a:lnTo>
                  <a:lnTo>
                    <a:pt x="4499279" y="623430"/>
                  </a:lnTo>
                  <a:lnTo>
                    <a:pt x="4499616" y="619978"/>
                  </a:lnTo>
                  <a:lnTo>
                    <a:pt x="4499952" y="617844"/>
                  </a:lnTo>
                  <a:lnTo>
                    <a:pt x="4500288" y="615835"/>
                  </a:lnTo>
                  <a:lnTo>
                    <a:pt x="4500625" y="614739"/>
                  </a:lnTo>
                  <a:lnTo>
                    <a:pt x="4500961" y="614400"/>
                  </a:lnTo>
                  <a:lnTo>
                    <a:pt x="4501298" y="614625"/>
                  </a:lnTo>
                  <a:lnTo>
                    <a:pt x="4501634" y="615460"/>
                  </a:lnTo>
                  <a:lnTo>
                    <a:pt x="4501971" y="615899"/>
                  </a:lnTo>
                  <a:lnTo>
                    <a:pt x="4502307" y="616946"/>
                  </a:lnTo>
                  <a:lnTo>
                    <a:pt x="4502644" y="616689"/>
                  </a:lnTo>
                  <a:lnTo>
                    <a:pt x="4502980" y="614552"/>
                  </a:lnTo>
                  <a:lnTo>
                    <a:pt x="4503317" y="612238"/>
                  </a:lnTo>
                  <a:lnTo>
                    <a:pt x="4503653" y="608904"/>
                  </a:lnTo>
                  <a:lnTo>
                    <a:pt x="4503990" y="604590"/>
                  </a:lnTo>
                  <a:lnTo>
                    <a:pt x="4504326" y="601218"/>
                  </a:lnTo>
                  <a:lnTo>
                    <a:pt x="4504662" y="598249"/>
                  </a:lnTo>
                  <a:lnTo>
                    <a:pt x="4504999" y="595716"/>
                  </a:lnTo>
                  <a:lnTo>
                    <a:pt x="4505335" y="593521"/>
                  </a:lnTo>
                  <a:lnTo>
                    <a:pt x="4505672" y="590697"/>
                  </a:lnTo>
                  <a:lnTo>
                    <a:pt x="4506008" y="587762"/>
                  </a:lnTo>
                  <a:lnTo>
                    <a:pt x="4506345" y="585173"/>
                  </a:lnTo>
                  <a:lnTo>
                    <a:pt x="4506681" y="582403"/>
                  </a:lnTo>
                  <a:lnTo>
                    <a:pt x="4507018" y="578361"/>
                  </a:lnTo>
                  <a:lnTo>
                    <a:pt x="4507354" y="574524"/>
                  </a:lnTo>
                  <a:lnTo>
                    <a:pt x="4507691" y="570769"/>
                  </a:lnTo>
                  <a:lnTo>
                    <a:pt x="4508027" y="567294"/>
                  </a:lnTo>
                  <a:lnTo>
                    <a:pt x="4508363" y="564237"/>
                  </a:lnTo>
                  <a:lnTo>
                    <a:pt x="4508700" y="561062"/>
                  </a:lnTo>
                  <a:lnTo>
                    <a:pt x="4509036" y="557963"/>
                  </a:lnTo>
                  <a:lnTo>
                    <a:pt x="4509373" y="554173"/>
                  </a:lnTo>
                  <a:lnTo>
                    <a:pt x="4509709" y="551285"/>
                  </a:lnTo>
                  <a:lnTo>
                    <a:pt x="4510046" y="545893"/>
                  </a:lnTo>
                  <a:lnTo>
                    <a:pt x="4510382" y="540955"/>
                  </a:lnTo>
                  <a:lnTo>
                    <a:pt x="4510719" y="536381"/>
                  </a:lnTo>
                  <a:lnTo>
                    <a:pt x="4511055" y="531875"/>
                  </a:lnTo>
                  <a:lnTo>
                    <a:pt x="4511392" y="526550"/>
                  </a:lnTo>
                  <a:lnTo>
                    <a:pt x="4511728" y="520841"/>
                  </a:lnTo>
                  <a:lnTo>
                    <a:pt x="4512065" y="515628"/>
                  </a:lnTo>
                  <a:lnTo>
                    <a:pt x="4512401" y="510173"/>
                  </a:lnTo>
                  <a:lnTo>
                    <a:pt x="4512737" y="506326"/>
                  </a:lnTo>
                  <a:lnTo>
                    <a:pt x="4513074" y="503142"/>
                  </a:lnTo>
                  <a:lnTo>
                    <a:pt x="4513410" y="501150"/>
                  </a:lnTo>
                  <a:lnTo>
                    <a:pt x="4513747" y="498337"/>
                  </a:lnTo>
                  <a:lnTo>
                    <a:pt x="4514083" y="496194"/>
                  </a:lnTo>
                  <a:lnTo>
                    <a:pt x="4514420" y="494528"/>
                  </a:lnTo>
                  <a:lnTo>
                    <a:pt x="4514756" y="494330"/>
                  </a:lnTo>
                  <a:lnTo>
                    <a:pt x="4515093" y="495278"/>
                  </a:lnTo>
                  <a:lnTo>
                    <a:pt x="4515429" y="496081"/>
                  </a:lnTo>
                  <a:lnTo>
                    <a:pt x="4515766" y="497454"/>
                  </a:lnTo>
                  <a:lnTo>
                    <a:pt x="4516102" y="498391"/>
                  </a:lnTo>
                  <a:lnTo>
                    <a:pt x="4516439" y="499417"/>
                  </a:lnTo>
                  <a:lnTo>
                    <a:pt x="4516775" y="500849"/>
                  </a:lnTo>
                  <a:lnTo>
                    <a:pt x="4517111" y="502644"/>
                  </a:lnTo>
                  <a:lnTo>
                    <a:pt x="4517448" y="504793"/>
                  </a:lnTo>
                  <a:lnTo>
                    <a:pt x="4517784" y="507608"/>
                  </a:lnTo>
                  <a:lnTo>
                    <a:pt x="4518121" y="511369"/>
                  </a:lnTo>
                  <a:lnTo>
                    <a:pt x="4518457" y="514930"/>
                  </a:lnTo>
                  <a:lnTo>
                    <a:pt x="4518794" y="518995"/>
                  </a:lnTo>
                  <a:lnTo>
                    <a:pt x="4519130" y="522908"/>
                  </a:lnTo>
                  <a:lnTo>
                    <a:pt x="4519467" y="525849"/>
                  </a:lnTo>
                  <a:lnTo>
                    <a:pt x="4519803" y="527440"/>
                  </a:lnTo>
                  <a:lnTo>
                    <a:pt x="4520140" y="526862"/>
                  </a:lnTo>
                  <a:lnTo>
                    <a:pt x="4520476" y="524746"/>
                  </a:lnTo>
                  <a:lnTo>
                    <a:pt x="4520813" y="521758"/>
                  </a:lnTo>
                  <a:lnTo>
                    <a:pt x="4521149" y="518805"/>
                  </a:lnTo>
                  <a:lnTo>
                    <a:pt x="4521485" y="516486"/>
                  </a:lnTo>
                  <a:lnTo>
                    <a:pt x="4521822" y="514600"/>
                  </a:lnTo>
                  <a:lnTo>
                    <a:pt x="4522158" y="513224"/>
                  </a:lnTo>
                  <a:lnTo>
                    <a:pt x="4522495" y="512015"/>
                  </a:lnTo>
                  <a:lnTo>
                    <a:pt x="4522831" y="508870"/>
                  </a:lnTo>
                  <a:lnTo>
                    <a:pt x="4523168" y="504729"/>
                  </a:lnTo>
                  <a:lnTo>
                    <a:pt x="4523504" y="500612"/>
                  </a:lnTo>
                  <a:lnTo>
                    <a:pt x="4523841" y="496073"/>
                  </a:lnTo>
                  <a:lnTo>
                    <a:pt x="4524177" y="492476"/>
                  </a:lnTo>
                  <a:lnTo>
                    <a:pt x="4524514" y="488152"/>
                  </a:lnTo>
                  <a:lnTo>
                    <a:pt x="4524850" y="482640"/>
                  </a:lnTo>
                  <a:lnTo>
                    <a:pt x="4525187" y="478441"/>
                  </a:lnTo>
                  <a:lnTo>
                    <a:pt x="4525523" y="474231"/>
                  </a:lnTo>
                  <a:lnTo>
                    <a:pt x="4525859" y="469344"/>
                  </a:lnTo>
                  <a:lnTo>
                    <a:pt x="4526196" y="463270"/>
                  </a:lnTo>
                  <a:lnTo>
                    <a:pt x="4526532" y="457911"/>
                  </a:lnTo>
                  <a:lnTo>
                    <a:pt x="4526869" y="451376"/>
                  </a:lnTo>
                  <a:lnTo>
                    <a:pt x="4527205" y="445470"/>
                  </a:lnTo>
                  <a:lnTo>
                    <a:pt x="4527542" y="438656"/>
                  </a:lnTo>
                  <a:lnTo>
                    <a:pt x="4527878" y="432197"/>
                  </a:lnTo>
                  <a:lnTo>
                    <a:pt x="4528215" y="425688"/>
                  </a:lnTo>
                  <a:lnTo>
                    <a:pt x="4528551" y="420020"/>
                  </a:lnTo>
                  <a:lnTo>
                    <a:pt x="4528888" y="415675"/>
                  </a:lnTo>
                  <a:lnTo>
                    <a:pt x="4529224" y="412034"/>
                  </a:lnTo>
                  <a:lnTo>
                    <a:pt x="4529561" y="408489"/>
                  </a:lnTo>
                  <a:lnTo>
                    <a:pt x="4529897" y="405787"/>
                  </a:lnTo>
                  <a:lnTo>
                    <a:pt x="4530233" y="405494"/>
                  </a:lnTo>
                  <a:lnTo>
                    <a:pt x="4530570" y="404867"/>
                  </a:lnTo>
                  <a:lnTo>
                    <a:pt x="4530906" y="405651"/>
                  </a:lnTo>
                  <a:lnTo>
                    <a:pt x="4531243" y="407182"/>
                  </a:lnTo>
                  <a:lnTo>
                    <a:pt x="4531579" y="410444"/>
                  </a:lnTo>
                  <a:lnTo>
                    <a:pt x="4531916" y="413967"/>
                  </a:lnTo>
                  <a:lnTo>
                    <a:pt x="4532252" y="417018"/>
                  </a:lnTo>
                  <a:lnTo>
                    <a:pt x="4532589" y="421122"/>
                  </a:lnTo>
                  <a:lnTo>
                    <a:pt x="4532925" y="424451"/>
                  </a:lnTo>
                  <a:lnTo>
                    <a:pt x="4533262" y="427614"/>
                  </a:lnTo>
                  <a:lnTo>
                    <a:pt x="4533598" y="430424"/>
                  </a:lnTo>
                  <a:lnTo>
                    <a:pt x="4533935" y="432996"/>
                  </a:lnTo>
                  <a:lnTo>
                    <a:pt x="4534271" y="434557"/>
                  </a:lnTo>
                  <a:lnTo>
                    <a:pt x="4534607" y="436188"/>
                  </a:lnTo>
                  <a:lnTo>
                    <a:pt x="4534944" y="437509"/>
                  </a:lnTo>
                  <a:lnTo>
                    <a:pt x="4535280" y="436746"/>
                  </a:lnTo>
                  <a:lnTo>
                    <a:pt x="4535617" y="434663"/>
                  </a:lnTo>
                  <a:lnTo>
                    <a:pt x="4535953" y="431684"/>
                  </a:lnTo>
                  <a:lnTo>
                    <a:pt x="4536290" y="429012"/>
                  </a:lnTo>
                  <a:lnTo>
                    <a:pt x="4536626" y="424330"/>
                  </a:lnTo>
                  <a:lnTo>
                    <a:pt x="4536963" y="420022"/>
                  </a:lnTo>
                  <a:lnTo>
                    <a:pt x="4537299" y="413721"/>
                  </a:lnTo>
                  <a:lnTo>
                    <a:pt x="4537636" y="407066"/>
                  </a:lnTo>
                  <a:lnTo>
                    <a:pt x="4537972" y="400000"/>
                  </a:lnTo>
                  <a:lnTo>
                    <a:pt x="4538309" y="393280"/>
                  </a:lnTo>
                  <a:lnTo>
                    <a:pt x="4538645" y="386408"/>
                  </a:lnTo>
                  <a:lnTo>
                    <a:pt x="4538981" y="379515"/>
                  </a:lnTo>
                  <a:lnTo>
                    <a:pt x="4539318" y="374396"/>
                  </a:lnTo>
                  <a:lnTo>
                    <a:pt x="4539654" y="370094"/>
                  </a:lnTo>
                  <a:lnTo>
                    <a:pt x="4539991" y="366356"/>
                  </a:lnTo>
                  <a:lnTo>
                    <a:pt x="4540327" y="363257"/>
                  </a:lnTo>
                  <a:lnTo>
                    <a:pt x="4540664" y="359958"/>
                  </a:lnTo>
                  <a:lnTo>
                    <a:pt x="4541000" y="356676"/>
                  </a:lnTo>
                  <a:lnTo>
                    <a:pt x="4541337" y="352808"/>
                  </a:lnTo>
                  <a:lnTo>
                    <a:pt x="4541673" y="348171"/>
                  </a:lnTo>
                  <a:lnTo>
                    <a:pt x="4542010" y="343636"/>
                  </a:lnTo>
                  <a:lnTo>
                    <a:pt x="4542346" y="339459"/>
                  </a:lnTo>
                  <a:lnTo>
                    <a:pt x="4542682" y="335434"/>
                  </a:lnTo>
                  <a:lnTo>
                    <a:pt x="4543019" y="332857"/>
                  </a:lnTo>
                  <a:lnTo>
                    <a:pt x="4543355" y="332217"/>
                  </a:lnTo>
                  <a:lnTo>
                    <a:pt x="4543692" y="331182"/>
                  </a:lnTo>
                  <a:lnTo>
                    <a:pt x="4544028" y="328771"/>
                  </a:lnTo>
                  <a:lnTo>
                    <a:pt x="4544365" y="325865"/>
                  </a:lnTo>
                  <a:lnTo>
                    <a:pt x="4544701" y="322602"/>
                  </a:lnTo>
                  <a:lnTo>
                    <a:pt x="4545038" y="319245"/>
                  </a:lnTo>
                  <a:lnTo>
                    <a:pt x="4545374" y="314238"/>
                  </a:lnTo>
                  <a:lnTo>
                    <a:pt x="4545711" y="312055"/>
                  </a:lnTo>
                  <a:lnTo>
                    <a:pt x="4546047" y="311019"/>
                  </a:lnTo>
                  <a:lnTo>
                    <a:pt x="4546384" y="309853"/>
                  </a:lnTo>
                  <a:lnTo>
                    <a:pt x="4546720" y="309411"/>
                  </a:lnTo>
                  <a:lnTo>
                    <a:pt x="4547056" y="309280"/>
                  </a:lnTo>
                  <a:lnTo>
                    <a:pt x="4547393" y="308985"/>
                  </a:lnTo>
                  <a:lnTo>
                    <a:pt x="4547729" y="309577"/>
                  </a:lnTo>
                  <a:lnTo>
                    <a:pt x="4548066" y="310398"/>
                  </a:lnTo>
                  <a:lnTo>
                    <a:pt x="4548402" y="310847"/>
                  </a:lnTo>
                  <a:lnTo>
                    <a:pt x="4548739" y="312345"/>
                  </a:lnTo>
                  <a:lnTo>
                    <a:pt x="4549075" y="315639"/>
                  </a:lnTo>
                  <a:lnTo>
                    <a:pt x="4549412" y="318443"/>
                  </a:lnTo>
                  <a:lnTo>
                    <a:pt x="4549748" y="320142"/>
                  </a:lnTo>
                  <a:lnTo>
                    <a:pt x="4550085" y="321792"/>
                  </a:lnTo>
                  <a:lnTo>
                    <a:pt x="4550421" y="323052"/>
                  </a:lnTo>
                  <a:lnTo>
                    <a:pt x="4550758" y="323967"/>
                  </a:lnTo>
                  <a:lnTo>
                    <a:pt x="4551094" y="324986"/>
                  </a:lnTo>
                  <a:lnTo>
                    <a:pt x="4551430" y="325796"/>
                  </a:lnTo>
                  <a:lnTo>
                    <a:pt x="4551767" y="326207"/>
                  </a:lnTo>
                  <a:lnTo>
                    <a:pt x="4552103" y="328335"/>
                  </a:lnTo>
                  <a:lnTo>
                    <a:pt x="4552440" y="331879"/>
                  </a:lnTo>
                  <a:lnTo>
                    <a:pt x="4552776" y="335003"/>
                  </a:lnTo>
                  <a:lnTo>
                    <a:pt x="4553113" y="338921"/>
                  </a:lnTo>
                  <a:lnTo>
                    <a:pt x="4553449" y="344208"/>
                  </a:lnTo>
                  <a:lnTo>
                    <a:pt x="4553786" y="350000"/>
                  </a:lnTo>
                  <a:lnTo>
                    <a:pt x="4554122" y="356324"/>
                  </a:lnTo>
                  <a:lnTo>
                    <a:pt x="4554459" y="364609"/>
                  </a:lnTo>
                  <a:lnTo>
                    <a:pt x="4554795" y="373403"/>
                  </a:lnTo>
                  <a:lnTo>
                    <a:pt x="4555132" y="382894"/>
                  </a:lnTo>
                  <a:lnTo>
                    <a:pt x="4555468" y="391683"/>
                  </a:lnTo>
                  <a:lnTo>
                    <a:pt x="4555804" y="399425"/>
                  </a:lnTo>
                  <a:lnTo>
                    <a:pt x="4556141" y="404882"/>
                  </a:lnTo>
                  <a:lnTo>
                    <a:pt x="4556477" y="410584"/>
                  </a:lnTo>
                  <a:lnTo>
                    <a:pt x="4556814" y="416925"/>
                  </a:lnTo>
                  <a:lnTo>
                    <a:pt x="4557150" y="423047"/>
                  </a:lnTo>
                  <a:lnTo>
                    <a:pt x="4557487" y="428612"/>
                  </a:lnTo>
                  <a:lnTo>
                    <a:pt x="4557823" y="433803"/>
                  </a:lnTo>
                  <a:lnTo>
                    <a:pt x="4558160" y="438012"/>
                  </a:lnTo>
                  <a:lnTo>
                    <a:pt x="4558496" y="441392"/>
                  </a:lnTo>
                  <a:lnTo>
                    <a:pt x="4558833" y="442770"/>
                  </a:lnTo>
                  <a:lnTo>
                    <a:pt x="4559169" y="444445"/>
                  </a:lnTo>
                  <a:lnTo>
                    <a:pt x="4559506" y="446596"/>
                  </a:lnTo>
                  <a:lnTo>
                    <a:pt x="4559842" y="449356"/>
                  </a:lnTo>
                  <a:lnTo>
                    <a:pt x="4560178" y="452408"/>
                  </a:lnTo>
                  <a:lnTo>
                    <a:pt x="4560515" y="455814"/>
                  </a:lnTo>
                  <a:lnTo>
                    <a:pt x="4560851" y="460742"/>
                  </a:lnTo>
                  <a:lnTo>
                    <a:pt x="4561188" y="466285"/>
                  </a:lnTo>
                  <a:lnTo>
                    <a:pt x="4561524" y="473433"/>
                  </a:lnTo>
                  <a:lnTo>
                    <a:pt x="4561861" y="480575"/>
                  </a:lnTo>
                  <a:lnTo>
                    <a:pt x="4562197" y="488954"/>
                  </a:lnTo>
                  <a:lnTo>
                    <a:pt x="4562534" y="498497"/>
                  </a:lnTo>
                  <a:lnTo>
                    <a:pt x="4562870" y="509339"/>
                  </a:lnTo>
                  <a:lnTo>
                    <a:pt x="4563207" y="520969"/>
                  </a:lnTo>
                  <a:lnTo>
                    <a:pt x="4563543" y="533248"/>
                  </a:lnTo>
                  <a:lnTo>
                    <a:pt x="4563880" y="546695"/>
                  </a:lnTo>
                  <a:lnTo>
                    <a:pt x="4564216" y="558934"/>
                  </a:lnTo>
                  <a:lnTo>
                    <a:pt x="4564552" y="570183"/>
                  </a:lnTo>
                  <a:lnTo>
                    <a:pt x="4564889" y="580029"/>
                  </a:lnTo>
                  <a:lnTo>
                    <a:pt x="4565225" y="588466"/>
                  </a:lnTo>
                  <a:lnTo>
                    <a:pt x="4565562" y="595857"/>
                  </a:lnTo>
                  <a:lnTo>
                    <a:pt x="4565898" y="602617"/>
                  </a:lnTo>
                  <a:lnTo>
                    <a:pt x="4566235" y="609535"/>
                  </a:lnTo>
                  <a:lnTo>
                    <a:pt x="4566571" y="616371"/>
                  </a:lnTo>
                  <a:lnTo>
                    <a:pt x="4566908" y="623745"/>
                  </a:lnTo>
                  <a:lnTo>
                    <a:pt x="4567244" y="630751"/>
                  </a:lnTo>
                  <a:lnTo>
                    <a:pt x="4567581" y="637708"/>
                  </a:lnTo>
                  <a:lnTo>
                    <a:pt x="4567917" y="644220"/>
                  </a:lnTo>
                  <a:lnTo>
                    <a:pt x="4568254" y="650359"/>
                  </a:lnTo>
                  <a:lnTo>
                    <a:pt x="4568590" y="656482"/>
                  </a:lnTo>
                  <a:lnTo>
                    <a:pt x="4568926" y="662663"/>
                  </a:lnTo>
                  <a:lnTo>
                    <a:pt x="4569263" y="668847"/>
                  </a:lnTo>
                  <a:lnTo>
                    <a:pt x="4569599" y="675205"/>
                  </a:lnTo>
                  <a:lnTo>
                    <a:pt x="4569936" y="683075"/>
                  </a:lnTo>
                  <a:lnTo>
                    <a:pt x="4570272" y="692837"/>
                  </a:lnTo>
                  <a:lnTo>
                    <a:pt x="4570609" y="702724"/>
                  </a:lnTo>
                  <a:lnTo>
                    <a:pt x="4570945" y="713575"/>
                  </a:lnTo>
                  <a:lnTo>
                    <a:pt x="4571282" y="724477"/>
                  </a:lnTo>
                  <a:lnTo>
                    <a:pt x="4571618" y="733795"/>
                  </a:lnTo>
                  <a:lnTo>
                    <a:pt x="4571955" y="741132"/>
                  </a:lnTo>
                  <a:lnTo>
                    <a:pt x="4572291" y="746825"/>
                  </a:lnTo>
                  <a:lnTo>
                    <a:pt x="4572628" y="751670"/>
                  </a:lnTo>
                  <a:lnTo>
                    <a:pt x="4572964" y="754902"/>
                  </a:lnTo>
                  <a:lnTo>
                    <a:pt x="4573300" y="757119"/>
                  </a:lnTo>
                  <a:lnTo>
                    <a:pt x="4573637" y="759208"/>
                  </a:lnTo>
                  <a:lnTo>
                    <a:pt x="4573973" y="760906"/>
                  </a:lnTo>
                  <a:lnTo>
                    <a:pt x="4574310" y="762710"/>
                  </a:lnTo>
                  <a:lnTo>
                    <a:pt x="4574646" y="765277"/>
                  </a:lnTo>
                  <a:lnTo>
                    <a:pt x="4574983" y="766462"/>
                  </a:lnTo>
                  <a:lnTo>
                    <a:pt x="4575319" y="767425"/>
                  </a:lnTo>
                  <a:lnTo>
                    <a:pt x="4575656" y="767327"/>
                  </a:lnTo>
                  <a:lnTo>
                    <a:pt x="4575992" y="767376"/>
                  </a:lnTo>
                  <a:lnTo>
                    <a:pt x="4576329" y="768053"/>
                  </a:lnTo>
                  <a:lnTo>
                    <a:pt x="4576665" y="768979"/>
                  </a:lnTo>
                  <a:lnTo>
                    <a:pt x="4577001" y="769618"/>
                  </a:lnTo>
                  <a:lnTo>
                    <a:pt x="4577338" y="772832"/>
                  </a:lnTo>
                  <a:lnTo>
                    <a:pt x="4577674" y="776423"/>
                  </a:lnTo>
                  <a:lnTo>
                    <a:pt x="4578011" y="780759"/>
                  </a:lnTo>
                  <a:lnTo>
                    <a:pt x="4578347" y="785703"/>
                  </a:lnTo>
                  <a:lnTo>
                    <a:pt x="4578684" y="791069"/>
                  </a:lnTo>
                  <a:lnTo>
                    <a:pt x="4579020" y="797098"/>
                  </a:lnTo>
                  <a:lnTo>
                    <a:pt x="4579357" y="802506"/>
                  </a:lnTo>
                  <a:lnTo>
                    <a:pt x="4579693" y="809085"/>
                  </a:lnTo>
                  <a:lnTo>
                    <a:pt x="4580030" y="814109"/>
                  </a:lnTo>
                  <a:lnTo>
                    <a:pt x="4580366" y="818280"/>
                  </a:lnTo>
                  <a:lnTo>
                    <a:pt x="4580703" y="821489"/>
                  </a:lnTo>
                  <a:lnTo>
                    <a:pt x="4581039" y="824121"/>
                  </a:lnTo>
                  <a:lnTo>
                    <a:pt x="4581375" y="825128"/>
                  </a:lnTo>
                  <a:lnTo>
                    <a:pt x="4581712" y="825126"/>
                  </a:lnTo>
                  <a:lnTo>
                    <a:pt x="4582048" y="823900"/>
                  </a:lnTo>
                  <a:lnTo>
                    <a:pt x="4582385" y="822103"/>
                  </a:lnTo>
                  <a:lnTo>
                    <a:pt x="4582721" y="820113"/>
                  </a:lnTo>
                  <a:lnTo>
                    <a:pt x="4583058" y="818315"/>
                  </a:lnTo>
                  <a:lnTo>
                    <a:pt x="4583394" y="817987"/>
                  </a:lnTo>
                  <a:lnTo>
                    <a:pt x="4583731" y="818259"/>
                  </a:lnTo>
                  <a:lnTo>
                    <a:pt x="4584067" y="817901"/>
                  </a:lnTo>
                  <a:lnTo>
                    <a:pt x="4584404" y="816217"/>
                  </a:lnTo>
                  <a:lnTo>
                    <a:pt x="4584740" y="813653"/>
                  </a:lnTo>
                  <a:lnTo>
                    <a:pt x="4585077" y="810467"/>
                  </a:lnTo>
                  <a:lnTo>
                    <a:pt x="4585413" y="807065"/>
                  </a:lnTo>
                  <a:lnTo>
                    <a:pt x="4585749" y="803873"/>
                  </a:lnTo>
                  <a:lnTo>
                    <a:pt x="4586086" y="800541"/>
                  </a:lnTo>
                  <a:lnTo>
                    <a:pt x="4586422" y="796728"/>
                  </a:lnTo>
                  <a:lnTo>
                    <a:pt x="4586759" y="793653"/>
                  </a:lnTo>
                  <a:lnTo>
                    <a:pt x="4587095" y="790673"/>
                  </a:lnTo>
                  <a:lnTo>
                    <a:pt x="4587432" y="788933"/>
                  </a:lnTo>
                  <a:lnTo>
                    <a:pt x="4587768" y="789074"/>
                  </a:lnTo>
                  <a:lnTo>
                    <a:pt x="4588105" y="789882"/>
                  </a:lnTo>
                  <a:lnTo>
                    <a:pt x="4588441" y="790289"/>
                  </a:lnTo>
                  <a:lnTo>
                    <a:pt x="4588778" y="789040"/>
                  </a:lnTo>
                  <a:lnTo>
                    <a:pt x="4589114" y="787341"/>
                  </a:lnTo>
                  <a:lnTo>
                    <a:pt x="4589451" y="785483"/>
                  </a:lnTo>
                  <a:lnTo>
                    <a:pt x="4589787" y="784196"/>
                  </a:lnTo>
                  <a:lnTo>
                    <a:pt x="4590123" y="783333"/>
                  </a:lnTo>
                  <a:lnTo>
                    <a:pt x="4590460" y="782856"/>
                  </a:lnTo>
                  <a:lnTo>
                    <a:pt x="4590796" y="782457"/>
                  </a:lnTo>
                  <a:lnTo>
                    <a:pt x="4591133" y="782123"/>
                  </a:lnTo>
                  <a:lnTo>
                    <a:pt x="4591469" y="782206"/>
                  </a:lnTo>
                  <a:lnTo>
                    <a:pt x="4591806" y="782125"/>
                  </a:lnTo>
                  <a:lnTo>
                    <a:pt x="4592142" y="783880"/>
                  </a:lnTo>
                  <a:lnTo>
                    <a:pt x="4592479" y="783331"/>
                  </a:lnTo>
                  <a:lnTo>
                    <a:pt x="4592815" y="783279"/>
                  </a:lnTo>
                  <a:lnTo>
                    <a:pt x="4593152" y="783545"/>
                  </a:lnTo>
                  <a:lnTo>
                    <a:pt x="4593488" y="784472"/>
                  </a:lnTo>
                  <a:lnTo>
                    <a:pt x="4593825" y="784963"/>
                  </a:lnTo>
                  <a:lnTo>
                    <a:pt x="4594161" y="786870"/>
                  </a:lnTo>
                  <a:lnTo>
                    <a:pt x="4594497" y="787825"/>
                  </a:lnTo>
                  <a:lnTo>
                    <a:pt x="4594834" y="789947"/>
                  </a:lnTo>
                  <a:lnTo>
                    <a:pt x="4595170" y="792354"/>
                  </a:lnTo>
                  <a:lnTo>
                    <a:pt x="4595507" y="796655"/>
                  </a:lnTo>
                  <a:lnTo>
                    <a:pt x="4595843" y="801061"/>
                  </a:lnTo>
                  <a:lnTo>
                    <a:pt x="4596180" y="806218"/>
                  </a:lnTo>
                  <a:lnTo>
                    <a:pt x="4596516" y="811155"/>
                  </a:lnTo>
                  <a:lnTo>
                    <a:pt x="4596853" y="816449"/>
                  </a:lnTo>
                  <a:lnTo>
                    <a:pt x="4597189" y="820897"/>
                  </a:lnTo>
                  <a:lnTo>
                    <a:pt x="4597526" y="825122"/>
                  </a:lnTo>
                  <a:lnTo>
                    <a:pt x="4597862" y="829081"/>
                  </a:lnTo>
                  <a:lnTo>
                    <a:pt x="4598199" y="832211"/>
                  </a:lnTo>
                  <a:lnTo>
                    <a:pt x="4598535" y="834788"/>
                  </a:lnTo>
                  <a:lnTo>
                    <a:pt x="4598871" y="836307"/>
                  </a:lnTo>
                  <a:lnTo>
                    <a:pt x="4599208" y="837731"/>
                  </a:lnTo>
                  <a:lnTo>
                    <a:pt x="4599544" y="840241"/>
                  </a:lnTo>
                  <a:lnTo>
                    <a:pt x="4599881" y="841852"/>
                  </a:lnTo>
                  <a:lnTo>
                    <a:pt x="4600217" y="844555"/>
                  </a:lnTo>
                  <a:lnTo>
                    <a:pt x="4600554" y="845589"/>
                  </a:lnTo>
                  <a:lnTo>
                    <a:pt x="4600890" y="846476"/>
                  </a:lnTo>
                  <a:lnTo>
                    <a:pt x="4601227" y="846793"/>
                  </a:lnTo>
                  <a:lnTo>
                    <a:pt x="4601563" y="847365"/>
                  </a:lnTo>
                  <a:lnTo>
                    <a:pt x="4601900" y="848252"/>
                  </a:lnTo>
                  <a:lnTo>
                    <a:pt x="4602236" y="848913"/>
                  </a:lnTo>
                  <a:lnTo>
                    <a:pt x="4602573" y="850633"/>
                  </a:lnTo>
                  <a:lnTo>
                    <a:pt x="4602909" y="852327"/>
                  </a:lnTo>
                  <a:lnTo>
                    <a:pt x="4603245" y="854162"/>
                  </a:lnTo>
                  <a:lnTo>
                    <a:pt x="4603582" y="856819"/>
                  </a:lnTo>
                  <a:lnTo>
                    <a:pt x="4603918" y="861245"/>
                  </a:lnTo>
                  <a:lnTo>
                    <a:pt x="4604255" y="865901"/>
                  </a:lnTo>
                  <a:lnTo>
                    <a:pt x="4604591" y="872009"/>
                  </a:lnTo>
                  <a:lnTo>
                    <a:pt x="4604928" y="878776"/>
                  </a:lnTo>
                  <a:lnTo>
                    <a:pt x="4605264" y="885799"/>
                  </a:lnTo>
                  <a:lnTo>
                    <a:pt x="4605601" y="892419"/>
                  </a:lnTo>
                  <a:lnTo>
                    <a:pt x="4605937" y="898833"/>
                  </a:lnTo>
                  <a:lnTo>
                    <a:pt x="4606274" y="905477"/>
                  </a:lnTo>
                  <a:lnTo>
                    <a:pt x="4606610" y="910781"/>
                  </a:lnTo>
                  <a:lnTo>
                    <a:pt x="4606947" y="913767"/>
                  </a:lnTo>
                  <a:lnTo>
                    <a:pt x="4607283" y="917002"/>
                  </a:lnTo>
                  <a:lnTo>
                    <a:pt x="4607619" y="920309"/>
                  </a:lnTo>
                  <a:lnTo>
                    <a:pt x="4607956" y="924229"/>
                  </a:lnTo>
                  <a:lnTo>
                    <a:pt x="4608292" y="927938"/>
                  </a:lnTo>
                  <a:lnTo>
                    <a:pt x="4608629" y="931503"/>
                  </a:lnTo>
                  <a:lnTo>
                    <a:pt x="4608965" y="934205"/>
                  </a:lnTo>
                  <a:lnTo>
                    <a:pt x="4609302" y="936158"/>
                  </a:lnTo>
                  <a:lnTo>
                    <a:pt x="4609638" y="937224"/>
                  </a:lnTo>
                  <a:lnTo>
                    <a:pt x="4609975" y="937176"/>
                  </a:lnTo>
                  <a:lnTo>
                    <a:pt x="4610311" y="936098"/>
                  </a:lnTo>
                  <a:lnTo>
                    <a:pt x="4610648" y="934382"/>
                  </a:lnTo>
                  <a:lnTo>
                    <a:pt x="4610984" y="933612"/>
                  </a:lnTo>
                  <a:lnTo>
                    <a:pt x="4611320" y="933791"/>
                  </a:lnTo>
                  <a:lnTo>
                    <a:pt x="4611657" y="935220"/>
                  </a:lnTo>
                  <a:lnTo>
                    <a:pt x="4611993" y="937875"/>
                  </a:lnTo>
                  <a:lnTo>
                    <a:pt x="4612330" y="941402"/>
                  </a:lnTo>
                  <a:lnTo>
                    <a:pt x="4612666" y="946297"/>
                  </a:lnTo>
                  <a:lnTo>
                    <a:pt x="4613003" y="948723"/>
                  </a:lnTo>
                  <a:lnTo>
                    <a:pt x="4613339" y="950156"/>
                  </a:lnTo>
                  <a:lnTo>
                    <a:pt x="4613676" y="951534"/>
                  </a:lnTo>
                  <a:lnTo>
                    <a:pt x="4614012" y="955016"/>
                  </a:lnTo>
                  <a:lnTo>
                    <a:pt x="4614349" y="958901"/>
                  </a:lnTo>
                  <a:lnTo>
                    <a:pt x="4614685" y="963805"/>
                  </a:lnTo>
                  <a:lnTo>
                    <a:pt x="4615022" y="968548"/>
                  </a:lnTo>
                  <a:lnTo>
                    <a:pt x="4615358" y="974205"/>
                  </a:lnTo>
                  <a:lnTo>
                    <a:pt x="4615694" y="979432"/>
                  </a:lnTo>
                  <a:lnTo>
                    <a:pt x="4616031" y="983064"/>
                  </a:lnTo>
                  <a:lnTo>
                    <a:pt x="4616367" y="985644"/>
                  </a:lnTo>
                  <a:lnTo>
                    <a:pt x="4616704" y="988281"/>
                  </a:lnTo>
                  <a:lnTo>
                    <a:pt x="4617040" y="990745"/>
                  </a:lnTo>
                  <a:lnTo>
                    <a:pt x="4617377" y="992909"/>
                  </a:lnTo>
                  <a:lnTo>
                    <a:pt x="4617713" y="994472"/>
                  </a:lnTo>
                  <a:lnTo>
                    <a:pt x="4618050" y="997230"/>
                  </a:lnTo>
                  <a:lnTo>
                    <a:pt x="4618386" y="999550"/>
                  </a:lnTo>
                  <a:lnTo>
                    <a:pt x="4618723" y="1001970"/>
                  </a:lnTo>
                  <a:lnTo>
                    <a:pt x="4619059" y="1003692"/>
                  </a:lnTo>
                  <a:lnTo>
                    <a:pt x="4619396" y="1004848"/>
                  </a:lnTo>
                  <a:lnTo>
                    <a:pt x="4619732" y="1005035"/>
                  </a:lnTo>
                  <a:lnTo>
                    <a:pt x="4620068" y="1004753"/>
                  </a:lnTo>
                  <a:lnTo>
                    <a:pt x="4620405" y="1003533"/>
                  </a:lnTo>
                  <a:lnTo>
                    <a:pt x="4620741" y="1002049"/>
                  </a:lnTo>
                  <a:lnTo>
                    <a:pt x="4621078" y="1001169"/>
                  </a:lnTo>
                  <a:lnTo>
                    <a:pt x="4621414" y="1000893"/>
                  </a:lnTo>
                  <a:lnTo>
                    <a:pt x="4621751" y="999947"/>
                  </a:lnTo>
                  <a:lnTo>
                    <a:pt x="4622087" y="998883"/>
                  </a:lnTo>
                  <a:lnTo>
                    <a:pt x="4622424" y="996372"/>
                  </a:lnTo>
                  <a:lnTo>
                    <a:pt x="4622760" y="994554"/>
                  </a:lnTo>
                  <a:lnTo>
                    <a:pt x="4623097" y="992979"/>
                  </a:lnTo>
                  <a:lnTo>
                    <a:pt x="4623433" y="992721"/>
                  </a:lnTo>
                  <a:lnTo>
                    <a:pt x="4623770" y="992048"/>
                  </a:lnTo>
                  <a:lnTo>
                    <a:pt x="4624106" y="991322"/>
                  </a:lnTo>
                  <a:lnTo>
                    <a:pt x="4624442" y="990936"/>
                  </a:lnTo>
                  <a:lnTo>
                    <a:pt x="4624779" y="990704"/>
                  </a:lnTo>
                  <a:lnTo>
                    <a:pt x="4625115" y="989568"/>
                  </a:lnTo>
                  <a:lnTo>
                    <a:pt x="4625452" y="988767"/>
                  </a:lnTo>
                  <a:lnTo>
                    <a:pt x="4625788" y="989265"/>
                  </a:lnTo>
                  <a:lnTo>
                    <a:pt x="4626125" y="990592"/>
                  </a:lnTo>
                  <a:lnTo>
                    <a:pt x="4626461" y="991311"/>
                  </a:lnTo>
                  <a:lnTo>
                    <a:pt x="4626798" y="991923"/>
                  </a:lnTo>
                  <a:lnTo>
                    <a:pt x="4627134" y="992359"/>
                  </a:lnTo>
                  <a:lnTo>
                    <a:pt x="4627471" y="993883"/>
                  </a:lnTo>
                  <a:lnTo>
                    <a:pt x="4627807" y="995916"/>
                  </a:lnTo>
                  <a:lnTo>
                    <a:pt x="4628144" y="997687"/>
                  </a:lnTo>
                  <a:lnTo>
                    <a:pt x="4628480" y="999329"/>
                  </a:lnTo>
                  <a:lnTo>
                    <a:pt x="4628816" y="1000324"/>
                  </a:lnTo>
                  <a:lnTo>
                    <a:pt x="4629153" y="1001467"/>
                  </a:lnTo>
                  <a:lnTo>
                    <a:pt x="4629489" y="1002217"/>
                  </a:lnTo>
                  <a:lnTo>
                    <a:pt x="4629826" y="1002964"/>
                  </a:lnTo>
                  <a:lnTo>
                    <a:pt x="4630162" y="1003430"/>
                  </a:lnTo>
                  <a:lnTo>
                    <a:pt x="4630499" y="1003726"/>
                  </a:lnTo>
                  <a:lnTo>
                    <a:pt x="4630835" y="1003738"/>
                  </a:lnTo>
                  <a:lnTo>
                    <a:pt x="4631172" y="1002830"/>
                  </a:lnTo>
                  <a:lnTo>
                    <a:pt x="4631508" y="1003128"/>
                  </a:lnTo>
                  <a:lnTo>
                    <a:pt x="4631845" y="1003366"/>
                  </a:lnTo>
                  <a:lnTo>
                    <a:pt x="4632181" y="1003944"/>
                  </a:lnTo>
                  <a:lnTo>
                    <a:pt x="4632518" y="1004397"/>
                  </a:lnTo>
                  <a:lnTo>
                    <a:pt x="4632854" y="1004096"/>
                  </a:lnTo>
                  <a:lnTo>
                    <a:pt x="4633190" y="1003559"/>
                  </a:lnTo>
                  <a:lnTo>
                    <a:pt x="4633527" y="1001602"/>
                  </a:lnTo>
                  <a:lnTo>
                    <a:pt x="4633863" y="1000102"/>
                  </a:lnTo>
                  <a:lnTo>
                    <a:pt x="4634200" y="997645"/>
                  </a:lnTo>
                  <a:lnTo>
                    <a:pt x="4634536" y="995571"/>
                  </a:lnTo>
                  <a:lnTo>
                    <a:pt x="4634873" y="993096"/>
                  </a:lnTo>
                  <a:lnTo>
                    <a:pt x="4635209" y="991300"/>
                  </a:lnTo>
                  <a:lnTo>
                    <a:pt x="4635546" y="988811"/>
                  </a:lnTo>
                  <a:lnTo>
                    <a:pt x="4635882" y="987156"/>
                  </a:lnTo>
                  <a:lnTo>
                    <a:pt x="4636219" y="985202"/>
                  </a:lnTo>
                  <a:lnTo>
                    <a:pt x="4636555" y="982749"/>
                  </a:lnTo>
                  <a:lnTo>
                    <a:pt x="4636892" y="980064"/>
                  </a:lnTo>
                  <a:lnTo>
                    <a:pt x="4637228" y="977381"/>
                  </a:lnTo>
                  <a:lnTo>
                    <a:pt x="4637564" y="973691"/>
                  </a:lnTo>
                  <a:lnTo>
                    <a:pt x="4637901" y="970043"/>
                  </a:lnTo>
                  <a:lnTo>
                    <a:pt x="4638237" y="966642"/>
                  </a:lnTo>
                  <a:lnTo>
                    <a:pt x="4638574" y="963552"/>
                  </a:lnTo>
                  <a:lnTo>
                    <a:pt x="4638910" y="960235"/>
                  </a:lnTo>
                  <a:lnTo>
                    <a:pt x="4639247" y="957898"/>
                  </a:lnTo>
                  <a:lnTo>
                    <a:pt x="4639583" y="956310"/>
                  </a:lnTo>
                  <a:lnTo>
                    <a:pt x="4639920" y="955028"/>
                  </a:lnTo>
                  <a:lnTo>
                    <a:pt x="4640256" y="954126"/>
                  </a:lnTo>
                  <a:lnTo>
                    <a:pt x="4640593" y="954441"/>
                  </a:lnTo>
                  <a:lnTo>
                    <a:pt x="4640929" y="953696"/>
                  </a:lnTo>
                  <a:lnTo>
                    <a:pt x="4641265" y="952386"/>
                  </a:lnTo>
                  <a:lnTo>
                    <a:pt x="4641602" y="950715"/>
                  </a:lnTo>
                  <a:lnTo>
                    <a:pt x="4641938" y="948463"/>
                  </a:lnTo>
                  <a:lnTo>
                    <a:pt x="4642275" y="948026"/>
                  </a:lnTo>
                  <a:lnTo>
                    <a:pt x="4642611" y="947277"/>
                  </a:lnTo>
                  <a:lnTo>
                    <a:pt x="4642948" y="946603"/>
                  </a:lnTo>
                  <a:lnTo>
                    <a:pt x="4643284" y="945036"/>
                  </a:lnTo>
                  <a:lnTo>
                    <a:pt x="4643621" y="944277"/>
                  </a:lnTo>
                  <a:lnTo>
                    <a:pt x="4643957" y="943730"/>
                  </a:lnTo>
                  <a:lnTo>
                    <a:pt x="4644294" y="942735"/>
                  </a:lnTo>
                  <a:lnTo>
                    <a:pt x="4644630" y="941884"/>
                  </a:lnTo>
                  <a:lnTo>
                    <a:pt x="4644967" y="940728"/>
                  </a:lnTo>
                  <a:lnTo>
                    <a:pt x="4645303" y="938895"/>
                  </a:lnTo>
                  <a:lnTo>
                    <a:pt x="4645639" y="937004"/>
                  </a:lnTo>
                  <a:lnTo>
                    <a:pt x="4645976" y="935869"/>
                  </a:lnTo>
                  <a:lnTo>
                    <a:pt x="4646312" y="934609"/>
                  </a:lnTo>
                  <a:lnTo>
                    <a:pt x="4646649" y="933530"/>
                  </a:lnTo>
                  <a:lnTo>
                    <a:pt x="4646985" y="931912"/>
                  </a:lnTo>
                  <a:lnTo>
                    <a:pt x="4647322" y="929068"/>
                  </a:lnTo>
                  <a:lnTo>
                    <a:pt x="4647658" y="926132"/>
                  </a:lnTo>
                  <a:lnTo>
                    <a:pt x="4647995" y="923378"/>
                  </a:lnTo>
                  <a:lnTo>
                    <a:pt x="4648331" y="921819"/>
                  </a:lnTo>
                  <a:lnTo>
                    <a:pt x="4648668" y="920305"/>
                  </a:lnTo>
                  <a:lnTo>
                    <a:pt x="4649004" y="920084"/>
                  </a:lnTo>
                  <a:lnTo>
                    <a:pt x="4649341" y="919315"/>
                  </a:lnTo>
                  <a:lnTo>
                    <a:pt x="4649677" y="918126"/>
                  </a:lnTo>
                  <a:lnTo>
                    <a:pt x="4650013" y="916976"/>
                  </a:lnTo>
                  <a:lnTo>
                    <a:pt x="4650350" y="914479"/>
                  </a:lnTo>
                  <a:lnTo>
                    <a:pt x="4650686" y="910658"/>
                  </a:lnTo>
                  <a:lnTo>
                    <a:pt x="4651023" y="905547"/>
                  </a:lnTo>
                  <a:lnTo>
                    <a:pt x="4651359" y="900459"/>
                  </a:lnTo>
                  <a:lnTo>
                    <a:pt x="4651696" y="896281"/>
                  </a:lnTo>
                  <a:lnTo>
                    <a:pt x="4652032" y="892822"/>
                  </a:lnTo>
                  <a:lnTo>
                    <a:pt x="4652369" y="889046"/>
                  </a:lnTo>
                  <a:lnTo>
                    <a:pt x="4652705" y="885410"/>
                  </a:lnTo>
                  <a:lnTo>
                    <a:pt x="4653042" y="882502"/>
                  </a:lnTo>
                  <a:lnTo>
                    <a:pt x="4653378" y="879966"/>
                  </a:lnTo>
                  <a:lnTo>
                    <a:pt x="4653715" y="877842"/>
                  </a:lnTo>
                  <a:lnTo>
                    <a:pt x="4654051" y="875241"/>
                  </a:lnTo>
                  <a:lnTo>
                    <a:pt x="4654387" y="873294"/>
                  </a:lnTo>
                  <a:lnTo>
                    <a:pt x="4654724" y="870815"/>
                  </a:lnTo>
                  <a:lnTo>
                    <a:pt x="4655060" y="867964"/>
                  </a:lnTo>
                  <a:lnTo>
                    <a:pt x="4655397" y="865428"/>
                  </a:lnTo>
                  <a:lnTo>
                    <a:pt x="4655733" y="862640"/>
                  </a:lnTo>
                  <a:lnTo>
                    <a:pt x="4656070" y="862494"/>
                  </a:lnTo>
                  <a:lnTo>
                    <a:pt x="4656406" y="862182"/>
                  </a:lnTo>
                  <a:lnTo>
                    <a:pt x="4656743" y="861424"/>
                  </a:lnTo>
                  <a:lnTo>
                    <a:pt x="4657079" y="860450"/>
                  </a:lnTo>
                  <a:lnTo>
                    <a:pt x="4657416" y="860573"/>
                  </a:lnTo>
                  <a:lnTo>
                    <a:pt x="4657752" y="860717"/>
                  </a:lnTo>
                  <a:lnTo>
                    <a:pt x="4658089" y="861551"/>
                  </a:lnTo>
                  <a:lnTo>
                    <a:pt x="4658425" y="862631"/>
                  </a:lnTo>
                  <a:lnTo>
                    <a:pt x="4658761" y="863560"/>
                  </a:lnTo>
                  <a:lnTo>
                    <a:pt x="4659098" y="865711"/>
                  </a:lnTo>
                  <a:lnTo>
                    <a:pt x="4659434" y="868728"/>
                  </a:lnTo>
                  <a:lnTo>
                    <a:pt x="4659771" y="873940"/>
                  </a:lnTo>
                  <a:lnTo>
                    <a:pt x="4660107" y="879588"/>
                  </a:lnTo>
                  <a:lnTo>
                    <a:pt x="4660444" y="886964"/>
                  </a:lnTo>
                  <a:lnTo>
                    <a:pt x="4660780" y="895214"/>
                  </a:lnTo>
                  <a:lnTo>
                    <a:pt x="4661117" y="902807"/>
                  </a:lnTo>
                  <a:lnTo>
                    <a:pt x="4661453" y="910523"/>
                  </a:lnTo>
                  <a:lnTo>
                    <a:pt x="4661790" y="918959"/>
                  </a:lnTo>
                  <a:lnTo>
                    <a:pt x="4662126" y="927420"/>
                  </a:lnTo>
                  <a:lnTo>
                    <a:pt x="4662463" y="935396"/>
                  </a:lnTo>
                  <a:lnTo>
                    <a:pt x="4662799" y="941893"/>
                  </a:lnTo>
                  <a:lnTo>
                    <a:pt x="4663135" y="948299"/>
                  </a:lnTo>
                  <a:lnTo>
                    <a:pt x="4663472" y="952966"/>
                  </a:lnTo>
                  <a:lnTo>
                    <a:pt x="4663808" y="956571"/>
                  </a:lnTo>
                  <a:lnTo>
                    <a:pt x="4664145" y="959558"/>
                  </a:lnTo>
                  <a:lnTo>
                    <a:pt x="4664481" y="961560"/>
                  </a:lnTo>
                  <a:lnTo>
                    <a:pt x="4664818" y="963449"/>
                  </a:lnTo>
                  <a:lnTo>
                    <a:pt x="4665154" y="964065"/>
                  </a:lnTo>
                  <a:lnTo>
                    <a:pt x="4665491" y="964201"/>
                  </a:lnTo>
                  <a:lnTo>
                    <a:pt x="4665827" y="963972"/>
                  </a:lnTo>
                  <a:lnTo>
                    <a:pt x="4666164" y="962638"/>
                  </a:lnTo>
                  <a:lnTo>
                    <a:pt x="4666500" y="960896"/>
                  </a:lnTo>
                  <a:lnTo>
                    <a:pt x="4666837" y="958238"/>
                  </a:lnTo>
                  <a:lnTo>
                    <a:pt x="4667173" y="955563"/>
                  </a:lnTo>
                  <a:lnTo>
                    <a:pt x="4667509" y="952269"/>
                  </a:lnTo>
                  <a:lnTo>
                    <a:pt x="4667846" y="949446"/>
                  </a:lnTo>
                  <a:lnTo>
                    <a:pt x="4668182" y="945050"/>
                  </a:lnTo>
                  <a:lnTo>
                    <a:pt x="4668519" y="940357"/>
                  </a:lnTo>
                  <a:lnTo>
                    <a:pt x="4668855" y="935464"/>
                  </a:lnTo>
                  <a:lnTo>
                    <a:pt x="4669192" y="930064"/>
                  </a:lnTo>
                  <a:lnTo>
                    <a:pt x="4669528" y="925552"/>
                  </a:lnTo>
                  <a:lnTo>
                    <a:pt x="4669865" y="921360"/>
                  </a:lnTo>
                  <a:lnTo>
                    <a:pt x="4670201" y="918223"/>
                  </a:lnTo>
                  <a:lnTo>
                    <a:pt x="4670538" y="914594"/>
                  </a:lnTo>
                  <a:lnTo>
                    <a:pt x="4670874" y="911572"/>
                  </a:lnTo>
                  <a:lnTo>
                    <a:pt x="4671211" y="908748"/>
                  </a:lnTo>
                  <a:lnTo>
                    <a:pt x="4671547" y="904759"/>
                  </a:lnTo>
                  <a:lnTo>
                    <a:pt x="4671883" y="901000"/>
                  </a:lnTo>
                  <a:lnTo>
                    <a:pt x="4672220" y="896806"/>
                  </a:lnTo>
                  <a:lnTo>
                    <a:pt x="4672556" y="892454"/>
                  </a:lnTo>
                  <a:lnTo>
                    <a:pt x="4672893" y="888587"/>
                  </a:lnTo>
                  <a:lnTo>
                    <a:pt x="4673229" y="886505"/>
                  </a:lnTo>
                  <a:lnTo>
                    <a:pt x="4673566" y="885938"/>
                  </a:lnTo>
                  <a:lnTo>
                    <a:pt x="4673902" y="886259"/>
                  </a:lnTo>
                  <a:lnTo>
                    <a:pt x="4674239" y="888159"/>
                  </a:lnTo>
                  <a:lnTo>
                    <a:pt x="4674575" y="889156"/>
                  </a:lnTo>
                  <a:lnTo>
                    <a:pt x="4674912" y="889412"/>
                  </a:lnTo>
                  <a:lnTo>
                    <a:pt x="4675248" y="889067"/>
                  </a:lnTo>
                  <a:lnTo>
                    <a:pt x="4675584" y="889163"/>
                  </a:lnTo>
                  <a:lnTo>
                    <a:pt x="4675921" y="889221"/>
                  </a:lnTo>
                  <a:lnTo>
                    <a:pt x="4676257" y="889974"/>
                  </a:lnTo>
                  <a:lnTo>
                    <a:pt x="4676594" y="891724"/>
                  </a:lnTo>
                  <a:lnTo>
                    <a:pt x="4676930" y="893932"/>
                  </a:lnTo>
                  <a:lnTo>
                    <a:pt x="4677267" y="896227"/>
                  </a:lnTo>
                  <a:lnTo>
                    <a:pt x="4677603" y="898606"/>
                  </a:lnTo>
                  <a:lnTo>
                    <a:pt x="4677940" y="900066"/>
                  </a:lnTo>
                  <a:lnTo>
                    <a:pt x="4678276" y="900510"/>
                  </a:lnTo>
                  <a:lnTo>
                    <a:pt x="4678613" y="900931"/>
                  </a:lnTo>
                  <a:lnTo>
                    <a:pt x="4678949" y="900702"/>
                  </a:lnTo>
                  <a:lnTo>
                    <a:pt x="4679286" y="899500"/>
                  </a:lnTo>
                  <a:lnTo>
                    <a:pt x="4679622" y="896886"/>
                  </a:lnTo>
                  <a:lnTo>
                    <a:pt x="4679958" y="894169"/>
                  </a:lnTo>
                  <a:lnTo>
                    <a:pt x="4680295" y="891100"/>
                  </a:lnTo>
                  <a:lnTo>
                    <a:pt x="4680631" y="887680"/>
                  </a:lnTo>
                  <a:lnTo>
                    <a:pt x="4680968" y="884078"/>
                  </a:lnTo>
                  <a:lnTo>
                    <a:pt x="4681304" y="879171"/>
                  </a:lnTo>
                  <a:lnTo>
                    <a:pt x="4681641" y="874585"/>
                  </a:lnTo>
                  <a:lnTo>
                    <a:pt x="4681977" y="869320"/>
                  </a:lnTo>
                  <a:lnTo>
                    <a:pt x="4682314" y="863615"/>
                  </a:lnTo>
                  <a:lnTo>
                    <a:pt x="4682650" y="858268"/>
                  </a:lnTo>
                  <a:lnTo>
                    <a:pt x="4682987" y="852112"/>
                  </a:lnTo>
                  <a:lnTo>
                    <a:pt x="4683323" y="845166"/>
                  </a:lnTo>
                  <a:lnTo>
                    <a:pt x="4683660" y="837370"/>
                  </a:lnTo>
                  <a:lnTo>
                    <a:pt x="4683996" y="828197"/>
                  </a:lnTo>
                  <a:lnTo>
                    <a:pt x="4684332" y="818695"/>
                  </a:lnTo>
                  <a:lnTo>
                    <a:pt x="4684669" y="809666"/>
                  </a:lnTo>
                  <a:lnTo>
                    <a:pt x="4685005" y="802434"/>
                  </a:lnTo>
                  <a:lnTo>
                    <a:pt x="4685342" y="794337"/>
                  </a:lnTo>
                  <a:lnTo>
                    <a:pt x="4685678" y="787037"/>
                  </a:lnTo>
                  <a:lnTo>
                    <a:pt x="4686015" y="778776"/>
                  </a:lnTo>
                  <a:lnTo>
                    <a:pt x="4686351" y="770462"/>
                  </a:lnTo>
                  <a:lnTo>
                    <a:pt x="4686688" y="760873"/>
                  </a:lnTo>
                  <a:lnTo>
                    <a:pt x="4687024" y="750920"/>
                  </a:lnTo>
                  <a:lnTo>
                    <a:pt x="4687361" y="741151"/>
                  </a:lnTo>
                  <a:lnTo>
                    <a:pt x="4687697" y="733056"/>
                  </a:lnTo>
                  <a:lnTo>
                    <a:pt x="4688034" y="724752"/>
                  </a:lnTo>
                  <a:lnTo>
                    <a:pt x="4688370" y="718165"/>
                  </a:lnTo>
                  <a:lnTo>
                    <a:pt x="4688706" y="711758"/>
                  </a:lnTo>
                  <a:lnTo>
                    <a:pt x="4689043" y="705573"/>
                  </a:lnTo>
                  <a:lnTo>
                    <a:pt x="4689379" y="699988"/>
                  </a:lnTo>
                  <a:lnTo>
                    <a:pt x="4689716" y="695208"/>
                  </a:lnTo>
                  <a:lnTo>
                    <a:pt x="4690052" y="691065"/>
                  </a:lnTo>
                  <a:lnTo>
                    <a:pt x="4690389" y="686182"/>
                  </a:lnTo>
                  <a:lnTo>
                    <a:pt x="4690725" y="680922"/>
                  </a:lnTo>
                  <a:lnTo>
                    <a:pt x="4691062" y="678101"/>
                  </a:lnTo>
                  <a:lnTo>
                    <a:pt x="4691398" y="675462"/>
                  </a:lnTo>
                  <a:lnTo>
                    <a:pt x="4691735" y="673362"/>
                  </a:lnTo>
                  <a:lnTo>
                    <a:pt x="4692071" y="671768"/>
                  </a:lnTo>
                  <a:lnTo>
                    <a:pt x="4692408" y="671068"/>
                  </a:lnTo>
                  <a:lnTo>
                    <a:pt x="4692744" y="670906"/>
                  </a:lnTo>
                  <a:lnTo>
                    <a:pt x="4693080" y="670167"/>
                  </a:lnTo>
                  <a:lnTo>
                    <a:pt x="4693417" y="670050"/>
                  </a:lnTo>
                  <a:lnTo>
                    <a:pt x="4693753" y="669709"/>
                  </a:lnTo>
                  <a:lnTo>
                    <a:pt x="4694090" y="669171"/>
                  </a:lnTo>
                  <a:lnTo>
                    <a:pt x="4694426" y="668092"/>
                  </a:lnTo>
                  <a:lnTo>
                    <a:pt x="4694763" y="666815"/>
                  </a:lnTo>
                  <a:lnTo>
                    <a:pt x="4695099" y="664913"/>
                  </a:lnTo>
                  <a:lnTo>
                    <a:pt x="4695436" y="663075"/>
                  </a:lnTo>
                  <a:lnTo>
                    <a:pt x="4695772" y="660860"/>
                  </a:lnTo>
                  <a:lnTo>
                    <a:pt x="4696109" y="658531"/>
                  </a:lnTo>
                  <a:lnTo>
                    <a:pt x="4696445" y="655351"/>
                  </a:lnTo>
                  <a:lnTo>
                    <a:pt x="4696782" y="650133"/>
                  </a:lnTo>
                  <a:lnTo>
                    <a:pt x="4697118" y="643915"/>
                  </a:lnTo>
                  <a:lnTo>
                    <a:pt x="4697454" y="639182"/>
                  </a:lnTo>
                  <a:lnTo>
                    <a:pt x="4697791" y="634125"/>
                  </a:lnTo>
                  <a:lnTo>
                    <a:pt x="4698127" y="628784"/>
                  </a:lnTo>
                  <a:lnTo>
                    <a:pt x="4698464" y="623504"/>
                  </a:lnTo>
                  <a:lnTo>
                    <a:pt x="4698800" y="616789"/>
                  </a:lnTo>
                  <a:lnTo>
                    <a:pt x="4699137" y="609619"/>
                  </a:lnTo>
                  <a:lnTo>
                    <a:pt x="4699473" y="603492"/>
                  </a:lnTo>
                  <a:lnTo>
                    <a:pt x="4699810" y="597308"/>
                  </a:lnTo>
                  <a:lnTo>
                    <a:pt x="4700146" y="592024"/>
                  </a:lnTo>
                  <a:lnTo>
                    <a:pt x="4700483" y="586800"/>
                  </a:lnTo>
                  <a:lnTo>
                    <a:pt x="4700819" y="582623"/>
                  </a:lnTo>
                  <a:lnTo>
                    <a:pt x="4701156" y="577762"/>
                  </a:lnTo>
                  <a:lnTo>
                    <a:pt x="4701492" y="573292"/>
                  </a:lnTo>
                  <a:lnTo>
                    <a:pt x="4701828" y="568166"/>
                  </a:lnTo>
                  <a:lnTo>
                    <a:pt x="4702165" y="563377"/>
                  </a:lnTo>
                  <a:lnTo>
                    <a:pt x="4702501" y="557711"/>
                  </a:lnTo>
                  <a:lnTo>
                    <a:pt x="4702838" y="552501"/>
                  </a:lnTo>
                  <a:lnTo>
                    <a:pt x="4703174" y="547199"/>
                  </a:lnTo>
                  <a:lnTo>
                    <a:pt x="4703511" y="541170"/>
                  </a:lnTo>
                  <a:lnTo>
                    <a:pt x="4703847" y="535826"/>
                  </a:lnTo>
                  <a:lnTo>
                    <a:pt x="4704184" y="530578"/>
                  </a:lnTo>
                  <a:lnTo>
                    <a:pt x="4704520" y="523904"/>
                  </a:lnTo>
                  <a:lnTo>
                    <a:pt x="4704857" y="519333"/>
                  </a:lnTo>
                  <a:lnTo>
                    <a:pt x="4705193" y="514486"/>
                  </a:lnTo>
                  <a:lnTo>
                    <a:pt x="4705530" y="508905"/>
                  </a:lnTo>
                  <a:lnTo>
                    <a:pt x="4705866" y="502943"/>
                  </a:lnTo>
                  <a:lnTo>
                    <a:pt x="4706202" y="497684"/>
                  </a:lnTo>
                  <a:lnTo>
                    <a:pt x="4706539" y="492737"/>
                  </a:lnTo>
                  <a:lnTo>
                    <a:pt x="4706875" y="488681"/>
                  </a:lnTo>
                  <a:lnTo>
                    <a:pt x="4707212" y="485462"/>
                  </a:lnTo>
                  <a:lnTo>
                    <a:pt x="4707548" y="484018"/>
                  </a:lnTo>
                  <a:lnTo>
                    <a:pt x="4707885" y="481820"/>
                  </a:lnTo>
                  <a:lnTo>
                    <a:pt x="4708221" y="480847"/>
                  </a:lnTo>
                  <a:lnTo>
                    <a:pt x="4708558" y="481502"/>
                  </a:lnTo>
                  <a:lnTo>
                    <a:pt x="4708894" y="483410"/>
                  </a:lnTo>
                  <a:lnTo>
                    <a:pt x="4709231" y="485939"/>
                  </a:lnTo>
                  <a:lnTo>
                    <a:pt x="4709567" y="486902"/>
                  </a:lnTo>
                  <a:lnTo>
                    <a:pt x="4709903" y="487660"/>
                  </a:lnTo>
                  <a:lnTo>
                    <a:pt x="4710240" y="489518"/>
                  </a:lnTo>
                  <a:lnTo>
                    <a:pt x="4710576" y="491628"/>
                  </a:lnTo>
                  <a:lnTo>
                    <a:pt x="4710913" y="492906"/>
                  </a:lnTo>
                  <a:lnTo>
                    <a:pt x="4711249" y="494617"/>
                  </a:lnTo>
                  <a:lnTo>
                    <a:pt x="4711586" y="496569"/>
                  </a:lnTo>
                  <a:lnTo>
                    <a:pt x="4711922" y="498264"/>
                  </a:lnTo>
                  <a:lnTo>
                    <a:pt x="4712259" y="499721"/>
                  </a:lnTo>
                  <a:lnTo>
                    <a:pt x="4712595" y="501771"/>
                  </a:lnTo>
                  <a:lnTo>
                    <a:pt x="4712932" y="502993"/>
                  </a:lnTo>
                  <a:lnTo>
                    <a:pt x="4713268" y="503468"/>
                  </a:lnTo>
                  <a:lnTo>
                    <a:pt x="4713605" y="503331"/>
                  </a:lnTo>
                  <a:lnTo>
                    <a:pt x="4713941" y="503484"/>
                  </a:lnTo>
                  <a:lnTo>
                    <a:pt x="4714277" y="502770"/>
                  </a:lnTo>
                  <a:lnTo>
                    <a:pt x="4714614" y="502732"/>
                  </a:lnTo>
                  <a:lnTo>
                    <a:pt x="4714950" y="502206"/>
                  </a:lnTo>
                  <a:lnTo>
                    <a:pt x="4715287" y="500980"/>
                  </a:lnTo>
                  <a:lnTo>
                    <a:pt x="4715623" y="500510"/>
                  </a:lnTo>
                  <a:lnTo>
                    <a:pt x="4715960" y="500737"/>
                  </a:lnTo>
                  <a:lnTo>
                    <a:pt x="4716296" y="499913"/>
                  </a:lnTo>
                  <a:lnTo>
                    <a:pt x="4716633" y="498907"/>
                  </a:lnTo>
                  <a:lnTo>
                    <a:pt x="4716969" y="497604"/>
                  </a:lnTo>
                  <a:lnTo>
                    <a:pt x="4717306" y="496043"/>
                  </a:lnTo>
                  <a:lnTo>
                    <a:pt x="4717642" y="495274"/>
                  </a:lnTo>
                  <a:lnTo>
                    <a:pt x="4717979" y="495027"/>
                  </a:lnTo>
                  <a:lnTo>
                    <a:pt x="4718315" y="495537"/>
                  </a:lnTo>
                  <a:lnTo>
                    <a:pt x="4718651" y="496686"/>
                  </a:lnTo>
                  <a:lnTo>
                    <a:pt x="4718988" y="498240"/>
                  </a:lnTo>
                  <a:lnTo>
                    <a:pt x="4719324" y="501163"/>
                  </a:lnTo>
                  <a:lnTo>
                    <a:pt x="4719661" y="504731"/>
                  </a:lnTo>
                  <a:lnTo>
                    <a:pt x="4719997" y="508746"/>
                  </a:lnTo>
                  <a:lnTo>
                    <a:pt x="4720334" y="512236"/>
                  </a:lnTo>
                  <a:lnTo>
                    <a:pt x="4720670" y="514908"/>
                  </a:lnTo>
                  <a:lnTo>
                    <a:pt x="4721007" y="517130"/>
                  </a:lnTo>
                  <a:lnTo>
                    <a:pt x="4721343" y="519561"/>
                  </a:lnTo>
                  <a:lnTo>
                    <a:pt x="4721680" y="521376"/>
                  </a:lnTo>
                  <a:lnTo>
                    <a:pt x="4722016" y="523730"/>
                  </a:lnTo>
                  <a:lnTo>
                    <a:pt x="4722353" y="525915"/>
                  </a:lnTo>
                  <a:lnTo>
                    <a:pt x="4722689" y="527063"/>
                  </a:lnTo>
                  <a:lnTo>
                    <a:pt x="4723025" y="528716"/>
                  </a:lnTo>
                  <a:lnTo>
                    <a:pt x="4723362" y="529150"/>
                  </a:lnTo>
                  <a:lnTo>
                    <a:pt x="4723698" y="529126"/>
                  </a:lnTo>
                  <a:lnTo>
                    <a:pt x="4724035" y="529327"/>
                  </a:lnTo>
                  <a:lnTo>
                    <a:pt x="4724371" y="529084"/>
                  </a:lnTo>
                  <a:lnTo>
                    <a:pt x="4724708" y="529186"/>
                  </a:lnTo>
                  <a:lnTo>
                    <a:pt x="4725044" y="529354"/>
                  </a:lnTo>
                  <a:lnTo>
                    <a:pt x="4725381" y="529013"/>
                  </a:lnTo>
                  <a:lnTo>
                    <a:pt x="4725717" y="529018"/>
                  </a:lnTo>
                  <a:lnTo>
                    <a:pt x="4726054" y="528743"/>
                  </a:lnTo>
                  <a:lnTo>
                    <a:pt x="4726390" y="527497"/>
                  </a:lnTo>
                  <a:lnTo>
                    <a:pt x="4726727" y="525151"/>
                  </a:lnTo>
                  <a:lnTo>
                    <a:pt x="4727063" y="521911"/>
                  </a:lnTo>
                  <a:lnTo>
                    <a:pt x="4727399" y="518465"/>
                  </a:lnTo>
                  <a:lnTo>
                    <a:pt x="4727736" y="514509"/>
                  </a:lnTo>
                  <a:lnTo>
                    <a:pt x="4728072" y="509833"/>
                  </a:lnTo>
                  <a:lnTo>
                    <a:pt x="4728409" y="505735"/>
                  </a:lnTo>
                  <a:lnTo>
                    <a:pt x="4728745" y="501340"/>
                  </a:lnTo>
                  <a:lnTo>
                    <a:pt x="4729082" y="496401"/>
                  </a:lnTo>
                  <a:lnTo>
                    <a:pt x="4729418" y="491842"/>
                  </a:lnTo>
                  <a:lnTo>
                    <a:pt x="4729755" y="487888"/>
                  </a:lnTo>
                  <a:lnTo>
                    <a:pt x="4730091" y="484015"/>
                  </a:lnTo>
                  <a:lnTo>
                    <a:pt x="4730428" y="479651"/>
                  </a:lnTo>
                  <a:lnTo>
                    <a:pt x="4730764" y="475841"/>
                  </a:lnTo>
                  <a:lnTo>
                    <a:pt x="4731101" y="472518"/>
                  </a:lnTo>
                  <a:lnTo>
                    <a:pt x="4731437" y="470119"/>
                  </a:lnTo>
                  <a:lnTo>
                    <a:pt x="4731773" y="468743"/>
                  </a:lnTo>
                  <a:lnTo>
                    <a:pt x="4732110" y="467491"/>
                  </a:lnTo>
                  <a:lnTo>
                    <a:pt x="4732446" y="466442"/>
                  </a:lnTo>
                  <a:lnTo>
                    <a:pt x="4732783" y="465622"/>
                  </a:lnTo>
                  <a:lnTo>
                    <a:pt x="4733119" y="465189"/>
                  </a:lnTo>
                  <a:lnTo>
                    <a:pt x="4733456" y="465928"/>
                  </a:lnTo>
                  <a:lnTo>
                    <a:pt x="4733792" y="465274"/>
                  </a:lnTo>
                  <a:lnTo>
                    <a:pt x="4734129" y="464259"/>
                  </a:lnTo>
                  <a:lnTo>
                    <a:pt x="4734465" y="461788"/>
                  </a:lnTo>
                  <a:lnTo>
                    <a:pt x="4734802" y="458271"/>
                  </a:lnTo>
                  <a:lnTo>
                    <a:pt x="4735138" y="454651"/>
                  </a:lnTo>
                  <a:lnTo>
                    <a:pt x="4735475" y="450544"/>
                  </a:lnTo>
                  <a:lnTo>
                    <a:pt x="4735811" y="445422"/>
                  </a:lnTo>
                  <a:lnTo>
                    <a:pt x="4736147" y="440458"/>
                  </a:lnTo>
                  <a:lnTo>
                    <a:pt x="4736484" y="435378"/>
                  </a:lnTo>
                  <a:lnTo>
                    <a:pt x="4736820" y="429666"/>
                  </a:lnTo>
                  <a:lnTo>
                    <a:pt x="4737157" y="422519"/>
                  </a:lnTo>
                  <a:lnTo>
                    <a:pt x="4737493" y="413482"/>
                  </a:lnTo>
                  <a:lnTo>
                    <a:pt x="4737830" y="403103"/>
                  </a:lnTo>
                  <a:lnTo>
                    <a:pt x="4738166" y="390328"/>
                  </a:lnTo>
                  <a:lnTo>
                    <a:pt x="4738503" y="376026"/>
                  </a:lnTo>
                  <a:lnTo>
                    <a:pt x="4738839" y="361743"/>
                  </a:lnTo>
                  <a:lnTo>
                    <a:pt x="4739176" y="347196"/>
                  </a:lnTo>
                  <a:lnTo>
                    <a:pt x="4739512" y="335831"/>
                  </a:lnTo>
                  <a:lnTo>
                    <a:pt x="4739849" y="325252"/>
                  </a:lnTo>
                  <a:lnTo>
                    <a:pt x="4740185" y="314464"/>
                  </a:lnTo>
                  <a:lnTo>
                    <a:pt x="4740521" y="303129"/>
                  </a:lnTo>
                  <a:lnTo>
                    <a:pt x="4740858" y="291079"/>
                  </a:lnTo>
                  <a:lnTo>
                    <a:pt x="4741194" y="278715"/>
                  </a:lnTo>
                  <a:lnTo>
                    <a:pt x="4741531" y="266740"/>
                  </a:lnTo>
                  <a:lnTo>
                    <a:pt x="4741867" y="255619"/>
                  </a:lnTo>
                  <a:lnTo>
                    <a:pt x="4742204" y="245672"/>
                  </a:lnTo>
                  <a:lnTo>
                    <a:pt x="4742540" y="238362"/>
                  </a:lnTo>
                  <a:lnTo>
                    <a:pt x="4742877" y="232339"/>
                  </a:lnTo>
                  <a:lnTo>
                    <a:pt x="4743213" y="228481"/>
                  </a:lnTo>
                  <a:lnTo>
                    <a:pt x="4743550" y="225412"/>
                  </a:lnTo>
                  <a:lnTo>
                    <a:pt x="4743886" y="222448"/>
                  </a:lnTo>
                  <a:lnTo>
                    <a:pt x="4744222" y="219720"/>
                  </a:lnTo>
                  <a:lnTo>
                    <a:pt x="4744559" y="218278"/>
                  </a:lnTo>
                  <a:lnTo>
                    <a:pt x="4744895" y="216693"/>
                  </a:lnTo>
                  <a:lnTo>
                    <a:pt x="4745232" y="215443"/>
                  </a:lnTo>
                  <a:lnTo>
                    <a:pt x="4745568" y="214880"/>
                  </a:lnTo>
                  <a:lnTo>
                    <a:pt x="4745905" y="215547"/>
                  </a:lnTo>
                  <a:lnTo>
                    <a:pt x="4746241" y="216221"/>
                  </a:lnTo>
                  <a:lnTo>
                    <a:pt x="4746578" y="217115"/>
                  </a:lnTo>
                  <a:lnTo>
                    <a:pt x="4746914" y="218679"/>
                  </a:lnTo>
                  <a:lnTo>
                    <a:pt x="4747251" y="220639"/>
                  </a:lnTo>
                  <a:lnTo>
                    <a:pt x="4747587" y="223727"/>
                  </a:lnTo>
                  <a:lnTo>
                    <a:pt x="4747924" y="227258"/>
                  </a:lnTo>
                  <a:lnTo>
                    <a:pt x="4748260" y="230545"/>
                  </a:lnTo>
                  <a:lnTo>
                    <a:pt x="4748596" y="232687"/>
                  </a:lnTo>
                  <a:lnTo>
                    <a:pt x="4748933" y="234451"/>
                  </a:lnTo>
                  <a:lnTo>
                    <a:pt x="4749269" y="236553"/>
                  </a:lnTo>
                  <a:lnTo>
                    <a:pt x="4749606" y="238127"/>
                  </a:lnTo>
                  <a:lnTo>
                    <a:pt x="4749942" y="238888"/>
                  </a:lnTo>
                  <a:lnTo>
                    <a:pt x="4750279" y="240487"/>
                  </a:lnTo>
                  <a:lnTo>
                    <a:pt x="4750615" y="242360"/>
                  </a:lnTo>
                  <a:lnTo>
                    <a:pt x="4750952" y="244733"/>
                  </a:lnTo>
                  <a:lnTo>
                    <a:pt x="4751288" y="247394"/>
                  </a:lnTo>
                  <a:lnTo>
                    <a:pt x="4751625" y="250192"/>
                  </a:lnTo>
                  <a:lnTo>
                    <a:pt x="4751961" y="252727"/>
                  </a:lnTo>
                  <a:lnTo>
                    <a:pt x="4752298" y="252772"/>
                  </a:lnTo>
                  <a:lnTo>
                    <a:pt x="4752634" y="253296"/>
                  </a:lnTo>
                  <a:lnTo>
                    <a:pt x="4752970" y="253966"/>
                  </a:lnTo>
                  <a:lnTo>
                    <a:pt x="4753307" y="253870"/>
                  </a:lnTo>
                  <a:lnTo>
                    <a:pt x="4753643" y="253820"/>
                  </a:lnTo>
                  <a:lnTo>
                    <a:pt x="4753980" y="255185"/>
                  </a:lnTo>
                  <a:lnTo>
                    <a:pt x="4754316" y="256974"/>
                  </a:lnTo>
                  <a:lnTo>
                    <a:pt x="4754653" y="260552"/>
                  </a:lnTo>
                  <a:lnTo>
                    <a:pt x="4754989" y="263587"/>
                  </a:lnTo>
                  <a:lnTo>
                    <a:pt x="4755326" y="268196"/>
                  </a:lnTo>
                  <a:lnTo>
                    <a:pt x="4755662" y="271820"/>
                  </a:lnTo>
                  <a:lnTo>
                    <a:pt x="4755999" y="275507"/>
                  </a:lnTo>
                  <a:lnTo>
                    <a:pt x="4756335" y="278842"/>
                  </a:lnTo>
                  <a:lnTo>
                    <a:pt x="4756672" y="282131"/>
                  </a:lnTo>
                  <a:lnTo>
                    <a:pt x="4757008" y="285207"/>
                  </a:lnTo>
                  <a:lnTo>
                    <a:pt x="4757344" y="287752"/>
                  </a:lnTo>
                  <a:lnTo>
                    <a:pt x="4757681" y="291790"/>
                  </a:lnTo>
                  <a:lnTo>
                    <a:pt x="4758017" y="295355"/>
                  </a:lnTo>
                  <a:lnTo>
                    <a:pt x="4758354" y="297880"/>
                  </a:lnTo>
                  <a:lnTo>
                    <a:pt x="4758690" y="300570"/>
                  </a:lnTo>
                  <a:lnTo>
                    <a:pt x="4759027" y="302256"/>
                  </a:lnTo>
                  <a:lnTo>
                    <a:pt x="4759363" y="303443"/>
                  </a:lnTo>
                  <a:lnTo>
                    <a:pt x="4759700" y="304605"/>
                  </a:lnTo>
                  <a:lnTo>
                    <a:pt x="4760036" y="304729"/>
                  </a:lnTo>
                  <a:lnTo>
                    <a:pt x="4760373" y="304707"/>
                  </a:lnTo>
                  <a:lnTo>
                    <a:pt x="4760709" y="303305"/>
                  </a:lnTo>
                  <a:lnTo>
                    <a:pt x="4761046" y="302300"/>
                  </a:lnTo>
                  <a:lnTo>
                    <a:pt x="4761382" y="301070"/>
                  </a:lnTo>
                  <a:lnTo>
                    <a:pt x="4761718" y="300145"/>
                  </a:lnTo>
                  <a:lnTo>
                    <a:pt x="4762055" y="297824"/>
                  </a:lnTo>
                  <a:lnTo>
                    <a:pt x="4762391" y="296543"/>
                  </a:lnTo>
                  <a:lnTo>
                    <a:pt x="4762728" y="293931"/>
                  </a:lnTo>
                  <a:lnTo>
                    <a:pt x="4763064" y="292002"/>
                  </a:lnTo>
                  <a:lnTo>
                    <a:pt x="4763401" y="291025"/>
                  </a:lnTo>
                  <a:lnTo>
                    <a:pt x="4763737" y="291510"/>
                  </a:lnTo>
                  <a:lnTo>
                    <a:pt x="4764074" y="294253"/>
                  </a:lnTo>
                  <a:lnTo>
                    <a:pt x="4764410" y="297979"/>
                  </a:lnTo>
                  <a:lnTo>
                    <a:pt x="4764747" y="300559"/>
                  </a:lnTo>
                  <a:lnTo>
                    <a:pt x="4765083" y="303987"/>
                  </a:lnTo>
                  <a:lnTo>
                    <a:pt x="4765420" y="308377"/>
                  </a:lnTo>
                  <a:lnTo>
                    <a:pt x="4765756" y="312542"/>
                  </a:lnTo>
                  <a:lnTo>
                    <a:pt x="4766092" y="317153"/>
                  </a:lnTo>
                  <a:lnTo>
                    <a:pt x="4766429" y="323066"/>
                  </a:lnTo>
                  <a:lnTo>
                    <a:pt x="4766765" y="327961"/>
                  </a:lnTo>
                  <a:lnTo>
                    <a:pt x="4767102" y="333302"/>
                  </a:lnTo>
                  <a:lnTo>
                    <a:pt x="4767438" y="338399"/>
                  </a:lnTo>
                  <a:lnTo>
                    <a:pt x="4767775" y="343642"/>
                  </a:lnTo>
                  <a:lnTo>
                    <a:pt x="4768111" y="348871"/>
                  </a:lnTo>
                  <a:lnTo>
                    <a:pt x="4768448" y="353522"/>
                  </a:lnTo>
                  <a:lnTo>
                    <a:pt x="4768784" y="358470"/>
                  </a:lnTo>
                  <a:lnTo>
                    <a:pt x="4769121" y="363529"/>
                  </a:lnTo>
                  <a:lnTo>
                    <a:pt x="4769457" y="368228"/>
                  </a:lnTo>
                  <a:lnTo>
                    <a:pt x="4769794" y="372680"/>
                  </a:lnTo>
                  <a:lnTo>
                    <a:pt x="4770130" y="376364"/>
                  </a:lnTo>
                  <a:lnTo>
                    <a:pt x="4770466" y="379795"/>
                  </a:lnTo>
                  <a:lnTo>
                    <a:pt x="4770803" y="383896"/>
                  </a:lnTo>
                  <a:lnTo>
                    <a:pt x="4771139" y="388022"/>
                  </a:lnTo>
                  <a:lnTo>
                    <a:pt x="4771476" y="391548"/>
                  </a:lnTo>
                  <a:lnTo>
                    <a:pt x="4771812" y="395973"/>
                  </a:lnTo>
                  <a:lnTo>
                    <a:pt x="4772149" y="398533"/>
                  </a:lnTo>
                  <a:lnTo>
                    <a:pt x="4772485" y="401427"/>
                  </a:lnTo>
                  <a:lnTo>
                    <a:pt x="4772822" y="405727"/>
                  </a:lnTo>
                  <a:lnTo>
                    <a:pt x="4773158" y="410935"/>
                  </a:lnTo>
                  <a:lnTo>
                    <a:pt x="4773495" y="416769"/>
                  </a:lnTo>
                  <a:lnTo>
                    <a:pt x="4773831" y="421408"/>
                  </a:lnTo>
                  <a:lnTo>
                    <a:pt x="4774167" y="424947"/>
                  </a:lnTo>
                  <a:lnTo>
                    <a:pt x="4774504" y="427563"/>
                  </a:lnTo>
                  <a:lnTo>
                    <a:pt x="4774840" y="429501"/>
                  </a:lnTo>
                  <a:lnTo>
                    <a:pt x="4775177" y="432069"/>
                  </a:lnTo>
                  <a:lnTo>
                    <a:pt x="4775513" y="433692"/>
                  </a:lnTo>
                  <a:lnTo>
                    <a:pt x="4775850" y="435131"/>
                  </a:lnTo>
                  <a:lnTo>
                    <a:pt x="4776186" y="436446"/>
                  </a:lnTo>
                  <a:lnTo>
                    <a:pt x="4776523" y="437696"/>
                  </a:lnTo>
                  <a:lnTo>
                    <a:pt x="4776859" y="439837"/>
                  </a:lnTo>
                  <a:lnTo>
                    <a:pt x="4777196" y="441347"/>
                  </a:lnTo>
                  <a:lnTo>
                    <a:pt x="4777532" y="442034"/>
                  </a:lnTo>
                  <a:lnTo>
                    <a:pt x="4777869" y="442024"/>
                  </a:lnTo>
                  <a:lnTo>
                    <a:pt x="4778205" y="440829"/>
                  </a:lnTo>
                  <a:lnTo>
                    <a:pt x="4778541" y="439282"/>
                  </a:lnTo>
                  <a:lnTo>
                    <a:pt x="4778878" y="439062"/>
                  </a:lnTo>
                  <a:lnTo>
                    <a:pt x="4779214" y="439319"/>
                  </a:lnTo>
                  <a:lnTo>
                    <a:pt x="4779551" y="440550"/>
                  </a:lnTo>
                  <a:lnTo>
                    <a:pt x="4779887" y="440925"/>
                  </a:lnTo>
                  <a:lnTo>
                    <a:pt x="4780224" y="442800"/>
                  </a:lnTo>
                  <a:lnTo>
                    <a:pt x="4780560" y="445067"/>
                  </a:lnTo>
                  <a:lnTo>
                    <a:pt x="4780897" y="447101"/>
                  </a:lnTo>
                  <a:lnTo>
                    <a:pt x="4781233" y="447838"/>
                  </a:lnTo>
                  <a:lnTo>
                    <a:pt x="4781570" y="449620"/>
                  </a:lnTo>
                  <a:lnTo>
                    <a:pt x="4781906" y="451800"/>
                  </a:lnTo>
                  <a:lnTo>
                    <a:pt x="4782243" y="454901"/>
                  </a:lnTo>
                  <a:lnTo>
                    <a:pt x="4782579" y="459881"/>
                  </a:lnTo>
                  <a:lnTo>
                    <a:pt x="4782915" y="463831"/>
                  </a:lnTo>
                  <a:lnTo>
                    <a:pt x="4783252" y="467735"/>
                  </a:lnTo>
                  <a:lnTo>
                    <a:pt x="4783588" y="473127"/>
                  </a:lnTo>
                  <a:lnTo>
                    <a:pt x="4783925" y="479338"/>
                  </a:lnTo>
                  <a:lnTo>
                    <a:pt x="4784261" y="486154"/>
                  </a:lnTo>
                  <a:lnTo>
                    <a:pt x="4784598" y="493149"/>
                  </a:lnTo>
                  <a:lnTo>
                    <a:pt x="4784934" y="500072"/>
                  </a:lnTo>
                  <a:lnTo>
                    <a:pt x="4785271" y="507030"/>
                  </a:lnTo>
                  <a:lnTo>
                    <a:pt x="4785607" y="514110"/>
                  </a:lnTo>
                  <a:lnTo>
                    <a:pt x="4785944" y="521323"/>
                  </a:lnTo>
                  <a:lnTo>
                    <a:pt x="4786280" y="529010"/>
                  </a:lnTo>
                  <a:lnTo>
                    <a:pt x="4786617" y="535482"/>
                  </a:lnTo>
                  <a:lnTo>
                    <a:pt x="4786953" y="542208"/>
                  </a:lnTo>
                  <a:lnTo>
                    <a:pt x="4787289" y="548364"/>
                  </a:lnTo>
                  <a:lnTo>
                    <a:pt x="4787626" y="554523"/>
                  </a:lnTo>
                  <a:lnTo>
                    <a:pt x="4787962" y="560908"/>
                  </a:lnTo>
                  <a:lnTo>
                    <a:pt x="4788299" y="567515"/>
                  </a:lnTo>
                  <a:lnTo>
                    <a:pt x="4788635" y="573910"/>
                  </a:lnTo>
                  <a:lnTo>
                    <a:pt x="4788972" y="580355"/>
                  </a:lnTo>
                  <a:lnTo>
                    <a:pt x="4789308" y="587078"/>
                  </a:lnTo>
                  <a:lnTo>
                    <a:pt x="4789645" y="594461"/>
                  </a:lnTo>
                  <a:lnTo>
                    <a:pt x="4789981" y="602422"/>
                  </a:lnTo>
                  <a:lnTo>
                    <a:pt x="4790318" y="610412"/>
                  </a:lnTo>
                  <a:lnTo>
                    <a:pt x="4790654" y="618121"/>
                  </a:lnTo>
                  <a:lnTo>
                    <a:pt x="4790991" y="626218"/>
                  </a:lnTo>
                  <a:lnTo>
                    <a:pt x="4791327" y="633766"/>
                  </a:lnTo>
                  <a:lnTo>
                    <a:pt x="4791663" y="641250"/>
                  </a:lnTo>
                  <a:lnTo>
                    <a:pt x="4792000" y="647843"/>
                  </a:lnTo>
                  <a:lnTo>
                    <a:pt x="4792336" y="654389"/>
                  </a:lnTo>
                  <a:lnTo>
                    <a:pt x="4792673" y="660611"/>
                  </a:lnTo>
                  <a:lnTo>
                    <a:pt x="4793009" y="667638"/>
                  </a:lnTo>
                  <a:lnTo>
                    <a:pt x="4793346" y="674508"/>
                  </a:lnTo>
                  <a:lnTo>
                    <a:pt x="4793682" y="681306"/>
                  </a:lnTo>
                  <a:lnTo>
                    <a:pt x="4794019" y="688267"/>
                  </a:lnTo>
                  <a:lnTo>
                    <a:pt x="4794355" y="694997"/>
                  </a:lnTo>
                  <a:lnTo>
                    <a:pt x="4794692" y="701015"/>
                  </a:lnTo>
                  <a:lnTo>
                    <a:pt x="4795028" y="706119"/>
                  </a:lnTo>
                  <a:lnTo>
                    <a:pt x="4795365" y="711321"/>
                  </a:lnTo>
                  <a:lnTo>
                    <a:pt x="4795701" y="716544"/>
                  </a:lnTo>
                  <a:lnTo>
                    <a:pt x="4796037" y="721939"/>
                  </a:lnTo>
                  <a:lnTo>
                    <a:pt x="4796374" y="727326"/>
                  </a:lnTo>
                  <a:lnTo>
                    <a:pt x="4796710" y="731281"/>
                  </a:lnTo>
                  <a:lnTo>
                    <a:pt x="4797047" y="733762"/>
                  </a:lnTo>
                  <a:lnTo>
                    <a:pt x="4797383" y="735058"/>
                  </a:lnTo>
                  <a:lnTo>
                    <a:pt x="4797720" y="735972"/>
                  </a:lnTo>
                  <a:lnTo>
                    <a:pt x="4798056" y="736938"/>
                  </a:lnTo>
                  <a:lnTo>
                    <a:pt x="4798393" y="737952"/>
                  </a:lnTo>
                  <a:lnTo>
                    <a:pt x="4798729" y="737975"/>
                  </a:lnTo>
                  <a:lnTo>
                    <a:pt x="4799066" y="738751"/>
                  </a:lnTo>
                  <a:lnTo>
                    <a:pt x="4799402" y="739000"/>
                  </a:lnTo>
                  <a:lnTo>
                    <a:pt x="4799739" y="739700"/>
                  </a:lnTo>
                  <a:lnTo>
                    <a:pt x="4800075" y="740779"/>
                  </a:lnTo>
                  <a:lnTo>
                    <a:pt x="4800411" y="741773"/>
                  </a:lnTo>
                  <a:lnTo>
                    <a:pt x="4800748" y="742535"/>
                  </a:lnTo>
                  <a:lnTo>
                    <a:pt x="4801084" y="744982"/>
                  </a:lnTo>
                  <a:lnTo>
                    <a:pt x="4801421" y="748726"/>
                  </a:lnTo>
                  <a:lnTo>
                    <a:pt x="4801757" y="754299"/>
                  </a:lnTo>
                  <a:lnTo>
                    <a:pt x="4802094" y="762287"/>
                  </a:lnTo>
                  <a:lnTo>
                    <a:pt x="4802430" y="772020"/>
                  </a:lnTo>
                  <a:lnTo>
                    <a:pt x="4802767" y="783738"/>
                  </a:lnTo>
                  <a:lnTo>
                    <a:pt x="4803103" y="796756"/>
                  </a:lnTo>
                  <a:lnTo>
                    <a:pt x="4803440" y="810358"/>
                  </a:lnTo>
                  <a:lnTo>
                    <a:pt x="4803776" y="824876"/>
                  </a:lnTo>
                  <a:lnTo>
                    <a:pt x="4804113" y="839836"/>
                  </a:lnTo>
                  <a:lnTo>
                    <a:pt x="4804449" y="856286"/>
                  </a:lnTo>
                  <a:lnTo>
                    <a:pt x="4804785" y="874511"/>
                  </a:lnTo>
                  <a:lnTo>
                    <a:pt x="4805122" y="894996"/>
                  </a:lnTo>
                  <a:lnTo>
                    <a:pt x="4805458" y="916586"/>
                  </a:lnTo>
                  <a:lnTo>
                    <a:pt x="4805795" y="939072"/>
                  </a:lnTo>
                  <a:lnTo>
                    <a:pt x="4806131" y="961328"/>
                  </a:lnTo>
                  <a:lnTo>
                    <a:pt x="4806468" y="982835"/>
                  </a:lnTo>
                  <a:lnTo>
                    <a:pt x="4806804" y="1001175"/>
                  </a:lnTo>
                  <a:lnTo>
                    <a:pt x="4807141" y="1017568"/>
                  </a:lnTo>
                  <a:lnTo>
                    <a:pt x="4807477" y="1032884"/>
                  </a:lnTo>
                  <a:lnTo>
                    <a:pt x="4807814" y="1046253"/>
                  </a:lnTo>
                  <a:lnTo>
                    <a:pt x="4808150" y="1058109"/>
                  </a:lnTo>
                  <a:lnTo>
                    <a:pt x="4808486" y="1068771"/>
                  </a:lnTo>
                  <a:lnTo>
                    <a:pt x="4808823" y="1078354"/>
                  </a:lnTo>
                  <a:lnTo>
                    <a:pt x="4809159" y="1086913"/>
                  </a:lnTo>
                  <a:lnTo>
                    <a:pt x="4809496" y="1093726"/>
                  </a:lnTo>
                  <a:lnTo>
                    <a:pt x="4809832" y="1097331"/>
                  </a:lnTo>
                  <a:lnTo>
                    <a:pt x="4810169" y="1099140"/>
                  </a:lnTo>
                  <a:lnTo>
                    <a:pt x="4810505" y="1098829"/>
                  </a:lnTo>
                  <a:lnTo>
                    <a:pt x="4810842" y="1097552"/>
                  </a:lnTo>
                  <a:lnTo>
                    <a:pt x="4811178" y="1095662"/>
                  </a:lnTo>
                  <a:lnTo>
                    <a:pt x="4811515" y="1093348"/>
                  </a:lnTo>
                  <a:lnTo>
                    <a:pt x="4811851" y="1091347"/>
                  </a:lnTo>
                  <a:lnTo>
                    <a:pt x="4812188" y="1089567"/>
                  </a:lnTo>
                  <a:lnTo>
                    <a:pt x="4812524" y="1086439"/>
                  </a:lnTo>
                  <a:lnTo>
                    <a:pt x="4812860" y="1084097"/>
                  </a:lnTo>
                  <a:lnTo>
                    <a:pt x="4813197" y="1081004"/>
                  </a:lnTo>
                  <a:lnTo>
                    <a:pt x="4813533" y="1077703"/>
                  </a:lnTo>
                  <a:lnTo>
                    <a:pt x="4813870" y="1075140"/>
                  </a:lnTo>
                  <a:lnTo>
                    <a:pt x="4814206" y="1072717"/>
                  </a:lnTo>
                  <a:lnTo>
                    <a:pt x="4814543" y="1070616"/>
                  </a:lnTo>
                  <a:lnTo>
                    <a:pt x="4814879" y="1069746"/>
                  </a:lnTo>
                  <a:lnTo>
                    <a:pt x="4815216" y="1069004"/>
                  </a:lnTo>
                  <a:lnTo>
                    <a:pt x="4815552" y="1068531"/>
                  </a:lnTo>
                  <a:lnTo>
                    <a:pt x="4815889" y="1069454"/>
                  </a:lnTo>
                  <a:lnTo>
                    <a:pt x="4816225" y="1071199"/>
                  </a:lnTo>
                  <a:lnTo>
                    <a:pt x="4816562" y="1073368"/>
                  </a:lnTo>
                  <a:lnTo>
                    <a:pt x="4816898" y="1075220"/>
                  </a:lnTo>
                  <a:lnTo>
                    <a:pt x="4817234" y="1077429"/>
                  </a:lnTo>
                  <a:lnTo>
                    <a:pt x="4817571" y="1080493"/>
                  </a:lnTo>
                  <a:lnTo>
                    <a:pt x="4817907" y="1085077"/>
                  </a:lnTo>
                  <a:lnTo>
                    <a:pt x="4818244" y="1091388"/>
                  </a:lnTo>
                  <a:lnTo>
                    <a:pt x="4818580" y="1098678"/>
                  </a:lnTo>
                  <a:lnTo>
                    <a:pt x="4818917" y="1105732"/>
                  </a:lnTo>
                  <a:lnTo>
                    <a:pt x="4819253" y="1112160"/>
                  </a:lnTo>
                  <a:lnTo>
                    <a:pt x="4819590" y="1118681"/>
                  </a:lnTo>
                  <a:lnTo>
                    <a:pt x="4819926" y="1124005"/>
                  </a:lnTo>
                  <a:lnTo>
                    <a:pt x="4820263" y="1129170"/>
                  </a:lnTo>
                  <a:lnTo>
                    <a:pt x="4820599" y="1135681"/>
                  </a:lnTo>
                  <a:lnTo>
                    <a:pt x="4820936" y="1141993"/>
                  </a:lnTo>
                  <a:lnTo>
                    <a:pt x="4821272" y="1148177"/>
                  </a:lnTo>
                  <a:lnTo>
                    <a:pt x="4821608" y="1153617"/>
                  </a:lnTo>
                  <a:lnTo>
                    <a:pt x="4821945" y="1157636"/>
                  </a:lnTo>
                  <a:lnTo>
                    <a:pt x="4822281" y="1161471"/>
                  </a:lnTo>
                  <a:lnTo>
                    <a:pt x="4822618" y="1164636"/>
                  </a:lnTo>
                  <a:lnTo>
                    <a:pt x="4822954" y="1166932"/>
                  </a:lnTo>
                  <a:lnTo>
                    <a:pt x="4823291" y="1169593"/>
                  </a:lnTo>
                  <a:lnTo>
                    <a:pt x="4823627" y="1172751"/>
                  </a:lnTo>
                  <a:lnTo>
                    <a:pt x="4823964" y="1175141"/>
                  </a:lnTo>
                  <a:lnTo>
                    <a:pt x="4824300" y="1178383"/>
                  </a:lnTo>
                  <a:lnTo>
                    <a:pt x="4824637" y="1182155"/>
                  </a:lnTo>
                  <a:lnTo>
                    <a:pt x="4824973" y="1185499"/>
                  </a:lnTo>
                  <a:lnTo>
                    <a:pt x="4825310" y="1189282"/>
                  </a:lnTo>
                  <a:lnTo>
                    <a:pt x="4825646" y="1192234"/>
                  </a:lnTo>
                  <a:lnTo>
                    <a:pt x="4825982" y="1194277"/>
                  </a:lnTo>
                  <a:lnTo>
                    <a:pt x="4826319" y="1196187"/>
                  </a:lnTo>
                  <a:lnTo>
                    <a:pt x="4826655" y="1197608"/>
                  </a:lnTo>
                  <a:lnTo>
                    <a:pt x="4826992" y="1198415"/>
                  </a:lnTo>
                  <a:lnTo>
                    <a:pt x="4827328" y="1199233"/>
                  </a:lnTo>
                  <a:lnTo>
                    <a:pt x="4827665" y="1200499"/>
                  </a:lnTo>
                  <a:lnTo>
                    <a:pt x="4828001" y="1202001"/>
                  </a:lnTo>
                  <a:lnTo>
                    <a:pt x="4828338" y="1203933"/>
                  </a:lnTo>
                  <a:lnTo>
                    <a:pt x="4828674" y="1205241"/>
                  </a:lnTo>
                  <a:lnTo>
                    <a:pt x="4829011" y="1205852"/>
                  </a:lnTo>
                  <a:lnTo>
                    <a:pt x="4829347" y="1207617"/>
                  </a:lnTo>
                  <a:lnTo>
                    <a:pt x="4829684" y="1207339"/>
                  </a:lnTo>
                  <a:lnTo>
                    <a:pt x="4830020" y="1205861"/>
                  </a:lnTo>
                  <a:lnTo>
                    <a:pt x="4830356" y="1202892"/>
                  </a:lnTo>
                  <a:lnTo>
                    <a:pt x="4830693" y="1199669"/>
                  </a:lnTo>
                  <a:lnTo>
                    <a:pt x="4831029" y="1195034"/>
                  </a:lnTo>
                  <a:lnTo>
                    <a:pt x="4831366" y="1188748"/>
                  </a:lnTo>
                  <a:lnTo>
                    <a:pt x="4831702" y="1183365"/>
                  </a:lnTo>
                  <a:lnTo>
                    <a:pt x="4832039" y="1177405"/>
                  </a:lnTo>
                  <a:lnTo>
                    <a:pt x="4832375" y="1170264"/>
                  </a:lnTo>
                  <a:lnTo>
                    <a:pt x="4832712" y="1162464"/>
                  </a:lnTo>
                  <a:lnTo>
                    <a:pt x="4833048" y="1155335"/>
                  </a:lnTo>
                  <a:lnTo>
                    <a:pt x="4833385" y="1149081"/>
                  </a:lnTo>
                  <a:lnTo>
                    <a:pt x="4833721" y="1143185"/>
                  </a:lnTo>
                  <a:lnTo>
                    <a:pt x="4834058" y="1136426"/>
                  </a:lnTo>
                  <a:lnTo>
                    <a:pt x="4834394" y="1128235"/>
                  </a:lnTo>
                  <a:lnTo>
                    <a:pt x="4834730" y="1120251"/>
                  </a:lnTo>
                  <a:lnTo>
                    <a:pt x="4835067" y="1113127"/>
                  </a:lnTo>
                  <a:lnTo>
                    <a:pt x="4835403" y="1106028"/>
                  </a:lnTo>
                  <a:lnTo>
                    <a:pt x="4835740" y="1099405"/>
                  </a:lnTo>
                  <a:lnTo>
                    <a:pt x="4836076" y="1093673"/>
                  </a:lnTo>
                  <a:lnTo>
                    <a:pt x="4836413" y="1088060"/>
                  </a:lnTo>
                  <a:lnTo>
                    <a:pt x="4836749" y="1081684"/>
                  </a:lnTo>
                  <a:lnTo>
                    <a:pt x="4837086" y="1077060"/>
                  </a:lnTo>
                  <a:lnTo>
                    <a:pt x="4837422" y="1074060"/>
                  </a:lnTo>
                  <a:lnTo>
                    <a:pt x="4837759" y="1071496"/>
                  </a:lnTo>
                  <a:lnTo>
                    <a:pt x="4838095" y="1068920"/>
                  </a:lnTo>
                  <a:lnTo>
                    <a:pt x="4838432" y="1065571"/>
                  </a:lnTo>
                  <a:lnTo>
                    <a:pt x="4838768" y="1062898"/>
                  </a:lnTo>
                  <a:lnTo>
                    <a:pt x="4839104" y="1061005"/>
                  </a:lnTo>
                  <a:lnTo>
                    <a:pt x="4839441" y="1060211"/>
                  </a:lnTo>
                  <a:lnTo>
                    <a:pt x="4839777" y="1059129"/>
                  </a:lnTo>
                  <a:lnTo>
                    <a:pt x="4840114" y="1057382"/>
                  </a:lnTo>
                  <a:lnTo>
                    <a:pt x="4840450" y="1055771"/>
                  </a:lnTo>
                  <a:lnTo>
                    <a:pt x="4840787" y="1054058"/>
                  </a:lnTo>
                  <a:lnTo>
                    <a:pt x="4841123" y="1052394"/>
                  </a:lnTo>
                  <a:lnTo>
                    <a:pt x="4841460" y="1050514"/>
                  </a:lnTo>
                  <a:lnTo>
                    <a:pt x="4841796" y="1048506"/>
                  </a:lnTo>
                  <a:lnTo>
                    <a:pt x="4842133" y="1046129"/>
                  </a:lnTo>
                  <a:lnTo>
                    <a:pt x="4842469" y="1043596"/>
                  </a:lnTo>
                  <a:lnTo>
                    <a:pt x="4842805" y="1041541"/>
                  </a:lnTo>
                  <a:lnTo>
                    <a:pt x="4843142" y="1039027"/>
                  </a:lnTo>
                  <a:lnTo>
                    <a:pt x="4843478" y="1037532"/>
                  </a:lnTo>
                  <a:lnTo>
                    <a:pt x="4843815" y="1035746"/>
                  </a:lnTo>
                  <a:lnTo>
                    <a:pt x="4844151" y="1034403"/>
                  </a:lnTo>
                  <a:lnTo>
                    <a:pt x="4844488" y="1033618"/>
                  </a:lnTo>
                  <a:lnTo>
                    <a:pt x="4844824" y="1032792"/>
                  </a:lnTo>
                  <a:lnTo>
                    <a:pt x="4845161" y="1032441"/>
                  </a:lnTo>
                  <a:lnTo>
                    <a:pt x="4845497" y="1033230"/>
                  </a:lnTo>
                  <a:lnTo>
                    <a:pt x="4845834" y="1034046"/>
                  </a:lnTo>
                  <a:lnTo>
                    <a:pt x="4846170" y="1034011"/>
                  </a:lnTo>
                  <a:lnTo>
                    <a:pt x="4846507" y="1035217"/>
                  </a:lnTo>
                  <a:lnTo>
                    <a:pt x="4846843" y="1036064"/>
                  </a:lnTo>
                  <a:lnTo>
                    <a:pt x="4847179" y="1037201"/>
                  </a:lnTo>
                  <a:lnTo>
                    <a:pt x="4847516" y="1037724"/>
                  </a:lnTo>
                  <a:lnTo>
                    <a:pt x="4847852" y="1038360"/>
                  </a:lnTo>
                  <a:lnTo>
                    <a:pt x="4848189" y="1039581"/>
                  </a:lnTo>
                  <a:lnTo>
                    <a:pt x="4848525" y="1041287"/>
                  </a:lnTo>
                  <a:lnTo>
                    <a:pt x="4848862" y="1043271"/>
                  </a:lnTo>
                  <a:lnTo>
                    <a:pt x="4849198" y="1045043"/>
                  </a:lnTo>
                  <a:lnTo>
                    <a:pt x="4849535" y="1046304"/>
                  </a:lnTo>
                  <a:lnTo>
                    <a:pt x="4849871" y="1046287"/>
                  </a:lnTo>
                  <a:lnTo>
                    <a:pt x="4850208" y="1046344"/>
                  </a:lnTo>
                  <a:lnTo>
                    <a:pt x="4850544" y="1046137"/>
                  </a:lnTo>
                  <a:lnTo>
                    <a:pt x="4850881" y="1045049"/>
                  </a:lnTo>
                  <a:lnTo>
                    <a:pt x="4851217" y="1044293"/>
                  </a:lnTo>
                  <a:lnTo>
                    <a:pt x="4851553" y="1043498"/>
                  </a:lnTo>
                  <a:lnTo>
                    <a:pt x="4851890" y="1042560"/>
                  </a:lnTo>
                  <a:lnTo>
                    <a:pt x="4852226" y="1042152"/>
                  </a:lnTo>
                  <a:lnTo>
                    <a:pt x="4852563" y="1041370"/>
                  </a:lnTo>
                  <a:lnTo>
                    <a:pt x="4852899" y="1039665"/>
                  </a:lnTo>
                  <a:lnTo>
                    <a:pt x="4853236" y="1037852"/>
                  </a:lnTo>
                  <a:lnTo>
                    <a:pt x="4853572" y="1035595"/>
                  </a:lnTo>
                  <a:lnTo>
                    <a:pt x="4853909" y="1033759"/>
                  </a:lnTo>
                  <a:lnTo>
                    <a:pt x="4854245" y="1031637"/>
                  </a:lnTo>
                  <a:lnTo>
                    <a:pt x="4854582" y="1029869"/>
                  </a:lnTo>
                  <a:lnTo>
                    <a:pt x="4854918" y="1027908"/>
                  </a:lnTo>
                  <a:lnTo>
                    <a:pt x="4855255" y="1025654"/>
                  </a:lnTo>
                  <a:lnTo>
                    <a:pt x="4855591" y="1023770"/>
                  </a:lnTo>
                  <a:lnTo>
                    <a:pt x="4855927" y="1021832"/>
                  </a:lnTo>
                  <a:lnTo>
                    <a:pt x="4856264" y="1019800"/>
                  </a:lnTo>
                  <a:lnTo>
                    <a:pt x="4856600" y="1016877"/>
                  </a:lnTo>
                  <a:lnTo>
                    <a:pt x="4856937" y="1013705"/>
                  </a:lnTo>
                  <a:lnTo>
                    <a:pt x="4857273" y="1011065"/>
                  </a:lnTo>
                  <a:lnTo>
                    <a:pt x="4857610" y="1008300"/>
                  </a:lnTo>
                  <a:lnTo>
                    <a:pt x="4857946" y="1005526"/>
                  </a:lnTo>
                  <a:lnTo>
                    <a:pt x="4858283" y="1002479"/>
                  </a:lnTo>
                  <a:lnTo>
                    <a:pt x="4858619" y="999215"/>
                  </a:lnTo>
                  <a:lnTo>
                    <a:pt x="4858956" y="995028"/>
                  </a:lnTo>
                  <a:lnTo>
                    <a:pt x="4859292" y="991483"/>
                  </a:lnTo>
                  <a:lnTo>
                    <a:pt x="4859629" y="988366"/>
                  </a:lnTo>
                  <a:lnTo>
                    <a:pt x="4859965" y="984999"/>
                  </a:lnTo>
                  <a:lnTo>
                    <a:pt x="4860301" y="981180"/>
                  </a:lnTo>
                  <a:lnTo>
                    <a:pt x="4860638" y="976686"/>
                  </a:lnTo>
                  <a:lnTo>
                    <a:pt x="4860974" y="972679"/>
                  </a:lnTo>
                  <a:lnTo>
                    <a:pt x="4861311" y="967724"/>
                  </a:lnTo>
                  <a:lnTo>
                    <a:pt x="4861647" y="962236"/>
                  </a:lnTo>
                  <a:lnTo>
                    <a:pt x="4861984" y="956436"/>
                  </a:lnTo>
                  <a:lnTo>
                    <a:pt x="4862320" y="949893"/>
                  </a:lnTo>
                  <a:lnTo>
                    <a:pt x="4862657" y="942126"/>
                  </a:lnTo>
                  <a:lnTo>
                    <a:pt x="4862993" y="933912"/>
                  </a:lnTo>
                  <a:lnTo>
                    <a:pt x="4863330" y="925657"/>
                  </a:lnTo>
                  <a:lnTo>
                    <a:pt x="4863666" y="918606"/>
                  </a:lnTo>
                  <a:lnTo>
                    <a:pt x="4864003" y="913772"/>
                  </a:lnTo>
                  <a:lnTo>
                    <a:pt x="4864339" y="909736"/>
                  </a:lnTo>
                  <a:lnTo>
                    <a:pt x="4864675" y="906776"/>
                  </a:lnTo>
                  <a:lnTo>
                    <a:pt x="4865012" y="904657"/>
                  </a:lnTo>
                  <a:lnTo>
                    <a:pt x="4865348" y="902844"/>
                  </a:lnTo>
                  <a:lnTo>
                    <a:pt x="4865685" y="900755"/>
                  </a:lnTo>
                  <a:lnTo>
                    <a:pt x="4866021" y="899793"/>
                  </a:lnTo>
                  <a:lnTo>
                    <a:pt x="4866358" y="898959"/>
                  </a:lnTo>
                  <a:lnTo>
                    <a:pt x="4866694" y="899239"/>
                  </a:lnTo>
                  <a:lnTo>
                    <a:pt x="4867031" y="899382"/>
                  </a:lnTo>
                  <a:lnTo>
                    <a:pt x="4867367" y="900065"/>
                  </a:lnTo>
                  <a:lnTo>
                    <a:pt x="4867704" y="901353"/>
                  </a:lnTo>
                  <a:lnTo>
                    <a:pt x="4868040" y="903247"/>
                  </a:lnTo>
                  <a:lnTo>
                    <a:pt x="4868377" y="905372"/>
                  </a:lnTo>
                  <a:lnTo>
                    <a:pt x="4868713" y="906680"/>
                  </a:lnTo>
                  <a:lnTo>
                    <a:pt x="4869049" y="907663"/>
                  </a:lnTo>
                  <a:lnTo>
                    <a:pt x="4869386" y="907533"/>
                  </a:lnTo>
                  <a:lnTo>
                    <a:pt x="4869722" y="905262"/>
                  </a:lnTo>
                  <a:lnTo>
                    <a:pt x="4870059" y="903937"/>
                  </a:lnTo>
                  <a:lnTo>
                    <a:pt x="4870395" y="903142"/>
                  </a:lnTo>
                  <a:lnTo>
                    <a:pt x="4870732" y="902627"/>
                  </a:lnTo>
                  <a:lnTo>
                    <a:pt x="4871068" y="901732"/>
                  </a:lnTo>
                  <a:lnTo>
                    <a:pt x="4871405" y="900410"/>
                  </a:lnTo>
                  <a:lnTo>
                    <a:pt x="4871741" y="898096"/>
                  </a:lnTo>
                  <a:lnTo>
                    <a:pt x="4872078" y="895136"/>
                  </a:lnTo>
                  <a:lnTo>
                    <a:pt x="4872414" y="890990"/>
                  </a:lnTo>
                  <a:lnTo>
                    <a:pt x="4872751" y="887240"/>
                  </a:lnTo>
                  <a:lnTo>
                    <a:pt x="4873087" y="884197"/>
                  </a:lnTo>
                  <a:lnTo>
                    <a:pt x="4873423" y="882089"/>
                  </a:lnTo>
                  <a:lnTo>
                    <a:pt x="4873760" y="880975"/>
                  </a:lnTo>
                  <a:lnTo>
                    <a:pt x="4874096" y="879571"/>
                  </a:lnTo>
                  <a:lnTo>
                    <a:pt x="4874433" y="878779"/>
                  </a:lnTo>
                  <a:lnTo>
                    <a:pt x="4874769" y="878597"/>
                  </a:lnTo>
                  <a:lnTo>
                    <a:pt x="4875106" y="879256"/>
                  </a:lnTo>
                  <a:lnTo>
                    <a:pt x="4875442" y="881253"/>
                  </a:lnTo>
                  <a:lnTo>
                    <a:pt x="4875779" y="884060"/>
                  </a:lnTo>
                  <a:lnTo>
                    <a:pt x="4876115" y="887351"/>
                  </a:lnTo>
                  <a:lnTo>
                    <a:pt x="4876452" y="890823"/>
                  </a:lnTo>
                  <a:lnTo>
                    <a:pt x="4876788" y="895024"/>
                  </a:lnTo>
                  <a:lnTo>
                    <a:pt x="4877124" y="900329"/>
                  </a:lnTo>
                  <a:lnTo>
                    <a:pt x="4877461" y="906639"/>
                  </a:lnTo>
                  <a:lnTo>
                    <a:pt x="4877797" y="913609"/>
                  </a:lnTo>
                  <a:lnTo>
                    <a:pt x="4878134" y="921755"/>
                  </a:lnTo>
                  <a:lnTo>
                    <a:pt x="4878470" y="930631"/>
                  </a:lnTo>
                  <a:lnTo>
                    <a:pt x="4878807" y="940396"/>
                  </a:lnTo>
                  <a:lnTo>
                    <a:pt x="4879143" y="949402"/>
                  </a:lnTo>
                  <a:lnTo>
                    <a:pt x="4879480" y="959175"/>
                  </a:lnTo>
                  <a:lnTo>
                    <a:pt x="4879816" y="971230"/>
                  </a:lnTo>
                  <a:lnTo>
                    <a:pt x="4880153" y="982577"/>
                  </a:lnTo>
                  <a:lnTo>
                    <a:pt x="4880489" y="993483"/>
                  </a:lnTo>
                  <a:lnTo>
                    <a:pt x="4880826" y="1004483"/>
                  </a:lnTo>
                  <a:lnTo>
                    <a:pt x="4881162" y="1015007"/>
                  </a:lnTo>
                  <a:lnTo>
                    <a:pt x="4881498" y="1025426"/>
                  </a:lnTo>
                  <a:lnTo>
                    <a:pt x="4881835" y="1035814"/>
                  </a:lnTo>
                  <a:lnTo>
                    <a:pt x="4882171" y="1045038"/>
                  </a:lnTo>
                  <a:lnTo>
                    <a:pt x="4882508" y="1054686"/>
                  </a:lnTo>
                  <a:lnTo>
                    <a:pt x="4882844" y="1064210"/>
                  </a:lnTo>
                  <a:lnTo>
                    <a:pt x="4883181" y="1072869"/>
                  </a:lnTo>
                  <a:lnTo>
                    <a:pt x="4883517" y="1080588"/>
                  </a:lnTo>
                  <a:lnTo>
                    <a:pt x="4883854" y="1087353"/>
                  </a:lnTo>
                  <a:lnTo>
                    <a:pt x="4884190" y="1094505"/>
                  </a:lnTo>
                  <a:lnTo>
                    <a:pt x="4884527" y="1100780"/>
                  </a:lnTo>
                  <a:lnTo>
                    <a:pt x="4884863" y="1105691"/>
                  </a:lnTo>
                  <a:lnTo>
                    <a:pt x="4885200" y="1109154"/>
                  </a:lnTo>
                  <a:lnTo>
                    <a:pt x="4885536" y="1110580"/>
                  </a:lnTo>
                  <a:lnTo>
                    <a:pt x="4885872" y="1111185"/>
                  </a:lnTo>
                  <a:lnTo>
                    <a:pt x="4886209" y="1111957"/>
                  </a:lnTo>
                  <a:lnTo>
                    <a:pt x="4886545" y="1113011"/>
                  </a:lnTo>
                  <a:lnTo>
                    <a:pt x="4886882" y="1114482"/>
                  </a:lnTo>
                  <a:lnTo>
                    <a:pt x="4887218" y="1116426"/>
                  </a:lnTo>
                  <a:lnTo>
                    <a:pt x="4887555" y="1117731"/>
                  </a:lnTo>
                  <a:lnTo>
                    <a:pt x="4887891" y="1118384"/>
                  </a:lnTo>
                  <a:lnTo>
                    <a:pt x="4888228" y="1119189"/>
                  </a:lnTo>
                  <a:lnTo>
                    <a:pt x="4888564" y="1119115"/>
                  </a:lnTo>
                  <a:lnTo>
                    <a:pt x="4888901" y="1119797"/>
                  </a:lnTo>
                  <a:lnTo>
                    <a:pt x="4889237" y="1120600"/>
                  </a:lnTo>
                  <a:lnTo>
                    <a:pt x="4889574" y="1121586"/>
                  </a:lnTo>
                  <a:lnTo>
                    <a:pt x="4889910" y="1121995"/>
                  </a:lnTo>
                  <a:lnTo>
                    <a:pt x="4890246" y="1122446"/>
                  </a:lnTo>
                  <a:lnTo>
                    <a:pt x="4890583" y="1121612"/>
                  </a:lnTo>
                  <a:lnTo>
                    <a:pt x="4890919" y="1120576"/>
                  </a:lnTo>
                  <a:lnTo>
                    <a:pt x="4891256" y="1119492"/>
                  </a:lnTo>
                  <a:lnTo>
                    <a:pt x="4891592" y="1117551"/>
                  </a:lnTo>
                  <a:lnTo>
                    <a:pt x="4891929" y="1114221"/>
                  </a:lnTo>
                  <a:lnTo>
                    <a:pt x="4892265" y="1111515"/>
                  </a:lnTo>
                  <a:lnTo>
                    <a:pt x="4892602" y="1108478"/>
                  </a:lnTo>
                  <a:lnTo>
                    <a:pt x="4892938" y="1106362"/>
                  </a:lnTo>
                  <a:lnTo>
                    <a:pt x="4893275" y="1104818"/>
                  </a:lnTo>
                  <a:lnTo>
                    <a:pt x="4893611" y="1104052"/>
                  </a:lnTo>
                  <a:lnTo>
                    <a:pt x="4893948" y="1103264"/>
                  </a:lnTo>
                  <a:lnTo>
                    <a:pt x="4894284" y="1102586"/>
                  </a:lnTo>
                  <a:lnTo>
                    <a:pt x="4894620" y="1101386"/>
                  </a:lnTo>
                  <a:lnTo>
                    <a:pt x="4894957" y="1099149"/>
                  </a:lnTo>
                  <a:lnTo>
                    <a:pt x="4895293" y="1096657"/>
                  </a:lnTo>
                  <a:lnTo>
                    <a:pt x="4895630" y="1093714"/>
                  </a:lnTo>
                  <a:lnTo>
                    <a:pt x="4895966" y="1091890"/>
                  </a:lnTo>
                  <a:lnTo>
                    <a:pt x="4896303" y="1091615"/>
                  </a:lnTo>
                  <a:lnTo>
                    <a:pt x="4896639" y="1091590"/>
                  </a:lnTo>
                  <a:lnTo>
                    <a:pt x="4896976" y="1092185"/>
                  </a:lnTo>
                  <a:lnTo>
                    <a:pt x="4897312" y="1094392"/>
                  </a:lnTo>
                  <a:lnTo>
                    <a:pt x="4897649" y="1096920"/>
                  </a:lnTo>
                  <a:lnTo>
                    <a:pt x="4897985" y="1098919"/>
                  </a:lnTo>
                  <a:lnTo>
                    <a:pt x="4898322" y="1101219"/>
                  </a:lnTo>
                  <a:lnTo>
                    <a:pt x="4898658" y="1104715"/>
                  </a:lnTo>
                  <a:lnTo>
                    <a:pt x="4898994" y="1106560"/>
                  </a:lnTo>
                  <a:lnTo>
                    <a:pt x="4899331" y="1109273"/>
                  </a:lnTo>
                  <a:lnTo>
                    <a:pt x="4899667" y="1113850"/>
                  </a:lnTo>
                  <a:lnTo>
                    <a:pt x="4900004" y="1119465"/>
                  </a:lnTo>
                  <a:lnTo>
                    <a:pt x="4900340" y="1125053"/>
                  </a:lnTo>
                  <a:lnTo>
                    <a:pt x="4900677" y="1130683"/>
                  </a:lnTo>
                  <a:lnTo>
                    <a:pt x="4901013" y="1135301"/>
                  </a:lnTo>
                  <a:lnTo>
                    <a:pt x="4901350" y="1140469"/>
                  </a:lnTo>
                  <a:lnTo>
                    <a:pt x="4901686" y="1147043"/>
                  </a:lnTo>
                  <a:lnTo>
                    <a:pt x="4902023" y="1154271"/>
                  </a:lnTo>
                  <a:lnTo>
                    <a:pt x="4902359" y="1161236"/>
                  </a:lnTo>
                  <a:lnTo>
                    <a:pt x="4902696" y="1169010"/>
                  </a:lnTo>
                  <a:lnTo>
                    <a:pt x="4903032" y="1177521"/>
                  </a:lnTo>
                  <a:lnTo>
                    <a:pt x="4903368" y="1185424"/>
                  </a:lnTo>
                  <a:lnTo>
                    <a:pt x="4903705" y="1193174"/>
                  </a:lnTo>
                  <a:lnTo>
                    <a:pt x="4904041" y="1201908"/>
                  </a:lnTo>
                  <a:lnTo>
                    <a:pt x="4904378" y="1209720"/>
                  </a:lnTo>
                  <a:lnTo>
                    <a:pt x="4904714" y="1216139"/>
                  </a:lnTo>
                  <a:lnTo>
                    <a:pt x="4905051" y="1221761"/>
                  </a:lnTo>
                  <a:lnTo>
                    <a:pt x="4905387" y="1227953"/>
                  </a:lnTo>
                  <a:lnTo>
                    <a:pt x="4905724" y="1235011"/>
                  </a:lnTo>
                  <a:lnTo>
                    <a:pt x="4906060" y="1242315"/>
                  </a:lnTo>
                  <a:lnTo>
                    <a:pt x="4906397" y="1249789"/>
                  </a:lnTo>
                  <a:lnTo>
                    <a:pt x="4906733" y="1256402"/>
                  </a:lnTo>
                  <a:lnTo>
                    <a:pt x="4907069" y="1262665"/>
                  </a:lnTo>
                  <a:lnTo>
                    <a:pt x="4907406" y="1268994"/>
                  </a:lnTo>
                  <a:lnTo>
                    <a:pt x="4907742" y="1274533"/>
                  </a:lnTo>
                  <a:lnTo>
                    <a:pt x="4908079" y="1279726"/>
                  </a:lnTo>
                  <a:lnTo>
                    <a:pt x="4908415" y="1285523"/>
                  </a:lnTo>
                  <a:lnTo>
                    <a:pt x="4908752" y="1291446"/>
                  </a:lnTo>
                  <a:lnTo>
                    <a:pt x="4909088" y="1297934"/>
                  </a:lnTo>
                  <a:lnTo>
                    <a:pt x="4909425" y="1304655"/>
                  </a:lnTo>
                  <a:lnTo>
                    <a:pt x="4909761" y="1311881"/>
                  </a:lnTo>
                  <a:lnTo>
                    <a:pt x="4910098" y="1319459"/>
                  </a:lnTo>
                  <a:lnTo>
                    <a:pt x="4910434" y="1326486"/>
                  </a:lnTo>
                  <a:lnTo>
                    <a:pt x="4910771" y="1331450"/>
                  </a:lnTo>
                  <a:lnTo>
                    <a:pt x="4911107" y="1335553"/>
                  </a:lnTo>
                  <a:lnTo>
                    <a:pt x="4911443" y="1338408"/>
                  </a:lnTo>
                  <a:lnTo>
                    <a:pt x="4911780" y="1341419"/>
                  </a:lnTo>
                  <a:lnTo>
                    <a:pt x="4912116" y="1344694"/>
                  </a:lnTo>
                  <a:lnTo>
                    <a:pt x="4912453" y="1347633"/>
                  </a:lnTo>
                  <a:lnTo>
                    <a:pt x="4912789" y="1350441"/>
                  </a:lnTo>
                  <a:lnTo>
                    <a:pt x="4913126" y="1353200"/>
                  </a:lnTo>
                  <a:lnTo>
                    <a:pt x="4913462" y="1354974"/>
                  </a:lnTo>
                  <a:lnTo>
                    <a:pt x="4913799" y="1354546"/>
                  </a:lnTo>
                  <a:lnTo>
                    <a:pt x="4914135" y="1353321"/>
                  </a:lnTo>
                  <a:lnTo>
                    <a:pt x="4914472" y="1352134"/>
                  </a:lnTo>
                  <a:lnTo>
                    <a:pt x="4914808" y="1350325"/>
                  </a:lnTo>
                  <a:lnTo>
                    <a:pt x="4915145" y="1348587"/>
                  </a:lnTo>
                  <a:lnTo>
                    <a:pt x="4915481" y="1346556"/>
                  </a:lnTo>
                  <a:lnTo>
                    <a:pt x="4915817" y="1345378"/>
                  </a:lnTo>
                  <a:lnTo>
                    <a:pt x="4916154" y="1343642"/>
                  </a:lnTo>
                  <a:lnTo>
                    <a:pt x="4916490" y="1341550"/>
                  </a:lnTo>
                  <a:lnTo>
                    <a:pt x="4916827" y="1339188"/>
                  </a:lnTo>
                  <a:lnTo>
                    <a:pt x="4917163" y="1336275"/>
                  </a:lnTo>
                  <a:lnTo>
                    <a:pt x="4917500" y="1333174"/>
                  </a:lnTo>
                  <a:lnTo>
                    <a:pt x="4917836" y="1329498"/>
                  </a:lnTo>
                  <a:lnTo>
                    <a:pt x="4918173" y="1325802"/>
                  </a:lnTo>
                  <a:lnTo>
                    <a:pt x="4918509" y="1321191"/>
                  </a:lnTo>
                  <a:lnTo>
                    <a:pt x="4918846" y="1317062"/>
                  </a:lnTo>
                  <a:lnTo>
                    <a:pt x="4919182" y="1313616"/>
                  </a:lnTo>
                  <a:lnTo>
                    <a:pt x="4919519" y="1308943"/>
                  </a:lnTo>
                  <a:lnTo>
                    <a:pt x="4919855" y="1303805"/>
                  </a:lnTo>
                  <a:lnTo>
                    <a:pt x="4920191" y="1299153"/>
                  </a:lnTo>
                  <a:lnTo>
                    <a:pt x="4920528" y="1295722"/>
                  </a:lnTo>
                  <a:lnTo>
                    <a:pt x="4920864" y="1292363"/>
                  </a:lnTo>
                  <a:lnTo>
                    <a:pt x="4921201" y="1288611"/>
                  </a:lnTo>
                  <a:lnTo>
                    <a:pt x="4921537" y="1285328"/>
                  </a:lnTo>
                  <a:lnTo>
                    <a:pt x="4921874" y="1282428"/>
                  </a:lnTo>
                  <a:lnTo>
                    <a:pt x="4922210" y="1279735"/>
                  </a:lnTo>
                  <a:lnTo>
                    <a:pt x="4922547" y="1276730"/>
                  </a:lnTo>
                  <a:lnTo>
                    <a:pt x="4922883" y="1273821"/>
                  </a:lnTo>
                  <a:lnTo>
                    <a:pt x="4923220" y="1271211"/>
                  </a:lnTo>
                  <a:lnTo>
                    <a:pt x="4923556" y="1268531"/>
                  </a:lnTo>
                  <a:lnTo>
                    <a:pt x="4923893" y="1266115"/>
                  </a:lnTo>
                  <a:lnTo>
                    <a:pt x="4924229" y="1263745"/>
                  </a:lnTo>
                  <a:lnTo>
                    <a:pt x="4924565" y="1260708"/>
                  </a:lnTo>
                  <a:lnTo>
                    <a:pt x="4924902" y="1258313"/>
                  </a:lnTo>
                  <a:lnTo>
                    <a:pt x="4925238" y="1255972"/>
                  </a:lnTo>
                  <a:lnTo>
                    <a:pt x="4925575" y="1253453"/>
                  </a:lnTo>
                  <a:lnTo>
                    <a:pt x="4925911" y="1251281"/>
                  </a:lnTo>
                  <a:lnTo>
                    <a:pt x="4926248" y="1249816"/>
                  </a:lnTo>
                  <a:lnTo>
                    <a:pt x="4926584" y="1248473"/>
                  </a:lnTo>
                  <a:lnTo>
                    <a:pt x="4926921" y="1247756"/>
                  </a:lnTo>
                  <a:lnTo>
                    <a:pt x="4927257" y="1248398"/>
                  </a:lnTo>
                  <a:lnTo>
                    <a:pt x="4927594" y="1249637"/>
                  </a:lnTo>
                  <a:lnTo>
                    <a:pt x="4927930" y="1251729"/>
                  </a:lnTo>
                  <a:lnTo>
                    <a:pt x="4928267" y="1254188"/>
                  </a:lnTo>
                  <a:lnTo>
                    <a:pt x="4928603" y="1258041"/>
                  </a:lnTo>
                  <a:lnTo>
                    <a:pt x="4928939" y="1263449"/>
                  </a:lnTo>
                  <a:lnTo>
                    <a:pt x="4929276" y="1270064"/>
                  </a:lnTo>
                  <a:lnTo>
                    <a:pt x="4929612" y="1278350"/>
                  </a:lnTo>
                  <a:lnTo>
                    <a:pt x="4929949" y="1288476"/>
                  </a:lnTo>
                  <a:lnTo>
                    <a:pt x="4930285" y="1298784"/>
                  </a:lnTo>
                  <a:lnTo>
                    <a:pt x="4930622" y="1308914"/>
                  </a:lnTo>
                  <a:lnTo>
                    <a:pt x="4930958" y="1318277"/>
                  </a:lnTo>
                  <a:lnTo>
                    <a:pt x="4931295" y="1325858"/>
                  </a:lnTo>
                  <a:lnTo>
                    <a:pt x="4931631" y="1333178"/>
                  </a:lnTo>
                  <a:lnTo>
                    <a:pt x="4931968" y="1339329"/>
                  </a:lnTo>
                  <a:lnTo>
                    <a:pt x="4932304" y="1343958"/>
                  </a:lnTo>
                  <a:lnTo>
                    <a:pt x="4932641" y="1347256"/>
                  </a:lnTo>
                  <a:lnTo>
                    <a:pt x="4932977" y="1349613"/>
                  </a:lnTo>
                  <a:lnTo>
                    <a:pt x="4933313" y="1349916"/>
                  </a:lnTo>
                  <a:lnTo>
                    <a:pt x="4933650" y="1349573"/>
                  </a:lnTo>
                  <a:lnTo>
                    <a:pt x="4933986" y="1347607"/>
                  </a:lnTo>
                  <a:lnTo>
                    <a:pt x="4934323" y="1344627"/>
                  </a:lnTo>
                  <a:lnTo>
                    <a:pt x="4934659" y="1340085"/>
                  </a:lnTo>
                  <a:lnTo>
                    <a:pt x="4934996" y="1334590"/>
                  </a:lnTo>
                  <a:lnTo>
                    <a:pt x="4935332" y="1328708"/>
                  </a:lnTo>
                  <a:lnTo>
                    <a:pt x="4935669" y="1321993"/>
                  </a:lnTo>
                  <a:lnTo>
                    <a:pt x="4936005" y="1316313"/>
                  </a:lnTo>
                  <a:lnTo>
                    <a:pt x="4936342" y="1310791"/>
                  </a:lnTo>
                  <a:lnTo>
                    <a:pt x="4936678" y="1304841"/>
                  </a:lnTo>
                  <a:lnTo>
                    <a:pt x="4937015" y="1299907"/>
                  </a:lnTo>
                  <a:lnTo>
                    <a:pt x="4937351" y="1293450"/>
                  </a:lnTo>
                  <a:lnTo>
                    <a:pt x="4937687" y="1286349"/>
                  </a:lnTo>
                  <a:lnTo>
                    <a:pt x="4938024" y="1279366"/>
                  </a:lnTo>
                  <a:lnTo>
                    <a:pt x="4938360" y="1272451"/>
                  </a:lnTo>
                  <a:lnTo>
                    <a:pt x="4938697" y="1265747"/>
                  </a:lnTo>
                  <a:lnTo>
                    <a:pt x="4939033" y="1259711"/>
                  </a:lnTo>
                  <a:lnTo>
                    <a:pt x="4939370" y="1253672"/>
                  </a:lnTo>
                  <a:lnTo>
                    <a:pt x="4939706" y="1248979"/>
                  </a:lnTo>
                  <a:lnTo>
                    <a:pt x="4940043" y="1244112"/>
                  </a:lnTo>
                  <a:lnTo>
                    <a:pt x="4940379" y="1238490"/>
                  </a:lnTo>
                  <a:lnTo>
                    <a:pt x="4940716" y="1232823"/>
                  </a:lnTo>
                  <a:lnTo>
                    <a:pt x="4941052" y="1225922"/>
                  </a:lnTo>
                  <a:lnTo>
                    <a:pt x="4941388" y="1219480"/>
                  </a:lnTo>
                  <a:lnTo>
                    <a:pt x="4941725" y="1213424"/>
                  </a:lnTo>
                  <a:lnTo>
                    <a:pt x="4942061" y="1206104"/>
                  </a:lnTo>
                  <a:lnTo>
                    <a:pt x="4942398" y="1200225"/>
                  </a:lnTo>
                  <a:lnTo>
                    <a:pt x="4942734" y="1195277"/>
                  </a:lnTo>
                  <a:lnTo>
                    <a:pt x="4943071" y="1189738"/>
                  </a:lnTo>
                  <a:lnTo>
                    <a:pt x="4943407" y="1185278"/>
                  </a:lnTo>
                  <a:lnTo>
                    <a:pt x="4943744" y="1180609"/>
                  </a:lnTo>
                  <a:lnTo>
                    <a:pt x="4944080" y="1175927"/>
                  </a:lnTo>
                  <a:lnTo>
                    <a:pt x="4944417" y="1170096"/>
                  </a:lnTo>
                  <a:lnTo>
                    <a:pt x="4944753" y="1163901"/>
                  </a:lnTo>
                  <a:lnTo>
                    <a:pt x="4945090" y="1158152"/>
                  </a:lnTo>
                  <a:lnTo>
                    <a:pt x="4945426" y="1151691"/>
                  </a:lnTo>
                  <a:lnTo>
                    <a:pt x="4945762" y="1145275"/>
                  </a:lnTo>
                  <a:lnTo>
                    <a:pt x="4946099" y="1138416"/>
                  </a:lnTo>
                  <a:lnTo>
                    <a:pt x="4946435" y="1131260"/>
                  </a:lnTo>
                  <a:lnTo>
                    <a:pt x="4946772" y="1123857"/>
                  </a:lnTo>
                  <a:lnTo>
                    <a:pt x="4947108" y="1116500"/>
                  </a:lnTo>
                  <a:lnTo>
                    <a:pt x="4947445" y="1108633"/>
                  </a:lnTo>
                  <a:lnTo>
                    <a:pt x="4947781" y="1101631"/>
                  </a:lnTo>
                  <a:lnTo>
                    <a:pt x="4948118" y="1095053"/>
                  </a:lnTo>
                  <a:lnTo>
                    <a:pt x="4948454" y="1089307"/>
                  </a:lnTo>
                  <a:lnTo>
                    <a:pt x="4948791" y="1083622"/>
                  </a:lnTo>
                  <a:lnTo>
                    <a:pt x="4949127" y="1078175"/>
                  </a:lnTo>
                  <a:lnTo>
                    <a:pt x="4949464" y="1073087"/>
                  </a:lnTo>
                  <a:lnTo>
                    <a:pt x="4949800" y="1068093"/>
                  </a:lnTo>
                  <a:lnTo>
                    <a:pt x="4950136" y="1063127"/>
                  </a:lnTo>
                  <a:lnTo>
                    <a:pt x="4950473" y="1058466"/>
                  </a:lnTo>
                  <a:lnTo>
                    <a:pt x="4950809" y="1052599"/>
                  </a:lnTo>
                  <a:lnTo>
                    <a:pt x="4951146" y="1047637"/>
                  </a:lnTo>
                  <a:lnTo>
                    <a:pt x="4951482" y="1042966"/>
                  </a:lnTo>
                  <a:lnTo>
                    <a:pt x="4951819" y="1038530"/>
                  </a:lnTo>
                  <a:lnTo>
                    <a:pt x="4952155" y="1034782"/>
                  </a:lnTo>
                  <a:lnTo>
                    <a:pt x="4952492" y="1032457"/>
                  </a:lnTo>
                  <a:lnTo>
                    <a:pt x="4952828" y="1031900"/>
                  </a:lnTo>
                  <a:lnTo>
                    <a:pt x="4953165" y="1032041"/>
                  </a:lnTo>
                  <a:lnTo>
                    <a:pt x="4953501" y="1032521"/>
                  </a:lnTo>
                  <a:lnTo>
                    <a:pt x="4953838" y="1033943"/>
                  </a:lnTo>
                  <a:lnTo>
                    <a:pt x="4954174" y="1035301"/>
                  </a:lnTo>
                  <a:lnTo>
                    <a:pt x="4954510" y="1036514"/>
                  </a:lnTo>
                  <a:lnTo>
                    <a:pt x="4954847" y="1038682"/>
                  </a:lnTo>
                  <a:lnTo>
                    <a:pt x="4955183" y="1041356"/>
                  </a:lnTo>
                  <a:lnTo>
                    <a:pt x="4955520" y="1044952"/>
                  </a:lnTo>
                  <a:lnTo>
                    <a:pt x="4955856" y="1049810"/>
                  </a:lnTo>
                  <a:lnTo>
                    <a:pt x="4956193" y="1054773"/>
                  </a:lnTo>
                  <a:lnTo>
                    <a:pt x="4956529" y="1059944"/>
                  </a:lnTo>
                  <a:lnTo>
                    <a:pt x="4956866" y="1064718"/>
                  </a:lnTo>
                  <a:lnTo>
                    <a:pt x="4957202" y="1068464"/>
                  </a:lnTo>
                  <a:lnTo>
                    <a:pt x="4957539" y="1072402"/>
                  </a:lnTo>
                  <a:lnTo>
                    <a:pt x="4957875" y="1076532"/>
                  </a:lnTo>
                  <a:lnTo>
                    <a:pt x="4958212" y="1079671"/>
                  </a:lnTo>
                  <a:lnTo>
                    <a:pt x="4958548" y="1083221"/>
                  </a:lnTo>
                  <a:lnTo>
                    <a:pt x="4958884" y="1086409"/>
                  </a:lnTo>
                  <a:lnTo>
                    <a:pt x="4959221" y="1090559"/>
                  </a:lnTo>
                  <a:lnTo>
                    <a:pt x="4959557" y="1094616"/>
                  </a:lnTo>
                  <a:lnTo>
                    <a:pt x="4959894" y="1098569"/>
                  </a:lnTo>
                  <a:lnTo>
                    <a:pt x="4960230" y="1101529"/>
                  </a:lnTo>
                  <a:lnTo>
                    <a:pt x="4960567" y="1103906"/>
                  </a:lnTo>
                  <a:lnTo>
                    <a:pt x="4960903" y="1104003"/>
                  </a:lnTo>
                  <a:lnTo>
                    <a:pt x="4961240" y="1104048"/>
                  </a:lnTo>
                  <a:lnTo>
                    <a:pt x="4961576" y="1103983"/>
                  </a:lnTo>
                  <a:lnTo>
                    <a:pt x="4961913" y="1104581"/>
                  </a:lnTo>
                  <a:lnTo>
                    <a:pt x="4962249" y="1107140"/>
                  </a:lnTo>
                  <a:lnTo>
                    <a:pt x="4962586" y="1109820"/>
                  </a:lnTo>
                  <a:lnTo>
                    <a:pt x="4962922" y="1112697"/>
                  </a:lnTo>
                  <a:lnTo>
                    <a:pt x="4963258" y="1115123"/>
                  </a:lnTo>
                  <a:lnTo>
                    <a:pt x="4963595" y="1117110"/>
                  </a:lnTo>
                  <a:lnTo>
                    <a:pt x="4963931" y="1117754"/>
                  </a:lnTo>
                  <a:lnTo>
                    <a:pt x="4964268" y="1118998"/>
                  </a:lnTo>
                  <a:lnTo>
                    <a:pt x="4964604" y="1120762"/>
                  </a:lnTo>
                  <a:lnTo>
                    <a:pt x="4964941" y="1123182"/>
                  </a:lnTo>
                  <a:lnTo>
                    <a:pt x="4965277" y="1125036"/>
                  </a:lnTo>
                  <a:lnTo>
                    <a:pt x="4965614" y="1127742"/>
                  </a:lnTo>
                  <a:lnTo>
                    <a:pt x="4965950" y="1130918"/>
                  </a:lnTo>
                  <a:lnTo>
                    <a:pt x="4966287" y="1135572"/>
                  </a:lnTo>
                  <a:lnTo>
                    <a:pt x="4966623" y="1140300"/>
                  </a:lnTo>
                  <a:lnTo>
                    <a:pt x="4966960" y="1143621"/>
                  </a:lnTo>
                  <a:lnTo>
                    <a:pt x="4967296" y="1146412"/>
                  </a:lnTo>
                  <a:lnTo>
                    <a:pt x="4967632" y="1149196"/>
                  </a:lnTo>
                  <a:lnTo>
                    <a:pt x="4967969" y="1152067"/>
                  </a:lnTo>
                  <a:lnTo>
                    <a:pt x="4968305" y="1155260"/>
                  </a:lnTo>
                  <a:lnTo>
                    <a:pt x="4968642" y="1158666"/>
                  </a:lnTo>
                  <a:lnTo>
                    <a:pt x="4968978" y="1161866"/>
                  </a:lnTo>
                  <a:lnTo>
                    <a:pt x="4969315" y="1164385"/>
                  </a:lnTo>
                  <a:lnTo>
                    <a:pt x="4969651" y="1166697"/>
                  </a:lnTo>
                  <a:lnTo>
                    <a:pt x="4969988" y="1168190"/>
                  </a:lnTo>
                  <a:lnTo>
                    <a:pt x="4970324" y="1169442"/>
                  </a:lnTo>
                  <a:lnTo>
                    <a:pt x="4970661" y="1170182"/>
                  </a:lnTo>
                  <a:lnTo>
                    <a:pt x="4970997" y="1171019"/>
                  </a:lnTo>
                  <a:lnTo>
                    <a:pt x="4971334" y="1171695"/>
                  </a:lnTo>
                  <a:lnTo>
                    <a:pt x="4971670" y="1172214"/>
                  </a:lnTo>
                  <a:lnTo>
                    <a:pt x="4972006" y="1173278"/>
                  </a:lnTo>
                  <a:lnTo>
                    <a:pt x="4972343" y="1174421"/>
                  </a:lnTo>
                  <a:lnTo>
                    <a:pt x="4972679" y="1175414"/>
                  </a:lnTo>
                  <a:lnTo>
                    <a:pt x="4973016" y="1175790"/>
                  </a:lnTo>
                  <a:lnTo>
                    <a:pt x="4973352" y="1175809"/>
                  </a:lnTo>
                  <a:lnTo>
                    <a:pt x="4973689" y="1175349"/>
                  </a:lnTo>
                  <a:lnTo>
                    <a:pt x="4974025" y="1174687"/>
                  </a:lnTo>
                  <a:lnTo>
                    <a:pt x="4974362" y="1174360"/>
                  </a:lnTo>
                  <a:lnTo>
                    <a:pt x="4974698" y="1173225"/>
                  </a:lnTo>
                  <a:lnTo>
                    <a:pt x="4975035" y="1172185"/>
                  </a:lnTo>
                  <a:lnTo>
                    <a:pt x="4975371" y="1171116"/>
                  </a:lnTo>
                  <a:lnTo>
                    <a:pt x="4975707" y="1170682"/>
                  </a:lnTo>
                  <a:lnTo>
                    <a:pt x="4976044" y="1170745"/>
                  </a:lnTo>
                  <a:lnTo>
                    <a:pt x="4976380" y="1170735"/>
                  </a:lnTo>
                  <a:lnTo>
                    <a:pt x="4976717" y="1170503"/>
                  </a:lnTo>
                  <a:lnTo>
                    <a:pt x="4977053" y="1169792"/>
                  </a:lnTo>
                  <a:lnTo>
                    <a:pt x="4977390" y="1168881"/>
                  </a:lnTo>
                  <a:lnTo>
                    <a:pt x="4977726" y="1168687"/>
                  </a:lnTo>
                  <a:lnTo>
                    <a:pt x="4978063" y="1169337"/>
                  </a:lnTo>
                  <a:lnTo>
                    <a:pt x="4978399" y="1170357"/>
                  </a:lnTo>
                  <a:lnTo>
                    <a:pt x="4978736" y="1171593"/>
                  </a:lnTo>
                  <a:lnTo>
                    <a:pt x="4979072" y="1172742"/>
                  </a:lnTo>
                  <a:lnTo>
                    <a:pt x="4979409" y="1173740"/>
                  </a:lnTo>
                  <a:lnTo>
                    <a:pt x="4979745" y="1175264"/>
                  </a:lnTo>
                  <a:lnTo>
                    <a:pt x="4980081" y="1176751"/>
                  </a:lnTo>
                  <a:lnTo>
                    <a:pt x="4980418" y="1178230"/>
                  </a:lnTo>
                  <a:lnTo>
                    <a:pt x="4980754" y="1179626"/>
                  </a:lnTo>
                  <a:lnTo>
                    <a:pt x="4981091" y="1180646"/>
                  </a:lnTo>
                  <a:lnTo>
                    <a:pt x="4981427" y="1181961"/>
                  </a:lnTo>
                  <a:lnTo>
                    <a:pt x="4981764" y="1183334"/>
                  </a:lnTo>
                  <a:lnTo>
                    <a:pt x="4982100" y="1184836"/>
                  </a:lnTo>
                  <a:lnTo>
                    <a:pt x="4982437" y="1186627"/>
                  </a:lnTo>
                  <a:lnTo>
                    <a:pt x="4982773" y="1188998"/>
                  </a:lnTo>
                  <a:lnTo>
                    <a:pt x="4983110" y="1190963"/>
                  </a:lnTo>
                  <a:lnTo>
                    <a:pt x="4983446" y="1192941"/>
                  </a:lnTo>
                  <a:lnTo>
                    <a:pt x="4983783" y="1195858"/>
                  </a:lnTo>
                  <a:lnTo>
                    <a:pt x="4984119" y="1199533"/>
                  </a:lnTo>
                  <a:lnTo>
                    <a:pt x="4984455" y="1203963"/>
                  </a:lnTo>
                  <a:lnTo>
                    <a:pt x="4984792" y="1208956"/>
                  </a:lnTo>
                  <a:lnTo>
                    <a:pt x="4985128" y="1215306"/>
                  </a:lnTo>
                  <a:lnTo>
                    <a:pt x="4985465" y="1222143"/>
                  </a:lnTo>
                  <a:lnTo>
                    <a:pt x="4985801" y="1230029"/>
                  </a:lnTo>
                  <a:lnTo>
                    <a:pt x="4986138" y="1238276"/>
                  </a:lnTo>
                  <a:lnTo>
                    <a:pt x="4986474" y="1246313"/>
                  </a:lnTo>
                  <a:lnTo>
                    <a:pt x="4986811" y="1254860"/>
                  </a:lnTo>
                  <a:lnTo>
                    <a:pt x="4987147" y="1263808"/>
                  </a:lnTo>
                  <a:lnTo>
                    <a:pt x="4987484" y="1272874"/>
                  </a:lnTo>
                  <a:lnTo>
                    <a:pt x="4987820" y="1279792"/>
                  </a:lnTo>
                  <a:lnTo>
                    <a:pt x="4988157" y="1285954"/>
                  </a:lnTo>
                  <a:lnTo>
                    <a:pt x="4988493" y="1291786"/>
                  </a:lnTo>
                  <a:lnTo>
                    <a:pt x="4988829" y="1296793"/>
                  </a:lnTo>
                  <a:lnTo>
                    <a:pt x="4989166" y="1300974"/>
                  </a:lnTo>
                  <a:lnTo>
                    <a:pt x="4989502" y="1304548"/>
                  </a:lnTo>
                  <a:lnTo>
                    <a:pt x="4989839" y="1308459"/>
                  </a:lnTo>
                  <a:lnTo>
                    <a:pt x="4990175" y="1312004"/>
                  </a:lnTo>
                  <a:lnTo>
                    <a:pt x="4990512" y="1314984"/>
                  </a:lnTo>
                  <a:lnTo>
                    <a:pt x="4990848" y="1317806"/>
                  </a:lnTo>
                  <a:lnTo>
                    <a:pt x="4991185" y="1320920"/>
                  </a:lnTo>
                  <a:lnTo>
                    <a:pt x="4991521" y="1323821"/>
                  </a:lnTo>
                  <a:lnTo>
                    <a:pt x="4991858" y="1326425"/>
                  </a:lnTo>
                  <a:lnTo>
                    <a:pt x="4992194" y="1328095"/>
                  </a:lnTo>
                  <a:lnTo>
                    <a:pt x="4992531" y="1330222"/>
                  </a:lnTo>
                  <a:lnTo>
                    <a:pt x="4992867" y="1332531"/>
                  </a:lnTo>
                  <a:lnTo>
                    <a:pt x="4993203" y="1334635"/>
                  </a:lnTo>
                  <a:lnTo>
                    <a:pt x="4993540" y="1337235"/>
                  </a:lnTo>
                  <a:lnTo>
                    <a:pt x="4993876" y="1339730"/>
                  </a:lnTo>
                  <a:lnTo>
                    <a:pt x="4994213" y="1342262"/>
                  </a:lnTo>
                  <a:lnTo>
                    <a:pt x="4994549" y="1345659"/>
                  </a:lnTo>
                  <a:lnTo>
                    <a:pt x="4994886" y="1348611"/>
                  </a:lnTo>
                  <a:lnTo>
                    <a:pt x="4995222" y="1351218"/>
                  </a:lnTo>
                  <a:lnTo>
                    <a:pt x="4995559" y="1353096"/>
                  </a:lnTo>
                  <a:lnTo>
                    <a:pt x="4995895" y="1354130"/>
                  </a:lnTo>
                  <a:lnTo>
                    <a:pt x="4996232" y="1354380"/>
                  </a:lnTo>
                  <a:lnTo>
                    <a:pt x="4996568" y="1354315"/>
                  </a:lnTo>
                  <a:lnTo>
                    <a:pt x="4996905" y="1353701"/>
                  </a:lnTo>
                  <a:lnTo>
                    <a:pt x="4997241" y="1352439"/>
                  </a:lnTo>
                  <a:lnTo>
                    <a:pt x="4997577" y="1351205"/>
                  </a:lnTo>
                  <a:lnTo>
                    <a:pt x="4997914" y="1349956"/>
                  </a:lnTo>
                  <a:lnTo>
                    <a:pt x="4998250" y="1348781"/>
                  </a:lnTo>
                  <a:lnTo>
                    <a:pt x="4998587" y="1347763"/>
                  </a:lnTo>
                  <a:lnTo>
                    <a:pt x="4998923" y="1347029"/>
                  </a:lnTo>
                  <a:lnTo>
                    <a:pt x="4999260" y="1347601"/>
                  </a:lnTo>
                  <a:lnTo>
                    <a:pt x="4999596" y="1349082"/>
                  </a:lnTo>
                  <a:lnTo>
                    <a:pt x="4999933" y="1351585"/>
                  </a:lnTo>
                  <a:lnTo>
                    <a:pt x="5000269" y="1355667"/>
                  </a:lnTo>
                  <a:lnTo>
                    <a:pt x="5000606" y="1361247"/>
                  </a:lnTo>
                  <a:lnTo>
                    <a:pt x="5000942" y="1366498"/>
                  </a:lnTo>
                  <a:lnTo>
                    <a:pt x="5001279" y="1372764"/>
                  </a:lnTo>
                  <a:lnTo>
                    <a:pt x="5001615" y="1379263"/>
                  </a:lnTo>
                  <a:lnTo>
                    <a:pt x="5001951" y="1386225"/>
                  </a:lnTo>
                  <a:lnTo>
                    <a:pt x="5002288" y="1393601"/>
                  </a:lnTo>
                  <a:lnTo>
                    <a:pt x="5002624" y="1400044"/>
                  </a:lnTo>
                  <a:lnTo>
                    <a:pt x="5002961" y="1406787"/>
                  </a:lnTo>
                  <a:lnTo>
                    <a:pt x="5003297" y="1412541"/>
                  </a:lnTo>
                  <a:lnTo>
                    <a:pt x="5003634" y="1417583"/>
                  </a:lnTo>
                  <a:lnTo>
                    <a:pt x="5003970" y="1422796"/>
                  </a:lnTo>
                  <a:lnTo>
                    <a:pt x="5004307" y="1427830"/>
                  </a:lnTo>
                  <a:lnTo>
                    <a:pt x="5004643" y="1432602"/>
                  </a:lnTo>
                  <a:lnTo>
                    <a:pt x="5004980" y="1436982"/>
                  </a:lnTo>
                  <a:lnTo>
                    <a:pt x="5005316" y="1441269"/>
                  </a:lnTo>
                  <a:lnTo>
                    <a:pt x="5005653" y="1445285"/>
                  </a:lnTo>
                  <a:lnTo>
                    <a:pt x="5005989" y="1448810"/>
                  </a:lnTo>
                  <a:lnTo>
                    <a:pt x="5006325" y="1451413"/>
                  </a:lnTo>
                  <a:lnTo>
                    <a:pt x="5006662" y="1454026"/>
                  </a:lnTo>
                  <a:lnTo>
                    <a:pt x="5006998" y="1454849"/>
                  </a:lnTo>
                  <a:lnTo>
                    <a:pt x="5007335" y="1455385"/>
                  </a:lnTo>
                  <a:lnTo>
                    <a:pt x="5007671" y="1456698"/>
                  </a:lnTo>
                  <a:lnTo>
                    <a:pt x="5008008" y="1458298"/>
                  </a:lnTo>
                  <a:lnTo>
                    <a:pt x="5008344" y="1460945"/>
                  </a:lnTo>
                  <a:lnTo>
                    <a:pt x="5008681" y="1463723"/>
                  </a:lnTo>
                  <a:lnTo>
                    <a:pt x="5009017" y="1467845"/>
                  </a:lnTo>
                  <a:lnTo>
                    <a:pt x="5009354" y="1473319"/>
                  </a:lnTo>
                  <a:lnTo>
                    <a:pt x="5009690" y="1479236"/>
                  </a:lnTo>
                  <a:lnTo>
                    <a:pt x="5010026" y="1485002"/>
                  </a:lnTo>
                  <a:lnTo>
                    <a:pt x="5010363" y="1491164"/>
                  </a:lnTo>
                  <a:lnTo>
                    <a:pt x="5010699" y="1497104"/>
                  </a:lnTo>
                  <a:lnTo>
                    <a:pt x="5011036" y="1503804"/>
                  </a:lnTo>
                  <a:lnTo>
                    <a:pt x="5011372" y="1510582"/>
                  </a:lnTo>
                  <a:lnTo>
                    <a:pt x="5011709" y="1518272"/>
                  </a:lnTo>
                  <a:lnTo>
                    <a:pt x="5012045" y="1525989"/>
                  </a:lnTo>
                  <a:lnTo>
                    <a:pt x="5012382" y="1533093"/>
                  </a:lnTo>
                  <a:lnTo>
                    <a:pt x="5012718" y="1540595"/>
                  </a:lnTo>
                  <a:lnTo>
                    <a:pt x="5013055" y="1548021"/>
                  </a:lnTo>
                  <a:lnTo>
                    <a:pt x="5013391" y="1556158"/>
                  </a:lnTo>
                  <a:lnTo>
                    <a:pt x="5013728" y="1564791"/>
                  </a:lnTo>
                  <a:lnTo>
                    <a:pt x="5014064" y="1573097"/>
                  </a:lnTo>
                  <a:lnTo>
                    <a:pt x="5014400" y="1580967"/>
                  </a:lnTo>
                  <a:lnTo>
                    <a:pt x="5014737" y="1588811"/>
                  </a:lnTo>
                  <a:lnTo>
                    <a:pt x="5015073" y="1596134"/>
                  </a:lnTo>
                  <a:lnTo>
                    <a:pt x="5015410" y="1603172"/>
                  </a:lnTo>
                  <a:lnTo>
                    <a:pt x="5015746" y="1609583"/>
                  </a:lnTo>
                  <a:lnTo>
                    <a:pt x="5016083" y="1616195"/>
                  </a:lnTo>
                  <a:lnTo>
                    <a:pt x="5016419" y="1622843"/>
                  </a:lnTo>
                  <a:lnTo>
                    <a:pt x="5016756" y="1629110"/>
                  </a:lnTo>
                  <a:lnTo>
                    <a:pt x="5017092" y="1635175"/>
                  </a:lnTo>
                  <a:lnTo>
                    <a:pt x="5017429" y="1641213"/>
                  </a:lnTo>
                  <a:lnTo>
                    <a:pt x="5017765" y="1646945"/>
                  </a:lnTo>
                  <a:lnTo>
                    <a:pt x="5018102" y="1653884"/>
                  </a:lnTo>
                  <a:lnTo>
                    <a:pt x="5018438" y="1659917"/>
                  </a:lnTo>
                  <a:lnTo>
                    <a:pt x="5018774" y="1665667"/>
                  </a:lnTo>
                  <a:lnTo>
                    <a:pt x="5019111" y="1671902"/>
                  </a:lnTo>
                  <a:lnTo>
                    <a:pt x="5019447" y="1678099"/>
                  </a:lnTo>
                  <a:lnTo>
                    <a:pt x="5019784" y="1683286"/>
                  </a:lnTo>
                  <a:lnTo>
                    <a:pt x="5020120" y="1687103"/>
                  </a:lnTo>
                  <a:lnTo>
                    <a:pt x="5020457" y="1689914"/>
                  </a:lnTo>
                  <a:lnTo>
                    <a:pt x="5020793" y="1692534"/>
                  </a:lnTo>
                  <a:lnTo>
                    <a:pt x="5021130" y="1694128"/>
                  </a:lnTo>
                  <a:lnTo>
                    <a:pt x="5021466" y="1695099"/>
                  </a:lnTo>
                  <a:lnTo>
                    <a:pt x="5021803" y="1695808"/>
                  </a:lnTo>
                  <a:lnTo>
                    <a:pt x="5022139" y="1695556"/>
                  </a:lnTo>
                  <a:lnTo>
                    <a:pt x="5022476" y="1694769"/>
                  </a:lnTo>
                  <a:lnTo>
                    <a:pt x="5022812" y="1693635"/>
                  </a:lnTo>
                  <a:lnTo>
                    <a:pt x="5023148" y="1692004"/>
                  </a:lnTo>
                  <a:lnTo>
                    <a:pt x="5023485" y="1690181"/>
                  </a:lnTo>
                  <a:lnTo>
                    <a:pt x="5023821" y="1687304"/>
                  </a:lnTo>
                  <a:lnTo>
                    <a:pt x="5024158" y="1683678"/>
                  </a:lnTo>
                  <a:lnTo>
                    <a:pt x="5024494" y="1680863"/>
                  </a:lnTo>
                  <a:lnTo>
                    <a:pt x="5024831" y="1676754"/>
                  </a:lnTo>
                  <a:lnTo>
                    <a:pt x="5025167" y="1672783"/>
                  </a:lnTo>
                  <a:lnTo>
                    <a:pt x="5025504" y="1669419"/>
                  </a:lnTo>
                  <a:lnTo>
                    <a:pt x="5025840" y="1666183"/>
                  </a:lnTo>
                  <a:lnTo>
                    <a:pt x="5026177" y="1663285"/>
                  </a:lnTo>
                  <a:lnTo>
                    <a:pt x="5026513" y="1659853"/>
                  </a:lnTo>
                  <a:lnTo>
                    <a:pt x="5026850" y="1655480"/>
                  </a:lnTo>
                  <a:lnTo>
                    <a:pt x="5027186" y="1650340"/>
                  </a:lnTo>
                  <a:lnTo>
                    <a:pt x="5027522" y="1645390"/>
                  </a:lnTo>
                  <a:lnTo>
                    <a:pt x="5027859" y="1640390"/>
                  </a:lnTo>
                  <a:lnTo>
                    <a:pt x="5028195" y="1636821"/>
                  </a:lnTo>
                  <a:lnTo>
                    <a:pt x="5028532" y="1633743"/>
                  </a:lnTo>
                  <a:lnTo>
                    <a:pt x="5028868" y="1631434"/>
                  </a:lnTo>
                  <a:lnTo>
                    <a:pt x="5029205" y="1629623"/>
                  </a:lnTo>
                  <a:lnTo>
                    <a:pt x="5029541" y="1627060"/>
                  </a:lnTo>
                  <a:lnTo>
                    <a:pt x="5029878" y="1626014"/>
                  </a:lnTo>
                  <a:lnTo>
                    <a:pt x="5030214" y="1624662"/>
                  </a:lnTo>
                  <a:lnTo>
                    <a:pt x="5030551" y="1622255"/>
                  </a:lnTo>
                  <a:lnTo>
                    <a:pt x="5030887" y="1620383"/>
                  </a:lnTo>
                  <a:lnTo>
                    <a:pt x="5031224" y="1619436"/>
                  </a:lnTo>
                  <a:lnTo>
                    <a:pt x="5031560" y="1618923"/>
                  </a:lnTo>
                  <a:lnTo>
                    <a:pt x="5031896" y="1619525"/>
                  </a:lnTo>
                  <a:lnTo>
                    <a:pt x="5032233" y="1620605"/>
                  </a:lnTo>
                  <a:lnTo>
                    <a:pt x="5032569" y="1622868"/>
                  </a:lnTo>
                  <a:lnTo>
                    <a:pt x="5032906" y="1625018"/>
                  </a:lnTo>
                  <a:lnTo>
                    <a:pt x="5033242" y="1626858"/>
                  </a:lnTo>
                  <a:lnTo>
                    <a:pt x="5033579" y="1628232"/>
                  </a:lnTo>
                  <a:lnTo>
                    <a:pt x="5033915" y="1629050"/>
                  </a:lnTo>
                  <a:lnTo>
                    <a:pt x="5034252" y="1630318"/>
                  </a:lnTo>
                  <a:lnTo>
                    <a:pt x="5034588" y="1631395"/>
                  </a:lnTo>
                  <a:lnTo>
                    <a:pt x="5034925" y="1632725"/>
                  </a:lnTo>
                  <a:lnTo>
                    <a:pt x="5035261" y="1634218"/>
                  </a:lnTo>
                  <a:lnTo>
                    <a:pt x="5035598" y="1635791"/>
                  </a:lnTo>
                  <a:lnTo>
                    <a:pt x="5035934" y="1637540"/>
                  </a:lnTo>
                  <a:lnTo>
                    <a:pt x="5036270" y="1639255"/>
                  </a:lnTo>
                  <a:lnTo>
                    <a:pt x="5036607" y="1640688"/>
                  </a:lnTo>
                  <a:lnTo>
                    <a:pt x="5036943" y="1641417"/>
                  </a:lnTo>
                  <a:lnTo>
                    <a:pt x="5037280" y="1641901"/>
                  </a:lnTo>
                  <a:lnTo>
                    <a:pt x="5037616" y="1641978"/>
                  </a:lnTo>
                  <a:lnTo>
                    <a:pt x="5037953" y="1641914"/>
                  </a:lnTo>
                  <a:lnTo>
                    <a:pt x="5038289" y="1642241"/>
                  </a:lnTo>
                  <a:lnTo>
                    <a:pt x="5038626" y="1642583"/>
                  </a:lnTo>
                  <a:lnTo>
                    <a:pt x="5038962" y="1642891"/>
                  </a:lnTo>
                  <a:lnTo>
                    <a:pt x="5039299" y="1642952"/>
                  </a:lnTo>
                  <a:lnTo>
                    <a:pt x="5039635" y="1642528"/>
                  </a:lnTo>
                  <a:lnTo>
                    <a:pt x="5039971" y="1641375"/>
                  </a:lnTo>
                  <a:lnTo>
                    <a:pt x="5040308" y="1639675"/>
                  </a:lnTo>
                  <a:lnTo>
                    <a:pt x="5040644" y="1638171"/>
                  </a:lnTo>
                  <a:lnTo>
                    <a:pt x="5040981" y="1636985"/>
                  </a:lnTo>
                  <a:lnTo>
                    <a:pt x="5041317" y="1637020"/>
                  </a:lnTo>
                  <a:lnTo>
                    <a:pt x="5041654" y="1637354"/>
                  </a:lnTo>
                  <a:lnTo>
                    <a:pt x="5041990" y="1638291"/>
                  </a:lnTo>
                  <a:lnTo>
                    <a:pt x="5042327" y="1638565"/>
                  </a:lnTo>
                  <a:lnTo>
                    <a:pt x="5042663" y="1638310"/>
                  </a:lnTo>
                  <a:lnTo>
                    <a:pt x="5043000" y="1636571"/>
                  </a:lnTo>
                  <a:lnTo>
                    <a:pt x="5043336" y="1634058"/>
                  </a:lnTo>
                  <a:lnTo>
                    <a:pt x="5043673" y="1631038"/>
                  </a:lnTo>
                  <a:lnTo>
                    <a:pt x="5044009" y="1627550"/>
                  </a:lnTo>
                  <a:lnTo>
                    <a:pt x="5044345" y="1623148"/>
                  </a:lnTo>
                  <a:lnTo>
                    <a:pt x="5044682" y="1617851"/>
                  </a:lnTo>
                  <a:lnTo>
                    <a:pt x="5045018" y="1613610"/>
                  </a:lnTo>
                  <a:lnTo>
                    <a:pt x="5045355" y="1609332"/>
                  </a:lnTo>
                  <a:lnTo>
                    <a:pt x="5045691" y="1604482"/>
                  </a:lnTo>
                  <a:lnTo>
                    <a:pt x="5046028" y="1599089"/>
                  </a:lnTo>
                  <a:lnTo>
                    <a:pt x="5046364" y="1592879"/>
                  </a:lnTo>
                  <a:lnTo>
                    <a:pt x="5046701" y="1586160"/>
                  </a:lnTo>
                  <a:lnTo>
                    <a:pt x="5047037" y="1578576"/>
                  </a:lnTo>
                  <a:lnTo>
                    <a:pt x="5047374" y="1570864"/>
                  </a:lnTo>
                  <a:lnTo>
                    <a:pt x="5047710" y="1563048"/>
                  </a:lnTo>
                  <a:lnTo>
                    <a:pt x="5048047" y="1556268"/>
                  </a:lnTo>
                  <a:lnTo>
                    <a:pt x="5048383" y="1550702"/>
                  </a:lnTo>
                  <a:lnTo>
                    <a:pt x="5048719" y="1545067"/>
                  </a:lnTo>
                  <a:lnTo>
                    <a:pt x="5049056" y="1539874"/>
                  </a:lnTo>
                  <a:lnTo>
                    <a:pt x="5049392" y="1535269"/>
                  </a:lnTo>
                  <a:lnTo>
                    <a:pt x="5049729" y="1531237"/>
                  </a:lnTo>
                  <a:lnTo>
                    <a:pt x="5050065" y="1527137"/>
                  </a:lnTo>
                  <a:lnTo>
                    <a:pt x="5050402" y="1523435"/>
                  </a:lnTo>
                  <a:lnTo>
                    <a:pt x="5050738" y="1519503"/>
                  </a:lnTo>
                  <a:lnTo>
                    <a:pt x="5051075" y="1515759"/>
                  </a:lnTo>
                  <a:lnTo>
                    <a:pt x="5051411" y="1512512"/>
                  </a:lnTo>
                  <a:lnTo>
                    <a:pt x="5051748" y="1510040"/>
                  </a:lnTo>
                  <a:lnTo>
                    <a:pt x="5052084" y="1508579"/>
                  </a:lnTo>
                  <a:lnTo>
                    <a:pt x="5052421" y="1506980"/>
                  </a:lnTo>
                  <a:lnTo>
                    <a:pt x="5052757" y="1505464"/>
                  </a:lnTo>
                  <a:lnTo>
                    <a:pt x="5053093" y="1503606"/>
                  </a:lnTo>
                  <a:lnTo>
                    <a:pt x="5053430" y="1500956"/>
                  </a:lnTo>
                  <a:lnTo>
                    <a:pt x="5053766" y="1498584"/>
                  </a:lnTo>
                  <a:lnTo>
                    <a:pt x="5054103" y="1496609"/>
                  </a:lnTo>
                  <a:lnTo>
                    <a:pt x="5054439" y="1495209"/>
                  </a:lnTo>
                  <a:lnTo>
                    <a:pt x="5054776" y="1494072"/>
                  </a:lnTo>
                  <a:lnTo>
                    <a:pt x="5055112" y="1493669"/>
                  </a:lnTo>
                  <a:lnTo>
                    <a:pt x="5055449" y="1493765"/>
                  </a:lnTo>
                  <a:lnTo>
                    <a:pt x="5055785" y="1493672"/>
                  </a:lnTo>
                  <a:lnTo>
                    <a:pt x="5056122" y="1493900"/>
                  </a:lnTo>
                  <a:lnTo>
                    <a:pt x="5056458" y="1494243"/>
                  </a:lnTo>
                  <a:lnTo>
                    <a:pt x="5056795" y="1495216"/>
                  </a:lnTo>
                  <a:lnTo>
                    <a:pt x="5057131" y="1496826"/>
                  </a:lnTo>
                  <a:lnTo>
                    <a:pt x="5057467" y="1498699"/>
                  </a:lnTo>
                  <a:lnTo>
                    <a:pt x="5057804" y="1501087"/>
                  </a:lnTo>
                  <a:lnTo>
                    <a:pt x="5058140" y="1503680"/>
                  </a:lnTo>
                  <a:lnTo>
                    <a:pt x="5058477" y="1506393"/>
                  </a:lnTo>
                  <a:lnTo>
                    <a:pt x="5058813" y="1508746"/>
                  </a:lnTo>
                  <a:lnTo>
                    <a:pt x="5059150" y="1510855"/>
                  </a:lnTo>
                  <a:lnTo>
                    <a:pt x="5059486" y="1512859"/>
                  </a:lnTo>
                  <a:lnTo>
                    <a:pt x="5059823" y="1513516"/>
                  </a:lnTo>
                  <a:lnTo>
                    <a:pt x="5060159" y="1514440"/>
                  </a:lnTo>
                  <a:lnTo>
                    <a:pt x="5060496" y="1515363"/>
                  </a:lnTo>
                  <a:lnTo>
                    <a:pt x="5060832" y="1516633"/>
                  </a:lnTo>
                  <a:lnTo>
                    <a:pt x="5061169" y="1517854"/>
                  </a:lnTo>
                  <a:lnTo>
                    <a:pt x="5061505" y="1518696"/>
                  </a:lnTo>
                  <a:lnTo>
                    <a:pt x="5061841" y="1517402"/>
                  </a:lnTo>
                  <a:lnTo>
                    <a:pt x="5062178" y="1515345"/>
                  </a:lnTo>
                  <a:lnTo>
                    <a:pt x="5062514" y="1512706"/>
                  </a:lnTo>
                  <a:lnTo>
                    <a:pt x="5062851" y="1510013"/>
                  </a:lnTo>
                  <a:lnTo>
                    <a:pt x="5063187" y="1507543"/>
                  </a:lnTo>
                  <a:lnTo>
                    <a:pt x="5063524" y="1504896"/>
                  </a:lnTo>
                  <a:lnTo>
                    <a:pt x="5063860" y="1502430"/>
                  </a:lnTo>
                  <a:lnTo>
                    <a:pt x="5064197" y="1500170"/>
                  </a:lnTo>
                  <a:lnTo>
                    <a:pt x="5064533" y="1498482"/>
                  </a:lnTo>
                  <a:lnTo>
                    <a:pt x="5064870" y="1497198"/>
                  </a:lnTo>
                  <a:lnTo>
                    <a:pt x="5065206" y="1495958"/>
                  </a:lnTo>
                  <a:lnTo>
                    <a:pt x="5065543" y="1494935"/>
                  </a:lnTo>
                  <a:lnTo>
                    <a:pt x="5065879" y="1494322"/>
                  </a:lnTo>
                  <a:lnTo>
                    <a:pt x="5066215" y="1493790"/>
                  </a:lnTo>
                  <a:lnTo>
                    <a:pt x="5066552" y="1492527"/>
                  </a:lnTo>
                  <a:lnTo>
                    <a:pt x="5066888" y="1491732"/>
                  </a:lnTo>
                  <a:lnTo>
                    <a:pt x="5067225" y="1490889"/>
                  </a:lnTo>
                  <a:lnTo>
                    <a:pt x="5067561" y="1489999"/>
                  </a:lnTo>
                  <a:lnTo>
                    <a:pt x="5067898" y="1488972"/>
                  </a:lnTo>
                  <a:lnTo>
                    <a:pt x="5068234" y="1488360"/>
                  </a:lnTo>
                  <a:lnTo>
                    <a:pt x="5068571" y="1488208"/>
                  </a:lnTo>
                  <a:lnTo>
                    <a:pt x="5068907" y="1488732"/>
                  </a:lnTo>
                  <a:lnTo>
                    <a:pt x="5069244" y="1489590"/>
                  </a:lnTo>
                  <a:lnTo>
                    <a:pt x="5069580" y="1490118"/>
                  </a:lnTo>
                  <a:lnTo>
                    <a:pt x="5069917" y="1490812"/>
                  </a:lnTo>
                  <a:lnTo>
                    <a:pt x="5070253" y="1491674"/>
                  </a:lnTo>
                  <a:lnTo>
                    <a:pt x="5070589" y="1492754"/>
                  </a:lnTo>
                  <a:lnTo>
                    <a:pt x="5070926" y="1493889"/>
                  </a:lnTo>
                  <a:lnTo>
                    <a:pt x="5071262" y="1495342"/>
                  </a:lnTo>
                  <a:lnTo>
                    <a:pt x="5071599" y="1497744"/>
                  </a:lnTo>
                  <a:lnTo>
                    <a:pt x="5071935" y="1501088"/>
                  </a:lnTo>
                  <a:lnTo>
                    <a:pt x="5072272" y="1505553"/>
                  </a:lnTo>
                  <a:lnTo>
                    <a:pt x="5072608" y="1509645"/>
                  </a:lnTo>
                  <a:lnTo>
                    <a:pt x="5072945" y="1514370"/>
                  </a:lnTo>
                  <a:lnTo>
                    <a:pt x="5073281" y="1519101"/>
                  </a:lnTo>
                  <a:lnTo>
                    <a:pt x="5073618" y="1524008"/>
                  </a:lnTo>
                  <a:lnTo>
                    <a:pt x="5073954" y="1529039"/>
                  </a:lnTo>
                  <a:lnTo>
                    <a:pt x="5074290" y="1535083"/>
                  </a:lnTo>
                  <a:lnTo>
                    <a:pt x="5074627" y="1541682"/>
                  </a:lnTo>
                  <a:lnTo>
                    <a:pt x="5074963" y="1548429"/>
                  </a:lnTo>
                  <a:lnTo>
                    <a:pt x="5075300" y="1555389"/>
                  </a:lnTo>
                  <a:lnTo>
                    <a:pt x="5075636" y="1562372"/>
                  </a:lnTo>
                  <a:lnTo>
                    <a:pt x="5075973" y="1569084"/>
                  </a:lnTo>
                  <a:lnTo>
                    <a:pt x="5076309" y="1574473"/>
                  </a:lnTo>
                  <a:lnTo>
                    <a:pt x="5076646" y="1579676"/>
                  </a:lnTo>
                  <a:lnTo>
                    <a:pt x="5076982" y="1583306"/>
                  </a:lnTo>
                  <a:lnTo>
                    <a:pt x="5077319" y="1586063"/>
                  </a:lnTo>
                  <a:lnTo>
                    <a:pt x="5077655" y="1588871"/>
                  </a:lnTo>
                  <a:lnTo>
                    <a:pt x="5077992" y="1590926"/>
                  </a:lnTo>
                  <a:lnTo>
                    <a:pt x="5078328" y="1592568"/>
                  </a:lnTo>
                  <a:lnTo>
                    <a:pt x="5078664" y="1594281"/>
                  </a:lnTo>
                  <a:lnTo>
                    <a:pt x="5079001" y="1595980"/>
                  </a:lnTo>
                  <a:lnTo>
                    <a:pt x="5079337" y="1597297"/>
                  </a:lnTo>
                  <a:lnTo>
                    <a:pt x="5079674" y="1598307"/>
                  </a:lnTo>
                  <a:lnTo>
                    <a:pt x="5080010" y="1598452"/>
                  </a:lnTo>
                  <a:lnTo>
                    <a:pt x="5080347" y="1597664"/>
                  </a:lnTo>
                  <a:lnTo>
                    <a:pt x="5080683" y="1595429"/>
                  </a:lnTo>
                  <a:lnTo>
                    <a:pt x="5081020" y="1591955"/>
                  </a:lnTo>
                  <a:lnTo>
                    <a:pt x="5081356" y="1587829"/>
                  </a:lnTo>
                  <a:lnTo>
                    <a:pt x="5081693" y="1583520"/>
                  </a:lnTo>
                  <a:lnTo>
                    <a:pt x="5082029" y="1579212"/>
                  </a:lnTo>
                  <a:lnTo>
                    <a:pt x="5082366" y="1574114"/>
                  </a:lnTo>
                  <a:lnTo>
                    <a:pt x="5082702" y="1569351"/>
                  </a:lnTo>
                  <a:lnTo>
                    <a:pt x="5083038" y="1563905"/>
                  </a:lnTo>
                  <a:lnTo>
                    <a:pt x="5083375" y="1557744"/>
                  </a:lnTo>
                  <a:lnTo>
                    <a:pt x="5083711" y="1551138"/>
                  </a:lnTo>
                  <a:lnTo>
                    <a:pt x="5084048" y="1544137"/>
                  </a:lnTo>
                  <a:lnTo>
                    <a:pt x="5084384" y="1537123"/>
                  </a:lnTo>
                  <a:lnTo>
                    <a:pt x="5084721" y="1530347"/>
                  </a:lnTo>
                  <a:lnTo>
                    <a:pt x="5085057" y="1523974"/>
                  </a:lnTo>
                  <a:lnTo>
                    <a:pt x="5085394" y="1517970"/>
                  </a:lnTo>
                  <a:lnTo>
                    <a:pt x="5085730" y="1512526"/>
                  </a:lnTo>
                  <a:lnTo>
                    <a:pt x="5086067" y="1508031"/>
                  </a:lnTo>
                  <a:lnTo>
                    <a:pt x="5086403" y="1503715"/>
                  </a:lnTo>
                  <a:lnTo>
                    <a:pt x="5086740" y="1499741"/>
                  </a:lnTo>
                  <a:lnTo>
                    <a:pt x="5087076" y="1496047"/>
                  </a:lnTo>
                  <a:lnTo>
                    <a:pt x="5087412" y="1493394"/>
                  </a:lnTo>
                  <a:lnTo>
                    <a:pt x="5087749" y="1491688"/>
                  </a:lnTo>
                  <a:lnTo>
                    <a:pt x="5088085" y="1490664"/>
                  </a:lnTo>
                  <a:lnTo>
                    <a:pt x="5088422" y="1490925"/>
                  </a:lnTo>
                  <a:lnTo>
                    <a:pt x="5088758" y="1492507"/>
                  </a:lnTo>
                  <a:lnTo>
                    <a:pt x="5089095" y="1494940"/>
                  </a:lnTo>
                  <a:lnTo>
                    <a:pt x="5089431" y="1498047"/>
                  </a:lnTo>
                  <a:lnTo>
                    <a:pt x="5089768" y="1501997"/>
                  </a:lnTo>
                  <a:lnTo>
                    <a:pt x="5090104" y="1506101"/>
                  </a:lnTo>
                  <a:lnTo>
                    <a:pt x="5090441" y="1510219"/>
                  </a:lnTo>
                  <a:lnTo>
                    <a:pt x="5090777" y="1514980"/>
                  </a:lnTo>
                  <a:lnTo>
                    <a:pt x="5091114" y="1520836"/>
                  </a:lnTo>
                  <a:lnTo>
                    <a:pt x="5091450" y="1527454"/>
                  </a:lnTo>
                  <a:lnTo>
                    <a:pt x="5091786" y="1534281"/>
                  </a:lnTo>
                  <a:lnTo>
                    <a:pt x="5092123" y="1542069"/>
                  </a:lnTo>
                  <a:lnTo>
                    <a:pt x="5092459" y="1549808"/>
                  </a:lnTo>
                  <a:lnTo>
                    <a:pt x="5092796" y="1557594"/>
                  </a:lnTo>
                  <a:lnTo>
                    <a:pt x="5093132" y="1565172"/>
                  </a:lnTo>
                  <a:lnTo>
                    <a:pt x="5093469" y="1572756"/>
                  </a:lnTo>
                  <a:lnTo>
                    <a:pt x="5093805" y="1580592"/>
                  </a:lnTo>
                  <a:lnTo>
                    <a:pt x="5094142" y="1589080"/>
                  </a:lnTo>
                  <a:lnTo>
                    <a:pt x="5094478" y="1598070"/>
                  </a:lnTo>
                  <a:lnTo>
                    <a:pt x="5094815" y="1607067"/>
                  </a:lnTo>
                  <a:lnTo>
                    <a:pt x="5095151" y="1616187"/>
                  </a:lnTo>
                  <a:lnTo>
                    <a:pt x="5095488" y="1625439"/>
                  </a:lnTo>
                  <a:lnTo>
                    <a:pt x="5095824" y="1633996"/>
                  </a:lnTo>
                  <a:lnTo>
                    <a:pt x="5096160" y="1641873"/>
                  </a:lnTo>
                  <a:lnTo>
                    <a:pt x="5096497" y="1649045"/>
                  </a:lnTo>
                  <a:lnTo>
                    <a:pt x="5096833" y="1655450"/>
                  </a:lnTo>
                  <a:lnTo>
                    <a:pt x="5097170" y="1660700"/>
                  </a:lnTo>
                  <a:lnTo>
                    <a:pt x="5097506" y="1666085"/>
                  </a:lnTo>
                  <a:lnTo>
                    <a:pt x="5097843" y="1672790"/>
                  </a:lnTo>
                  <a:lnTo>
                    <a:pt x="5098179" y="1678438"/>
                  </a:lnTo>
                  <a:lnTo>
                    <a:pt x="5098516" y="1683890"/>
                  </a:lnTo>
                  <a:lnTo>
                    <a:pt x="5098852" y="1688415"/>
                  </a:lnTo>
                  <a:lnTo>
                    <a:pt x="5099189" y="1691810"/>
                  </a:lnTo>
                  <a:lnTo>
                    <a:pt x="5099525" y="1694590"/>
                  </a:lnTo>
                  <a:lnTo>
                    <a:pt x="5099862" y="1696823"/>
                  </a:lnTo>
                  <a:lnTo>
                    <a:pt x="5100198" y="1699100"/>
                  </a:lnTo>
                  <a:lnTo>
                    <a:pt x="5100534" y="1701668"/>
                  </a:lnTo>
                  <a:lnTo>
                    <a:pt x="5100871" y="1704423"/>
                  </a:lnTo>
                  <a:lnTo>
                    <a:pt x="5101207" y="1707273"/>
                  </a:lnTo>
                  <a:lnTo>
                    <a:pt x="5101544" y="1710058"/>
                  </a:lnTo>
                  <a:lnTo>
                    <a:pt x="5101880" y="1712909"/>
                  </a:lnTo>
                  <a:lnTo>
                    <a:pt x="5102217" y="1715200"/>
                  </a:lnTo>
                  <a:lnTo>
                    <a:pt x="5102553" y="1716760"/>
                  </a:lnTo>
                  <a:lnTo>
                    <a:pt x="5102890" y="1717975"/>
                  </a:lnTo>
                  <a:lnTo>
                    <a:pt x="5103226" y="1719293"/>
                  </a:lnTo>
                  <a:lnTo>
                    <a:pt x="5103563" y="1720776"/>
                  </a:lnTo>
                  <a:lnTo>
                    <a:pt x="5103899" y="1722609"/>
                  </a:lnTo>
                  <a:lnTo>
                    <a:pt x="5104236" y="1724726"/>
                  </a:lnTo>
                  <a:lnTo>
                    <a:pt x="5104572" y="1727052"/>
                  </a:lnTo>
                  <a:lnTo>
                    <a:pt x="5104908" y="1729326"/>
                  </a:lnTo>
                  <a:lnTo>
                    <a:pt x="5105245" y="1731629"/>
                  </a:lnTo>
                  <a:lnTo>
                    <a:pt x="5105581" y="1733703"/>
                  </a:lnTo>
                  <a:lnTo>
                    <a:pt x="5105918" y="1735892"/>
                  </a:lnTo>
                  <a:lnTo>
                    <a:pt x="5106254" y="1738181"/>
                  </a:lnTo>
                  <a:lnTo>
                    <a:pt x="5106591" y="1740760"/>
                  </a:lnTo>
                  <a:lnTo>
                    <a:pt x="5106927" y="1743944"/>
                  </a:lnTo>
                  <a:lnTo>
                    <a:pt x="5107264" y="1747985"/>
                  </a:lnTo>
                  <a:lnTo>
                    <a:pt x="5107600" y="1752799"/>
                  </a:lnTo>
                  <a:lnTo>
                    <a:pt x="5107937" y="1757490"/>
                  </a:lnTo>
                  <a:lnTo>
                    <a:pt x="5108273" y="1761723"/>
                  </a:lnTo>
                  <a:lnTo>
                    <a:pt x="5108609" y="1765197"/>
                  </a:lnTo>
                  <a:lnTo>
                    <a:pt x="5108946" y="1768243"/>
                  </a:lnTo>
                  <a:lnTo>
                    <a:pt x="5109282" y="1771205"/>
                  </a:lnTo>
                  <a:lnTo>
                    <a:pt x="5109619" y="1774726"/>
                  </a:lnTo>
                  <a:lnTo>
                    <a:pt x="5109955" y="1778736"/>
                  </a:lnTo>
                  <a:lnTo>
                    <a:pt x="5110292" y="1783627"/>
                  </a:lnTo>
                  <a:lnTo>
                    <a:pt x="5110628" y="1789137"/>
                  </a:lnTo>
                  <a:lnTo>
                    <a:pt x="5110965" y="1795084"/>
                  </a:lnTo>
                  <a:lnTo>
                    <a:pt x="5111301" y="1801727"/>
                  </a:lnTo>
                  <a:lnTo>
                    <a:pt x="5111638" y="1809327"/>
                  </a:lnTo>
                  <a:lnTo>
                    <a:pt x="5111974" y="1817440"/>
                  </a:lnTo>
                  <a:lnTo>
                    <a:pt x="5112311" y="1823943"/>
                  </a:lnTo>
                  <a:lnTo>
                    <a:pt x="5112647" y="1829949"/>
                  </a:lnTo>
                  <a:lnTo>
                    <a:pt x="5112983" y="1836201"/>
                  </a:lnTo>
                  <a:lnTo>
                    <a:pt x="5113320" y="1843046"/>
                  </a:lnTo>
                  <a:lnTo>
                    <a:pt x="5113656" y="1850475"/>
                  </a:lnTo>
                  <a:lnTo>
                    <a:pt x="5113993" y="1858072"/>
                  </a:lnTo>
                  <a:lnTo>
                    <a:pt x="5114329" y="1866556"/>
                  </a:lnTo>
                  <a:lnTo>
                    <a:pt x="5114666" y="1875204"/>
                  </a:lnTo>
                  <a:lnTo>
                    <a:pt x="5115002" y="1883838"/>
                  </a:lnTo>
                  <a:lnTo>
                    <a:pt x="5115339" y="1891861"/>
                  </a:lnTo>
                  <a:lnTo>
                    <a:pt x="5115675" y="1899321"/>
                  </a:lnTo>
                  <a:lnTo>
                    <a:pt x="5116012" y="1906762"/>
                  </a:lnTo>
                  <a:lnTo>
                    <a:pt x="5116348" y="1913512"/>
                  </a:lnTo>
                  <a:lnTo>
                    <a:pt x="5116685" y="1919726"/>
                  </a:lnTo>
                  <a:lnTo>
                    <a:pt x="5117021" y="1924983"/>
                  </a:lnTo>
                  <a:lnTo>
                    <a:pt x="5117357" y="1930432"/>
                  </a:lnTo>
                  <a:lnTo>
                    <a:pt x="5117694" y="1936107"/>
                  </a:lnTo>
                  <a:lnTo>
                    <a:pt x="5118030" y="1942481"/>
                  </a:lnTo>
                  <a:lnTo>
                    <a:pt x="5118367" y="1948205"/>
                  </a:lnTo>
                  <a:lnTo>
                    <a:pt x="5118703" y="1953197"/>
                  </a:lnTo>
                  <a:lnTo>
                    <a:pt x="5119040" y="1957584"/>
                  </a:lnTo>
                  <a:lnTo>
                    <a:pt x="5119376" y="1960655"/>
                  </a:lnTo>
                  <a:lnTo>
                    <a:pt x="5119713" y="1963114"/>
                  </a:lnTo>
                  <a:lnTo>
                    <a:pt x="5120049" y="1965073"/>
                  </a:lnTo>
                  <a:lnTo>
                    <a:pt x="5120386" y="1966657"/>
                  </a:lnTo>
                  <a:lnTo>
                    <a:pt x="5120722" y="1968153"/>
                  </a:lnTo>
                  <a:lnTo>
                    <a:pt x="5121059" y="1968852"/>
                  </a:lnTo>
                  <a:lnTo>
                    <a:pt x="5121395" y="1969237"/>
                  </a:lnTo>
                  <a:lnTo>
                    <a:pt x="5121731" y="1969276"/>
                  </a:lnTo>
                  <a:lnTo>
                    <a:pt x="5122068" y="1969032"/>
                  </a:lnTo>
                  <a:lnTo>
                    <a:pt x="5122404" y="1968834"/>
                  </a:lnTo>
                  <a:lnTo>
                    <a:pt x="5122741" y="1968899"/>
                  </a:lnTo>
                  <a:lnTo>
                    <a:pt x="5123077" y="1968914"/>
                  </a:lnTo>
                  <a:lnTo>
                    <a:pt x="5123414" y="1968304"/>
                  </a:lnTo>
                  <a:lnTo>
                    <a:pt x="5123750" y="1967356"/>
                  </a:lnTo>
                  <a:lnTo>
                    <a:pt x="5124087" y="1966399"/>
                  </a:lnTo>
                  <a:lnTo>
                    <a:pt x="5124423" y="1965138"/>
                  </a:lnTo>
                  <a:lnTo>
                    <a:pt x="5124760" y="1963612"/>
                  </a:lnTo>
                  <a:lnTo>
                    <a:pt x="5125096" y="1962176"/>
                  </a:lnTo>
                  <a:lnTo>
                    <a:pt x="5125433" y="1961035"/>
                  </a:lnTo>
                  <a:lnTo>
                    <a:pt x="5125769" y="1960093"/>
                  </a:lnTo>
                  <a:lnTo>
                    <a:pt x="5126105" y="1960065"/>
                  </a:lnTo>
                  <a:lnTo>
                    <a:pt x="5126442" y="1960181"/>
                  </a:lnTo>
                  <a:lnTo>
                    <a:pt x="5126778" y="1960947"/>
                  </a:lnTo>
                  <a:lnTo>
                    <a:pt x="5127115" y="1962355"/>
                  </a:lnTo>
                  <a:lnTo>
                    <a:pt x="5127451" y="1964269"/>
                  </a:lnTo>
                  <a:lnTo>
                    <a:pt x="5127788" y="1966465"/>
                  </a:lnTo>
                  <a:lnTo>
                    <a:pt x="5128124" y="1968471"/>
                  </a:lnTo>
                  <a:lnTo>
                    <a:pt x="5128461" y="1971114"/>
                  </a:lnTo>
                  <a:lnTo>
                    <a:pt x="5128797" y="1973901"/>
                  </a:lnTo>
                  <a:lnTo>
                    <a:pt x="5129134" y="1977467"/>
                  </a:lnTo>
                  <a:lnTo>
                    <a:pt x="5129470" y="1981393"/>
                  </a:lnTo>
                  <a:lnTo>
                    <a:pt x="5129807" y="1986069"/>
                  </a:lnTo>
                  <a:lnTo>
                    <a:pt x="5130143" y="1990868"/>
                  </a:lnTo>
                  <a:lnTo>
                    <a:pt x="5130479" y="1995805"/>
                  </a:lnTo>
                  <a:lnTo>
                    <a:pt x="5130816" y="2000914"/>
                  </a:lnTo>
                  <a:lnTo>
                    <a:pt x="5131152" y="2005844"/>
                  </a:lnTo>
                  <a:lnTo>
                    <a:pt x="5131489" y="2010649"/>
                  </a:lnTo>
                  <a:lnTo>
                    <a:pt x="5131825" y="2014999"/>
                  </a:lnTo>
                  <a:lnTo>
                    <a:pt x="5132162" y="2018919"/>
                  </a:lnTo>
                  <a:lnTo>
                    <a:pt x="5132498" y="2022786"/>
                  </a:lnTo>
                  <a:lnTo>
                    <a:pt x="5132835" y="2026446"/>
                  </a:lnTo>
                  <a:lnTo>
                    <a:pt x="5133171" y="2029837"/>
                  </a:lnTo>
                  <a:lnTo>
                    <a:pt x="5133508" y="2033085"/>
                  </a:lnTo>
                  <a:lnTo>
                    <a:pt x="5133844" y="2036823"/>
                  </a:lnTo>
                  <a:lnTo>
                    <a:pt x="5134181" y="2039987"/>
                  </a:lnTo>
                  <a:lnTo>
                    <a:pt x="5134517" y="2043018"/>
                  </a:lnTo>
                  <a:lnTo>
                    <a:pt x="5134853" y="2046087"/>
                  </a:lnTo>
                  <a:lnTo>
                    <a:pt x="5135190" y="2049164"/>
                  </a:lnTo>
                  <a:lnTo>
                    <a:pt x="5135526" y="2051682"/>
                  </a:lnTo>
                  <a:lnTo>
                    <a:pt x="5135863" y="2053779"/>
                  </a:lnTo>
                  <a:lnTo>
                    <a:pt x="5136199" y="2055899"/>
                  </a:lnTo>
                  <a:lnTo>
                    <a:pt x="5136536" y="2057368"/>
                  </a:lnTo>
                  <a:lnTo>
                    <a:pt x="5136872" y="2058720"/>
                  </a:lnTo>
                  <a:lnTo>
                    <a:pt x="5137209" y="2059952"/>
                  </a:lnTo>
                  <a:lnTo>
                    <a:pt x="5137545" y="2060861"/>
                  </a:lnTo>
                  <a:lnTo>
                    <a:pt x="5137882" y="2061514"/>
                  </a:lnTo>
                  <a:lnTo>
                    <a:pt x="5138218" y="2061790"/>
                  </a:lnTo>
                  <a:lnTo>
                    <a:pt x="5138555" y="2061909"/>
                  </a:lnTo>
                  <a:lnTo>
                    <a:pt x="5138891" y="2061633"/>
                  </a:lnTo>
                  <a:lnTo>
                    <a:pt x="5139227" y="2060880"/>
                  </a:lnTo>
                  <a:lnTo>
                    <a:pt x="5139564" y="2058930"/>
                  </a:lnTo>
                  <a:lnTo>
                    <a:pt x="5139900" y="2056229"/>
                  </a:lnTo>
                  <a:lnTo>
                    <a:pt x="5140237" y="2053301"/>
                  </a:lnTo>
                  <a:lnTo>
                    <a:pt x="5140573" y="2050400"/>
                  </a:lnTo>
                  <a:lnTo>
                    <a:pt x="5140910" y="2047664"/>
                  </a:lnTo>
                  <a:lnTo>
                    <a:pt x="5141246" y="2044921"/>
                  </a:lnTo>
                  <a:lnTo>
                    <a:pt x="5141583" y="2042675"/>
                  </a:lnTo>
                  <a:lnTo>
                    <a:pt x="5141919" y="2040604"/>
                  </a:lnTo>
                  <a:lnTo>
                    <a:pt x="5142256" y="2038595"/>
                  </a:lnTo>
                  <a:lnTo>
                    <a:pt x="5142592" y="2036281"/>
                  </a:lnTo>
                  <a:lnTo>
                    <a:pt x="5142928" y="2033766"/>
                  </a:lnTo>
                  <a:lnTo>
                    <a:pt x="5143265" y="2031306"/>
                  </a:lnTo>
                  <a:lnTo>
                    <a:pt x="5143601" y="2028719"/>
                  </a:lnTo>
                  <a:lnTo>
                    <a:pt x="5143938" y="2026027"/>
                  </a:lnTo>
                  <a:lnTo>
                    <a:pt x="5144274" y="2023566"/>
                  </a:lnTo>
                  <a:lnTo>
                    <a:pt x="5144611" y="2021834"/>
                  </a:lnTo>
                  <a:lnTo>
                    <a:pt x="5144947" y="2020137"/>
                  </a:lnTo>
                  <a:lnTo>
                    <a:pt x="5145284" y="2018614"/>
                  </a:lnTo>
                  <a:lnTo>
                    <a:pt x="5145620" y="2016647"/>
                  </a:lnTo>
                  <a:lnTo>
                    <a:pt x="5145957" y="2013986"/>
                  </a:lnTo>
                  <a:lnTo>
                    <a:pt x="5146293" y="2010871"/>
                  </a:lnTo>
                  <a:lnTo>
                    <a:pt x="5146630" y="2007686"/>
                  </a:lnTo>
                  <a:lnTo>
                    <a:pt x="5146966" y="2004983"/>
                  </a:lnTo>
                  <a:lnTo>
                    <a:pt x="5147302" y="2002614"/>
                  </a:lnTo>
                  <a:lnTo>
                    <a:pt x="5147639" y="2000298"/>
                  </a:lnTo>
                  <a:lnTo>
                    <a:pt x="5147975" y="1998566"/>
                  </a:lnTo>
                  <a:lnTo>
                    <a:pt x="5148312" y="1997628"/>
                  </a:lnTo>
                  <a:lnTo>
                    <a:pt x="5148648" y="1997094"/>
                  </a:lnTo>
                  <a:lnTo>
                    <a:pt x="5148985" y="1996561"/>
                  </a:lnTo>
                  <a:lnTo>
                    <a:pt x="5149321" y="1995560"/>
                  </a:lnTo>
                  <a:lnTo>
                    <a:pt x="5149658" y="1995412"/>
                  </a:lnTo>
                  <a:lnTo>
                    <a:pt x="5149994" y="1995281"/>
                  </a:lnTo>
                  <a:lnTo>
                    <a:pt x="5150331" y="1995714"/>
                  </a:lnTo>
                  <a:lnTo>
                    <a:pt x="5150667" y="1996640"/>
                  </a:lnTo>
                  <a:lnTo>
                    <a:pt x="5151004" y="1999750"/>
                  </a:lnTo>
                  <a:lnTo>
                    <a:pt x="5151340" y="2003226"/>
                  </a:lnTo>
                  <a:lnTo>
                    <a:pt x="5151676" y="2007649"/>
                  </a:lnTo>
                  <a:lnTo>
                    <a:pt x="5152013" y="2011704"/>
                  </a:lnTo>
                  <a:lnTo>
                    <a:pt x="5152349" y="2015729"/>
                  </a:lnTo>
                  <a:lnTo>
                    <a:pt x="5152686" y="2019287"/>
                  </a:lnTo>
                  <a:lnTo>
                    <a:pt x="5153022" y="2021933"/>
                  </a:lnTo>
                  <a:lnTo>
                    <a:pt x="5153359" y="2023760"/>
                  </a:lnTo>
                  <a:lnTo>
                    <a:pt x="5153695" y="2025530"/>
                  </a:lnTo>
                  <a:lnTo>
                    <a:pt x="5154032" y="2026780"/>
                  </a:lnTo>
                  <a:lnTo>
                    <a:pt x="5154368" y="2027961"/>
                  </a:lnTo>
                  <a:lnTo>
                    <a:pt x="5154705" y="2028663"/>
                  </a:lnTo>
                  <a:lnTo>
                    <a:pt x="5155041" y="2029035"/>
                  </a:lnTo>
                  <a:lnTo>
                    <a:pt x="5155378" y="2029114"/>
                  </a:lnTo>
                  <a:lnTo>
                    <a:pt x="5155714" y="2028717"/>
                  </a:lnTo>
                  <a:lnTo>
                    <a:pt x="5156050" y="2027966"/>
                  </a:lnTo>
                  <a:lnTo>
                    <a:pt x="5156387" y="2026819"/>
                  </a:lnTo>
                  <a:lnTo>
                    <a:pt x="5156723" y="2025723"/>
                  </a:lnTo>
                  <a:lnTo>
                    <a:pt x="5157060" y="2024412"/>
                  </a:lnTo>
                  <a:lnTo>
                    <a:pt x="5157396" y="2023335"/>
                  </a:lnTo>
                  <a:lnTo>
                    <a:pt x="5157733" y="2022464"/>
                  </a:lnTo>
                  <a:lnTo>
                    <a:pt x="5158069" y="2021772"/>
                  </a:lnTo>
                  <a:lnTo>
                    <a:pt x="5158406" y="2020843"/>
                  </a:lnTo>
                  <a:lnTo>
                    <a:pt x="5158742" y="2020036"/>
                  </a:lnTo>
                  <a:lnTo>
                    <a:pt x="5159079" y="2019192"/>
                  </a:lnTo>
                  <a:lnTo>
                    <a:pt x="5159415" y="2018463"/>
                  </a:lnTo>
                  <a:lnTo>
                    <a:pt x="5159752" y="2017681"/>
                  </a:lnTo>
                  <a:lnTo>
                    <a:pt x="5160088" y="2016955"/>
                  </a:lnTo>
                  <a:lnTo>
                    <a:pt x="5160424" y="2015961"/>
                  </a:lnTo>
                  <a:lnTo>
                    <a:pt x="5160761" y="2015173"/>
                  </a:lnTo>
                  <a:lnTo>
                    <a:pt x="5161097" y="2013858"/>
                  </a:lnTo>
                  <a:lnTo>
                    <a:pt x="5161434" y="2012614"/>
                  </a:lnTo>
                  <a:lnTo>
                    <a:pt x="5161770" y="2011086"/>
                  </a:lnTo>
                  <a:lnTo>
                    <a:pt x="5162107" y="2009482"/>
                  </a:lnTo>
                  <a:lnTo>
                    <a:pt x="5162443" y="2008186"/>
                  </a:lnTo>
                  <a:lnTo>
                    <a:pt x="5162780" y="2006965"/>
                  </a:lnTo>
                  <a:lnTo>
                    <a:pt x="5163116" y="2006108"/>
                  </a:lnTo>
                  <a:lnTo>
                    <a:pt x="5163453" y="2005592"/>
                  </a:lnTo>
                  <a:lnTo>
                    <a:pt x="5163789" y="2004957"/>
                  </a:lnTo>
                  <a:lnTo>
                    <a:pt x="5164126" y="2004812"/>
                  </a:lnTo>
                  <a:lnTo>
                    <a:pt x="5164462" y="2005309"/>
                  </a:lnTo>
                  <a:lnTo>
                    <a:pt x="5164798" y="2006419"/>
                  </a:lnTo>
                  <a:lnTo>
                    <a:pt x="5165135" y="2007858"/>
                  </a:lnTo>
                  <a:lnTo>
                    <a:pt x="5165471" y="2009205"/>
                  </a:lnTo>
                  <a:lnTo>
                    <a:pt x="5165808" y="2010452"/>
                  </a:lnTo>
                  <a:lnTo>
                    <a:pt x="5166144" y="2011723"/>
                  </a:lnTo>
                  <a:lnTo>
                    <a:pt x="5166481" y="2013085"/>
                  </a:lnTo>
                  <a:lnTo>
                    <a:pt x="5166817" y="2014340"/>
                  </a:lnTo>
                  <a:lnTo>
                    <a:pt x="5167154" y="2015603"/>
                  </a:lnTo>
                  <a:lnTo>
                    <a:pt x="5167490" y="2016652"/>
                  </a:lnTo>
                  <a:lnTo>
                    <a:pt x="5167827" y="2017371"/>
                  </a:lnTo>
                  <a:lnTo>
                    <a:pt x="5168163" y="2017945"/>
                  </a:lnTo>
                  <a:lnTo>
                    <a:pt x="5168500" y="2018244"/>
                  </a:lnTo>
                  <a:lnTo>
                    <a:pt x="5168836" y="2018198"/>
                  </a:lnTo>
                  <a:lnTo>
                    <a:pt x="5169172" y="2017915"/>
                  </a:lnTo>
                  <a:lnTo>
                    <a:pt x="5169509" y="2017233"/>
                  </a:lnTo>
                  <a:lnTo>
                    <a:pt x="5169845" y="2016353"/>
                  </a:lnTo>
                  <a:lnTo>
                    <a:pt x="5170182" y="2015090"/>
                  </a:lnTo>
                  <a:lnTo>
                    <a:pt x="5170518" y="2013736"/>
                  </a:lnTo>
                  <a:lnTo>
                    <a:pt x="5170855" y="2012679"/>
                  </a:lnTo>
                  <a:lnTo>
                    <a:pt x="5171191" y="2011303"/>
                  </a:lnTo>
                  <a:lnTo>
                    <a:pt x="5171528" y="2009278"/>
                  </a:lnTo>
                  <a:lnTo>
                    <a:pt x="5171864" y="2006589"/>
                  </a:lnTo>
                  <a:lnTo>
                    <a:pt x="5172201" y="2003365"/>
                  </a:lnTo>
                  <a:lnTo>
                    <a:pt x="5172537" y="2000135"/>
                  </a:lnTo>
                  <a:lnTo>
                    <a:pt x="5172873" y="1996977"/>
                  </a:lnTo>
                  <a:lnTo>
                    <a:pt x="5173210" y="1993936"/>
                  </a:lnTo>
                  <a:lnTo>
                    <a:pt x="5173546" y="1990682"/>
                  </a:lnTo>
                  <a:lnTo>
                    <a:pt x="5173883" y="1987206"/>
                  </a:lnTo>
                  <a:lnTo>
                    <a:pt x="5174219" y="1983456"/>
                  </a:lnTo>
                  <a:lnTo>
                    <a:pt x="5174556" y="1979455"/>
                  </a:lnTo>
                  <a:lnTo>
                    <a:pt x="5174892" y="1975019"/>
                  </a:lnTo>
                  <a:lnTo>
                    <a:pt x="5175229" y="1970299"/>
                  </a:lnTo>
                  <a:lnTo>
                    <a:pt x="5175565" y="1965623"/>
                  </a:lnTo>
                  <a:lnTo>
                    <a:pt x="5175902" y="1960744"/>
                  </a:lnTo>
                  <a:lnTo>
                    <a:pt x="5176238" y="1955258"/>
                  </a:lnTo>
                  <a:lnTo>
                    <a:pt x="5176575" y="1949845"/>
                  </a:lnTo>
                  <a:lnTo>
                    <a:pt x="5176911" y="1945262"/>
                  </a:lnTo>
                  <a:lnTo>
                    <a:pt x="5177247" y="1940695"/>
                  </a:lnTo>
                  <a:lnTo>
                    <a:pt x="5177584" y="1936074"/>
                  </a:lnTo>
                  <a:lnTo>
                    <a:pt x="5177920" y="1931471"/>
                  </a:lnTo>
                  <a:lnTo>
                    <a:pt x="5178257" y="1926468"/>
                  </a:lnTo>
                  <a:lnTo>
                    <a:pt x="5178593" y="1921482"/>
                  </a:lnTo>
                  <a:lnTo>
                    <a:pt x="5178930" y="1916702"/>
                  </a:lnTo>
                  <a:lnTo>
                    <a:pt x="5179266" y="1912545"/>
                  </a:lnTo>
                  <a:lnTo>
                    <a:pt x="5179603" y="1908997"/>
                  </a:lnTo>
                  <a:lnTo>
                    <a:pt x="5179939" y="1906265"/>
                  </a:lnTo>
                  <a:lnTo>
                    <a:pt x="5180276" y="1904272"/>
                  </a:lnTo>
                  <a:lnTo>
                    <a:pt x="5180612" y="1903464"/>
                  </a:lnTo>
                  <a:lnTo>
                    <a:pt x="5180949" y="1902888"/>
                  </a:lnTo>
                  <a:lnTo>
                    <a:pt x="5181285" y="1903312"/>
                  </a:lnTo>
                  <a:lnTo>
                    <a:pt x="5181621" y="1904215"/>
                  </a:lnTo>
                  <a:lnTo>
                    <a:pt x="5181958" y="1904975"/>
                  </a:lnTo>
                  <a:lnTo>
                    <a:pt x="5182294" y="1905819"/>
                  </a:lnTo>
                  <a:lnTo>
                    <a:pt x="5182631" y="1906380"/>
                  </a:lnTo>
                  <a:lnTo>
                    <a:pt x="5182967" y="1906885"/>
                  </a:lnTo>
                  <a:lnTo>
                    <a:pt x="5183304" y="1907650"/>
                  </a:lnTo>
                  <a:lnTo>
                    <a:pt x="5183640" y="1908595"/>
                  </a:lnTo>
                  <a:lnTo>
                    <a:pt x="5183977" y="1909556"/>
                  </a:lnTo>
                  <a:lnTo>
                    <a:pt x="5184313" y="1910357"/>
                  </a:lnTo>
                  <a:lnTo>
                    <a:pt x="5184650" y="1910631"/>
                  </a:lnTo>
                  <a:lnTo>
                    <a:pt x="5184986" y="1910018"/>
                  </a:lnTo>
                  <a:lnTo>
                    <a:pt x="5185323" y="1908819"/>
                  </a:lnTo>
                  <a:lnTo>
                    <a:pt x="5185659" y="1907658"/>
                  </a:lnTo>
                  <a:lnTo>
                    <a:pt x="5185995" y="1906185"/>
                  </a:lnTo>
                  <a:lnTo>
                    <a:pt x="5186332" y="1904384"/>
                  </a:lnTo>
                  <a:lnTo>
                    <a:pt x="5186668" y="1902633"/>
                  </a:lnTo>
                  <a:lnTo>
                    <a:pt x="5187005" y="1900819"/>
                  </a:lnTo>
                  <a:lnTo>
                    <a:pt x="5187341" y="1899150"/>
                  </a:lnTo>
                  <a:lnTo>
                    <a:pt x="5187678" y="1897815"/>
                  </a:lnTo>
                  <a:lnTo>
                    <a:pt x="5188014" y="1896001"/>
                  </a:lnTo>
                  <a:lnTo>
                    <a:pt x="5188351" y="1893958"/>
                  </a:lnTo>
                  <a:lnTo>
                    <a:pt x="5188687" y="1891618"/>
                  </a:lnTo>
                  <a:lnTo>
                    <a:pt x="5189024" y="1889294"/>
                  </a:lnTo>
                  <a:lnTo>
                    <a:pt x="5189360" y="1887080"/>
                  </a:lnTo>
                  <a:lnTo>
                    <a:pt x="5189697" y="1884494"/>
                  </a:lnTo>
                  <a:lnTo>
                    <a:pt x="5190033" y="1881007"/>
                  </a:lnTo>
                  <a:lnTo>
                    <a:pt x="5190369" y="1877943"/>
                  </a:lnTo>
                  <a:lnTo>
                    <a:pt x="5190706" y="1875581"/>
                  </a:lnTo>
                  <a:lnTo>
                    <a:pt x="5191042" y="1873203"/>
                  </a:lnTo>
                  <a:lnTo>
                    <a:pt x="5191379" y="1870663"/>
                  </a:lnTo>
                  <a:lnTo>
                    <a:pt x="5191715" y="1868951"/>
                  </a:lnTo>
                  <a:lnTo>
                    <a:pt x="5192052" y="1867324"/>
                  </a:lnTo>
                  <a:lnTo>
                    <a:pt x="5192388" y="1865573"/>
                  </a:lnTo>
                  <a:lnTo>
                    <a:pt x="5192725" y="1863681"/>
                  </a:lnTo>
                  <a:lnTo>
                    <a:pt x="5193061" y="1862022"/>
                  </a:lnTo>
                  <a:lnTo>
                    <a:pt x="5193398" y="1859889"/>
                  </a:lnTo>
                  <a:lnTo>
                    <a:pt x="5193734" y="1857924"/>
                  </a:lnTo>
                  <a:lnTo>
                    <a:pt x="5194071" y="1855614"/>
                  </a:lnTo>
                  <a:lnTo>
                    <a:pt x="5194407" y="1853458"/>
                  </a:lnTo>
                  <a:lnTo>
                    <a:pt x="5194743" y="1851260"/>
                  </a:lnTo>
                  <a:lnTo>
                    <a:pt x="5195080" y="1848807"/>
                  </a:lnTo>
                  <a:lnTo>
                    <a:pt x="5195416" y="1845914"/>
                  </a:lnTo>
                  <a:lnTo>
                    <a:pt x="5195753" y="1842324"/>
                  </a:lnTo>
                  <a:lnTo>
                    <a:pt x="5196089" y="1838599"/>
                  </a:lnTo>
                  <a:lnTo>
                    <a:pt x="5196426" y="1834688"/>
                  </a:lnTo>
                  <a:lnTo>
                    <a:pt x="5196762" y="1830970"/>
                  </a:lnTo>
                  <a:lnTo>
                    <a:pt x="5197099" y="1826672"/>
                  </a:lnTo>
                  <a:lnTo>
                    <a:pt x="5197435" y="1822531"/>
                  </a:lnTo>
                  <a:lnTo>
                    <a:pt x="5197772" y="1817623"/>
                  </a:lnTo>
                  <a:lnTo>
                    <a:pt x="5198108" y="1812191"/>
                  </a:lnTo>
                  <a:lnTo>
                    <a:pt x="5198445" y="1806989"/>
                  </a:lnTo>
                  <a:lnTo>
                    <a:pt x="5198781" y="1801914"/>
                  </a:lnTo>
                  <a:lnTo>
                    <a:pt x="5199117" y="1796520"/>
                  </a:lnTo>
                  <a:lnTo>
                    <a:pt x="5199454" y="1791410"/>
                  </a:lnTo>
                  <a:lnTo>
                    <a:pt x="5199790" y="1785953"/>
                  </a:lnTo>
                  <a:lnTo>
                    <a:pt x="5200127" y="1780981"/>
                  </a:lnTo>
                  <a:lnTo>
                    <a:pt x="5200463" y="1775682"/>
                  </a:lnTo>
                  <a:lnTo>
                    <a:pt x="5200800" y="1770515"/>
                  </a:lnTo>
                  <a:lnTo>
                    <a:pt x="5201136" y="1764813"/>
                  </a:lnTo>
                  <a:lnTo>
                    <a:pt x="5201473" y="1759536"/>
                  </a:lnTo>
                  <a:lnTo>
                    <a:pt x="5201809" y="1754670"/>
                  </a:lnTo>
                  <a:lnTo>
                    <a:pt x="5202146" y="1749867"/>
                  </a:lnTo>
                  <a:lnTo>
                    <a:pt x="5202482" y="1744896"/>
                  </a:lnTo>
                  <a:lnTo>
                    <a:pt x="5202819" y="1740623"/>
                  </a:lnTo>
                  <a:lnTo>
                    <a:pt x="5203155" y="1736255"/>
                  </a:lnTo>
                  <a:lnTo>
                    <a:pt x="5203491" y="1731888"/>
                  </a:lnTo>
                  <a:lnTo>
                    <a:pt x="5203828" y="1728091"/>
                  </a:lnTo>
                  <a:lnTo>
                    <a:pt x="5204164" y="1724301"/>
                  </a:lnTo>
                  <a:lnTo>
                    <a:pt x="5204501" y="1721185"/>
                  </a:lnTo>
                  <a:lnTo>
                    <a:pt x="5204837" y="1718940"/>
                  </a:lnTo>
                  <a:lnTo>
                    <a:pt x="5205174" y="1717216"/>
                  </a:lnTo>
                  <a:lnTo>
                    <a:pt x="5205510" y="1715989"/>
                  </a:lnTo>
                  <a:lnTo>
                    <a:pt x="5205847" y="1715342"/>
                  </a:lnTo>
                  <a:lnTo>
                    <a:pt x="5206183" y="1714239"/>
                  </a:lnTo>
                  <a:lnTo>
                    <a:pt x="5206520" y="1713284"/>
                  </a:lnTo>
                  <a:lnTo>
                    <a:pt x="5206856" y="1712923"/>
                  </a:lnTo>
                  <a:lnTo>
                    <a:pt x="5207192" y="1712834"/>
                  </a:lnTo>
                  <a:lnTo>
                    <a:pt x="5207529" y="1712024"/>
                  </a:lnTo>
                  <a:lnTo>
                    <a:pt x="5207865" y="1711237"/>
                  </a:lnTo>
                  <a:lnTo>
                    <a:pt x="5208202" y="1710408"/>
                  </a:lnTo>
                  <a:lnTo>
                    <a:pt x="5208538" y="1708850"/>
                  </a:lnTo>
                  <a:lnTo>
                    <a:pt x="5208875" y="1706793"/>
                  </a:lnTo>
                  <a:lnTo>
                    <a:pt x="5209211" y="1704252"/>
                  </a:lnTo>
                  <a:lnTo>
                    <a:pt x="5209548" y="1701109"/>
                  </a:lnTo>
                  <a:lnTo>
                    <a:pt x="5209884" y="1697288"/>
                  </a:lnTo>
                  <a:lnTo>
                    <a:pt x="5210221" y="1693558"/>
                  </a:lnTo>
                  <a:lnTo>
                    <a:pt x="5210557" y="1690088"/>
                  </a:lnTo>
                  <a:lnTo>
                    <a:pt x="5210894" y="1687276"/>
                  </a:lnTo>
                  <a:lnTo>
                    <a:pt x="5211230" y="1684363"/>
                  </a:lnTo>
                  <a:lnTo>
                    <a:pt x="5211566" y="1680972"/>
                  </a:lnTo>
                  <a:lnTo>
                    <a:pt x="5211903" y="1676979"/>
                  </a:lnTo>
                  <a:lnTo>
                    <a:pt x="5212239" y="1673108"/>
                  </a:lnTo>
                  <a:lnTo>
                    <a:pt x="5212576" y="1668976"/>
                  </a:lnTo>
                  <a:lnTo>
                    <a:pt x="5212912" y="1665205"/>
                  </a:lnTo>
                  <a:lnTo>
                    <a:pt x="5213249" y="1661344"/>
                  </a:lnTo>
                  <a:lnTo>
                    <a:pt x="5213585" y="1657820"/>
                  </a:lnTo>
                  <a:lnTo>
                    <a:pt x="5213922" y="1654249"/>
                  </a:lnTo>
                  <a:lnTo>
                    <a:pt x="5214258" y="1650859"/>
                  </a:lnTo>
                  <a:lnTo>
                    <a:pt x="5214595" y="1647567"/>
                  </a:lnTo>
                  <a:lnTo>
                    <a:pt x="5214931" y="1645215"/>
                  </a:lnTo>
                  <a:lnTo>
                    <a:pt x="5215268" y="1643309"/>
                  </a:lnTo>
                  <a:lnTo>
                    <a:pt x="5215604" y="1641305"/>
                  </a:lnTo>
                  <a:lnTo>
                    <a:pt x="5215940" y="1640199"/>
                  </a:lnTo>
                  <a:lnTo>
                    <a:pt x="5216277" y="1639583"/>
                  </a:lnTo>
                  <a:lnTo>
                    <a:pt x="5216613" y="1639736"/>
                  </a:lnTo>
                  <a:lnTo>
                    <a:pt x="5216950" y="1640470"/>
                  </a:lnTo>
                  <a:lnTo>
                    <a:pt x="5217286" y="1641476"/>
                  </a:lnTo>
                  <a:lnTo>
                    <a:pt x="5217623" y="1642577"/>
                  </a:lnTo>
                  <a:lnTo>
                    <a:pt x="5217959" y="1644448"/>
                  </a:lnTo>
                  <a:lnTo>
                    <a:pt x="5218296" y="1644996"/>
                  </a:lnTo>
                  <a:lnTo>
                    <a:pt x="5218632" y="1645846"/>
                  </a:lnTo>
                  <a:lnTo>
                    <a:pt x="5218969" y="1646111"/>
                  </a:lnTo>
                  <a:lnTo>
                    <a:pt x="5219305" y="1646781"/>
                  </a:lnTo>
                  <a:lnTo>
                    <a:pt x="5219642" y="1647444"/>
                  </a:lnTo>
                  <a:lnTo>
                    <a:pt x="5219978" y="1648483"/>
                  </a:lnTo>
                  <a:lnTo>
                    <a:pt x="5220314" y="1649859"/>
                  </a:lnTo>
                  <a:lnTo>
                    <a:pt x="5220651" y="1651238"/>
                  </a:lnTo>
                  <a:lnTo>
                    <a:pt x="5220987" y="1652355"/>
                  </a:lnTo>
                  <a:lnTo>
                    <a:pt x="5221324" y="1653339"/>
                  </a:lnTo>
                  <a:lnTo>
                    <a:pt x="5221660" y="1654083"/>
                  </a:lnTo>
                  <a:lnTo>
                    <a:pt x="5221997" y="1654795"/>
                  </a:lnTo>
                  <a:lnTo>
                    <a:pt x="5222333" y="1655389"/>
                  </a:lnTo>
                  <a:lnTo>
                    <a:pt x="5222670" y="1655769"/>
                  </a:lnTo>
                  <a:lnTo>
                    <a:pt x="5223006" y="1655466"/>
                  </a:lnTo>
                  <a:lnTo>
                    <a:pt x="5223343" y="1654598"/>
                  </a:lnTo>
                  <a:lnTo>
                    <a:pt x="5223679" y="1653728"/>
                  </a:lnTo>
                  <a:lnTo>
                    <a:pt x="5224016" y="1652934"/>
                  </a:lnTo>
                  <a:lnTo>
                    <a:pt x="5224352" y="1651666"/>
                  </a:lnTo>
                  <a:lnTo>
                    <a:pt x="5224688" y="1650006"/>
                  </a:lnTo>
                  <a:lnTo>
                    <a:pt x="5225025" y="1647808"/>
                  </a:lnTo>
                  <a:lnTo>
                    <a:pt x="5225361" y="1645219"/>
                  </a:lnTo>
                  <a:lnTo>
                    <a:pt x="5225698" y="1641747"/>
                  </a:lnTo>
                  <a:lnTo>
                    <a:pt x="5226034" y="1638583"/>
                  </a:lnTo>
                  <a:lnTo>
                    <a:pt x="5226371" y="1636192"/>
                  </a:lnTo>
                  <a:lnTo>
                    <a:pt x="5226707" y="1633657"/>
                  </a:lnTo>
                  <a:lnTo>
                    <a:pt x="5227044" y="1630709"/>
                  </a:lnTo>
                  <a:lnTo>
                    <a:pt x="5227380" y="1628110"/>
                  </a:lnTo>
                  <a:lnTo>
                    <a:pt x="5227717" y="1625272"/>
                  </a:lnTo>
                  <a:lnTo>
                    <a:pt x="5228053" y="1622345"/>
                  </a:lnTo>
                  <a:lnTo>
                    <a:pt x="5228390" y="1620245"/>
                  </a:lnTo>
                  <a:lnTo>
                    <a:pt x="5228726" y="1618026"/>
                  </a:lnTo>
                  <a:lnTo>
                    <a:pt x="5229062" y="1616218"/>
                  </a:lnTo>
                  <a:lnTo>
                    <a:pt x="5229399" y="1614772"/>
                  </a:lnTo>
                  <a:lnTo>
                    <a:pt x="5229735" y="1613073"/>
                  </a:lnTo>
                  <a:lnTo>
                    <a:pt x="5230072" y="1611600"/>
                  </a:lnTo>
                  <a:lnTo>
                    <a:pt x="5230408" y="1609886"/>
                  </a:lnTo>
                  <a:lnTo>
                    <a:pt x="5230745" y="1607895"/>
                  </a:lnTo>
                  <a:lnTo>
                    <a:pt x="5231081" y="1606108"/>
                  </a:lnTo>
                  <a:lnTo>
                    <a:pt x="5231418" y="1604241"/>
                  </a:lnTo>
                  <a:lnTo>
                    <a:pt x="5231754" y="1602151"/>
                  </a:lnTo>
                  <a:lnTo>
                    <a:pt x="5232091" y="1599327"/>
                  </a:lnTo>
                  <a:lnTo>
                    <a:pt x="5232427" y="1596469"/>
                  </a:lnTo>
                  <a:lnTo>
                    <a:pt x="5232764" y="1593961"/>
                  </a:lnTo>
                  <a:lnTo>
                    <a:pt x="5233100" y="1592671"/>
                  </a:lnTo>
                  <a:lnTo>
                    <a:pt x="5233436" y="1591610"/>
                  </a:lnTo>
                  <a:lnTo>
                    <a:pt x="5233773" y="1590307"/>
                  </a:lnTo>
                  <a:lnTo>
                    <a:pt x="5234109" y="1589050"/>
                  </a:lnTo>
                  <a:lnTo>
                    <a:pt x="5234446" y="1587900"/>
                  </a:lnTo>
                  <a:lnTo>
                    <a:pt x="5234782" y="1586441"/>
                  </a:lnTo>
                  <a:lnTo>
                    <a:pt x="5235119" y="1585252"/>
                  </a:lnTo>
                  <a:lnTo>
                    <a:pt x="5235455" y="1584050"/>
                  </a:lnTo>
                  <a:lnTo>
                    <a:pt x="5235792" y="1582930"/>
                  </a:lnTo>
                  <a:lnTo>
                    <a:pt x="5236128" y="1581781"/>
                  </a:lnTo>
                  <a:lnTo>
                    <a:pt x="5236465" y="1580379"/>
                  </a:lnTo>
                  <a:lnTo>
                    <a:pt x="5236801" y="1578845"/>
                  </a:lnTo>
                  <a:lnTo>
                    <a:pt x="5237138" y="1577119"/>
                  </a:lnTo>
                  <a:lnTo>
                    <a:pt x="5237474" y="1575678"/>
                  </a:lnTo>
                  <a:lnTo>
                    <a:pt x="5237810" y="1573912"/>
                  </a:lnTo>
                  <a:lnTo>
                    <a:pt x="5238147" y="1571291"/>
                  </a:lnTo>
                  <a:lnTo>
                    <a:pt x="5238483" y="1568526"/>
                  </a:lnTo>
                  <a:lnTo>
                    <a:pt x="5238820" y="1566624"/>
                  </a:lnTo>
                  <a:lnTo>
                    <a:pt x="5239156" y="1565152"/>
                  </a:lnTo>
                  <a:lnTo>
                    <a:pt x="5239493" y="1563756"/>
                  </a:lnTo>
                  <a:lnTo>
                    <a:pt x="5239829" y="1562224"/>
                  </a:lnTo>
                  <a:lnTo>
                    <a:pt x="5240166" y="1560663"/>
                  </a:lnTo>
                  <a:lnTo>
                    <a:pt x="5240502" y="1558750"/>
                  </a:lnTo>
                  <a:lnTo>
                    <a:pt x="5240839" y="1557125"/>
                  </a:lnTo>
                  <a:lnTo>
                    <a:pt x="5241175" y="1555758"/>
                  </a:lnTo>
                  <a:lnTo>
                    <a:pt x="5241511" y="1554555"/>
                  </a:lnTo>
                  <a:lnTo>
                    <a:pt x="5241848" y="1553717"/>
                  </a:lnTo>
                  <a:lnTo>
                    <a:pt x="5242184" y="1553707"/>
                  </a:lnTo>
                  <a:lnTo>
                    <a:pt x="5242521" y="1553908"/>
                  </a:lnTo>
                  <a:lnTo>
                    <a:pt x="5242857" y="1553881"/>
                  </a:lnTo>
                  <a:lnTo>
                    <a:pt x="5243194" y="1554158"/>
                  </a:lnTo>
                  <a:lnTo>
                    <a:pt x="5243530" y="1554652"/>
                  </a:lnTo>
                  <a:lnTo>
                    <a:pt x="5243867" y="1555444"/>
                  </a:lnTo>
                  <a:lnTo>
                    <a:pt x="5244203" y="1555717"/>
                  </a:lnTo>
                  <a:lnTo>
                    <a:pt x="5244540" y="1555915"/>
                  </a:lnTo>
                  <a:lnTo>
                    <a:pt x="5244876" y="1556745"/>
                  </a:lnTo>
                  <a:lnTo>
                    <a:pt x="5245213" y="1557012"/>
                  </a:lnTo>
                  <a:lnTo>
                    <a:pt x="5245549" y="1557445"/>
                  </a:lnTo>
                  <a:lnTo>
                    <a:pt x="5245885" y="1557475"/>
                  </a:lnTo>
                  <a:lnTo>
                    <a:pt x="5246222" y="1557347"/>
                  </a:lnTo>
                  <a:lnTo>
                    <a:pt x="5246558" y="1557145"/>
                  </a:lnTo>
                  <a:lnTo>
                    <a:pt x="5246895" y="1556541"/>
                  </a:lnTo>
                  <a:lnTo>
                    <a:pt x="5247231" y="1555908"/>
                  </a:lnTo>
                  <a:lnTo>
                    <a:pt x="5247568" y="1555261"/>
                  </a:lnTo>
                  <a:lnTo>
                    <a:pt x="5247904" y="1553948"/>
                  </a:lnTo>
                  <a:lnTo>
                    <a:pt x="5248241" y="1552501"/>
                  </a:lnTo>
                  <a:lnTo>
                    <a:pt x="5248577" y="1550045"/>
                  </a:lnTo>
                  <a:lnTo>
                    <a:pt x="5248914" y="1546731"/>
                  </a:lnTo>
                  <a:lnTo>
                    <a:pt x="5249250" y="1543203"/>
                  </a:lnTo>
                  <a:lnTo>
                    <a:pt x="5249587" y="1539392"/>
                  </a:lnTo>
                  <a:lnTo>
                    <a:pt x="5249923" y="1535731"/>
                  </a:lnTo>
                  <a:lnTo>
                    <a:pt x="5250259" y="1532953"/>
                  </a:lnTo>
                  <a:lnTo>
                    <a:pt x="5250596" y="1529876"/>
                  </a:lnTo>
                  <a:lnTo>
                    <a:pt x="5250932" y="1526225"/>
                  </a:lnTo>
                  <a:lnTo>
                    <a:pt x="5251269" y="1522942"/>
                  </a:lnTo>
                  <a:lnTo>
                    <a:pt x="5251605" y="1519702"/>
                  </a:lnTo>
                  <a:lnTo>
                    <a:pt x="5251942" y="1516437"/>
                  </a:lnTo>
                  <a:lnTo>
                    <a:pt x="5252278" y="1512600"/>
                  </a:lnTo>
                  <a:lnTo>
                    <a:pt x="5252615" y="1508508"/>
                  </a:lnTo>
                  <a:lnTo>
                    <a:pt x="5252951" y="1504208"/>
                  </a:lnTo>
                  <a:lnTo>
                    <a:pt x="5253288" y="1500382"/>
                  </a:lnTo>
                  <a:lnTo>
                    <a:pt x="5253624" y="1497047"/>
                  </a:lnTo>
                  <a:lnTo>
                    <a:pt x="5253961" y="1493666"/>
                  </a:lnTo>
                  <a:lnTo>
                    <a:pt x="5254297" y="1490838"/>
                  </a:lnTo>
                  <a:lnTo>
                    <a:pt x="5254633" y="1488426"/>
                  </a:lnTo>
                  <a:lnTo>
                    <a:pt x="5254970" y="1485606"/>
                  </a:lnTo>
                  <a:lnTo>
                    <a:pt x="5255306" y="1483081"/>
                  </a:lnTo>
                  <a:lnTo>
                    <a:pt x="5255643" y="1481214"/>
                  </a:lnTo>
                  <a:lnTo>
                    <a:pt x="5255979" y="1480058"/>
                  </a:lnTo>
                  <a:lnTo>
                    <a:pt x="5256316" y="1478603"/>
                  </a:lnTo>
                  <a:lnTo>
                    <a:pt x="5256652" y="1477284"/>
                  </a:lnTo>
                  <a:lnTo>
                    <a:pt x="5256989" y="1477015"/>
                  </a:lnTo>
                  <a:lnTo>
                    <a:pt x="5257325" y="1477711"/>
                  </a:lnTo>
                  <a:lnTo>
                    <a:pt x="5257662" y="1478715"/>
                  </a:lnTo>
                  <a:lnTo>
                    <a:pt x="5257998" y="1479818"/>
                  </a:lnTo>
                  <a:lnTo>
                    <a:pt x="5258335" y="1481472"/>
                  </a:lnTo>
                  <a:lnTo>
                    <a:pt x="5258671" y="1483874"/>
                  </a:lnTo>
                  <a:lnTo>
                    <a:pt x="5259007" y="1485906"/>
                  </a:lnTo>
                  <a:lnTo>
                    <a:pt x="5259344" y="1487760"/>
                  </a:lnTo>
                  <a:lnTo>
                    <a:pt x="5259680" y="1488481"/>
                  </a:lnTo>
                  <a:lnTo>
                    <a:pt x="5260017" y="1489770"/>
                  </a:lnTo>
                  <a:lnTo>
                    <a:pt x="5260353" y="1490890"/>
                  </a:lnTo>
                  <a:lnTo>
                    <a:pt x="5260690" y="1492122"/>
                  </a:lnTo>
                  <a:lnTo>
                    <a:pt x="5261026" y="1494131"/>
                  </a:lnTo>
                  <a:lnTo>
                    <a:pt x="5261363" y="1496667"/>
                  </a:lnTo>
                  <a:lnTo>
                    <a:pt x="5261699" y="1499556"/>
                  </a:lnTo>
                  <a:lnTo>
                    <a:pt x="5262036" y="1501938"/>
                  </a:lnTo>
                  <a:lnTo>
                    <a:pt x="5262372" y="1504124"/>
                  </a:lnTo>
                  <a:lnTo>
                    <a:pt x="5262709" y="1506394"/>
                  </a:lnTo>
                  <a:lnTo>
                    <a:pt x="5263045" y="1508503"/>
                  </a:lnTo>
                  <a:lnTo>
                    <a:pt x="5263381" y="1509885"/>
                  </a:lnTo>
                  <a:lnTo>
                    <a:pt x="5263718" y="1511098"/>
                  </a:lnTo>
                  <a:lnTo>
                    <a:pt x="5264054" y="1511433"/>
                  </a:lnTo>
                  <a:lnTo>
                    <a:pt x="5264391" y="1511866"/>
                  </a:lnTo>
                  <a:lnTo>
                    <a:pt x="5264727" y="1511847"/>
                  </a:lnTo>
                  <a:lnTo>
                    <a:pt x="5265064" y="1512620"/>
                  </a:lnTo>
                  <a:lnTo>
                    <a:pt x="5265400" y="1514002"/>
                  </a:lnTo>
                  <a:lnTo>
                    <a:pt x="5265737" y="1515281"/>
                  </a:lnTo>
                  <a:lnTo>
                    <a:pt x="5266073" y="1515743"/>
                  </a:lnTo>
                  <a:lnTo>
                    <a:pt x="5266410" y="1515588"/>
                  </a:lnTo>
                  <a:lnTo>
                    <a:pt x="5266746" y="1515676"/>
                  </a:lnTo>
                  <a:lnTo>
                    <a:pt x="5267083" y="1515943"/>
                  </a:lnTo>
                  <a:lnTo>
                    <a:pt x="5267419" y="1515946"/>
                  </a:lnTo>
                  <a:lnTo>
                    <a:pt x="5267755" y="1516725"/>
                  </a:lnTo>
                  <a:lnTo>
                    <a:pt x="5268092" y="1517463"/>
                  </a:lnTo>
                  <a:lnTo>
                    <a:pt x="5268428" y="1518857"/>
                  </a:lnTo>
                  <a:lnTo>
                    <a:pt x="5268765" y="1519889"/>
                  </a:lnTo>
                  <a:lnTo>
                    <a:pt x="5269101" y="1520930"/>
                  </a:lnTo>
                  <a:lnTo>
                    <a:pt x="5269438" y="1521992"/>
                  </a:lnTo>
                  <a:lnTo>
                    <a:pt x="5269774" y="1523397"/>
                  </a:lnTo>
                  <a:lnTo>
                    <a:pt x="5270111" y="1524031"/>
                  </a:lnTo>
                  <a:lnTo>
                    <a:pt x="5270447" y="1524475"/>
                  </a:lnTo>
                  <a:lnTo>
                    <a:pt x="5270784" y="1524844"/>
                  </a:lnTo>
                  <a:lnTo>
                    <a:pt x="5271120" y="1525639"/>
                  </a:lnTo>
                  <a:lnTo>
                    <a:pt x="5271456" y="1526323"/>
                  </a:lnTo>
                  <a:lnTo>
                    <a:pt x="5271793" y="1526787"/>
                  </a:lnTo>
                  <a:lnTo>
                    <a:pt x="5272129" y="1527190"/>
                  </a:lnTo>
                  <a:lnTo>
                    <a:pt x="5272466" y="1527182"/>
                  </a:lnTo>
                  <a:lnTo>
                    <a:pt x="5272802" y="1527362"/>
                  </a:lnTo>
                  <a:lnTo>
                    <a:pt x="5273139" y="1527211"/>
                  </a:lnTo>
                  <a:lnTo>
                    <a:pt x="5273475" y="1526725"/>
                  </a:lnTo>
                  <a:lnTo>
                    <a:pt x="5273812" y="1526135"/>
                  </a:lnTo>
                  <a:lnTo>
                    <a:pt x="5274148" y="1525510"/>
                  </a:lnTo>
                  <a:lnTo>
                    <a:pt x="5274485" y="1524845"/>
                  </a:lnTo>
                  <a:lnTo>
                    <a:pt x="5274821" y="1524133"/>
                  </a:lnTo>
                  <a:lnTo>
                    <a:pt x="5275158" y="1523595"/>
                  </a:lnTo>
                  <a:lnTo>
                    <a:pt x="5275494" y="1523481"/>
                  </a:lnTo>
                  <a:lnTo>
                    <a:pt x="5275830" y="1524251"/>
                  </a:lnTo>
                  <a:lnTo>
                    <a:pt x="5276167" y="1525249"/>
                  </a:lnTo>
                  <a:lnTo>
                    <a:pt x="5276503" y="1526801"/>
                  </a:lnTo>
                  <a:lnTo>
                    <a:pt x="5276840" y="1528517"/>
                  </a:lnTo>
                  <a:lnTo>
                    <a:pt x="5277176" y="1529932"/>
                  </a:lnTo>
                  <a:lnTo>
                    <a:pt x="5277513" y="1530893"/>
                  </a:lnTo>
                  <a:lnTo>
                    <a:pt x="5277849" y="1531292"/>
                  </a:lnTo>
                  <a:lnTo>
                    <a:pt x="5278186" y="1530990"/>
                  </a:lnTo>
                  <a:lnTo>
                    <a:pt x="5278522" y="1531121"/>
                  </a:lnTo>
                  <a:lnTo>
                    <a:pt x="5278859" y="1531629"/>
                  </a:lnTo>
                  <a:lnTo>
                    <a:pt x="5279195" y="1531933"/>
                  </a:lnTo>
                  <a:lnTo>
                    <a:pt x="5279532" y="1532328"/>
                  </a:lnTo>
                  <a:lnTo>
                    <a:pt x="5279868" y="1532692"/>
                  </a:lnTo>
                  <a:lnTo>
                    <a:pt x="5280204" y="1533022"/>
                  </a:lnTo>
                  <a:lnTo>
                    <a:pt x="5280541" y="1532940"/>
                  </a:lnTo>
                  <a:lnTo>
                    <a:pt x="5280877" y="1532378"/>
                  </a:lnTo>
                  <a:lnTo>
                    <a:pt x="5281214" y="1531725"/>
                  </a:lnTo>
                  <a:lnTo>
                    <a:pt x="5281550" y="1530945"/>
                  </a:lnTo>
                  <a:lnTo>
                    <a:pt x="5281887" y="1530919"/>
                  </a:lnTo>
                  <a:lnTo>
                    <a:pt x="5282223" y="1531034"/>
                  </a:lnTo>
                  <a:lnTo>
                    <a:pt x="5282560" y="1531143"/>
                  </a:lnTo>
                  <a:lnTo>
                    <a:pt x="5282896" y="1531538"/>
                  </a:lnTo>
                  <a:lnTo>
                    <a:pt x="5283233" y="1531768"/>
                  </a:lnTo>
                  <a:lnTo>
                    <a:pt x="5283569" y="1531724"/>
                  </a:lnTo>
                  <a:lnTo>
                    <a:pt x="5283906" y="1531608"/>
                  </a:lnTo>
                  <a:lnTo>
                    <a:pt x="5284242" y="1531190"/>
                  </a:lnTo>
                  <a:lnTo>
                    <a:pt x="5284578" y="1530487"/>
                  </a:lnTo>
                  <a:lnTo>
                    <a:pt x="5284915" y="1530372"/>
                  </a:lnTo>
                  <a:lnTo>
                    <a:pt x="5285251" y="1530116"/>
                  </a:lnTo>
                  <a:lnTo>
                    <a:pt x="5285588" y="1529658"/>
                  </a:lnTo>
                  <a:lnTo>
                    <a:pt x="5285924" y="1528499"/>
                  </a:lnTo>
                  <a:lnTo>
                    <a:pt x="5286261" y="1526173"/>
                  </a:lnTo>
                  <a:lnTo>
                    <a:pt x="5286597" y="1523018"/>
                  </a:lnTo>
                  <a:lnTo>
                    <a:pt x="5286934" y="1519010"/>
                  </a:lnTo>
                  <a:lnTo>
                    <a:pt x="5287270" y="1513980"/>
                  </a:lnTo>
                  <a:lnTo>
                    <a:pt x="5287607" y="1509634"/>
                  </a:lnTo>
                  <a:lnTo>
                    <a:pt x="5287943" y="1504943"/>
                  </a:lnTo>
                  <a:lnTo>
                    <a:pt x="5288280" y="1500005"/>
                  </a:lnTo>
                  <a:lnTo>
                    <a:pt x="5288616" y="1495226"/>
                  </a:lnTo>
                  <a:lnTo>
                    <a:pt x="5288952" y="1490722"/>
                  </a:lnTo>
                  <a:lnTo>
                    <a:pt x="5289289" y="1485933"/>
                  </a:lnTo>
                  <a:lnTo>
                    <a:pt x="5289625" y="1481423"/>
                  </a:lnTo>
                  <a:lnTo>
                    <a:pt x="5289962" y="1477139"/>
                  </a:lnTo>
                  <a:lnTo>
                    <a:pt x="5290298" y="1473213"/>
                  </a:lnTo>
                  <a:lnTo>
                    <a:pt x="5290635" y="1469913"/>
                  </a:lnTo>
                  <a:lnTo>
                    <a:pt x="5290971" y="1467201"/>
                  </a:lnTo>
                  <a:lnTo>
                    <a:pt x="5291308" y="1465084"/>
                  </a:lnTo>
                  <a:lnTo>
                    <a:pt x="5291644" y="1464203"/>
                  </a:lnTo>
                  <a:lnTo>
                    <a:pt x="5291981" y="1463957"/>
                  </a:lnTo>
                  <a:lnTo>
                    <a:pt x="5292317" y="1464855"/>
                  </a:lnTo>
                  <a:lnTo>
                    <a:pt x="5292654" y="1466428"/>
                  </a:lnTo>
                  <a:lnTo>
                    <a:pt x="5292990" y="1469146"/>
                  </a:lnTo>
                  <a:lnTo>
                    <a:pt x="5293326" y="1471959"/>
                  </a:lnTo>
                  <a:lnTo>
                    <a:pt x="5293663" y="1474004"/>
                  </a:lnTo>
                  <a:lnTo>
                    <a:pt x="5293999" y="1476534"/>
                  </a:lnTo>
                  <a:lnTo>
                    <a:pt x="5294336" y="1480018"/>
                  </a:lnTo>
                  <a:lnTo>
                    <a:pt x="5294672" y="1483229"/>
                  </a:lnTo>
                  <a:lnTo>
                    <a:pt x="5295009" y="1486886"/>
                  </a:lnTo>
                  <a:lnTo>
                    <a:pt x="5295345" y="1490401"/>
                  </a:lnTo>
                  <a:lnTo>
                    <a:pt x="5295682" y="1493264"/>
                  </a:lnTo>
                  <a:lnTo>
                    <a:pt x="5296018" y="1496445"/>
                  </a:lnTo>
                  <a:lnTo>
                    <a:pt x="5296355" y="1499528"/>
                  </a:lnTo>
                  <a:lnTo>
                    <a:pt x="5296691" y="1502271"/>
                  </a:lnTo>
                  <a:lnTo>
                    <a:pt x="5297028" y="1504998"/>
                  </a:lnTo>
                  <a:lnTo>
                    <a:pt x="5297364" y="1507325"/>
                  </a:lnTo>
                  <a:lnTo>
                    <a:pt x="5297700" y="1509746"/>
                  </a:lnTo>
                  <a:lnTo>
                    <a:pt x="5298037" y="1511070"/>
                  </a:lnTo>
                  <a:lnTo>
                    <a:pt x="5298373" y="1511368"/>
                  </a:lnTo>
                  <a:lnTo>
                    <a:pt x="5298710" y="1511663"/>
                  </a:lnTo>
                  <a:lnTo>
                    <a:pt x="5299046" y="1511266"/>
                  </a:lnTo>
                  <a:lnTo>
                    <a:pt x="5299383" y="1510398"/>
                  </a:lnTo>
                  <a:lnTo>
                    <a:pt x="5299719" y="1508903"/>
                  </a:lnTo>
                  <a:lnTo>
                    <a:pt x="5300056" y="1507291"/>
                  </a:lnTo>
                  <a:lnTo>
                    <a:pt x="5300392" y="1504319"/>
                  </a:lnTo>
                  <a:lnTo>
                    <a:pt x="5300729" y="1500770"/>
                  </a:lnTo>
                  <a:lnTo>
                    <a:pt x="5301065" y="1496811"/>
                  </a:lnTo>
                  <a:lnTo>
                    <a:pt x="5301402" y="1492534"/>
                  </a:lnTo>
                  <a:lnTo>
                    <a:pt x="5301738" y="1487850"/>
                  </a:lnTo>
                  <a:lnTo>
                    <a:pt x="5302074" y="1483029"/>
                  </a:lnTo>
                  <a:lnTo>
                    <a:pt x="5302411" y="1478483"/>
                  </a:lnTo>
                  <a:lnTo>
                    <a:pt x="5302747" y="1472899"/>
                  </a:lnTo>
                  <a:lnTo>
                    <a:pt x="5303084" y="1467652"/>
                  </a:lnTo>
                  <a:lnTo>
                    <a:pt x="5303420" y="1463022"/>
                  </a:lnTo>
                  <a:lnTo>
                    <a:pt x="5303757" y="1457011"/>
                  </a:lnTo>
                  <a:lnTo>
                    <a:pt x="5304093" y="1450579"/>
                  </a:lnTo>
                  <a:lnTo>
                    <a:pt x="5304430" y="1444373"/>
                  </a:lnTo>
                  <a:lnTo>
                    <a:pt x="5304766" y="1437244"/>
                  </a:lnTo>
                  <a:lnTo>
                    <a:pt x="5305103" y="1429711"/>
                  </a:lnTo>
                  <a:lnTo>
                    <a:pt x="5305439" y="1422933"/>
                  </a:lnTo>
                  <a:lnTo>
                    <a:pt x="5305775" y="1415398"/>
                  </a:lnTo>
                  <a:lnTo>
                    <a:pt x="5306112" y="1409585"/>
                  </a:lnTo>
                  <a:lnTo>
                    <a:pt x="5306448" y="1404182"/>
                  </a:lnTo>
                  <a:lnTo>
                    <a:pt x="5306785" y="1399548"/>
                  </a:lnTo>
                  <a:lnTo>
                    <a:pt x="5307121" y="1394474"/>
                  </a:lnTo>
                  <a:lnTo>
                    <a:pt x="5307458" y="1390421"/>
                  </a:lnTo>
                  <a:lnTo>
                    <a:pt x="5307794" y="1387638"/>
                  </a:lnTo>
                  <a:lnTo>
                    <a:pt x="5308131" y="1385545"/>
                  </a:lnTo>
                  <a:lnTo>
                    <a:pt x="5308467" y="1384450"/>
                  </a:lnTo>
                  <a:lnTo>
                    <a:pt x="5308804" y="1384548"/>
                  </a:lnTo>
                  <a:lnTo>
                    <a:pt x="5309140" y="1385232"/>
                  </a:lnTo>
                  <a:lnTo>
                    <a:pt x="5309477" y="1386279"/>
                  </a:lnTo>
                  <a:lnTo>
                    <a:pt x="5309813" y="1387985"/>
                  </a:lnTo>
                  <a:lnTo>
                    <a:pt x="5310149" y="1390255"/>
                  </a:lnTo>
                  <a:lnTo>
                    <a:pt x="5310486" y="1392968"/>
                  </a:lnTo>
                  <a:lnTo>
                    <a:pt x="5310822" y="1396719"/>
                  </a:lnTo>
                  <a:lnTo>
                    <a:pt x="5311159" y="1400752"/>
                  </a:lnTo>
                  <a:lnTo>
                    <a:pt x="5311495" y="1405294"/>
                  </a:lnTo>
                  <a:lnTo>
                    <a:pt x="5311832" y="1410458"/>
                  </a:lnTo>
                  <a:lnTo>
                    <a:pt x="5312168" y="1415083"/>
                  </a:lnTo>
                  <a:lnTo>
                    <a:pt x="5312505" y="1420131"/>
                  </a:lnTo>
                  <a:lnTo>
                    <a:pt x="5312841" y="1425084"/>
                  </a:lnTo>
                  <a:lnTo>
                    <a:pt x="5313178" y="1430346"/>
                  </a:lnTo>
                  <a:lnTo>
                    <a:pt x="5313514" y="1435530"/>
                  </a:lnTo>
                  <a:lnTo>
                    <a:pt x="5313851" y="1440310"/>
                  </a:lnTo>
                  <a:lnTo>
                    <a:pt x="5314187" y="1445158"/>
                  </a:lnTo>
                  <a:lnTo>
                    <a:pt x="5314523" y="1449135"/>
                  </a:lnTo>
                  <a:lnTo>
                    <a:pt x="5314860" y="1452410"/>
                  </a:lnTo>
                  <a:lnTo>
                    <a:pt x="5315196" y="1454562"/>
                  </a:lnTo>
                  <a:lnTo>
                    <a:pt x="5315533" y="1456547"/>
                  </a:lnTo>
                  <a:lnTo>
                    <a:pt x="5315869" y="1458471"/>
                  </a:lnTo>
                  <a:lnTo>
                    <a:pt x="5316206" y="1460830"/>
                  </a:lnTo>
                  <a:lnTo>
                    <a:pt x="5316542" y="1462889"/>
                  </a:lnTo>
                  <a:lnTo>
                    <a:pt x="5316879" y="1464774"/>
                  </a:lnTo>
                  <a:lnTo>
                    <a:pt x="5317215" y="1466325"/>
                  </a:lnTo>
                  <a:lnTo>
                    <a:pt x="5317552" y="1466858"/>
                  </a:lnTo>
                  <a:lnTo>
                    <a:pt x="5317888" y="1467456"/>
                  </a:lnTo>
                  <a:lnTo>
                    <a:pt x="5318225" y="1468304"/>
                  </a:lnTo>
                  <a:lnTo>
                    <a:pt x="5318561" y="1468889"/>
                  </a:lnTo>
                  <a:lnTo>
                    <a:pt x="5318897" y="1469713"/>
                  </a:lnTo>
                  <a:lnTo>
                    <a:pt x="5319234" y="1470620"/>
                  </a:lnTo>
                  <a:lnTo>
                    <a:pt x="5319570" y="1472415"/>
                  </a:lnTo>
                  <a:lnTo>
                    <a:pt x="5319907" y="1474723"/>
                  </a:lnTo>
                  <a:lnTo>
                    <a:pt x="5320243" y="1477238"/>
                  </a:lnTo>
                  <a:lnTo>
                    <a:pt x="5320580" y="1479508"/>
                  </a:lnTo>
                  <a:lnTo>
                    <a:pt x="5320916" y="1481247"/>
                  </a:lnTo>
                  <a:lnTo>
                    <a:pt x="5321253" y="1483176"/>
                  </a:lnTo>
                  <a:lnTo>
                    <a:pt x="5321589" y="1485067"/>
                  </a:lnTo>
                  <a:lnTo>
                    <a:pt x="5321926" y="1486855"/>
                  </a:lnTo>
                  <a:lnTo>
                    <a:pt x="5322262" y="1488615"/>
                  </a:lnTo>
                  <a:lnTo>
                    <a:pt x="5322599" y="1490945"/>
                  </a:lnTo>
                  <a:lnTo>
                    <a:pt x="5322935" y="1493184"/>
                  </a:lnTo>
                  <a:lnTo>
                    <a:pt x="5323271" y="1495545"/>
                  </a:lnTo>
                  <a:lnTo>
                    <a:pt x="5323608" y="1498313"/>
                  </a:lnTo>
                  <a:lnTo>
                    <a:pt x="5323944" y="1501050"/>
                  </a:lnTo>
                  <a:lnTo>
                    <a:pt x="5324281" y="1503420"/>
                  </a:lnTo>
                  <a:lnTo>
                    <a:pt x="5324617" y="1506101"/>
                  </a:lnTo>
                  <a:lnTo>
                    <a:pt x="5324954" y="1508421"/>
                  </a:lnTo>
                  <a:lnTo>
                    <a:pt x="5325290" y="1511177"/>
                  </a:lnTo>
                  <a:lnTo>
                    <a:pt x="5325627" y="1513982"/>
                  </a:lnTo>
                  <a:lnTo>
                    <a:pt x="5325963" y="1516754"/>
                  </a:lnTo>
                  <a:lnTo>
                    <a:pt x="5326300" y="1519363"/>
                  </a:lnTo>
                  <a:lnTo>
                    <a:pt x="5326636" y="1522041"/>
                  </a:lnTo>
                  <a:lnTo>
                    <a:pt x="5326973" y="1525562"/>
                  </a:lnTo>
                  <a:lnTo>
                    <a:pt x="5327309" y="1528606"/>
                  </a:lnTo>
                  <a:lnTo>
                    <a:pt x="5327645" y="1531554"/>
                  </a:lnTo>
                  <a:lnTo>
                    <a:pt x="5327982" y="1534476"/>
                  </a:lnTo>
                  <a:lnTo>
                    <a:pt x="5328318" y="1536558"/>
                  </a:lnTo>
                  <a:lnTo>
                    <a:pt x="5328655" y="1537864"/>
                  </a:lnTo>
                  <a:lnTo>
                    <a:pt x="5328991" y="1538561"/>
                  </a:lnTo>
                  <a:lnTo>
                    <a:pt x="5329328" y="1539057"/>
                  </a:lnTo>
                  <a:lnTo>
                    <a:pt x="5329664" y="1540020"/>
                  </a:lnTo>
                  <a:lnTo>
                    <a:pt x="5330001" y="1541038"/>
                  </a:lnTo>
                  <a:lnTo>
                    <a:pt x="5330337" y="1542129"/>
                  </a:lnTo>
                  <a:lnTo>
                    <a:pt x="5330674" y="1543335"/>
                  </a:lnTo>
                  <a:lnTo>
                    <a:pt x="5331010" y="1544654"/>
                  </a:lnTo>
                  <a:lnTo>
                    <a:pt x="5331347" y="1546363"/>
                  </a:lnTo>
                  <a:lnTo>
                    <a:pt x="5331683" y="1548186"/>
                  </a:lnTo>
                  <a:lnTo>
                    <a:pt x="5332019" y="1550161"/>
                  </a:lnTo>
                  <a:lnTo>
                    <a:pt x="5332356" y="1552245"/>
                  </a:lnTo>
                  <a:lnTo>
                    <a:pt x="5332692" y="1554226"/>
                  </a:lnTo>
                  <a:lnTo>
                    <a:pt x="5333029" y="1555821"/>
                  </a:lnTo>
                  <a:lnTo>
                    <a:pt x="5333365" y="1558076"/>
                  </a:lnTo>
                  <a:lnTo>
                    <a:pt x="5333702" y="1561322"/>
                  </a:lnTo>
                  <a:lnTo>
                    <a:pt x="5334038" y="1563482"/>
                  </a:lnTo>
                  <a:lnTo>
                    <a:pt x="5334375" y="1565358"/>
                  </a:lnTo>
                  <a:lnTo>
                    <a:pt x="5334711" y="1566637"/>
                  </a:lnTo>
                  <a:lnTo>
                    <a:pt x="5335048" y="1566923"/>
                  </a:lnTo>
                  <a:lnTo>
                    <a:pt x="5335384" y="1567513"/>
                  </a:lnTo>
                  <a:lnTo>
                    <a:pt x="5335721" y="1567618"/>
                  </a:lnTo>
                  <a:lnTo>
                    <a:pt x="5336057" y="1568118"/>
                  </a:lnTo>
                  <a:lnTo>
                    <a:pt x="5336393" y="1567671"/>
                  </a:lnTo>
                  <a:lnTo>
                    <a:pt x="5336730" y="1567443"/>
                  </a:lnTo>
                  <a:lnTo>
                    <a:pt x="5337066" y="1566759"/>
                  </a:lnTo>
                  <a:lnTo>
                    <a:pt x="5337403" y="1565941"/>
                  </a:lnTo>
                  <a:lnTo>
                    <a:pt x="5337739" y="1566041"/>
                  </a:lnTo>
                  <a:lnTo>
                    <a:pt x="5338076" y="1566574"/>
                  </a:lnTo>
                  <a:lnTo>
                    <a:pt x="5338412" y="1567507"/>
                  </a:lnTo>
                  <a:lnTo>
                    <a:pt x="5338749" y="1568564"/>
                  </a:lnTo>
                  <a:lnTo>
                    <a:pt x="5339085" y="1570454"/>
                  </a:lnTo>
                  <a:lnTo>
                    <a:pt x="5339422" y="1572082"/>
                  </a:lnTo>
                  <a:lnTo>
                    <a:pt x="5339758" y="1573984"/>
                  </a:lnTo>
                  <a:lnTo>
                    <a:pt x="5340094" y="1575849"/>
                  </a:lnTo>
                  <a:lnTo>
                    <a:pt x="5340431" y="1577353"/>
                  </a:lnTo>
                  <a:lnTo>
                    <a:pt x="5340767" y="1579638"/>
                  </a:lnTo>
                  <a:lnTo>
                    <a:pt x="5341104" y="1582481"/>
                  </a:lnTo>
                  <a:lnTo>
                    <a:pt x="5341440" y="1585626"/>
                  </a:lnTo>
                  <a:lnTo>
                    <a:pt x="5341777" y="1589148"/>
                  </a:lnTo>
                  <a:lnTo>
                    <a:pt x="5342113" y="1593161"/>
                  </a:lnTo>
                  <a:lnTo>
                    <a:pt x="5342450" y="1597242"/>
                  </a:lnTo>
                  <a:lnTo>
                    <a:pt x="5342786" y="1601206"/>
                  </a:lnTo>
                  <a:lnTo>
                    <a:pt x="5343123" y="1604737"/>
                  </a:lnTo>
                  <a:lnTo>
                    <a:pt x="5343459" y="1607571"/>
                  </a:lnTo>
                  <a:lnTo>
                    <a:pt x="5343796" y="1610072"/>
                  </a:lnTo>
                  <a:lnTo>
                    <a:pt x="5344132" y="1612664"/>
                  </a:lnTo>
                  <a:lnTo>
                    <a:pt x="5344468" y="1615605"/>
                  </a:lnTo>
                  <a:lnTo>
                    <a:pt x="5344805" y="1619103"/>
                  </a:lnTo>
                  <a:lnTo>
                    <a:pt x="5345141" y="1622661"/>
                  </a:lnTo>
                  <a:lnTo>
                    <a:pt x="5345478" y="1626725"/>
                  </a:lnTo>
                  <a:lnTo>
                    <a:pt x="5345814" y="1630709"/>
                  </a:lnTo>
                  <a:lnTo>
                    <a:pt x="5346151" y="1633973"/>
                  </a:lnTo>
                  <a:lnTo>
                    <a:pt x="5346487" y="1637253"/>
                  </a:lnTo>
                  <a:lnTo>
                    <a:pt x="5346824" y="1639782"/>
                  </a:lnTo>
                  <a:lnTo>
                    <a:pt x="5347160" y="1641837"/>
                  </a:lnTo>
                  <a:lnTo>
                    <a:pt x="5347497" y="1643166"/>
                  </a:lnTo>
                  <a:lnTo>
                    <a:pt x="5347833" y="1645274"/>
                  </a:lnTo>
                  <a:lnTo>
                    <a:pt x="5348170" y="1648135"/>
                  </a:lnTo>
                  <a:lnTo>
                    <a:pt x="5348506" y="1651845"/>
                  </a:lnTo>
                  <a:lnTo>
                    <a:pt x="5348842" y="1656159"/>
                  </a:lnTo>
                  <a:lnTo>
                    <a:pt x="5349179" y="1660137"/>
                  </a:lnTo>
                  <a:lnTo>
                    <a:pt x="5349515" y="1663762"/>
                  </a:lnTo>
                  <a:lnTo>
                    <a:pt x="5349852" y="1667179"/>
                  </a:lnTo>
                  <a:lnTo>
                    <a:pt x="5350188" y="1670442"/>
                  </a:lnTo>
                  <a:lnTo>
                    <a:pt x="5350525" y="1673154"/>
                  </a:lnTo>
                  <a:lnTo>
                    <a:pt x="5350861" y="1675835"/>
                  </a:lnTo>
                  <a:lnTo>
                    <a:pt x="5351198" y="1678378"/>
                  </a:lnTo>
                  <a:lnTo>
                    <a:pt x="5351534" y="1680636"/>
                  </a:lnTo>
                  <a:lnTo>
                    <a:pt x="5351871" y="1682776"/>
                  </a:lnTo>
                  <a:lnTo>
                    <a:pt x="5352207" y="1684930"/>
                  </a:lnTo>
                  <a:lnTo>
                    <a:pt x="5352544" y="1687275"/>
                  </a:lnTo>
                  <a:lnTo>
                    <a:pt x="5352880" y="1689539"/>
                  </a:lnTo>
                  <a:lnTo>
                    <a:pt x="5353216" y="1692478"/>
                  </a:lnTo>
                  <a:lnTo>
                    <a:pt x="5353553" y="1696282"/>
                  </a:lnTo>
                  <a:lnTo>
                    <a:pt x="5353889" y="1700729"/>
                  </a:lnTo>
                  <a:lnTo>
                    <a:pt x="5354226" y="1706096"/>
                  </a:lnTo>
                  <a:lnTo>
                    <a:pt x="5354562" y="1712306"/>
                  </a:lnTo>
                  <a:lnTo>
                    <a:pt x="5354899" y="1718155"/>
                  </a:lnTo>
                  <a:lnTo>
                    <a:pt x="5355235" y="1724029"/>
                  </a:lnTo>
                  <a:lnTo>
                    <a:pt x="5355572" y="1729887"/>
                  </a:lnTo>
                  <a:lnTo>
                    <a:pt x="5355908" y="1735896"/>
                  </a:lnTo>
                  <a:lnTo>
                    <a:pt x="5356245" y="1741872"/>
                  </a:lnTo>
                  <a:lnTo>
                    <a:pt x="5356581" y="1748202"/>
                  </a:lnTo>
                  <a:lnTo>
                    <a:pt x="5356918" y="1754487"/>
                  </a:lnTo>
                  <a:lnTo>
                    <a:pt x="5357254" y="1760591"/>
                  </a:lnTo>
                  <a:lnTo>
                    <a:pt x="5357590" y="1766613"/>
                  </a:lnTo>
                  <a:lnTo>
                    <a:pt x="5357927" y="1772327"/>
                  </a:lnTo>
                  <a:lnTo>
                    <a:pt x="5358263" y="1777313"/>
                  </a:lnTo>
                  <a:lnTo>
                    <a:pt x="5358600" y="1781056"/>
                  </a:lnTo>
                  <a:lnTo>
                    <a:pt x="5358936" y="1784020"/>
                  </a:lnTo>
                  <a:lnTo>
                    <a:pt x="5359273" y="1785915"/>
                  </a:lnTo>
                  <a:lnTo>
                    <a:pt x="5359609" y="1786574"/>
                  </a:lnTo>
                  <a:lnTo>
                    <a:pt x="5359946" y="1786359"/>
                  </a:lnTo>
                  <a:lnTo>
                    <a:pt x="5360282" y="1785901"/>
                  </a:lnTo>
                  <a:lnTo>
                    <a:pt x="5360619" y="1785318"/>
                  </a:lnTo>
                  <a:lnTo>
                    <a:pt x="5360955" y="1784617"/>
                  </a:lnTo>
                  <a:lnTo>
                    <a:pt x="5361292" y="1783761"/>
                  </a:lnTo>
                  <a:lnTo>
                    <a:pt x="5361628" y="1782235"/>
                  </a:lnTo>
                  <a:lnTo>
                    <a:pt x="5361964" y="1780516"/>
                  </a:lnTo>
                  <a:lnTo>
                    <a:pt x="5362301" y="1778951"/>
                  </a:lnTo>
                  <a:lnTo>
                    <a:pt x="5362637" y="1777658"/>
                  </a:lnTo>
                  <a:lnTo>
                    <a:pt x="5362974" y="1776756"/>
                  </a:lnTo>
                  <a:lnTo>
                    <a:pt x="5363310" y="1775389"/>
                  </a:lnTo>
                  <a:lnTo>
                    <a:pt x="5363647" y="1774115"/>
                  </a:lnTo>
                  <a:lnTo>
                    <a:pt x="5363983" y="1772476"/>
                  </a:lnTo>
                  <a:lnTo>
                    <a:pt x="5364320" y="1770602"/>
                  </a:lnTo>
                  <a:lnTo>
                    <a:pt x="5364656" y="1768667"/>
                  </a:lnTo>
                  <a:lnTo>
                    <a:pt x="5364993" y="1767116"/>
                  </a:lnTo>
                  <a:lnTo>
                    <a:pt x="5365329" y="1766364"/>
                  </a:lnTo>
                  <a:lnTo>
                    <a:pt x="5365666" y="1766544"/>
                  </a:lnTo>
                  <a:lnTo>
                    <a:pt x="5366002" y="1766703"/>
                  </a:lnTo>
                  <a:lnTo>
                    <a:pt x="5366338" y="1766942"/>
                  </a:lnTo>
                  <a:lnTo>
                    <a:pt x="5366675" y="1767743"/>
                  </a:lnTo>
                  <a:lnTo>
                    <a:pt x="5367011" y="1768679"/>
                  </a:lnTo>
                  <a:lnTo>
                    <a:pt x="5367348" y="1769493"/>
                  </a:lnTo>
                  <a:lnTo>
                    <a:pt x="5367684" y="1770679"/>
                  </a:lnTo>
                  <a:lnTo>
                    <a:pt x="5368021" y="1772392"/>
                  </a:lnTo>
                  <a:lnTo>
                    <a:pt x="5368357" y="1774989"/>
                  </a:lnTo>
                  <a:lnTo>
                    <a:pt x="5368694" y="1777861"/>
                  </a:lnTo>
                  <a:lnTo>
                    <a:pt x="5369030" y="1781449"/>
                  </a:lnTo>
                  <a:lnTo>
                    <a:pt x="5369367" y="1786017"/>
                  </a:lnTo>
                  <a:lnTo>
                    <a:pt x="5369703" y="1790870"/>
                  </a:lnTo>
                  <a:lnTo>
                    <a:pt x="5370040" y="1796713"/>
                  </a:lnTo>
                  <a:lnTo>
                    <a:pt x="5370376" y="1802475"/>
                  </a:lnTo>
                  <a:lnTo>
                    <a:pt x="5370712" y="1808188"/>
                  </a:lnTo>
                  <a:lnTo>
                    <a:pt x="5371049" y="1814952"/>
                  </a:lnTo>
                  <a:lnTo>
                    <a:pt x="5371385" y="1822704"/>
                  </a:lnTo>
                  <a:lnTo>
                    <a:pt x="5371722" y="1831148"/>
                  </a:lnTo>
                  <a:lnTo>
                    <a:pt x="5372058" y="1840728"/>
                  </a:lnTo>
                  <a:lnTo>
                    <a:pt x="5372395" y="1851433"/>
                  </a:lnTo>
                  <a:lnTo>
                    <a:pt x="5372731" y="1861669"/>
                  </a:lnTo>
                  <a:lnTo>
                    <a:pt x="5373068" y="1873002"/>
                  </a:lnTo>
                  <a:lnTo>
                    <a:pt x="5373404" y="1882224"/>
                  </a:lnTo>
                  <a:lnTo>
                    <a:pt x="5373741" y="1891103"/>
                  </a:lnTo>
                  <a:lnTo>
                    <a:pt x="5374077" y="1899355"/>
                  </a:lnTo>
                  <a:lnTo>
                    <a:pt x="5374413" y="1907921"/>
                  </a:lnTo>
                  <a:lnTo>
                    <a:pt x="5374750" y="1915312"/>
                  </a:lnTo>
                  <a:lnTo>
                    <a:pt x="5375086" y="1921585"/>
                  </a:lnTo>
                  <a:lnTo>
                    <a:pt x="5375423" y="1926960"/>
                  </a:lnTo>
                  <a:lnTo>
                    <a:pt x="5375759" y="1931224"/>
                  </a:lnTo>
                  <a:lnTo>
                    <a:pt x="5376096" y="1934508"/>
                  </a:lnTo>
                  <a:lnTo>
                    <a:pt x="5376432" y="1937033"/>
                  </a:lnTo>
                  <a:lnTo>
                    <a:pt x="5376769" y="1938533"/>
                  </a:lnTo>
                  <a:lnTo>
                    <a:pt x="5377105" y="1939155"/>
                  </a:lnTo>
                  <a:lnTo>
                    <a:pt x="5377442" y="1939118"/>
                  </a:lnTo>
                  <a:lnTo>
                    <a:pt x="5377778" y="1938317"/>
                  </a:lnTo>
                  <a:lnTo>
                    <a:pt x="5378115" y="1936799"/>
                  </a:lnTo>
                  <a:lnTo>
                    <a:pt x="5378451" y="1933866"/>
                  </a:lnTo>
                  <a:lnTo>
                    <a:pt x="5378787" y="1930206"/>
                  </a:lnTo>
                  <a:lnTo>
                    <a:pt x="5379124" y="1926005"/>
                  </a:lnTo>
                  <a:lnTo>
                    <a:pt x="5379460" y="1921864"/>
                  </a:lnTo>
                  <a:lnTo>
                    <a:pt x="5379797" y="1917854"/>
                  </a:lnTo>
                  <a:lnTo>
                    <a:pt x="5380133" y="1914180"/>
                  </a:lnTo>
                  <a:lnTo>
                    <a:pt x="5380470" y="1910644"/>
                  </a:lnTo>
                  <a:lnTo>
                    <a:pt x="5380806" y="1907269"/>
                  </a:lnTo>
                  <a:lnTo>
                    <a:pt x="5381143" y="1904131"/>
                  </a:lnTo>
                  <a:lnTo>
                    <a:pt x="5381479" y="1901445"/>
                  </a:lnTo>
                  <a:lnTo>
                    <a:pt x="5381816" y="1899631"/>
                  </a:lnTo>
                  <a:lnTo>
                    <a:pt x="5382152" y="1898659"/>
                  </a:lnTo>
                  <a:lnTo>
                    <a:pt x="5382489" y="1898950"/>
                  </a:lnTo>
                  <a:lnTo>
                    <a:pt x="5382825" y="1899769"/>
                  </a:lnTo>
                  <a:lnTo>
                    <a:pt x="5383161" y="1901200"/>
                  </a:lnTo>
                  <a:lnTo>
                    <a:pt x="5383498" y="1902845"/>
                  </a:lnTo>
                  <a:lnTo>
                    <a:pt x="5383834" y="1905260"/>
                  </a:lnTo>
                  <a:lnTo>
                    <a:pt x="5384171" y="1908416"/>
                  </a:lnTo>
                  <a:lnTo>
                    <a:pt x="5384507" y="1912131"/>
                  </a:lnTo>
                  <a:lnTo>
                    <a:pt x="5384844" y="1916075"/>
                  </a:lnTo>
                  <a:lnTo>
                    <a:pt x="5385180" y="1919963"/>
                  </a:lnTo>
                  <a:lnTo>
                    <a:pt x="5385517" y="1924240"/>
                  </a:lnTo>
                  <a:lnTo>
                    <a:pt x="5385853" y="1928716"/>
                  </a:lnTo>
                  <a:lnTo>
                    <a:pt x="5386190" y="1933377"/>
                  </a:lnTo>
                  <a:lnTo>
                    <a:pt x="5386526" y="1938017"/>
                  </a:lnTo>
                  <a:lnTo>
                    <a:pt x="5386863" y="1942596"/>
                  </a:lnTo>
                  <a:lnTo>
                    <a:pt x="5387199" y="1947012"/>
                  </a:lnTo>
                  <a:lnTo>
                    <a:pt x="5387535" y="1951359"/>
                  </a:lnTo>
                  <a:lnTo>
                    <a:pt x="5387872" y="1955794"/>
                  </a:lnTo>
                  <a:lnTo>
                    <a:pt x="5388208" y="1960361"/>
                  </a:lnTo>
                  <a:lnTo>
                    <a:pt x="5388545" y="1964672"/>
                  </a:lnTo>
                  <a:lnTo>
                    <a:pt x="5388881" y="1968592"/>
                  </a:lnTo>
                  <a:lnTo>
                    <a:pt x="5389218" y="1972232"/>
                  </a:lnTo>
                  <a:lnTo>
                    <a:pt x="5389554" y="1976365"/>
                  </a:lnTo>
                  <a:lnTo>
                    <a:pt x="5389891" y="1980322"/>
                  </a:lnTo>
                  <a:lnTo>
                    <a:pt x="5390227" y="1984301"/>
                  </a:lnTo>
                  <a:lnTo>
                    <a:pt x="5390564" y="1987963"/>
                  </a:lnTo>
                  <a:lnTo>
                    <a:pt x="5390900" y="1991147"/>
                  </a:lnTo>
                  <a:lnTo>
                    <a:pt x="5391237" y="1994170"/>
                  </a:lnTo>
                  <a:lnTo>
                    <a:pt x="5391573" y="1996868"/>
                  </a:lnTo>
                  <a:lnTo>
                    <a:pt x="5391909" y="1999129"/>
                  </a:lnTo>
                  <a:lnTo>
                    <a:pt x="5392246" y="2001368"/>
                  </a:lnTo>
                  <a:lnTo>
                    <a:pt x="5392582" y="2003170"/>
                  </a:lnTo>
                  <a:lnTo>
                    <a:pt x="5392919" y="2004636"/>
                  </a:lnTo>
                  <a:lnTo>
                    <a:pt x="5393255" y="2005543"/>
                  </a:lnTo>
                  <a:lnTo>
                    <a:pt x="5393592" y="2006296"/>
                  </a:lnTo>
                  <a:lnTo>
                    <a:pt x="5393928" y="2007167"/>
                  </a:lnTo>
                  <a:lnTo>
                    <a:pt x="5394265" y="2008276"/>
                  </a:lnTo>
                  <a:lnTo>
                    <a:pt x="5394601" y="2009234"/>
                  </a:lnTo>
                  <a:lnTo>
                    <a:pt x="5394938" y="2010070"/>
                  </a:lnTo>
                  <a:lnTo>
                    <a:pt x="5395274" y="2010946"/>
                  </a:lnTo>
                  <a:lnTo>
                    <a:pt x="5395611" y="2012032"/>
                  </a:lnTo>
                  <a:lnTo>
                    <a:pt x="5395947" y="2013771"/>
                  </a:lnTo>
                  <a:lnTo>
                    <a:pt x="5396283" y="2015678"/>
                  </a:lnTo>
                  <a:lnTo>
                    <a:pt x="5396620" y="2017584"/>
                  </a:lnTo>
                  <a:lnTo>
                    <a:pt x="5396956" y="2019024"/>
                  </a:lnTo>
                  <a:lnTo>
                    <a:pt x="5397293" y="2019616"/>
                  </a:lnTo>
                  <a:lnTo>
                    <a:pt x="5397629" y="2019906"/>
                  </a:lnTo>
                  <a:lnTo>
                    <a:pt x="5397966" y="2019956"/>
                  </a:lnTo>
                  <a:lnTo>
                    <a:pt x="5398302" y="2020103"/>
                  </a:lnTo>
                  <a:lnTo>
                    <a:pt x="5398639" y="2020278"/>
                  </a:lnTo>
                  <a:lnTo>
                    <a:pt x="5398975" y="2020483"/>
                  </a:lnTo>
                  <a:lnTo>
                    <a:pt x="5399312" y="2020732"/>
                  </a:lnTo>
                  <a:lnTo>
                    <a:pt x="5399648" y="2020670"/>
                  </a:lnTo>
                  <a:lnTo>
                    <a:pt x="5399985" y="2020328"/>
                  </a:lnTo>
                  <a:lnTo>
                    <a:pt x="5400321" y="2019747"/>
                  </a:lnTo>
                  <a:lnTo>
                    <a:pt x="5400657" y="2018777"/>
                  </a:lnTo>
                  <a:lnTo>
                    <a:pt x="5400994" y="2017528"/>
                  </a:lnTo>
                  <a:lnTo>
                    <a:pt x="5401330" y="2016717"/>
                  </a:lnTo>
                  <a:lnTo>
                    <a:pt x="5401667" y="2016410"/>
                  </a:lnTo>
                  <a:lnTo>
                    <a:pt x="5402003" y="2016267"/>
                  </a:lnTo>
                  <a:lnTo>
                    <a:pt x="5402340" y="2017217"/>
                  </a:lnTo>
                  <a:lnTo>
                    <a:pt x="5402676" y="2018124"/>
                  </a:lnTo>
                  <a:lnTo>
                    <a:pt x="5403013" y="2019886"/>
                  </a:lnTo>
                  <a:lnTo>
                    <a:pt x="5403349" y="2021312"/>
                  </a:lnTo>
                  <a:lnTo>
                    <a:pt x="5403686" y="2023280"/>
                  </a:lnTo>
                  <a:lnTo>
                    <a:pt x="5404022" y="2024579"/>
                  </a:lnTo>
                  <a:lnTo>
                    <a:pt x="5404358" y="2026104"/>
                  </a:lnTo>
                  <a:lnTo>
                    <a:pt x="5404695" y="2027958"/>
                  </a:lnTo>
                  <a:lnTo>
                    <a:pt x="5405031" y="2029449"/>
                  </a:lnTo>
                  <a:lnTo>
                    <a:pt x="5405368" y="2031114"/>
                  </a:lnTo>
                  <a:lnTo>
                    <a:pt x="5405704" y="2032503"/>
                  </a:lnTo>
                  <a:lnTo>
                    <a:pt x="5406041" y="2034232"/>
                  </a:lnTo>
                  <a:lnTo>
                    <a:pt x="5406377" y="2035454"/>
                  </a:lnTo>
                  <a:lnTo>
                    <a:pt x="5406714" y="2036959"/>
                  </a:lnTo>
                  <a:lnTo>
                    <a:pt x="5407050" y="2038940"/>
                  </a:lnTo>
                  <a:lnTo>
                    <a:pt x="5407387" y="2041142"/>
                  </a:lnTo>
                  <a:lnTo>
                    <a:pt x="5407723" y="2043645"/>
                  </a:lnTo>
                  <a:lnTo>
                    <a:pt x="5408060" y="2046096"/>
                  </a:lnTo>
                  <a:lnTo>
                    <a:pt x="5408396" y="2048271"/>
                  </a:lnTo>
                  <a:lnTo>
                    <a:pt x="5408732" y="2050333"/>
                  </a:lnTo>
                  <a:lnTo>
                    <a:pt x="5409069" y="2052163"/>
                  </a:lnTo>
                  <a:lnTo>
                    <a:pt x="5409405" y="2053494"/>
                  </a:lnTo>
                  <a:lnTo>
                    <a:pt x="5409742" y="2053427"/>
                  </a:lnTo>
                  <a:lnTo>
                    <a:pt x="5410078" y="2052528"/>
                  </a:lnTo>
                  <a:lnTo>
                    <a:pt x="5410415" y="2050823"/>
                  </a:lnTo>
                  <a:lnTo>
                    <a:pt x="5410751" y="2048944"/>
                  </a:lnTo>
                  <a:lnTo>
                    <a:pt x="5411088" y="2046657"/>
                  </a:lnTo>
                  <a:lnTo>
                    <a:pt x="5411424" y="2043977"/>
                  </a:lnTo>
                  <a:lnTo>
                    <a:pt x="5411761" y="2041369"/>
                  </a:lnTo>
                  <a:lnTo>
                    <a:pt x="5412097" y="2038655"/>
                  </a:lnTo>
                  <a:lnTo>
                    <a:pt x="5412434" y="2035813"/>
                  </a:lnTo>
                  <a:lnTo>
                    <a:pt x="5412770" y="2032604"/>
                  </a:lnTo>
                  <a:lnTo>
                    <a:pt x="5413106" y="2029336"/>
                  </a:lnTo>
                  <a:lnTo>
                    <a:pt x="5413443" y="2026687"/>
                  </a:lnTo>
                  <a:lnTo>
                    <a:pt x="5413779" y="2024059"/>
                  </a:lnTo>
                  <a:lnTo>
                    <a:pt x="5414116" y="2022519"/>
                  </a:lnTo>
                  <a:lnTo>
                    <a:pt x="5414452" y="2021667"/>
                  </a:lnTo>
                  <a:lnTo>
                    <a:pt x="5414789" y="2022705"/>
                  </a:lnTo>
                  <a:lnTo>
                    <a:pt x="5415125" y="2023459"/>
                  </a:lnTo>
                  <a:lnTo>
                    <a:pt x="5415462" y="2024897"/>
                  </a:lnTo>
                  <a:lnTo>
                    <a:pt x="5415798" y="2025601"/>
                  </a:lnTo>
                  <a:lnTo>
                    <a:pt x="5416135" y="2025783"/>
                  </a:lnTo>
                  <a:lnTo>
                    <a:pt x="5416471" y="2025419"/>
                  </a:lnTo>
                  <a:lnTo>
                    <a:pt x="5416808" y="2024791"/>
                  </a:lnTo>
                  <a:lnTo>
                    <a:pt x="5417144" y="2024150"/>
                  </a:lnTo>
                  <a:lnTo>
                    <a:pt x="5417480" y="2023397"/>
                  </a:lnTo>
                  <a:lnTo>
                    <a:pt x="5417817" y="2022643"/>
                  </a:lnTo>
                  <a:lnTo>
                    <a:pt x="5418153" y="2021808"/>
                  </a:lnTo>
                  <a:lnTo>
                    <a:pt x="5418490" y="2020797"/>
                  </a:lnTo>
                  <a:lnTo>
                    <a:pt x="5418826" y="2019415"/>
                  </a:lnTo>
                  <a:lnTo>
                    <a:pt x="5419163" y="2017745"/>
                  </a:lnTo>
                  <a:lnTo>
                    <a:pt x="5419499" y="2015880"/>
                  </a:lnTo>
                  <a:lnTo>
                    <a:pt x="5419836" y="2013714"/>
                  </a:lnTo>
                  <a:lnTo>
                    <a:pt x="5420172" y="2011804"/>
                  </a:lnTo>
                  <a:lnTo>
                    <a:pt x="5420509" y="2009746"/>
                  </a:lnTo>
                  <a:lnTo>
                    <a:pt x="5420845" y="2007864"/>
                  </a:lnTo>
                  <a:lnTo>
                    <a:pt x="5421182" y="2005819"/>
                  </a:lnTo>
                  <a:lnTo>
                    <a:pt x="5421518" y="2003708"/>
                  </a:lnTo>
                  <a:lnTo>
                    <a:pt x="5421854" y="2001467"/>
                  </a:lnTo>
                  <a:lnTo>
                    <a:pt x="5422191" y="1998559"/>
                  </a:lnTo>
                  <a:lnTo>
                    <a:pt x="5422527" y="1995319"/>
                  </a:lnTo>
                  <a:lnTo>
                    <a:pt x="5422864" y="1992280"/>
                  </a:lnTo>
                  <a:lnTo>
                    <a:pt x="5423200" y="1989347"/>
                  </a:lnTo>
                  <a:lnTo>
                    <a:pt x="5423537" y="1986591"/>
                  </a:lnTo>
                  <a:lnTo>
                    <a:pt x="5423873" y="1984054"/>
                  </a:lnTo>
                  <a:lnTo>
                    <a:pt x="5424210" y="1981655"/>
                  </a:lnTo>
                  <a:lnTo>
                    <a:pt x="5424546" y="1979507"/>
                  </a:lnTo>
                  <a:lnTo>
                    <a:pt x="5424883" y="1977504"/>
                  </a:lnTo>
                  <a:lnTo>
                    <a:pt x="5425219" y="1975859"/>
                  </a:lnTo>
                  <a:lnTo>
                    <a:pt x="5425556" y="1974810"/>
                  </a:lnTo>
                  <a:lnTo>
                    <a:pt x="5425892" y="1974559"/>
                  </a:lnTo>
                  <a:lnTo>
                    <a:pt x="5426228" y="1974816"/>
                  </a:lnTo>
                  <a:lnTo>
                    <a:pt x="5426565" y="1975678"/>
                  </a:lnTo>
                  <a:lnTo>
                    <a:pt x="5426901" y="1976356"/>
                  </a:lnTo>
                  <a:lnTo>
                    <a:pt x="5427238" y="1977413"/>
                  </a:lnTo>
                  <a:lnTo>
                    <a:pt x="5427574" y="1978513"/>
                  </a:lnTo>
                  <a:lnTo>
                    <a:pt x="5427911" y="1978548"/>
                  </a:lnTo>
                  <a:lnTo>
                    <a:pt x="5428247" y="1977639"/>
                  </a:lnTo>
                  <a:lnTo>
                    <a:pt x="5428584" y="1976275"/>
                  </a:lnTo>
                  <a:lnTo>
                    <a:pt x="5428920" y="1974942"/>
                  </a:lnTo>
                  <a:lnTo>
                    <a:pt x="5429257" y="1972785"/>
                  </a:lnTo>
                  <a:lnTo>
                    <a:pt x="5429593" y="1970269"/>
                  </a:lnTo>
                  <a:lnTo>
                    <a:pt x="5429930" y="1967160"/>
                  </a:lnTo>
                  <a:lnTo>
                    <a:pt x="5430266" y="1963057"/>
                  </a:lnTo>
                  <a:lnTo>
                    <a:pt x="5430602" y="1959063"/>
                  </a:lnTo>
                  <a:lnTo>
                    <a:pt x="5430939" y="1954974"/>
                  </a:lnTo>
                  <a:lnTo>
                    <a:pt x="5431275" y="1950815"/>
                  </a:lnTo>
                  <a:lnTo>
                    <a:pt x="5431612" y="1946816"/>
                  </a:lnTo>
                  <a:lnTo>
                    <a:pt x="5431948" y="1943145"/>
                  </a:lnTo>
                  <a:lnTo>
                    <a:pt x="5432285" y="1939141"/>
                  </a:lnTo>
                  <a:lnTo>
                    <a:pt x="5432621" y="1935144"/>
                  </a:lnTo>
                  <a:lnTo>
                    <a:pt x="5432958" y="1931129"/>
                  </a:lnTo>
                  <a:lnTo>
                    <a:pt x="5433294" y="1927121"/>
                  </a:lnTo>
                  <a:lnTo>
                    <a:pt x="5433631" y="1923476"/>
                  </a:lnTo>
                  <a:lnTo>
                    <a:pt x="5433967" y="1920011"/>
                  </a:lnTo>
                  <a:lnTo>
                    <a:pt x="5434304" y="1916542"/>
                  </a:lnTo>
                  <a:lnTo>
                    <a:pt x="5434640" y="1911877"/>
                  </a:lnTo>
                  <a:lnTo>
                    <a:pt x="5434976" y="1907463"/>
                  </a:lnTo>
                  <a:lnTo>
                    <a:pt x="5435313" y="1903635"/>
                  </a:lnTo>
                  <a:lnTo>
                    <a:pt x="5435649" y="1899847"/>
                  </a:lnTo>
                  <a:lnTo>
                    <a:pt x="5435986" y="1896345"/>
                  </a:lnTo>
                  <a:lnTo>
                    <a:pt x="5436322" y="1891518"/>
                  </a:lnTo>
                  <a:lnTo>
                    <a:pt x="5436659" y="1886135"/>
                  </a:lnTo>
                  <a:lnTo>
                    <a:pt x="5436995" y="1880161"/>
                  </a:lnTo>
                  <a:lnTo>
                    <a:pt x="5437332" y="1874199"/>
                  </a:lnTo>
                  <a:lnTo>
                    <a:pt x="5437668" y="1868774"/>
                  </a:lnTo>
                  <a:lnTo>
                    <a:pt x="5438005" y="1863843"/>
                  </a:lnTo>
                  <a:lnTo>
                    <a:pt x="5438341" y="1859945"/>
                  </a:lnTo>
                  <a:lnTo>
                    <a:pt x="5438677" y="1856302"/>
                  </a:lnTo>
                  <a:lnTo>
                    <a:pt x="5439014" y="1852850"/>
                  </a:lnTo>
                  <a:lnTo>
                    <a:pt x="5439350" y="1850019"/>
                  </a:lnTo>
                  <a:lnTo>
                    <a:pt x="5439687" y="1847281"/>
                  </a:lnTo>
                  <a:lnTo>
                    <a:pt x="5440023" y="1844524"/>
                  </a:lnTo>
                  <a:lnTo>
                    <a:pt x="5440360" y="1841629"/>
                  </a:lnTo>
                  <a:lnTo>
                    <a:pt x="5440696" y="1838924"/>
                  </a:lnTo>
                  <a:lnTo>
                    <a:pt x="5441033" y="1836336"/>
                  </a:lnTo>
                  <a:lnTo>
                    <a:pt x="5441369" y="1833854"/>
                  </a:lnTo>
                  <a:lnTo>
                    <a:pt x="5441706" y="1832048"/>
                  </a:lnTo>
                  <a:lnTo>
                    <a:pt x="5442042" y="1830674"/>
                  </a:lnTo>
                  <a:lnTo>
                    <a:pt x="5442379" y="1829712"/>
                  </a:lnTo>
                  <a:lnTo>
                    <a:pt x="5442715" y="1828660"/>
                  </a:lnTo>
                  <a:lnTo>
                    <a:pt x="5443051" y="1827732"/>
                  </a:lnTo>
                  <a:lnTo>
                    <a:pt x="5443388" y="1826631"/>
                  </a:lnTo>
                  <a:lnTo>
                    <a:pt x="5443724" y="1825407"/>
                  </a:lnTo>
                  <a:lnTo>
                    <a:pt x="5444061" y="1824397"/>
                  </a:lnTo>
                  <a:lnTo>
                    <a:pt x="5444397" y="1823666"/>
                  </a:lnTo>
                  <a:lnTo>
                    <a:pt x="5444734" y="1823541"/>
                  </a:lnTo>
                  <a:lnTo>
                    <a:pt x="5445070" y="1823813"/>
                  </a:lnTo>
                  <a:lnTo>
                    <a:pt x="5445407" y="1824421"/>
                  </a:lnTo>
                  <a:lnTo>
                    <a:pt x="5445743" y="1826036"/>
                  </a:lnTo>
                  <a:lnTo>
                    <a:pt x="5446080" y="1827421"/>
                  </a:lnTo>
                  <a:lnTo>
                    <a:pt x="5446416" y="1829258"/>
                  </a:lnTo>
                  <a:lnTo>
                    <a:pt x="5446753" y="1831133"/>
                  </a:lnTo>
                  <a:lnTo>
                    <a:pt x="5447089" y="1832870"/>
                  </a:lnTo>
                  <a:lnTo>
                    <a:pt x="5447425" y="1834516"/>
                  </a:lnTo>
                  <a:lnTo>
                    <a:pt x="5447762" y="1836276"/>
                  </a:lnTo>
                  <a:lnTo>
                    <a:pt x="5448098" y="1838128"/>
                  </a:lnTo>
                  <a:lnTo>
                    <a:pt x="5448435" y="1840057"/>
                  </a:lnTo>
                  <a:lnTo>
                    <a:pt x="5448771" y="1841725"/>
                  </a:lnTo>
                  <a:lnTo>
                    <a:pt x="5449108" y="1843064"/>
                  </a:lnTo>
                  <a:lnTo>
                    <a:pt x="5449444" y="1843807"/>
                  </a:lnTo>
                  <a:lnTo>
                    <a:pt x="5449781" y="1844021"/>
                  </a:lnTo>
                  <a:lnTo>
                    <a:pt x="5450117" y="1843769"/>
                  </a:lnTo>
                  <a:lnTo>
                    <a:pt x="5450454" y="1843432"/>
                  </a:lnTo>
                  <a:lnTo>
                    <a:pt x="5450790" y="1842751"/>
                  </a:lnTo>
                  <a:lnTo>
                    <a:pt x="5451127" y="1842230"/>
                  </a:lnTo>
                  <a:lnTo>
                    <a:pt x="5451463" y="1841281"/>
                  </a:lnTo>
                  <a:lnTo>
                    <a:pt x="5451799" y="1840095"/>
                  </a:lnTo>
                  <a:lnTo>
                    <a:pt x="5452136" y="1839123"/>
                  </a:lnTo>
                  <a:lnTo>
                    <a:pt x="5452472" y="1838488"/>
                  </a:lnTo>
                  <a:lnTo>
                    <a:pt x="5452809" y="1837967"/>
                  </a:lnTo>
                  <a:lnTo>
                    <a:pt x="5453145" y="1837636"/>
                  </a:lnTo>
                  <a:lnTo>
                    <a:pt x="5453482" y="1837029"/>
                  </a:lnTo>
                  <a:lnTo>
                    <a:pt x="5453818" y="1836131"/>
                  </a:lnTo>
                  <a:lnTo>
                    <a:pt x="5454155" y="1834922"/>
                  </a:lnTo>
                  <a:lnTo>
                    <a:pt x="5454491" y="1833680"/>
                  </a:lnTo>
                  <a:lnTo>
                    <a:pt x="5454828" y="1831975"/>
                  </a:lnTo>
                  <a:lnTo>
                    <a:pt x="5455164" y="1830190"/>
                  </a:lnTo>
                  <a:lnTo>
                    <a:pt x="5455501" y="1828185"/>
                  </a:lnTo>
                  <a:lnTo>
                    <a:pt x="5455837" y="1826078"/>
                  </a:lnTo>
                  <a:lnTo>
                    <a:pt x="5456173" y="1823730"/>
                  </a:lnTo>
                  <a:lnTo>
                    <a:pt x="5456510" y="1820886"/>
                  </a:lnTo>
                  <a:lnTo>
                    <a:pt x="5456846" y="1817722"/>
                  </a:lnTo>
                  <a:lnTo>
                    <a:pt x="5457183" y="1814052"/>
                  </a:lnTo>
                  <a:lnTo>
                    <a:pt x="5457519" y="1809804"/>
                  </a:lnTo>
                  <a:lnTo>
                    <a:pt x="5457856" y="1805293"/>
                  </a:lnTo>
                  <a:lnTo>
                    <a:pt x="5458192" y="1800703"/>
                  </a:lnTo>
                  <a:lnTo>
                    <a:pt x="5458529" y="1795838"/>
                  </a:lnTo>
                  <a:lnTo>
                    <a:pt x="5458865" y="1791106"/>
                  </a:lnTo>
                  <a:lnTo>
                    <a:pt x="5459202" y="1786355"/>
                  </a:lnTo>
                  <a:lnTo>
                    <a:pt x="5459538" y="1781728"/>
                  </a:lnTo>
                  <a:lnTo>
                    <a:pt x="5459875" y="1777533"/>
                  </a:lnTo>
                  <a:lnTo>
                    <a:pt x="5460211" y="1772761"/>
                  </a:lnTo>
                  <a:lnTo>
                    <a:pt x="5460547" y="1767782"/>
                  </a:lnTo>
                  <a:lnTo>
                    <a:pt x="5460884" y="1762759"/>
                  </a:lnTo>
                  <a:lnTo>
                    <a:pt x="5461220" y="1758060"/>
                  </a:lnTo>
                  <a:lnTo>
                    <a:pt x="5461557" y="1753913"/>
                  </a:lnTo>
                  <a:lnTo>
                    <a:pt x="5461893" y="1749811"/>
                  </a:lnTo>
                  <a:lnTo>
                    <a:pt x="5462230" y="1746077"/>
                  </a:lnTo>
                  <a:lnTo>
                    <a:pt x="5462566" y="1742787"/>
                  </a:lnTo>
                  <a:lnTo>
                    <a:pt x="5462903" y="1739414"/>
                  </a:lnTo>
                  <a:lnTo>
                    <a:pt x="5463239" y="1735545"/>
                  </a:lnTo>
                  <a:lnTo>
                    <a:pt x="5463576" y="1731879"/>
                  </a:lnTo>
                  <a:lnTo>
                    <a:pt x="5463912" y="1728335"/>
                  </a:lnTo>
                  <a:lnTo>
                    <a:pt x="5464249" y="1725419"/>
                  </a:lnTo>
                  <a:lnTo>
                    <a:pt x="5464585" y="1723276"/>
                  </a:lnTo>
                  <a:lnTo>
                    <a:pt x="5464921" y="1721508"/>
                  </a:lnTo>
                  <a:lnTo>
                    <a:pt x="5465258" y="1720299"/>
                  </a:lnTo>
                  <a:lnTo>
                    <a:pt x="5465594" y="1720230"/>
                  </a:lnTo>
                  <a:lnTo>
                    <a:pt x="5465931" y="1720340"/>
                  </a:lnTo>
                  <a:lnTo>
                    <a:pt x="5466267" y="1720484"/>
                  </a:lnTo>
                  <a:lnTo>
                    <a:pt x="5466604" y="1720377"/>
                  </a:lnTo>
                  <a:lnTo>
                    <a:pt x="5466940" y="1720144"/>
                  </a:lnTo>
                  <a:lnTo>
                    <a:pt x="5467277" y="1719780"/>
                  </a:lnTo>
                  <a:lnTo>
                    <a:pt x="5467613" y="1719246"/>
                  </a:lnTo>
                  <a:lnTo>
                    <a:pt x="5467950" y="1718659"/>
                  </a:lnTo>
                  <a:lnTo>
                    <a:pt x="5468286" y="1717994"/>
                  </a:lnTo>
                  <a:lnTo>
                    <a:pt x="5468623" y="1717548"/>
                  </a:lnTo>
                  <a:lnTo>
                    <a:pt x="5468959" y="1717244"/>
                  </a:lnTo>
                  <a:lnTo>
                    <a:pt x="5469295" y="1716978"/>
                  </a:lnTo>
                  <a:lnTo>
                    <a:pt x="5469632" y="1715671"/>
                  </a:lnTo>
                  <a:lnTo>
                    <a:pt x="5469968" y="1713572"/>
                  </a:lnTo>
                  <a:lnTo>
                    <a:pt x="5470305" y="1710684"/>
                  </a:lnTo>
                  <a:lnTo>
                    <a:pt x="5470641" y="1707451"/>
                  </a:lnTo>
                  <a:lnTo>
                    <a:pt x="5470978" y="1704291"/>
                  </a:lnTo>
                  <a:lnTo>
                    <a:pt x="5471314" y="1700050"/>
                  </a:lnTo>
                  <a:lnTo>
                    <a:pt x="5471651" y="1696032"/>
                  </a:lnTo>
                  <a:lnTo>
                    <a:pt x="5471987" y="1691991"/>
                  </a:lnTo>
                  <a:lnTo>
                    <a:pt x="5472324" y="1687973"/>
                  </a:lnTo>
                  <a:lnTo>
                    <a:pt x="5472660" y="1684254"/>
                  </a:lnTo>
                  <a:lnTo>
                    <a:pt x="5472996" y="1680748"/>
                  </a:lnTo>
                  <a:lnTo>
                    <a:pt x="5473333" y="1678363"/>
                  </a:lnTo>
                  <a:lnTo>
                    <a:pt x="5473669" y="1676012"/>
                  </a:lnTo>
                  <a:lnTo>
                    <a:pt x="5474006" y="1673341"/>
                  </a:lnTo>
                  <a:lnTo>
                    <a:pt x="5474342" y="1670319"/>
                  </a:lnTo>
                  <a:lnTo>
                    <a:pt x="5474679" y="1667468"/>
                  </a:lnTo>
                  <a:lnTo>
                    <a:pt x="5475015" y="1665238"/>
                  </a:lnTo>
                  <a:lnTo>
                    <a:pt x="5475352" y="1663385"/>
                  </a:lnTo>
                  <a:lnTo>
                    <a:pt x="5475688" y="1661595"/>
                  </a:lnTo>
                  <a:lnTo>
                    <a:pt x="5476025" y="1659810"/>
                  </a:lnTo>
                  <a:lnTo>
                    <a:pt x="5476361" y="1658672"/>
                  </a:lnTo>
                  <a:lnTo>
                    <a:pt x="5476698" y="1657977"/>
                  </a:lnTo>
                  <a:lnTo>
                    <a:pt x="5477034" y="1659021"/>
                  </a:lnTo>
                  <a:lnTo>
                    <a:pt x="5477370" y="1660710"/>
                  </a:lnTo>
                  <a:lnTo>
                    <a:pt x="5477707" y="1662644"/>
                  </a:lnTo>
                  <a:lnTo>
                    <a:pt x="5478043" y="1664327"/>
                  </a:lnTo>
                  <a:lnTo>
                    <a:pt x="5478380" y="1666266"/>
                  </a:lnTo>
                  <a:lnTo>
                    <a:pt x="5478716" y="1668046"/>
                  </a:lnTo>
                  <a:lnTo>
                    <a:pt x="5479053" y="1668709"/>
                  </a:lnTo>
                  <a:lnTo>
                    <a:pt x="5479389" y="1668448"/>
                  </a:lnTo>
                  <a:lnTo>
                    <a:pt x="5479726" y="1667338"/>
                  </a:lnTo>
                  <a:lnTo>
                    <a:pt x="5480062" y="1665190"/>
                  </a:lnTo>
                  <a:lnTo>
                    <a:pt x="5480399" y="1663325"/>
                  </a:lnTo>
                  <a:lnTo>
                    <a:pt x="5480735" y="1661000"/>
                  </a:lnTo>
                  <a:lnTo>
                    <a:pt x="5481072" y="1657631"/>
                  </a:lnTo>
                  <a:lnTo>
                    <a:pt x="5481408" y="1653210"/>
                  </a:lnTo>
                  <a:lnTo>
                    <a:pt x="5481744" y="1648520"/>
                  </a:lnTo>
                  <a:lnTo>
                    <a:pt x="5482081" y="1642555"/>
                  </a:lnTo>
                  <a:lnTo>
                    <a:pt x="5482417" y="1636968"/>
                  </a:lnTo>
                  <a:lnTo>
                    <a:pt x="5482754" y="1630795"/>
                  </a:lnTo>
                  <a:lnTo>
                    <a:pt x="5483090" y="1625520"/>
                  </a:lnTo>
                  <a:lnTo>
                    <a:pt x="5483427" y="1620195"/>
                  </a:lnTo>
                  <a:lnTo>
                    <a:pt x="5483763" y="1615679"/>
                  </a:lnTo>
                  <a:lnTo>
                    <a:pt x="5484100" y="1611379"/>
                  </a:lnTo>
                  <a:lnTo>
                    <a:pt x="5484436" y="1607915"/>
                  </a:lnTo>
                  <a:lnTo>
                    <a:pt x="5484773" y="1605449"/>
                  </a:lnTo>
                  <a:lnTo>
                    <a:pt x="5485109" y="1603044"/>
                  </a:lnTo>
                  <a:lnTo>
                    <a:pt x="5485446" y="1601184"/>
                  </a:lnTo>
                  <a:lnTo>
                    <a:pt x="5485782" y="1599821"/>
                  </a:lnTo>
                  <a:lnTo>
                    <a:pt x="5486118" y="1599172"/>
                  </a:lnTo>
                  <a:lnTo>
                    <a:pt x="5486455" y="1598718"/>
                  </a:lnTo>
                  <a:lnTo>
                    <a:pt x="5486791" y="1597988"/>
                  </a:lnTo>
                  <a:lnTo>
                    <a:pt x="5487128" y="1597154"/>
                  </a:lnTo>
                  <a:lnTo>
                    <a:pt x="5487464" y="1596082"/>
                  </a:lnTo>
                  <a:lnTo>
                    <a:pt x="5487801" y="1594834"/>
                  </a:lnTo>
                  <a:lnTo>
                    <a:pt x="5488137" y="1593312"/>
                  </a:lnTo>
                  <a:lnTo>
                    <a:pt x="5488474" y="1591706"/>
                  </a:lnTo>
                  <a:lnTo>
                    <a:pt x="5488810" y="1590342"/>
                  </a:lnTo>
                  <a:lnTo>
                    <a:pt x="5489147" y="1588992"/>
                  </a:lnTo>
                  <a:lnTo>
                    <a:pt x="5489483" y="1588182"/>
                  </a:lnTo>
                  <a:lnTo>
                    <a:pt x="5489820" y="1587702"/>
                  </a:lnTo>
                  <a:lnTo>
                    <a:pt x="5490156" y="1587140"/>
                  </a:lnTo>
                  <a:lnTo>
                    <a:pt x="5490492" y="1586772"/>
                  </a:lnTo>
                  <a:lnTo>
                    <a:pt x="5490829" y="1586236"/>
                  </a:lnTo>
                  <a:lnTo>
                    <a:pt x="5491165" y="1585793"/>
                  </a:lnTo>
                  <a:lnTo>
                    <a:pt x="5491502" y="1585663"/>
                  </a:lnTo>
                  <a:lnTo>
                    <a:pt x="5491838" y="1585684"/>
                  </a:lnTo>
                  <a:lnTo>
                    <a:pt x="5492175" y="1585761"/>
                  </a:lnTo>
                  <a:lnTo>
                    <a:pt x="5492511" y="1585809"/>
                  </a:lnTo>
                  <a:lnTo>
                    <a:pt x="5492848" y="1585730"/>
                  </a:lnTo>
                  <a:lnTo>
                    <a:pt x="5493184" y="1585166"/>
                  </a:lnTo>
                  <a:lnTo>
                    <a:pt x="5493521" y="1584310"/>
                  </a:lnTo>
                  <a:lnTo>
                    <a:pt x="5493857" y="1583326"/>
                  </a:lnTo>
                  <a:lnTo>
                    <a:pt x="5494194" y="1583287"/>
                  </a:lnTo>
                  <a:lnTo>
                    <a:pt x="5494530" y="1583402"/>
                  </a:lnTo>
                  <a:lnTo>
                    <a:pt x="5494866" y="1583662"/>
                  </a:lnTo>
                  <a:lnTo>
                    <a:pt x="5495203" y="1584742"/>
                  </a:lnTo>
                  <a:lnTo>
                    <a:pt x="5495539" y="1586494"/>
                  </a:lnTo>
                  <a:lnTo>
                    <a:pt x="5495876" y="1588469"/>
                  </a:lnTo>
                  <a:lnTo>
                    <a:pt x="5496212" y="1590424"/>
                  </a:lnTo>
                  <a:lnTo>
                    <a:pt x="5496549" y="1593245"/>
                  </a:lnTo>
                  <a:lnTo>
                    <a:pt x="5496885" y="1596376"/>
                  </a:lnTo>
                  <a:lnTo>
                    <a:pt x="5497222" y="1599776"/>
                  </a:lnTo>
                  <a:lnTo>
                    <a:pt x="5497558" y="1603985"/>
                  </a:lnTo>
                  <a:lnTo>
                    <a:pt x="5497895" y="1608228"/>
                  </a:lnTo>
                  <a:lnTo>
                    <a:pt x="5498231" y="1612795"/>
                  </a:lnTo>
                  <a:lnTo>
                    <a:pt x="5498568" y="1618173"/>
                  </a:lnTo>
                  <a:lnTo>
                    <a:pt x="5498904" y="1623946"/>
                  </a:lnTo>
                  <a:lnTo>
                    <a:pt x="5499240" y="1629613"/>
                  </a:lnTo>
                  <a:lnTo>
                    <a:pt x="5499577" y="1635257"/>
                  </a:lnTo>
                  <a:lnTo>
                    <a:pt x="5499913" y="1640953"/>
                  </a:lnTo>
                  <a:lnTo>
                    <a:pt x="5500250" y="1646827"/>
                  </a:lnTo>
                  <a:lnTo>
                    <a:pt x="5500586" y="1652737"/>
                  </a:lnTo>
                  <a:lnTo>
                    <a:pt x="5500923" y="1658883"/>
                  </a:lnTo>
                  <a:lnTo>
                    <a:pt x="5501259" y="1665169"/>
                  </a:lnTo>
                  <a:lnTo>
                    <a:pt x="5501596" y="1671612"/>
                  </a:lnTo>
                  <a:lnTo>
                    <a:pt x="5501932" y="1679178"/>
                  </a:lnTo>
                  <a:lnTo>
                    <a:pt x="5502269" y="1686546"/>
                  </a:lnTo>
                  <a:lnTo>
                    <a:pt x="5502605" y="1693279"/>
                  </a:lnTo>
                  <a:lnTo>
                    <a:pt x="5502942" y="1699878"/>
                  </a:lnTo>
                  <a:lnTo>
                    <a:pt x="5503278" y="1706408"/>
                  </a:lnTo>
                  <a:lnTo>
                    <a:pt x="5503614" y="1713901"/>
                  </a:lnTo>
                  <a:lnTo>
                    <a:pt x="5503951" y="1721532"/>
                  </a:lnTo>
                  <a:lnTo>
                    <a:pt x="5504287" y="1729177"/>
                  </a:lnTo>
                  <a:lnTo>
                    <a:pt x="5504624" y="1736984"/>
                  </a:lnTo>
                  <a:lnTo>
                    <a:pt x="5504960" y="1744461"/>
                  </a:lnTo>
                  <a:lnTo>
                    <a:pt x="5505297" y="1751235"/>
                  </a:lnTo>
                  <a:lnTo>
                    <a:pt x="5505633" y="1757633"/>
                  </a:lnTo>
                  <a:lnTo>
                    <a:pt x="5505970" y="1763817"/>
                  </a:lnTo>
                  <a:lnTo>
                    <a:pt x="5506306" y="1769343"/>
                  </a:lnTo>
                  <a:lnTo>
                    <a:pt x="5506643" y="1773935"/>
                  </a:lnTo>
                  <a:lnTo>
                    <a:pt x="5506979" y="1778183"/>
                  </a:lnTo>
                  <a:lnTo>
                    <a:pt x="5507315" y="1782453"/>
                  </a:lnTo>
                  <a:lnTo>
                    <a:pt x="5507652" y="1786831"/>
                  </a:lnTo>
                  <a:lnTo>
                    <a:pt x="5507988" y="1791125"/>
                  </a:lnTo>
                  <a:lnTo>
                    <a:pt x="5508325" y="1795472"/>
                  </a:lnTo>
                  <a:lnTo>
                    <a:pt x="5508661" y="1800026"/>
                  </a:lnTo>
                  <a:lnTo>
                    <a:pt x="5508998" y="1804112"/>
                  </a:lnTo>
                  <a:lnTo>
                    <a:pt x="5509334" y="1807801"/>
                  </a:lnTo>
                  <a:lnTo>
                    <a:pt x="5509671" y="1811085"/>
                  </a:lnTo>
                  <a:lnTo>
                    <a:pt x="5510007" y="1814238"/>
                  </a:lnTo>
                  <a:lnTo>
                    <a:pt x="5510344" y="1817116"/>
                  </a:lnTo>
                  <a:lnTo>
                    <a:pt x="5510680" y="1820010"/>
                  </a:lnTo>
                  <a:lnTo>
                    <a:pt x="5511017" y="1822856"/>
                  </a:lnTo>
                  <a:lnTo>
                    <a:pt x="5511353" y="1825625"/>
                  </a:lnTo>
                  <a:lnTo>
                    <a:pt x="5511689" y="1828321"/>
                  </a:lnTo>
                  <a:lnTo>
                    <a:pt x="5512026" y="1830787"/>
                  </a:lnTo>
                  <a:lnTo>
                    <a:pt x="5512362" y="1833263"/>
                  </a:lnTo>
                  <a:lnTo>
                    <a:pt x="5512699" y="1835623"/>
                  </a:lnTo>
                  <a:lnTo>
                    <a:pt x="5513035" y="1837715"/>
                  </a:lnTo>
                  <a:lnTo>
                    <a:pt x="5513372" y="1839952"/>
                  </a:lnTo>
                  <a:lnTo>
                    <a:pt x="5513708" y="1841586"/>
                  </a:lnTo>
                  <a:lnTo>
                    <a:pt x="5514045" y="1843013"/>
                  </a:lnTo>
                  <a:lnTo>
                    <a:pt x="5514381" y="1844335"/>
                  </a:lnTo>
                  <a:lnTo>
                    <a:pt x="5514718" y="1845340"/>
                  </a:lnTo>
                  <a:lnTo>
                    <a:pt x="5515054" y="1846273"/>
                  </a:lnTo>
                  <a:lnTo>
                    <a:pt x="5515391" y="1846942"/>
                  </a:lnTo>
                  <a:lnTo>
                    <a:pt x="5515727" y="1847277"/>
                  </a:lnTo>
                  <a:lnTo>
                    <a:pt x="5516063" y="1847477"/>
                  </a:lnTo>
                  <a:lnTo>
                    <a:pt x="5516400" y="1847429"/>
                  </a:lnTo>
                  <a:lnTo>
                    <a:pt x="5516736" y="1847490"/>
                  </a:lnTo>
                  <a:lnTo>
                    <a:pt x="5517073" y="1847444"/>
                  </a:lnTo>
                  <a:lnTo>
                    <a:pt x="5517409" y="1847449"/>
                  </a:lnTo>
                  <a:lnTo>
                    <a:pt x="5517746" y="1847170"/>
                  </a:lnTo>
                  <a:lnTo>
                    <a:pt x="5518082" y="1846863"/>
                  </a:lnTo>
                  <a:lnTo>
                    <a:pt x="5518419" y="1845859"/>
                  </a:lnTo>
                  <a:lnTo>
                    <a:pt x="5518755" y="1844471"/>
                  </a:lnTo>
                  <a:lnTo>
                    <a:pt x="5519092" y="1843349"/>
                  </a:lnTo>
                  <a:lnTo>
                    <a:pt x="5519428" y="1842318"/>
                  </a:lnTo>
                  <a:lnTo>
                    <a:pt x="5519765" y="1841426"/>
                  </a:lnTo>
                  <a:lnTo>
                    <a:pt x="5520101" y="1840332"/>
                  </a:lnTo>
                  <a:lnTo>
                    <a:pt x="5520437" y="1839050"/>
                  </a:lnTo>
                  <a:lnTo>
                    <a:pt x="5520774" y="1837898"/>
                  </a:lnTo>
                  <a:lnTo>
                    <a:pt x="5521110" y="1837051"/>
                  </a:lnTo>
                  <a:lnTo>
                    <a:pt x="5521447" y="1836494"/>
                  </a:lnTo>
                  <a:lnTo>
                    <a:pt x="5521783" y="1836063"/>
                  </a:lnTo>
                  <a:lnTo>
                    <a:pt x="5522120" y="1836370"/>
                  </a:lnTo>
                  <a:lnTo>
                    <a:pt x="5522456" y="1836992"/>
                  </a:lnTo>
                  <a:lnTo>
                    <a:pt x="5522793" y="1838062"/>
                  </a:lnTo>
                  <a:lnTo>
                    <a:pt x="5523129" y="1839442"/>
                  </a:lnTo>
                  <a:lnTo>
                    <a:pt x="5523466" y="1841629"/>
                  </a:lnTo>
                  <a:lnTo>
                    <a:pt x="5523802" y="1844572"/>
                  </a:lnTo>
                  <a:lnTo>
                    <a:pt x="5524139" y="1847691"/>
                  </a:lnTo>
                  <a:lnTo>
                    <a:pt x="5524475" y="1851047"/>
                  </a:lnTo>
                  <a:lnTo>
                    <a:pt x="5524811" y="1854682"/>
                  </a:lnTo>
                  <a:lnTo>
                    <a:pt x="5525148" y="1858563"/>
                  </a:lnTo>
                  <a:lnTo>
                    <a:pt x="5525484" y="1862877"/>
                  </a:lnTo>
                  <a:lnTo>
                    <a:pt x="5525821" y="1867758"/>
                  </a:lnTo>
                  <a:lnTo>
                    <a:pt x="5526157" y="1872646"/>
                  </a:lnTo>
                  <a:lnTo>
                    <a:pt x="5526494" y="1877555"/>
                  </a:lnTo>
                  <a:lnTo>
                    <a:pt x="5526830" y="1882339"/>
                  </a:lnTo>
                  <a:lnTo>
                    <a:pt x="5527167" y="1886691"/>
                  </a:lnTo>
                  <a:lnTo>
                    <a:pt x="5527503" y="1891520"/>
                  </a:lnTo>
                  <a:lnTo>
                    <a:pt x="5527840" y="1896480"/>
                  </a:lnTo>
                  <a:lnTo>
                    <a:pt x="5528176" y="1901278"/>
                  </a:lnTo>
                  <a:lnTo>
                    <a:pt x="5528513" y="1905702"/>
                  </a:lnTo>
                  <a:lnTo>
                    <a:pt x="5528849" y="1909575"/>
                  </a:lnTo>
                  <a:lnTo>
                    <a:pt x="5529185" y="1913470"/>
                  </a:lnTo>
                  <a:lnTo>
                    <a:pt x="5529522" y="1917144"/>
                  </a:lnTo>
                  <a:lnTo>
                    <a:pt x="5529858" y="1920466"/>
                  </a:lnTo>
                  <a:lnTo>
                    <a:pt x="5530195" y="1923902"/>
                  </a:lnTo>
                  <a:lnTo>
                    <a:pt x="5530531" y="1927515"/>
                  </a:lnTo>
                  <a:lnTo>
                    <a:pt x="5530868" y="1930851"/>
                  </a:lnTo>
                  <a:lnTo>
                    <a:pt x="5531204" y="1934012"/>
                  </a:lnTo>
                  <a:lnTo>
                    <a:pt x="5531541" y="1936530"/>
                  </a:lnTo>
                  <a:lnTo>
                    <a:pt x="5531877" y="1938941"/>
                  </a:lnTo>
                  <a:lnTo>
                    <a:pt x="5532214" y="1941253"/>
                  </a:lnTo>
                  <a:lnTo>
                    <a:pt x="5532550" y="1943327"/>
                  </a:lnTo>
                  <a:lnTo>
                    <a:pt x="5532887" y="1944498"/>
                  </a:lnTo>
                  <a:lnTo>
                    <a:pt x="5533223" y="1945681"/>
                  </a:lnTo>
                  <a:lnTo>
                    <a:pt x="5533559" y="1946723"/>
                  </a:lnTo>
                  <a:lnTo>
                    <a:pt x="5533896" y="1947665"/>
                  </a:lnTo>
                  <a:lnTo>
                    <a:pt x="5534232" y="1948587"/>
                  </a:lnTo>
                  <a:lnTo>
                    <a:pt x="5534569" y="1949746"/>
                  </a:lnTo>
                  <a:lnTo>
                    <a:pt x="5534905" y="1951023"/>
                  </a:lnTo>
                  <a:lnTo>
                    <a:pt x="5535242" y="1952321"/>
                  </a:lnTo>
                  <a:lnTo>
                    <a:pt x="5535578" y="1953599"/>
                  </a:lnTo>
                  <a:lnTo>
                    <a:pt x="5535915" y="1954572"/>
                  </a:lnTo>
                  <a:lnTo>
                    <a:pt x="5536251" y="1955459"/>
                  </a:lnTo>
                  <a:lnTo>
                    <a:pt x="5536588" y="1956704"/>
                  </a:lnTo>
                  <a:lnTo>
                    <a:pt x="5536924" y="1958417"/>
                  </a:lnTo>
                  <a:lnTo>
                    <a:pt x="5537260" y="1960470"/>
                  </a:lnTo>
                  <a:lnTo>
                    <a:pt x="5537597" y="1963052"/>
                  </a:lnTo>
                  <a:lnTo>
                    <a:pt x="5537933" y="1965856"/>
                  </a:lnTo>
                  <a:lnTo>
                    <a:pt x="5538270" y="1968611"/>
                  </a:lnTo>
                  <a:lnTo>
                    <a:pt x="5538606" y="1972828"/>
                  </a:lnTo>
                  <a:lnTo>
                    <a:pt x="5538943" y="1977015"/>
                  </a:lnTo>
                  <a:lnTo>
                    <a:pt x="5539279" y="1981155"/>
                  </a:lnTo>
                  <a:lnTo>
                    <a:pt x="5539616" y="1985336"/>
                  </a:lnTo>
                  <a:lnTo>
                    <a:pt x="5539952" y="1988818"/>
                  </a:lnTo>
                  <a:lnTo>
                    <a:pt x="5540289" y="1991469"/>
                  </a:lnTo>
                  <a:lnTo>
                    <a:pt x="5540625" y="1992994"/>
                  </a:lnTo>
                  <a:lnTo>
                    <a:pt x="5540962" y="1994415"/>
                  </a:lnTo>
                  <a:lnTo>
                    <a:pt x="5541298" y="1995784"/>
                  </a:lnTo>
                  <a:lnTo>
                    <a:pt x="5541634" y="1997021"/>
                  </a:lnTo>
                  <a:lnTo>
                    <a:pt x="5541971" y="1997863"/>
                  </a:lnTo>
                  <a:lnTo>
                    <a:pt x="5542307" y="1998359"/>
                  </a:lnTo>
                  <a:lnTo>
                    <a:pt x="5542644" y="1998516"/>
                  </a:lnTo>
                  <a:lnTo>
                    <a:pt x="5542980" y="1998434"/>
                  </a:lnTo>
                  <a:lnTo>
                    <a:pt x="5543317" y="1998252"/>
                  </a:lnTo>
                  <a:lnTo>
                    <a:pt x="5543653" y="1997781"/>
                  </a:lnTo>
                  <a:lnTo>
                    <a:pt x="5543990" y="1997611"/>
                  </a:lnTo>
                  <a:lnTo>
                    <a:pt x="5544326" y="1997329"/>
                  </a:lnTo>
                  <a:lnTo>
                    <a:pt x="5544663" y="1997322"/>
                  </a:lnTo>
                  <a:lnTo>
                    <a:pt x="5544999" y="1998474"/>
                  </a:lnTo>
                  <a:lnTo>
                    <a:pt x="5545336" y="2000993"/>
                  </a:lnTo>
                  <a:lnTo>
                    <a:pt x="5545672" y="2003558"/>
                  </a:lnTo>
                  <a:lnTo>
                    <a:pt x="5546008" y="2006788"/>
                  </a:lnTo>
                  <a:lnTo>
                    <a:pt x="5546345" y="2011510"/>
                  </a:lnTo>
                  <a:lnTo>
                    <a:pt x="5546681" y="2017304"/>
                  </a:lnTo>
                  <a:lnTo>
                    <a:pt x="5547018" y="2023986"/>
                  </a:lnTo>
                  <a:lnTo>
                    <a:pt x="5547354" y="2031517"/>
                  </a:lnTo>
                  <a:lnTo>
                    <a:pt x="5547691" y="2038759"/>
                  </a:lnTo>
                  <a:lnTo>
                    <a:pt x="5548027" y="2046291"/>
                  </a:lnTo>
                  <a:lnTo>
                    <a:pt x="5548364" y="2054537"/>
                  </a:lnTo>
                  <a:lnTo>
                    <a:pt x="5548700" y="2063128"/>
                  </a:lnTo>
                  <a:lnTo>
                    <a:pt x="5549037" y="2071727"/>
                  </a:lnTo>
                  <a:lnTo>
                    <a:pt x="5549373" y="2080414"/>
                  </a:lnTo>
                  <a:lnTo>
                    <a:pt x="5549710" y="2089100"/>
                  </a:lnTo>
                  <a:lnTo>
                    <a:pt x="5550046" y="2097266"/>
                  </a:lnTo>
                  <a:lnTo>
                    <a:pt x="5550382" y="2104770"/>
                  </a:lnTo>
                  <a:lnTo>
                    <a:pt x="5550719" y="2112044"/>
                  </a:lnTo>
                  <a:lnTo>
                    <a:pt x="5551055" y="2118717"/>
                  </a:lnTo>
                  <a:lnTo>
                    <a:pt x="5551392" y="2125407"/>
                  </a:lnTo>
                  <a:lnTo>
                    <a:pt x="5551728" y="2131376"/>
                  </a:lnTo>
                  <a:lnTo>
                    <a:pt x="5552065" y="2136429"/>
                  </a:lnTo>
                  <a:lnTo>
                    <a:pt x="5552401" y="2141491"/>
                  </a:lnTo>
                  <a:lnTo>
                    <a:pt x="5552738" y="2146090"/>
                  </a:lnTo>
                  <a:lnTo>
                    <a:pt x="5553074" y="2150650"/>
                  </a:lnTo>
                  <a:lnTo>
                    <a:pt x="5553411" y="2154916"/>
                  </a:lnTo>
                  <a:lnTo>
                    <a:pt x="5553747" y="2159277"/>
                  </a:lnTo>
                  <a:lnTo>
                    <a:pt x="5554084" y="2163599"/>
                  </a:lnTo>
                  <a:lnTo>
                    <a:pt x="5554420" y="2167499"/>
                  </a:lnTo>
                  <a:lnTo>
                    <a:pt x="5554756" y="2171049"/>
                  </a:lnTo>
                  <a:lnTo>
                    <a:pt x="5555093" y="2174577"/>
                  </a:lnTo>
                  <a:lnTo>
                    <a:pt x="5555429" y="2178064"/>
                  </a:lnTo>
                  <a:lnTo>
                    <a:pt x="5555766" y="2181723"/>
                  </a:lnTo>
                  <a:lnTo>
                    <a:pt x="5556102" y="2184912"/>
                  </a:lnTo>
                  <a:lnTo>
                    <a:pt x="5556439" y="2188118"/>
                  </a:lnTo>
                  <a:lnTo>
                    <a:pt x="5556775" y="2191141"/>
                  </a:lnTo>
                  <a:lnTo>
                    <a:pt x="5557112" y="2194256"/>
                  </a:lnTo>
                  <a:lnTo>
                    <a:pt x="5557448" y="2197302"/>
                  </a:lnTo>
                  <a:lnTo>
                    <a:pt x="5557785" y="2199629"/>
                  </a:lnTo>
                  <a:lnTo>
                    <a:pt x="5558121" y="2201803"/>
                  </a:lnTo>
                  <a:lnTo>
                    <a:pt x="5558458" y="2203724"/>
                  </a:lnTo>
                  <a:lnTo>
                    <a:pt x="5558794" y="2205109"/>
                  </a:lnTo>
                  <a:lnTo>
                    <a:pt x="5559130" y="2206280"/>
                  </a:lnTo>
                  <a:lnTo>
                    <a:pt x="5559467" y="2207688"/>
                  </a:lnTo>
                  <a:lnTo>
                    <a:pt x="5559803" y="2209119"/>
                  </a:lnTo>
                  <a:lnTo>
                    <a:pt x="5560140" y="2210153"/>
                  </a:lnTo>
                  <a:lnTo>
                    <a:pt x="5560476" y="2211385"/>
                  </a:lnTo>
                  <a:lnTo>
                    <a:pt x="5560813" y="2212502"/>
                  </a:lnTo>
                  <a:lnTo>
                    <a:pt x="5561149" y="2213742"/>
                  </a:lnTo>
                  <a:lnTo>
                    <a:pt x="5561486" y="2214638"/>
                  </a:lnTo>
                  <a:lnTo>
                    <a:pt x="5561822" y="2215242"/>
                  </a:lnTo>
                  <a:lnTo>
                    <a:pt x="5562159" y="2215747"/>
                  </a:lnTo>
                  <a:lnTo>
                    <a:pt x="5562495" y="2216589"/>
                  </a:lnTo>
                  <a:lnTo>
                    <a:pt x="5562832" y="2217944"/>
                  </a:lnTo>
                  <a:lnTo>
                    <a:pt x="5563168" y="2219536"/>
                  </a:lnTo>
                  <a:lnTo>
                    <a:pt x="5563504" y="2221281"/>
                  </a:lnTo>
                  <a:lnTo>
                    <a:pt x="5563841" y="2223072"/>
                  </a:lnTo>
                  <a:lnTo>
                    <a:pt x="5564177" y="2224817"/>
                  </a:lnTo>
                  <a:lnTo>
                    <a:pt x="5564514" y="2226784"/>
                  </a:lnTo>
                  <a:lnTo>
                    <a:pt x="5564850" y="2228957"/>
                  </a:lnTo>
                  <a:lnTo>
                    <a:pt x="5565187" y="2231261"/>
                  </a:lnTo>
                  <a:lnTo>
                    <a:pt x="5565523" y="2233174"/>
                  </a:lnTo>
                  <a:lnTo>
                    <a:pt x="5565860" y="2234820"/>
                  </a:lnTo>
                  <a:lnTo>
                    <a:pt x="5566196" y="2236190"/>
                  </a:lnTo>
                  <a:lnTo>
                    <a:pt x="5566533" y="2237567"/>
                  </a:lnTo>
                  <a:lnTo>
                    <a:pt x="5566869" y="2239006"/>
                  </a:lnTo>
                  <a:lnTo>
                    <a:pt x="5567206" y="2240361"/>
                  </a:lnTo>
                  <a:lnTo>
                    <a:pt x="5567542" y="2241172"/>
                  </a:lnTo>
                  <a:lnTo>
                    <a:pt x="5567878" y="2241463"/>
                  </a:lnTo>
                  <a:lnTo>
                    <a:pt x="5568215" y="2241356"/>
                  </a:lnTo>
                  <a:lnTo>
                    <a:pt x="5568551" y="2241080"/>
                  </a:lnTo>
                  <a:lnTo>
                    <a:pt x="5568888" y="2240782"/>
                  </a:lnTo>
                  <a:lnTo>
                    <a:pt x="5569224" y="2240667"/>
                  </a:lnTo>
                  <a:lnTo>
                    <a:pt x="5569561" y="2240522"/>
                  </a:lnTo>
                  <a:lnTo>
                    <a:pt x="5569897" y="2240208"/>
                  </a:lnTo>
                  <a:lnTo>
                    <a:pt x="5570234" y="2239787"/>
                  </a:lnTo>
                  <a:lnTo>
                    <a:pt x="5570570" y="2239312"/>
                  </a:lnTo>
                  <a:lnTo>
                    <a:pt x="5570907" y="2238746"/>
                  </a:lnTo>
                  <a:lnTo>
                    <a:pt x="5571243" y="2238280"/>
                  </a:lnTo>
                  <a:lnTo>
                    <a:pt x="5571579" y="2237821"/>
                  </a:lnTo>
                  <a:lnTo>
                    <a:pt x="5571916" y="2237108"/>
                  </a:lnTo>
                  <a:lnTo>
                    <a:pt x="5572252" y="2236072"/>
                  </a:lnTo>
                  <a:lnTo>
                    <a:pt x="5572589" y="2234918"/>
                  </a:lnTo>
                  <a:lnTo>
                    <a:pt x="5572925" y="2233987"/>
                  </a:lnTo>
                  <a:lnTo>
                    <a:pt x="5573262" y="2232844"/>
                  </a:lnTo>
                  <a:lnTo>
                    <a:pt x="5573598" y="2231219"/>
                  </a:lnTo>
                  <a:lnTo>
                    <a:pt x="5573935" y="2229418"/>
                  </a:lnTo>
                  <a:lnTo>
                    <a:pt x="5574271" y="2227054"/>
                  </a:lnTo>
                  <a:lnTo>
                    <a:pt x="5574608" y="2224260"/>
                  </a:lnTo>
                  <a:lnTo>
                    <a:pt x="5574944" y="2221291"/>
                  </a:lnTo>
                  <a:lnTo>
                    <a:pt x="5575281" y="2218161"/>
                  </a:lnTo>
                  <a:lnTo>
                    <a:pt x="5575617" y="2214857"/>
                  </a:lnTo>
                  <a:lnTo>
                    <a:pt x="5575953" y="2211506"/>
                  </a:lnTo>
                  <a:lnTo>
                    <a:pt x="5576290" y="2208375"/>
                  </a:lnTo>
                  <a:lnTo>
                    <a:pt x="5576626" y="2205463"/>
                  </a:lnTo>
                  <a:lnTo>
                    <a:pt x="5576963" y="2202469"/>
                  </a:lnTo>
                  <a:lnTo>
                    <a:pt x="5577299" y="2199789"/>
                  </a:lnTo>
                  <a:lnTo>
                    <a:pt x="5577636" y="2197339"/>
                  </a:lnTo>
                  <a:lnTo>
                    <a:pt x="5577972" y="2194811"/>
                  </a:lnTo>
                  <a:lnTo>
                    <a:pt x="5578309" y="2192413"/>
                  </a:lnTo>
                  <a:lnTo>
                    <a:pt x="5578645" y="2190075"/>
                  </a:lnTo>
                  <a:lnTo>
                    <a:pt x="5578982" y="2187765"/>
                  </a:lnTo>
                  <a:lnTo>
                    <a:pt x="5579318" y="2185908"/>
                  </a:lnTo>
                  <a:lnTo>
                    <a:pt x="5579655" y="2184519"/>
                  </a:lnTo>
                  <a:lnTo>
                    <a:pt x="5579991" y="2182893"/>
                  </a:lnTo>
                  <a:lnTo>
                    <a:pt x="5580327" y="2181529"/>
                  </a:lnTo>
                  <a:lnTo>
                    <a:pt x="5580664" y="2180547"/>
                  </a:lnTo>
                  <a:lnTo>
                    <a:pt x="5581000" y="2179854"/>
                  </a:lnTo>
                  <a:lnTo>
                    <a:pt x="5581337" y="2179238"/>
                  </a:lnTo>
                  <a:lnTo>
                    <a:pt x="5581673" y="2178575"/>
                  </a:lnTo>
                  <a:lnTo>
                    <a:pt x="5582010" y="2178335"/>
                  </a:lnTo>
                  <a:lnTo>
                    <a:pt x="5582346" y="2177984"/>
                  </a:lnTo>
                  <a:lnTo>
                    <a:pt x="5582683" y="2177866"/>
                  </a:lnTo>
                  <a:lnTo>
                    <a:pt x="5583019" y="2177998"/>
                  </a:lnTo>
                  <a:lnTo>
                    <a:pt x="5583356" y="2178502"/>
                  </a:lnTo>
                  <a:lnTo>
                    <a:pt x="5583692" y="2179430"/>
                  </a:lnTo>
                  <a:lnTo>
                    <a:pt x="5584029" y="2180364"/>
                  </a:lnTo>
                  <a:lnTo>
                    <a:pt x="5584365" y="2181336"/>
                  </a:lnTo>
                  <a:lnTo>
                    <a:pt x="5584701" y="2182517"/>
                  </a:lnTo>
                  <a:lnTo>
                    <a:pt x="5585038" y="2184082"/>
                  </a:lnTo>
                  <a:lnTo>
                    <a:pt x="5585374" y="2185751"/>
                  </a:lnTo>
                  <a:lnTo>
                    <a:pt x="5585711" y="2187827"/>
                  </a:lnTo>
                  <a:lnTo>
                    <a:pt x="5586047" y="2190470"/>
                  </a:lnTo>
                  <a:lnTo>
                    <a:pt x="5586384" y="2193069"/>
                  </a:lnTo>
                  <a:lnTo>
                    <a:pt x="5586720" y="2195624"/>
                  </a:lnTo>
                  <a:lnTo>
                    <a:pt x="5587057" y="2197510"/>
                  </a:lnTo>
                  <a:lnTo>
                    <a:pt x="5587393" y="2199278"/>
                  </a:lnTo>
                  <a:lnTo>
                    <a:pt x="5587730" y="2200615"/>
                  </a:lnTo>
                  <a:lnTo>
                    <a:pt x="5588066" y="2201479"/>
                  </a:lnTo>
                  <a:lnTo>
                    <a:pt x="5588403" y="2202268"/>
                  </a:lnTo>
                  <a:lnTo>
                    <a:pt x="5588739" y="2202962"/>
                  </a:lnTo>
                  <a:lnTo>
                    <a:pt x="5589075" y="2203563"/>
                  </a:lnTo>
                  <a:lnTo>
                    <a:pt x="5589412" y="2203821"/>
                  </a:lnTo>
                  <a:lnTo>
                    <a:pt x="5589748" y="2203759"/>
                  </a:lnTo>
                  <a:lnTo>
                    <a:pt x="5590085" y="2203493"/>
                  </a:lnTo>
                  <a:lnTo>
                    <a:pt x="5590421" y="2203225"/>
                  </a:lnTo>
                  <a:lnTo>
                    <a:pt x="5590758" y="2202375"/>
                  </a:lnTo>
                  <a:lnTo>
                    <a:pt x="5591094" y="2201135"/>
                  </a:lnTo>
                  <a:lnTo>
                    <a:pt x="5591431" y="2199704"/>
                  </a:lnTo>
                  <a:lnTo>
                    <a:pt x="5591767" y="2198174"/>
                  </a:lnTo>
                  <a:lnTo>
                    <a:pt x="5592104" y="2197018"/>
                  </a:lnTo>
                  <a:lnTo>
                    <a:pt x="5592440" y="2195824"/>
                  </a:lnTo>
                  <a:lnTo>
                    <a:pt x="5592777" y="2194752"/>
                  </a:lnTo>
                  <a:lnTo>
                    <a:pt x="5593113" y="2193467"/>
                  </a:lnTo>
                  <a:lnTo>
                    <a:pt x="5593449" y="2191982"/>
                  </a:lnTo>
                  <a:lnTo>
                    <a:pt x="5593786" y="2190451"/>
                  </a:lnTo>
                  <a:lnTo>
                    <a:pt x="5594122" y="2188844"/>
                  </a:lnTo>
                  <a:lnTo>
                    <a:pt x="5594459" y="2187229"/>
                  </a:lnTo>
                  <a:lnTo>
                    <a:pt x="5594795" y="2185630"/>
                  </a:lnTo>
                  <a:lnTo>
                    <a:pt x="5595132" y="2183808"/>
                  </a:lnTo>
                  <a:lnTo>
                    <a:pt x="5595468" y="2182483"/>
                  </a:lnTo>
                  <a:lnTo>
                    <a:pt x="5595805" y="2181429"/>
                  </a:lnTo>
                  <a:lnTo>
                    <a:pt x="5596141" y="2180171"/>
                  </a:lnTo>
                  <a:lnTo>
                    <a:pt x="5596478" y="2179011"/>
                  </a:lnTo>
                  <a:lnTo>
                    <a:pt x="5596814" y="2177972"/>
                  </a:lnTo>
                  <a:lnTo>
                    <a:pt x="5597151" y="2176852"/>
                  </a:lnTo>
                  <a:lnTo>
                    <a:pt x="5597487" y="2175831"/>
                  </a:lnTo>
                  <a:lnTo>
                    <a:pt x="5597823" y="2174858"/>
                  </a:lnTo>
                  <a:lnTo>
                    <a:pt x="5598160" y="2174076"/>
                  </a:lnTo>
                  <a:lnTo>
                    <a:pt x="5598496" y="2173415"/>
                  </a:lnTo>
                  <a:lnTo>
                    <a:pt x="5598833" y="2172906"/>
                  </a:lnTo>
                  <a:lnTo>
                    <a:pt x="5599169" y="2172238"/>
                  </a:lnTo>
                  <a:lnTo>
                    <a:pt x="5599506" y="2171549"/>
                  </a:lnTo>
                  <a:lnTo>
                    <a:pt x="5599842" y="2171047"/>
                  </a:lnTo>
                  <a:lnTo>
                    <a:pt x="5600179" y="2170753"/>
                  </a:lnTo>
                  <a:lnTo>
                    <a:pt x="5600515" y="2170481"/>
                  </a:lnTo>
                  <a:lnTo>
                    <a:pt x="5600852" y="2170431"/>
                  </a:lnTo>
                  <a:lnTo>
                    <a:pt x="5601188" y="2170928"/>
                  </a:lnTo>
                  <a:lnTo>
                    <a:pt x="5601525" y="2171476"/>
                  </a:lnTo>
                  <a:lnTo>
                    <a:pt x="5601861" y="2171956"/>
                  </a:lnTo>
                  <a:lnTo>
                    <a:pt x="5602197" y="2172685"/>
                  </a:lnTo>
                  <a:lnTo>
                    <a:pt x="5602534" y="2173633"/>
                  </a:lnTo>
                  <a:lnTo>
                    <a:pt x="5602870" y="2174794"/>
                  </a:lnTo>
                  <a:lnTo>
                    <a:pt x="5603207" y="2175902"/>
                  </a:lnTo>
                  <a:lnTo>
                    <a:pt x="5603543" y="2177087"/>
                  </a:lnTo>
                  <a:lnTo>
                    <a:pt x="5603880" y="2178164"/>
                  </a:lnTo>
                  <a:lnTo>
                    <a:pt x="5604216" y="2179144"/>
                  </a:lnTo>
                  <a:lnTo>
                    <a:pt x="5604553" y="2180381"/>
                  </a:lnTo>
                  <a:lnTo>
                    <a:pt x="5604889" y="2181640"/>
                  </a:lnTo>
                  <a:lnTo>
                    <a:pt x="5605226" y="2182863"/>
                  </a:lnTo>
                  <a:lnTo>
                    <a:pt x="5605562" y="2183909"/>
                  </a:lnTo>
                  <a:lnTo>
                    <a:pt x="5605898" y="2184722"/>
                  </a:lnTo>
                  <a:lnTo>
                    <a:pt x="5606235" y="2185016"/>
                  </a:lnTo>
                  <a:lnTo>
                    <a:pt x="5606571" y="2185435"/>
                  </a:lnTo>
                  <a:lnTo>
                    <a:pt x="5606908" y="2185707"/>
                  </a:lnTo>
                  <a:lnTo>
                    <a:pt x="5607244" y="2186004"/>
                  </a:lnTo>
                  <a:lnTo>
                    <a:pt x="5607581" y="2186693"/>
                  </a:lnTo>
                  <a:lnTo>
                    <a:pt x="5607917" y="2187375"/>
                  </a:lnTo>
                  <a:lnTo>
                    <a:pt x="5608254" y="2188337"/>
                  </a:lnTo>
                  <a:lnTo>
                    <a:pt x="5608590" y="2189022"/>
                  </a:lnTo>
                  <a:lnTo>
                    <a:pt x="5608927" y="2189788"/>
                  </a:lnTo>
                  <a:lnTo>
                    <a:pt x="5609263" y="2190489"/>
                  </a:lnTo>
                  <a:lnTo>
                    <a:pt x="5609600" y="2191096"/>
                  </a:lnTo>
                  <a:lnTo>
                    <a:pt x="5609936" y="2191872"/>
                  </a:lnTo>
                  <a:lnTo>
                    <a:pt x="5610272" y="2192654"/>
                  </a:lnTo>
                  <a:lnTo>
                    <a:pt x="5610609" y="2193419"/>
                  </a:lnTo>
                  <a:lnTo>
                    <a:pt x="5610945" y="2194438"/>
                  </a:lnTo>
                  <a:lnTo>
                    <a:pt x="5611282" y="2195289"/>
                  </a:lnTo>
                  <a:lnTo>
                    <a:pt x="5611618" y="2195809"/>
                  </a:lnTo>
                  <a:lnTo>
                    <a:pt x="5611955" y="2195939"/>
                  </a:lnTo>
                  <a:lnTo>
                    <a:pt x="5612291" y="2195594"/>
                  </a:lnTo>
                  <a:lnTo>
                    <a:pt x="5612628" y="2194690"/>
                  </a:lnTo>
                  <a:lnTo>
                    <a:pt x="5612964" y="2193868"/>
                  </a:lnTo>
                  <a:lnTo>
                    <a:pt x="5613301" y="2192961"/>
                  </a:lnTo>
                  <a:lnTo>
                    <a:pt x="5613637" y="2192097"/>
                  </a:lnTo>
                  <a:lnTo>
                    <a:pt x="5613974" y="2191338"/>
                  </a:lnTo>
                  <a:lnTo>
                    <a:pt x="5614310" y="2190728"/>
                  </a:lnTo>
                  <a:lnTo>
                    <a:pt x="5614646" y="2190005"/>
                  </a:lnTo>
                  <a:lnTo>
                    <a:pt x="5614983" y="2188891"/>
                  </a:lnTo>
                  <a:lnTo>
                    <a:pt x="5615319" y="2187752"/>
                  </a:lnTo>
                  <a:lnTo>
                    <a:pt x="5615656" y="2186625"/>
                  </a:lnTo>
                  <a:lnTo>
                    <a:pt x="5615992" y="2185664"/>
                  </a:lnTo>
                  <a:lnTo>
                    <a:pt x="5616329" y="2184992"/>
                  </a:lnTo>
                  <a:lnTo>
                    <a:pt x="5616665" y="2184312"/>
                  </a:lnTo>
                  <a:lnTo>
                    <a:pt x="5617002" y="2183616"/>
                  </a:lnTo>
                  <a:lnTo>
                    <a:pt x="5617338" y="2183008"/>
                  </a:lnTo>
                  <a:lnTo>
                    <a:pt x="5617675" y="2182357"/>
                  </a:lnTo>
                  <a:lnTo>
                    <a:pt x="5618011" y="2181672"/>
                  </a:lnTo>
                  <a:lnTo>
                    <a:pt x="5618348" y="2181047"/>
                  </a:lnTo>
                  <a:lnTo>
                    <a:pt x="5618684" y="2180346"/>
                  </a:lnTo>
                  <a:lnTo>
                    <a:pt x="5619020" y="2179762"/>
                  </a:lnTo>
                  <a:lnTo>
                    <a:pt x="5619357" y="2179153"/>
                  </a:lnTo>
                  <a:lnTo>
                    <a:pt x="5619693" y="2178553"/>
                  </a:lnTo>
                  <a:lnTo>
                    <a:pt x="5620030" y="2177567"/>
                  </a:lnTo>
                  <a:lnTo>
                    <a:pt x="5620366" y="2176460"/>
                  </a:lnTo>
                  <a:lnTo>
                    <a:pt x="5620703" y="2174979"/>
                  </a:lnTo>
                  <a:lnTo>
                    <a:pt x="5621039" y="2173307"/>
                  </a:lnTo>
                  <a:lnTo>
                    <a:pt x="5621376" y="2171632"/>
                  </a:lnTo>
                  <a:lnTo>
                    <a:pt x="5621712" y="2170610"/>
                  </a:lnTo>
                  <a:lnTo>
                    <a:pt x="5622049" y="2170088"/>
                  </a:lnTo>
                  <a:lnTo>
                    <a:pt x="5622385" y="2169767"/>
                  </a:lnTo>
                  <a:lnTo>
                    <a:pt x="5622722" y="2169629"/>
                  </a:lnTo>
                  <a:lnTo>
                    <a:pt x="5623058" y="2169876"/>
                  </a:lnTo>
                  <a:lnTo>
                    <a:pt x="5623394" y="2169947"/>
                  </a:lnTo>
                  <a:lnTo>
                    <a:pt x="5623731" y="2169906"/>
                  </a:lnTo>
                  <a:lnTo>
                    <a:pt x="5624067" y="2169835"/>
                  </a:lnTo>
                  <a:lnTo>
                    <a:pt x="5624404" y="2169950"/>
                  </a:lnTo>
                  <a:lnTo>
                    <a:pt x="5624740" y="2170418"/>
                  </a:lnTo>
                  <a:lnTo>
                    <a:pt x="5625077" y="2171586"/>
                  </a:lnTo>
                  <a:lnTo>
                    <a:pt x="5625413" y="2172970"/>
                  </a:lnTo>
                  <a:lnTo>
                    <a:pt x="5625750" y="2174452"/>
                  </a:lnTo>
                  <a:lnTo>
                    <a:pt x="5626086" y="2175944"/>
                  </a:lnTo>
                  <a:lnTo>
                    <a:pt x="5626423" y="2177362"/>
                  </a:lnTo>
                  <a:lnTo>
                    <a:pt x="5626759" y="2178473"/>
                  </a:lnTo>
                  <a:lnTo>
                    <a:pt x="5627096" y="2179397"/>
                  </a:lnTo>
                  <a:lnTo>
                    <a:pt x="5627432" y="2180384"/>
                  </a:lnTo>
                  <a:lnTo>
                    <a:pt x="5627768" y="2181325"/>
                  </a:lnTo>
                  <a:lnTo>
                    <a:pt x="5628105" y="2182384"/>
                  </a:lnTo>
                  <a:lnTo>
                    <a:pt x="5628441" y="2183388"/>
                  </a:lnTo>
                  <a:lnTo>
                    <a:pt x="5628778" y="2184501"/>
                  </a:lnTo>
                  <a:lnTo>
                    <a:pt x="5629114" y="2185651"/>
                  </a:lnTo>
                  <a:lnTo>
                    <a:pt x="5629451" y="2186470"/>
                  </a:lnTo>
                  <a:lnTo>
                    <a:pt x="5629787" y="2187232"/>
                  </a:lnTo>
                  <a:lnTo>
                    <a:pt x="5630124" y="2187631"/>
                  </a:lnTo>
                  <a:lnTo>
                    <a:pt x="5630460" y="2187743"/>
                  </a:lnTo>
                  <a:lnTo>
                    <a:pt x="5630797" y="2187734"/>
                  </a:lnTo>
                  <a:lnTo>
                    <a:pt x="5631133" y="2187598"/>
                  </a:lnTo>
                  <a:lnTo>
                    <a:pt x="5631470" y="2187469"/>
                  </a:lnTo>
                  <a:lnTo>
                    <a:pt x="5631806" y="2187339"/>
                  </a:lnTo>
                  <a:lnTo>
                    <a:pt x="5632142" y="2187205"/>
                  </a:lnTo>
                  <a:lnTo>
                    <a:pt x="5632479" y="2187063"/>
                  </a:lnTo>
                  <a:lnTo>
                    <a:pt x="5632815" y="2186834"/>
                  </a:lnTo>
                  <a:lnTo>
                    <a:pt x="5633152" y="2186552"/>
                  </a:lnTo>
                  <a:lnTo>
                    <a:pt x="5633488" y="2186395"/>
                  </a:lnTo>
                  <a:lnTo>
                    <a:pt x="5633825" y="2186238"/>
                  </a:lnTo>
                  <a:lnTo>
                    <a:pt x="5634161" y="2186018"/>
                  </a:lnTo>
                  <a:lnTo>
                    <a:pt x="5634498" y="2185965"/>
                  </a:lnTo>
                  <a:lnTo>
                    <a:pt x="5634834" y="2186447"/>
                  </a:lnTo>
                  <a:lnTo>
                    <a:pt x="5635171" y="2187181"/>
                  </a:lnTo>
                  <a:lnTo>
                    <a:pt x="5635507" y="2188172"/>
                  </a:lnTo>
                  <a:lnTo>
                    <a:pt x="5635844" y="2189329"/>
                  </a:lnTo>
                  <a:lnTo>
                    <a:pt x="5636180" y="2190554"/>
                  </a:lnTo>
                  <a:lnTo>
                    <a:pt x="5636516" y="2191778"/>
                  </a:lnTo>
                  <a:lnTo>
                    <a:pt x="5636853" y="2193018"/>
                  </a:lnTo>
                  <a:lnTo>
                    <a:pt x="5637189" y="2194396"/>
                  </a:lnTo>
                  <a:lnTo>
                    <a:pt x="5637526" y="2195758"/>
                  </a:lnTo>
                  <a:lnTo>
                    <a:pt x="5637862" y="2197212"/>
                  </a:lnTo>
                  <a:lnTo>
                    <a:pt x="5638199" y="2198697"/>
                  </a:lnTo>
                  <a:lnTo>
                    <a:pt x="5638535" y="2200005"/>
                  </a:lnTo>
                  <a:lnTo>
                    <a:pt x="5638872" y="2201229"/>
                  </a:lnTo>
                  <a:lnTo>
                    <a:pt x="5639208" y="2202723"/>
                  </a:lnTo>
                  <a:lnTo>
                    <a:pt x="5639545" y="2204372"/>
                  </a:lnTo>
                  <a:lnTo>
                    <a:pt x="5639881" y="2206137"/>
                  </a:lnTo>
                  <a:lnTo>
                    <a:pt x="5640217" y="2207834"/>
                  </a:lnTo>
                  <a:lnTo>
                    <a:pt x="5640554" y="2209674"/>
                  </a:lnTo>
                  <a:lnTo>
                    <a:pt x="5640890" y="2211727"/>
                  </a:lnTo>
                  <a:lnTo>
                    <a:pt x="5641227" y="2213826"/>
                  </a:lnTo>
                  <a:lnTo>
                    <a:pt x="5641563" y="2216244"/>
                  </a:lnTo>
                  <a:lnTo>
                    <a:pt x="5641900" y="2218900"/>
                  </a:lnTo>
                  <a:lnTo>
                    <a:pt x="5642236" y="2221754"/>
                  </a:lnTo>
                  <a:lnTo>
                    <a:pt x="5642573" y="2224732"/>
                  </a:lnTo>
                  <a:lnTo>
                    <a:pt x="5642909" y="2227775"/>
                  </a:lnTo>
                  <a:lnTo>
                    <a:pt x="5643246" y="2230698"/>
                  </a:lnTo>
                  <a:lnTo>
                    <a:pt x="5643582" y="2233430"/>
                  </a:lnTo>
                  <a:lnTo>
                    <a:pt x="5643919" y="2236036"/>
                  </a:lnTo>
                  <a:lnTo>
                    <a:pt x="5644255" y="2238824"/>
                  </a:lnTo>
                  <a:lnTo>
                    <a:pt x="5644591" y="2241550"/>
                  </a:lnTo>
                  <a:lnTo>
                    <a:pt x="5644928" y="2244153"/>
                  </a:lnTo>
                  <a:lnTo>
                    <a:pt x="5645264" y="2246695"/>
                  </a:lnTo>
                  <a:lnTo>
                    <a:pt x="5645601" y="2249178"/>
                  </a:lnTo>
                  <a:lnTo>
                    <a:pt x="5645937" y="2251718"/>
                  </a:lnTo>
                  <a:lnTo>
                    <a:pt x="5646274" y="2254408"/>
                  </a:lnTo>
                  <a:lnTo>
                    <a:pt x="5646610" y="2256646"/>
                  </a:lnTo>
                  <a:lnTo>
                    <a:pt x="5646947" y="2258406"/>
                  </a:lnTo>
                  <a:lnTo>
                    <a:pt x="5647283" y="2260189"/>
                  </a:lnTo>
                  <a:lnTo>
                    <a:pt x="5647620" y="2261643"/>
                  </a:lnTo>
                  <a:lnTo>
                    <a:pt x="5647956" y="2262820"/>
                  </a:lnTo>
                  <a:lnTo>
                    <a:pt x="5648293" y="2264000"/>
                  </a:lnTo>
                  <a:lnTo>
                    <a:pt x="5648629" y="2265124"/>
                  </a:lnTo>
                  <a:lnTo>
                    <a:pt x="5648965" y="2266472"/>
                  </a:lnTo>
                  <a:lnTo>
                    <a:pt x="5649302" y="2267501"/>
                  </a:lnTo>
                  <a:lnTo>
                    <a:pt x="5649638" y="2268380"/>
                  </a:lnTo>
                  <a:lnTo>
                    <a:pt x="5649975" y="2269035"/>
                  </a:lnTo>
                  <a:lnTo>
                    <a:pt x="5650311" y="2269322"/>
                  </a:lnTo>
                  <a:lnTo>
                    <a:pt x="5650648" y="2269371"/>
                  </a:lnTo>
                  <a:lnTo>
                    <a:pt x="5650984" y="2269274"/>
                  </a:lnTo>
                  <a:lnTo>
                    <a:pt x="5651321" y="2269128"/>
                  </a:lnTo>
                  <a:lnTo>
                    <a:pt x="5651657" y="2268917"/>
                  </a:lnTo>
                  <a:lnTo>
                    <a:pt x="5651994" y="2268621"/>
                  </a:lnTo>
                  <a:lnTo>
                    <a:pt x="5652330" y="2268188"/>
                  </a:lnTo>
                  <a:lnTo>
                    <a:pt x="5652667" y="2267846"/>
                  </a:lnTo>
                  <a:lnTo>
                    <a:pt x="5653003" y="2267484"/>
                  </a:lnTo>
                  <a:lnTo>
                    <a:pt x="5653339" y="2267054"/>
                  </a:lnTo>
                  <a:lnTo>
                    <a:pt x="5653676" y="2266698"/>
                  </a:lnTo>
                  <a:lnTo>
                    <a:pt x="5654012" y="2266110"/>
                  </a:lnTo>
                  <a:lnTo>
                    <a:pt x="5654349" y="2266098"/>
                  </a:lnTo>
                  <a:lnTo>
                    <a:pt x="5654685" y="2266387"/>
                  </a:lnTo>
                  <a:lnTo>
                    <a:pt x="5655022" y="2266971"/>
                  </a:lnTo>
                  <a:lnTo>
                    <a:pt x="5655358" y="2268228"/>
                  </a:lnTo>
                  <a:lnTo>
                    <a:pt x="5655695" y="2269491"/>
                  </a:lnTo>
                  <a:lnTo>
                    <a:pt x="5656031" y="2270922"/>
                  </a:lnTo>
                  <a:lnTo>
                    <a:pt x="5656368" y="2272453"/>
                  </a:lnTo>
                  <a:lnTo>
                    <a:pt x="5656704" y="2274183"/>
                  </a:lnTo>
                  <a:lnTo>
                    <a:pt x="5657041" y="2276019"/>
                  </a:lnTo>
                  <a:lnTo>
                    <a:pt x="5657377" y="2277833"/>
                  </a:lnTo>
                  <a:lnTo>
                    <a:pt x="5657713" y="2279532"/>
                  </a:lnTo>
                  <a:lnTo>
                    <a:pt x="5658050" y="2281308"/>
                  </a:lnTo>
                  <a:lnTo>
                    <a:pt x="5658386" y="2283145"/>
                  </a:lnTo>
                  <a:lnTo>
                    <a:pt x="5658723" y="2285020"/>
                  </a:lnTo>
                  <a:lnTo>
                    <a:pt x="5659059" y="2287071"/>
                  </a:lnTo>
                  <a:lnTo>
                    <a:pt x="5659396" y="2288793"/>
                  </a:lnTo>
                  <a:lnTo>
                    <a:pt x="5659732" y="2290201"/>
                  </a:lnTo>
                  <a:lnTo>
                    <a:pt x="5660069" y="2291097"/>
                  </a:lnTo>
                  <a:lnTo>
                    <a:pt x="5660405" y="2291464"/>
                  </a:lnTo>
                  <a:lnTo>
                    <a:pt x="5660742" y="2291694"/>
                  </a:lnTo>
                  <a:lnTo>
                    <a:pt x="5661078" y="2291671"/>
                  </a:lnTo>
                  <a:lnTo>
                    <a:pt x="5661415" y="2291979"/>
                  </a:lnTo>
                  <a:lnTo>
                    <a:pt x="5661751" y="2292203"/>
                  </a:lnTo>
                  <a:lnTo>
                    <a:pt x="5662087" y="2292489"/>
                  </a:lnTo>
                  <a:lnTo>
                    <a:pt x="5662424" y="2293074"/>
                  </a:lnTo>
                  <a:lnTo>
                    <a:pt x="5662760" y="2293198"/>
                  </a:lnTo>
                  <a:lnTo>
                    <a:pt x="5663097" y="2292674"/>
                  </a:lnTo>
                  <a:lnTo>
                    <a:pt x="5663433" y="2291960"/>
                  </a:lnTo>
                  <a:lnTo>
                    <a:pt x="5663770" y="2290858"/>
                  </a:lnTo>
                  <a:lnTo>
                    <a:pt x="5664106" y="2289225"/>
                  </a:lnTo>
                  <a:lnTo>
                    <a:pt x="5664443" y="2287350"/>
                  </a:lnTo>
                  <a:lnTo>
                    <a:pt x="5664779" y="2285363"/>
                  </a:lnTo>
                  <a:lnTo>
                    <a:pt x="5665116" y="2283560"/>
                  </a:lnTo>
                  <a:lnTo>
                    <a:pt x="5665452" y="2282005"/>
                  </a:lnTo>
                  <a:lnTo>
                    <a:pt x="5665789" y="2280408"/>
                  </a:lnTo>
                  <a:lnTo>
                    <a:pt x="5666125" y="2278955"/>
                  </a:lnTo>
                  <a:lnTo>
                    <a:pt x="5666461" y="2277499"/>
                  </a:lnTo>
                  <a:lnTo>
                    <a:pt x="5666798" y="2276034"/>
                  </a:lnTo>
                  <a:lnTo>
                    <a:pt x="5667134" y="2273796"/>
                  </a:lnTo>
                  <a:lnTo>
                    <a:pt x="5667471" y="2271075"/>
                  </a:lnTo>
                  <a:lnTo>
                    <a:pt x="5667807" y="2268347"/>
                  </a:lnTo>
                  <a:lnTo>
                    <a:pt x="5668144" y="2266100"/>
                  </a:lnTo>
                  <a:lnTo>
                    <a:pt x="5668480" y="2264241"/>
                  </a:lnTo>
                  <a:lnTo>
                    <a:pt x="5668817" y="2262935"/>
                  </a:lnTo>
                  <a:lnTo>
                    <a:pt x="5669153" y="2262195"/>
                  </a:lnTo>
                  <a:lnTo>
                    <a:pt x="5669490" y="2261971"/>
                  </a:lnTo>
                  <a:lnTo>
                    <a:pt x="5669826" y="2262049"/>
                  </a:lnTo>
                  <a:lnTo>
                    <a:pt x="5670162" y="2262265"/>
                  </a:lnTo>
                  <a:lnTo>
                    <a:pt x="5670499" y="2262619"/>
                  </a:lnTo>
                  <a:lnTo>
                    <a:pt x="5670835" y="2263180"/>
                  </a:lnTo>
                  <a:lnTo>
                    <a:pt x="5671172" y="2263939"/>
                  </a:lnTo>
                  <a:lnTo>
                    <a:pt x="5671508" y="2265079"/>
                  </a:lnTo>
                  <a:lnTo>
                    <a:pt x="5671845" y="2266245"/>
                  </a:lnTo>
                  <a:lnTo>
                    <a:pt x="5672181" y="2267320"/>
                  </a:lnTo>
                  <a:lnTo>
                    <a:pt x="5672518" y="2268738"/>
                  </a:lnTo>
                  <a:lnTo>
                    <a:pt x="5672854" y="2270455"/>
                  </a:lnTo>
                  <a:lnTo>
                    <a:pt x="5673191" y="2272336"/>
                  </a:lnTo>
                  <a:lnTo>
                    <a:pt x="5673527" y="2274599"/>
                  </a:lnTo>
                  <a:lnTo>
                    <a:pt x="5673864" y="2276705"/>
                  </a:lnTo>
                  <a:lnTo>
                    <a:pt x="5674200" y="2278559"/>
                  </a:lnTo>
                  <a:lnTo>
                    <a:pt x="5674536" y="2280298"/>
                  </a:lnTo>
                  <a:lnTo>
                    <a:pt x="5674873" y="2282032"/>
                  </a:lnTo>
                  <a:lnTo>
                    <a:pt x="5675209" y="2283687"/>
                  </a:lnTo>
                  <a:lnTo>
                    <a:pt x="5675546" y="2285398"/>
                  </a:lnTo>
                  <a:lnTo>
                    <a:pt x="5675882" y="2287609"/>
                  </a:lnTo>
                  <a:lnTo>
                    <a:pt x="5676219" y="2289905"/>
                  </a:lnTo>
                  <a:lnTo>
                    <a:pt x="5676555" y="2292130"/>
                  </a:lnTo>
                  <a:lnTo>
                    <a:pt x="5676892" y="2294350"/>
                  </a:lnTo>
                  <a:lnTo>
                    <a:pt x="5677228" y="2296396"/>
                  </a:lnTo>
                  <a:lnTo>
                    <a:pt x="5677565" y="2298406"/>
                  </a:lnTo>
                  <a:lnTo>
                    <a:pt x="5677901" y="2300276"/>
                  </a:lnTo>
                  <a:lnTo>
                    <a:pt x="5678238" y="2301654"/>
                  </a:lnTo>
                  <a:lnTo>
                    <a:pt x="5678574" y="2302866"/>
                  </a:lnTo>
                  <a:lnTo>
                    <a:pt x="5678910" y="2304061"/>
                  </a:lnTo>
                  <a:lnTo>
                    <a:pt x="5679247" y="2305520"/>
                  </a:lnTo>
                  <a:lnTo>
                    <a:pt x="5679583" y="2307099"/>
                  </a:lnTo>
                  <a:lnTo>
                    <a:pt x="5679920" y="2308632"/>
                  </a:lnTo>
                  <a:lnTo>
                    <a:pt x="5680256" y="2310188"/>
                  </a:lnTo>
                  <a:lnTo>
                    <a:pt x="5680593" y="2311612"/>
                  </a:lnTo>
                  <a:lnTo>
                    <a:pt x="5680929" y="2312694"/>
                  </a:lnTo>
                  <a:lnTo>
                    <a:pt x="5681266" y="2313144"/>
                  </a:lnTo>
                  <a:lnTo>
                    <a:pt x="5681602" y="2313539"/>
                  </a:lnTo>
                  <a:lnTo>
                    <a:pt x="5681939" y="2314124"/>
                  </a:lnTo>
                  <a:lnTo>
                    <a:pt x="5682275" y="2315030"/>
                  </a:lnTo>
                  <a:lnTo>
                    <a:pt x="5682612" y="2315848"/>
                  </a:lnTo>
                  <a:lnTo>
                    <a:pt x="5682948" y="2316997"/>
                  </a:lnTo>
                  <a:lnTo>
                    <a:pt x="5683284" y="2318211"/>
                  </a:lnTo>
                  <a:lnTo>
                    <a:pt x="5683621" y="2319274"/>
                  </a:lnTo>
                  <a:lnTo>
                    <a:pt x="5683957" y="2320566"/>
                  </a:lnTo>
                  <a:lnTo>
                    <a:pt x="5684294" y="2321874"/>
                  </a:lnTo>
                  <a:lnTo>
                    <a:pt x="5684630" y="2323094"/>
                  </a:lnTo>
                  <a:lnTo>
                    <a:pt x="5684967" y="2324265"/>
                  </a:lnTo>
                  <a:lnTo>
                    <a:pt x="5685303" y="2325426"/>
                  </a:lnTo>
                  <a:lnTo>
                    <a:pt x="5685640" y="2326662"/>
                  </a:lnTo>
                  <a:lnTo>
                    <a:pt x="5685976" y="2327976"/>
                  </a:lnTo>
                  <a:lnTo>
                    <a:pt x="5686313" y="2329157"/>
                  </a:lnTo>
                  <a:lnTo>
                    <a:pt x="5686649" y="2330225"/>
                  </a:lnTo>
                  <a:lnTo>
                    <a:pt x="5686986" y="2331192"/>
                  </a:lnTo>
                  <a:lnTo>
                    <a:pt x="5687322" y="2332401"/>
                  </a:lnTo>
                  <a:lnTo>
                    <a:pt x="5687658" y="2333354"/>
                  </a:lnTo>
                  <a:lnTo>
                    <a:pt x="5687995" y="2334483"/>
                  </a:lnTo>
                  <a:lnTo>
                    <a:pt x="5688331" y="2335574"/>
                  </a:lnTo>
                  <a:lnTo>
                    <a:pt x="5688668" y="2336705"/>
                  </a:lnTo>
                  <a:lnTo>
                    <a:pt x="5689004" y="2337490"/>
                  </a:lnTo>
                  <a:lnTo>
                    <a:pt x="5689341" y="2337973"/>
                  </a:lnTo>
                  <a:lnTo>
                    <a:pt x="5689677" y="2338356"/>
                  </a:lnTo>
                  <a:lnTo>
                    <a:pt x="5690014" y="2338585"/>
                  </a:lnTo>
                  <a:lnTo>
                    <a:pt x="5690350" y="2338323"/>
                  </a:lnTo>
                  <a:lnTo>
                    <a:pt x="5690687" y="2338099"/>
                  </a:lnTo>
                  <a:lnTo>
                    <a:pt x="5691023" y="2337987"/>
                  </a:lnTo>
                  <a:lnTo>
                    <a:pt x="5691360" y="2337981"/>
                  </a:lnTo>
                  <a:lnTo>
                    <a:pt x="5691696" y="2337882"/>
                  </a:lnTo>
                  <a:lnTo>
                    <a:pt x="5692032" y="2337912"/>
                  </a:lnTo>
                  <a:lnTo>
                    <a:pt x="5692369" y="2337876"/>
                  </a:lnTo>
                  <a:lnTo>
                    <a:pt x="5692705" y="2337992"/>
                  </a:lnTo>
                  <a:lnTo>
                    <a:pt x="5693042" y="2337972"/>
                  </a:lnTo>
                  <a:lnTo>
                    <a:pt x="5693378" y="2338164"/>
                  </a:lnTo>
                  <a:lnTo>
                    <a:pt x="5693715" y="2338361"/>
                  </a:lnTo>
                  <a:lnTo>
                    <a:pt x="5694051" y="2338513"/>
                  </a:lnTo>
                  <a:lnTo>
                    <a:pt x="5694388" y="2338787"/>
                  </a:lnTo>
                  <a:lnTo>
                    <a:pt x="5694724" y="2338897"/>
                  </a:lnTo>
                  <a:lnTo>
                    <a:pt x="5695061" y="2338726"/>
                  </a:lnTo>
                  <a:lnTo>
                    <a:pt x="5695397" y="2338461"/>
                  </a:lnTo>
                  <a:lnTo>
                    <a:pt x="5695734" y="2337961"/>
                  </a:lnTo>
                  <a:lnTo>
                    <a:pt x="5696070" y="2337278"/>
                  </a:lnTo>
                  <a:lnTo>
                    <a:pt x="5696406" y="2336363"/>
                  </a:lnTo>
                  <a:lnTo>
                    <a:pt x="5696743" y="2335786"/>
                  </a:lnTo>
                  <a:lnTo>
                    <a:pt x="5697079" y="2334914"/>
                  </a:lnTo>
                  <a:lnTo>
                    <a:pt x="5697416" y="2333961"/>
                  </a:lnTo>
                  <a:lnTo>
                    <a:pt x="5697752" y="2333119"/>
                  </a:lnTo>
                  <a:lnTo>
                    <a:pt x="5698089" y="2332337"/>
                  </a:lnTo>
                  <a:lnTo>
                    <a:pt x="5698425" y="2331773"/>
                  </a:lnTo>
                  <a:lnTo>
                    <a:pt x="5698762" y="2331087"/>
                  </a:lnTo>
                  <a:lnTo>
                    <a:pt x="5699098" y="2330303"/>
                  </a:lnTo>
                  <a:lnTo>
                    <a:pt x="5699435" y="2329444"/>
                  </a:lnTo>
                  <a:lnTo>
                    <a:pt x="5699771" y="2328704"/>
                  </a:lnTo>
                  <a:lnTo>
                    <a:pt x="5700108" y="2328196"/>
                  </a:lnTo>
                  <a:lnTo>
                    <a:pt x="5700444" y="2327869"/>
                  </a:lnTo>
                  <a:lnTo>
                    <a:pt x="5700780" y="2327706"/>
                  </a:lnTo>
                  <a:lnTo>
                    <a:pt x="5701117" y="2327618"/>
                  </a:lnTo>
                  <a:lnTo>
                    <a:pt x="5701453" y="2327806"/>
                  </a:lnTo>
                  <a:lnTo>
                    <a:pt x="5701790" y="2328058"/>
                  </a:lnTo>
                  <a:lnTo>
                    <a:pt x="5702126" y="2328211"/>
                  </a:lnTo>
                  <a:lnTo>
                    <a:pt x="5702463" y="2328524"/>
                  </a:lnTo>
                  <a:lnTo>
                    <a:pt x="5702799" y="2328726"/>
                  </a:lnTo>
                  <a:lnTo>
                    <a:pt x="5703136" y="2328854"/>
                  </a:lnTo>
                  <a:lnTo>
                    <a:pt x="5703472" y="2329035"/>
                  </a:lnTo>
                  <a:lnTo>
                    <a:pt x="5703809" y="2329354"/>
                  </a:lnTo>
                  <a:lnTo>
                    <a:pt x="5704145" y="2329698"/>
                  </a:lnTo>
                  <a:lnTo>
                    <a:pt x="5704481" y="2330157"/>
                  </a:lnTo>
                  <a:lnTo>
                    <a:pt x="5704818" y="2330616"/>
                  </a:lnTo>
                  <a:lnTo>
                    <a:pt x="5705154" y="2330800"/>
                  </a:lnTo>
                  <a:lnTo>
                    <a:pt x="5705491" y="2330854"/>
                  </a:lnTo>
                  <a:lnTo>
                    <a:pt x="5705827" y="2330846"/>
                  </a:lnTo>
                  <a:lnTo>
                    <a:pt x="5706164" y="2330456"/>
                  </a:lnTo>
                  <a:lnTo>
                    <a:pt x="5706500" y="2329820"/>
                  </a:lnTo>
                  <a:lnTo>
                    <a:pt x="5706837" y="2328741"/>
                  </a:lnTo>
                  <a:lnTo>
                    <a:pt x="5707173" y="2327387"/>
                  </a:lnTo>
                  <a:lnTo>
                    <a:pt x="5707510" y="2325603"/>
                  </a:lnTo>
                  <a:lnTo>
                    <a:pt x="5707846" y="2323483"/>
                  </a:lnTo>
                  <a:lnTo>
                    <a:pt x="5708183" y="2321734"/>
                  </a:lnTo>
                  <a:lnTo>
                    <a:pt x="5708519" y="2320051"/>
                  </a:lnTo>
                  <a:lnTo>
                    <a:pt x="5708855" y="2318421"/>
                  </a:lnTo>
                  <a:lnTo>
                    <a:pt x="5709192" y="2316723"/>
                  </a:lnTo>
                  <a:lnTo>
                    <a:pt x="5709528" y="2315157"/>
                  </a:lnTo>
                  <a:lnTo>
                    <a:pt x="5709865" y="2313566"/>
                  </a:lnTo>
                  <a:lnTo>
                    <a:pt x="5710201" y="2312067"/>
                  </a:lnTo>
                  <a:lnTo>
                    <a:pt x="5710538" y="2310628"/>
                  </a:lnTo>
                  <a:lnTo>
                    <a:pt x="5710874" y="2309169"/>
                  </a:lnTo>
                  <a:lnTo>
                    <a:pt x="5711211" y="2307788"/>
                  </a:lnTo>
                  <a:lnTo>
                    <a:pt x="5711547" y="2306515"/>
                  </a:lnTo>
                  <a:lnTo>
                    <a:pt x="5711884" y="2305468"/>
                  </a:lnTo>
                  <a:lnTo>
                    <a:pt x="5712220" y="2304348"/>
                  </a:lnTo>
                  <a:lnTo>
                    <a:pt x="5712557" y="2303010"/>
                  </a:lnTo>
                  <a:lnTo>
                    <a:pt x="5712893" y="2301596"/>
                  </a:lnTo>
                  <a:lnTo>
                    <a:pt x="5713229" y="2299891"/>
                  </a:lnTo>
                  <a:lnTo>
                    <a:pt x="5713566" y="2297778"/>
                  </a:lnTo>
                  <a:lnTo>
                    <a:pt x="5713902" y="2295659"/>
                  </a:lnTo>
                  <a:lnTo>
                    <a:pt x="5714239" y="2293243"/>
                  </a:lnTo>
                  <a:lnTo>
                    <a:pt x="5714575" y="2290873"/>
                  </a:lnTo>
                  <a:lnTo>
                    <a:pt x="5714912" y="2288724"/>
                  </a:lnTo>
                  <a:lnTo>
                    <a:pt x="5715248" y="2286630"/>
                  </a:lnTo>
                  <a:lnTo>
                    <a:pt x="5715585" y="2284326"/>
                  </a:lnTo>
                  <a:lnTo>
                    <a:pt x="5715921" y="2282441"/>
                  </a:lnTo>
                  <a:lnTo>
                    <a:pt x="5716258" y="2280737"/>
                  </a:lnTo>
                  <a:lnTo>
                    <a:pt x="5716594" y="2278875"/>
                  </a:lnTo>
                  <a:lnTo>
                    <a:pt x="5716931" y="2277186"/>
                  </a:lnTo>
                  <a:lnTo>
                    <a:pt x="5717267" y="2275178"/>
                  </a:lnTo>
                  <a:lnTo>
                    <a:pt x="5717603" y="2273642"/>
                  </a:lnTo>
                  <a:lnTo>
                    <a:pt x="5717940" y="2272060"/>
                  </a:lnTo>
                  <a:lnTo>
                    <a:pt x="5718276" y="2270823"/>
                  </a:lnTo>
                  <a:lnTo>
                    <a:pt x="5718613" y="2269724"/>
                  </a:lnTo>
                  <a:lnTo>
                    <a:pt x="5718949" y="2269056"/>
                  </a:lnTo>
                  <a:lnTo>
                    <a:pt x="5719286" y="2268340"/>
                  </a:lnTo>
                  <a:lnTo>
                    <a:pt x="5719622" y="2267498"/>
                  </a:lnTo>
                  <a:lnTo>
                    <a:pt x="5719959" y="2266398"/>
                  </a:lnTo>
                  <a:lnTo>
                    <a:pt x="5720295" y="2265131"/>
                  </a:lnTo>
                  <a:lnTo>
                    <a:pt x="5720632" y="2263824"/>
                  </a:lnTo>
                  <a:lnTo>
                    <a:pt x="5720968" y="2262315"/>
                  </a:lnTo>
                  <a:lnTo>
                    <a:pt x="5721305" y="2260962"/>
                  </a:lnTo>
                  <a:lnTo>
                    <a:pt x="5721641" y="2259555"/>
                  </a:lnTo>
                  <a:lnTo>
                    <a:pt x="5721977" y="2258192"/>
                  </a:lnTo>
                  <a:lnTo>
                    <a:pt x="5722314" y="2256909"/>
                  </a:lnTo>
                  <a:lnTo>
                    <a:pt x="5722650" y="2255527"/>
                  </a:lnTo>
                  <a:lnTo>
                    <a:pt x="5722987" y="2254310"/>
                  </a:lnTo>
                  <a:lnTo>
                    <a:pt x="5723323" y="2253115"/>
                  </a:lnTo>
                  <a:lnTo>
                    <a:pt x="5723660" y="2251776"/>
                  </a:lnTo>
                  <a:lnTo>
                    <a:pt x="5723996" y="2250501"/>
                  </a:lnTo>
                  <a:lnTo>
                    <a:pt x="5724333" y="2248705"/>
                  </a:lnTo>
                  <a:lnTo>
                    <a:pt x="5724669" y="2246789"/>
                  </a:lnTo>
                  <a:lnTo>
                    <a:pt x="5725006" y="2244279"/>
                  </a:lnTo>
                  <a:lnTo>
                    <a:pt x="5725342" y="2241627"/>
                  </a:lnTo>
                  <a:lnTo>
                    <a:pt x="5725679" y="2238973"/>
                  </a:lnTo>
                  <a:lnTo>
                    <a:pt x="5726015" y="2236559"/>
                  </a:lnTo>
                  <a:lnTo>
                    <a:pt x="5726351" y="2234189"/>
                  </a:lnTo>
                  <a:lnTo>
                    <a:pt x="5726688" y="2231885"/>
                  </a:lnTo>
                  <a:lnTo>
                    <a:pt x="5727024" y="2229881"/>
                  </a:lnTo>
                  <a:lnTo>
                    <a:pt x="5727361" y="2228121"/>
                  </a:lnTo>
                  <a:lnTo>
                    <a:pt x="5727697" y="2227034"/>
                  </a:lnTo>
                  <a:lnTo>
                    <a:pt x="5728034" y="2226204"/>
                  </a:lnTo>
                  <a:lnTo>
                    <a:pt x="5728370" y="2226006"/>
                  </a:lnTo>
                  <a:lnTo>
                    <a:pt x="5728707" y="2225680"/>
                  </a:lnTo>
                  <a:lnTo>
                    <a:pt x="5729043" y="2225259"/>
                  </a:lnTo>
                  <a:lnTo>
                    <a:pt x="5729380" y="2225590"/>
                  </a:lnTo>
                  <a:lnTo>
                    <a:pt x="5729716" y="2226055"/>
                  </a:lnTo>
                  <a:lnTo>
                    <a:pt x="5730053" y="2226421"/>
                  </a:lnTo>
                  <a:lnTo>
                    <a:pt x="5730389" y="2227027"/>
                  </a:lnTo>
                  <a:lnTo>
                    <a:pt x="5730725" y="2228312"/>
                  </a:lnTo>
                  <a:lnTo>
                    <a:pt x="5731062" y="2229794"/>
                  </a:lnTo>
                  <a:lnTo>
                    <a:pt x="5731398" y="2231535"/>
                  </a:lnTo>
                  <a:lnTo>
                    <a:pt x="5731735" y="2233501"/>
                  </a:lnTo>
                  <a:lnTo>
                    <a:pt x="5732071" y="2235407"/>
                  </a:lnTo>
                  <a:lnTo>
                    <a:pt x="5732408" y="2237069"/>
                  </a:lnTo>
                  <a:lnTo>
                    <a:pt x="5732744" y="2238424"/>
                  </a:lnTo>
                  <a:lnTo>
                    <a:pt x="5733081" y="2239953"/>
                  </a:lnTo>
                  <a:lnTo>
                    <a:pt x="5733417" y="2241442"/>
                  </a:lnTo>
                  <a:lnTo>
                    <a:pt x="5733754" y="2243364"/>
                  </a:lnTo>
                  <a:lnTo>
                    <a:pt x="5734090" y="2245711"/>
                  </a:lnTo>
                  <a:lnTo>
                    <a:pt x="5734427" y="2248373"/>
                  </a:lnTo>
                  <a:lnTo>
                    <a:pt x="5734763" y="2251066"/>
                  </a:lnTo>
                  <a:lnTo>
                    <a:pt x="5735099" y="2253927"/>
                  </a:lnTo>
                  <a:lnTo>
                    <a:pt x="5735436" y="2256594"/>
                  </a:lnTo>
                  <a:lnTo>
                    <a:pt x="5735772" y="2258718"/>
                  </a:lnTo>
                  <a:lnTo>
                    <a:pt x="5736109" y="2260417"/>
                  </a:lnTo>
                  <a:lnTo>
                    <a:pt x="5736445" y="2261596"/>
                  </a:lnTo>
                  <a:lnTo>
                    <a:pt x="5736782" y="2262392"/>
                  </a:lnTo>
                  <a:lnTo>
                    <a:pt x="5737118" y="2263394"/>
                  </a:lnTo>
                  <a:lnTo>
                    <a:pt x="5737455" y="2264313"/>
                  </a:lnTo>
                  <a:lnTo>
                    <a:pt x="5737791" y="2265231"/>
                  </a:lnTo>
                  <a:lnTo>
                    <a:pt x="5738128" y="2265759"/>
                  </a:lnTo>
                  <a:lnTo>
                    <a:pt x="5738464" y="2266012"/>
                  </a:lnTo>
                  <a:lnTo>
                    <a:pt x="5738800" y="2265882"/>
                  </a:lnTo>
                  <a:lnTo>
                    <a:pt x="5739137" y="2265537"/>
                  </a:lnTo>
                  <a:lnTo>
                    <a:pt x="5739473" y="2264925"/>
                  </a:lnTo>
                  <a:lnTo>
                    <a:pt x="5739810" y="2263991"/>
                  </a:lnTo>
                  <a:lnTo>
                    <a:pt x="5740146" y="2263009"/>
                  </a:lnTo>
                  <a:lnTo>
                    <a:pt x="5740483" y="2261772"/>
                  </a:lnTo>
                  <a:lnTo>
                    <a:pt x="5740819" y="2260456"/>
                  </a:lnTo>
                  <a:lnTo>
                    <a:pt x="5741156" y="2259172"/>
                  </a:lnTo>
                  <a:lnTo>
                    <a:pt x="5741492" y="2258143"/>
                  </a:lnTo>
                  <a:lnTo>
                    <a:pt x="5741829" y="2257377"/>
                  </a:lnTo>
                  <a:lnTo>
                    <a:pt x="5742165" y="2256606"/>
                  </a:lnTo>
                  <a:lnTo>
                    <a:pt x="5742502" y="2255938"/>
                  </a:lnTo>
                  <a:lnTo>
                    <a:pt x="5742838" y="2254935"/>
                  </a:lnTo>
                  <a:lnTo>
                    <a:pt x="5743174" y="2253768"/>
                  </a:lnTo>
                  <a:lnTo>
                    <a:pt x="5743511" y="2252325"/>
                  </a:lnTo>
                  <a:lnTo>
                    <a:pt x="5743847" y="2250787"/>
                  </a:lnTo>
                  <a:lnTo>
                    <a:pt x="5744184" y="2248970"/>
                  </a:lnTo>
                  <a:lnTo>
                    <a:pt x="5744520" y="2247122"/>
                  </a:lnTo>
                  <a:lnTo>
                    <a:pt x="5744857" y="2245435"/>
                  </a:lnTo>
                  <a:lnTo>
                    <a:pt x="5745193" y="2244020"/>
                  </a:lnTo>
                  <a:lnTo>
                    <a:pt x="5745530" y="2242789"/>
                  </a:lnTo>
                  <a:lnTo>
                    <a:pt x="5745866" y="2241713"/>
                  </a:lnTo>
                  <a:lnTo>
                    <a:pt x="5746203" y="2240500"/>
                  </a:lnTo>
                  <a:lnTo>
                    <a:pt x="5746539" y="2239307"/>
                  </a:lnTo>
                  <a:lnTo>
                    <a:pt x="5746876" y="2237983"/>
                  </a:lnTo>
                  <a:lnTo>
                    <a:pt x="5747212" y="2236698"/>
                  </a:lnTo>
                  <a:lnTo>
                    <a:pt x="5747548" y="2235635"/>
                  </a:lnTo>
                  <a:lnTo>
                    <a:pt x="5747885" y="2234597"/>
                  </a:lnTo>
                  <a:lnTo>
                    <a:pt x="5748221" y="2233446"/>
                  </a:lnTo>
                  <a:lnTo>
                    <a:pt x="5748558" y="2232714"/>
                  </a:lnTo>
                  <a:lnTo>
                    <a:pt x="5748894" y="2232201"/>
                  </a:lnTo>
                  <a:lnTo>
                    <a:pt x="5749231" y="2231574"/>
                  </a:lnTo>
                  <a:lnTo>
                    <a:pt x="5749567" y="2231017"/>
                  </a:lnTo>
                  <a:lnTo>
                    <a:pt x="5749904" y="2230596"/>
                  </a:lnTo>
                  <a:lnTo>
                    <a:pt x="5750240" y="2229876"/>
                  </a:lnTo>
                  <a:lnTo>
                    <a:pt x="5750577" y="2228935"/>
                  </a:lnTo>
                  <a:lnTo>
                    <a:pt x="5750913" y="2227534"/>
                  </a:lnTo>
                  <a:lnTo>
                    <a:pt x="5751250" y="2225414"/>
                  </a:lnTo>
                  <a:lnTo>
                    <a:pt x="5751586" y="2222797"/>
                  </a:lnTo>
                  <a:lnTo>
                    <a:pt x="5751922" y="2220609"/>
                  </a:lnTo>
                  <a:lnTo>
                    <a:pt x="5752259" y="2218037"/>
                  </a:lnTo>
                  <a:lnTo>
                    <a:pt x="5752595" y="2215421"/>
                  </a:lnTo>
                  <a:lnTo>
                    <a:pt x="5752932" y="2212521"/>
                  </a:lnTo>
                  <a:lnTo>
                    <a:pt x="5753268" y="2209682"/>
                  </a:lnTo>
                  <a:lnTo>
                    <a:pt x="5753605" y="2206929"/>
                  </a:lnTo>
                  <a:lnTo>
                    <a:pt x="5753941" y="2203945"/>
                  </a:lnTo>
                  <a:lnTo>
                    <a:pt x="5754278" y="2200996"/>
                  </a:lnTo>
                  <a:lnTo>
                    <a:pt x="5754614" y="2197962"/>
                  </a:lnTo>
                  <a:lnTo>
                    <a:pt x="5754951" y="2195418"/>
                  </a:lnTo>
                  <a:lnTo>
                    <a:pt x="5755287" y="2192856"/>
                  </a:lnTo>
                  <a:lnTo>
                    <a:pt x="5755624" y="2190503"/>
                  </a:lnTo>
                  <a:lnTo>
                    <a:pt x="5755960" y="2188365"/>
                  </a:lnTo>
                  <a:lnTo>
                    <a:pt x="5756296" y="2186448"/>
                  </a:lnTo>
                  <a:lnTo>
                    <a:pt x="5756633" y="2184699"/>
                  </a:lnTo>
                  <a:lnTo>
                    <a:pt x="5756969" y="2182704"/>
                  </a:lnTo>
                  <a:lnTo>
                    <a:pt x="5757306" y="2180775"/>
                  </a:lnTo>
                  <a:lnTo>
                    <a:pt x="5757642" y="2178893"/>
                  </a:lnTo>
                  <a:lnTo>
                    <a:pt x="5757979" y="2177555"/>
                  </a:lnTo>
                  <a:lnTo>
                    <a:pt x="5758315" y="2176206"/>
                  </a:lnTo>
                  <a:lnTo>
                    <a:pt x="5758652" y="2174111"/>
                  </a:lnTo>
                  <a:lnTo>
                    <a:pt x="5758988" y="2172001"/>
                  </a:lnTo>
                  <a:lnTo>
                    <a:pt x="5759325" y="2169685"/>
                  </a:lnTo>
                  <a:lnTo>
                    <a:pt x="5759661" y="2166821"/>
                  </a:lnTo>
                  <a:lnTo>
                    <a:pt x="5759998" y="2163302"/>
                  </a:lnTo>
                  <a:lnTo>
                    <a:pt x="5760334" y="2159573"/>
                  </a:lnTo>
                  <a:lnTo>
                    <a:pt x="5760670" y="2155583"/>
                  </a:lnTo>
                  <a:lnTo>
                    <a:pt x="5761007" y="2152012"/>
                  </a:lnTo>
                  <a:lnTo>
                    <a:pt x="5761343" y="2149161"/>
                  </a:lnTo>
                  <a:lnTo>
                    <a:pt x="5761680" y="2146379"/>
                  </a:lnTo>
                  <a:lnTo>
                    <a:pt x="5762016" y="2144299"/>
                  </a:lnTo>
                  <a:lnTo>
                    <a:pt x="5762353" y="2142625"/>
                  </a:lnTo>
                  <a:lnTo>
                    <a:pt x="5762689" y="2141196"/>
                  </a:lnTo>
                  <a:lnTo>
                    <a:pt x="5763026" y="2140162"/>
                  </a:lnTo>
                  <a:lnTo>
                    <a:pt x="5763362" y="2139104"/>
                  </a:lnTo>
                  <a:lnTo>
                    <a:pt x="5763699" y="2138177"/>
                  </a:lnTo>
                  <a:lnTo>
                    <a:pt x="5764035" y="2137154"/>
                  </a:lnTo>
                  <a:lnTo>
                    <a:pt x="5764372" y="2136173"/>
                  </a:lnTo>
                  <a:lnTo>
                    <a:pt x="5764708" y="2135241"/>
                  </a:lnTo>
                  <a:lnTo>
                    <a:pt x="5765044" y="2134440"/>
                  </a:lnTo>
                  <a:lnTo>
                    <a:pt x="5765381" y="2133634"/>
                  </a:lnTo>
                  <a:lnTo>
                    <a:pt x="5765717" y="2132829"/>
                  </a:lnTo>
                  <a:lnTo>
                    <a:pt x="5766054" y="2132185"/>
                  </a:lnTo>
                  <a:lnTo>
                    <a:pt x="5766390" y="2131896"/>
                  </a:lnTo>
                  <a:lnTo>
                    <a:pt x="5766727" y="2131873"/>
                  </a:lnTo>
                  <a:lnTo>
                    <a:pt x="5767063" y="2131589"/>
                  </a:lnTo>
                  <a:lnTo>
                    <a:pt x="5767400" y="2131118"/>
                  </a:lnTo>
                  <a:lnTo>
                    <a:pt x="5767736" y="2130107"/>
                  </a:lnTo>
                  <a:lnTo>
                    <a:pt x="5768073" y="2128968"/>
                  </a:lnTo>
                  <a:lnTo>
                    <a:pt x="5768409" y="2127823"/>
                  </a:lnTo>
                  <a:lnTo>
                    <a:pt x="5768746" y="2126929"/>
                  </a:lnTo>
                  <a:lnTo>
                    <a:pt x="5769082" y="2125978"/>
                  </a:lnTo>
                  <a:lnTo>
                    <a:pt x="5769418" y="2124936"/>
                  </a:lnTo>
                  <a:lnTo>
                    <a:pt x="5769755" y="2123680"/>
                  </a:lnTo>
                  <a:lnTo>
                    <a:pt x="5770091" y="2122548"/>
                  </a:lnTo>
                  <a:lnTo>
                    <a:pt x="5770428" y="2122125"/>
                  </a:lnTo>
                  <a:lnTo>
                    <a:pt x="5770764" y="2121628"/>
                  </a:lnTo>
                  <a:lnTo>
                    <a:pt x="5771101" y="2120879"/>
                  </a:lnTo>
                  <a:lnTo>
                    <a:pt x="5771437" y="2120122"/>
                  </a:lnTo>
                  <a:lnTo>
                    <a:pt x="5771774" y="2119157"/>
                  </a:lnTo>
                  <a:lnTo>
                    <a:pt x="5772110" y="2118192"/>
                  </a:lnTo>
                  <a:lnTo>
                    <a:pt x="5772447" y="2117349"/>
                  </a:lnTo>
                  <a:lnTo>
                    <a:pt x="5772783" y="2116636"/>
                  </a:lnTo>
                  <a:lnTo>
                    <a:pt x="5773119" y="2115909"/>
                  </a:lnTo>
                  <a:lnTo>
                    <a:pt x="5773456" y="2115476"/>
                  </a:lnTo>
                  <a:lnTo>
                    <a:pt x="5773792" y="2115030"/>
                  </a:lnTo>
                  <a:lnTo>
                    <a:pt x="5774129" y="2114795"/>
                  </a:lnTo>
                  <a:lnTo>
                    <a:pt x="5774465" y="2114797"/>
                  </a:lnTo>
                  <a:lnTo>
                    <a:pt x="5774802" y="2115119"/>
                  </a:lnTo>
                  <a:lnTo>
                    <a:pt x="5775138" y="2116132"/>
                  </a:lnTo>
                  <a:lnTo>
                    <a:pt x="5775475" y="2116804"/>
                  </a:lnTo>
                  <a:lnTo>
                    <a:pt x="5775811" y="2117583"/>
                  </a:lnTo>
                  <a:lnTo>
                    <a:pt x="5776148" y="2118528"/>
                  </a:lnTo>
                  <a:lnTo>
                    <a:pt x="5776484" y="2119832"/>
                  </a:lnTo>
                  <a:lnTo>
                    <a:pt x="5776821" y="2121074"/>
                  </a:lnTo>
                  <a:lnTo>
                    <a:pt x="5777157" y="2122159"/>
                  </a:lnTo>
                  <a:lnTo>
                    <a:pt x="5777493" y="2123449"/>
                  </a:lnTo>
                  <a:lnTo>
                    <a:pt x="5777830" y="2124750"/>
                  </a:lnTo>
                  <a:lnTo>
                    <a:pt x="5778166" y="2126100"/>
                  </a:lnTo>
                  <a:lnTo>
                    <a:pt x="5778503" y="2127606"/>
                  </a:lnTo>
                  <a:lnTo>
                    <a:pt x="5778839" y="2129004"/>
                  </a:lnTo>
                  <a:lnTo>
                    <a:pt x="5779176" y="2130258"/>
                  </a:lnTo>
                  <a:lnTo>
                    <a:pt x="5779512" y="2131661"/>
                  </a:lnTo>
                  <a:lnTo>
                    <a:pt x="5779849" y="2133324"/>
                  </a:lnTo>
                  <a:lnTo>
                    <a:pt x="5780185" y="2135071"/>
                  </a:lnTo>
                  <a:lnTo>
                    <a:pt x="5780522" y="2136924"/>
                  </a:lnTo>
                  <a:lnTo>
                    <a:pt x="5780858" y="2138982"/>
                  </a:lnTo>
                  <a:lnTo>
                    <a:pt x="5781195" y="2140941"/>
                  </a:lnTo>
                  <a:lnTo>
                    <a:pt x="5781531" y="2142972"/>
                  </a:lnTo>
                  <a:lnTo>
                    <a:pt x="5781867" y="2145192"/>
                  </a:lnTo>
                  <a:lnTo>
                    <a:pt x="5782204" y="2147489"/>
                  </a:lnTo>
                  <a:lnTo>
                    <a:pt x="5782540" y="2149646"/>
                  </a:lnTo>
                  <a:lnTo>
                    <a:pt x="5782877" y="2152049"/>
                  </a:lnTo>
                  <a:lnTo>
                    <a:pt x="5783213" y="2154171"/>
                  </a:lnTo>
                  <a:lnTo>
                    <a:pt x="5783550" y="2156000"/>
                  </a:lnTo>
                  <a:lnTo>
                    <a:pt x="5783886" y="2158034"/>
                  </a:lnTo>
                  <a:lnTo>
                    <a:pt x="5784223" y="2160039"/>
                  </a:lnTo>
                  <a:lnTo>
                    <a:pt x="5784559" y="2162364"/>
                  </a:lnTo>
                  <a:lnTo>
                    <a:pt x="5784896" y="2164424"/>
                  </a:lnTo>
                  <a:lnTo>
                    <a:pt x="5785232" y="2166270"/>
                  </a:lnTo>
                  <a:lnTo>
                    <a:pt x="5785569" y="2167566"/>
                  </a:lnTo>
                  <a:lnTo>
                    <a:pt x="5785905" y="2168812"/>
                  </a:lnTo>
                  <a:lnTo>
                    <a:pt x="5786241" y="2169851"/>
                  </a:lnTo>
                  <a:lnTo>
                    <a:pt x="5786578" y="2171084"/>
                  </a:lnTo>
                  <a:lnTo>
                    <a:pt x="5786914" y="2172352"/>
                  </a:lnTo>
                  <a:lnTo>
                    <a:pt x="5787251" y="2173809"/>
                  </a:lnTo>
                  <a:lnTo>
                    <a:pt x="5787587" y="2175469"/>
                  </a:lnTo>
                  <a:lnTo>
                    <a:pt x="5787924" y="2177130"/>
                  </a:lnTo>
                  <a:lnTo>
                    <a:pt x="5788260" y="2178468"/>
                  </a:lnTo>
                  <a:lnTo>
                    <a:pt x="5788597" y="2179728"/>
                  </a:lnTo>
                  <a:lnTo>
                    <a:pt x="5788933" y="2180666"/>
                  </a:lnTo>
                  <a:lnTo>
                    <a:pt x="5789270" y="2181182"/>
                  </a:lnTo>
                  <a:lnTo>
                    <a:pt x="5789606" y="2181498"/>
                  </a:lnTo>
                  <a:lnTo>
                    <a:pt x="5789943" y="2181562"/>
                  </a:lnTo>
                  <a:lnTo>
                    <a:pt x="5790279" y="2181640"/>
                  </a:lnTo>
                  <a:lnTo>
                    <a:pt x="5790615" y="2181764"/>
                  </a:lnTo>
                  <a:lnTo>
                    <a:pt x="5790952" y="2181813"/>
                  </a:lnTo>
                  <a:lnTo>
                    <a:pt x="5791288" y="2181524"/>
                  </a:lnTo>
                  <a:lnTo>
                    <a:pt x="5791625" y="2181668"/>
                  </a:lnTo>
                  <a:lnTo>
                    <a:pt x="5791961" y="2181675"/>
                  </a:lnTo>
                  <a:lnTo>
                    <a:pt x="5792298" y="2182172"/>
                  </a:lnTo>
                  <a:lnTo>
                    <a:pt x="5792634" y="2182778"/>
                  </a:lnTo>
                  <a:lnTo>
                    <a:pt x="5792971" y="2183430"/>
                  </a:lnTo>
                  <a:lnTo>
                    <a:pt x="5793307" y="2183876"/>
                  </a:lnTo>
                  <a:lnTo>
                    <a:pt x="5793644" y="2184439"/>
                  </a:lnTo>
                  <a:lnTo>
                    <a:pt x="5793980" y="2184800"/>
                  </a:lnTo>
                  <a:lnTo>
                    <a:pt x="5794317" y="2185281"/>
                  </a:lnTo>
                  <a:lnTo>
                    <a:pt x="5794653" y="2185977"/>
                  </a:lnTo>
                  <a:lnTo>
                    <a:pt x="5794989" y="2186467"/>
                  </a:lnTo>
                  <a:lnTo>
                    <a:pt x="5795326" y="2186868"/>
                  </a:lnTo>
                  <a:lnTo>
                    <a:pt x="5795662" y="2186882"/>
                  </a:lnTo>
                  <a:lnTo>
                    <a:pt x="5795999" y="2186832"/>
                  </a:lnTo>
                  <a:lnTo>
                    <a:pt x="5796335" y="2187098"/>
                  </a:lnTo>
                  <a:lnTo>
                    <a:pt x="5796672" y="2186656"/>
                  </a:lnTo>
                  <a:lnTo>
                    <a:pt x="5797008" y="2186295"/>
                  </a:lnTo>
                  <a:lnTo>
                    <a:pt x="5797345" y="2186013"/>
                  </a:lnTo>
                  <a:lnTo>
                    <a:pt x="5797681" y="2185775"/>
                  </a:lnTo>
                  <a:lnTo>
                    <a:pt x="5798018" y="2185002"/>
                  </a:lnTo>
                  <a:lnTo>
                    <a:pt x="5798354" y="2183753"/>
                  </a:lnTo>
                  <a:lnTo>
                    <a:pt x="5798691" y="2182372"/>
                  </a:lnTo>
                  <a:lnTo>
                    <a:pt x="5799027" y="2180845"/>
                  </a:lnTo>
                  <a:lnTo>
                    <a:pt x="5799363" y="2179598"/>
                  </a:lnTo>
                  <a:lnTo>
                    <a:pt x="5799700" y="2178369"/>
                  </a:lnTo>
                  <a:lnTo>
                    <a:pt x="5800036" y="2177224"/>
                  </a:lnTo>
                  <a:lnTo>
                    <a:pt x="5800373" y="2176032"/>
                  </a:lnTo>
                  <a:lnTo>
                    <a:pt x="5800709" y="2174821"/>
                  </a:lnTo>
                  <a:lnTo>
                    <a:pt x="5801046" y="2173461"/>
                  </a:lnTo>
                  <a:lnTo>
                    <a:pt x="5801382" y="2171937"/>
                  </a:lnTo>
                  <a:lnTo>
                    <a:pt x="5801719" y="2170836"/>
                  </a:lnTo>
                  <a:lnTo>
                    <a:pt x="5802055" y="2169835"/>
                  </a:lnTo>
                  <a:lnTo>
                    <a:pt x="5802392" y="2168865"/>
                  </a:lnTo>
                  <a:lnTo>
                    <a:pt x="5802728" y="2167766"/>
                  </a:lnTo>
                  <a:lnTo>
                    <a:pt x="5803064" y="2167119"/>
                  </a:lnTo>
                  <a:lnTo>
                    <a:pt x="5803401" y="2167043"/>
                  </a:lnTo>
                  <a:lnTo>
                    <a:pt x="5803737" y="2167234"/>
                  </a:lnTo>
                  <a:lnTo>
                    <a:pt x="5804074" y="2167640"/>
                  </a:lnTo>
                  <a:lnTo>
                    <a:pt x="5804410" y="2167341"/>
                  </a:lnTo>
                  <a:lnTo>
                    <a:pt x="5804747" y="2167127"/>
                  </a:lnTo>
                  <a:lnTo>
                    <a:pt x="5805083" y="2166974"/>
                  </a:lnTo>
                  <a:lnTo>
                    <a:pt x="5805420" y="2166928"/>
                  </a:lnTo>
                  <a:lnTo>
                    <a:pt x="5805756" y="2166943"/>
                  </a:lnTo>
                  <a:lnTo>
                    <a:pt x="5806093" y="2167158"/>
                  </a:lnTo>
                  <a:lnTo>
                    <a:pt x="5806429" y="2167142"/>
                  </a:lnTo>
                  <a:lnTo>
                    <a:pt x="5806766" y="2167181"/>
                  </a:lnTo>
                  <a:lnTo>
                    <a:pt x="5807102" y="2167556"/>
                  </a:lnTo>
                  <a:lnTo>
                    <a:pt x="5807438" y="2167925"/>
                  </a:lnTo>
                  <a:lnTo>
                    <a:pt x="5807775" y="2168550"/>
                  </a:lnTo>
                  <a:lnTo>
                    <a:pt x="5808111" y="2169254"/>
                  </a:lnTo>
                  <a:lnTo>
                    <a:pt x="5808448" y="2170002"/>
                  </a:lnTo>
                  <a:lnTo>
                    <a:pt x="5808784" y="2170618"/>
                  </a:lnTo>
                  <a:lnTo>
                    <a:pt x="5809121" y="2171116"/>
                  </a:lnTo>
                  <a:lnTo>
                    <a:pt x="5809457" y="2171872"/>
                  </a:lnTo>
                  <a:lnTo>
                    <a:pt x="5809794" y="2172662"/>
                  </a:lnTo>
                  <a:lnTo>
                    <a:pt x="5810130" y="2173605"/>
                  </a:lnTo>
                  <a:lnTo>
                    <a:pt x="5810467" y="2174681"/>
                  </a:lnTo>
                  <a:lnTo>
                    <a:pt x="5810803" y="2176063"/>
                  </a:lnTo>
                  <a:lnTo>
                    <a:pt x="5811140" y="2177748"/>
                  </a:lnTo>
                  <a:lnTo>
                    <a:pt x="5811476" y="2179857"/>
                  </a:lnTo>
                  <a:lnTo>
                    <a:pt x="5811812" y="2182109"/>
                  </a:lnTo>
                  <a:lnTo>
                    <a:pt x="5812149" y="2184132"/>
                  </a:lnTo>
                  <a:lnTo>
                    <a:pt x="5812485" y="2185744"/>
                  </a:lnTo>
                  <a:lnTo>
                    <a:pt x="5812822" y="2187265"/>
                  </a:lnTo>
                  <a:lnTo>
                    <a:pt x="5813158" y="2188639"/>
                  </a:lnTo>
                  <a:lnTo>
                    <a:pt x="5813495" y="2190025"/>
                  </a:lnTo>
                  <a:lnTo>
                    <a:pt x="5813831" y="2191020"/>
                  </a:lnTo>
                  <a:lnTo>
                    <a:pt x="5814168" y="2192038"/>
                  </a:lnTo>
                  <a:lnTo>
                    <a:pt x="5814504" y="2192780"/>
                  </a:lnTo>
                  <a:lnTo>
                    <a:pt x="5814841" y="2193002"/>
                  </a:lnTo>
                  <a:lnTo>
                    <a:pt x="5815177" y="2193078"/>
                  </a:lnTo>
                  <a:lnTo>
                    <a:pt x="5815514" y="2193262"/>
                  </a:lnTo>
                  <a:lnTo>
                    <a:pt x="5815850" y="2193086"/>
                  </a:lnTo>
                  <a:lnTo>
                    <a:pt x="5816186" y="2192420"/>
                  </a:lnTo>
                  <a:lnTo>
                    <a:pt x="5816523" y="2191441"/>
                  </a:lnTo>
                  <a:lnTo>
                    <a:pt x="5816859" y="2190369"/>
                  </a:lnTo>
                  <a:lnTo>
                    <a:pt x="5817196" y="2189198"/>
                  </a:lnTo>
                  <a:lnTo>
                    <a:pt x="5817532" y="2187989"/>
                  </a:lnTo>
                  <a:lnTo>
                    <a:pt x="5817869" y="2186848"/>
                  </a:lnTo>
                  <a:lnTo>
                    <a:pt x="5818205" y="2185823"/>
                  </a:lnTo>
                  <a:lnTo>
                    <a:pt x="5818542" y="2185471"/>
                  </a:lnTo>
                  <a:lnTo>
                    <a:pt x="5818878" y="2185685"/>
                  </a:lnTo>
                  <a:lnTo>
                    <a:pt x="5819215" y="2185423"/>
                  </a:lnTo>
                  <a:lnTo>
                    <a:pt x="5819551" y="2185723"/>
                  </a:lnTo>
                  <a:lnTo>
                    <a:pt x="5819888" y="2186050"/>
                  </a:lnTo>
                  <a:lnTo>
                    <a:pt x="5820224" y="2186127"/>
                  </a:lnTo>
                  <a:lnTo>
                    <a:pt x="5820560" y="2185843"/>
                  </a:lnTo>
                  <a:lnTo>
                    <a:pt x="5820897" y="2185450"/>
                  </a:lnTo>
                  <a:lnTo>
                    <a:pt x="5821233" y="2185736"/>
                  </a:lnTo>
                  <a:lnTo>
                    <a:pt x="5821570" y="2186005"/>
                  </a:lnTo>
                  <a:lnTo>
                    <a:pt x="5821906" y="2186537"/>
                  </a:lnTo>
                  <a:lnTo>
                    <a:pt x="5822243" y="2186733"/>
                  </a:lnTo>
                  <a:lnTo>
                    <a:pt x="5822579" y="2186929"/>
                  </a:lnTo>
                  <a:lnTo>
                    <a:pt x="5822916" y="2186654"/>
                  </a:lnTo>
                  <a:lnTo>
                    <a:pt x="5823252" y="2186296"/>
                  </a:lnTo>
                  <a:lnTo>
                    <a:pt x="5823589" y="2185477"/>
                  </a:lnTo>
                  <a:lnTo>
                    <a:pt x="5823925" y="2184341"/>
                  </a:lnTo>
                  <a:lnTo>
                    <a:pt x="5824262" y="2183319"/>
                  </a:lnTo>
                  <a:lnTo>
                    <a:pt x="5824598" y="2181764"/>
                  </a:lnTo>
                  <a:lnTo>
                    <a:pt x="5824934" y="2180117"/>
                  </a:lnTo>
                  <a:lnTo>
                    <a:pt x="5825271" y="2178283"/>
                  </a:lnTo>
                  <a:lnTo>
                    <a:pt x="5825607" y="2177012"/>
                  </a:lnTo>
                  <a:lnTo>
                    <a:pt x="5825944" y="2176535"/>
                  </a:lnTo>
                  <a:lnTo>
                    <a:pt x="5826280" y="2176053"/>
                  </a:lnTo>
                  <a:lnTo>
                    <a:pt x="5826617" y="2175844"/>
                  </a:lnTo>
                  <a:lnTo>
                    <a:pt x="5826953" y="2175534"/>
                  </a:lnTo>
                  <a:lnTo>
                    <a:pt x="5827290" y="2175903"/>
                  </a:lnTo>
                  <a:lnTo>
                    <a:pt x="5827626" y="2176799"/>
                  </a:lnTo>
                  <a:lnTo>
                    <a:pt x="5827963" y="2178063"/>
                  </a:lnTo>
                  <a:lnTo>
                    <a:pt x="5828299" y="2178997"/>
                  </a:lnTo>
                  <a:lnTo>
                    <a:pt x="5828636" y="2179445"/>
                  </a:lnTo>
                  <a:lnTo>
                    <a:pt x="5828972" y="2179493"/>
                  </a:lnTo>
                  <a:lnTo>
                    <a:pt x="5829308" y="2179152"/>
                  </a:lnTo>
                  <a:lnTo>
                    <a:pt x="5829645" y="2178853"/>
                  </a:lnTo>
                  <a:lnTo>
                    <a:pt x="5829981" y="2178649"/>
                  </a:lnTo>
                  <a:lnTo>
                    <a:pt x="5830318" y="2178340"/>
                  </a:lnTo>
                  <a:lnTo>
                    <a:pt x="5830654" y="2178125"/>
                  </a:lnTo>
                  <a:lnTo>
                    <a:pt x="5830991" y="2178061"/>
                  </a:lnTo>
                  <a:lnTo>
                    <a:pt x="5831327" y="2178065"/>
                  </a:lnTo>
                  <a:lnTo>
                    <a:pt x="5831664" y="2177646"/>
                  </a:lnTo>
                  <a:lnTo>
                    <a:pt x="5832000" y="2176644"/>
                  </a:lnTo>
                  <a:lnTo>
                    <a:pt x="5832337" y="2175184"/>
                  </a:lnTo>
                  <a:lnTo>
                    <a:pt x="5832673" y="2173472"/>
                  </a:lnTo>
                  <a:lnTo>
                    <a:pt x="5833010" y="2171287"/>
                  </a:lnTo>
                  <a:lnTo>
                    <a:pt x="5833346" y="2168579"/>
                  </a:lnTo>
                  <a:lnTo>
                    <a:pt x="5833682" y="2166036"/>
                  </a:lnTo>
                  <a:lnTo>
                    <a:pt x="5834019" y="2163582"/>
                  </a:lnTo>
                  <a:lnTo>
                    <a:pt x="5834355" y="2161598"/>
                  </a:lnTo>
                  <a:lnTo>
                    <a:pt x="5834692" y="2159969"/>
                  </a:lnTo>
                  <a:lnTo>
                    <a:pt x="5835028" y="2158651"/>
                  </a:lnTo>
                  <a:lnTo>
                    <a:pt x="5835365" y="2157237"/>
                  </a:lnTo>
                  <a:lnTo>
                    <a:pt x="5835701" y="2155720"/>
                  </a:lnTo>
                  <a:lnTo>
                    <a:pt x="5836038" y="2153787"/>
                  </a:lnTo>
                  <a:lnTo>
                    <a:pt x="5836374" y="2152138"/>
                  </a:lnTo>
                  <a:lnTo>
                    <a:pt x="5836711" y="2150793"/>
                  </a:lnTo>
                  <a:lnTo>
                    <a:pt x="5837047" y="2150176"/>
                  </a:lnTo>
                  <a:lnTo>
                    <a:pt x="5837383" y="2149720"/>
                  </a:lnTo>
                  <a:lnTo>
                    <a:pt x="5837720" y="2148845"/>
                  </a:lnTo>
                  <a:lnTo>
                    <a:pt x="5838056" y="2148291"/>
                  </a:lnTo>
                  <a:lnTo>
                    <a:pt x="5838393" y="2148242"/>
                  </a:lnTo>
                  <a:lnTo>
                    <a:pt x="5838729" y="2148413"/>
                  </a:lnTo>
                  <a:lnTo>
                    <a:pt x="5839066" y="2148519"/>
                  </a:lnTo>
                  <a:lnTo>
                    <a:pt x="5839402" y="2148642"/>
                  </a:lnTo>
                  <a:lnTo>
                    <a:pt x="5839739" y="2148276"/>
                  </a:lnTo>
                  <a:lnTo>
                    <a:pt x="5840075" y="2147994"/>
                  </a:lnTo>
                  <a:lnTo>
                    <a:pt x="5840412" y="2147596"/>
                  </a:lnTo>
                  <a:lnTo>
                    <a:pt x="5840748" y="2147194"/>
                  </a:lnTo>
                  <a:lnTo>
                    <a:pt x="5841085" y="2146790"/>
                  </a:lnTo>
                  <a:lnTo>
                    <a:pt x="5841421" y="2146558"/>
                  </a:lnTo>
                  <a:lnTo>
                    <a:pt x="5841757" y="2145428"/>
                  </a:lnTo>
                  <a:lnTo>
                    <a:pt x="5842094" y="2144101"/>
                  </a:lnTo>
                  <a:lnTo>
                    <a:pt x="5842430" y="2142464"/>
                  </a:lnTo>
                  <a:lnTo>
                    <a:pt x="5842767" y="2140906"/>
                  </a:lnTo>
                  <a:lnTo>
                    <a:pt x="5843103" y="2139174"/>
                  </a:lnTo>
                  <a:lnTo>
                    <a:pt x="5843440" y="2137090"/>
                  </a:lnTo>
                  <a:lnTo>
                    <a:pt x="5843776" y="2135004"/>
                  </a:lnTo>
                  <a:lnTo>
                    <a:pt x="5844113" y="2132731"/>
                  </a:lnTo>
                  <a:lnTo>
                    <a:pt x="5844449" y="2130242"/>
                  </a:lnTo>
                  <a:lnTo>
                    <a:pt x="5844786" y="2127414"/>
                  </a:lnTo>
                  <a:lnTo>
                    <a:pt x="5845122" y="2124674"/>
                  </a:lnTo>
                  <a:lnTo>
                    <a:pt x="5845459" y="2121805"/>
                  </a:lnTo>
                  <a:lnTo>
                    <a:pt x="5845795" y="2118641"/>
                  </a:lnTo>
                  <a:lnTo>
                    <a:pt x="5846131" y="2115507"/>
                  </a:lnTo>
                  <a:lnTo>
                    <a:pt x="5846468" y="2112328"/>
                  </a:lnTo>
                  <a:lnTo>
                    <a:pt x="5846804" y="2109420"/>
                  </a:lnTo>
                  <a:lnTo>
                    <a:pt x="5847141" y="2106744"/>
                  </a:lnTo>
                  <a:lnTo>
                    <a:pt x="5847477" y="2103348"/>
                  </a:lnTo>
                  <a:lnTo>
                    <a:pt x="5847814" y="2099627"/>
                  </a:lnTo>
                  <a:lnTo>
                    <a:pt x="5848150" y="2095691"/>
                  </a:lnTo>
                  <a:lnTo>
                    <a:pt x="5848487" y="2091707"/>
                  </a:lnTo>
                  <a:lnTo>
                    <a:pt x="5848823" y="2087836"/>
                  </a:lnTo>
                  <a:lnTo>
                    <a:pt x="5849160" y="2084075"/>
                  </a:lnTo>
                  <a:lnTo>
                    <a:pt x="5849496" y="2079902"/>
                  </a:lnTo>
                  <a:lnTo>
                    <a:pt x="5849833" y="2075661"/>
                  </a:lnTo>
                  <a:lnTo>
                    <a:pt x="5850169" y="2071107"/>
                  </a:lnTo>
                  <a:lnTo>
                    <a:pt x="5850505" y="2066691"/>
                  </a:lnTo>
                  <a:lnTo>
                    <a:pt x="5850842" y="2063165"/>
                  </a:lnTo>
                  <a:lnTo>
                    <a:pt x="5851178" y="2059703"/>
                  </a:lnTo>
                  <a:lnTo>
                    <a:pt x="5851515" y="2055787"/>
                  </a:lnTo>
                  <a:lnTo>
                    <a:pt x="5851851" y="2051422"/>
                  </a:lnTo>
                  <a:lnTo>
                    <a:pt x="5852188" y="2046973"/>
                  </a:lnTo>
                  <a:lnTo>
                    <a:pt x="5852524" y="2042735"/>
                  </a:lnTo>
                  <a:lnTo>
                    <a:pt x="5852861" y="2038907"/>
                  </a:lnTo>
                  <a:lnTo>
                    <a:pt x="5853197" y="2035455"/>
                  </a:lnTo>
                  <a:lnTo>
                    <a:pt x="5853534" y="2032036"/>
                  </a:lnTo>
                  <a:lnTo>
                    <a:pt x="5853870" y="2028655"/>
                  </a:lnTo>
                  <a:lnTo>
                    <a:pt x="5854207" y="2025217"/>
                  </a:lnTo>
                  <a:lnTo>
                    <a:pt x="5854543" y="2021861"/>
                  </a:lnTo>
                  <a:lnTo>
                    <a:pt x="5854879" y="2018704"/>
                  </a:lnTo>
                  <a:lnTo>
                    <a:pt x="5855216" y="2015660"/>
                  </a:lnTo>
                  <a:lnTo>
                    <a:pt x="5855552" y="2012903"/>
                  </a:lnTo>
                  <a:lnTo>
                    <a:pt x="5855889" y="2010113"/>
                  </a:lnTo>
                  <a:lnTo>
                    <a:pt x="5856225" y="2007059"/>
                  </a:lnTo>
                  <a:lnTo>
                    <a:pt x="5856562" y="2004694"/>
                  </a:lnTo>
                  <a:lnTo>
                    <a:pt x="5856898" y="2001633"/>
                  </a:lnTo>
                  <a:lnTo>
                    <a:pt x="5857235" y="1997714"/>
                  </a:lnTo>
                  <a:lnTo>
                    <a:pt x="5857571" y="1992845"/>
                  </a:lnTo>
                  <a:lnTo>
                    <a:pt x="5857908" y="1987541"/>
                  </a:lnTo>
                  <a:lnTo>
                    <a:pt x="5858244" y="1982028"/>
                  </a:lnTo>
                  <a:lnTo>
                    <a:pt x="5858581" y="1976320"/>
                  </a:lnTo>
                  <a:lnTo>
                    <a:pt x="5858917" y="1970066"/>
                  </a:lnTo>
                  <a:lnTo>
                    <a:pt x="5859253" y="1964169"/>
                  </a:lnTo>
                  <a:lnTo>
                    <a:pt x="5859590" y="1957970"/>
                  </a:lnTo>
                  <a:lnTo>
                    <a:pt x="5859926" y="1951505"/>
                  </a:lnTo>
                  <a:lnTo>
                    <a:pt x="5860263" y="1944499"/>
                  </a:lnTo>
                  <a:lnTo>
                    <a:pt x="5860599" y="1937275"/>
                  </a:lnTo>
                  <a:lnTo>
                    <a:pt x="5860936" y="1929874"/>
                  </a:lnTo>
                  <a:lnTo>
                    <a:pt x="5861272" y="1923147"/>
                  </a:lnTo>
                  <a:lnTo>
                    <a:pt x="5861609" y="1916327"/>
                  </a:lnTo>
                  <a:lnTo>
                    <a:pt x="5861945" y="1910105"/>
                  </a:lnTo>
                  <a:lnTo>
                    <a:pt x="5862282" y="1905375"/>
                  </a:lnTo>
                  <a:lnTo>
                    <a:pt x="5862618" y="1901732"/>
                  </a:lnTo>
                  <a:lnTo>
                    <a:pt x="5862955" y="1898686"/>
                  </a:lnTo>
                  <a:lnTo>
                    <a:pt x="5863291" y="1896038"/>
                  </a:lnTo>
                  <a:lnTo>
                    <a:pt x="5863627" y="1893704"/>
                  </a:lnTo>
                  <a:lnTo>
                    <a:pt x="5863964" y="1891951"/>
                  </a:lnTo>
                  <a:lnTo>
                    <a:pt x="5864300" y="1889617"/>
                  </a:lnTo>
                  <a:lnTo>
                    <a:pt x="5864637" y="1887573"/>
                  </a:lnTo>
                  <a:lnTo>
                    <a:pt x="5864973" y="1885981"/>
                  </a:lnTo>
                  <a:lnTo>
                    <a:pt x="5865310" y="1885216"/>
                  </a:lnTo>
                  <a:lnTo>
                    <a:pt x="5865646" y="1885553"/>
                  </a:lnTo>
                  <a:lnTo>
                    <a:pt x="5865983" y="1886477"/>
                  </a:lnTo>
                  <a:lnTo>
                    <a:pt x="5866319" y="1887535"/>
                  </a:lnTo>
                  <a:lnTo>
                    <a:pt x="5866656" y="1888277"/>
                  </a:lnTo>
                  <a:lnTo>
                    <a:pt x="5866992" y="1888741"/>
                  </a:lnTo>
                  <a:lnTo>
                    <a:pt x="5867329" y="1888362"/>
                  </a:lnTo>
                  <a:lnTo>
                    <a:pt x="5867665" y="1887610"/>
                  </a:lnTo>
                  <a:lnTo>
                    <a:pt x="5868001" y="1886460"/>
                  </a:lnTo>
                  <a:lnTo>
                    <a:pt x="5868338" y="1884912"/>
                  </a:lnTo>
                  <a:lnTo>
                    <a:pt x="5868674" y="1883089"/>
                  </a:lnTo>
                  <a:lnTo>
                    <a:pt x="5869011" y="1881142"/>
                  </a:lnTo>
                  <a:lnTo>
                    <a:pt x="5869347" y="1879646"/>
                  </a:lnTo>
                  <a:lnTo>
                    <a:pt x="5869684" y="1877855"/>
                  </a:lnTo>
                  <a:lnTo>
                    <a:pt x="5870020" y="1875952"/>
                  </a:lnTo>
                  <a:lnTo>
                    <a:pt x="5870357" y="1873457"/>
                  </a:lnTo>
                  <a:lnTo>
                    <a:pt x="5870693" y="1870277"/>
                  </a:lnTo>
                  <a:lnTo>
                    <a:pt x="5871030" y="1866582"/>
                  </a:lnTo>
                  <a:lnTo>
                    <a:pt x="5871366" y="1862586"/>
                  </a:lnTo>
                  <a:lnTo>
                    <a:pt x="5871702" y="1857940"/>
                  </a:lnTo>
                  <a:lnTo>
                    <a:pt x="5872039" y="1853478"/>
                  </a:lnTo>
                  <a:lnTo>
                    <a:pt x="5872375" y="1849460"/>
                  </a:lnTo>
                  <a:lnTo>
                    <a:pt x="5872712" y="1845503"/>
                  </a:lnTo>
                  <a:lnTo>
                    <a:pt x="5873048" y="1841699"/>
                  </a:lnTo>
                  <a:lnTo>
                    <a:pt x="5873385" y="1837727"/>
                  </a:lnTo>
                  <a:lnTo>
                    <a:pt x="5873721" y="1833518"/>
                  </a:lnTo>
                  <a:lnTo>
                    <a:pt x="5874058" y="1829201"/>
                  </a:lnTo>
                  <a:lnTo>
                    <a:pt x="5874394" y="1824242"/>
                  </a:lnTo>
                  <a:lnTo>
                    <a:pt x="5874731" y="1818839"/>
                  </a:lnTo>
                  <a:lnTo>
                    <a:pt x="5875067" y="1812892"/>
                  </a:lnTo>
                  <a:lnTo>
                    <a:pt x="5875404" y="1806700"/>
                  </a:lnTo>
                  <a:lnTo>
                    <a:pt x="5875740" y="1801556"/>
                  </a:lnTo>
                  <a:lnTo>
                    <a:pt x="5876076" y="1796485"/>
                  </a:lnTo>
                  <a:lnTo>
                    <a:pt x="5876413" y="1791661"/>
                  </a:lnTo>
                  <a:lnTo>
                    <a:pt x="5876749" y="1786434"/>
                  </a:lnTo>
                  <a:lnTo>
                    <a:pt x="5877086" y="1781248"/>
                  </a:lnTo>
                  <a:lnTo>
                    <a:pt x="5877422" y="1775877"/>
                  </a:lnTo>
                  <a:lnTo>
                    <a:pt x="5877759" y="1770581"/>
                  </a:lnTo>
                  <a:lnTo>
                    <a:pt x="5878095" y="1765080"/>
                  </a:lnTo>
                  <a:lnTo>
                    <a:pt x="5878432" y="1759293"/>
                  </a:lnTo>
                  <a:lnTo>
                    <a:pt x="5878768" y="1753300"/>
                  </a:lnTo>
                  <a:lnTo>
                    <a:pt x="5879105" y="1747021"/>
                  </a:lnTo>
                  <a:lnTo>
                    <a:pt x="5879441" y="1741483"/>
                  </a:lnTo>
                  <a:lnTo>
                    <a:pt x="5879778" y="1736366"/>
                  </a:lnTo>
                  <a:lnTo>
                    <a:pt x="5880114" y="1731505"/>
                  </a:lnTo>
                  <a:lnTo>
                    <a:pt x="5880450" y="1726301"/>
                  </a:lnTo>
                  <a:lnTo>
                    <a:pt x="5880787" y="1721011"/>
                  </a:lnTo>
                  <a:lnTo>
                    <a:pt x="5881123" y="1715459"/>
                  </a:lnTo>
                  <a:lnTo>
                    <a:pt x="5881460" y="1709662"/>
                  </a:lnTo>
                  <a:lnTo>
                    <a:pt x="5881796" y="1703997"/>
                  </a:lnTo>
                  <a:lnTo>
                    <a:pt x="5882133" y="1698339"/>
                  </a:lnTo>
                  <a:lnTo>
                    <a:pt x="5882469" y="1692544"/>
                  </a:lnTo>
                  <a:lnTo>
                    <a:pt x="5882806" y="1687958"/>
                  </a:lnTo>
                  <a:lnTo>
                    <a:pt x="5883142" y="1683730"/>
                  </a:lnTo>
                  <a:lnTo>
                    <a:pt x="5883479" y="1679658"/>
                  </a:lnTo>
                  <a:lnTo>
                    <a:pt x="5883815" y="1676090"/>
                  </a:lnTo>
                  <a:lnTo>
                    <a:pt x="5884152" y="1672614"/>
                  </a:lnTo>
                  <a:lnTo>
                    <a:pt x="5884488" y="1669100"/>
                  </a:lnTo>
                  <a:lnTo>
                    <a:pt x="5884824" y="1666055"/>
                  </a:lnTo>
                  <a:lnTo>
                    <a:pt x="5885161" y="1663156"/>
                  </a:lnTo>
                  <a:lnTo>
                    <a:pt x="5885497" y="1660861"/>
                  </a:lnTo>
                  <a:lnTo>
                    <a:pt x="5885834" y="1658531"/>
                  </a:lnTo>
                  <a:lnTo>
                    <a:pt x="5886170" y="1655579"/>
                  </a:lnTo>
                  <a:lnTo>
                    <a:pt x="5886507" y="1652312"/>
                  </a:lnTo>
                  <a:lnTo>
                    <a:pt x="5886843" y="1649307"/>
                  </a:lnTo>
                  <a:lnTo>
                    <a:pt x="5887180" y="1646162"/>
                  </a:lnTo>
                  <a:lnTo>
                    <a:pt x="5887516" y="1643854"/>
                  </a:lnTo>
                  <a:lnTo>
                    <a:pt x="5887853" y="1641293"/>
                  </a:lnTo>
                  <a:lnTo>
                    <a:pt x="5888189" y="1638038"/>
                  </a:lnTo>
                  <a:lnTo>
                    <a:pt x="5888526" y="1633965"/>
                  </a:lnTo>
                  <a:lnTo>
                    <a:pt x="5888862" y="1630217"/>
                  </a:lnTo>
                  <a:lnTo>
                    <a:pt x="5889198" y="1626675"/>
                  </a:lnTo>
                  <a:lnTo>
                    <a:pt x="5889535" y="1622862"/>
                  </a:lnTo>
                  <a:lnTo>
                    <a:pt x="5889871" y="1618898"/>
                  </a:lnTo>
                  <a:lnTo>
                    <a:pt x="5890208" y="1615067"/>
                  </a:lnTo>
                  <a:lnTo>
                    <a:pt x="5890544" y="1610485"/>
                  </a:lnTo>
                  <a:lnTo>
                    <a:pt x="5890881" y="1605884"/>
                  </a:lnTo>
                  <a:lnTo>
                    <a:pt x="5891217" y="1602164"/>
                  </a:lnTo>
                  <a:lnTo>
                    <a:pt x="5891554" y="1598934"/>
                  </a:lnTo>
                  <a:lnTo>
                    <a:pt x="5891890" y="1596827"/>
                  </a:lnTo>
                  <a:lnTo>
                    <a:pt x="5892227" y="1595636"/>
                  </a:lnTo>
                  <a:lnTo>
                    <a:pt x="5892563" y="1594430"/>
                  </a:lnTo>
                  <a:lnTo>
                    <a:pt x="5892900" y="1593530"/>
                  </a:lnTo>
                  <a:lnTo>
                    <a:pt x="5893236" y="1592872"/>
                  </a:lnTo>
                  <a:lnTo>
                    <a:pt x="5893572" y="1592698"/>
                  </a:lnTo>
                  <a:lnTo>
                    <a:pt x="5893909" y="1592649"/>
                  </a:lnTo>
                  <a:lnTo>
                    <a:pt x="5894245" y="1592936"/>
                  </a:lnTo>
                  <a:lnTo>
                    <a:pt x="5894582" y="1593238"/>
                  </a:lnTo>
                  <a:lnTo>
                    <a:pt x="5894918" y="1593529"/>
                  </a:lnTo>
                  <a:lnTo>
                    <a:pt x="5895255" y="1593574"/>
                  </a:lnTo>
                  <a:lnTo>
                    <a:pt x="5895591" y="1593555"/>
                  </a:lnTo>
                  <a:lnTo>
                    <a:pt x="5895928" y="1593401"/>
                  </a:lnTo>
                  <a:lnTo>
                    <a:pt x="5896264" y="1593494"/>
                  </a:lnTo>
                  <a:lnTo>
                    <a:pt x="5896601" y="1593400"/>
                  </a:lnTo>
                  <a:lnTo>
                    <a:pt x="5896937" y="1593209"/>
                  </a:lnTo>
                  <a:lnTo>
                    <a:pt x="5897274" y="1593034"/>
                  </a:lnTo>
                  <a:lnTo>
                    <a:pt x="5897610" y="1592744"/>
                  </a:lnTo>
                  <a:lnTo>
                    <a:pt x="5897946" y="1592376"/>
                  </a:lnTo>
                  <a:lnTo>
                    <a:pt x="5898283" y="1592307"/>
                  </a:lnTo>
                  <a:lnTo>
                    <a:pt x="5898619" y="1592260"/>
                  </a:lnTo>
                  <a:lnTo>
                    <a:pt x="5898956" y="1592295"/>
                  </a:lnTo>
                  <a:lnTo>
                    <a:pt x="5899292" y="1593074"/>
                  </a:lnTo>
                  <a:lnTo>
                    <a:pt x="5899629" y="1593957"/>
                  </a:lnTo>
                  <a:lnTo>
                    <a:pt x="5899965" y="1594236"/>
                  </a:lnTo>
                  <a:lnTo>
                    <a:pt x="5900302" y="1594124"/>
                  </a:lnTo>
                  <a:lnTo>
                    <a:pt x="5900638" y="1593401"/>
                  </a:lnTo>
                  <a:lnTo>
                    <a:pt x="5900975" y="1592181"/>
                  </a:lnTo>
                  <a:lnTo>
                    <a:pt x="5901311" y="1590863"/>
                  </a:lnTo>
                  <a:lnTo>
                    <a:pt x="5901648" y="1590425"/>
                  </a:lnTo>
                  <a:lnTo>
                    <a:pt x="5901984" y="1590143"/>
                  </a:lnTo>
                  <a:lnTo>
                    <a:pt x="5902320" y="1590295"/>
                  </a:lnTo>
                  <a:lnTo>
                    <a:pt x="5902657" y="1590401"/>
                  </a:lnTo>
                  <a:lnTo>
                    <a:pt x="5902993" y="1590106"/>
                  </a:lnTo>
                  <a:lnTo>
                    <a:pt x="5903330" y="1589383"/>
                  </a:lnTo>
                  <a:lnTo>
                    <a:pt x="5903666" y="1587891"/>
                  </a:lnTo>
                  <a:lnTo>
                    <a:pt x="5904003" y="1586065"/>
                  </a:lnTo>
                  <a:lnTo>
                    <a:pt x="5904339" y="1583350"/>
                  </a:lnTo>
                  <a:lnTo>
                    <a:pt x="5904676" y="1580483"/>
                  </a:lnTo>
                  <a:lnTo>
                    <a:pt x="5905012" y="1577847"/>
                  </a:lnTo>
                  <a:lnTo>
                    <a:pt x="5905349" y="1575422"/>
                  </a:lnTo>
                  <a:lnTo>
                    <a:pt x="5905685" y="1572960"/>
                  </a:lnTo>
                  <a:lnTo>
                    <a:pt x="5906021" y="1570482"/>
                  </a:lnTo>
                  <a:lnTo>
                    <a:pt x="5906358" y="1568269"/>
                  </a:lnTo>
                  <a:lnTo>
                    <a:pt x="5906694" y="1566150"/>
                  </a:lnTo>
                  <a:lnTo>
                    <a:pt x="5907031" y="1564258"/>
                  </a:lnTo>
                  <a:lnTo>
                    <a:pt x="5907367" y="1561682"/>
                  </a:lnTo>
                  <a:lnTo>
                    <a:pt x="5907704" y="1559243"/>
                  </a:lnTo>
                  <a:lnTo>
                    <a:pt x="5908040" y="1556983"/>
                  </a:lnTo>
                  <a:lnTo>
                    <a:pt x="5908377" y="1555288"/>
                  </a:lnTo>
                  <a:lnTo>
                    <a:pt x="5908713" y="1553479"/>
                  </a:lnTo>
                  <a:lnTo>
                    <a:pt x="5909050" y="1552687"/>
                  </a:lnTo>
                  <a:lnTo>
                    <a:pt x="5909386" y="1551855"/>
                  </a:lnTo>
                  <a:lnTo>
                    <a:pt x="5909723" y="1550624"/>
                  </a:lnTo>
                  <a:lnTo>
                    <a:pt x="5910059" y="1549055"/>
                  </a:lnTo>
                  <a:lnTo>
                    <a:pt x="5910395" y="1547365"/>
                  </a:lnTo>
                  <a:lnTo>
                    <a:pt x="5910732" y="1545643"/>
                  </a:lnTo>
                  <a:lnTo>
                    <a:pt x="5911068" y="1543303"/>
                  </a:lnTo>
                  <a:lnTo>
                    <a:pt x="5911405" y="1540791"/>
                  </a:lnTo>
                  <a:lnTo>
                    <a:pt x="5911741" y="1538129"/>
                  </a:lnTo>
                  <a:lnTo>
                    <a:pt x="5912078" y="1535582"/>
                  </a:lnTo>
                  <a:lnTo>
                    <a:pt x="5912414" y="1532321"/>
                  </a:lnTo>
                  <a:lnTo>
                    <a:pt x="5912751" y="1529369"/>
                  </a:lnTo>
                  <a:lnTo>
                    <a:pt x="5913087" y="1526729"/>
                  </a:lnTo>
                  <a:lnTo>
                    <a:pt x="5913424" y="1524319"/>
                  </a:lnTo>
                  <a:lnTo>
                    <a:pt x="5913760" y="1522308"/>
                  </a:lnTo>
                  <a:lnTo>
                    <a:pt x="5914097" y="1520013"/>
                  </a:lnTo>
                  <a:lnTo>
                    <a:pt x="5914433" y="1517342"/>
                  </a:lnTo>
                  <a:lnTo>
                    <a:pt x="5914769" y="1515446"/>
                  </a:lnTo>
                  <a:lnTo>
                    <a:pt x="5915106" y="1513968"/>
                  </a:lnTo>
                  <a:lnTo>
                    <a:pt x="5915442" y="1512525"/>
                  </a:lnTo>
                  <a:lnTo>
                    <a:pt x="5915779" y="1511212"/>
                  </a:lnTo>
                  <a:lnTo>
                    <a:pt x="5916115" y="1510149"/>
                  </a:lnTo>
                  <a:lnTo>
                    <a:pt x="5916452" y="1509146"/>
                  </a:lnTo>
                  <a:lnTo>
                    <a:pt x="5916788" y="1508810"/>
                  </a:lnTo>
                  <a:lnTo>
                    <a:pt x="5917125" y="1509001"/>
                  </a:lnTo>
                  <a:lnTo>
                    <a:pt x="5917461" y="1509330"/>
                  </a:lnTo>
                  <a:lnTo>
                    <a:pt x="5917798" y="1509858"/>
                  </a:lnTo>
                  <a:lnTo>
                    <a:pt x="5918134" y="1510533"/>
                  </a:lnTo>
                  <a:lnTo>
                    <a:pt x="5918471" y="1511403"/>
                  </a:lnTo>
                  <a:lnTo>
                    <a:pt x="5918807" y="1512813"/>
                  </a:lnTo>
                  <a:lnTo>
                    <a:pt x="5919143" y="1514885"/>
                  </a:lnTo>
                  <a:lnTo>
                    <a:pt x="5919480" y="1517397"/>
                  </a:lnTo>
                  <a:lnTo>
                    <a:pt x="5919816" y="1520197"/>
                  </a:lnTo>
                  <a:lnTo>
                    <a:pt x="5920153" y="1523199"/>
                  </a:lnTo>
                  <a:lnTo>
                    <a:pt x="5920489" y="1526345"/>
                  </a:lnTo>
                  <a:lnTo>
                    <a:pt x="5920826" y="1529234"/>
                  </a:lnTo>
                  <a:lnTo>
                    <a:pt x="5921162" y="1531664"/>
                  </a:lnTo>
                  <a:lnTo>
                    <a:pt x="5921499" y="1533824"/>
                  </a:lnTo>
                  <a:lnTo>
                    <a:pt x="5921835" y="1535337"/>
                  </a:lnTo>
                  <a:lnTo>
                    <a:pt x="5922172" y="1536430"/>
                  </a:lnTo>
                  <a:lnTo>
                    <a:pt x="5922508" y="1537636"/>
                  </a:lnTo>
                  <a:lnTo>
                    <a:pt x="5922845" y="1538741"/>
                  </a:lnTo>
                  <a:lnTo>
                    <a:pt x="5923181" y="1539889"/>
                  </a:lnTo>
                  <a:lnTo>
                    <a:pt x="5923517" y="1541393"/>
                  </a:lnTo>
                  <a:lnTo>
                    <a:pt x="5923854" y="1542431"/>
                  </a:lnTo>
                  <a:lnTo>
                    <a:pt x="5924190" y="1543794"/>
                  </a:lnTo>
                  <a:lnTo>
                    <a:pt x="5924527" y="1546205"/>
                  </a:lnTo>
                  <a:lnTo>
                    <a:pt x="5924863" y="1549312"/>
                  </a:lnTo>
                  <a:lnTo>
                    <a:pt x="5925200" y="1552542"/>
                  </a:lnTo>
                  <a:lnTo>
                    <a:pt x="5925536" y="1556131"/>
                  </a:lnTo>
                  <a:lnTo>
                    <a:pt x="5925873" y="1560096"/>
                  </a:lnTo>
                  <a:lnTo>
                    <a:pt x="5926209" y="1564825"/>
                  </a:lnTo>
                  <a:lnTo>
                    <a:pt x="5926546" y="1569892"/>
                  </a:lnTo>
                  <a:lnTo>
                    <a:pt x="5926882" y="1576030"/>
                  </a:lnTo>
                  <a:lnTo>
                    <a:pt x="5927219" y="1582382"/>
                  </a:lnTo>
                  <a:lnTo>
                    <a:pt x="5927555" y="1588674"/>
                  </a:lnTo>
                  <a:lnTo>
                    <a:pt x="5927891" y="1595026"/>
                  </a:lnTo>
                  <a:lnTo>
                    <a:pt x="5928228" y="1600927"/>
                  </a:lnTo>
                  <a:lnTo>
                    <a:pt x="5928564" y="1606169"/>
                  </a:lnTo>
                  <a:lnTo>
                    <a:pt x="5928901" y="1610991"/>
                  </a:lnTo>
                  <a:lnTo>
                    <a:pt x="5929237" y="1614818"/>
                  </a:lnTo>
                  <a:lnTo>
                    <a:pt x="5929574" y="1616525"/>
                  </a:lnTo>
                  <a:lnTo>
                    <a:pt x="5929910" y="1617267"/>
                  </a:lnTo>
                  <a:lnTo>
                    <a:pt x="5930247" y="1616900"/>
                  </a:lnTo>
                  <a:lnTo>
                    <a:pt x="5930583" y="1615606"/>
                  </a:lnTo>
                  <a:lnTo>
                    <a:pt x="5930920" y="1613961"/>
                  </a:lnTo>
                  <a:lnTo>
                    <a:pt x="5931256" y="1612216"/>
                  </a:lnTo>
                  <a:lnTo>
                    <a:pt x="5931593" y="1610961"/>
                  </a:lnTo>
                  <a:lnTo>
                    <a:pt x="5931929" y="1609659"/>
                  </a:lnTo>
                  <a:lnTo>
                    <a:pt x="5932265" y="1608343"/>
                  </a:lnTo>
                  <a:lnTo>
                    <a:pt x="5932602" y="1606805"/>
                  </a:lnTo>
                  <a:lnTo>
                    <a:pt x="5932938" y="1604945"/>
                  </a:lnTo>
                  <a:lnTo>
                    <a:pt x="5933275" y="1602705"/>
                  </a:lnTo>
                  <a:lnTo>
                    <a:pt x="5933611" y="1600399"/>
                  </a:lnTo>
                  <a:lnTo>
                    <a:pt x="5933948" y="1598241"/>
                  </a:lnTo>
                  <a:lnTo>
                    <a:pt x="5934284" y="1596560"/>
                  </a:lnTo>
                  <a:lnTo>
                    <a:pt x="5934621" y="1596289"/>
                  </a:lnTo>
                  <a:lnTo>
                    <a:pt x="5934957" y="1596627"/>
                  </a:lnTo>
                  <a:lnTo>
                    <a:pt x="5935294" y="1598076"/>
                  </a:lnTo>
                  <a:lnTo>
                    <a:pt x="5935630" y="1600044"/>
                  </a:lnTo>
                  <a:lnTo>
                    <a:pt x="5935966" y="1601944"/>
                  </a:lnTo>
                  <a:lnTo>
                    <a:pt x="5936303" y="1603402"/>
                  </a:lnTo>
                  <a:lnTo>
                    <a:pt x="5936639" y="1603665"/>
                  </a:lnTo>
                  <a:lnTo>
                    <a:pt x="5936976" y="1603504"/>
                  </a:lnTo>
                  <a:lnTo>
                    <a:pt x="5937312" y="1603073"/>
                  </a:lnTo>
                  <a:lnTo>
                    <a:pt x="5937649" y="1602828"/>
                  </a:lnTo>
                  <a:lnTo>
                    <a:pt x="5937985" y="1602641"/>
                  </a:lnTo>
                  <a:lnTo>
                    <a:pt x="5938322" y="1602961"/>
                  </a:lnTo>
                  <a:lnTo>
                    <a:pt x="5938658" y="1602923"/>
                  </a:lnTo>
                  <a:lnTo>
                    <a:pt x="5938995" y="1603612"/>
                  </a:lnTo>
                  <a:lnTo>
                    <a:pt x="5939331" y="1603337"/>
                  </a:lnTo>
                  <a:lnTo>
                    <a:pt x="5939668" y="1601890"/>
                  </a:lnTo>
                  <a:lnTo>
                    <a:pt x="5940004" y="1599617"/>
                  </a:lnTo>
                  <a:lnTo>
                    <a:pt x="5940340" y="1596418"/>
                  </a:lnTo>
                  <a:lnTo>
                    <a:pt x="5940677" y="1592821"/>
                  </a:lnTo>
                  <a:lnTo>
                    <a:pt x="5941013" y="1589514"/>
                  </a:lnTo>
                  <a:lnTo>
                    <a:pt x="5941350" y="1586024"/>
                  </a:lnTo>
                  <a:lnTo>
                    <a:pt x="5941686" y="1582955"/>
                  </a:lnTo>
                  <a:lnTo>
                    <a:pt x="5942023" y="1581156"/>
                  </a:lnTo>
                  <a:lnTo>
                    <a:pt x="5942359" y="1579795"/>
                  </a:lnTo>
                  <a:lnTo>
                    <a:pt x="5942696" y="1578542"/>
                  </a:lnTo>
                  <a:lnTo>
                    <a:pt x="5943032" y="1576294"/>
                  </a:lnTo>
                  <a:lnTo>
                    <a:pt x="5943369" y="1573886"/>
                  </a:lnTo>
                  <a:lnTo>
                    <a:pt x="5943705" y="1571468"/>
                  </a:lnTo>
                  <a:lnTo>
                    <a:pt x="5944042" y="1569371"/>
                  </a:lnTo>
                  <a:lnTo>
                    <a:pt x="5944378" y="1567311"/>
                  </a:lnTo>
                  <a:lnTo>
                    <a:pt x="5944714" y="1565258"/>
                  </a:lnTo>
                  <a:lnTo>
                    <a:pt x="5945051" y="1563420"/>
                  </a:lnTo>
                  <a:lnTo>
                    <a:pt x="5945387" y="1562094"/>
                  </a:lnTo>
                  <a:lnTo>
                    <a:pt x="5945724" y="1561348"/>
                  </a:lnTo>
                  <a:lnTo>
                    <a:pt x="5946060" y="1560680"/>
                  </a:lnTo>
                  <a:lnTo>
                    <a:pt x="5946397" y="1560712"/>
                  </a:lnTo>
                  <a:lnTo>
                    <a:pt x="5946733" y="1560781"/>
                  </a:lnTo>
                  <a:lnTo>
                    <a:pt x="5947070" y="1561265"/>
                  </a:lnTo>
                  <a:lnTo>
                    <a:pt x="5947406" y="1561773"/>
                  </a:lnTo>
                  <a:lnTo>
                    <a:pt x="5947743" y="1562796"/>
                  </a:lnTo>
                  <a:lnTo>
                    <a:pt x="5948079" y="1563640"/>
                  </a:lnTo>
                  <a:lnTo>
                    <a:pt x="5948416" y="1564906"/>
                  </a:lnTo>
                  <a:lnTo>
                    <a:pt x="5948752" y="1566195"/>
                  </a:lnTo>
                  <a:lnTo>
                    <a:pt x="5949088" y="1567658"/>
                  </a:lnTo>
                  <a:lnTo>
                    <a:pt x="5949425" y="1569804"/>
                  </a:lnTo>
                  <a:lnTo>
                    <a:pt x="5949761" y="1572789"/>
                  </a:lnTo>
                  <a:lnTo>
                    <a:pt x="5950098" y="1575052"/>
                  </a:lnTo>
                  <a:lnTo>
                    <a:pt x="5950434" y="1576956"/>
                  </a:lnTo>
                  <a:lnTo>
                    <a:pt x="5950771" y="1578685"/>
                  </a:lnTo>
                  <a:lnTo>
                    <a:pt x="5951107" y="1580845"/>
                  </a:lnTo>
                  <a:lnTo>
                    <a:pt x="5951444" y="1583247"/>
                  </a:lnTo>
                  <a:lnTo>
                    <a:pt x="5951780" y="1585758"/>
                  </a:lnTo>
                  <a:lnTo>
                    <a:pt x="5952117" y="1588372"/>
                  </a:lnTo>
                  <a:lnTo>
                    <a:pt x="5952453" y="1590815"/>
                  </a:lnTo>
                  <a:lnTo>
                    <a:pt x="5952790" y="1592886"/>
                  </a:lnTo>
                  <a:lnTo>
                    <a:pt x="5953126" y="1594842"/>
                  </a:lnTo>
                  <a:lnTo>
                    <a:pt x="5953462" y="1597597"/>
                  </a:lnTo>
                  <a:lnTo>
                    <a:pt x="5953799" y="1601140"/>
                  </a:lnTo>
                  <a:lnTo>
                    <a:pt x="5954135" y="1604363"/>
                  </a:lnTo>
                  <a:lnTo>
                    <a:pt x="5954472" y="1607850"/>
                  </a:lnTo>
                  <a:lnTo>
                    <a:pt x="5954808" y="1611082"/>
                  </a:lnTo>
                  <a:lnTo>
                    <a:pt x="5955145" y="1615124"/>
                  </a:lnTo>
                  <a:lnTo>
                    <a:pt x="5955481" y="1620205"/>
                  </a:lnTo>
                  <a:lnTo>
                    <a:pt x="5955818" y="1625775"/>
                  </a:lnTo>
                  <a:lnTo>
                    <a:pt x="5956154" y="1631280"/>
                  </a:lnTo>
                  <a:lnTo>
                    <a:pt x="5956491" y="1636474"/>
                  </a:lnTo>
                  <a:lnTo>
                    <a:pt x="5956827" y="1641298"/>
                  </a:lnTo>
                  <a:lnTo>
                    <a:pt x="5957164" y="1646384"/>
                  </a:lnTo>
                  <a:lnTo>
                    <a:pt x="5957500" y="1651229"/>
                  </a:lnTo>
                  <a:lnTo>
                    <a:pt x="5957836" y="1656179"/>
                  </a:lnTo>
                  <a:lnTo>
                    <a:pt x="5958173" y="1661265"/>
                  </a:lnTo>
                  <a:lnTo>
                    <a:pt x="5958509" y="1665551"/>
                  </a:lnTo>
                  <a:lnTo>
                    <a:pt x="5958846" y="1668913"/>
                  </a:lnTo>
                  <a:lnTo>
                    <a:pt x="5959182" y="1671205"/>
                  </a:lnTo>
                  <a:lnTo>
                    <a:pt x="5959519" y="1672505"/>
                  </a:lnTo>
                  <a:lnTo>
                    <a:pt x="5959855" y="1672826"/>
                  </a:lnTo>
                  <a:lnTo>
                    <a:pt x="5960192" y="1671677"/>
                  </a:lnTo>
                  <a:lnTo>
                    <a:pt x="5960528" y="1669711"/>
                  </a:lnTo>
                  <a:lnTo>
                    <a:pt x="5960865" y="1667012"/>
                  </a:lnTo>
                  <a:lnTo>
                    <a:pt x="5961201" y="1663664"/>
                  </a:lnTo>
                  <a:lnTo>
                    <a:pt x="5961538" y="1660388"/>
                  </a:lnTo>
                  <a:lnTo>
                    <a:pt x="5961874" y="1657519"/>
                  </a:lnTo>
                  <a:lnTo>
                    <a:pt x="5962210" y="1654375"/>
                  </a:lnTo>
                  <a:lnTo>
                    <a:pt x="5962547" y="1651499"/>
                  </a:lnTo>
                  <a:lnTo>
                    <a:pt x="5962883" y="1649365"/>
                  </a:lnTo>
                  <a:lnTo>
                    <a:pt x="5963220" y="1647483"/>
                  </a:lnTo>
                  <a:lnTo>
                    <a:pt x="5963556" y="1645588"/>
                  </a:lnTo>
                  <a:lnTo>
                    <a:pt x="5963893" y="1644283"/>
                  </a:lnTo>
                  <a:lnTo>
                    <a:pt x="5964229" y="1642334"/>
                  </a:lnTo>
                  <a:lnTo>
                    <a:pt x="5964566" y="1639388"/>
                  </a:lnTo>
                  <a:lnTo>
                    <a:pt x="5964902" y="1636924"/>
                  </a:lnTo>
                  <a:lnTo>
                    <a:pt x="5965239" y="1635020"/>
                  </a:lnTo>
                  <a:lnTo>
                    <a:pt x="5965575" y="1632708"/>
                  </a:lnTo>
                  <a:lnTo>
                    <a:pt x="5965912" y="1630161"/>
                  </a:lnTo>
                  <a:lnTo>
                    <a:pt x="5966248" y="1628110"/>
                  </a:lnTo>
                  <a:lnTo>
                    <a:pt x="5966584" y="1625918"/>
                  </a:lnTo>
                  <a:lnTo>
                    <a:pt x="5966921" y="1623875"/>
                  </a:lnTo>
                  <a:lnTo>
                    <a:pt x="5967257" y="1622565"/>
                  </a:lnTo>
                  <a:lnTo>
                    <a:pt x="5967594" y="1621842"/>
                  </a:lnTo>
                  <a:lnTo>
                    <a:pt x="5967930" y="1622206"/>
                  </a:lnTo>
                  <a:lnTo>
                    <a:pt x="5968267" y="1622667"/>
                  </a:lnTo>
                  <a:lnTo>
                    <a:pt x="5968603" y="1623025"/>
                  </a:lnTo>
                  <a:lnTo>
                    <a:pt x="5968940" y="1622675"/>
                  </a:lnTo>
                  <a:lnTo>
                    <a:pt x="5969276" y="1622675"/>
                  </a:lnTo>
                  <a:lnTo>
                    <a:pt x="5969613" y="1622643"/>
                  </a:lnTo>
                  <a:lnTo>
                    <a:pt x="5969949" y="1623137"/>
                  </a:lnTo>
                  <a:lnTo>
                    <a:pt x="5970285" y="1624616"/>
                  </a:lnTo>
                  <a:lnTo>
                    <a:pt x="5970622" y="1626620"/>
                  </a:lnTo>
                  <a:lnTo>
                    <a:pt x="5970958" y="1629711"/>
                  </a:lnTo>
                  <a:lnTo>
                    <a:pt x="5971295" y="1633361"/>
                  </a:lnTo>
                  <a:lnTo>
                    <a:pt x="5971631" y="1637152"/>
                  </a:lnTo>
                  <a:lnTo>
                    <a:pt x="5971968" y="1640868"/>
                  </a:lnTo>
                  <a:lnTo>
                    <a:pt x="5972304" y="1644091"/>
                  </a:lnTo>
                  <a:lnTo>
                    <a:pt x="5972641" y="1646754"/>
                  </a:lnTo>
                  <a:lnTo>
                    <a:pt x="5972977" y="1649064"/>
                  </a:lnTo>
                  <a:lnTo>
                    <a:pt x="5973314" y="1651158"/>
                  </a:lnTo>
                  <a:lnTo>
                    <a:pt x="5973650" y="1653094"/>
                  </a:lnTo>
                  <a:lnTo>
                    <a:pt x="5973987" y="1654828"/>
                  </a:lnTo>
                  <a:lnTo>
                    <a:pt x="5974323" y="1656709"/>
                  </a:lnTo>
                  <a:lnTo>
                    <a:pt x="5974659" y="1659316"/>
                  </a:lnTo>
                  <a:lnTo>
                    <a:pt x="5974996" y="1661682"/>
                  </a:lnTo>
                  <a:lnTo>
                    <a:pt x="5975332" y="1663641"/>
                  </a:lnTo>
                  <a:lnTo>
                    <a:pt x="5975669" y="1665429"/>
                  </a:lnTo>
                  <a:lnTo>
                    <a:pt x="5976005" y="1667277"/>
                  </a:lnTo>
                  <a:lnTo>
                    <a:pt x="5976342" y="1668917"/>
                  </a:lnTo>
                  <a:lnTo>
                    <a:pt x="5976678" y="1670890"/>
                  </a:lnTo>
                  <a:lnTo>
                    <a:pt x="5977015" y="1673205"/>
                  </a:lnTo>
                  <a:lnTo>
                    <a:pt x="5977351" y="1675723"/>
                  </a:lnTo>
                  <a:lnTo>
                    <a:pt x="5977688" y="1678637"/>
                  </a:lnTo>
                  <a:lnTo>
                    <a:pt x="5978024" y="1681708"/>
                  </a:lnTo>
                  <a:lnTo>
                    <a:pt x="5978361" y="1685099"/>
                  </a:lnTo>
                  <a:lnTo>
                    <a:pt x="5978697" y="1688766"/>
                  </a:lnTo>
                  <a:lnTo>
                    <a:pt x="5979033" y="1693051"/>
                  </a:lnTo>
                  <a:lnTo>
                    <a:pt x="5979370" y="1697393"/>
                  </a:lnTo>
                  <a:lnTo>
                    <a:pt x="5979706" y="1702421"/>
                  </a:lnTo>
                  <a:lnTo>
                    <a:pt x="5980043" y="1707480"/>
                  </a:lnTo>
                  <a:lnTo>
                    <a:pt x="5980379" y="1712557"/>
                  </a:lnTo>
                  <a:lnTo>
                    <a:pt x="5980716" y="1717260"/>
                  </a:lnTo>
                  <a:lnTo>
                    <a:pt x="5981052" y="1721480"/>
                  </a:lnTo>
                  <a:lnTo>
                    <a:pt x="5981389" y="1725261"/>
                  </a:lnTo>
                  <a:lnTo>
                    <a:pt x="5981725" y="1729149"/>
                  </a:lnTo>
                  <a:lnTo>
                    <a:pt x="5982062" y="1732647"/>
                  </a:lnTo>
                  <a:lnTo>
                    <a:pt x="5982398" y="1735769"/>
                  </a:lnTo>
                  <a:lnTo>
                    <a:pt x="5982735" y="1738876"/>
                  </a:lnTo>
                  <a:lnTo>
                    <a:pt x="5983071" y="1741586"/>
                  </a:lnTo>
                  <a:lnTo>
                    <a:pt x="5983407" y="1744650"/>
                  </a:lnTo>
                  <a:lnTo>
                    <a:pt x="5983744" y="1747444"/>
                  </a:lnTo>
                  <a:lnTo>
                    <a:pt x="5984080" y="1749669"/>
                  </a:lnTo>
                  <a:lnTo>
                    <a:pt x="5984417" y="1751576"/>
                  </a:lnTo>
                  <a:lnTo>
                    <a:pt x="5984753" y="1753598"/>
                  </a:lnTo>
                  <a:lnTo>
                    <a:pt x="5985090" y="1755455"/>
                  </a:lnTo>
                  <a:lnTo>
                    <a:pt x="5985426" y="1756346"/>
                  </a:lnTo>
                  <a:lnTo>
                    <a:pt x="5985763" y="1757127"/>
                  </a:lnTo>
                  <a:lnTo>
                    <a:pt x="5986099" y="1758011"/>
                  </a:lnTo>
                  <a:lnTo>
                    <a:pt x="5986436" y="1758896"/>
                  </a:lnTo>
                  <a:lnTo>
                    <a:pt x="5986772" y="1759474"/>
                  </a:lnTo>
                  <a:lnTo>
                    <a:pt x="5987109" y="1759926"/>
                  </a:lnTo>
                  <a:lnTo>
                    <a:pt x="5987445" y="1760228"/>
                  </a:lnTo>
                  <a:lnTo>
                    <a:pt x="5987781" y="1760489"/>
                  </a:lnTo>
                  <a:lnTo>
                    <a:pt x="5988118" y="1760841"/>
                  </a:lnTo>
                  <a:lnTo>
                    <a:pt x="5988454" y="1761095"/>
                  </a:lnTo>
                  <a:lnTo>
                    <a:pt x="5988791" y="1761618"/>
                  </a:lnTo>
                  <a:lnTo>
                    <a:pt x="5989127" y="1762607"/>
                  </a:lnTo>
                  <a:lnTo>
                    <a:pt x="5989464" y="1763479"/>
                  </a:lnTo>
                  <a:lnTo>
                    <a:pt x="5989800" y="1763903"/>
                  </a:lnTo>
                  <a:lnTo>
                    <a:pt x="5990137" y="1764026"/>
                  </a:lnTo>
                  <a:lnTo>
                    <a:pt x="5990473" y="1764207"/>
                  </a:lnTo>
                  <a:lnTo>
                    <a:pt x="5990810" y="1764130"/>
                  </a:lnTo>
                  <a:lnTo>
                    <a:pt x="5991146" y="1763789"/>
                  </a:lnTo>
                  <a:lnTo>
                    <a:pt x="5991483" y="1764166"/>
                  </a:lnTo>
                  <a:lnTo>
                    <a:pt x="5991819" y="1764451"/>
                  </a:lnTo>
                  <a:lnTo>
                    <a:pt x="5992155" y="1765137"/>
                  </a:lnTo>
                  <a:lnTo>
                    <a:pt x="5992492" y="1765809"/>
                  </a:lnTo>
                  <a:lnTo>
                    <a:pt x="5992828" y="1766402"/>
                  </a:lnTo>
                  <a:lnTo>
                    <a:pt x="5993165" y="1767463"/>
                  </a:lnTo>
                  <a:lnTo>
                    <a:pt x="5993501" y="1768672"/>
                  </a:lnTo>
                  <a:lnTo>
                    <a:pt x="5993838" y="1769389"/>
                  </a:lnTo>
                  <a:lnTo>
                    <a:pt x="5994174" y="1769391"/>
                  </a:lnTo>
                  <a:lnTo>
                    <a:pt x="5994511" y="1769671"/>
                  </a:lnTo>
                  <a:lnTo>
                    <a:pt x="5994847" y="1770639"/>
                  </a:lnTo>
                  <a:lnTo>
                    <a:pt x="5995184" y="1772085"/>
                  </a:lnTo>
                  <a:lnTo>
                    <a:pt x="5995520" y="1774292"/>
                  </a:lnTo>
                  <a:lnTo>
                    <a:pt x="5995857" y="1776999"/>
                  </a:lnTo>
                  <a:lnTo>
                    <a:pt x="5996193" y="1780193"/>
                  </a:lnTo>
                  <a:lnTo>
                    <a:pt x="5996529" y="1783768"/>
                  </a:lnTo>
                  <a:lnTo>
                    <a:pt x="5996866" y="1787982"/>
                  </a:lnTo>
                  <a:lnTo>
                    <a:pt x="5997202" y="1792014"/>
                  </a:lnTo>
                  <a:lnTo>
                    <a:pt x="5997539" y="1796402"/>
                  </a:lnTo>
                  <a:lnTo>
                    <a:pt x="5997875" y="1801143"/>
                  </a:lnTo>
                  <a:lnTo>
                    <a:pt x="5998212" y="1805438"/>
                  </a:lnTo>
                  <a:lnTo>
                    <a:pt x="5998548" y="1808393"/>
                  </a:lnTo>
                  <a:lnTo>
                    <a:pt x="5998885" y="1811011"/>
                  </a:lnTo>
                  <a:lnTo>
                    <a:pt x="5999221" y="1813301"/>
                  </a:lnTo>
                  <a:lnTo>
                    <a:pt x="5999558" y="1814881"/>
                  </a:lnTo>
                  <a:lnTo>
                    <a:pt x="5999894" y="1815758"/>
                  </a:lnTo>
                  <a:lnTo>
                    <a:pt x="6000231" y="1815882"/>
                  </a:lnTo>
                  <a:lnTo>
                    <a:pt x="6000567" y="1815580"/>
                  </a:lnTo>
                  <a:lnTo>
                    <a:pt x="6000903" y="1815011"/>
                  </a:lnTo>
                  <a:lnTo>
                    <a:pt x="6001240" y="1813977"/>
                  </a:lnTo>
                  <a:lnTo>
                    <a:pt x="6001576" y="1812428"/>
                  </a:lnTo>
                  <a:lnTo>
                    <a:pt x="6001913" y="1810040"/>
                  </a:lnTo>
                  <a:lnTo>
                    <a:pt x="6002249" y="1807320"/>
                  </a:lnTo>
                  <a:lnTo>
                    <a:pt x="6002586" y="1804400"/>
                  </a:lnTo>
                  <a:lnTo>
                    <a:pt x="6002922" y="1801262"/>
                  </a:lnTo>
                  <a:lnTo>
                    <a:pt x="6003259" y="1798217"/>
                  </a:lnTo>
                  <a:lnTo>
                    <a:pt x="6003595" y="1796308"/>
                  </a:lnTo>
                  <a:lnTo>
                    <a:pt x="6003932" y="1795131"/>
                  </a:lnTo>
                  <a:lnTo>
                    <a:pt x="6004268" y="1795065"/>
                  </a:lnTo>
                  <a:lnTo>
                    <a:pt x="6004604" y="1795608"/>
                  </a:lnTo>
                  <a:lnTo>
                    <a:pt x="6004941" y="1796279"/>
                  </a:lnTo>
                  <a:lnTo>
                    <a:pt x="6005277" y="1797361"/>
                  </a:lnTo>
                  <a:lnTo>
                    <a:pt x="6005614" y="1797971"/>
                  </a:lnTo>
                  <a:lnTo>
                    <a:pt x="6005950" y="1799291"/>
                  </a:lnTo>
                  <a:lnTo>
                    <a:pt x="6006287" y="1801306"/>
                  </a:lnTo>
                  <a:lnTo>
                    <a:pt x="6006623" y="1804461"/>
                  </a:lnTo>
                  <a:lnTo>
                    <a:pt x="6006960" y="1808678"/>
                  </a:lnTo>
                  <a:lnTo>
                    <a:pt x="6007296" y="1813815"/>
                  </a:lnTo>
                  <a:lnTo>
                    <a:pt x="6007633" y="1819876"/>
                  </a:lnTo>
                  <a:lnTo>
                    <a:pt x="6007969" y="1826837"/>
                  </a:lnTo>
                  <a:lnTo>
                    <a:pt x="6008306" y="1833771"/>
                  </a:lnTo>
                  <a:lnTo>
                    <a:pt x="6008642" y="1841095"/>
                  </a:lnTo>
                  <a:lnTo>
                    <a:pt x="6008978" y="1848603"/>
                  </a:lnTo>
                  <a:lnTo>
                    <a:pt x="6009315" y="1855332"/>
                  </a:lnTo>
                  <a:lnTo>
                    <a:pt x="6009651" y="1862027"/>
                  </a:lnTo>
                  <a:lnTo>
                    <a:pt x="6009988" y="1868798"/>
                  </a:lnTo>
                  <a:lnTo>
                    <a:pt x="6010324" y="1875761"/>
                  </a:lnTo>
                  <a:lnTo>
                    <a:pt x="6010661" y="1883011"/>
                  </a:lnTo>
                  <a:lnTo>
                    <a:pt x="6010997" y="1890306"/>
                  </a:lnTo>
                  <a:lnTo>
                    <a:pt x="6011334" y="1897386"/>
                  </a:lnTo>
                  <a:lnTo>
                    <a:pt x="6011670" y="1904103"/>
                  </a:lnTo>
                  <a:lnTo>
                    <a:pt x="6012007" y="1910631"/>
                  </a:lnTo>
                  <a:lnTo>
                    <a:pt x="6012343" y="1916259"/>
                  </a:lnTo>
                  <a:lnTo>
                    <a:pt x="6012680" y="1920980"/>
                  </a:lnTo>
                  <a:lnTo>
                    <a:pt x="6013016" y="1925156"/>
                  </a:lnTo>
                  <a:lnTo>
                    <a:pt x="6013352" y="1929208"/>
                  </a:lnTo>
                  <a:lnTo>
                    <a:pt x="6013689" y="1932523"/>
                  </a:lnTo>
                  <a:lnTo>
                    <a:pt x="6014025" y="1934755"/>
                  </a:lnTo>
                  <a:lnTo>
                    <a:pt x="6014362" y="1935393"/>
                  </a:lnTo>
                  <a:lnTo>
                    <a:pt x="6014698" y="1935406"/>
                  </a:lnTo>
                  <a:lnTo>
                    <a:pt x="6015035" y="1935002"/>
                  </a:lnTo>
                  <a:lnTo>
                    <a:pt x="6015371" y="1934819"/>
                  </a:lnTo>
                  <a:lnTo>
                    <a:pt x="6015708" y="1935462"/>
                  </a:lnTo>
                  <a:lnTo>
                    <a:pt x="6016044" y="1935772"/>
                  </a:lnTo>
                  <a:lnTo>
                    <a:pt x="6016381" y="1935660"/>
                  </a:lnTo>
                  <a:lnTo>
                    <a:pt x="6016717" y="1934996"/>
                  </a:lnTo>
                  <a:lnTo>
                    <a:pt x="6017054" y="1933522"/>
                  </a:lnTo>
                  <a:lnTo>
                    <a:pt x="6017390" y="1932014"/>
                  </a:lnTo>
                  <a:lnTo>
                    <a:pt x="6017726" y="1931007"/>
                  </a:lnTo>
                  <a:lnTo>
                    <a:pt x="6018063" y="1930001"/>
                  </a:lnTo>
                  <a:lnTo>
                    <a:pt x="6018399" y="1928442"/>
                  </a:lnTo>
                  <a:lnTo>
                    <a:pt x="6018736" y="1926435"/>
                  </a:lnTo>
                  <a:lnTo>
                    <a:pt x="6019072" y="1924570"/>
                  </a:lnTo>
                  <a:lnTo>
                    <a:pt x="6019409" y="1922967"/>
                  </a:lnTo>
                  <a:lnTo>
                    <a:pt x="6019745" y="1921384"/>
                  </a:lnTo>
                  <a:lnTo>
                    <a:pt x="6020082" y="1919923"/>
                  </a:lnTo>
                  <a:lnTo>
                    <a:pt x="6020418" y="1918557"/>
                  </a:lnTo>
                  <a:lnTo>
                    <a:pt x="6020755" y="1916971"/>
                  </a:lnTo>
                  <a:lnTo>
                    <a:pt x="6021091" y="1915486"/>
                  </a:lnTo>
                  <a:lnTo>
                    <a:pt x="6021428" y="1914269"/>
                  </a:lnTo>
                  <a:lnTo>
                    <a:pt x="6021764" y="1913167"/>
                  </a:lnTo>
                  <a:lnTo>
                    <a:pt x="6022100" y="1911776"/>
                  </a:lnTo>
                  <a:lnTo>
                    <a:pt x="6022437" y="1910104"/>
                  </a:lnTo>
                  <a:lnTo>
                    <a:pt x="6022773" y="1908262"/>
                  </a:lnTo>
                  <a:lnTo>
                    <a:pt x="6023110" y="1906685"/>
                  </a:lnTo>
                  <a:lnTo>
                    <a:pt x="6023446" y="1904998"/>
                  </a:lnTo>
                  <a:lnTo>
                    <a:pt x="6023783" y="1903973"/>
                  </a:lnTo>
                  <a:lnTo>
                    <a:pt x="6024119" y="1904054"/>
                  </a:lnTo>
                  <a:lnTo>
                    <a:pt x="6024456" y="1904150"/>
                  </a:lnTo>
                  <a:lnTo>
                    <a:pt x="6024792" y="1905092"/>
                  </a:lnTo>
                  <a:lnTo>
                    <a:pt x="6025129" y="1906783"/>
                  </a:lnTo>
                  <a:lnTo>
                    <a:pt x="6025465" y="1908873"/>
                  </a:lnTo>
                  <a:lnTo>
                    <a:pt x="6025802" y="1911038"/>
                  </a:lnTo>
                  <a:lnTo>
                    <a:pt x="6026138" y="1913664"/>
                  </a:lnTo>
                  <a:lnTo>
                    <a:pt x="6026474" y="1916534"/>
                  </a:lnTo>
                  <a:lnTo>
                    <a:pt x="6026811" y="1919633"/>
                  </a:lnTo>
                  <a:lnTo>
                    <a:pt x="6027147" y="1923253"/>
                  </a:lnTo>
                  <a:lnTo>
                    <a:pt x="6027484" y="1926728"/>
                  </a:lnTo>
                  <a:lnTo>
                    <a:pt x="6027820" y="1930887"/>
                  </a:lnTo>
                  <a:lnTo>
                    <a:pt x="6028157" y="1935071"/>
                  </a:lnTo>
                  <a:lnTo>
                    <a:pt x="6028493" y="1939239"/>
                  </a:lnTo>
                  <a:lnTo>
                    <a:pt x="6028830" y="1943077"/>
                  </a:lnTo>
                  <a:lnTo>
                    <a:pt x="6029166" y="1945781"/>
                  </a:lnTo>
                  <a:lnTo>
                    <a:pt x="6029503" y="1948445"/>
                  </a:lnTo>
                  <a:lnTo>
                    <a:pt x="6029839" y="1950649"/>
                  </a:lnTo>
                  <a:lnTo>
                    <a:pt x="6030176" y="1951403"/>
                  </a:lnTo>
                  <a:lnTo>
                    <a:pt x="6030512" y="1951782"/>
                  </a:lnTo>
                  <a:lnTo>
                    <a:pt x="6030848" y="1952043"/>
                  </a:lnTo>
                  <a:lnTo>
                    <a:pt x="6031185" y="1951845"/>
                  </a:lnTo>
                  <a:lnTo>
                    <a:pt x="6031521" y="1952305"/>
                  </a:lnTo>
                  <a:lnTo>
                    <a:pt x="6031858" y="1953361"/>
                  </a:lnTo>
                  <a:lnTo>
                    <a:pt x="6032194" y="1953858"/>
                  </a:lnTo>
                  <a:lnTo>
                    <a:pt x="6032531" y="1954539"/>
                  </a:lnTo>
                  <a:lnTo>
                    <a:pt x="6032867" y="1955179"/>
                  </a:lnTo>
                  <a:lnTo>
                    <a:pt x="6033204" y="1956097"/>
                  </a:lnTo>
                  <a:lnTo>
                    <a:pt x="6033540" y="1957046"/>
                  </a:lnTo>
                  <a:lnTo>
                    <a:pt x="6033877" y="1957976"/>
                  </a:lnTo>
                  <a:lnTo>
                    <a:pt x="6034213" y="1959480"/>
                  </a:lnTo>
                  <a:lnTo>
                    <a:pt x="6034550" y="1961084"/>
                  </a:lnTo>
                  <a:lnTo>
                    <a:pt x="6034886" y="1963014"/>
                  </a:lnTo>
                  <a:lnTo>
                    <a:pt x="6035222" y="1965324"/>
                  </a:lnTo>
                  <a:lnTo>
                    <a:pt x="6035559" y="1968073"/>
                  </a:lnTo>
                  <a:lnTo>
                    <a:pt x="6035895" y="1970845"/>
                  </a:lnTo>
                  <a:lnTo>
                    <a:pt x="6036232" y="1973076"/>
                  </a:lnTo>
                  <a:lnTo>
                    <a:pt x="6036568" y="1974596"/>
                  </a:lnTo>
                  <a:lnTo>
                    <a:pt x="6036905" y="1975892"/>
                  </a:lnTo>
                  <a:lnTo>
                    <a:pt x="6037241" y="1976898"/>
                  </a:lnTo>
                  <a:lnTo>
                    <a:pt x="6037578" y="1977026"/>
                  </a:lnTo>
                  <a:lnTo>
                    <a:pt x="6037914" y="1977072"/>
                  </a:lnTo>
                  <a:lnTo>
                    <a:pt x="6038251" y="1976554"/>
                  </a:lnTo>
                  <a:lnTo>
                    <a:pt x="6038587" y="1975691"/>
                  </a:lnTo>
                  <a:lnTo>
                    <a:pt x="6038923" y="1975217"/>
                  </a:lnTo>
                  <a:lnTo>
                    <a:pt x="6039260" y="1974586"/>
                  </a:lnTo>
                  <a:lnTo>
                    <a:pt x="6039596" y="1973997"/>
                  </a:lnTo>
                  <a:lnTo>
                    <a:pt x="6039933" y="1973420"/>
                  </a:lnTo>
                  <a:lnTo>
                    <a:pt x="6040269" y="1972972"/>
                  </a:lnTo>
                  <a:lnTo>
                    <a:pt x="6040606" y="1972358"/>
                  </a:lnTo>
                  <a:lnTo>
                    <a:pt x="6040942" y="1971656"/>
                  </a:lnTo>
                  <a:lnTo>
                    <a:pt x="6041279" y="1970964"/>
                  </a:lnTo>
                  <a:lnTo>
                    <a:pt x="6041615" y="1970317"/>
                  </a:lnTo>
                  <a:lnTo>
                    <a:pt x="6041952" y="1969543"/>
                  </a:lnTo>
                  <a:lnTo>
                    <a:pt x="6042288" y="1969195"/>
                  </a:lnTo>
                  <a:lnTo>
                    <a:pt x="6042625" y="1969343"/>
                  </a:lnTo>
                  <a:lnTo>
                    <a:pt x="6042961" y="1969043"/>
                  </a:lnTo>
                  <a:lnTo>
                    <a:pt x="6043297" y="1968813"/>
                  </a:lnTo>
                  <a:lnTo>
                    <a:pt x="6043634" y="1968909"/>
                  </a:lnTo>
                  <a:lnTo>
                    <a:pt x="6043970" y="1968882"/>
                  </a:lnTo>
                  <a:lnTo>
                    <a:pt x="6044307" y="1968918"/>
                  </a:lnTo>
                  <a:lnTo>
                    <a:pt x="6044643" y="1969158"/>
                  </a:lnTo>
                  <a:lnTo>
                    <a:pt x="6044980" y="1969247"/>
                  </a:lnTo>
                  <a:lnTo>
                    <a:pt x="6045316" y="1969426"/>
                  </a:lnTo>
                  <a:lnTo>
                    <a:pt x="6045653" y="1969793"/>
                  </a:lnTo>
                  <a:lnTo>
                    <a:pt x="6045989" y="1970316"/>
                  </a:lnTo>
                  <a:lnTo>
                    <a:pt x="6046326" y="1970709"/>
                  </a:lnTo>
                  <a:lnTo>
                    <a:pt x="6046662" y="1971031"/>
                  </a:lnTo>
                  <a:lnTo>
                    <a:pt x="6046999" y="1971253"/>
                  </a:lnTo>
                  <a:lnTo>
                    <a:pt x="6047335" y="1971619"/>
                  </a:lnTo>
                  <a:lnTo>
                    <a:pt x="6047671" y="1971895"/>
                  </a:lnTo>
                  <a:lnTo>
                    <a:pt x="6048008" y="1972480"/>
                  </a:lnTo>
                  <a:lnTo>
                    <a:pt x="6048344" y="1973074"/>
                  </a:lnTo>
                  <a:lnTo>
                    <a:pt x="6048681" y="1974008"/>
                  </a:lnTo>
                  <a:lnTo>
                    <a:pt x="6049017" y="1974764"/>
                  </a:lnTo>
                  <a:lnTo>
                    <a:pt x="6049354" y="1975424"/>
                  </a:lnTo>
                  <a:lnTo>
                    <a:pt x="6049690" y="1976046"/>
                  </a:lnTo>
                  <a:lnTo>
                    <a:pt x="6050027" y="1976749"/>
                  </a:lnTo>
                  <a:lnTo>
                    <a:pt x="6050363" y="1977854"/>
                  </a:lnTo>
                  <a:lnTo>
                    <a:pt x="6050700" y="1978350"/>
                  </a:lnTo>
                  <a:lnTo>
                    <a:pt x="6051036" y="1978886"/>
                  </a:lnTo>
                  <a:lnTo>
                    <a:pt x="6051373" y="1979647"/>
                  </a:lnTo>
                  <a:lnTo>
                    <a:pt x="6051709" y="1979999"/>
                  </a:lnTo>
                  <a:lnTo>
                    <a:pt x="6052045" y="1979911"/>
                  </a:lnTo>
                  <a:lnTo>
                    <a:pt x="6052382" y="1979209"/>
                  </a:lnTo>
                  <a:lnTo>
                    <a:pt x="6052718" y="1977232"/>
                  </a:lnTo>
                  <a:lnTo>
                    <a:pt x="6053055" y="1974436"/>
                  </a:lnTo>
                  <a:lnTo>
                    <a:pt x="6053391" y="1971275"/>
                  </a:lnTo>
                  <a:lnTo>
                    <a:pt x="6053728" y="1967938"/>
                  </a:lnTo>
                  <a:lnTo>
                    <a:pt x="6054064" y="1964674"/>
                  </a:lnTo>
                  <a:lnTo>
                    <a:pt x="6054401" y="1961259"/>
                  </a:lnTo>
                  <a:lnTo>
                    <a:pt x="6054737" y="1957881"/>
                  </a:lnTo>
                  <a:lnTo>
                    <a:pt x="6055074" y="1953945"/>
                  </a:lnTo>
                  <a:lnTo>
                    <a:pt x="6055410" y="1949462"/>
                  </a:lnTo>
                  <a:lnTo>
                    <a:pt x="6055747" y="1944756"/>
                  </a:lnTo>
                  <a:lnTo>
                    <a:pt x="6056083" y="1939381"/>
                  </a:lnTo>
                  <a:lnTo>
                    <a:pt x="6056419" y="1933676"/>
                  </a:lnTo>
                  <a:lnTo>
                    <a:pt x="6056756" y="1928629"/>
                  </a:lnTo>
                  <a:lnTo>
                    <a:pt x="6057092" y="1924342"/>
                  </a:lnTo>
                  <a:lnTo>
                    <a:pt x="6057429" y="1920819"/>
                  </a:lnTo>
                  <a:lnTo>
                    <a:pt x="6057765" y="1917265"/>
                  </a:lnTo>
                  <a:lnTo>
                    <a:pt x="6058102" y="1914168"/>
                  </a:lnTo>
                  <a:lnTo>
                    <a:pt x="6058438" y="1911183"/>
                  </a:lnTo>
                  <a:lnTo>
                    <a:pt x="6058775" y="1907285"/>
                  </a:lnTo>
                  <a:lnTo>
                    <a:pt x="6059111" y="1903188"/>
                  </a:lnTo>
                  <a:lnTo>
                    <a:pt x="6059448" y="1898967"/>
                  </a:lnTo>
                  <a:lnTo>
                    <a:pt x="6059784" y="1894951"/>
                  </a:lnTo>
                  <a:lnTo>
                    <a:pt x="6060121" y="1891089"/>
                  </a:lnTo>
                  <a:lnTo>
                    <a:pt x="6060457" y="1886859"/>
                  </a:lnTo>
                  <a:lnTo>
                    <a:pt x="6060793" y="1882865"/>
                  </a:lnTo>
                  <a:lnTo>
                    <a:pt x="6061130" y="1879384"/>
                  </a:lnTo>
                  <a:lnTo>
                    <a:pt x="6061466" y="1876291"/>
                  </a:lnTo>
                  <a:lnTo>
                    <a:pt x="6061803" y="1873118"/>
                  </a:lnTo>
                  <a:lnTo>
                    <a:pt x="6062139" y="1869739"/>
                  </a:lnTo>
                  <a:lnTo>
                    <a:pt x="6062476" y="1866188"/>
                  </a:lnTo>
                  <a:lnTo>
                    <a:pt x="6062812" y="1862895"/>
                  </a:lnTo>
                  <a:lnTo>
                    <a:pt x="6063149" y="1859858"/>
                  </a:lnTo>
                  <a:lnTo>
                    <a:pt x="6063485" y="1857116"/>
                  </a:lnTo>
                  <a:lnTo>
                    <a:pt x="6063822" y="1855630"/>
                  </a:lnTo>
                  <a:lnTo>
                    <a:pt x="6064158" y="1854330"/>
                  </a:lnTo>
                  <a:lnTo>
                    <a:pt x="6064495" y="1853171"/>
                  </a:lnTo>
                  <a:lnTo>
                    <a:pt x="6064831" y="1852410"/>
                  </a:lnTo>
                  <a:lnTo>
                    <a:pt x="6065167" y="1851931"/>
                  </a:lnTo>
                  <a:lnTo>
                    <a:pt x="6065504" y="1852000"/>
                  </a:lnTo>
                  <a:lnTo>
                    <a:pt x="6065840" y="1853060"/>
                  </a:lnTo>
                  <a:lnTo>
                    <a:pt x="6066177" y="1854480"/>
                  </a:lnTo>
                  <a:lnTo>
                    <a:pt x="6066513" y="1855967"/>
                  </a:lnTo>
                  <a:lnTo>
                    <a:pt x="6066850" y="1857555"/>
                  </a:lnTo>
                  <a:lnTo>
                    <a:pt x="6067186" y="1859318"/>
                  </a:lnTo>
                  <a:lnTo>
                    <a:pt x="6067523" y="1861569"/>
                  </a:lnTo>
                  <a:lnTo>
                    <a:pt x="6067859" y="1864134"/>
                  </a:lnTo>
                  <a:lnTo>
                    <a:pt x="6068196" y="1866968"/>
                  </a:lnTo>
                  <a:lnTo>
                    <a:pt x="6068532" y="1870229"/>
                  </a:lnTo>
                  <a:lnTo>
                    <a:pt x="6068868" y="1873788"/>
                  </a:lnTo>
                  <a:lnTo>
                    <a:pt x="6069205" y="1877783"/>
                  </a:lnTo>
                  <a:lnTo>
                    <a:pt x="6069541" y="1881861"/>
                  </a:lnTo>
                  <a:lnTo>
                    <a:pt x="6069878" y="1885209"/>
                  </a:lnTo>
                  <a:lnTo>
                    <a:pt x="6070214" y="1888470"/>
                  </a:lnTo>
                  <a:lnTo>
                    <a:pt x="6070551" y="1891926"/>
                  </a:lnTo>
                  <a:lnTo>
                    <a:pt x="6070887" y="1894456"/>
                  </a:lnTo>
                  <a:lnTo>
                    <a:pt x="6071224" y="1896751"/>
                  </a:lnTo>
                  <a:lnTo>
                    <a:pt x="6071560" y="1898473"/>
                  </a:lnTo>
                  <a:lnTo>
                    <a:pt x="6071897" y="1899874"/>
                  </a:lnTo>
                  <a:lnTo>
                    <a:pt x="6072233" y="1901131"/>
                  </a:lnTo>
                  <a:lnTo>
                    <a:pt x="6072570" y="1902101"/>
                  </a:lnTo>
                  <a:lnTo>
                    <a:pt x="6072906" y="1903426"/>
                  </a:lnTo>
                  <a:lnTo>
                    <a:pt x="6073242" y="1904399"/>
                  </a:lnTo>
                  <a:lnTo>
                    <a:pt x="6073579" y="1904839"/>
                  </a:lnTo>
                  <a:lnTo>
                    <a:pt x="6073915" y="1904770"/>
                  </a:lnTo>
                  <a:lnTo>
                    <a:pt x="6074252" y="1904146"/>
                  </a:lnTo>
                  <a:lnTo>
                    <a:pt x="6074588" y="1903607"/>
                  </a:lnTo>
                  <a:lnTo>
                    <a:pt x="6074925" y="1902712"/>
                  </a:lnTo>
                  <a:lnTo>
                    <a:pt x="6075261" y="1901844"/>
                  </a:lnTo>
                  <a:lnTo>
                    <a:pt x="6075598" y="1901285"/>
                  </a:lnTo>
                  <a:lnTo>
                    <a:pt x="6075934" y="1900864"/>
                  </a:lnTo>
                  <a:lnTo>
                    <a:pt x="6076271" y="1900658"/>
                  </a:lnTo>
                  <a:lnTo>
                    <a:pt x="6076607" y="1900627"/>
                  </a:lnTo>
                  <a:lnTo>
                    <a:pt x="6076944" y="1901002"/>
                  </a:lnTo>
                  <a:lnTo>
                    <a:pt x="6077280" y="1901821"/>
                  </a:lnTo>
                  <a:lnTo>
                    <a:pt x="6077616" y="1902403"/>
                  </a:lnTo>
                  <a:lnTo>
                    <a:pt x="6077953" y="1902824"/>
                  </a:lnTo>
                  <a:lnTo>
                    <a:pt x="6078289" y="1903191"/>
                  </a:lnTo>
                  <a:lnTo>
                    <a:pt x="6078626" y="1903604"/>
                  </a:lnTo>
                  <a:lnTo>
                    <a:pt x="6078962" y="1904324"/>
                  </a:lnTo>
                  <a:lnTo>
                    <a:pt x="6079299" y="1905372"/>
                  </a:lnTo>
                  <a:lnTo>
                    <a:pt x="6079635" y="1907033"/>
                  </a:lnTo>
                  <a:lnTo>
                    <a:pt x="6079972" y="1909191"/>
                  </a:lnTo>
                  <a:lnTo>
                    <a:pt x="6080308" y="1911487"/>
                  </a:lnTo>
                  <a:lnTo>
                    <a:pt x="6080645" y="1913883"/>
                  </a:lnTo>
                  <a:lnTo>
                    <a:pt x="6080981" y="1916730"/>
                  </a:lnTo>
                  <a:lnTo>
                    <a:pt x="6081318" y="1919860"/>
                  </a:lnTo>
                  <a:lnTo>
                    <a:pt x="6081654" y="1923406"/>
                  </a:lnTo>
                  <a:lnTo>
                    <a:pt x="6081990" y="1926954"/>
                  </a:lnTo>
                  <a:lnTo>
                    <a:pt x="6082327" y="1930870"/>
                  </a:lnTo>
                  <a:lnTo>
                    <a:pt x="6082663" y="1934618"/>
                  </a:lnTo>
                  <a:lnTo>
                    <a:pt x="6083000" y="1937475"/>
                  </a:lnTo>
                  <a:lnTo>
                    <a:pt x="6083336" y="1940813"/>
                  </a:lnTo>
                  <a:lnTo>
                    <a:pt x="6083673" y="1944366"/>
                  </a:lnTo>
                  <a:lnTo>
                    <a:pt x="6084009" y="1947840"/>
                  </a:lnTo>
                  <a:lnTo>
                    <a:pt x="6084346" y="1951372"/>
                  </a:lnTo>
                  <a:lnTo>
                    <a:pt x="6084682" y="1954421"/>
                  </a:lnTo>
                  <a:lnTo>
                    <a:pt x="6085019" y="1957152"/>
                  </a:lnTo>
                  <a:lnTo>
                    <a:pt x="6085355" y="1959976"/>
                  </a:lnTo>
                  <a:lnTo>
                    <a:pt x="6085692" y="1962789"/>
                  </a:lnTo>
                  <a:lnTo>
                    <a:pt x="6086028" y="1965684"/>
                  </a:lnTo>
                  <a:lnTo>
                    <a:pt x="6086364" y="1968714"/>
                  </a:lnTo>
                  <a:lnTo>
                    <a:pt x="6086701" y="1971616"/>
                  </a:lnTo>
                  <a:lnTo>
                    <a:pt x="6087037" y="1974781"/>
                  </a:lnTo>
                  <a:lnTo>
                    <a:pt x="6087374" y="1978011"/>
                  </a:lnTo>
                  <a:lnTo>
                    <a:pt x="6087710" y="1981091"/>
                  </a:lnTo>
                  <a:lnTo>
                    <a:pt x="6088047" y="1983732"/>
                  </a:lnTo>
                  <a:lnTo>
                    <a:pt x="6088383" y="1985966"/>
                  </a:lnTo>
                  <a:lnTo>
                    <a:pt x="6088720" y="1987968"/>
                  </a:lnTo>
                  <a:lnTo>
                    <a:pt x="6089056" y="1990105"/>
                  </a:lnTo>
                  <a:lnTo>
                    <a:pt x="6089393" y="1992631"/>
                  </a:lnTo>
                  <a:lnTo>
                    <a:pt x="6089729" y="1995180"/>
                  </a:lnTo>
                  <a:lnTo>
                    <a:pt x="6090066" y="1997483"/>
                  </a:lnTo>
                  <a:lnTo>
                    <a:pt x="6090402" y="1999075"/>
                  </a:lnTo>
                  <a:lnTo>
                    <a:pt x="6090738" y="2000703"/>
                  </a:lnTo>
                  <a:lnTo>
                    <a:pt x="6091075" y="2001495"/>
                  </a:lnTo>
                  <a:lnTo>
                    <a:pt x="6091411" y="2001546"/>
                  </a:lnTo>
                  <a:lnTo>
                    <a:pt x="6091748" y="2001688"/>
                  </a:lnTo>
                  <a:lnTo>
                    <a:pt x="6092084" y="2001046"/>
                  </a:lnTo>
                  <a:lnTo>
                    <a:pt x="6092421" y="1999945"/>
                  </a:lnTo>
                  <a:lnTo>
                    <a:pt x="6092757" y="1998672"/>
                  </a:lnTo>
                  <a:lnTo>
                    <a:pt x="6093094" y="1997490"/>
                  </a:lnTo>
                  <a:lnTo>
                    <a:pt x="6093430" y="1996458"/>
                  </a:lnTo>
                  <a:lnTo>
                    <a:pt x="6093767" y="1995662"/>
                  </a:lnTo>
                  <a:lnTo>
                    <a:pt x="6094103" y="1994741"/>
                  </a:lnTo>
                  <a:lnTo>
                    <a:pt x="6094440" y="1993930"/>
                  </a:lnTo>
                  <a:lnTo>
                    <a:pt x="6094776" y="1993941"/>
                  </a:lnTo>
                  <a:lnTo>
                    <a:pt x="6095112" y="1993825"/>
                  </a:lnTo>
                  <a:lnTo>
                    <a:pt x="6095449" y="1994314"/>
                  </a:lnTo>
                  <a:lnTo>
                    <a:pt x="6095785" y="1995298"/>
                  </a:lnTo>
                  <a:lnTo>
                    <a:pt x="6096122" y="1996941"/>
                  </a:lnTo>
                  <a:lnTo>
                    <a:pt x="6096458" y="1999096"/>
                  </a:lnTo>
                  <a:lnTo>
                    <a:pt x="6096795" y="2001333"/>
                  </a:lnTo>
                  <a:lnTo>
                    <a:pt x="6097131" y="2003759"/>
                  </a:lnTo>
                  <a:lnTo>
                    <a:pt x="6097468" y="2007031"/>
                  </a:lnTo>
                  <a:lnTo>
                    <a:pt x="6097804" y="2010509"/>
                  </a:lnTo>
                  <a:lnTo>
                    <a:pt x="6098141" y="2014144"/>
                  </a:lnTo>
                  <a:lnTo>
                    <a:pt x="6098477" y="2017694"/>
                  </a:lnTo>
                  <a:lnTo>
                    <a:pt x="6098814" y="2021141"/>
                  </a:lnTo>
                  <a:lnTo>
                    <a:pt x="6099150" y="2024894"/>
                  </a:lnTo>
                  <a:lnTo>
                    <a:pt x="6099486" y="2028911"/>
                  </a:lnTo>
                  <a:lnTo>
                    <a:pt x="6099823" y="2032231"/>
                  </a:lnTo>
                  <a:lnTo>
                    <a:pt x="6100159" y="2035690"/>
                  </a:lnTo>
                  <a:lnTo>
                    <a:pt x="6100496" y="2038558"/>
                  </a:lnTo>
                  <a:lnTo>
                    <a:pt x="6100832" y="2041125"/>
                  </a:lnTo>
                  <a:lnTo>
                    <a:pt x="6101169" y="2043249"/>
                  </a:lnTo>
                  <a:lnTo>
                    <a:pt x="6101505" y="2045114"/>
                  </a:lnTo>
                  <a:lnTo>
                    <a:pt x="6101842" y="2047026"/>
                  </a:lnTo>
                  <a:lnTo>
                    <a:pt x="6102178" y="2048687"/>
                  </a:lnTo>
                  <a:lnTo>
                    <a:pt x="6102515" y="2050017"/>
                  </a:lnTo>
                  <a:lnTo>
                    <a:pt x="6102851" y="2050888"/>
                  </a:lnTo>
                  <a:lnTo>
                    <a:pt x="6103187" y="2051510"/>
                  </a:lnTo>
                  <a:lnTo>
                    <a:pt x="6103524" y="2052131"/>
                  </a:lnTo>
                  <a:lnTo>
                    <a:pt x="6103860" y="2052657"/>
                  </a:lnTo>
                  <a:lnTo>
                    <a:pt x="6104197" y="2052943"/>
                  </a:lnTo>
                  <a:lnTo>
                    <a:pt x="6104533" y="2052937"/>
                  </a:lnTo>
                  <a:lnTo>
                    <a:pt x="6104870" y="2053219"/>
                  </a:lnTo>
                  <a:lnTo>
                    <a:pt x="6105206" y="2053563"/>
                  </a:lnTo>
                  <a:lnTo>
                    <a:pt x="6105543" y="2054069"/>
                  </a:lnTo>
                  <a:lnTo>
                    <a:pt x="6105879" y="2054744"/>
                  </a:lnTo>
                  <a:lnTo>
                    <a:pt x="6106216" y="2055464"/>
                  </a:lnTo>
                  <a:lnTo>
                    <a:pt x="6106552" y="2056199"/>
                  </a:lnTo>
                  <a:lnTo>
                    <a:pt x="6106889" y="2056810"/>
                  </a:lnTo>
                  <a:lnTo>
                    <a:pt x="6107225" y="2057255"/>
                  </a:lnTo>
                  <a:lnTo>
                    <a:pt x="6107561" y="2057577"/>
                  </a:lnTo>
                  <a:lnTo>
                    <a:pt x="6107898" y="2058028"/>
                  </a:lnTo>
                  <a:lnTo>
                    <a:pt x="6108234" y="2058636"/>
                  </a:lnTo>
                  <a:lnTo>
                    <a:pt x="6108571" y="2059340"/>
                  </a:lnTo>
                  <a:lnTo>
                    <a:pt x="6108907" y="2060226"/>
                  </a:lnTo>
                  <a:lnTo>
                    <a:pt x="6109244" y="2061188"/>
                  </a:lnTo>
                  <a:lnTo>
                    <a:pt x="6109580" y="2061762"/>
                  </a:lnTo>
                  <a:lnTo>
                    <a:pt x="6109917" y="2061941"/>
                  </a:lnTo>
                  <a:lnTo>
                    <a:pt x="6110253" y="2061766"/>
                  </a:lnTo>
                  <a:lnTo>
                    <a:pt x="6110590" y="2061040"/>
                  </a:lnTo>
                  <a:lnTo>
                    <a:pt x="6110926" y="2060027"/>
                  </a:lnTo>
                  <a:lnTo>
                    <a:pt x="6111263" y="2059320"/>
                  </a:lnTo>
                  <a:lnTo>
                    <a:pt x="6111599" y="2058264"/>
                  </a:lnTo>
                  <a:lnTo>
                    <a:pt x="6111935" y="2056978"/>
                  </a:lnTo>
                  <a:lnTo>
                    <a:pt x="6112272" y="2055210"/>
                  </a:lnTo>
                  <a:lnTo>
                    <a:pt x="6112608" y="2053044"/>
                  </a:lnTo>
                  <a:lnTo>
                    <a:pt x="6112945" y="2050220"/>
                  </a:lnTo>
                  <a:lnTo>
                    <a:pt x="6113281" y="2047121"/>
                  </a:lnTo>
                  <a:lnTo>
                    <a:pt x="6113618" y="2043248"/>
                  </a:lnTo>
                  <a:lnTo>
                    <a:pt x="6113954" y="2038962"/>
                  </a:lnTo>
                  <a:lnTo>
                    <a:pt x="6114291" y="2034645"/>
                  </a:lnTo>
                  <a:lnTo>
                    <a:pt x="6114627" y="2030108"/>
                  </a:lnTo>
                  <a:lnTo>
                    <a:pt x="6114964" y="2026203"/>
                  </a:lnTo>
                  <a:lnTo>
                    <a:pt x="6115300" y="2022656"/>
                  </a:lnTo>
                  <a:lnTo>
                    <a:pt x="6115637" y="2019533"/>
                  </a:lnTo>
                  <a:lnTo>
                    <a:pt x="6115973" y="2016506"/>
                  </a:lnTo>
                  <a:lnTo>
                    <a:pt x="6116309" y="2013222"/>
                  </a:lnTo>
                  <a:lnTo>
                    <a:pt x="6116646" y="2010064"/>
                  </a:lnTo>
                  <a:lnTo>
                    <a:pt x="6116982" y="2007414"/>
                  </a:lnTo>
                  <a:lnTo>
                    <a:pt x="6117319" y="2005329"/>
                  </a:lnTo>
                  <a:lnTo>
                    <a:pt x="6117655" y="2003382"/>
                  </a:lnTo>
                  <a:lnTo>
                    <a:pt x="6117992" y="2001932"/>
                  </a:lnTo>
                  <a:lnTo>
                    <a:pt x="6118328" y="2000274"/>
                  </a:lnTo>
                  <a:lnTo>
                    <a:pt x="6118665" y="1998987"/>
                  </a:lnTo>
                  <a:lnTo>
                    <a:pt x="6119001" y="1997881"/>
                  </a:lnTo>
                  <a:lnTo>
                    <a:pt x="6119338" y="1997191"/>
                  </a:lnTo>
                  <a:lnTo>
                    <a:pt x="6119674" y="1997089"/>
                  </a:lnTo>
                  <a:lnTo>
                    <a:pt x="6120011" y="1998312"/>
                  </a:lnTo>
                  <a:lnTo>
                    <a:pt x="6120347" y="2000104"/>
                  </a:lnTo>
                  <a:lnTo>
                    <a:pt x="6120683" y="2001903"/>
                  </a:lnTo>
                  <a:lnTo>
                    <a:pt x="6121020" y="2002898"/>
                  </a:lnTo>
                  <a:lnTo>
                    <a:pt x="6121356" y="2004122"/>
                  </a:lnTo>
                  <a:lnTo>
                    <a:pt x="6121693" y="2005592"/>
                  </a:lnTo>
                  <a:lnTo>
                    <a:pt x="6122029" y="2006824"/>
                  </a:lnTo>
                  <a:lnTo>
                    <a:pt x="6122366" y="2008087"/>
                  </a:lnTo>
                  <a:lnTo>
                    <a:pt x="6122702" y="2009840"/>
                  </a:lnTo>
                  <a:lnTo>
                    <a:pt x="6123039" y="2011898"/>
                  </a:lnTo>
                  <a:lnTo>
                    <a:pt x="6123375" y="2015826"/>
                  </a:lnTo>
                  <a:lnTo>
                    <a:pt x="6123712" y="2020332"/>
                  </a:lnTo>
                  <a:lnTo>
                    <a:pt x="6124048" y="2025078"/>
                  </a:lnTo>
                  <a:lnTo>
                    <a:pt x="6124385" y="2028934"/>
                  </a:lnTo>
                  <a:lnTo>
                    <a:pt x="6124721" y="2032053"/>
                  </a:lnTo>
                  <a:lnTo>
                    <a:pt x="6125057" y="2035054"/>
                  </a:lnTo>
                  <a:lnTo>
                    <a:pt x="6125394" y="2037894"/>
                  </a:lnTo>
                  <a:lnTo>
                    <a:pt x="6125730" y="2040875"/>
                  </a:lnTo>
                  <a:lnTo>
                    <a:pt x="6126067" y="2044559"/>
                  </a:lnTo>
                  <a:lnTo>
                    <a:pt x="6126403" y="2048494"/>
                  </a:lnTo>
                  <a:lnTo>
                    <a:pt x="6126740" y="2052236"/>
                  </a:lnTo>
                  <a:lnTo>
                    <a:pt x="6127076" y="2055976"/>
                  </a:lnTo>
                  <a:lnTo>
                    <a:pt x="6127413" y="2059703"/>
                  </a:lnTo>
                  <a:lnTo>
                    <a:pt x="6127749" y="2063312"/>
                  </a:lnTo>
                  <a:lnTo>
                    <a:pt x="6128086" y="2066454"/>
                  </a:lnTo>
                  <a:lnTo>
                    <a:pt x="6128422" y="2069103"/>
                  </a:lnTo>
                  <a:lnTo>
                    <a:pt x="6128759" y="2071455"/>
                  </a:lnTo>
                  <a:lnTo>
                    <a:pt x="6129095" y="2073578"/>
                  </a:lnTo>
                  <a:lnTo>
                    <a:pt x="6129431" y="2075643"/>
                  </a:lnTo>
                  <a:lnTo>
                    <a:pt x="6129768" y="2078023"/>
                  </a:lnTo>
                  <a:lnTo>
                    <a:pt x="6130104" y="2080400"/>
                  </a:lnTo>
                  <a:lnTo>
                    <a:pt x="6130441" y="2082249"/>
                  </a:lnTo>
                  <a:lnTo>
                    <a:pt x="6130777" y="2083590"/>
                  </a:lnTo>
                  <a:lnTo>
                    <a:pt x="6131114" y="2083729"/>
                  </a:lnTo>
                  <a:lnTo>
                    <a:pt x="6131450" y="2083561"/>
                  </a:lnTo>
                  <a:lnTo>
                    <a:pt x="6131787" y="2083294"/>
                  </a:lnTo>
                  <a:lnTo>
                    <a:pt x="6132123" y="2082714"/>
                  </a:lnTo>
                  <a:lnTo>
                    <a:pt x="6132460" y="2081697"/>
                  </a:lnTo>
                  <a:lnTo>
                    <a:pt x="6132796" y="2080284"/>
                  </a:lnTo>
                  <a:lnTo>
                    <a:pt x="6133133" y="2078387"/>
                  </a:lnTo>
                  <a:lnTo>
                    <a:pt x="6133469" y="2076014"/>
                  </a:lnTo>
                  <a:lnTo>
                    <a:pt x="6133805" y="2073326"/>
                  </a:lnTo>
                  <a:lnTo>
                    <a:pt x="6134142" y="2070557"/>
                  </a:lnTo>
                  <a:lnTo>
                    <a:pt x="6134478" y="2067944"/>
                  </a:lnTo>
                  <a:lnTo>
                    <a:pt x="6134815" y="2065119"/>
                  </a:lnTo>
                  <a:lnTo>
                    <a:pt x="6135151" y="2061890"/>
                  </a:lnTo>
                  <a:lnTo>
                    <a:pt x="6135488" y="2058827"/>
                  </a:lnTo>
                  <a:lnTo>
                    <a:pt x="6135824" y="2055238"/>
                  </a:lnTo>
                  <a:lnTo>
                    <a:pt x="6136161" y="2051865"/>
                  </a:lnTo>
                  <a:lnTo>
                    <a:pt x="6136497" y="2048391"/>
                  </a:lnTo>
                  <a:lnTo>
                    <a:pt x="6136834" y="2044982"/>
                  </a:lnTo>
                  <a:lnTo>
                    <a:pt x="6137170" y="2041830"/>
                  </a:lnTo>
                  <a:lnTo>
                    <a:pt x="6137506" y="2038760"/>
                  </a:lnTo>
                  <a:lnTo>
                    <a:pt x="6137843" y="2035808"/>
                  </a:lnTo>
                  <a:lnTo>
                    <a:pt x="6138179" y="2033825"/>
                  </a:lnTo>
                  <a:lnTo>
                    <a:pt x="6138516" y="2032599"/>
                  </a:lnTo>
                  <a:lnTo>
                    <a:pt x="6138852" y="2031970"/>
                  </a:lnTo>
                  <a:lnTo>
                    <a:pt x="6139189" y="2031732"/>
                  </a:lnTo>
                  <a:lnTo>
                    <a:pt x="6139525" y="2031832"/>
                  </a:lnTo>
                  <a:lnTo>
                    <a:pt x="6139862" y="2032252"/>
                  </a:lnTo>
                  <a:lnTo>
                    <a:pt x="6140198" y="2032943"/>
                  </a:lnTo>
                  <a:lnTo>
                    <a:pt x="6140535" y="2033779"/>
                  </a:lnTo>
                  <a:lnTo>
                    <a:pt x="6140871" y="2034447"/>
                  </a:lnTo>
                  <a:lnTo>
                    <a:pt x="6141208" y="2034935"/>
                  </a:lnTo>
                  <a:lnTo>
                    <a:pt x="6141544" y="2035483"/>
                  </a:lnTo>
                  <a:lnTo>
                    <a:pt x="6141880" y="2035393"/>
                  </a:lnTo>
                  <a:lnTo>
                    <a:pt x="6142217" y="2035316"/>
                  </a:lnTo>
                  <a:lnTo>
                    <a:pt x="6142553" y="2035262"/>
                  </a:lnTo>
                  <a:lnTo>
                    <a:pt x="6142890" y="2035148"/>
                  </a:lnTo>
                  <a:lnTo>
                    <a:pt x="6143226" y="2034466"/>
                  </a:lnTo>
                  <a:lnTo>
                    <a:pt x="6143563" y="2033372"/>
                  </a:lnTo>
                  <a:lnTo>
                    <a:pt x="6143899" y="2031933"/>
                  </a:lnTo>
                  <a:lnTo>
                    <a:pt x="6144236" y="2030066"/>
                  </a:lnTo>
                  <a:lnTo>
                    <a:pt x="6144572" y="2027777"/>
                  </a:lnTo>
                  <a:lnTo>
                    <a:pt x="6144909" y="2025481"/>
                  </a:lnTo>
                  <a:lnTo>
                    <a:pt x="6145245" y="2023193"/>
                  </a:lnTo>
                  <a:lnTo>
                    <a:pt x="6145582" y="2021332"/>
                  </a:lnTo>
                  <a:lnTo>
                    <a:pt x="6145918" y="2019489"/>
                  </a:lnTo>
                  <a:lnTo>
                    <a:pt x="6146254" y="2017632"/>
                  </a:lnTo>
                  <a:lnTo>
                    <a:pt x="6146591" y="2015951"/>
                  </a:lnTo>
                  <a:lnTo>
                    <a:pt x="6146927" y="2014465"/>
                  </a:lnTo>
                  <a:lnTo>
                    <a:pt x="6147264" y="2013030"/>
                  </a:lnTo>
                  <a:lnTo>
                    <a:pt x="6147600" y="2011437"/>
                  </a:lnTo>
                  <a:lnTo>
                    <a:pt x="6147937" y="2009706"/>
                  </a:lnTo>
                  <a:lnTo>
                    <a:pt x="6148273" y="2007908"/>
                  </a:lnTo>
                  <a:lnTo>
                    <a:pt x="6148610" y="2006175"/>
                  </a:lnTo>
                  <a:lnTo>
                    <a:pt x="6148946" y="2004866"/>
                  </a:lnTo>
                  <a:lnTo>
                    <a:pt x="6149283" y="2003962"/>
                  </a:lnTo>
                  <a:lnTo>
                    <a:pt x="6149619" y="2003029"/>
                  </a:lnTo>
                  <a:lnTo>
                    <a:pt x="6149956" y="2002490"/>
                  </a:lnTo>
                  <a:lnTo>
                    <a:pt x="6150292" y="2001973"/>
                  </a:lnTo>
                  <a:lnTo>
                    <a:pt x="6150628" y="2001505"/>
                  </a:lnTo>
                  <a:lnTo>
                    <a:pt x="6150965" y="2001430"/>
                  </a:lnTo>
                  <a:lnTo>
                    <a:pt x="6151301" y="2001797"/>
                  </a:lnTo>
                  <a:lnTo>
                    <a:pt x="6151638" y="2001773"/>
                  </a:lnTo>
                  <a:lnTo>
                    <a:pt x="6151974" y="2001952"/>
                  </a:lnTo>
                  <a:lnTo>
                    <a:pt x="6152311" y="2001992"/>
                  </a:lnTo>
                  <a:lnTo>
                    <a:pt x="6152647" y="2001937"/>
                  </a:lnTo>
                  <a:lnTo>
                    <a:pt x="6152984" y="2002051"/>
                  </a:lnTo>
                  <a:lnTo>
                    <a:pt x="6153320" y="2002261"/>
                  </a:lnTo>
                  <a:lnTo>
                    <a:pt x="6153657" y="2002412"/>
                  </a:lnTo>
                  <a:lnTo>
                    <a:pt x="6153993" y="2002318"/>
                  </a:lnTo>
                  <a:lnTo>
                    <a:pt x="6154330" y="2002195"/>
                  </a:lnTo>
                  <a:lnTo>
                    <a:pt x="6154666" y="2001928"/>
                  </a:lnTo>
                  <a:lnTo>
                    <a:pt x="6155002" y="2001835"/>
                  </a:lnTo>
                  <a:lnTo>
                    <a:pt x="6155339" y="2002424"/>
                  </a:lnTo>
                  <a:lnTo>
                    <a:pt x="6155675" y="2002930"/>
                  </a:lnTo>
                  <a:lnTo>
                    <a:pt x="6156012" y="2003282"/>
                  </a:lnTo>
                  <a:lnTo>
                    <a:pt x="6156348" y="2003282"/>
                  </a:lnTo>
                  <a:lnTo>
                    <a:pt x="6156685" y="2003243"/>
                  </a:lnTo>
                  <a:lnTo>
                    <a:pt x="6157021" y="2003243"/>
                  </a:lnTo>
                  <a:lnTo>
                    <a:pt x="6157358" y="2003779"/>
                  </a:lnTo>
                  <a:lnTo>
                    <a:pt x="6157694" y="2004935"/>
                  </a:lnTo>
                  <a:lnTo>
                    <a:pt x="6158031" y="2006108"/>
                  </a:lnTo>
                  <a:lnTo>
                    <a:pt x="6158367" y="2007734"/>
                  </a:lnTo>
                  <a:lnTo>
                    <a:pt x="6158704" y="2009658"/>
                  </a:lnTo>
                  <a:lnTo>
                    <a:pt x="6159040" y="2011452"/>
                  </a:lnTo>
                  <a:lnTo>
                    <a:pt x="6159376" y="2013564"/>
                  </a:lnTo>
                  <a:lnTo>
                    <a:pt x="6159713" y="2015867"/>
                  </a:lnTo>
                  <a:lnTo>
                    <a:pt x="6160049" y="2018066"/>
                  </a:lnTo>
                  <a:lnTo>
                    <a:pt x="6160386" y="2020166"/>
                  </a:lnTo>
                  <a:lnTo>
                    <a:pt x="6160722" y="2022154"/>
                  </a:lnTo>
                  <a:lnTo>
                    <a:pt x="6161059" y="2023846"/>
                  </a:lnTo>
                  <a:lnTo>
                    <a:pt x="6161395" y="2025395"/>
                  </a:lnTo>
                  <a:lnTo>
                    <a:pt x="6161732" y="2026948"/>
                  </a:lnTo>
                  <a:lnTo>
                    <a:pt x="6162068" y="2028437"/>
                  </a:lnTo>
                  <a:lnTo>
                    <a:pt x="6162405" y="2029821"/>
                  </a:lnTo>
                  <a:lnTo>
                    <a:pt x="6162741" y="2030965"/>
                  </a:lnTo>
                  <a:lnTo>
                    <a:pt x="6163078" y="2031836"/>
                  </a:lnTo>
                  <a:lnTo>
                    <a:pt x="6163414" y="2032026"/>
                  </a:lnTo>
                  <a:lnTo>
                    <a:pt x="6163750" y="2031682"/>
                  </a:lnTo>
                  <a:lnTo>
                    <a:pt x="6164087" y="2030853"/>
                  </a:lnTo>
                  <a:lnTo>
                    <a:pt x="6164423" y="2029659"/>
                  </a:lnTo>
                  <a:lnTo>
                    <a:pt x="6164760" y="2028052"/>
                  </a:lnTo>
                  <a:lnTo>
                    <a:pt x="6165096" y="2025970"/>
                  </a:lnTo>
                  <a:lnTo>
                    <a:pt x="6165433" y="2023827"/>
                  </a:lnTo>
                  <a:lnTo>
                    <a:pt x="6165769" y="2021676"/>
                  </a:lnTo>
                  <a:lnTo>
                    <a:pt x="6166106" y="2019809"/>
                  </a:lnTo>
                  <a:lnTo>
                    <a:pt x="6166442" y="2018041"/>
                  </a:lnTo>
                  <a:lnTo>
                    <a:pt x="6166779" y="2016082"/>
                  </a:lnTo>
                  <a:lnTo>
                    <a:pt x="6167115" y="2013946"/>
                  </a:lnTo>
                  <a:lnTo>
                    <a:pt x="6167452" y="2011447"/>
                  </a:lnTo>
                  <a:lnTo>
                    <a:pt x="6167788" y="2009226"/>
                  </a:lnTo>
                  <a:lnTo>
                    <a:pt x="6168124" y="2007108"/>
                  </a:lnTo>
                  <a:lnTo>
                    <a:pt x="6168461" y="2005743"/>
                  </a:lnTo>
                  <a:lnTo>
                    <a:pt x="6168797" y="2004512"/>
                  </a:lnTo>
                  <a:lnTo>
                    <a:pt x="6169134" y="2003652"/>
                  </a:lnTo>
                  <a:lnTo>
                    <a:pt x="6169470" y="2003187"/>
                  </a:lnTo>
                  <a:lnTo>
                    <a:pt x="6169807" y="2002924"/>
                  </a:lnTo>
                  <a:lnTo>
                    <a:pt x="6170143" y="2002868"/>
                  </a:lnTo>
                  <a:lnTo>
                    <a:pt x="6170480" y="2002732"/>
                  </a:lnTo>
                  <a:lnTo>
                    <a:pt x="6170816" y="2002441"/>
                  </a:lnTo>
                  <a:lnTo>
                    <a:pt x="6171153" y="2002037"/>
                  </a:lnTo>
                  <a:lnTo>
                    <a:pt x="6171489" y="2001741"/>
                  </a:lnTo>
                  <a:lnTo>
                    <a:pt x="6171825" y="2001607"/>
                  </a:lnTo>
                  <a:lnTo>
                    <a:pt x="6172162" y="2001719"/>
                  </a:lnTo>
                  <a:lnTo>
                    <a:pt x="6172498" y="2001995"/>
                  </a:lnTo>
                  <a:lnTo>
                    <a:pt x="6172835" y="2002229"/>
                  </a:lnTo>
                  <a:lnTo>
                    <a:pt x="6173171" y="2002199"/>
                  </a:lnTo>
                  <a:lnTo>
                    <a:pt x="6173508" y="2001902"/>
                  </a:lnTo>
                  <a:lnTo>
                    <a:pt x="6173844" y="2001802"/>
                  </a:lnTo>
                  <a:lnTo>
                    <a:pt x="6174181" y="2001757"/>
                  </a:lnTo>
                  <a:lnTo>
                    <a:pt x="6174517" y="2001909"/>
                  </a:lnTo>
                  <a:lnTo>
                    <a:pt x="6174854" y="2002054"/>
                  </a:lnTo>
                  <a:lnTo>
                    <a:pt x="6175190" y="2002360"/>
                  </a:lnTo>
                  <a:lnTo>
                    <a:pt x="6175527" y="2002863"/>
                  </a:lnTo>
                  <a:lnTo>
                    <a:pt x="6175863" y="2003612"/>
                  </a:lnTo>
                  <a:lnTo>
                    <a:pt x="6176199" y="2004410"/>
                  </a:lnTo>
                  <a:lnTo>
                    <a:pt x="6176536" y="2005132"/>
                  </a:lnTo>
                  <a:lnTo>
                    <a:pt x="6176872" y="2006111"/>
                  </a:lnTo>
                  <a:lnTo>
                    <a:pt x="6177209" y="2007311"/>
                  </a:lnTo>
                  <a:lnTo>
                    <a:pt x="6177545" y="2009100"/>
                  </a:lnTo>
                  <a:lnTo>
                    <a:pt x="6177882" y="2011441"/>
                  </a:lnTo>
                  <a:lnTo>
                    <a:pt x="6178218" y="2013785"/>
                  </a:lnTo>
                  <a:lnTo>
                    <a:pt x="6178555" y="2015824"/>
                  </a:lnTo>
                  <a:lnTo>
                    <a:pt x="6178891" y="2018113"/>
                  </a:lnTo>
                  <a:lnTo>
                    <a:pt x="6179228" y="2020554"/>
                  </a:lnTo>
                  <a:lnTo>
                    <a:pt x="6179564" y="2023340"/>
                  </a:lnTo>
                  <a:lnTo>
                    <a:pt x="6179901" y="2026287"/>
                  </a:lnTo>
                  <a:lnTo>
                    <a:pt x="6180237" y="2029861"/>
                  </a:lnTo>
                  <a:lnTo>
                    <a:pt x="6180573" y="2033519"/>
                  </a:lnTo>
                  <a:lnTo>
                    <a:pt x="6180910" y="2037912"/>
                  </a:lnTo>
                  <a:lnTo>
                    <a:pt x="6181246" y="2042764"/>
                  </a:lnTo>
                  <a:lnTo>
                    <a:pt x="6181583" y="2047785"/>
                  </a:lnTo>
                  <a:lnTo>
                    <a:pt x="6181919" y="2052553"/>
                  </a:lnTo>
                  <a:lnTo>
                    <a:pt x="6182256" y="2056630"/>
                  </a:lnTo>
                  <a:lnTo>
                    <a:pt x="6182592" y="2060161"/>
                  </a:lnTo>
                  <a:lnTo>
                    <a:pt x="6182929" y="2063258"/>
                  </a:lnTo>
                  <a:lnTo>
                    <a:pt x="6183265" y="2066544"/>
                  </a:lnTo>
                  <a:lnTo>
                    <a:pt x="6183602" y="2070262"/>
                  </a:lnTo>
                  <a:lnTo>
                    <a:pt x="6183938" y="2074307"/>
                  </a:lnTo>
                  <a:lnTo>
                    <a:pt x="6184275" y="2078234"/>
                  </a:lnTo>
                  <a:lnTo>
                    <a:pt x="6184611" y="2081854"/>
                  </a:lnTo>
                  <a:lnTo>
                    <a:pt x="6184947" y="2085510"/>
                  </a:lnTo>
                  <a:lnTo>
                    <a:pt x="6185284" y="2088436"/>
                  </a:lnTo>
                  <a:lnTo>
                    <a:pt x="6185620" y="2091175"/>
                  </a:lnTo>
                  <a:lnTo>
                    <a:pt x="6185957" y="2093204"/>
                  </a:lnTo>
                  <a:lnTo>
                    <a:pt x="6186293" y="2094964"/>
                  </a:lnTo>
                  <a:lnTo>
                    <a:pt x="6186630" y="2096060"/>
                  </a:lnTo>
                  <a:lnTo>
                    <a:pt x="6186966" y="2097001"/>
                  </a:lnTo>
                  <a:lnTo>
                    <a:pt x="6187303" y="2097400"/>
                  </a:lnTo>
                  <a:lnTo>
                    <a:pt x="6187639" y="2097673"/>
                  </a:lnTo>
                  <a:lnTo>
                    <a:pt x="6187976" y="2097966"/>
                  </a:lnTo>
                  <a:lnTo>
                    <a:pt x="6188312" y="2098699"/>
                  </a:lnTo>
                  <a:lnTo>
                    <a:pt x="6188649" y="2099444"/>
                  </a:lnTo>
                  <a:lnTo>
                    <a:pt x="6188985" y="2099862"/>
                  </a:lnTo>
                  <a:lnTo>
                    <a:pt x="6189321" y="2100206"/>
                  </a:lnTo>
                  <a:lnTo>
                    <a:pt x="6189658" y="2100532"/>
                  </a:lnTo>
                  <a:lnTo>
                    <a:pt x="6189994" y="2100934"/>
                  </a:lnTo>
                  <a:lnTo>
                    <a:pt x="6190331" y="2101742"/>
                  </a:lnTo>
                  <a:lnTo>
                    <a:pt x="6190667" y="2101167"/>
                  </a:lnTo>
                  <a:lnTo>
                    <a:pt x="6191004" y="2100718"/>
                  </a:lnTo>
                  <a:lnTo>
                    <a:pt x="6191340" y="2099884"/>
                  </a:lnTo>
                  <a:lnTo>
                    <a:pt x="6191677" y="2099827"/>
                  </a:lnTo>
                  <a:lnTo>
                    <a:pt x="6192013" y="2100212"/>
                  </a:lnTo>
                  <a:lnTo>
                    <a:pt x="6192350" y="2101213"/>
                  </a:lnTo>
                  <a:lnTo>
                    <a:pt x="6192686" y="2102506"/>
                  </a:lnTo>
                  <a:lnTo>
                    <a:pt x="6193023" y="2104225"/>
                  </a:lnTo>
                  <a:lnTo>
                    <a:pt x="6193359" y="2106361"/>
                  </a:lnTo>
                  <a:lnTo>
                    <a:pt x="6193695" y="2108585"/>
                  </a:lnTo>
                  <a:lnTo>
                    <a:pt x="6194032" y="2110759"/>
                  </a:lnTo>
                  <a:lnTo>
                    <a:pt x="6194368" y="2112966"/>
                  </a:lnTo>
                  <a:lnTo>
                    <a:pt x="6194705" y="2114985"/>
                  </a:lnTo>
                  <a:lnTo>
                    <a:pt x="6195041" y="2116919"/>
                  </a:lnTo>
                  <a:lnTo>
                    <a:pt x="6195378" y="2118784"/>
                  </a:lnTo>
                  <a:lnTo>
                    <a:pt x="6195714" y="2120683"/>
                  </a:lnTo>
                  <a:lnTo>
                    <a:pt x="6196051" y="2122542"/>
                  </a:lnTo>
                  <a:lnTo>
                    <a:pt x="6196387" y="2124392"/>
                  </a:lnTo>
                  <a:lnTo>
                    <a:pt x="6196724" y="2126503"/>
                  </a:lnTo>
                  <a:lnTo>
                    <a:pt x="6197060" y="2128239"/>
                  </a:lnTo>
                  <a:lnTo>
                    <a:pt x="6197397" y="2129549"/>
                  </a:lnTo>
                  <a:lnTo>
                    <a:pt x="6197733" y="2130843"/>
                  </a:lnTo>
                  <a:lnTo>
                    <a:pt x="6198069" y="2132313"/>
                  </a:lnTo>
                  <a:lnTo>
                    <a:pt x="6198406" y="2133851"/>
                  </a:lnTo>
                  <a:lnTo>
                    <a:pt x="6198742" y="2135679"/>
                  </a:lnTo>
                  <a:lnTo>
                    <a:pt x="6199079" y="2137550"/>
                  </a:lnTo>
                  <a:lnTo>
                    <a:pt x="6199415" y="2139478"/>
                  </a:lnTo>
                  <a:lnTo>
                    <a:pt x="6199752" y="2141776"/>
                  </a:lnTo>
                  <a:lnTo>
                    <a:pt x="6200088" y="2144175"/>
                  </a:lnTo>
                  <a:lnTo>
                    <a:pt x="6200425" y="2146586"/>
                  </a:lnTo>
                  <a:lnTo>
                    <a:pt x="6200761" y="2149198"/>
                  </a:lnTo>
                  <a:lnTo>
                    <a:pt x="6201098" y="2152219"/>
                  </a:lnTo>
                  <a:lnTo>
                    <a:pt x="6201434" y="2155459"/>
                  </a:lnTo>
                  <a:lnTo>
                    <a:pt x="6201770" y="2158684"/>
                  </a:lnTo>
                  <a:lnTo>
                    <a:pt x="6202107" y="2161918"/>
                  </a:lnTo>
                  <a:lnTo>
                    <a:pt x="6202443" y="2165321"/>
                  </a:lnTo>
                  <a:lnTo>
                    <a:pt x="6202780" y="2168238"/>
                  </a:lnTo>
                  <a:lnTo>
                    <a:pt x="6203116" y="2171468"/>
                  </a:lnTo>
                  <a:lnTo>
                    <a:pt x="6203453" y="2174399"/>
                  </a:lnTo>
                  <a:lnTo>
                    <a:pt x="6203789" y="2177693"/>
                  </a:lnTo>
                  <a:lnTo>
                    <a:pt x="6204126" y="2181384"/>
                  </a:lnTo>
                  <a:lnTo>
                    <a:pt x="6204462" y="2185263"/>
                  </a:lnTo>
                  <a:lnTo>
                    <a:pt x="6204799" y="2189288"/>
                  </a:lnTo>
                  <a:lnTo>
                    <a:pt x="6205135" y="2193447"/>
                  </a:lnTo>
                  <a:lnTo>
                    <a:pt x="6205472" y="2197232"/>
                  </a:lnTo>
                  <a:lnTo>
                    <a:pt x="6205808" y="2200628"/>
                  </a:lnTo>
                  <a:lnTo>
                    <a:pt x="6206144" y="2203343"/>
                  </a:lnTo>
                  <a:lnTo>
                    <a:pt x="6206481" y="2205713"/>
                  </a:lnTo>
                  <a:lnTo>
                    <a:pt x="6206817" y="2207787"/>
                  </a:lnTo>
                  <a:lnTo>
                    <a:pt x="6207154" y="2209634"/>
                  </a:lnTo>
                  <a:lnTo>
                    <a:pt x="6207490" y="2211354"/>
                  </a:lnTo>
                  <a:lnTo>
                    <a:pt x="6207827" y="2213090"/>
                  </a:lnTo>
                  <a:lnTo>
                    <a:pt x="6208163" y="2215040"/>
                  </a:lnTo>
                  <a:lnTo>
                    <a:pt x="6208500" y="2217227"/>
                  </a:lnTo>
                  <a:lnTo>
                    <a:pt x="6208836" y="2219564"/>
                  </a:lnTo>
                  <a:lnTo>
                    <a:pt x="6209173" y="2222082"/>
                  </a:lnTo>
                  <a:lnTo>
                    <a:pt x="6209509" y="2224682"/>
                  </a:lnTo>
                  <a:lnTo>
                    <a:pt x="6209846" y="2226849"/>
                  </a:lnTo>
                  <a:lnTo>
                    <a:pt x="6210182" y="2228955"/>
                  </a:lnTo>
                  <a:lnTo>
                    <a:pt x="6210518" y="2231451"/>
                  </a:lnTo>
                  <a:lnTo>
                    <a:pt x="6210855" y="2234029"/>
                  </a:lnTo>
                  <a:lnTo>
                    <a:pt x="6211191" y="2236786"/>
                  </a:lnTo>
                  <a:lnTo>
                    <a:pt x="6211528" y="2239704"/>
                  </a:lnTo>
                  <a:lnTo>
                    <a:pt x="6211864" y="2242614"/>
                  </a:lnTo>
                  <a:lnTo>
                    <a:pt x="6212201" y="2245439"/>
                  </a:lnTo>
                  <a:lnTo>
                    <a:pt x="6212537" y="2248186"/>
                  </a:lnTo>
                  <a:lnTo>
                    <a:pt x="6212874" y="2250092"/>
                  </a:lnTo>
                  <a:lnTo>
                    <a:pt x="6213210" y="2251620"/>
                  </a:lnTo>
                  <a:lnTo>
                    <a:pt x="6213547" y="2252627"/>
                  </a:lnTo>
                  <a:lnTo>
                    <a:pt x="6213883" y="2253145"/>
                  </a:lnTo>
                  <a:lnTo>
                    <a:pt x="6214220" y="2252774"/>
                  </a:lnTo>
                  <a:lnTo>
                    <a:pt x="6214556" y="2252059"/>
                  </a:lnTo>
                  <a:lnTo>
                    <a:pt x="6214892" y="2251158"/>
                  </a:lnTo>
                  <a:lnTo>
                    <a:pt x="6215229" y="2249970"/>
                  </a:lnTo>
                  <a:lnTo>
                    <a:pt x="6215565" y="2248505"/>
                  </a:lnTo>
                  <a:lnTo>
                    <a:pt x="6215902" y="2247023"/>
                  </a:lnTo>
                  <a:lnTo>
                    <a:pt x="6216238" y="2245456"/>
                  </a:lnTo>
                  <a:lnTo>
                    <a:pt x="6216575" y="2243448"/>
                  </a:lnTo>
                  <a:lnTo>
                    <a:pt x="6216911" y="2241698"/>
                  </a:lnTo>
                  <a:lnTo>
                    <a:pt x="6217248" y="2239886"/>
                  </a:lnTo>
                  <a:lnTo>
                    <a:pt x="6217584" y="2238139"/>
                  </a:lnTo>
                  <a:lnTo>
                    <a:pt x="6217921" y="2236530"/>
                  </a:lnTo>
                  <a:lnTo>
                    <a:pt x="6218257" y="2234948"/>
                  </a:lnTo>
                  <a:lnTo>
                    <a:pt x="6218594" y="2233113"/>
                  </a:lnTo>
                  <a:lnTo>
                    <a:pt x="6218930" y="2232074"/>
                  </a:lnTo>
                  <a:lnTo>
                    <a:pt x="6219266" y="2231619"/>
                  </a:lnTo>
                  <a:lnTo>
                    <a:pt x="6219603" y="2231582"/>
                  </a:lnTo>
                  <a:lnTo>
                    <a:pt x="6219939" y="2231584"/>
                  </a:lnTo>
                  <a:lnTo>
                    <a:pt x="6220276" y="2231796"/>
                  </a:lnTo>
                  <a:lnTo>
                    <a:pt x="6220612" y="2232126"/>
                  </a:lnTo>
                  <a:lnTo>
                    <a:pt x="6220949" y="2232511"/>
                  </a:lnTo>
                  <a:lnTo>
                    <a:pt x="6221285" y="2232843"/>
                  </a:lnTo>
                  <a:lnTo>
                    <a:pt x="6221622" y="2233499"/>
                  </a:lnTo>
                  <a:lnTo>
                    <a:pt x="6221958" y="2234272"/>
                  </a:lnTo>
                  <a:lnTo>
                    <a:pt x="6222295" y="2234632"/>
                  </a:lnTo>
                  <a:lnTo>
                    <a:pt x="6222631" y="2234915"/>
                  </a:lnTo>
                  <a:lnTo>
                    <a:pt x="6222968" y="2235237"/>
                  </a:lnTo>
                  <a:lnTo>
                    <a:pt x="6223304" y="2235719"/>
                  </a:lnTo>
                  <a:lnTo>
                    <a:pt x="6223640" y="2236377"/>
                  </a:lnTo>
                  <a:lnTo>
                    <a:pt x="6223977" y="2236951"/>
                  </a:lnTo>
                  <a:lnTo>
                    <a:pt x="6224313" y="2237410"/>
                  </a:lnTo>
                  <a:lnTo>
                    <a:pt x="6224650" y="2237533"/>
                  </a:lnTo>
                  <a:lnTo>
                    <a:pt x="6224986" y="2237693"/>
                  </a:lnTo>
                  <a:lnTo>
                    <a:pt x="6225323" y="2237928"/>
                  </a:lnTo>
                  <a:lnTo>
                    <a:pt x="6225659" y="2237960"/>
                  </a:lnTo>
                  <a:lnTo>
                    <a:pt x="6225996" y="2237926"/>
                  </a:lnTo>
                  <a:lnTo>
                    <a:pt x="6226332" y="2237741"/>
                  </a:lnTo>
                  <a:lnTo>
                    <a:pt x="6226669" y="2237391"/>
                  </a:lnTo>
                  <a:lnTo>
                    <a:pt x="6227005" y="2237117"/>
                  </a:lnTo>
                  <a:lnTo>
                    <a:pt x="6227342" y="2236985"/>
                  </a:lnTo>
                  <a:lnTo>
                    <a:pt x="6227678" y="2236799"/>
                  </a:lnTo>
                  <a:lnTo>
                    <a:pt x="6228014" y="2236627"/>
                  </a:lnTo>
                  <a:lnTo>
                    <a:pt x="6228351" y="2236745"/>
                  </a:lnTo>
                  <a:lnTo>
                    <a:pt x="6228687" y="2237116"/>
                  </a:lnTo>
                  <a:lnTo>
                    <a:pt x="6229024" y="2237488"/>
                  </a:lnTo>
                  <a:lnTo>
                    <a:pt x="6229360" y="2237826"/>
                  </a:lnTo>
                  <a:lnTo>
                    <a:pt x="6229697" y="2238077"/>
                  </a:lnTo>
                  <a:lnTo>
                    <a:pt x="6230033" y="2238022"/>
                  </a:lnTo>
                  <a:lnTo>
                    <a:pt x="6230370" y="2237950"/>
                  </a:lnTo>
                  <a:lnTo>
                    <a:pt x="6230706" y="2238279"/>
                  </a:lnTo>
                  <a:lnTo>
                    <a:pt x="6231043" y="2239001"/>
                  </a:lnTo>
                  <a:lnTo>
                    <a:pt x="6231379" y="2240289"/>
                  </a:lnTo>
                  <a:lnTo>
                    <a:pt x="6231716" y="2241797"/>
                  </a:lnTo>
                  <a:lnTo>
                    <a:pt x="6232052" y="2243557"/>
                  </a:lnTo>
                  <a:lnTo>
                    <a:pt x="6232388" y="2245654"/>
                  </a:lnTo>
                  <a:lnTo>
                    <a:pt x="6232725" y="2247759"/>
                  </a:lnTo>
                  <a:lnTo>
                    <a:pt x="6233061" y="2249963"/>
                  </a:lnTo>
                  <a:lnTo>
                    <a:pt x="6233398" y="2251899"/>
                  </a:lnTo>
                  <a:lnTo>
                    <a:pt x="6233734" y="2253583"/>
                  </a:lnTo>
                  <a:lnTo>
                    <a:pt x="6234071" y="2255389"/>
                  </a:lnTo>
                  <a:lnTo>
                    <a:pt x="6234407" y="2257448"/>
                  </a:lnTo>
                  <a:lnTo>
                    <a:pt x="6234744" y="2259629"/>
                  </a:lnTo>
                  <a:lnTo>
                    <a:pt x="6235080" y="2262456"/>
                  </a:lnTo>
                  <a:lnTo>
                    <a:pt x="6235417" y="2265397"/>
                  </a:lnTo>
                  <a:lnTo>
                    <a:pt x="6235753" y="2268006"/>
                  </a:lnTo>
                  <a:lnTo>
                    <a:pt x="6236089" y="2270227"/>
                  </a:lnTo>
                  <a:lnTo>
                    <a:pt x="6236426" y="2272133"/>
                  </a:lnTo>
                  <a:lnTo>
                    <a:pt x="6236762" y="2273708"/>
                  </a:lnTo>
                  <a:lnTo>
                    <a:pt x="6237099" y="2274955"/>
                  </a:lnTo>
                  <a:lnTo>
                    <a:pt x="6237435" y="2275995"/>
                  </a:lnTo>
                  <a:lnTo>
                    <a:pt x="6237772" y="2277129"/>
                  </a:lnTo>
                  <a:lnTo>
                    <a:pt x="6238108" y="2278459"/>
                  </a:lnTo>
                  <a:lnTo>
                    <a:pt x="6238445" y="2279867"/>
                  </a:lnTo>
                  <a:lnTo>
                    <a:pt x="6238781" y="2281206"/>
                  </a:lnTo>
                  <a:lnTo>
                    <a:pt x="6239118" y="2282367"/>
                  </a:lnTo>
                  <a:lnTo>
                    <a:pt x="6239454" y="2283216"/>
                  </a:lnTo>
                  <a:lnTo>
                    <a:pt x="6239791" y="2283825"/>
                  </a:lnTo>
                  <a:lnTo>
                    <a:pt x="6240127" y="2284219"/>
                  </a:lnTo>
                  <a:lnTo>
                    <a:pt x="6240463" y="2284311"/>
                  </a:lnTo>
                  <a:lnTo>
                    <a:pt x="6240800" y="2284242"/>
                  </a:lnTo>
                  <a:lnTo>
                    <a:pt x="6241136" y="2283831"/>
                  </a:lnTo>
                  <a:lnTo>
                    <a:pt x="6241473" y="2283050"/>
                  </a:lnTo>
                  <a:lnTo>
                    <a:pt x="6241809" y="2282298"/>
                  </a:lnTo>
                  <a:lnTo>
                    <a:pt x="6242146" y="2281335"/>
                  </a:lnTo>
                  <a:lnTo>
                    <a:pt x="6242482" y="2280104"/>
                  </a:lnTo>
                  <a:lnTo>
                    <a:pt x="6242819" y="2278609"/>
                  </a:lnTo>
                  <a:lnTo>
                    <a:pt x="6243155" y="2276909"/>
                  </a:lnTo>
                  <a:lnTo>
                    <a:pt x="6243492" y="2275119"/>
                  </a:lnTo>
                  <a:lnTo>
                    <a:pt x="6243828" y="2273302"/>
                  </a:lnTo>
                  <a:lnTo>
                    <a:pt x="6244165" y="2270922"/>
                  </a:lnTo>
                  <a:lnTo>
                    <a:pt x="6244501" y="2268498"/>
                  </a:lnTo>
                  <a:lnTo>
                    <a:pt x="6244837" y="2266074"/>
                  </a:lnTo>
                  <a:lnTo>
                    <a:pt x="6245174" y="2263476"/>
                  </a:lnTo>
                  <a:lnTo>
                    <a:pt x="6245510" y="2260981"/>
                  </a:lnTo>
                  <a:lnTo>
                    <a:pt x="6245847" y="2258687"/>
                  </a:lnTo>
                  <a:lnTo>
                    <a:pt x="6246183" y="2256812"/>
                  </a:lnTo>
                  <a:lnTo>
                    <a:pt x="6246520" y="2255113"/>
                  </a:lnTo>
                  <a:lnTo>
                    <a:pt x="6246856" y="2253429"/>
                  </a:lnTo>
                  <a:lnTo>
                    <a:pt x="6247193" y="2251899"/>
                  </a:lnTo>
                  <a:lnTo>
                    <a:pt x="6247529" y="2250559"/>
                  </a:lnTo>
                  <a:lnTo>
                    <a:pt x="6247866" y="2249496"/>
                  </a:lnTo>
                  <a:lnTo>
                    <a:pt x="6248202" y="2248424"/>
                  </a:lnTo>
                  <a:lnTo>
                    <a:pt x="6248539" y="2247330"/>
                  </a:lnTo>
                  <a:lnTo>
                    <a:pt x="6248875" y="2246159"/>
                  </a:lnTo>
                  <a:lnTo>
                    <a:pt x="6249211" y="2245470"/>
                  </a:lnTo>
                  <a:lnTo>
                    <a:pt x="6249548" y="2244889"/>
                  </a:lnTo>
                  <a:lnTo>
                    <a:pt x="6249884" y="2244493"/>
                  </a:lnTo>
                  <a:lnTo>
                    <a:pt x="6250221" y="2244297"/>
                  </a:lnTo>
                  <a:lnTo>
                    <a:pt x="6250557" y="2243556"/>
                  </a:lnTo>
                  <a:lnTo>
                    <a:pt x="6250894" y="2242763"/>
                  </a:lnTo>
                  <a:lnTo>
                    <a:pt x="6251230" y="2241447"/>
                  </a:lnTo>
                  <a:lnTo>
                    <a:pt x="6251567" y="2239808"/>
                  </a:lnTo>
                  <a:lnTo>
                    <a:pt x="6251903" y="2237990"/>
                  </a:lnTo>
                  <a:lnTo>
                    <a:pt x="6252240" y="2235934"/>
                  </a:lnTo>
                  <a:lnTo>
                    <a:pt x="6252576" y="2234013"/>
                  </a:lnTo>
                  <a:lnTo>
                    <a:pt x="6252913" y="2232143"/>
                  </a:lnTo>
                  <a:lnTo>
                    <a:pt x="6253249" y="2230297"/>
                  </a:lnTo>
                  <a:lnTo>
                    <a:pt x="6253585" y="2228662"/>
                  </a:lnTo>
                  <a:lnTo>
                    <a:pt x="6253922" y="2227571"/>
                  </a:lnTo>
                  <a:lnTo>
                    <a:pt x="6254258" y="2226549"/>
                  </a:lnTo>
                  <a:lnTo>
                    <a:pt x="6254595" y="2226006"/>
                  </a:lnTo>
                  <a:lnTo>
                    <a:pt x="6254931" y="2226360"/>
                  </a:lnTo>
                  <a:lnTo>
                    <a:pt x="6255268" y="2227000"/>
                  </a:lnTo>
                  <a:lnTo>
                    <a:pt x="6255604" y="2228502"/>
                  </a:lnTo>
                  <a:lnTo>
                    <a:pt x="6255941" y="2229985"/>
                  </a:lnTo>
                  <a:lnTo>
                    <a:pt x="6256277" y="2231902"/>
                  </a:lnTo>
                  <a:lnTo>
                    <a:pt x="6256614" y="2234005"/>
                  </a:lnTo>
                  <a:lnTo>
                    <a:pt x="6256950" y="2236335"/>
                  </a:lnTo>
                  <a:lnTo>
                    <a:pt x="6257287" y="2238689"/>
                  </a:lnTo>
                  <a:lnTo>
                    <a:pt x="6257623" y="2241003"/>
                  </a:lnTo>
                  <a:lnTo>
                    <a:pt x="6257959" y="2243783"/>
                  </a:lnTo>
                  <a:lnTo>
                    <a:pt x="6258296" y="2246345"/>
                  </a:lnTo>
                  <a:lnTo>
                    <a:pt x="6258632" y="2248686"/>
                  </a:lnTo>
                  <a:lnTo>
                    <a:pt x="6258969" y="2250715"/>
                  </a:lnTo>
                  <a:lnTo>
                    <a:pt x="6259305" y="2252684"/>
                  </a:lnTo>
                  <a:lnTo>
                    <a:pt x="6259642" y="2254095"/>
                  </a:lnTo>
                  <a:lnTo>
                    <a:pt x="6259978" y="2255097"/>
                  </a:lnTo>
                  <a:lnTo>
                    <a:pt x="6260315" y="2255746"/>
                  </a:lnTo>
                  <a:lnTo>
                    <a:pt x="6260651" y="2255605"/>
                  </a:lnTo>
                  <a:lnTo>
                    <a:pt x="6260988" y="2255286"/>
                  </a:lnTo>
                  <a:lnTo>
                    <a:pt x="6261324" y="2254903"/>
                  </a:lnTo>
                  <a:lnTo>
                    <a:pt x="6261661" y="2254451"/>
                  </a:lnTo>
                  <a:lnTo>
                    <a:pt x="6261997" y="2253955"/>
                  </a:lnTo>
                  <a:lnTo>
                    <a:pt x="6262333" y="2253341"/>
                  </a:lnTo>
                  <a:lnTo>
                    <a:pt x="6262670" y="2252612"/>
                  </a:lnTo>
                  <a:lnTo>
                    <a:pt x="6263006" y="2251853"/>
                  </a:lnTo>
                  <a:lnTo>
                    <a:pt x="6263343" y="2251147"/>
                  </a:lnTo>
                  <a:lnTo>
                    <a:pt x="6263679" y="2250849"/>
                  </a:lnTo>
                  <a:lnTo>
                    <a:pt x="6264016" y="2250003"/>
                  </a:lnTo>
                  <a:lnTo>
                    <a:pt x="6264352" y="2248612"/>
                  </a:lnTo>
                  <a:lnTo>
                    <a:pt x="6264689" y="2247023"/>
                  </a:lnTo>
                  <a:lnTo>
                    <a:pt x="6265025" y="2245240"/>
                  </a:lnTo>
                  <a:lnTo>
                    <a:pt x="6265362" y="2243344"/>
                  </a:lnTo>
                  <a:lnTo>
                    <a:pt x="6265698" y="2241341"/>
                  </a:lnTo>
                  <a:lnTo>
                    <a:pt x="6266035" y="2239187"/>
                  </a:lnTo>
                  <a:lnTo>
                    <a:pt x="6266371" y="2237108"/>
                  </a:lnTo>
                  <a:lnTo>
                    <a:pt x="6266707" y="2235048"/>
                  </a:lnTo>
                  <a:lnTo>
                    <a:pt x="6267044" y="2232863"/>
                  </a:lnTo>
                  <a:lnTo>
                    <a:pt x="6267380" y="2230477"/>
                  </a:lnTo>
                  <a:lnTo>
                    <a:pt x="6267717" y="2228336"/>
                  </a:lnTo>
                  <a:lnTo>
                    <a:pt x="6268053" y="2226383"/>
                  </a:lnTo>
                  <a:lnTo>
                    <a:pt x="6268390" y="2224555"/>
                  </a:lnTo>
                  <a:lnTo>
                    <a:pt x="6268726" y="2222877"/>
                  </a:lnTo>
                  <a:lnTo>
                    <a:pt x="6269063" y="2221611"/>
                  </a:lnTo>
                  <a:lnTo>
                    <a:pt x="6269399" y="2220389"/>
                  </a:lnTo>
                  <a:lnTo>
                    <a:pt x="6269736" y="2219322"/>
                  </a:lnTo>
                  <a:lnTo>
                    <a:pt x="6270072" y="2218297"/>
                  </a:lnTo>
                  <a:lnTo>
                    <a:pt x="6270408" y="2216896"/>
                  </a:lnTo>
                  <a:lnTo>
                    <a:pt x="6270745" y="2215251"/>
                  </a:lnTo>
                  <a:lnTo>
                    <a:pt x="6271081" y="2213648"/>
                  </a:lnTo>
                  <a:lnTo>
                    <a:pt x="6271418" y="2211841"/>
                  </a:lnTo>
                  <a:lnTo>
                    <a:pt x="6271754" y="2209997"/>
                  </a:lnTo>
                  <a:lnTo>
                    <a:pt x="6272091" y="2208680"/>
                  </a:lnTo>
                  <a:lnTo>
                    <a:pt x="6272427" y="2207342"/>
                  </a:lnTo>
                  <a:lnTo>
                    <a:pt x="6272764" y="2205698"/>
                  </a:lnTo>
                  <a:lnTo>
                    <a:pt x="6273100" y="2203954"/>
                  </a:lnTo>
                  <a:lnTo>
                    <a:pt x="6273437" y="2202195"/>
                  </a:lnTo>
                  <a:lnTo>
                    <a:pt x="6273773" y="2200456"/>
                  </a:lnTo>
                  <a:lnTo>
                    <a:pt x="6274110" y="2198580"/>
                  </a:lnTo>
                  <a:lnTo>
                    <a:pt x="6274446" y="2196827"/>
                  </a:lnTo>
                  <a:lnTo>
                    <a:pt x="6274782" y="2195114"/>
                  </a:lnTo>
                  <a:lnTo>
                    <a:pt x="6275119" y="2193820"/>
                  </a:lnTo>
                  <a:lnTo>
                    <a:pt x="6275455" y="2192860"/>
                  </a:lnTo>
                  <a:lnTo>
                    <a:pt x="6275792" y="2192092"/>
                  </a:lnTo>
                  <a:lnTo>
                    <a:pt x="6276128" y="2191348"/>
                  </a:lnTo>
                  <a:lnTo>
                    <a:pt x="6276465" y="2190526"/>
                  </a:lnTo>
                  <a:lnTo>
                    <a:pt x="6276801" y="2189752"/>
                  </a:lnTo>
                  <a:lnTo>
                    <a:pt x="6277138" y="2188809"/>
                  </a:lnTo>
                  <a:lnTo>
                    <a:pt x="6277474" y="2188084"/>
                  </a:lnTo>
                  <a:lnTo>
                    <a:pt x="6277811" y="2187474"/>
                  </a:lnTo>
                  <a:lnTo>
                    <a:pt x="6278147" y="2186788"/>
                  </a:lnTo>
                  <a:lnTo>
                    <a:pt x="6278484" y="2186064"/>
                  </a:lnTo>
                  <a:lnTo>
                    <a:pt x="6278820" y="2185403"/>
                  </a:lnTo>
                  <a:lnTo>
                    <a:pt x="6279156" y="2185021"/>
                  </a:lnTo>
                  <a:lnTo>
                    <a:pt x="6279493" y="2184492"/>
                  </a:lnTo>
                  <a:lnTo>
                    <a:pt x="6279829" y="2183996"/>
                  </a:lnTo>
                  <a:lnTo>
                    <a:pt x="6280166" y="2183644"/>
                  </a:lnTo>
                  <a:lnTo>
                    <a:pt x="6280502" y="2183653"/>
                  </a:lnTo>
                  <a:lnTo>
                    <a:pt x="6280839" y="2184044"/>
                  </a:lnTo>
                  <a:lnTo>
                    <a:pt x="6281175" y="2184748"/>
                  </a:lnTo>
                  <a:lnTo>
                    <a:pt x="6281512" y="2186138"/>
                  </a:lnTo>
                  <a:lnTo>
                    <a:pt x="6281848" y="2187806"/>
                  </a:lnTo>
                  <a:lnTo>
                    <a:pt x="6282185" y="2189994"/>
                  </a:lnTo>
                  <a:lnTo>
                    <a:pt x="6282521" y="2192584"/>
                  </a:lnTo>
                  <a:lnTo>
                    <a:pt x="6282858" y="2195105"/>
                  </a:lnTo>
                  <a:lnTo>
                    <a:pt x="6283194" y="2197875"/>
                  </a:lnTo>
                  <a:lnTo>
                    <a:pt x="6283530" y="2200742"/>
                  </a:lnTo>
                  <a:lnTo>
                    <a:pt x="6283867" y="2203832"/>
                  </a:lnTo>
                  <a:lnTo>
                    <a:pt x="6284203" y="2206511"/>
                  </a:lnTo>
                  <a:lnTo>
                    <a:pt x="6284540" y="2209482"/>
                  </a:lnTo>
                  <a:lnTo>
                    <a:pt x="6284876" y="2212507"/>
                  </a:lnTo>
                  <a:lnTo>
                    <a:pt x="6285213" y="2215449"/>
                  </a:lnTo>
                  <a:lnTo>
                    <a:pt x="6285549" y="2218183"/>
                  </a:lnTo>
                  <a:lnTo>
                    <a:pt x="6285886" y="2220951"/>
                  </a:lnTo>
                  <a:lnTo>
                    <a:pt x="6286222" y="2223453"/>
                  </a:lnTo>
                  <a:lnTo>
                    <a:pt x="6286559" y="2225271"/>
                  </a:lnTo>
                  <a:lnTo>
                    <a:pt x="6286895" y="2226951"/>
                  </a:lnTo>
                  <a:lnTo>
                    <a:pt x="6287232" y="2228753"/>
                  </a:lnTo>
                  <a:lnTo>
                    <a:pt x="6287568" y="2230223"/>
                  </a:lnTo>
                  <a:lnTo>
                    <a:pt x="6287904" y="2231843"/>
                  </a:lnTo>
                  <a:lnTo>
                    <a:pt x="6288241" y="2233375"/>
                  </a:lnTo>
                  <a:lnTo>
                    <a:pt x="6288577" y="2234932"/>
                  </a:lnTo>
                  <a:lnTo>
                    <a:pt x="6288914" y="2236207"/>
                  </a:lnTo>
                  <a:lnTo>
                    <a:pt x="6289250" y="2237421"/>
                  </a:lnTo>
                  <a:lnTo>
                    <a:pt x="6289587" y="2238871"/>
                  </a:lnTo>
                  <a:lnTo>
                    <a:pt x="6289923" y="2240111"/>
                  </a:lnTo>
                  <a:lnTo>
                    <a:pt x="6290260" y="2241156"/>
                  </a:lnTo>
                  <a:lnTo>
                    <a:pt x="6290596" y="2241745"/>
                  </a:lnTo>
                  <a:lnTo>
                    <a:pt x="6290933" y="2242258"/>
                  </a:lnTo>
                  <a:lnTo>
                    <a:pt x="6291269" y="2242717"/>
                  </a:lnTo>
                  <a:lnTo>
                    <a:pt x="6291606" y="2243077"/>
                  </a:lnTo>
                  <a:lnTo>
                    <a:pt x="6291942" y="2243291"/>
                  </a:lnTo>
                  <a:lnTo>
                    <a:pt x="6292278" y="2242893"/>
                  </a:lnTo>
                  <a:lnTo>
                    <a:pt x="6292615" y="2241992"/>
                  </a:lnTo>
                  <a:lnTo>
                    <a:pt x="6292951" y="2241315"/>
                  </a:lnTo>
                  <a:lnTo>
                    <a:pt x="6293288" y="2240410"/>
                  </a:lnTo>
                  <a:lnTo>
                    <a:pt x="6293624" y="2239531"/>
                  </a:lnTo>
                  <a:lnTo>
                    <a:pt x="6293961" y="2238920"/>
                  </a:lnTo>
                  <a:lnTo>
                    <a:pt x="6294297" y="2238225"/>
                  </a:lnTo>
                  <a:lnTo>
                    <a:pt x="6294634" y="2237339"/>
                  </a:lnTo>
                  <a:lnTo>
                    <a:pt x="6294970" y="2236388"/>
                  </a:lnTo>
                  <a:lnTo>
                    <a:pt x="6295307" y="2235507"/>
                  </a:lnTo>
                  <a:lnTo>
                    <a:pt x="6295643" y="2234632"/>
                  </a:lnTo>
                  <a:lnTo>
                    <a:pt x="6295980" y="2233757"/>
                  </a:lnTo>
                  <a:lnTo>
                    <a:pt x="6296316" y="2232811"/>
                  </a:lnTo>
                  <a:lnTo>
                    <a:pt x="6296652" y="2231909"/>
                  </a:lnTo>
                  <a:lnTo>
                    <a:pt x="6296989" y="2231044"/>
                  </a:lnTo>
                  <a:lnTo>
                    <a:pt x="6297325" y="2230612"/>
                  </a:lnTo>
                  <a:lnTo>
                    <a:pt x="6297662" y="2230462"/>
                  </a:lnTo>
                  <a:lnTo>
                    <a:pt x="6297998" y="2230271"/>
                  </a:lnTo>
                  <a:lnTo>
                    <a:pt x="6298335" y="2230311"/>
                  </a:lnTo>
                  <a:lnTo>
                    <a:pt x="6298671" y="2230089"/>
                  </a:lnTo>
                  <a:lnTo>
                    <a:pt x="6299008" y="2230125"/>
                  </a:lnTo>
                  <a:lnTo>
                    <a:pt x="6299344" y="2229971"/>
                  </a:lnTo>
                  <a:lnTo>
                    <a:pt x="6299681" y="2229987"/>
                  </a:lnTo>
                  <a:lnTo>
                    <a:pt x="6300017" y="2230293"/>
                  </a:lnTo>
                  <a:lnTo>
                    <a:pt x="6300353" y="2230622"/>
                  </a:lnTo>
                  <a:lnTo>
                    <a:pt x="6300690" y="2230821"/>
                  </a:lnTo>
                  <a:lnTo>
                    <a:pt x="6301026" y="2230790"/>
                  </a:lnTo>
                  <a:lnTo>
                    <a:pt x="6301363" y="2230477"/>
                  </a:lnTo>
                  <a:lnTo>
                    <a:pt x="6301699" y="2230002"/>
                  </a:lnTo>
                  <a:lnTo>
                    <a:pt x="6302036" y="2229978"/>
                  </a:lnTo>
                  <a:lnTo>
                    <a:pt x="6302372" y="2229499"/>
                  </a:lnTo>
                  <a:lnTo>
                    <a:pt x="6302709" y="2228901"/>
                  </a:lnTo>
                  <a:lnTo>
                    <a:pt x="6303045" y="2228379"/>
                  </a:lnTo>
                  <a:lnTo>
                    <a:pt x="6303382" y="2227824"/>
                  </a:lnTo>
                  <a:lnTo>
                    <a:pt x="6303718" y="2227012"/>
                  </a:lnTo>
                  <a:lnTo>
                    <a:pt x="6304055" y="2225891"/>
                  </a:lnTo>
                  <a:lnTo>
                    <a:pt x="6304391" y="2224414"/>
                  </a:lnTo>
                  <a:lnTo>
                    <a:pt x="6304727" y="2222828"/>
                  </a:lnTo>
                  <a:lnTo>
                    <a:pt x="6305064" y="2221216"/>
                  </a:lnTo>
                  <a:lnTo>
                    <a:pt x="6305400" y="2219370"/>
                  </a:lnTo>
                  <a:lnTo>
                    <a:pt x="6305737" y="2217605"/>
                  </a:lnTo>
                  <a:lnTo>
                    <a:pt x="6306073" y="2215883"/>
                  </a:lnTo>
                  <a:lnTo>
                    <a:pt x="6306410" y="2214242"/>
                  </a:lnTo>
                  <a:lnTo>
                    <a:pt x="6306746" y="2212565"/>
                  </a:lnTo>
                  <a:lnTo>
                    <a:pt x="6307083" y="2210797"/>
                  </a:lnTo>
                  <a:lnTo>
                    <a:pt x="6307419" y="2209132"/>
                  </a:lnTo>
                  <a:lnTo>
                    <a:pt x="6307756" y="2207764"/>
                  </a:lnTo>
                  <a:lnTo>
                    <a:pt x="6308092" y="2206439"/>
                  </a:lnTo>
                  <a:lnTo>
                    <a:pt x="6308429" y="2204953"/>
                  </a:lnTo>
                  <a:lnTo>
                    <a:pt x="6308765" y="2204007"/>
                  </a:lnTo>
                  <a:lnTo>
                    <a:pt x="6309101" y="2203244"/>
                  </a:lnTo>
                  <a:lnTo>
                    <a:pt x="6309438" y="2203059"/>
                  </a:lnTo>
                  <a:lnTo>
                    <a:pt x="6309774" y="2203037"/>
                  </a:lnTo>
                  <a:lnTo>
                    <a:pt x="6310111" y="2203089"/>
                  </a:lnTo>
                  <a:lnTo>
                    <a:pt x="6310447" y="2202960"/>
                  </a:lnTo>
                  <a:lnTo>
                    <a:pt x="6310784" y="2202936"/>
                  </a:lnTo>
                  <a:lnTo>
                    <a:pt x="6311120" y="2203207"/>
                  </a:lnTo>
                  <a:lnTo>
                    <a:pt x="6311457" y="2204385"/>
                  </a:lnTo>
                  <a:lnTo>
                    <a:pt x="6311793" y="2206006"/>
                  </a:lnTo>
                  <a:lnTo>
                    <a:pt x="6312130" y="2207802"/>
                  </a:lnTo>
                  <a:lnTo>
                    <a:pt x="6312466" y="2209758"/>
                  </a:lnTo>
                  <a:lnTo>
                    <a:pt x="6312803" y="2211701"/>
                  </a:lnTo>
                  <a:lnTo>
                    <a:pt x="6313139" y="2213574"/>
                  </a:lnTo>
                  <a:lnTo>
                    <a:pt x="6313475" y="2215281"/>
                  </a:lnTo>
                  <a:lnTo>
                    <a:pt x="6313812" y="2216873"/>
                  </a:lnTo>
                  <a:lnTo>
                    <a:pt x="6314148" y="2218771"/>
                  </a:lnTo>
                  <a:lnTo>
                    <a:pt x="6314485" y="2220914"/>
                  </a:lnTo>
                  <a:lnTo>
                    <a:pt x="6314821" y="2222842"/>
                  </a:lnTo>
                  <a:lnTo>
                    <a:pt x="6315158" y="2224235"/>
                  </a:lnTo>
                  <a:lnTo>
                    <a:pt x="6315494" y="2225613"/>
                  </a:lnTo>
                  <a:lnTo>
                    <a:pt x="6315831" y="2227014"/>
                  </a:lnTo>
                  <a:lnTo>
                    <a:pt x="6316167" y="2228452"/>
                  </a:lnTo>
                  <a:lnTo>
                    <a:pt x="6316504" y="2229417"/>
                  </a:lnTo>
                  <a:lnTo>
                    <a:pt x="6316840" y="2230151"/>
                  </a:lnTo>
                  <a:lnTo>
                    <a:pt x="6317177" y="2230481"/>
                  </a:lnTo>
                  <a:lnTo>
                    <a:pt x="6317513" y="2230259"/>
                  </a:lnTo>
                  <a:lnTo>
                    <a:pt x="6317849" y="2229868"/>
                  </a:lnTo>
                  <a:lnTo>
                    <a:pt x="6318186" y="2229210"/>
                  </a:lnTo>
                  <a:lnTo>
                    <a:pt x="6318522" y="2228843"/>
                  </a:lnTo>
                  <a:lnTo>
                    <a:pt x="6318859" y="2228766"/>
                  </a:lnTo>
                  <a:lnTo>
                    <a:pt x="6319195" y="2228835"/>
                  </a:lnTo>
                  <a:lnTo>
                    <a:pt x="6319532" y="2228797"/>
                  </a:lnTo>
                  <a:lnTo>
                    <a:pt x="6319868" y="2228728"/>
                  </a:lnTo>
                  <a:lnTo>
                    <a:pt x="6320205" y="2229348"/>
                  </a:lnTo>
                  <a:lnTo>
                    <a:pt x="6320541" y="2230174"/>
                  </a:lnTo>
                  <a:lnTo>
                    <a:pt x="6320878" y="2231116"/>
                  </a:lnTo>
                  <a:lnTo>
                    <a:pt x="6321214" y="2232203"/>
                  </a:lnTo>
                  <a:lnTo>
                    <a:pt x="6321551" y="2233358"/>
                  </a:lnTo>
                  <a:lnTo>
                    <a:pt x="6321887" y="2234215"/>
                  </a:lnTo>
                  <a:lnTo>
                    <a:pt x="6322223" y="2234229"/>
                  </a:lnTo>
                  <a:lnTo>
                    <a:pt x="6322560" y="2234391"/>
                  </a:lnTo>
                  <a:lnTo>
                    <a:pt x="6322896" y="2234298"/>
                  </a:lnTo>
                  <a:lnTo>
                    <a:pt x="6323233" y="2234206"/>
                  </a:lnTo>
                  <a:lnTo>
                    <a:pt x="6323569" y="2233937"/>
                  </a:lnTo>
                  <a:lnTo>
                    <a:pt x="6323906" y="2233587"/>
                  </a:lnTo>
                  <a:lnTo>
                    <a:pt x="6324242" y="2233006"/>
                  </a:lnTo>
                  <a:lnTo>
                    <a:pt x="6324579" y="2232424"/>
                  </a:lnTo>
                  <a:lnTo>
                    <a:pt x="6324915" y="2231881"/>
                  </a:lnTo>
                  <a:lnTo>
                    <a:pt x="6325252" y="2230967"/>
                  </a:lnTo>
                  <a:lnTo>
                    <a:pt x="6325588" y="2230081"/>
                  </a:lnTo>
                  <a:lnTo>
                    <a:pt x="6325925" y="2229155"/>
                  </a:lnTo>
                  <a:lnTo>
                    <a:pt x="6326261" y="2227972"/>
                  </a:lnTo>
                  <a:lnTo>
                    <a:pt x="6326597" y="2226793"/>
                  </a:lnTo>
                  <a:lnTo>
                    <a:pt x="6326934" y="2225918"/>
                  </a:lnTo>
                  <a:lnTo>
                    <a:pt x="6327270" y="2225513"/>
                  </a:lnTo>
                  <a:lnTo>
                    <a:pt x="6327607" y="2225032"/>
                  </a:lnTo>
                  <a:lnTo>
                    <a:pt x="6327943" y="2225101"/>
                  </a:lnTo>
                  <a:lnTo>
                    <a:pt x="6328280" y="2225254"/>
                  </a:lnTo>
                  <a:lnTo>
                    <a:pt x="6328616" y="2225506"/>
                  </a:lnTo>
                  <a:lnTo>
                    <a:pt x="6328953" y="2225682"/>
                  </a:lnTo>
                  <a:lnTo>
                    <a:pt x="6329289" y="2226027"/>
                  </a:lnTo>
                  <a:lnTo>
                    <a:pt x="6329626" y="2226677"/>
                  </a:lnTo>
                  <a:lnTo>
                    <a:pt x="6329962" y="2227596"/>
                  </a:lnTo>
                  <a:lnTo>
                    <a:pt x="6330299" y="2228690"/>
                  </a:lnTo>
                  <a:lnTo>
                    <a:pt x="6330635" y="2229808"/>
                  </a:lnTo>
                  <a:lnTo>
                    <a:pt x="6330971" y="2230913"/>
                  </a:lnTo>
                  <a:lnTo>
                    <a:pt x="6331308" y="2232543"/>
                  </a:lnTo>
                  <a:lnTo>
                    <a:pt x="6331644" y="2234760"/>
                  </a:lnTo>
                  <a:lnTo>
                    <a:pt x="6331981" y="2237121"/>
                  </a:lnTo>
                  <a:lnTo>
                    <a:pt x="6332317" y="2239727"/>
                  </a:lnTo>
                  <a:lnTo>
                    <a:pt x="6332654" y="2242440"/>
                  </a:lnTo>
                  <a:lnTo>
                    <a:pt x="6332990" y="2245090"/>
                  </a:lnTo>
                  <a:lnTo>
                    <a:pt x="6333327" y="2247734"/>
                  </a:lnTo>
                  <a:lnTo>
                    <a:pt x="6333663" y="2250390"/>
                  </a:lnTo>
                  <a:lnTo>
                    <a:pt x="6334000" y="2253096"/>
                  </a:lnTo>
                  <a:lnTo>
                    <a:pt x="6334336" y="2255828"/>
                  </a:lnTo>
                  <a:lnTo>
                    <a:pt x="6334672" y="2258861"/>
                  </a:lnTo>
                  <a:lnTo>
                    <a:pt x="6335009" y="2261963"/>
                  </a:lnTo>
                  <a:lnTo>
                    <a:pt x="6335345" y="2265009"/>
                  </a:lnTo>
                  <a:lnTo>
                    <a:pt x="6335682" y="2267966"/>
                  </a:lnTo>
                  <a:lnTo>
                    <a:pt x="6336018" y="2270869"/>
                  </a:lnTo>
                  <a:lnTo>
                    <a:pt x="6336355" y="2273394"/>
                  </a:lnTo>
                  <a:lnTo>
                    <a:pt x="6336691" y="2275927"/>
                  </a:lnTo>
                  <a:lnTo>
                    <a:pt x="6337028" y="2278583"/>
                  </a:lnTo>
                  <a:lnTo>
                    <a:pt x="6337364" y="2281599"/>
                  </a:lnTo>
                  <a:lnTo>
                    <a:pt x="6337701" y="2285203"/>
                  </a:lnTo>
                  <a:lnTo>
                    <a:pt x="6338037" y="2289145"/>
                  </a:lnTo>
                  <a:lnTo>
                    <a:pt x="6338374" y="2292535"/>
                  </a:lnTo>
                  <a:lnTo>
                    <a:pt x="6338710" y="2295672"/>
                  </a:lnTo>
                  <a:lnTo>
                    <a:pt x="6339046" y="2298703"/>
                  </a:lnTo>
                  <a:lnTo>
                    <a:pt x="6339383" y="2301193"/>
                  </a:lnTo>
                  <a:lnTo>
                    <a:pt x="6339719" y="2303450"/>
                  </a:lnTo>
                  <a:lnTo>
                    <a:pt x="6340056" y="2305638"/>
                  </a:lnTo>
                  <a:lnTo>
                    <a:pt x="6340392" y="2307773"/>
                  </a:lnTo>
                  <a:lnTo>
                    <a:pt x="6340729" y="2310016"/>
                  </a:lnTo>
                  <a:lnTo>
                    <a:pt x="6341065" y="2312042"/>
                  </a:lnTo>
                  <a:lnTo>
                    <a:pt x="6341402" y="2314117"/>
                  </a:lnTo>
                  <a:lnTo>
                    <a:pt x="6341738" y="2315735"/>
                  </a:lnTo>
                  <a:lnTo>
                    <a:pt x="6342075" y="2317093"/>
                  </a:lnTo>
                  <a:lnTo>
                    <a:pt x="6342411" y="2318008"/>
                  </a:lnTo>
                  <a:lnTo>
                    <a:pt x="6342748" y="2318544"/>
                  </a:lnTo>
                  <a:lnTo>
                    <a:pt x="6343084" y="2318918"/>
                  </a:lnTo>
                  <a:lnTo>
                    <a:pt x="6343420" y="2319217"/>
                  </a:lnTo>
                  <a:lnTo>
                    <a:pt x="6343757" y="2319705"/>
                  </a:lnTo>
                  <a:lnTo>
                    <a:pt x="6344093" y="2320193"/>
                  </a:lnTo>
                  <a:lnTo>
                    <a:pt x="6344430" y="2320823"/>
                  </a:lnTo>
                  <a:lnTo>
                    <a:pt x="6344766" y="2321362"/>
                  </a:lnTo>
                  <a:lnTo>
                    <a:pt x="6345103" y="2321864"/>
                  </a:lnTo>
                  <a:lnTo>
                    <a:pt x="6345439" y="2322284"/>
                  </a:lnTo>
                  <a:lnTo>
                    <a:pt x="6345776" y="2322538"/>
                  </a:lnTo>
                  <a:lnTo>
                    <a:pt x="6346112" y="2322788"/>
                  </a:lnTo>
                  <a:lnTo>
                    <a:pt x="6346449" y="2322686"/>
                  </a:lnTo>
                  <a:lnTo>
                    <a:pt x="6346785" y="2323199"/>
                  </a:lnTo>
                  <a:lnTo>
                    <a:pt x="6347122" y="2323811"/>
                  </a:lnTo>
                  <a:lnTo>
                    <a:pt x="6347458" y="2324423"/>
                  </a:lnTo>
                  <a:lnTo>
                    <a:pt x="6347794" y="2325036"/>
                  </a:lnTo>
                  <a:lnTo>
                    <a:pt x="6348131" y="2325602"/>
                  </a:lnTo>
                  <a:lnTo>
                    <a:pt x="6348467" y="2325977"/>
                  </a:lnTo>
                  <a:lnTo>
                    <a:pt x="6348804" y="2326107"/>
                  </a:lnTo>
                  <a:lnTo>
                    <a:pt x="6349140" y="2326130"/>
                  </a:lnTo>
                  <a:lnTo>
                    <a:pt x="6349477" y="2325977"/>
                  </a:lnTo>
                  <a:lnTo>
                    <a:pt x="6349813" y="2325671"/>
                  </a:lnTo>
                  <a:lnTo>
                    <a:pt x="6350150" y="2325487"/>
                  </a:lnTo>
                  <a:lnTo>
                    <a:pt x="6350486" y="2325227"/>
                  </a:lnTo>
                  <a:lnTo>
                    <a:pt x="6350823" y="2324844"/>
                  </a:lnTo>
                  <a:lnTo>
                    <a:pt x="6351159" y="2324331"/>
                  </a:lnTo>
                  <a:lnTo>
                    <a:pt x="6351496" y="2323635"/>
                  </a:lnTo>
                  <a:lnTo>
                    <a:pt x="6351832" y="2322604"/>
                  </a:lnTo>
                  <a:lnTo>
                    <a:pt x="6352168" y="2321427"/>
                  </a:lnTo>
                  <a:lnTo>
                    <a:pt x="6352505" y="2320096"/>
                  </a:lnTo>
                  <a:lnTo>
                    <a:pt x="6352841" y="2318617"/>
                  </a:lnTo>
                  <a:lnTo>
                    <a:pt x="6353178" y="2316759"/>
                  </a:lnTo>
                  <a:lnTo>
                    <a:pt x="6353514" y="2314859"/>
                  </a:lnTo>
                  <a:lnTo>
                    <a:pt x="6353851" y="2312838"/>
                  </a:lnTo>
                  <a:lnTo>
                    <a:pt x="6354187" y="2310698"/>
                  </a:lnTo>
                  <a:lnTo>
                    <a:pt x="6354524" y="2308351"/>
                  </a:lnTo>
                  <a:lnTo>
                    <a:pt x="6354860" y="2306072"/>
                  </a:lnTo>
                  <a:lnTo>
                    <a:pt x="6355197" y="2303640"/>
                  </a:lnTo>
                  <a:lnTo>
                    <a:pt x="6355533" y="2301217"/>
                  </a:lnTo>
                  <a:lnTo>
                    <a:pt x="6355870" y="2298937"/>
                  </a:lnTo>
                  <a:lnTo>
                    <a:pt x="6356206" y="2296754"/>
                  </a:lnTo>
                  <a:lnTo>
                    <a:pt x="6356542" y="2294752"/>
                  </a:lnTo>
                  <a:lnTo>
                    <a:pt x="6356879" y="2292850"/>
                  </a:lnTo>
                  <a:lnTo>
                    <a:pt x="6357215" y="2291159"/>
                  </a:lnTo>
                  <a:lnTo>
                    <a:pt x="6357552" y="2289739"/>
                  </a:lnTo>
                  <a:lnTo>
                    <a:pt x="6357888" y="2288645"/>
                  </a:lnTo>
                  <a:lnTo>
                    <a:pt x="6358225" y="2287787"/>
                  </a:lnTo>
                  <a:lnTo>
                    <a:pt x="6358561" y="2287091"/>
                  </a:lnTo>
                  <a:lnTo>
                    <a:pt x="6358898" y="2286861"/>
                  </a:lnTo>
                  <a:lnTo>
                    <a:pt x="6359234" y="2286808"/>
                  </a:lnTo>
                  <a:lnTo>
                    <a:pt x="6359571" y="2287298"/>
                  </a:lnTo>
                  <a:lnTo>
                    <a:pt x="6359907" y="2288017"/>
                  </a:lnTo>
                  <a:lnTo>
                    <a:pt x="6360244" y="2288509"/>
                  </a:lnTo>
                  <a:lnTo>
                    <a:pt x="6360580" y="2288958"/>
                  </a:lnTo>
                  <a:lnTo>
                    <a:pt x="6360916" y="2289325"/>
                  </a:lnTo>
                  <a:lnTo>
                    <a:pt x="6361253" y="2289675"/>
                  </a:lnTo>
                  <a:lnTo>
                    <a:pt x="6361589" y="2290100"/>
                  </a:lnTo>
                  <a:lnTo>
                    <a:pt x="6361926" y="2290659"/>
                  </a:lnTo>
                  <a:lnTo>
                    <a:pt x="6362262" y="2291200"/>
                  </a:lnTo>
                  <a:lnTo>
                    <a:pt x="6362599" y="2291709"/>
                  </a:lnTo>
                  <a:lnTo>
                    <a:pt x="6362935" y="2292259"/>
                  </a:lnTo>
                  <a:lnTo>
                    <a:pt x="6363272" y="2292801"/>
                  </a:lnTo>
                  <a:lnTo>
                    <a:pt x="6363608" y="2293307"/>
                  </a:lnTo>
                  <a:lnTo>
                    <a:pt x="6363945" y="2293827"/>
                  </a:lnTo>
                  <a:lnTo>
                    <a:pt x="6364281" y="2294424"/>
                  </a:lnTo>
                  <a:lnTo>
                    <a:pt x="6364618" y="2294848"/>
                  </a:lnTo>
                  <a:lnTo>
                    <a:pt x="6364954" y="2295010"/>
                  </a:lnTo>
                  <a:lnTo>
                    <a:pt x="6365290" y="2295202"/>
                  </a:lnTo>
                  <a:lnTo>
                    <a:pt x="6365627" y="2295625"/>
                  </a:lnTo>
                  <a:lnTo>
                    <a:pt x="6365963" y="2296284"/>
                  </a:lnTo>
                  <a:lnTo>
                    <a:pt x="6366300" y="2296873"/>
                  </a:lnTo>
                  <a:lnTo>
                    <a:pt x="6366636" y="2297660"/>
                  </a:lnTo>
                  <a:lnTo>
                    <a:pt x="6366973" y="2298278"/>
                  </a:lnTo>
                  <a:lnTo>
                    <a:pt x="6367309" y="2298742"/>
                  </a:lnTo>
                  <a:lnTo>
                    <a:pt x="6367646" y="2299156"/>
                  </a:lnTo>
                  <a:lnTo>
                    <a:pt x="6367982" y="2299700"/>
                  </a:lnTo>
                  <a:lnTo>
                    <a:pt x="6368319" y="2300556"/>
                  </a:lnTo>
                  <a:lnTo>
                    <a:pt x="6368655" y="2301771"/>
                  </a:lnTo>
                  <a:lnTo>
                    <a:pt x="6368991" y="2303265"/>
                  </a:lnTo>
                  <a:lnTo>
                    <a:pt x="6369328" y="2304458"/>
                  </a:lnTo>
                  <a:lnTo>
                    <a:pt x="6369664" y="2305541"/>
                  </a:lnTo>
                  <a:lnTo>
                    <a:pt x="6370001" y="2306716"/>
                  </a:lnTo>
                  <a:lnTo>
                    <a:pt x="6370337" y="2307793"/>
                  </a:lnTo>
                  <a:lnTo>
                    <a:pt x="6370674" y="2308909"/>
                  </a:lnTo>
                  <a:lnTo>
                    <a:pt x="6371010" y="2310086"/>
                  </a:lnTo>
                  <a:lnTo>
                    <a:pt x="6371347" y="2311354"/>
                  </a:lnTo>
                  <a:lnTo>
                    <a:pt x="6371683" y="2312640"/>
                  </a:lnTo>
                  <a:lnTo>
                    <a:pt x="6372020" y="2313921"/>
                  </a:lnTo>
                  <a:lnTo>
                    <a:pt x="6372356" y="2315202"/>
                  </a:lnTo>
                  <a:lnTo>
                    <a:pt x="6372693" y="2316522"/>
                  </a:lnTo>
                  <a:lnTo>
                    <a:pt x="6373029" y="2317713"/>
                  </a:lnTo>
                  <a:lnTo>
                    <a:pt x="6373365" y="2318951"/>
                  </a:lnTo>
                  <a:lnTo>
                    <a:pt x="6373702" y="2319925"/>
                  </a:lnTo>
                  <a:lnTo>
                    <a:pt x="6374038" y="2321026"/>
                  </a:lnTo>
                  <a:lnTo>
                    <a:pt x="6374375" y="2322271"/>
                  </a:lnTo>
                  <a:lnTo>
                    <a:pt x="6374711" y="2323263"/>
                  </a:lnTo>
                  <a:lnTo>
                    <a:pt x="6375048" y="2324260"/>
                  </a:lnTo>
                  <a:lnTo>
                    <a:pt x="6375384" y="2325417"/>
                  </a:lnTo>
                  <a:lnTo>
                    <a:pt x="6375721" y="2326846"/>
                  </a:lnTo>
                  <a:lnTo>
                    <a:pt x="6376057" y="2328275"/>
                  </a:lnTo>
                  <a:lnTo>
                    <a:pt x="6376394" y="2329838"/>
                  </a:lnTo>
                  <a:lnTo>
                    <a:pt x="6376730" y="2331103"/>
                  </a:lnTo>
                  <a:lnTo>
                    <a:pt x="6377067" y="2332356"/>
                  </a:lnTo>
                  <a:lnTo>
                    <a:pt x="6377403" y="2333409"/>
                  </a:lnTo>
                  <a:lnTo>
                    <a:pt x="6377739" y="2334397"/>
                  </a:lnTo>
                  <a:lnTo>
                    <a:pt x="6378076" y="2335041"/>
                  </a:lnTo>
                  <a:lnTo>
                    <a:pt x="6378412" y="2335411"/>
                  </a:lnTo>
                  <a:lnTo>
                    <a:pt x="6378749" y="2335454"/>
                  </a:lnTo>
                  <a:lnTo>
                    <a:pt x="6379085" y="2335133"/>
                  </a:lnTo>
                  <a:lnTo>
                    <a:pt x="6379422" y="2334462"/>
                  </a:lnTo>
                  <a:lnTo>
                    <a:pt x="6379758" y="2333713"/>
                  </a:lnTo>
                  <a:lnTo>
                    <a:pt x="6380095" y="2332899"/>
                  </a:lnTo>
                  <a:lnTo>
                    <a:pt x="6380431" y="2331931"/>
                  </a:lnTo>
                  <a:lnTo>
                    <a:pt x="6380768" y="2330863"/>
                  </a:lnTo>
                  <a:lnTo>
                    <a:pt x="6381104" y="2329777"/>
                  </a:lnTo>
                  <a:lnTo>
                    <a:pt x="6381441" y="2328462"/>
                  </a:lnTo>
                  <a:lnTo>
                    <a:pt x="6381777" y="2326757"/>
                  </a:lnTo>
                  <a:lnTo>
                    <a:pt x="6382113" y="2325248"/>
                  </a:lnTo>
                  <a:lnTo>
                    <a:pt x="6382450" y="2324029"/>
                  </a:lnTo>
                  <a:lnTo>
                    <a:pt x="6382786" y="2322976"/>
                  </a:lnTo>
                  <a:lnTo>
                    <a:pt x="6383123" y="2322063"/>
                  </a:lnTo>
                  <a:lnTo>
                    <a:pt x="6383459" y="2321367"/>
                  </a:lnTo>
                  <a:lnTo>
                    <a:pt x="6383796" y="2320640"/>
                  </a:lnTo>
                  <a:lnTo>
                    <a:pt x="6384132" y="2319759"/>
                  </a:lnTo>
                  <a:lnTo>
                    <a:pt x="6384469" y="2319321"/>
                  </a:lnTo>
                  <a:lnTo>
                    <a:pt x="6384805" y="2319563"/>
                  </a:lnTo>
                  <a:lnTo>
                    <a:pt x="6385142" y="2320061"/>
                  </a:lnTo>
                  <a:lnTo>
                    <a:pt x="6385478" y="2320841"/>
                  </a:lnTo>
                  <a:lnTo>
                    <a:pt x="6385815" y="2321767"/>
                  </a:lnTo>
                  <a:lnTo>
                    <a:pt x="6386151" y="2322816"/>
                  </a:lnTo>
                  <a:lnTo>
                    <a:pt x="6386487" y="2323972"/>
                  </a:lnTo>
                  <a:lnTo>
                    <a:pt x="6386824" y="2325388"/>
                  </a:lnTo>
                  <a:lnTo>
                    <a:pt x="6387160" y="2326926"/>
                  </a:lnTo>
                  <a:lnTo>
                    <a:pt x="6387497" y="2328120"/>
                  </a:lnTo>
                  <a:lnTo>
                    <a:pt x="6387833" y="2329436"/>
                  </a:lnTo>
                  <a:lnTo>
                    <a:pt x="6388170" y="2331021"/>
                  </a:lnTo>
                  <a:lnTo>
                    <a:pt x="6388506" y="2332666"/>
                  </a:lnTo>
                  <a:lnTo>
                    <a:pt x="6388843" y="2334266"/>
                  </a:lnTo>
                  <a:lnTo>
                    <a:pt x="6389179" y="2336072"/>
                  </a:lnTo>
                  <a:lnTo>
                    <a:pt x="6389516" y="2338222"/>
                  </a:lnTo>
                  <a:lnTo>
                    <a:pt x="6389852" y="2340174"/>
                  </a:lnTo>
                  <a:lnTo>
                    <a:pt x="6390189" y="2341988"/>
                  </a:lnTo>
                  <a:lnTo>
                    <a:pt x="6390525" y="2343656"/>
                  </a:lnTo>
                  <a:lnTo>
                    <a:pt x="6390861" y="2345187"/>
                  </a:lnTo>
                  <a:lnTo>
                    <a:pt x="6391198" y="2346856"/>
                  </a:lnTo>
                  <a:lnTo>
                    <a:pt x="6391534" y="2348524"/>
                  </a:lnTo>
                  <a:lnTo>
                    <a:pt x="6391871" y="2350016"/>
                  </a:lnTo>
                  <a:lnTo>
                    <a:pt x="6392207" y="2351241"/>
                  </a:lnTo>
                  <a:lnTo>
                    <a:pt x="6392544" y="2352611"/>
                  </a:lnTo>
                  <a:lnTo>
                    <a:pt x="6392880" y="2353897"/>
                  </a:lnTo>
                  <a:lnTo>
                    <a:pt x="6393217" y="2355121"/>
                  </a:lnTo>
                  <a:lnTo>
                    <a:pt x="6393553" y="2356453"/>
                  </a:lnTo>
                  <a:lnTo>
                    <a:pt x="6393890" y="2357762"/>
                  </a:lnTo>
                  <a:lnTo>
                    <a:pt x="6394226" y="2358871"/>
                  </a:lnTo>
                  <a:lnTo>
                    <a:pt x="6394563" y="2359752"/>
                  </a:lnTo>
                  <a:lnTo>
                    <a:pt x="6394899" y="2360708"/>
                  </a:lnTo>
                  <a:lnTo>
                    <a:pt x="6395235" y="2361543"/>
                  </a:lnTo>
                  <a:lnTo>
                    <a:pt x="6395572" y="2362140"/>
                  </a:lnTo>
                  <a:lnTo>
                    <a:pt x="6395908" y="2362599"/>
                  </a:lnTo>
                  <a:lnTo>
                    <a:pt x="6396245" y="2362958"/>
                  </a:lnTo>
                  <a:lnTo>
                    <a:pt x="6396581" y="2363280"/>
                  </a:lnTo>
                  <a:lnTo>
                    <a:pt x="6396918" y="2363586"/>
                  </a:lnTo>
                  <a:lnTo>
                    <a:pt x="6397254" y="2363892"/>
                  </a:lnTo>
                  <a:lnTo>
                    <a:pt x="6397591" y="2363785"/>
                  </a:lnTo>
                  <a:lnTo>
                    <a:pt x="6397927" y="2363548"/>
                  </a:lnTo>
                  <a:lnTo>
                    <a:pt x="6398264" y="2362801"/>
                  </a:lnTo>
                  <a:lnTo>
                    <a:pt x="6398600" y="2361652"/>
                  </a:lnTo>
                  <a:lnTo>
                    <a:pt x="6398937" y="2360361"/>
                  </a:lnTo>
                  <a:lnTo>
                    <a:pt x="6399273" y="2359069"/>
                  </a:lnTo>
                  <a:lnTo>
                    <a:pt x="6399609" y="2357684"/>
                  </a:lnTo>
                  <a:lnTo>
                    <a:pt x="6399946" y="2356192"/>
                  </a:lnTo>
                  <a:lnTo>
                    <a:pt x="6400282" y="2354649"/>
                  </a:lnTo>
                  <a:lnTo>
                    <a:pt x="6400619" y="2353275"/>
                  </a:lnTo>
                  <a:lnTo>
                    <a:pt x="6400955" y="2352039"/>
                  </a:lnTo>
                  <a:lnTo>
                    <a:pt x="6401292" y="2350749"/>
                  </a:lnTo>
                  <a:lnTo>
                    <a:pt x="6401628" y="2349359"/>
                  </a:lnTo>
                  <a:lnTo>
                    <a:pt x="6401965" y="2347702"/>
                  </a:lnTo>
                  <a:lnTo>
                    <a:pt x="6402301" y="2345792"/>
                  </a:lnTo>
                  <a:lnTo>
                    <a:pt x="6402638" y="2343683"/>
                  </a:lnTo>
                  <a:lnTo>
                    <a:pt x="6402974" y="2341299"/>
                  </a:lnTo>
                  <a:lnTo>
                    <a:pt x="6403310" y="2338945"/>
                  </a:lnTo>
                  <a:lnTo>
                    <a:pt x="6403647" y="2336347"/>
                  </a:lnTo>
                  <a:lnTo>
                    <a:pt x="6403983" y="2333684"/>
                  </a:lnTo>
                  <a:lnTo>
                    <a:pt x="6404320" y="2330929"/>
                  </a:lnTo>
                  <a:lnTo>
                    <a:pt x="6404656" y="2327928"/>
                  </a:lnTo>
                  <a:lnTo>
                    <a:pt x="6404993" y="2324324"/>
                  </a:lnTo>
                  <a:lnTo>
                    <a:pt x="6405329" y="2320466"/>
                  </a:lnTo>
                  <a:lnTo>
                    <a:pt x="6405666" y="2316333"/>
                  </a:lnTo>
                  <a:lnTo>
                    <a:pt x="6406002" y="2312047"/>
                  </a:lnTo>
                  <a:lnTo>
                    <a:pt x="6406339" y="2307853"/>
                  </a:lnTo>
                  <a:lnTo>
                    <a:pt x="6406675" y="2303720"/>
                  </a:lnTo>
                  <a:lnTo>
                    <a:pt x="6407012" y="2299843"/>
                  </a:lnTo>
                  <a:lnTo>
                    <a:pt x="6407348" y="2296365"/>
                  </a:lnTo>
                  <a:lnTo>
                    <a:pt x="6407684" y="2293450"/>
                  </a:lnTo>
                  <a:lnTo>
                    <a:pt x="6408021" y="2290741"/>
                  </a:lnTo>
                  <a:lnTo>
                    <a:pt x="6408357" y="2288274"/>
                  </a:lnTo>
                  <a:lnTo>
                    <a:pt x="6408694" y="2286431"/>
                  </a:lnTo>
                  <a:lnTo>
                    <a:pt x="6409030" y="2285435"/>
                  </a:lnTo>
                  <a:lnTo>
                    <a:pt x="6409367" y="2284525"/>
                  </a:lnTo>
                  <a:lnTo>
                    <a:pt x="6409703" y="2283895"/>
                  </a:lnTo>
                  <a:lnTo>
                    <a:pt x="6410040" y="2283838"/>
                  </a:lnTo>
                  <a:lnTo>
                    <a:pt x="6410376" y="2283853"/>
                  </a:lnTo>
                  <a:lnTo>
                    <a:pt x="6410713" y="2284110"/>
                  </a:lnTo>
                  <a:lnTo>
                    <a:pt x="6411049" y="2284402"/>
                  </a:lnTo>
                  <a:lnTo>
                    <a:pt x="6411386" y="2284692"/>
                  </a:lnTo>
                  <a:lnTo>
                    <a:pt x="6411722" y="2284988"/>
                  </a:lnTo>
                  <a:lnTo>
                    <a:pt x="6412058" y="2285203"/>
                  </a:lnTo>
                  <a:lnTo>
                    <a:pt x="6412395" y="2285339"/>
                  </a:lnTo>
                  <a:lnTo>
                    <a:pt x="6412731" y="2285575"/>
                  </a:lnTo>
                  <a:lnTo>
                    <a:pt x="6413068" y="2285978"/>
                  </a:lnTo>
                  <a:lnTo>
                    <a:pt x="6413404" y="2286143"/>
                  </a:lnTo>
                  <a:lnTo>
                    <a:pt x="6413741" y="2286129"/>
                  </a:lnTo>
                  <a:lnTo>
                    <a:pt x="6414077" y="2285643"/>
                  </a:lnTo>
                  <a:lnTo>
                    <a:pt x="6414414" y="2285059"/>
                  </a:lnTo>
                  <a:lnTo>
                    <a:pt x="6414750" y="2284481"/>
                  </a:lnTo>
                  <a:lnTo>
                    <a:pt x="6415087" y="2283941"/>
                  </a:lnTo>
                  <a:lnTo>
                    <a:pt x="6415423" y="2283203"/>
                  </a:lnTo>
                  <a:lnTo>
                    <a:pt x="6415760" y="2282574"/>
                  </a:lnTo>
                  <a:lnTo>
                    <a:pt x="6416096" y="2282117"/>
                  </a:lnTo>
                  <a:lnTo>
                    <a:pt x="6416432" y="2281596"/>
                  </a:lnTo>
                  <a:lnTo>
                    <a:pt x="6416769" y="2281115"/>
                  </a:lnTo>
                  <a:lnTo>
                    <a:pt x="6417105" y="2280501"/>
                  </a:lnTo>
                  <a:lnTo>
                    <a:pt x="6417442" y="2279890"/>
                  </a:lnTo>
                  <a:lnTo>
                    <a:pt x="6417778" y="2279130"/>
                  </a:lnTo>
                  <a:lnTo>
                    <a:pt x="6418115" y="2278512"/>
                  </a:lnTo>
                  <a:lnTo>
                    <a:pt x="6418451" y="2278213"/>
                  </a:lnTo>
                  <a:lnTo>
                    <a:pt x="6418788" y="2278303"/>
                  </a:lnTo>
                  <a:lnTo>
                    <a:pt x="6419124" y="2278624"/>
                  </a:lnTo>
                  <a:lnTo>
                    <a:pt x="6419461" y="2279090"/>
                  </a:lnTo>
                  <a:lnTo>
                    <a:pt x="6419797" y="2279820"/>
                  </a:lnTo>
                  <a:lnTo>
                    <a:pt x="6420134" y="2280680"/>
                  </a:lnTo>
                  <a:lnTo>
                    <a:pt x="6420470" y="2282181"/>
                  </a:lnTo>
                  <a:lnTo>
                    <a:pt x="6420806" y="2283785"/>
                  </a:lnTo>
                  <a:lnTo>
                    <a:pt x="6421143" y="2285211"/>
                  </a:lnTo>
                  <a:lnTo>
                    <a:pt x="6421479" y="2286736"/>
                  </a:lnTo>
                  <a:lnTo>
                    <a:pt x="6421816" y="2288220"/>
                  </a:lnTo>
                  <a:lnTo>
                    <a:pt x="6422152" y="2289519"/>
                  </a:lnTo>
                  <a:lnTo>
                    <a:pt x="6422489" y="2291278"/>
                  </a:lnTo>
                  <a:lnTo>
                    <a:pt x="6422825" y="2292939"/>
                  </a:lnTo>
                  <a:lnTo>
                    <a:pt x="6423162" y="2294473"/>
                  </a:lnTo>
                  <a:lnTo>
                    <a:pt x="6423498" y="2295654"/>
                  </a:lnTo>
                  <a:lnTo>
                    <a:pt x="6423835" y="2296669"/>
                  </a:lnTo>
                  <a:lnTo>
                    <a:pt x="6424171" y="2297869"/>
                  </a:lnTo>
                  <a:lnTo>
                    <a:pt x="6424508" y="2299147"/>
                  </a:lnTo>
                  <a:lnTo>
                    <a:pt x="6424844" y="2300501"/>
                  </a:lnTo>
                  <a:lnTo>
                    <a:pt x="6425180" y="2301838"/>
                  </a:lnTo>
                  <a:lnTo>
                    <a:pt x="6425517" y="2302557"/>
                  </a:lnTo>
                  <a:lnTo>
                    <a:pt x="6425853" y="2302847"/>
                  </a:lnTo>
                  <a:lnTo>
                    <a:pt x="6426190" y="2302670"/>
                  </a:lnTo>
                  <a:lnTo>
                    <a:pt x="6426526" y="2302295"/>
                  </a:lnTo>
                  <a:lnTo>
                    <a:pt x="6426863" y="2301663"/>
                  </a:lnTo>
                  <a:lnTo>
                    <a:pt x="6427199" y="2300963"/>
                  </a:lnTo>
                  <a:lnTo>
                    <a:pt x="6427536" y="2300205"/>
                  </a:lnTo>
                  <a:lnTo>
                    <a:pt x="6427872" y="2299606"/>
                  </a:lnTo>
                  <a:lnTo>
                    <a:pt x="6428209" y="2299113"/>
                  </a:lnTo>
                  <a:lnTo>
                    <a:pt x="6428545" y="2298223"/>
                  </a:lnTo>
                  <a:lnTo>
                    <a:pt x="6428882" y="2297156"/>
                  </a:lnTo>
                  <a:lnTo>
                    <a:pt x="6429218" y="2295899"/>
                  </a:lnTo>
                  <a:lnTo>
                    <a:pt x="6429554" y="2294679"/>
                  </a:lnTo>
                  <a:lnTo>
                    <a:pt x="6429891" y="2293537"/>
                  </a:lnTo>
                  <a:lnTo>
                    <a:pt x="6430227" y="2292500"/>
                  </a:lnTo>
                  <a:lnTo>
                    <a:pt x="6430564" y="2291655"/>
                  </a:lnTo>
                  <a:lnTo>
                    <a:pt x="6430900" y="2291194"/>
                  </a:lnTo>
                  <a:lnTo>
                    <a:pt x="6431237" y="2290473"/>
                  </a:lnTo>
                  <a:lnTo>
                    <a:pt x="6431573" y="2289816"/>
                  </a:lnTo>
                  <a:lnTo>
                    <a:pt x="6431910" y="2289153"/>
                  </a:lnTo>
                  <a:lnTo>
                    <a:pt x="6432246" y="2288693"/>
                  </a:lnTo>
                  <a:lnTo>
                    <a:pt x="6432583" y="2288308"/>
                  </a:lnTo>
                  <a:lnTo>
                    <a:pt x="6432919" y="2287674"/>
                  </a:lnTo>
                  <a:lnTo>
                    <a:pt x="6433255" y="2286929"/>
                  </a:lnTo>
                  <a:lnTo>
                    <a:pt x="6433592" y="2286534"/>
                  </a:lnTo>
                  <a:lnTo>
                    <a:pt x="6433928" y="2286260"/>
                  </a:lnTo>
                  <a:lnTo>
                    <a:pt x="6434265" y="2286093"/>
                  </a:lnTo>
                  <a:lnTo>
                    <a:pt x="6434601" y="2285706"/>
                  </a:lnTo>
                  <a:lnTo>
                    <a:pt x="6434938" y="2285477"/>
                  </a:lnTo>
                  <a:lnTo>
                    <a:pt x="6435274" y="2285035"/>
                  </a:lnTo>
                  <a:lnTo>
                    <a:pt x="6435611" y="2284723"/>
                  </a:lnTo>
                  <a:lnTo>
                    <a:pt x="6435947" y="2284187"/>
                  </a:lnTo>
                  <a:lnTo>
                    <a:pt x="6436284" y="2283547"/>
                  </a:lnTo>
                  <a:lnTo>
                    <a:pt x="6436620" y="2282950"/>
                  </a:lnTo>
                  <a:lnTo>
                    <a:pt x="6436957" y="2282377"/>
                  </a:lnTo>
                  <a:lnTo>
                    <a:pt x="6437293" y="2281663"/>
                  </a:lnTo>
                  <a:lnTo>
                    <a:pt x="6437629" y="2280900"/>
                  </a:lnTo>
                  <a:lnTo>
                    <a:pt x="6437966" y="2280101"/>
                  </a:lnTo>
                  <a:lnTo>
                    <a:pt x="6438302" y="2279350"/>
                  </a:lnTo>
                  <a:lnTo>
                    <a:pt x="6438639" y="2278586"/>
                  </a:lnTo>
                  <a:lnTo>
                    <a:pt x="6438975" y="2278127"/>
                  </a:lnTo>
                  <a:lnTo>
                    <a:pt x="6439312" y="2277691"/>
                  </a:lnTo>
                  <a:lnTo>
                    <a:pt x="6439648" y="2277360"/>
                  </a:lnTo>
                  <a:lnTo>
                    <a:pt x="6439985" y="2277019"/>
                  </a:lnTo>
                  <a:lnTo>
                    <a:pt x="6440321" y="2276773"/>
                  </a:lnTo>
                  <a:lnTo>
                    <a:pt x="6440658" y="2276145"/>
                  </a:lnTo>
                  <a:lnTo>
                    <a:pt x="6440994" y="2275867"/>
                  </a:lnTo>
                  <a:lnTo>
                    <a:pt x="6441331" y="2275415"/>
                  </a:lnTo>
                  <a:lnTo>
                    <a:pt x="6441667" y="2274563"/>
                  </a:lnTo>
                  <a:lnTo>
                    <a:pt x="6442003" y="2273933"/>
                  </a:lnTo>
                  <a:lnTo>
                    <a:pt x="6442340" y="2273233"/>
                  </a:lnTo>
                  <a:lnTo>
                    <a:pt x="6442676" y="2272554"/>
                  </a:lnTo>
                  <a:lnTo>
                    <a:pt x="6443013" y="2271998"/>
                  </a:lnTo>
                  <a:lnTo>
                    <a:pt x="6443349" y="2271378"/>
                  </a:lnTo>
                  <a:lnTo>
                    <a:pt x="6443686" y="2270683"/>
                  </a:lnTo>
                  <a:lnTo>
                    <a:pt x="6444022" y="2270076"/>
                  </a:lnTo>
                  <a:lnTo>
                    <a:pt x="6444359" y="2269605"/>
                  </a:lnTo>
                  <a:lnTo>
                    <a:pt x="6444695" y="2269506"/>
                  </a:lnTo>
                  <a:lnTo>
                    <a:pt x="6445032" y="2269830"/>
                  </a:lnTo>
                  <a:lnTo>
                    <a:pt x="6445368" y="2270567"/>
                  </a:lnTo>
                  <a:lnTo>
                    <a:pt x="6445705" y="2271545"/>
                  </a:lnTo>
                  <a:lnTo>
                    <a:pt x="6446041" y="2272732"/>
                  </a:lnTo>
                  <a:lnTo>
                    <a:pt x="6446377" y="2273904"/>
                  </a:lnTo>
                  <a:lnTo>
                    <a:pt x="6446714" y="2275192"/>
                  </a:lnTo>
                  <a:lnTo>
                    <a:pt x="6447050" y="2276430"/>
                  </a:lnTo>
                  <a:lnTo>
                    <a:pt x="6447387" y="2277849"/>
                  </a:lnTo>
                  <a:lnTo>
                    <a:pt x="6447723" y="2279360"/>
                  </a:lnTo>
                  <a:lnTo>
                    <a:pt x="6448060" y="2280903"/>
                  </a:lnTo>
                  <a:lnTo>
                    <a:pt x="6448396" y="2282448"/>
                  </a:lnTo>
                  <a:lnTo>
                    <a:pt x="6448733" y="2284007"/>
                  </a:lnTo>
                  <a:lnTo>
                    <a:pt x="6449069" y="2285705"/>
                  </a:lnTo>
                  <a:lnTo>
                    <a:pt x="6449406" y="2287084"/>
                  </a:lnTo>
                  <a:lnTo>
                    <a:pt x="6449742" y="2288486"/>
                  </a:lnTo>
                  <a:lnTo>
                    <a:pt x="6450079" y="2289846"/>
                  </a:lnTo>
                  <a:lnTo>
                    <a:pt x="6450415" y="2291065"/>
                  </a:lnTo>
                  <a:lnTo>
                    <a:pt x="6450751" y="2292105"/>
                  </a:lnTo>
                  <a:lnTo>
                    <a:pt x="6451088" y="2293292"/>
                  </a:lnTo>
                  <a:lnTo>
                    <a:pt x="6451424" y="2294632"/>
                  </a:lnTo>
                  <a:lnTo>
                    <a:pt x="6451761" y="2295805"/>
                  </a:lnTo>
                  <a:lnTo>
                    <a:pt x="6452097" y="2296787"/>
                  </a:lnTo>
                  <a:lnTo>
                    <a:pt x="6452434" y="2297981"/>
                  </a:lnTo>
                  <a:lnTo>
                    <a:pt x="6452770" y="2299205"/>
                  </a:lnTo>
                  <a:lnTo>
                    <a:pt x="6453107" y="2300300"/>
                  </a:lnTo>
                  <a:lnTo>
                    <a:pt x="6453443" y="2301241"/>
                  </a:lnTo>
                  <a:lnTo>
                    <a:pt x="6453780" y="2302075"/>
                  </a:lnTo>
                  <a:lnTo>
                    <a:pt x="6454116" y="2302848"/>
                  </a:lnTo>
                  <a:lnTo>
                    <a:pt x="6454453" y="2303767"/>
                  </a:lnTo>
                  <a:lnTo>
                    <a:pt x="6454789" y="2304685"/>
                  </a:lnTo>
                  <a:lnTo>
                    <a:pt x="6455125" y="2305405"/>
                  </a:lnTo>
                  <a:lnTo>
                    <a:pt x="6455462" y="2305963"/>
                  </a:lnTo>
                  <a:lnTo>
                    <a:pt x="6455798" y="2306423"/>
                  </a:lnTo>
                  <a:lnTo>
                    <a:pt x="6456135" y="2306882"/>
                  </a:lnTo>
                  <a:lnTo>
                    <a:pt x="6456471" y="2307433"/>
                  </a:lnTo>
                  <a:lnTo>
                    <a:pt x="6456808" y="2307823"/>
                  </a:lnTo>
                  <a:lnTo>
                    <a:pt x="6457144" y="2308068"/>
                  </a:lnTo>
                  <a:lnTo>
                    <a:pt x="6457481" y="2308168"/>
                  </a:lnTo>
                  <a:lnTo>
                    <a:pt x="6457817" y="2308168"/>
                  </a:lnTo>
                  <a:lnTo>
                    <a:pt x="6458154" y="2308290"/>
                  </a:lnTo>
                  <a:lnTo>
                    <a:pt x="6458490" y="2308206"/>
                  </a:lnTo>
                  <a:lnTo>
                    <a:pt x="6458827" y="2308030"/>
                  </a:lnTo>
                  <a:lnTo>
                    <a:pt x="6459163" y="2307724"/>
                  </a:lnTo>
                  <a:lnTo>
                    <a:pt x="6459499" y="2307333"/>
                  </a:lnTo>
                  <a:lnTo>
                    <a:pt x="6459836" y="2306874"/>
                  </a:lnTo>
                  <a:lnTo>
                    <a:pt x="6460172" y="2306530"/>
                  </a:lnTo>
                  <a:lnTo>
                    <a:pt x="6460509" y="2306224"/>
                  </a:lnTo>
                  <a:lnTo>
                    <a:pt x="6460845" y="2305917"/>
                  </a:lnTo>
                  <a:lnTo>
                    <a:pt x="6461182" y="2305611"/>
                  </a:lnTo>
                  <a:lnTo>
                    <a:pt x="6461518" y="2305206"/>
                  </a:lnTo>
                  <a:lnTo>
                    <a:pt x="6461855" y="2304517"/>
                  </a:lnTo>
                  <a:lnTo>
                    <a:pt x="6462191" y="2303422"/>
                  </a:lnTo>
                  <a:lnTo>
                    <a:pt x="6462528" y="2302387"/>
                  </a:lnTo>
                  <a:lnTo>
                    <a:pt x="6462864" y="2301413"/>
                  </a:lnTo>
                  <a:lnTo>
                    <a:pt x="6463201" y="2300738"/>
                  </a:lnTo>
                  <a:lnTo>
                    <a:pt x="6463537" y="2300184"/>
                  </a:lnTo>
                  <a:lnTo>
                    <a:pt x="6463873" y="2299706"/>
                  </a:lnTo>
                  <a:lnTo>
                    <a:pt x="6464210" y="2299267"/>
                  </a:lnTo>
                  <a:lnTo>
                    <a:pt x="6464546" y="2298846"/>
                  </a:lnTo>
                  <a:lnTo>
                    <a:pt x="6464883" y="2298741"/>
                  </a:lnTo>
                  <a:lnTo>
                    <a:pt x="6465219" y="2298690"/>
                  </a:lnTo>
                  <a:lnTo>
                    <a:pt x="6465556" y="2298876"/>
                  </a:lnTo>
                  <a:lnTo>
                    <a:pt x="6465892" y="2299279"/>
                  </a:lnTo>
                  <a:lnTo>
                    <a:pt x="6466229" y="2299633"/>
                  </a:lnTo>
                  <a:lnTo>
                    <a:pt x="6466565" y="2300075"/>
                  </a:lnTo>
                  <a:lnTo>
                    <a:pt x="6466902" y="2300572"/>
                  </a:lnTo>
                  <a:lnTo>
                    <a:pt x="6467238" y="2301255"/>
                  </a:lnTo>
                  <a:lnTo>
                    <a:pt x="6467574" y="2302075"/>
                  </a:lnTo>
                  <a:lnTo>
                    <a:pt x="6467911" y="2302762"/>
                  </a:lnTo>
                  <a:lnTo>
                    <a:pt x="6468247" y="2303425"/>
                  </a:lnTo>
                  <a:lnTo>
                    <a:pt x="6468584" y="2304142"/>
                  </a:lnTo>
                  <a:lnTo>
                    <a:pt x="6468920" y="2304606"/>
                  </a:lnTo>
                  <a:lnTo>
                    <a:pt x="6469257" y="2305092"/>
                  </a:lnTo>
                  <a:lnTo>
                    <a:pt x="6469593" y="2305786"/>
                  </a:lnTo>
                  <a:lnTo>
                    <a:pt x="6469930" y="2306680"/>
                  </a:lnTo>
                  <a:lnTo>
                    <a:pt x="6470266" y="2307849"/>
                  </a:lnTo>
                  <a:lnTo>
                    <a:pt x="6470603" y="2309018"/>
                  </a:lnTo>
                  <a:lnTo>
                    <a:pt x="6470939" y="2310514"/>
                  </a:lnTo>
                  <a:lnTo>
                    <a:pt x="6471276" y="2312305"/>
                  </a:lnTo>
                  <a:lnTo>
                    <a:pt x="6471612" y="2314303"/>
                  </a:lnTo>
                  <a:lnTo>
                    <a:pt x="6471948" y="2316652"/>
                  </a:lnTo>
                  <a:lnTo>
                    <a:pt x="6472285" y="2319651"/>
                  </a:lnTo>
                  <a:lnTo>
                    <a:pt x="6472621" y="2322777"/>
                  </a:lnTo>
                  <a:lnTo>
                    <a:pt x="6472958" y="2326208"/>
                  </a:lnTo>
                  <a:lnTo>
                    <a:pt x="6473294" y="2329576"/>
                  </a:lnTo>
                  <a:lnTo>
                    <a:pt x="6473631" y="2332921"/>
                  </a:lnTo>
                  <a:lnTo>
                    <a:pt x="6473967" y="2336617"/>
                  </a:lnTo>
                  <a:lnTo>
                    <a:pt x="6474304" y="2340421"/>
                  </a:lnTo>
                  <a:lnTo>
                    <a:pt x="6474640" y="2344033"/>
                  </a:lnTo>
                  <a:lnTo>
                    <a:pt x="6474977" y="2347179"/>
                  </a:lnTo>
                  <a:lnTo>
                    <a:pt x="6475313" y="2350049"/>
                  </a:lnTo>
                  <a:lnTo>
                    <a:pt x="6475650" y="2352781"/>
                  </a:lnTo>
                  <a:lnTo>
                    <a:pt x="6475986" y="2354970"/>
                  </a:lnTo>
                  <a:lnTo>
                    <a:pt x="6476322" y="2356557"/>
                  </a:lnTo>
                  <a:lnTo>
                    <a:pt x="6476659" y="2358206"/>
                  </a:lnTo>
                  <a:lnTo>
                    <a:pt x="6476995" y="2359495"/>
                  </a:lnTo>
                  <a:lnTo>
                    <a:pt x="6477332" y="2360211"/>
                  </a:lnTo>
                  <a:lnTo>
                    <a:pt x="6477668" y="2360737"/>
                  </a:lnTo>
                  <a:lnTo>
                    <a:pt x="6478005" y="2361038"/>
                  </a:lnTo>
                  <a:lnTo>
                    <a:pt x="6478341" y="2361433"/>
                  </a:lnTo>
                  <a:lnTo>
                    <a:pt x="6478678" y="2361514"/>
                  </a:lnTo>
                  <a:lnTo>
                    <a:pt x="6479014" y="2361496"/>
                  </a:lnTo>
                  <a:lnTo>
                    <a:pt x="6479351" y="2361345"/>
                  </a:lnTo>
                  <a:lnTo>
                    <a:pt x="6479687" y="2361100"/>
                  </a:lnTo>
                  <a:lnTo>
                    <a:pt x="6480024" y="2360747"/>
                  </a:lnTo>
                  <a:lnTo>
                    <a:pt x="6480360" y="2360294"/>
                  </a:lnTo>
                  <a:lnTo>
                    <a:pt x="6480696" y="2359871"/>
                  </a:lnTo>
                  <a:lnTo>
                    <a:pt x="6481033" y="2359625"/>
                  </a:lnTo>
                  <a:lnTo>
                    <a:pt x="6481369" y="2359299"/>
                  </a:lnTo>
                  <a:lnTo>
                    <a:pt x="6481706" y="2358885"/>
                  </a:lnTo>
                  <a:lnTo>
                    <a:pt x="6482042" y="2358517"/>
                  </a:lnTo>
                  <a:lnTo>
                    <a:pt x="6482379" y="2358113"/>
                  </a:lnTo>
                  <a:lnTo>
                    <a:pt x="6482715" y="2358085"/>
                  </a:lnTo>
                  <a:lnTo>
                    <a:pt x="6483052" y="2357781"/>
                  </a:lnTo>
                  <a:lnTo>
                    <a:pt x="6483388" y="2357473"/>
                  </a:lnTo>
                  <a:lnTo>
                    <a:pt x="6483725" y="2357102"/>
                  </a:lnTo>
                  <a:lnTo>
                    <a:pt x="6484061" y="2356824"/>
                  </a:lnTo>
                  <a:lnTo>
                    <a:pt x="6484398" y="2356925"/>
                  </a:lnTo>
                  <a:lnTo>
                    <a:pt x="6484734" y="2357038"/>
                  </a:lnTo>
                  <a:lnTo>
                    <a:pt x="6485070" y="2357350"/>
                  </a:lnTo>
                  <a:lnTo>
                    <a:pt x="6485407" y="2357661"/>
                  </a:lnTo>
                  <a:lnTo>
                    <a:pt x="6485743" y="2357792"/>
                  </a:lnTo>
                  <a:lnTo>
                    <a:pt x="6486080" y="2357879"/>
                  </a:lnTo>
                  <a:lnTo>
                    <a:pt x="6486416" y="2357779"/>
                  </a:lnTo>
                  <a:lnTo>
                    <a:pt x="6486753" y="2357795"/>
                  </a:lnTo>
                  <a:lnTo>
                    <a:pt x="6487089" y="2357624"/>
                  </a:lnTo>
                  <a:lnTo>
                    <a:pt x="6487426" y="2357338"/>
                  </a:lnTo>
                  <a:lnTo>
                    <a:pt x="6487762" y="2356549"/>
                  </a:lnTo>
                  <a:lnTo>
                    <a:pt x="6488099" y="2355718"/>
                  </a:lnTo>
                  <a:lnTo>
                    <a:pt x="6488435" y="2355088"/>
                  </a:lnTo>
                  <a:lnTo>
                    <a:pt x="6488772" y="2354657"/>
                  </a:lnTo>
                  <a:lnTo>
                    <a:pt x="6489108" y="2354536"/>
                  </a:lnTo>
                  <a:lnTo>
                    <a:pt x="6489444" y="2354200"/>
                  </a:lnTo>
                  <a:lnTo>
                    <a:pt x="6489781" y="2353230"/>
                  </a:lnTo>
                  <a:lnTo>
                    <a:pt x="6490117" y="2352342"/>
                  </a:lnTo>
                  <a:lnTo>
                    <a:pt x="6490454" y="2351436"/>
                  </a:lnTo>
                  <a:lnTo>
                    <a:pt x="6490790" y="2350691"/>
                  </a:lnTo>
                  <a:lnTo>
                    <a:pt x="6491127" y="2350028"/>
                  </a:lnTo>
                  <a:lnTo>
                    <a:pt x="6491463" y="2349380"/>
                  </a:lnTo>
                  <a:lnTo>
                    <a:pt x="6491800" y="2348362"/>
                  </a:lnTo>
                  <a:lnTo>
                    <a:pt x="6492136" y="2347068"/>
                  </a:lnTo>
                  <a:lnTo>
                    <a:pt x="6492473" y="2345746"/>
                  </a:lnTo>
                  <a:lnTo>
                    <a:pt x="6492809" y="2344837"/>
                  </a:lnTo>
                  <a:lnTo>
                    <a:pt x="6493146" y="2344286"/>
                  </a:lnTo>
                  <a:lnTo>
                    <a:pt x="6493482" y="2344027"/>
                  </a:lnTo>
                  <a:lnTo>
                    <a:pt x="6493818" y="2343843"/>
                  </a:lnTo>
                  <a:lnTo>
                    <a:pt x="6494155" y="2343725"/>
                  </a:lnTo>
                  <a:lnTo>
                    <a:pt x="6494491" y="2344005"/>
                  </a:lnTo>
                  <a:lnTo>
                    <a:pt x="6494828" y="2344586"/>
                  </a:lnTo>
                  <a:lnTo>
                    <a:pt x="6495164" y="2345285"/>
                  </a:lnTo>
                  <a:lnTo>
                    <a:pt x="6495501" y="2346015"/>
                  </a:lnTo>
                  <a:lnTo>
                    <a:pt x="6495837" y="2347059"/>
                  </a:lnTo>
                  <a:lnTo>
                    <a:pt x="6496174" y="2348209"/>
                  </a:lnTo>
                  <a:lnTo>
                    <a:pt x="6496510" y="2349728"/>
                  </a:lnTo>
                  <a:lnTo>
                    <a:pt x="6496847" y="2351328"/>
                  </a:lnTo>
                  <a:lnTo>
                    <a:pt x="6497183" y="2352879"/>
                  </a:lnTo>
                  <a:lnTo>
                    <a:pt x="6497520" y="2354190"/>
                  </a:lnTo>
                  <a:lnTo>
                    <a:pt x="6497856" y="2355042"/>
                  </a:lnTo>
                  <a:lnTo>
                    <a:pt x="6498192" y="2355340"/>
                  </a:lnTo>
                  <a:lnTo>
                    <a:pt x="6498529" y="2355572"/>
                  </a:lnTo>
                  <a:lnTo>
                    <a:pt x="6498865" y="2355669"/>
                  </a:lnTo>
                  <a:lnTo>
                    <a:pt x="6499202" y="2355648"/>
                  </a:lnTo>
                  <a:lnTo>
                    <a:pt x="6499538" y="2355474"/>
                  </a:lnTo>
                  <a:lnTo>
                    <a:pt x="6499875" y="2355230"/>
                  </a:lnTo>
                  <a:lnTo>
                    <a:pt x="6500211" y="2354872"/>
                  </a:lnTo>
                  <a:lnTo>
                    <a:pt x="6500548" y="2354476"/>
                  </a:lnTo>
                  <a:lnTo>
                    <a:pt x="6500884" y="2353559"/>
                  </a:lnTo>
                  <a:lnTo>
                    <a:pt x="6501221" y="2352399"/>
                  </a:lnTo>
                  <a:lnTo>
                    <a:pt x="6501557" y="2351128"/>
                  </a:lnTo>
                  <a:lnTo>
                    <a:pt x="6501893" y="2350117"/>
                  </a:lnTo>
                  <a:lnTo>
                    <a:pt x="6502230" y="2348960"/>
                  </a:lnTo>
                  <a:lnTo>
                    <a:pt x="6502566" y="2347787"/>
                  </a:lnTo>
                  <a:lnTo>
                    <a:pt x="6502903" y="2346822"/>
                  </a:lnTo>
                  <a:lnTo>
                    <a:pt x="6503239" y="2346341"/>
                  </a:lnTo>
                  <a:lnTo>
                    <a:pt x="6503576" y="2346169"/>
                  </a:lnTo>
                  <a:lnTo>
                    <a:pt x="6503912" y="2345995"/>
                  </a:lnTo>
                  <a:lnTo>
                    <a:pt x="6504249" y="2345832"/>
                  </a:lnTo>
                  <a:lnTo>
                    <a:pt x="6504585" y="2345629"/>
                  </a:lnTo>
                  <a:lnTo>
                    <a:pt x="6504922" y="2345462"/>
                  </a:lnTo>
                  <a:lnTo>
                    <a:pt x="6505258" y="2345263"/>
                  </a:lnTo>
                  <a:lnTo>
                    <a:pt x="6505595" y="2344914"/>
                  </a:lnTo>
                  <a:lnTo>
                    <a:pt x="6505931" y="2344607"/>
                  </a:lnTo>
                  <a:lnTo>
                    <a:pt x="6506267" y="2344286"/>
                  </a:lnTo>
                  <a:lnTo>
                    <a:pt x="6506604" y="2343680"/>
                  </a:lnTo>
                  <a:lnTo>
                    <a:pt x="6506940" y="2342941"/>
                  </a:lnTo>
                  <a:lnTo>
                    <a:pt x="6507277" y="2342439"/>
                  </a:lnTo>
                  <a:lnTo>
                    <a:pt x="6507613" y="2341881"/>
                  </a:lnTo>
                  <a:lnTo>
                    <a:pt x="6507950" y="2341570"/>
                  </a:lnTo>
                  <a:lnTo>
                    <a:pt x="6508286" y="2340726"/>
                  </a:lnTo>
                  <a:lnTo>
                    <a:pt x="6508623" y="2339659"/>
                  </a:lnTo>
                  <a:lnTo>
                    <a:pt x="6508959" y="2338810"/>
                  </a:lnTo>
                  <a:lnTo>
                    <a:pt x="6509296" y="2338569"/>
                  </a:lnTo>
                  <a:lnTo>
                    <a:pt x="6509632" y="2338438"/>
                  </a:lnTo>
                  <a:lnTo>
                    <a:pt x="6509969" y="2338444"/>
                  </a:lnTo>
                  <a:lnTo>
                    <a:pt x="6510305" y="2338488"/>
                  </a:lnTo>
                  <a:lnTo>
                    <a:pt x="6510641" y="2338388"/>
                  </a:lnTo>
                  <a:lnTo>
                    <a:pt x="6510978" y="2338262"/>
                  </a:lnTo>
                  <a:lnTo>
                    <a:pt x="6511314" y="2338193"/>
                  </a:lnTo>
                  <a:lnTo>
                    <a:pt x="6511651" y="2338281"/>
                  </a:lnTo>
                  <a:lnTo>
                    <a:pt x="6511987" y="2338281"/>
                  </a:lnTo>
                  <a:lnTo>
                    <a:pt x="6512324" y="2338049"/>
                  </a:lnTo>
                  <a:lnTo>
                    <a:pt x="6512660" y="2337672"/>
                  </a:lnTo>
                  <a:lnTo>
                    <a:pt x="6512997" y="2337071"/>
                  </a:lnTo>
                  <a:lnTo>
                    <a:pt x="6513333" y="2336547"/>
                  </a:lnTo>
                  <a:lnTo>
                    <a:pt x="6513670" y="2336343"/>
                  </a:lnTo>
                  <a:lnTo>
                    <a:pt x="6514006" y="2336285"/>
                  </a:lnTo>
                  <a:lnTo>
                    <a:pt x="6514343" y="2336338"/>
                  </a:lnTo>
                  <a:lnTo>
                    <a:pt x="6514679" y="2336385"/>
                  </a:lnTo>
                  <a:lnTo>
                    <a:pt x="6515015" y="2336148"/>
                  </a:lnTo>
                  <a:lnTo>
                    <a:pt x="6515352" y="2335865"/>
                  </a:lnTo>
                  <a:lnTo>
                    <a:pt x="6515688" y="2335850"/>
                  </a:lnTo>
                  <a:lnTo>
                    <a:pt x="6516025" y="2335811"/>
                  </a:lnTo>
                  <a:lnTo>
                    <a:pt x="6516361" y="2335521"/>
                  </a:lnTo>
                  <a:lnTo>
                    <a:pt x="6516698" y="2335176"/>
                  </a:lnTo>
                  <a:lnTo>
                    <a:pt x="6517034" y="2334594"/>
                  </a:lnTo>
                  <a:lnTo>
                    <a:pt x="6517371" y="2333645"/>
                  </a:lnTo>
                  <a:lnTo>
                    <a:pt x="6517707" y="2332513"/>
                  </a:lnTo>
                  <a:lnTo>
                    <a:pt x="6518044" y="2331388"/>
                  </a:lnTo>
                  <a:lnTo>
                    <a:pt x="6518380" y="2330316"/>
                  </a:lnTo>
                  <a:lnTo>
                    <a:pt x="6518717" y="2329245"/>
                  </a:lnTo>
                  <a:lnTo>
                    <a:pt x="6519053" y="2328112"/>
                  </a:lnTo>
                  <a:lnTo>
                    <a:pt x="6519389" y="2326887"/>
                  </a:lnTo>
                  <a:lnTo>
                    <a:pt x="6519726" y="2325663"/>
                  </a:lnTo>
                  <a:lnTo>
                    <a:pt x="6520062" y="2324438"/>
                  </a:lnTo>
                  <a:lnTo>
                    <a:pt x="6520399" y="2323336"/>
                  </a:lnTo>
                  <a:lnTo>
                    <a:pt x="6520735" y="2322265"/>
                  </a:lnTo>
                  <a:lnTo>
                    <a:pt x="6521072" y="2321232"/>
                  </a:lnTo>
                  <a:lnTo>
                    <a:pt x="6521408" y="2320451"/>
                  </a:lnTo>
                  <a:lnTo>
                    <a:pt x="6521745" y="2319724"/>
                  </a:lnTo>
                  <a:lnTo>
                    <a:pt x="6522081" y="2319173"/>
                  </a:lnTo>
                  <a:lnTo>
                    <a:pt x="6522418" y="2319012"/>
                  </a:lnTo>
                  <a:lnTo>
                    <a:pt x="6522754" y="2319027"/>
                  </a:lnTo>
                  <a:lnTo>
                    <a:pt x="6523091" y="2319027"/>
                  </a:lnTo>
                  <a:lnTo>
                    <a:pt x="6523427" y="2319012"/>
                  </a:lnTo>
                  <a:lnTo>
                    <a:pt x="6523763" y="2318828"/>
                  </a:lnTo>
                  <a:lnTo>
                    <a:pt x="6524100" y="2318522"/>
                  </a:lnTo>
                  <a:lnTo>
                    <a:pt x="6524436" y="2318170"/>
                  </a:lnTo>
                  <a:lnTo>
                    <a:pt x="6524773" y="2317696"/>
                  </a:lnTo>
                  <a:lnTo>
                    <a:pt x="6525109" y="2316923"/>
                  </a:lnTo>
                  <a:lnTo>
                    <a:pt x="6525446" y="2315736"/>
                  </a:lnTo>
                  <a:lnTo>
                    <a:pt x="6525782" y="2314435"/>
                  </a:lnTo>
                  <a:lnTo>
                    <a:pt x="6526119" y="2312973"/>
                  </a:lnTo>
                  <a:lnTo>
                    <a:pt x="6526455" y="2311603"/>
                  </a:lnTo>
                  <a:lnTo>
                    <a:pt x="6526792" y="2310463"/>
                  </a:lnTo>
                  <a:lnTo>
                    <a:pt x="6527128" y="2309453"/>
                  </a:lnTo>
                  <a:lnTo>
                    <a:pt x="6527465" y="2308420"/>
                  </a:lnTo>
                  <a:lnTo>
                    <a:pt x="6527801" y="2307394"/>
                  </a:lnTo>
                  <a:lnTo>
                    <a:pt x="6528137" y="2306476"/>
                  </a:lnTo>
                  <a:lnTo>
                    <a:pt x="6528474" y="2305573"/>
                  </a:lnTo>
                  <a:lnTo>
                    <a:pt x="6528810" y="2304838"/>
                  </a:lnTo>
                  <a:lnTo>
                    <a:pt x="6529147" y="2304455"/>
                  </a:lnTo>
                  <a:lnTo>
                    <a:pt x="6529483" y="2304524"/>
                  </a:lnTo>
                  <a:lnTo>
                    <a:pt x="6529820" y="2304656"/>
                  </a:lnTo>
                  <a:lnTo>
                    <a:pt x="6530156" y="2305194"/>
                  </a:lnTo>
                  <a:lnTo>
                    <a:pt x="6530493" y="2305862"/>
                  </a:lnTo>
                  <a:lnTo>
                    <a:pt x="6530829" y="2306560"/>
                  </a:lnTo>
                  <a:lnTo>
                    <a:pt x="6531166" y="2307452"/>
                  </a:lnTo>
                  <a:lnTo>
                    <a:pt x="6531502" y="2308342"/>
                  </a:lnTo>
                  <a:lnTo>
                    <a:pt x="6531839" y="2309070"/>
                  </a:lnTo>
                  <a:lnTo>
                    <a:pt x="6532175" y="2309749"/>
                  </a:lnTo>
                  <a:lnTo>
                    <a:pt x="6532511" y="2310397"/>
                  </a:lnTo>
                  <a:lnTo>
                    <a:pt x="6532848" y="2310907"/>
                  </a:lnTo>
                  <a:lnTo>
                    <a:pt x="6533184" y="2311361"/>
                  </a:lnTo>
                  <a:lnTo>
                    <a:pt x="6533521" y="2311925"/>
                  </a:lnTo>
                  <a:lnTo>
                    <a:pt x="6533857" y="2312318"/>
                  </a:lnTo>
                  <a:lnTo>
                    <a:pt x="6534194" y="2312587"/>
                  </a:lnTo>
                  <a:lnTo>
                    <a:pt x="6534530" y="2312669"/>
                  </a:lnTo>
                  <a:lnTo>
                    <a:pt x="6534867" y="2312614"/>
                  </a:lnTo>
                  <a:lnTo>
                    <a:pt x="6535203" y="2312524"/>
                  </a:lnTo>
                  <a:lnTo>
                    <a:pt x="6535540" y="2312320"/>
                  </a:lnTo>
                  <a:lnTo>
                    <a:pt x="6535876" y="2312246"/>
                  </a:lnTo>
                  <a:lnTo>
                    <a:pt x="6536212" y="2312547"/>
                  </a:lnTo>
                  <a:lnTo>
                    <a:pt x="6536549" y="2313095"/>
                  </a:lnTo>
                  <a:lnTo>
                    <a:pt x="6536885" y="2313686"/>
                  </a:lnTo>
                  <a:lnTo>
                    <a:pt x="6537222" y="2314277"/>
                  </a:lnTo>
                  <a:lnTo>
                    <a:pt x="6537558" y="2314899"/>
                  </a:lnTo>
                  <a:lnTo>
                    <a:pt x="6537895" y="2315536"/>
                  </a:lnTo>
                  <a:lnTo>
                    <a:pt x="6538231" y="2316168"/>
                  </a:lnTo>
                  <a:lnTo>
                    <a:pt x="6538568" y="2316551"/>
                  </a:lnTo>
                  <a:lnTo>
                    <a:pt x="6538904" y="2316779"/>
                  </a:lnTo>
                  <a:lnTo>
                    <a:pt x="6539241" y="2316972"/>
                  </a:lnTo>
                  <a:lnTo>
                    <a:pt x="6539577" y="2317026"/>
                  </a:lnTo>
                  <a:lnTo>
                    <a:pt x="6539914" y="2316947"/>
                  </a:lnTo>
                  <a:lnTo>
                    <a:pt x="6540250" y="2316477"/>
                  </a:lnTo>
                  <a:lnTo>
                    <a:pt x="6540586" y="2316002"/>
                  </a:lnTo>
                  <a:lnTo>
                    <a:pt x="6540923" y="2315138"/>
                  </a:lnTo>
                  <a:lnTo>
                    <a:pt x="6541259" y="2313737"/>
                  </a:lnTo>
                  <a:lnTo>
                    <a:pt x="6541596" y="2311954"/>
                  </a:lnTo>
                  <a:lnTo>
                    <a:pt x="6541932" y="2309964"/>
                  </a:lnTo>
                  <a:lnTo>
                    <a:pt x="6542269" y="2307683"/>
                  </a:lnTo>
                  <a:lnTo>
                    <a:pt x="6542605" y="2305096"/>
                  </a:lnTo>
                  <a:lnTo>
                    <a:pt x="6542942" y="2302058"/>
                  </a:lnTo>
                  <a:lnTo>
                    <a:pt x="6543278" y="2298361"/>
                  </a:lnTo>
                  <a:lnTo>
                    <a:pt x="6543615" y="2294274"/>
                  </a:lnTo>
                  <a:lnTo>
                    <a:pt x="6543951" y="2290059"/>
                  </a:lnTo>
                  <a:lnTo>
                    <a:pt x="6544288" y="2285839"/>
                  </a:lnTo>
                  <a:lnTo>
                    <a:pt x="6544624" y="2281641"/>
                  </a:lnTo>
                  <a:lnTo>
                    <a:pt x="6544960" y="2277753"/>
                  </a:lnTo>
                  <a:lnTo>
                    <a:pt x="6545297" y="2273970"/>
                  </a:lnTo>
                  <a:lnTo>
                    <a:pt x="6545633" y="2269898"/>
                  </a:lnTo>
                  <a:lnTo>
                    <a:pt x="6545970" y="2266386"/>
                  </a:lnTo>
                  <a:lnTo>
                    <a:pt x="6546306" y="2263091"/>
                  </a:lnTo>
                  <a:lnTo>
                    <a:pt x="6546643" y="2259807"/>
                  </a:lnTo>
                  <a:lnTo>
                    <a:pt x="6546979" y="2256738"/>
                  </a:lnTo>
                  <a:lnTo>
                    <a:pt x="6547316" y="2253939"/>
                  </a:lnTo>
                  <a:lnTo>
                    <a:pt x="6547652" y="2251480"/>
                  </a:lnTo>
                  <a:lnTo>
                    <a:pt x="6547989" y="2249598"/>
                  </a:lnTo>
                  <a:lnTo>
                    <a:pt x="6548325" y="2248351"/>
                  </a:lnTo>
                  <a:lnTo>
                    <a:pt x="6548662" y="2247562"/>
                  </a:lnTo>
                  <a:lnTo>
                    <a:pt x="6548998" y="2247030"/>
                  </a:lnTo>
                  <a:lnTo>
                    <a:pt x="6549334" y="2246529"/>
                  </a:lnTo>
                  <a:lnTo>
                    <a:pt x="6549671" y="2246097"/>
                  </a:lnTo>
                  <a:lnTo>
                    <a:pt x="6550007" y="2245931"/>
                  </a:lnTo>
                  <a:lnTo>
                    <a:pt x="6550344" y="2245966"/>
                  </a:lnTo>
                  <a:lnTo>
                    <a:pt x="6550680" y="2246439"/>
                  </a:lnTo>
                  <a:lnTo>
                    <a:pt x="6551017" y="2247063"/>
                  </a:lnTo>
                  <a:lnTo>
                    <a:pt x="6551353" y="2247460"/>
                  </a:lnTo>
                  <a:lnTo>
                    <a:pt x="6551690" y="2247675"/>
                  </a:lnTo>
                  <a:lnTo>
                    <a:pt x="6552026" y="2247913"/>
                  </a:lnTo>
                  <a:lnTo>
                    <a:pt x="6552363" y="2248126"/>
                  </a:lnTo>
                  <a:lnTo>
                    <a:pt x="6552699" y="2248389"/>
                  </a:lnTo>
                  <a:lnTo>
                    <a:pt x="6553036" y="2248784"/>
                  </a:lnTo>
                  <a:lnTo>
                    <a:pt x="6553372" y="2249166"/>
                  </a:lnTo>
                  <a:lnTo>
                    <a:pt x="6553708" y="2249540"/>
                  </a:lnTo>
                  <a:lnTo>
                    <a:pt x="6554045" y="2249769"/>
                  </a:lnTo>
                  <a:lnTo>
                    <a:pt x="6554381" y="2250074"/>
                  </a:lnTo>
                  <a:lnTo>
                    <a:pt x="6554718" y="2250440"/>
                  </a:lnTo>
                  <a:lnTo>
                    <a:pt x="6555054" y="2251017"/>
                  </a:lnTo>
                  <a:lnTo>
                    <a:pt x="6555391" y="2251397"/>
                  </a:lnTo>
                  <a:lnTo>
                    <a:pt x="6555727" y="2251720"/>
                  </a:lnTo>
                  <a:lnTo>
                    <a:pt x="6556064" y="2251490"/>
                  </a:lnTo>
                  <a:lnTo>
                    <a:pt x="6556400" y="2250977"/>
                  </a:lnTo>
                  <a:lnTo>
                    <a:pt x="6556737" y="2250709"/>
                  </a:lnTo>
                  <a:lnTo>
                    <a:pt x="6557073" y="2250396"/>
                  </a:lnTo>
                  <a:lnTo>
                    <a:pt x="6557410" y="2249806"/>
                  </a:lnTo>
                  <a:lnTo>
                    <a:pt x="6557746" y="2248942"/>
                  </a:lnTo>
                  <a:lnTo>
                    <a:pt x="6558082" y="2248115"/>
                  </a:lnTo>
                  <a:lnTo>
                    <a:pt x="6558419" y="2247250"/>
                  </a:lnTo>
                  <a:lnTo>
                    <a:pt x="6558755" y="2246531"/>
                  </a:lnTo>
                  <a:lnTo>
                    <a:pt x="6559092" y="2245964"/>
                  </a:lnTo>
                  <a:lnTo>
                    <a:pt x="6559428" y="2245344"/>
                  </a:lnTo>
                  <a:lnTo>
                    <a:pt x="6559765" y="2244740"/>
                  </a:lnTo>
                  <a:lnTo>
                    <a:pt x="6560101" y="2244028"/>
                  </a:lnTo>
                  <a:lnTo>
                    <a:pt x="6560438" y="2243569"/>
                  </a:lnTo>
                  <a:lnTo>
                    <a:pt x="6560774" y="2243194"/>
                  </a:lnTo>
                  <a:lnTo>
                    <a:pt x="6561111" y="2242926"/>
                  </a:lnTo>
                  <a:lnTo>
                    <a:pt x="6561447" y="2242681"/>
                  </a:lnTo>
                  <a:lnTo>
                    <a:pt x="6561784" y="2242305"/>
                  </a:lnTo>
                  <a:lnTo>
                    <a:pt x="6562120" y="2241767"/>
                  </a:lnTo>
                  <a:lnTo>
                    <a:pt x="6562456" y="2241232"/>
                  </a:lnTo>
                  <a:lnTo>
                    <a:pt x="6562793" y="2240883"/>
                  </a:lnTo>
                  <a:lnTo>
                    <a:pt x="6563129" y="2240095"/>
                  </a:lnTo>
                  <a:lnTo>
                    <a:pt x="6563466" y="2239155"/>
                  </a:lnTo>
                  <a:lnTo>
                    <a:pt x="6563802" y="2237446"/>
                  </a:lnTo>
                  <a:lnTo>
                    <a:pt x="6564139" y="2235380"/>
                  </a:lnTo>
                  <a:lnTo>
                    <a:pt x="6564475" y="2233114"/>
                  </a:lnTo>
                  <a:lnTo>
                    <a:pt x="6564812" y="2230934"/>
                  </a:lnTo>
                  <a:lnTo>
                    <a:pt x="6565148" y="2228889"/>
                  </a:lnTo>
                  <a:lnTo>
                    <a:pt x="6565485" y="2227047"/>
                  </a:lnTo>
                  <a:lnTo>
                    <a:pt x="6565821" y="2225327"/>
                  </a:lnTo>
                  <a:lnTo>
                    <a:pt x="6566157" y="2223726"/>
                  </a:lnTo>
                  <a:lnTo>
                    <a:pt x="6566494" y="2222320"/>
                  </a:lnTo>
                  <a:lnTo>
                    <a:pt x="6566830" y="2220949"/>
                  </a:lnTo>
                  <a:lnTo>
                    <a:pt x="6567167" y="2219523"/>
                  </a:lnTo>
                  <a:lnTo>
                    <a:pt x="6567503" y="2217964"/>
                  </a:lnTo>
                  <a:lnTo>
                    <a:pt x="6567840" y="2216455"/>
                  </a:lnTo>
                  <a:lnTo>
                    <a:pt x="6568176" y="2215325"/>
                  </a:lnTo>
                  <a:lnTo>
                    <a:pt x="6568513" y="2214481"/>
                  </a:lnTo>
                  <a:lnTo>
                    <a:pt x="6568849" y="2213571"/>
                  </a:lnTo>
                  <a:lnTo>
                    <a:pt x="6569186" y="2212773"/>
                  </a:lnTo>
                  <a:lnTo>
                    <a:pt x="6569522" y="2212268"/>
                  </a:lnTo>
                  <a:lnTo>
                    <a:pt x="6569859" y="2212077"/>
                  </a:lnTo>
                  <a:lnTo>
                    <a:pt x="6570195" y="2211385"/>
                  </a:lnTo>
                  <a:lnTo>
                    <a:pt x="6570531" y="2210591"/>
                  </a:lnTo>
                  <a:lnTo>
                    <a:pt x="6570868" y="2209648"/>
                  </a:lnTo>
                  <a:lnTo>
                    <a:pt x="6571204" y="2208689"/>
                  </a:lnTo>
                  <a:lnTo>
                    <a:pt x="6571541" y="2207560"/>
                  </a:lnTo>
                  <a:lnTo>
                    <a:pt x="6571877" y="2206396"/>
                  </a:lnTo>
                  <a:lnTo>
                    <a:pt x="6572214" y="2205161"/>
                  </a:lnTo>
                  <a:lnTo>
                    <a:pt x="6572550" y="2203691"/>
                  </a:lnTo>
                  <a:lnTo>
                    <a:pt x="6572887" y="2202588"/>
                  </a:lnTo>
                  <a:lnTo>
                    <a:pt x="6573223" y="2201433"/>
                  </a:lnTo>
                  <a:lnTo>
                    <a:pt x="6573560" y="2200640"/>
                  </a:lnTo>
                  <a:lnTo>
                    <a:pt x="6573896" y="2200188"/>
                  </a:lnTo>
                  <a:lnTo>
                    <a:pt x="6574233" y="2199815"/>
                  </a:lnTo>
                  <a:lnTo>
                    <a:pt x="6574569" y="2199428"/>
                  </a:lnTo>
                  <a:lnTo>
                    <a:pt x="6574905" y="2199006"/>
                  </a:lnTo>
                  <a:lnTo>
                    <a:pt x="6575242" y="2198641"/>
                  </a:lnTo>
                  <a:lnTo>
                    <a:pt x="6575578" y="2198721"/>
                  </a:lnTo>
                  <a:lnTo>
                    <a:pt x="6575915" y="2199121"/>
                  </a:lnTo>
                  <a:lnTo>
                    <a:pt x="6576251" y="2199213"/>
                  </a:lnTo>
                  <a:lnTo>
                    <a:pt x="6576588" y="2198681"/>
                  </a:lnTo>
                  <a:lnTo>
                    <a:pt x="6576924" y="2198063"/>
                  </a:lnTo>
                  <a:lnTo>
                    <a:pt x="6577261" y="2197412"/>
                  </a:lnTo>
                  <a:lnTo>
                    <a:pt x="6577597" y="2197059"/>
                  </a:lnTo>
                  <a:lnTo>
                    <a:pt x="6577934" y="2196680"/>
                  </a:lnTo>
                  <a:lnTo>
                    <a:pt x="6578270" y="2196194"/>
                  </a:lnTo>
                  <a:lnTo>
                    <a:pt x="6578607" y="2195178"/>
                  </a:lnTo>
                  <a:lnTo>
                    <a:pt x="6578943" y="2193764"/>
                  </a:lnTo>
                  <a:lnTo>
                    <a:pt x="6579279" y="2192190"/>
                  </a:lnTo>
                  <a:lnTo>
                    <a:pt x="6579616" y="2190850"/>
                  </a:lnTo>
                  <a:lnTo>
                    <a:pt x="6579952" y="2189332"/>
                  </a:lnTo>
                  <a:lnTo>
                    <a:pt x="6580289" y="2187748"/>
                  </a:lnTo>
                  <a:lnTo>
                    <a:pt x="6580625" y="2186090"/>
                  </a:lnTo>
                  <a:lnTo>
                    <a:pt x="6580962" y="2184383"/>
                  </a:lnTo>
                  <a:lnTo>
                    <a:pt x="6581298" y="2182710"/>
                  </a:lnTo>
                  <a:lnTo>
                    <a:pt x="6581635" y="2181422"/>
                  </a:lnTo>
                  <a:lnTo>
                    <a:pt x="6581971" y="2180089"/>
                  </a:lnTo>
                  <a:lnTo>
                    <a:pt x="6582308" y="2179104"/>
                  </a:lnTo>
                  <a:lnTo>
                    <a:pt x="6582644" y="2178437"/>
                  </a:lnTo>
                  <a:lnTo>
                    <a:pt x="6582981" y="2177747"/>
                  </a:lnTo>
                  <a:lnTo>
                    <a:pt x="6583317" y="2177411"/>
                  </a:lnTo>
                  <a:lnTo>
                    <a:pt x="6583653" y="2177779"/>
                  </a:lnTo>
                  <a:lnTo>
                    <a:pt x="6583990" y="2178368"/>
                  </a:lnTo>
                  <a:lnTo>
                    <a:pt x="6584326" y="2179256"/>
                  </a:lnTo>
                  <a:lnTo>
                    <a:pt x="6584663" y="2180511"/>
                  </a:lnTo>
                  <a:lnTo>
                    <a:pt x="6584999" y="2181942"/>
                  </a:lnTo>
                  <a:lnTo>
                    <a:pt x="6585336" y="2183220"/>
                  </a:lnTo>
                  <a:lnTo>
                    <a:pt x="6585672" y="2184445"/>
                  </a:lnTo>
                  <a:lnTo>
                    <a:pt x="6586009" y="2185669"/>
                  </a:lnTo>
                  <a:lnTo>
                    <a:pt x="6586345" y="2186833"/>
                  </a:lnTo>
                  <a:lnTo>
                    <a:pt x="6586682" y="2187904"/>
                  </a:lnTo>
                  <a:lnTo>
                    <a:pt x="6587018" y="2188976"/>
                  </a:lnTo>
                  <a:lnTo>
                    <a:pt x="6587355" y="2190016"/>
                  </a:lnTo>
                  <a:lnTo>
                    <a:pt x="6587691" y="2190835"/>
                  </a:lnTo>
                  <a:lnTo>
                    <a:pt x="6588027" y="2191601"/>
                  </a:lnTo>
                  <a:lnTo>
                    <a:pt x="6588364" y="2192244"/>
                  </a:lnTo>
                  <a:lnTo>
                    <a:pt x="6588700" y="2192557"/>
                  </a:lnTo>
                  <a:lnTo>
                    <a:pt x="6589037" y="2192672"/>
                  </a:lnTo>
                  <a:lnTo>
                    <a:pt x="6589373" y="2192550"/>
                  </a:lnTo>
                  <a:lnTo>
                    <a:pt x="6589710" y="2192060"/>
                  </a:lnTo>
                  <a:lnTo>
                    <a:pt x="6590046" y="2191310"/>
                  </a:lnTo>
                  <a:lnTo>
                    <a:pt x="6590383" y="2190698"/>
                  </a:lnTo>
                  <a:lnTo>
                    <a:pt x="6590719" y="2190101"/>
                  </a:lnTo>
                  <a:lnTo>
                    <a:pt x="6591056" y="2189527"/>
                  </a:lnTo>
                  <a:lnTo>
                    <a:pt x="6591392" y="2189129"/>
                  </a:lnTo>
                  <a:lnTo>
                    <a:pt x="6591729" y="2188868"/>
                  </a:lnTo>
                  <a:lnTo>
                    <a:pt x="6592065" y="2188731"/>
                  </a:lnTo>
                  <a:lnTo>
                    <a:pt x="6592401" y="2188861"/>
                  </a:lnTo>
                  <a:lnTo>
                    <a:pt x="6592738" y="2189144"/>
                  </a:lnTo>
                  <a:lnTo>
                    <a:pt x="6593074" y="2189686"/>
                  </a:lnTo>
                  <a:lnTo>
                    <a:pt x="6593411" y="2190460"/>
                  </a:lnTo>
                  <a:lnTo>
                    <a:pt x="6593747" y="2191307"/>
                  </a:lnTo>
                  <a:lnTo>
                    <a:pt x="6594084" y="2192106"/>
                  </a:lnTo>
                  <a:lnTo>
                    <a:pt x="6594420" y="2192692"/>
                  </a:lnTo>
                  <a:lnTo>
                    <a:pt x="6594757" y="2193174"/>
                  </a:lnTo>
                  <a:lnTo>
                    <a:pt x="6595093" y="2193661"/>
                  </a:lnTo>
                  <a:lnTo>
                    <a:pt x="6595430" y="2193750"/>
                  </a:lnTo>
                  <a:lnTo>
                    <a:pt x="6595766" y="2193576"/>
                  </a:lnTo>
                  <a:lnTo>
                    <a:pt x="6596103" y="2193255"/>
                  </a:lnTo>
                  <a:lnTo>
                    <a:pt x="6596439" y="2192816"/>
                  </a:lnTo>
                  <a:lnTo>
                    <a:pt x="6596775" y="2192332"/>
                  </a:lnTo>
                  <a:lnTo>
                    <a:pt x="6597112" y="2191615"/>
                  </a:lnTo>
                  <a:lnTo>
                    <a:pt x="6597448" y="2190344"/>
                  </a:lnTo>
                  <a:lnTo>
                    <a:pt x="6597785" y="2189160"/>
                  </a:lnTo>
                  <a:lnTo>
                    <a:pt x="6598121" y="2187738"/>
                  </a:lnTo>
                  <a:lnTo>
                    <a:pt x="6598458" y="2185942"/>
                  </a:lnTo>
                  <a:lnTo>
                    <a:pt x="6598794" y="2184142"/>
                  </a:lnTo>
                  <a:lnTo>
                    <a:pt x="6599131" y="2182344"/>
                  </a:lnTo>
                  <a:lnTo>
                    <a:pt x="6599467" y="2180776"/>
                  </a:lnTo>
                  <a:lnTo>
                    <a:pt x="6599804" y="2179200"/>
                  </a:lnTo>
                  <a:lnTo>
                    <a:pt x="6600140" y="2177973"/>
                  </a:lnTo>
                  <a:lnTo>
                    <a:pt x="6600476" y="2177166"/>
                  </a:lnTo>
                  <a:lnTo>
                    <a:pt x="6600813" y="2176502"/>
                  </a:lnTo>
                  <a:lnTo>
                    <a:pt x="6601149" y="2175849"/>
                  </a:lnTo>
                  <a:lnTo>
                    <a:pt x="6601486" y="2175264"/>
                  </a:lnTo>
                  <a:lnTo>
                    <a:pt x="6601822" y="2174647"/>
                  </a:lnTo>
                  <a:lnTo>
                    <a:pt x="6602159" y="2173989"/>
                  </a:lnTo>
                  <a:lnTo>
                    <a:pt x="6602495" y="2173533"/>
                  </a:lnTo>
                  <a:lnTo>
                    <a:pt x="6602832" y="2172993"/>
                  </a:lnTo>
                  <a:lnTo>
                    <a:pt x="6603168" y="2172599"/>
                  </a:lnTo>
                  <a:lnTo>
                    <a:pt x="6603505" y="2172160"/>
                  </a:lnTo>
                  <a:lnTo>
                    <a:pt x="6603841" y="2171897"/>
                  </a:lnTo>
                  <a:lnTo>
                    <a:pt x="6604178" y="2171498"/>
                  </a:lnTo>
                  <a:lnTo>
                    <a:pt x="6604514" y="2171128"/>
                  </a:lnTo>
                  <a:lnTo>
                    <a:pt x="6604850" y="2170638"/>
                  </a:lnTo>
                  <a:lnTo>
                    <a:pt x="6605187" y="2170133"/>
                  </a:lnTo>
                  <a:lnTo>
                    <a:pt x="6605523" y="2169551"/>
                  </a:lnTo>
                  <a:lnTo>
                    <a:pt x="6605860" y="2169214"/>
                  </a:lnTo>
                  <a:lnTo>
                    <a:pt x="6606196" y="2168977"/>
                  </a:lnTo>
                  <a:lnTo>
                    <a:pt x="6606533" y="2168671"/>
                  </a:lnTo>
                  <a:lnTo>
                    <a:pt x="6606869" y="2168510"/>
                  </a:lnTo>
                  <a:lnTo>
                    <a:pt x="6607206" y="2168832"/>
                  </a:lnTo>
                  <a:lnTo>
                    <a:pt x="6607542" y="2169597"/>
                  </a:lnTo>
                  <a:lnTo>
                    <a:pt x="6607879" y="2170745"/>
                  </a:lnTo>
                  <a:lnTo>
                    <a:pt x="6608215" y="2172360"/>
                  </a:lnTo>
                  <a:lnTo>
                    <a:pt x="6608552" y="2174197"/>
                  </a:lnTo>
                  <a:lnTo>
                    <a:pt x="6608888" y="2176041"/>
                  </a:lnTo>
                  <a:lnTo>
                    <a:pt x="6609224" y="2178031"/>
                  </a:lnTo>
                  <a:lnTo>
                    <a:pt x="6609561" y="2180312"/>
                  </a:lnTo>
                  <a:lnTo>
                    <a:pt x="6609897" y="2182899"/>
                  </a:lnTo>
                  <a:lnTo>
                    <a:pt x="6610234" y="2185708"/>
                  </a:lnTo>
                  <a:lnTo>
                    <a:pt x="6610570" y="2189000"/>
                  </a:lnTo>
                  <a:lnTo>
                    <a:pt x="6610907" y="2192737"/>
                  </a:lnTo>
                  <a:lnTo>
                    <a:pt x="6611243" y="2196344"/>
                  </a:lnTo>
                  <a:lnTo>
                    <a:pt x="6611580" y="2199973"/>
                  </a:lnTo>
                  <a:lnTo>
                    <a:pt x="6611916" y="2203461"/>
                  </a:lnTo>
                  <a:lnTo>
                    <a:pt x="6612253" y="2206572"/>
                  </a:lnTo>
                  <a:lnTo>
                    <a:pt x="6612589" y="2209511"/>
                  </a:lnTo>
                  <a:lnTo>
                    <a:pt x="6612926" y="2212486"/>
                  </a:lnTo>
                  <a:lnTo>
                    <a:pt x="6613262" y="2215122"/>
                  </a:lnTo>
                  <a:lnTo>
                    <a:pt x="6613598" y="2217439"/>
                  </a:lnTo>
                  <a:lnTo>
                    <a:pt x="6613935" y="2219856"/>
                  </a:lnTo>
                  <a:lnTo>
                    <a:pt x="6614271" y="2222367"/>
                  </a:lnTo>
                  <a:lnTo>
                    <a:pt x="6614608" y="2224595"/>
                  </a:lnTo>
                  <a:lnTo>
                    <a:pt x="6614944" y="2226370"/>
                  </a:lnTo>
                  <a:lnTo>
                    <a:pt x="6615281" y="2227785"/>
                  </a:lnTo>
                  <a:lnTo>
                    <a:pt x="6615617" y="2228928"/>
                  </a:lnTo>
                  <a:lnTo>
                    <a:pt x="6615954" y="2229566"/>
                  </a:lnTo>
                  <a:lnTo>
                    <a:pt x="6616290" y="2230139"/>
                  </a:lnTo>
                  <a:lnTo>
                    <a:pt x="6616627" y="2230738"/>
                  </a:lnTo>
                  <a:lnTo>
                    <a:pt x="6616963" y="2230860"/>
                  </a:lnTo>
                  <a:lnTo>
                    <a:pt x="6617300" y="2230770"/>
                  </a:lnTo>
                  <a:lnTo>
                    <a:pt x="6617636" y="2230676"/>
                  </a:lnTo>
                  <a:lnTo>
                    <a:pt x="6617972" y="2230314"/>
                  </a:lnTo>
                  <a:lnTo>
                    <a:pt x="6618309" y="2230159"/>
                  </a:lnTo>
                  <a:lnTo>
                    <a:pt x="6618645" y="2230323"/>
                  </a:lnTo>
                  <a:lnTo>
                    <a:pt x="6618982" y="2230518"/>
                  </a:lnTo>
                  <a:lnTo>
                    <a:pt x="6619318" y="2230627"/>
                  </a:lnTo>
                  <a:lnTo>
                    <a:pt x="6619655" y="2230806"/>
                  </a:lnTo>
                  <a:lnTo>
                    <a:pt x="6619991" y="2230743"/>
                  </a:lnTo>
                  <a:lnTo>
                    <a:pt x="6620328" y="2230493"/>
                  </a:lnTo>
                  <a:lnTo>
                    <a:pt x="6620664" y="2230088"/>
                  </a:lnTo>
                  <a:lnTo>
                    <a:pt x="6621001" y="2229706"/>
                  </a:lnTo>
                  <a:lnTo>
                    <a:pt x="6621337" y="2229470"/>
                  </a:lnTo>
                  <a:lnTo>
                    <a:pt x="6621674" y="2229341"/>
                  </a:lnTo>
                  <a:lnTo>
                    <a:pt x="6622010" y="2229587"/>
                  </a:lnTo>
                  <a:lnTo>
                    <a:pt x="6622346" y="2229928"/>
                  </a:lnTo>
                  <a:lnTo>
                    <a:pt x="6622683" y="2230536"/>
                  </a:lnTo>
                  <a:lnTo>
                    <a:pt x="6623019" y="2231353"/>
                  </a:lnTo>
                  <a:lnTo>
                    <a:pt x="6623356" y="2232425"/>
                  </a:lnTo>
                  <a:lnTo>
                    <a:pt x="6623692" y="2233672"/>
                  </a:lnTo>
                  <a:lnTo>
                    <a:pt x="6624029" y="2234897"/>
                  </a:lnTo>
                  <a:lnTo>
                    <a:pt x="6624365" y="2236259"/>
                  </a:lnTo>
                  <a:lnTo>
                    <a:pt x="6624702" y="2237889"/>
                  </a:lnTo>
                  <a:lnTo>
                    <a:pt x="6625038" y="2239887"/>
                  </a:lnTo>
                  <a:lnTo>
                    <a:pt x="6625375" y="2242137"/>
                  </a:lnTo>
                  <a:lnTo>
                    <a:pt x="6625711" y="2244403"/>
                  </a:lnTo>
                  <a:lnTo>
                    <a:pt x="6626048" y="2246255"/>
                  </a:lnTo>
                  <a:lnTo>
                    <a:pt x="6626384" y="2247992"/>
                  </a:lnTo>
                  <a:lnTo>
                    <a:pt x="6626720" y="2249829"/>
                  </a:lnTo>
                  <a:lnTo>
                    <a:pt x="6627057" y="2251666"/>
                  </a:lnTo>
                  <a:lnTo>
                    <a:pt x="6627393" y="2253449"/>
                  </a:lnTo>
                  <a:lnTo>
                    <a:pt x="6627730" y="2254719"/>
                  </a:lnTo>
                  <a:lnTo>
                    <a:pt x="6628066" y="2255707"/>
                  </a:lnTo>
                  <a:lnTo>
                    <a:pt x="6628403" y="2256587"/>
                  </a:lnTo>
                  <a:lnTo>
                    <a:pt x="6628739" y="2257436"/>
                  </a:lnTo>
                  <a:lnTo>
                    <a:pt x="6629076" y="2258081"/>
                  </a:lnTo>
                  <a:lnTo>
                    <a:pt x="6629412" y="2258534"/>
                  </a:lnTo>
                  <a:lnTo>
                    <a:pt x="6629749" y="2258916"/>
                  </a:lnTo>
                  <a:lnTo>
                    <a:pt x="6630085" y="2259111"/>
                  </a:lnTo>
                  <a:lnTo>
                    <a:pt x="6630422" y="2259639"/>
                  </a:lnTo>
                  <a:lnTo>
                    <a:pt x="6630758" y="2260120"/>
                  </a:lnTo>
                  <a:lnTo>
                    <a:pt x="6631094" y="2261200"/>
                  </a:lnTo>
                  <a:lnTo>
                    <a:pt x="6631431" y="2262672"/>
                  </a:lnTo>
                  <a:lnTo>
                    <a:pt x="6631767" y="2264110"/>
                  </a:lnTo>
                  <a:lnTo>
                    <a:pt x="6632104" y="2265202"/>
                  </a:lnTo>
                  <a:lnTo>
                    <a:pt x="6632440" y="2266460"/>
                  </a:lnTo>
                  <a:lnTo>
                    <a:pt x="6632777" y="2267937"/>
                  </a:lnTo>
                  <a:lnTo>
                    <a:pt x="6633113" y="2269455"/>
                  </a:lnTo>
                  <a:lnTo>
                    <a:pt x="6633450" y="2270867"/>
                  </a:lnTo>
                  <a:lnTo>
                    <a:pt x="6633786" y="2272180"/>
                  </a:lnTo>
                  <a:lnTo>
                    <a:pt x="6634123" y="2273641"/>
                  </a:lnTo>
                  <a:lnTo>
                    <a:pt x="6634459" y="2275264"/>
                  </a:lnTo>
                  <a:lnTo>
                    <a:pt x="6634795" y="2277066"/>
                  </a:lnTo>
                  <a:lnTo>
                    <a:pt x="6635132" y="2278819"/>
                  </a:lnTo>
                  <a:lnTo>
                    <a:pt x="6635468" y="2280437"/>
                  </a:lnTo>
                  <a:lnTo>
                    <a:pt x="6635805" y="2282082"/>
                  </a:lnTo>
                  <a:lnTo>
                    <a:pt x="6636141" y="2283796"/>
                  </a:lnTo>
                  <a:lnTo>
                    <a:pt x="6636478" y="2285307"/>
                  </a:lnTo>
                  <a:lnTo>
                    <a:pt x="6636814" y="2286622"/>
                  </a:lnTo>
                  <a:lnTo>
                    <a:pt x="6637151" y="2288061"/>
                  </a:lnTo>
                  <a:lnTo>
                    <a:pt x="6637487" y="2289396"/>
                  </a:lnTo>
                  <a:lnTo>
                    <a:pt x="6637824" y="2290358"/>
                  </a:lnTo>
                  <a:lnTo>
                    <a:pt x="6638160" y="2291170"/>
                  </a:lnTo>
                  <a:lnTo>
                    <a:pt x="6638497" y="2292120"/>
                  </a:lnTo>
                  <a:lnTo>
                    <a:pt x="6638833" y="2293046"/>
                  </a:lnTo>
                  <a:lnTo>
                    <a:pt x="6639169" y="2293866"/>
                  </a:lnTo>
                  <a:lnTo>
                    <a:pt x="6639506" y="2294562"/>
                  </a:lnTo>
                  <a:lnTo>
                    <a:pt x="6639842" y="2295510"/>
                  </a:lnTo>
                  <a:lnTo>
                    <a:pt x="6640179" y="2296242"/>
                  </a:lnTo>
                  <a:lnTo>
                    <a:pt x="6640515" y="2297226"/>
                  </a:lnTo>
                  <a:lnTo>
                    <a:pt x="6640852" y="2297883"/>
                  </a:lnTo>
                  <a:lnTo>
                    <a:pt x="6641188" y="2298473"/>
                  </a:lnTo>
                  <a:lnTo>
                    <a:pt x="6641525" y="2298675"/>
                  </a:lnTo>
                  <a:lnTo>
                    <a:pt x="6641861" y="2298723"/>
                  </a:lnTo>
                  <a:lnTo>
                    <a:pt x="6642198" y="2298843"/>
                  </a:lnTo>
                  <a:lnTo>
                    <a:pt x="6642534" y="2298776"/>
                  </a:lnTo>
                  <a:lnTo>
                    <a:pt x="6642871" y="2298640"/>
                  </a:lnTo>
                  <a:lnTo>
                    <a:pt x="6643207" y="2298649"/>
                  </a:lnTo>
                  <a:lnTo>
                    <a:pt x="6643543" y="2299039"/>
                  </a:lnTo>
                  <a:lnTo>
                    <a:pt x="6643880" y="2299605"/>
                  </a:lnTo>
                  <a:lnTo>
                    <a:pt x="6644216" y="2300420"/>
                  </a:lnTo>
                  <a:lnTo>
                    <a:pt x="6644553" y="2301339"/>
                  </a:lnTo>
                  <a:lnTo>
                    <a:pt x="6644889" y="2301927"/>
                  </a:lnTo>
                  <a:lnTo>
                    <a:pt x="6645226" y="2302563"/>
                  </a:lnTo>
                  <a:lnTo>
                    <a:pt x="6645562" y="2302962"/>
                  </a:lnTo>
                  <a:lnTo>
                    <a:pt x="6645899" y="2303764"/>
                  </a:lnTo>
                  <a:lnTo>
                    <a:pt x="6646235" y="2304713"/>
                  </a:lnTo>
                  <a:lnTo>
                    <a:pt x="6646572" y="2306074"/>
                  </a:lnTo>
                  <a:lnTo>
                    <a:pt x="6646908" y="2307351"/>
                  </a:lnTo>
                  <a:lnTo>
                    <a:pt x="6647245" y="2308850"/>
                  </a:lnTo>
                  <a:lnTo>
                    <a:pt x="6647581" y="2310773"/>
                  </a:lnTo>
                  <a:lnTo>
                    <a:pt x="6647917" y="2312626"/>
                  </a:lnTo>
                  <a:lnTo>
                    <a:pt x="6648254" y="2314208"/>
                  </a:lnTo>
                  <a:lnTo>
                    <a:pt x="6648590" y="2315729"/>
                  </a:lnTo>
                  <a:lnTo>
                    <a:pt x="6648927" y="2316824"/>
                  </a:lnTo>
                  <a:lnTo>
                    <a:pt x="6649263" y="2317702"/>
                  </a:lnTo>
                  <a:lnTo>
                    <a:pt x="6649600" y="2318523"/>
                  </a:lnTo>
                  <a:lnTo>
                    <a:pt x="6649936" y="2318749"/>
                  </a:lnTo>
                  <a:lnTo>
                    <a:pt x="6650273" y="2318755"/>
                  </a:lnTo>
                  <a:lnTo>
                    <a:pt x="6650609" y="2318568"/>
                  </a:lnTo>
                  <a:lnTo>
                    <a:pt x="6650946" y="2317938"/>
                  </a:lnTo>
                  <a:lnTo>
                    <a:pt x="6651282" y="2317297"/>
                  </a:lnTo>
                  <a:lnTo>
                    <a:pt x="6651619" y="2316401"/>
                  </a:lnTo>
                  <a:lnTo>
                    <a:pt x="6651955" y="2315436"/>
                  </a:lnTo>
                  <a:lnTo>
                    <a:pt x="6652291" y="2314271"/>
                  </a:lnTo>
                  <a:lnTo>
                    <a:pt x="6652628" y="2313226"/>
                  </a:lnTo>
                  <a:lnTo>
                    <a:pt x="6652964" y="2312162"/>
                  </a:lnTo>
                  <a:lnTo>
                    <a:pt x="6653301" y="2311048"/>
                  </a:lnTo>
                  <a:lnTo>
                    <a:pt x="6653637" y="2309745"/>
                  </a:lnTo>
                  <a:lnTo>
                    <a:pt x="6653974" y="2308489"/>
                  </a:lnTo>
                  <a:lnTo>
                    <a:pt x="6654310" y="2307327"/>
                  </a:lnTo>
                  <a:lnTo>
                    <a:pt x="6654647" y="2306183"/>
                  </a:lnTo>
                  <a:lnTo>
                    <a:pt x="6654983" y="2305476"/>
                  </a:lnTo>
                  <a:lnTo>
                    <a:pt x="6655320" y="2304868"/>
                  </a:lnTo>
                  <a:lnTo>
                    <a:pt x="6655656" y="2303919"/>
                  </a:lnTo>
                  <a:lnTo>
                    <a:pt x="6655993" y="2302893"/>
                  </a:lnTo>
                  <a:lnTo>
                    <a:pt x="6656329" y="2301745"/>
                  </a:lnTo>
                  <a:lnTo>
                    <a:pt x="6656665" y="2300903"/>
                  </a:lnTo>
                  <a:lnTo>
                    <a:pt x="6657002" y="2299877"/>
                  </a:lnTo>
                  <a:lnTo>
                    <a:pt x="6657338" y="2299028"/>
                  </a:lnTo>
                  <a:lnTo>
                    <a:pt x="6657675" y="2297995"/>
                  </a:lnTo>
                  <a:lnTo>
                    <a:pt x="6658011" y="2297053"/>
                  </a:lnTo>
                  <a:lnTo>
                    <a:pt x="6658348" y="2296127"/>
                  </a:lnTo>
                  <a:lnTo>
                    <a:pt x="6658684" y="2295362"/>
                  </a:lnTo>
                  <a:lnTo>
                    <a:pt x="6659021" y="2294688"/>
                  </a:lnTo>
                  <a:lnTo>
                    <a:pt x="6659357" y="2294076"/>
                  </a:lnTo>
                  <a:lnTo>
                    <a:pt x="6659694" y="2293426"/>
                  </a:lnTo>
                  <a:lnTo>
                    <a:pt x="6660030" y="2292829"/>
                  </a:lnTo>
                  <a:lnTo>
                    <a:pt x="6660367" y="2292050"/>
                  </a:lnTo>
                  <a:lnTo>
                    <a:pt x="6660703" y="2291237"/>
                  </a:lnTo>
                  <a:lnTo>
                    <a:pt x="6661039" y="2290573"/>
                  </a:lnTo>
                  <a:lnTo>
                    <a:pt x="6661376" y="2289844"/>
                  </a:lnTo>
                  <a:lnTo>
                    <a:pt x="6661712" y="2289250"/>
                  </a:lnTo>
                  <a:lnTo>
                    <a:pt x="6662049" y="2289028"/>
                  </a:lnTo>
                  <a:lnTo>
                    <a:pt x="6662385" y="2288725"/>
                  </a:lnTo>
                  <a:lnTo>
                    <a:pt x="6662722" y="2288414"/>
                  </a:lnTo>
                  <a:lnTo>
                    <a:pt x="6663058" y="2288052"/>
                  </a:lnTo>
                  <a:lnTo>
                    <a:pt x="6663395" y="2287639"/>
                  </a:lnTo>
                  <a:lnTo>
                    <a:pt x="6663731" y="2287243"/>
                  </a:lnTo>
                  <a:lnTo>
                    <a:pt x="6664068" y="2286763"/>
                  </a:lnTo>
                  <a:lnTo>
                    <a:pt x="6664404" y="2286393"/>
                  </a:lnTo>
                  <a:lnTo>
                    <a:pt x="6664741" y="2286195"/>
                  </a:lnTo>
                  <a:lnTo>
                    <a:pt x="6665077" y="2285703"/>
                  </a:lnTo>
                  <a:lnTo>
                    <a:pt x="6665413" y="2285326"/>
                  </a:lnTo>
                  <a:lnTo>
                    <a:pt x="6665750" y="2284910"/>
                  </a:lnTo>
                  <a:lnTo>
                    <a:pt x="6666086" y="2284253"/>
                  </a:lnTo>
                  <a:lnTo>
                    <a:pt x="6666423" y="2283648"/>
                  </a:lnTo>
                  <a:lnTo>
                    <a:pt x="6666759" y="2282920"/>
                  </a:lnTo>
                  <a:lnTo>
                    <a:pt x="6667096" y="2282231"/>
                  </a:lnTo>
                  <a:lnTo>
                    <a:pt x="6667432" y="2281491"/>
                  </a:lnTo>
                  <a:lnTo>
                    <a:pt x="6667769" y="2280790"/>
                  </a:lnTo>
                  <a:lnTo>
                    <a:pt x="6668105" y="2280160"/>
                  </a:lnTo>
                  <a:lnTo>
                    <a:pt x="6668442" y="2279773"/>
                  </a:lnTo>
                  <a:lnTo>
                    <a:pt x="6668778" y="2279309"/>
                  </a:lnTo>
                  <a:lnTo>
                    <a:pt x="6669114" y="2278831"/>
                  </a:lnTo>
                  <a:lnTo>
                    <a:pt x="6669451" y="2278265"/>
                  </a:lnTo>
                  <a:lnTo>
                    <a:pt x="6669787" y="2277650"/>
                  </a:lnTo>
                  <a:lnTo>
                    <a:pt x="6670124" y="2277011"/>
                  </a:lnTo>
                  <a:lnTo>
                    <a:pt x="6670460" y="2276227"/>
                  </a:lnTo>
                  <a:lnTo>
                    <a:pt x="6670797" y="2275815"/>
                  </a:lnTo>
                  <a:lnTo>
                    <a:pt x="6671133" y="2275397"/>
                  </a:lnTo>
                  <a:lnTo>
                    <a:pt x="6671470" y="2275238"/>
                  </a:lnTo>
                  <a:lnTo>
                    <a:pt x="6671806" y="2275005"/>
                  </a:lnTo>
                  <a:lnTo>
                    <a:pt x="6672143" y="2274545"/>
                  </a:lnTo>
                  <a:lnTo>
                    <a:pt x="6672479" y="2273894"/>
                  </a:lnTo>
                  <a:lnTo>
                    <a:pt x="6672816" y="2273069"/>
                  </a:lnTo>
                  <a:lnTo>
                    <a:pt x="6673152" y="2271968"/>
                  </a:lnTo>
                  <a:lnTo>
                    <a:pt x="6673488" y="2270886"/>
                  </a:lnTo>
                  <a:lnTo>
                    <a:pt x="6673825" y="2269592"/>
                  </a:lnTo>
                  <a:lnTo>
                    <a:pt x="6674161" y="2268089"/>
                  </a:lnTo>
                  <a:lnTo>
                    <a:pt x="6674498" y="2266082"/>
                  </a:lnTo>
                  <a:lnTo>
                    <a:pt x="6674834" y="2263795"/>
                  </a:lnTo>
                  <a:lnTo>
                    <a:pt x="6675171" y="2261292"/>
                  </a:lnTo>
                  <a:lnTo>
                    <a:pt x="6675507" y="2258669"/>
                  </a:lnTo>
                  <a:lnTo>
                    <a:pt x="6675844" y="2255946"/>
                  </a:lnTo>
                  <a:lnTo>
                    <a:pt x="6676180" y="2253220"/>
                  </a:lnTo>
                  <a:lnTo>
                    <a:pt x="6676517" y="2250467"/>
                  </a:lnTo>
                  <a:lnTo>
                    <a:pt x="6676853" y="2247857"/>
                  </a:lnTo>
                  <a:lnTo>
                    <a:pt x="6677190" y="2245497"/>
                  </a:lnTo>
                  <a:lnTo>
                    <a:pt x="6677526" y="2243418"/>
                  </a:lnTo>
                  <a:lnTo>
                    <a:pt x="6677862" y="2241694"/>
                  </a:lnTo>
                  <a:lnTo>
                    <a:pt x="6678199" y="2240067"/>
                  </a:lnTo>
                  <a:lnTo>
                    <a:pt x="6678535" y="2238648"/>
                  </a:lnTo>
                  <a:lnTo>
                    <a:pt x="6678872" y="2237567"/>
                  </a:lnTo>
                  <a:lnTo>
                    <a:pt x="6679208" y="2236635"/>
                  </a:lnTo>
                  <a:lnTo>
                    <a:pt x="6679545" y="2236371"/>
                  </a:lnTo>
                  <a:lnTo>
                    <a:pt x="6679881" y="2236493"/>
                  </a:lnTo>
                  <a:lnTo>
                    <a:pt x="6680218" y="2236925"/>
                  </a:lnTo>
                  <a:lnTo>
                    <a:pt x="6680554" y="2237320"/>
                  </a:lnTo>
                  <a:lnTo>
                    <a:pt x="6680891" y="2237911"/>
                  </a:lnTo>
                  <a:lnTo>
                    <a:pt x="6681227" y="2238532"/>
                  </a:lnTo>
                  <a:lnTo>
                    <a:pt x="6681564" y="2239082"/>
                  </a:lnTo>
                  <a:lnTo>
                    <a:pt x="6681900" y="2239886"/>
                  </a:lnTo>
                  <a:lnTo>
                    <a:pt x="6682236" y="2240889"/>
                  </a:lnTo>
                  <a:lnTo>
                    <a:pt x="6682573" y="2241793"/>
                  </a:lnTo>
                  <a:lnTo>
                    <a:pt x="6682909" y="2242234"/>
                  </a:lnTo>
                  <a:lnTo>
                    <a:pt x="6683246" y="2242782"/>
                  </a:lnTo>
                  <a:lnTo>
                    <a:pt x="6683582" y="2243151"/>
                  </a:lnTo>
                  <a:lnTo>
                    <a:pt x="6683919" y="2243539"/>
                  </a:lnTo>
                  <a:lnTo>
                    <a:pt x="6684255" y="2244335"/>
                  </a:lnTo>
                  <a:lnTo>
                    <a:pt x="6684592" y="2245133"/>
                  </a:lnTo>
                  <a:lnTo>
                    <a:pt x="6684928" y="2246058"/>
                  </a:lnTo>
                  <a:lnTo>
                    <a:pt x="6685265" y="2246917"/>
                  </a:lnTo>
                  <a:lnTo>
                    <a:pt x="6685601" y="2247800"/>
                  </a:lnTo>
                  <a:lnTo>
                    <a:pt x="6685938" y="2248457"/>
                  </a:lnTo>
                  <a:lnTo>
                    <a:pt x="6686274" y="2249066"/>
                  </a:lnTo>
                  <a:lnTo>
                    <a:pt x="6686610" y="2249615"/>
                  </a:lnTo>
                  <a:lnTo>
                    <a:pt x="6686947" y="2249824"/>
                  </a:lnTo>
                  <a:lnTo>
                    <a:pt x="6687283" y="2250007"/>
                  </a:lnTo>
                  <a:lnTo>
                    <a:pt x="6687620" y="2250420"/>
                  </a:lnTo>
                  <a:lnTo>
                    <a:pt x="6687956" y="2251193"/>
                  </a:lnTo>
                  <a:lnTo>
                    <a:pt x="6688293" y="2252165"/>
                  </a:lnTo>
                  <a:lnTo>
                    <a:pt x="6688629" y="2253084"/>
                  </a:lnTo>
                  <a:lnTo>
                    <a:pt x="6688966" y="2253627"/>
                  </a:lnTo>
                  <a:lnTo>
                    <a:pt x="6689302" y="2253497"/>
                  </a:lnTo>
                  <a:lnTo>
                    <a:pt x="6689639" y="2253168"/>
                  </a:lnTo>
                  <a:lnTo>
                    <a:pt x="6689975" y="2252770"/>
                  </a:lnTo>
                  <a:lnTo>
                    <a:pt x="6690312" y="2252250"/>
                  </a:lnTo>
                  <a:lnTo>
                    <a:pt x="6690648" y="2251492"/>
                  </a:lnTo>
                  <a:lnTo>
                    <a:pt x="6690984" y="2250773"/>
                  </a:lnTo>
                  <a:lnTo>
                    <a:pt x="6691321" y="2250084"/>
                  </a:lnTo>
                  <a:lnTo>
                    <a:pt x="6691657" y="2249471"/>
                  </a:lnTo>
                  <a:lnTo>
                    <a:pt x="6691994" y="2249035"/>
                  </a:lnTo>
                  <a:lnTo>
                    <a:pt x="6692330" y="2248668"/>
                  </a:lnTo>
                  <a:lnTo>
                    <a:pt x="6692667" y="2247979"/>
                  </a:lnTo>
                  <a:lnTo>
                    <a:pt x="6693003" y="2247007"/>
                  </a:lnTo>
                  <a:lnTo>
                    <a:pt x="6693340" y="2245874"/>
                  </a:lnTo>
                  <a:lnTo>
                    <a:pt x="6693676" y="2244833"/>
                  </a:lnTo>
                  <a:lnTo>
                    <a:pt x="6694013" y="2243961"/>
                  </a:lnTo>
                  <a:lnTo>
                    <a:pt x="6694349" y="2243387"/>
                  </a:lnTo>
                  <a:lnTo>
                    <a:pt x="6694686" y="2242951"/>
                  </a:lnTo>
                  <a:lnTo>
                    <a:pt x="6695022" y="2242637"/>
                  </a:lnTo>
                  <a:lnTo>
                    <a:pt x="6695358" y="2242392"/>
                  </a:lnTo>
                  <a:lnTo>
                    <a:pt x="6695695" y="2242231"/>
                  </a:lnTo>
                  <a:lnTo>
                    <a:pt x="6696031" y="2241734"/>
                  </a:lnTo>
                  <a:lnTo>
                    <a:pt x="6696368" y="2240808"/>
                  </a:lnTo>
                  <a:lnTo>
                    <a:pt x="6696704" y="2239828"/>
                  </a:lnTo>
                  <a:lnTo>
                    <a:pt x="6697041" y="2238695"/>
                  </a:lnTo>
                  <a:lnTo>
                    <a:pt x="6697377" y="2237471"/>
                  </a:lnTo>
                  <a:lnTo>
                    <a:pt x="6697714" y="2236231"/>
                  </a:lnTo>
                  <a:lnTo>
                    <a:pt x="6698050" y="2235305"/>
                  </a:lnTo>
                  <a:lnTo>
                    <a:pt x="6698387" y="2234218"/>
                  </a:lnTo>
                  <a:lnTo>
                    <a:pt x="6698723" y="2232886"/>
                  </a:lnTo>
                  <a:lnTo>
                    <a:pt x="6699059" y="2231624"/>
                  </a:lnTo>
                  <a:lnTo>
                    <a:pt x="6699396" y="2230636"/>
                  </a:lnTo>
                  <a:lnTo>
                    <a:pt x="6699732" y="2229465"/>
                  </a:lnTo>
                  <a:lnTo>
                    <a:pt x="6700069" y="2227919"/>
                  </a:lnTo>
                  <a:lnTo>
                    <a:pt x="6700405" y="2226511"/>
                  </a:lnTo>
                  <a:lnTo>
                    <a:pt x="6700742" y="2225248"/>
                  </a:lnTo>
                  <a:lnTo>
                    <a:pt x="6701078" y="2224016"/>
                  </a:lnTo>
                  <a:lnTo>
                    <a:pt x="6701415" y="2222983"/>
                  </a:lnTo>
                  <a:lnTo>
                    <a:pt x="6701751" y="2221965"/>
                  </a:lnTo>
                  <a:lnTo>
                    <a:pt x="6702088" y="2220878"/>
                  </a:lnTo>
                  <a:lnTo>
                    <a:pt x="6702424" y="2219807"/>
                  </a:lnTo>
                  <a:lnTo>
                    <a:pt x="6702761" y="2218720"/>
                  </a:lnTo>
                  <a:lnTo>
                    <a:pt x="6703097" y="2217250"/>
                  </a:lnTo>
                  <a:lnTo>
                    <a:pt x="6703433" y="2215949"/>
                  </a:lnTo>
                  <a:lnTo>
                    <a:pt x="6703770" y="2214885"/>
                  </a:lnTo>
                  <a:lnTo>
                    <a:pt x="6704106" y="2213692"/>
                  </a:lnTo>
                  <a:lnTo>
                    <a:pt x="6704443" y="2212100"/>
                  </a:lnTo>
                  <a:lnTo>
                    <a:pt x="6704779" y="2210500"/>
                  </a:lnTo>
                  <a:lnTo>
                    <a:pt x="6705116" y="2209222"/>
                  </a:lnTo>
                  <a:lnTo>
                    <a:pt x="6705452" y="2207875"/>
                  </a:lnTo>
                  <a:lnTo>
                    <a:pt x="6705789" y="2206423"/>
                  </a:lnTo>
                  <a:lnTo>
                    <a:pt x="6706125" y="2205256"/>
                  </a:lnTo>
                  <a:lnTo>
                    <a:pt x="6706462" y="2204130"/>
                  </a:lnTo>
                  <a:lnTo>
                    <a:pt x="6706798" y="2203300"/>
                  </a:lnTo>
                  <a:lnTo>
                    <a:pt x="6707135" y="2202719"/>
                  </a:lnTo>
                  <a:lnTo>
                    <a:pt x="6707471" y="2202164"/>
                  </a:lnTo>
                  <a:lnTo>
                    <a:pt x="6707807" y="2201585"/>
                  </a:lnTo>
                  <a:lnTo>
                    <a:pt x="6708144" y="2201155"/>
                  </a:lnTo>
                  <a:lnTo>
                    <a:pt x="6708480" y="2200733"/>
                  </a:lnTo>
                  <a:lnTo>
                    <a:pt x="6708817" y="2200567"/>
                  </a:lnTo>
                  <a:lnTo>
                    <a:pt x="6709153" y="2200570"/>
                  </a:lnTo>
                  <a:lnTo>
                    <a:pt x="6709490" y="2200750"/>
                  </a:lnTo>
                  <a:lnTo>
                    <a:pt x="6709826" y="2201526"/>
                  </a:lnTo>
                  <a:lnTo>
                    <a:pt x="6710163" y="2202393"/>
                  </a:lnTo>
                  <a:lnTo>
                    <a:pt x="6710499" y="2203071"/>
                  </a:lnTo>
                  <a:lnTo>
                    <a:pt x="6710836" y="2203516"/>
                  </a:lnTo>
                  <a:lnTo>
                    <a:pt x="6711172" y="2203629"/>
                  </a:lnTo>
                  <a:lnTo>
                    <a:pt x="6711509" y="2203638"/>
                  </a:lnTo>
                  <a:lnTo>
                    <a:pt x="6711845" y="2202802"/>
                  </a:lnTo>
                  <a:lnTo>
                    <a:pt x="6712181" y="2202144"/>
                  </a:lnTo>
                  <a:lnTo>
                    <a:pt x="6712518" y="2201207"/>
                  </a:lnTo>
                  <a:lnTo>
                    <a:pt x="6712854" y="2200234"/>
                  </a:lnTo>
                  <a:lnTo>
                    <a:pt x="6713191" y="2199674"/>
                  </a:lnTo>
                  <a:lnTo>
                    <a:pt x="6713527" y="2199215"/>
                  </a:lnTo>
                  <a:lnTo>
                    <a:pt x="6713864" y="2198354"/>
                  </a:lnTo>
                  <a:lnTo>
                    <a:pt x="6714200" y="2197488"/>
                  </a:lnTo>
                  <a:lnTo>
                    <a:pt x="6714537" y="2196367"/>
                  </a:lnTo>
                  <a:lnTo>
                    <a:pt x="6714873" y="2194614"/>
                  </a:lnTo>
                  <a:lnTo>
                    <a:pt x="6715210" y="2192512"/>
                  </a:lnTo>
                  <a:lnTo>
                    <a:pt x="6715546" y="2190592"/>
                  </a:lnTo>
                  <a:lnTo>
                    <a:pt x="6715883" y="2188246"/>
                  </a:lnTo>
                  <a:lnTo>
                    <a:pt x="6716219" y="2185877"/>
                  </a:lnTo>
                  <a:lnTo>
                    <a:pt x="6716555" y="2183962"/>
                  </a:lnTo>
                  <a:lnTo>
                    <a:pt x="6716892" y="2182009"/>
                  </a:lnTo>
                  <a:lnTo>
                    <a:pt x="6717228" y="2180342"/>
                  </a:lnTo>
                  <a:lnTo>
                    <a:pt x="6717565" y="2178760"/>
                  </a:lnTo>
                  <a:lnTo>
                    <a:pt x="6717901" y="2177128"/>
                  </a:lnTo>
                  <a:lnTo>
                    <a:pt x="6718238" y="2175512"/>
                  </a:lnTo>
                  <a:lnTo>
                    <a:pt x="6718574" y="2173765"/>
                  </a:lnTo>
                  <a:lnTo>
                    <a:pt x="6718911" y="2172407"/>
                  </a:lnTo>
                  <a:lnTo>
                    <a:pt x="6719247" y="2170822"/>
                  </a:lnTo>
                  <a:lnTo>
                    <a:pt x="6719584" y="2169514"/>
                  </a:lnTo>
                  <a:lnTo>
                    <a:pt x="6719920" y="2167989"/>
                  </a:lnTo>
                  <a:lnTo>
                    <a:pt x="6720257" y="2166449"/>
                  </a:lnTo>
                  <a:lnTo>
                    <a:pt x="6720593" y="2164927"/>
                  </a:lnTo>
                  <a:lnTo>
                    <a:pt x="6720929" y="2164093"/>
                  </a:lnTo>
                  <a:lnTo>
                    <a:pt x="6721266" y="2163686"/>
                  </a:lnTo>
                  <a:lnTo>
                    <a:pt x="6721602" y="2163350"/>
                  </a:lnTo>
                  <a:lnTo>
                    <a:pt x="6721939" y="2163269"/>
                  </a:lnTo>
                  <a:lnTo>
                    <a:pt x="6722275" y="2162817"/>
                  </a:lnTo>
                  <a:lnTo>
                    <a:pt x="6722612" y="2162044"/>
                  </a:lnTo>
                  <a:lnTo>
                    <a:pt x="6722948" y="2161305"/>
                  </a:lnTo>
                  <a:lnTo>
                    <a:pt x="6723285" y="2160680"/>
                  </a:lnTo>
                  <a:lnTo>
                    <a:pt x="6723621" y="2160247"/>
                  </a:lnTo>
                  <a:lnTo>
                    <a:pt x="6723958" y="2159700"/>
                  </a:lnTo>
                  <a:lnTo>
                    <a:pt x="6724294" y="2159806"/>
                  </a:lnTo>
                  <a:lnTo>
                    <a:pt x="6724631" y="2159996"/>
                  </a:lnTo>
                  <a:lnTo>
                    <a:pt x="6724967" y="2160618"/>
                  </a:lnTo>
                  <a:lnTo>
                    <a:pt x="6725303" y="2161456"/>
                  </a:lnTo>
                  <a:lnTo>
                    <a:pt x="6725640" y="2162480"/>
                  </a:lnTo>
                  <a:lnTo>
                    <a:pt x="6725976" y="2163213"/>
                  </a:lnTo>
                  <a:lnTo>
                    <a:pt x="6726313" y="2163740"/>
                  </a:lnTo>
                  <a:lnTo>
                    <a:pt x="6726649" y="2163893"/>
                  </a:lnTo>
                  <a:lnTo>
                    <a:pt x="6726986" y="2164245"/>
                  </a:lnTo>
                  <a:lnTo>
                    <a:pt x="6727322" y="2164865"/>
                  </a:lnTo>
                  <a:lnTo>
                    <a:pt x="6727659" y="2165952"/>
                  </a:lnTo>
                  <a:lnTo>
                    <a:pt x="6727995" y="2167260"/>
                  </a:lnTo>
                  <a:lnTo>
                    <a:pt x="6728332" y="2168600"/>
                  </a:lnTo>
                  <a:lnTo>
                    <a:pt x="6728668" y="2170062"/>
                  </a:lnTo>
                  <a:lnTo>
                    <a:pt x="6729005" y="2171539"/>
                  </a:lnTo>
                  <a:lnTo>
                    <a:pt x="6729341" y="2172763"/>
                  </a:lnTo>
                  <a:lnTo>
                    <a:pt x="6729677" y="2174064"/>
                  </a:lnTo>
                  <a:lnTo>
                    <a:pt x="6730014" y="2175725"/>
                  </a:lnTo>
                  <a:lnTo>
                    <a:pt x="6730350" y="2177776"/>
                  </a:lnTo>
                  <a:lnTo>
                    <a:pt x="6730687" y="2179858"/>
                  </a:lnTo>
                  <a:lnTo>
                    <a:pt x="6731023" y="2181917"/>
                  </a:lnTo>
                  <a:lnTo>
                    <a:pt x="6731360" y="2184060"/>
                  </a:lnTo>
                  <a:lnTo>
                    <a:pt x="6731696" y="2186203"/>
                  </a:lnTo>
                  <a:lnTo>
                    <a:pt x="6732033" y="2188430"/>
                  </a:lnTo>
                  <a:lnTo>
                    <a:pt x="6732369" y="2190504"/>
                  </a:lnTo>
                  <a:lnTo>
                    <a:pt x="6732706" y="2192555"/>
                  </a:lnTo>
                  <a:lnTo>
                    <a:pt x="6733042" y="2194767"/>
                  </a:lnTo>
                  <a:lnTo>
                    <a:pt x="6733378" y="2197078"/>
                  </a:lnTo>
                  <a:lnTo>
                    <a:pt x="6733715" y="2199306"/>
                  </a:lnTo>
                  <a:lnTo>
                    <a:pt x="6734051" y="2201295"/>
                  </a:lnTo>
                  <a:lnTo>
                    <a:pt x="6734388" y="2203109"/>
                  </a:lnTo>
                  <a:lnTo>
                    <a:pt x="6734724" y="2204665"/>
                  </a:lnTo>
                  <a:lnTo>
                    <a:pt x="6735061" y="2205627"/>
                  </a:lnTo>
                  <a:lnTo>
                    <a:pt x="6735397" y="2206397"/>
                  </a:lnTo>
                  <a:lnTo>
                    <a:pt x="6735734" y="2206998"/>
                  </a:lnTo>
                  <a:lnTo>
                    <a:pt x="6736070" y="2207401"/>
                  </a:lnTo>
                  <a:lnTo>
                    <a:pt x="6736407" y="2207619"/>
                  </a:lnTo>
                  <a:lnTo>
                    <a:pt x="6736743" y="2207859"/>
                  </a:lnTo>
                  <a:lnTo>
                    <a:pt x="6737080" y="2207754"/>
                  </a:lnTo>
                  <a:lnTo>
                    <a:pt x="6737416" y="2207756"/>
                  </a:lnTo>
                  <a:lnTo>
                    <a:pt x="6737752" y="2207333"/>
                  </a:lnTo>
                  <a:lnTo>
                    <a:pt x="6738089" y="2206431"/>
                  </a:lnTo>
                  <a:lnTo>
                    <a:pt x="6738425" y="2205209"/>
                  </a:lnTo>
                  <a:lnTo>
                    <a:pt x="6738762" y="2203782"/>
                  </a:lnTo>
                  <a:lnTo>
                    <a:pt x="6739098" y="2202383"/>
                  </a:lnTo>
                  <a:lnTo>
                    <a:pt x="6739435" y="2201288"/>
                  </a:lnTo>
                  <a:lnTo>
                    <a:pt x="6739771" y="2200534"/>
                  </a:lnTo>
                  <a:lnTo>
                    <a:pt x="6740108" y="2199823"/>
                  </a:lnTo>
                  <a:lnTo>
                    <a:pt x="6740444" y="2199477"/>
                  </a:lnTo>
                  <a:lnTo>
                    <a:pt x="6740781" y="2198953"/>
                  </a:lnTo>
                  <a:lnTo>
                    <a:pt x="6741117" y="2198502"/>
                  </a:lnTo>
                  <a:lnTo>
                    <a:pt x="6741454" y="2198268"/>
                  </a:lnTo>
                  <a:lnTo>
                    <a:pt x="6741790" y="2198423"/>
                  </a:lnTo>
                  <a:lnTo>
                    <a:pt x="6742126" y="2198934"/>
                  </a:lnTo>
                  <a:lnTo>
                    <a:pt x="6742463" y="2199570"/>
                  </a:lnTo>
                  <a:lnTo>
                    <a:pt x="6742799" y="2200624"/>
                  </a:lnTo>
                  <a:lnTo>
                    <a:pt x="6743136" y="2201746"/>
                  </a:lnTo>
                  <a:lnTo>
                    <a:pt x="6743472" y="2202942"/>
                  </a:lnTo>
                  <a:lnTo>
                    <a:pt x="6743809" y="2204180"/>
                  </a:lnTo>
                  <a:lnTo>
                    <a:pt x="6744145" y="2205397"/>
                  </a:lnTo>
                  <a:lnTo>
                    <a:pt x="6744482" y="2206517"/>
                  </a:lnTo>
                  <a:lnTo>
                    <a:pt x="6744818" y="2207463"/>
                  </a:lnTo>
                  <a:lnTo>
                    <a:pt x="6745155" y="2208061"/>
                  </a:lnTo>
                  <a:lnTo>
                    <a:pt x="6745491" y="2208369"/>
                  </a:lnTo>
                  <a:lnTo>
                    <a:pt x="6745828" y="2208393"/>
                  </a:lnTo>
                  <a:lnTo>
                    <a:pt x="6746164" y="2207865"/>
                  </a:lnTo>
                  <a:lnTo>
                    <a:pt x="6746500" y="2207383"/>
                  </a:lnTo>
                  <a:lnTo>
                    <a:pt x="6746837" y="2206442"/>
                  </a:lnTo>
                  <a:lnTo>
                    <a:pt x="6747173" y="2205187"/>
                  </a:lnTo>
                  <a:lnTo>
                    <a:pt x="6747510" y="2203679"/>
                  </a:lnTo>
                  <a:lnTo>
                    <a:pt x="6747846" y="2202378"/>
                  </a:lnTo>
                  <a:lnTo>
                    <a:pt x="6748183" y="2201161"/>
                  </a:lnTo>
                  <a:lnTo>
                    <a:pt x="6748519" y="2199730"/>
                  </a:lnTo>
                  <a:lnTo>
                    <a:pt x="6748856" y="2197701"/>
                  </a:lnTo>
                  <a:lnTo>
                    <a:pt x="6749192" y="2195359"/>
                  </a:lnTo>
                  <a:lnTo>
                    <a:pt x="6749529" y="2192949"/>
                  </a:lnTo>
                  <a:lnTo>
                    <a:pt x="6749865" y="2190775"/>
                  </a:lnTo>
                  <a:lnTo>
                    <a:pt x="6750202" y="2188885"/>
                  </a:lnTo>
                  <a:lnTo>
                    <a:pt x="6750538" y="2187239"/>
                  </a:lnTo>
                  <a:lnTo>
                    <a:pt x="6750874" y="2185816"/>
                  </a:lnTo>
                  <a:lnTo>
                    <a:pt x="6751211" y="2184537"/>
                  </a:lnTo>
                  <a:lnTo>
                    <a:pt x="6751547" y="2183382"/>
                  </a:lnTo>
                  <a:lnTo>
                    <a:pt x="6751884" y="2181974"/>
                  </a:lnTo>
                  <a:lnTo>
                    <a:pt x="6752220" y="2180527"/>
                  </a:lnTo>
                  <a:lnTo>
                    <a:pt x="6752557" y="2179126"/>
                  </a:lnTo>
                  <a:lnTo>
                    <a:pt x="6752893" y="2177443"/>
                  </a:lnTo>
                  <a:lnTo>
                    <a:pt x="6753230" y="2175399"/>
                  </a:lnTo>
                  <a:lnTo>
                    <a:pt x="6753566" y="2173371"/>
                  </a:lnTo>
                  <a:lnTo>
                    <a:pt x="6753903" y="2171794"/>
                  </a:lnTo>
                  <a:lnTo>
                    <a:pt x="6754239" y="2170218"/>
                  </a:lnTo>
                  <a:lnTo>
                    <a:pt x="6754576" y="2168687"/>
                  </a:lnTo>
                  <a:lnTo>
                    <a:pt x="6754912" y="2167072"/>
                  </a:lnTo>
                  <a:lnTo>
                    <a:pt x="6755248" y="2164952"/>
                  </a:lnTo>
                  <a:lnTo>
                    <a:pt x="6755585" y="2162495"/>
                  </a:lnTo>
                  <a:lnTo>
                    <a:pt x="6755921" y="2159809"/>
                  </a:lnTo>
                  <a:lnTo>
                    <a:pt x="6756258" y="2157406"/>
                  </a:lnTo>
                  <a:lnTo>
                    <a:pt x="6756594" y="2155362"/>
                  </a:lnTo>
                  <a:lnTo>
                    <a:pt x="6756931" y="2153564"/>
                  </a:lnTo>
                  <a:lnTo>
                    <a:pt x="6757267" y="2151880"/>
                  </a:lnTo>
                  <a:lnTo>
                    <a:pt x="6757604" y="2150258"/>
                  </a:lnTo>
                  <a:lnTo>
                    <a:pt x="6757940" y="2149102"/>
                  </a:lnTo>
                  <a:lnTo>
                    <a:pt x="6758277" y="2148390"/>
                  </a:lnTo>
                  <a:lnTo>
                    <a:pt x="6758613" y="2148115"/>
                  </a:lnTo>
                  <a:lnTo>
                    <a:pt x="6758950" y="2148015"/>
                  </a:lnTo>
                  <a:lnTo>
                    <a:pt x="6759286" y="2148130"/>
                  </a:lnTo>
                  <a:lnTo>
                    <a:pt x="6759622" y="2148283"/>
                  </a:lnTo>
                  <a:lnTo>
                    <a:pt x="6759959" y="2148536"/>
                  </a:lnTo>
                  <a:lnTo>
                    <a:pt x="6760295" y="2149324"/>
                  </a:lnTo>
                  <a:lnTo>
                    <a:pt x="6760632" y="2150503"/>
                  </a:lnTo>
                  <a:lnTo>
                    <a:pt x="6760968" y="2151972"/>
                  </a:lnTo>
                  <a:lnTo>
                    <a:pt x="6761305" y="2153304"/>
                  </a:lnTo>
                  <a:lnTo>
                    <a:pt x="6761641" y="2154329"/>
                  </a:lnTo>
                  <a:lnTo>
                    <a:pt x="6761978" y="2154972"/>
                  </a:lnTo>
                  <a:lnTo>
                    <a:pt x="6762314" y="2155506"/>
                  </a:lnTo>
                  <a:lnTo>
                    <a:pt x="6762651" y="2155726"/>
                  </a:lnTo>
                  <a:lnTo>
                    <a:pt x="6762987" y="2155665"/>
                  </a:lnTo>
                  <a:lnTo>
                    <a:pt x="6763324" y="2155686"/>
                  </a:lnTo>
                  <a:lnTo>
                    <a:pt x="6763660" y="2155927"/>
                  </a:lnTo>
                  <a:lnTo>
                    <a:pt x="6763996" y="2156283"/>
                  </a:lnTo>
                  <a:lnTo>
                    <a:pt x="6764333" y="2156839"/>
                  </a:lnTo>
                  <a:lnTo>
                    <a:pt x="6764669" y="2157424"/>
                  </a:lnTo>
                  <a:lnTo>
                    <a:pt x="6765006" y="2157943"/>
                  </a:lnTo>
                  <a:lnTo>
                    <a:pt x="6765342" y="2158347"/>
                  </a:lnTo>
                  <a:lnTo>
                    <a:pt x="6765679" y="2158820"/>
                  </a:lnTo>
                  <a:lnTo>
                    <a:pt x="6766015" y="2159360"/>
                  </a:lnTo>
                  <a:lnTo>
                    <a:pt x="6766352" y="2159964"/>
                  </a:lnTo>
                  <a:lnTo>
                    <a:pt x="6766688" y="2160644"/>
                  </a:lnTo>
                  <a:lnTo>
                    <a:pt x="6767025" y="2161704"/>
                  </a:lnTo>
                  <a:lnTo>
                    <a:pt x="6767361" y="2163221"/>
                  </a:lnTo>
                  <a:lnTo>
                    <a:pt x="6767697" y="2164897"/>
                  </a:lnTo>
                  <a:lnTo>
                    <a:pt x="6768034" y="2166569"/>
                  </a:lnTo>
                  <a:lnTo>
                    <a:pt x="6768370" y="2168025"/>
                  </a:lnTo>
                  <a:lnTo>
                    <a:pt x="6768707" y="2168607"/>
                  </a:lnTo>
                  <a:lnTo>
                    <a:pt x="6769043" y="2168755"/>
                  </a:lnTo>
                  <a:lnTo>
                    <a:pt x="6769380" y="2168644"/>
                  </a:lnTo>
                  <a:lnTo>
                    <a:pt x="6769716" y="2168473"/>
                  </a:lnTo>
                  <a:lnTo>
                    <a:pt x="6770053" y="2168091"/>
                  </a:lnTo>
                  <a:lnTo>
                    <a:pt x="6770389" y="2167787"/>
                  </a:lnTo>
                  <a:lnTo>
                    <a:pt x="6770726" y="2167414"/>
                  </a:lnTo>
                  <a:lnTo>
                    <a:pt x="6771062" y="2166610"/>
                  </a:lnTo>
                  <a:lnTo>
                    <a:pt x="6771399" y="2165365"/>
                  </a:lnTo>
                  <a:lnTo>
                    <a:pt x="6771735" y="2164207"/>
                  </a:lnTo>
                  <a:lnTo>
                    <a:pt x="6772071" y="2162945"/>
                  </a:lnTo>
                  <a:lnTo>
                    <a:pt x="6772408" y="2161455"/>
                  </a:lnTo>
                  <a:lnTo>
                    <a:pt x="6772744" y="2159899"/>
                  </a:lnTo>
                  <a:lnTo>
                    <a:pt x="6773081" y="2158044"/>
                  </a:lnTo>
                  <a:lnTo>
                    <a:pt x="6773417" y="2156386"/>
                  </a:lnTo>
                  <a:lnTo>
                    <a:pt x="6773754" y="2155175"/>
                  </a:lnTo>
                  <a:lnTo>
                    <a:pt x="6774090" y="2154338"/>
                  </a:lnTo>
                  <a:lnTo>
                    <a:pt x="6774427" y="2153178"/>
                  </a:lnTo>
                  <a:lnTo>
                    <a:pt x="6774763" y="2152315"/>
                  </a:lnTo>
                  <a:lnTo>
                    <a:pt x="6775100" y="2151252"/>
                  </a:lnTo>
                  <a:lnTo>
                    <a:pt x="6775436" y="2150091"/>
                  </a:lnTo>
                  <a:lnTo>
                    <a:pt x="6775773" y="2149150"/>
                  </a:lnTo>
                  <a:lnTo>
                    <a:pt x="6776109" y="2148267"/>
                  </a:lnTo>
                  <a:lnTo>
                    <a:pt x="6776445" y="2147473"/>
                  </a:lnTo>
                  <a:lnTo>
                    <a:pt x="6776782" y="2146371"/>
                  </a:lnTo>
                  <a:lnTo>
                    <a:pt x="6777118" y="2145158"/>
                  </a:lnTo>
                  <a:lnTo>
                    <a:pt x="6777455" y="2143629"/>
                  </a:lnTo>
                  <a:lnTo>
                    <a:pt x="6777791" y="2142192"/>
                  </a:lnTo>
                  <a:lnTo>
                    <a:pt x="6778128" y="2140813"/>
                  </a:lnTo>
                  <a:lnTo>
                    <a:pt x="6778464" y="2138388"/>
                  </a:lnTo>
                  <a:lnTo>
                    <a:pt x="6778801" y="2135255"/>
                  </a:lnTo>
                  <a:lnTo>
                    <a:pt x="6779137" y="2132230"/>
                  </a:lnTo>
                  <a:lnTo>
                    <a:pt x="6779474" y="2128879"/>
                  </a:lnTo>
                  <a:lnTo>
                    <a:pt x="6779810" y="2125747"/>
                  </a:lnTo>
                  <a:lnTo>
                    <a:pt x="6780147" y="2122865"/>
                  </a:lnTo>
                  <a:lnTo>
                    <a:pt x="6780483" y="2119462"/>
                  </a:lnTo>
                  <a:lnTo>
                    <a:pt x="6780819" y="2115922"/>
                  </a:lnTo>
                  <a:lnTo>
                    <a:pt x="6781156" y="2112576"/>
                  </a:lnTo>
                  <a:lnTo>
                    <a:pt x="6781492" y="2109504"/>
                  </a:lnTo>
                  <a:lnTo>
                    <a:pt x="6781829" y="2106537"/>
                  </a:lnTo>
                  <a:lnTo>
                    <a:pt x="6782165" y="2103700"/>
                  </a:lnTo>
                  <a:lnTo>
                    <a:pt x="6782502" y="2101313"/>
                  </a:lnTo>
                  <a:lnTo>
                    <a:pt x="6782838" y="2099326"/>
                  </a:lnTo>
                  <a:lnTo>
                    <a:pt x="6783175" y="2097614"/>
                  </a:lnTo>
                  <a:lnTo>
                    <a:pt x="6783511" y="2096956"/>
                  </a:lnTo>
                  <a:lnTo>
                    <a:pt x="6783848" y="2096654"/>
                  </a:lnTo>
                  <a:lnTo>
                    <a:pt x="6784184" y="2096956"/>
                  </a:lnTo>
                  <a:lnTo>
                    <a:pt x="6784521" y="2097303"/>
                  </a:lnTo>
                  <a:lnTo>
                    <a:pt x="6784857" y="2097488"/>
                  </a:lnTo>
                  <a:lnTo>
                    <a:pt x="6785193" y="2097851"/>
                  </a:lnTo>
                  <a:lnTo>
                    <a:pt x="6785530" y="2098468"/>
                  </a:lnTo>
                  <a:lnTo>
                    <a:pt x="6785866" y="2099271"/>
                  </a:lnTo>
                  <a:lnTo>
                    <a:pt x="6786203" y="2100091"/>
                  </a:lnTo>
                  <a:lnTo>
                    <a:pt x="6786539" y="2101082"/>
                  </a:lnTo>
                  <a:lnTo>
                    <a:pt x="6786876" y="2101984"/>
                  </a:lnTo>
                  <a:lnTo>
                    <a:pt x="6787212" y="2102830"/>
                  </a:lnTo>
                  <a:lnTo>
                    <a:pt x="6787549" y="2103648"/>
                  </a:lnTo>
                  <a:lnTo>
                    <a:pt x="6787885" y="2104265"/>
                  </a:lnTo>
                  <a:lnTo>
                    <a:pt x="6788222" y="2104215"/>
                  </a:lnTo>
                  <a:lnTo>
                    <a:pt x="6788558" y="2103711"/>
                  </a:lnTo>
                  <a:lnTo>
                    <a:pt x="6788895" y="2102979"/>
                  </a:lnTo>
                  <a:lnTo>
                    <a:pt x="6789231" y="2101975"/>
                  </a:lnTo>
                  <a:lnTo>
                    <a:pt x="6789567" y="2101276"/>
                  </a:lnTo>
                  <a:lnTo>
                    <a:pt x="6789904" y="2101048"/>
                  </a:lnTo>
                  <a:lnTo>
                    <a:pt x="6790240" y="2101168"/>
                  </a:lnTo>
                  <a:lnTo>
                    <a:pt x="6790577" y="2101237"/>
                  </a:lnTo>
                  <a:lnTo>
                    <a:pt x="6790913" y="2101312"/>
                  </a:lnTo>
                  <a:lnTo>
                    <a:pt x="6791250" y="2101361"/>
                  </a:lnTo>
                  <a:lnTo>
                    <a:pt x="6791586" y="2100953"/>
                  </a:lnTo>
                  <a:lnTo>
                    <a:pt x="6791923" y="2100551"/>
                  </a:lnTo>
                  <a:lnTo>
                    <a:pt x="6792259" y="2099968"/>
                  </a:lnTo>
                  <a:lnTo>
                    <a:pt x="6792596" y="2099206"/>
                  </a:lnTo>
                  <a:lnTo>
                    <a:pt x="6792932" y="2098910"/>
                  </a:lnTo>
                  <a:lnTo>
                    <a:pt x="6793269" y="2098969"/>
                  </a:lnTo>
                  <a:lnTo>
                    <a:pt x="6793605" y="2099082"/>
                  </a:lnTo>
                  <a:lnTo>
                    <a:pt x="6793941" y="2099557"/>
                  </a:lnTo>
                  <a:lnTo>
                    <a:pt x="6794278" y="2099927"/>
                  </a:lnTo>
                  <a:lnTo>
                    <a:pt x="6794614" y="2100101"/>
                  </a:lnTo>
                  <a:lnTo>
                    <a:pt x="6794951" y="2099865"/>
                  </a:lnTo>
                  <a:lnTo>
                    <a:pt x="6795287" y="2099303"/>
                  </a:lnTo>
                  <a:lnTo>
                    <a:pt x="6795624" y="2098489"/>
                  </a:lnTo>
                  <a:lnTo>
                    <a:pt x="6795960" y="2097606"/>
                  </a:lnTo>
                  <a:lnTo>
                    <a:pt x="6796297" y="2096402"/>
                  </a:lnTo>
                  <a:lnTo>
                    <a:pt x="6796633" y="2094897"/>
                  </a:lnTo>
                  <a:lnTo>
                    <a:pt x="6796970" y="2093183"/>
                  </a:lnTo>
                  <a:lnTo>
                    <a:pt x="6797306" y="2091175"/>
                  </a:lnTo>
                  <a:lnTo>
                    <a:pt x="6797643" y="2088894"/>
                  </a:lnTo>
                  <a:lnTo>
                    <a:pt x="6797979" y="2085808"/>
                  </a:lnTo>
                  <a:lnTo>
                    <a:pt x="6798315" y="2081715"/>
                  </a:lnTo>
                  <a:lnTo>
                    <a:pt x="6798652" y="2076955"/>
                  </a:lnTo>
                  <a:lnTo>
                    <a:pt x="6798988" y="2070694"/>
                  </a:lnTo>
                  <a:lnTo>
                    <a:pt x="6799325" y="2065036"/>
                  </a:lnTo>
                  <a:lnTo>
                    <a:pt x="6799661" y="2059311"/>
                  </a:lnTo>
                  <a:lnTo>
                    <a:pt x="6799998" y="2053711"/>
                  </a:lnTo>
                  <a:lnTo>
                    <a:pt x="6800334" y="2048317"/>
                  </a:lnTo>
                  <a:lnTo>
                    <a:pt x="6800671" y="2043755"/>
                  </a:lnTo>
                  <a:lnTo>
                    <a:pt x="6801007" y="2038976"/>
                  </a:lnTo>
                  <a:lnTo>
                    <a:pt x="6801344" y="2034880"/>
                  </a:lnTo>
                  <a:lnTo>
                    <a:pt x="6801680" y="2031018"/>
                  </a:lnTo>
                  <a:lnTo>
                    <a:pt x="6802016" y="2027302"/>
                  </a:lnTo>
                  <a:lnTo>
                    <a:pt x="6802353" y="2023962"/>
                  </a:lnTo>
                  <a:lnTo>
                    <a:pt x="6802689" y="2020546"/>
                  </a:lnTo>
                  <a:lnTo>
                    <a:pt x="6803026" y="2017784"/>
                  </a:lnTo>
                  <a:lnTo>
                    <a:pt x="6803362" y="2015774"/>
                  </a:lnTo>
                  <a:lnTo>
                    <a:pt x="6803699" y="2014571"/>
                  </a:lnTo>
                  <a:lnTo>
                    <a:pt x="6804035" y="2013812"/>
                  </a:lnTo>
                  <a:lnTo>
                    <a:pt x="6804372" y="2013595"/>
                  </a:lnTo>
                  <a:lnTo>
                    <a:pt x="6804708" y="2013492"/>
                  </a:lnTo>
                  <a:lnTo>
                    <a:pt x="6805045" y="2013268"/>
                  </a:lnTo>
                  <a:lnTo>
                    <a:pt x="6805381" y="2013312"/>
                  </a:lnTo>
                  <a:lnTo>
                    <a:pt x="6805718" y="2013268"/>
                  </a:lnTo>
                  <a:lnTo>
                    <a:pt x="6806054" y="2013312"/>
                  </a:lnTo>
                  <a:lnTo>
                    <a:pt x="6806390" y="2013654"/>
                  </a:lnTo>
                  <a:lnTo>
                    <a:pt x="6806727" y="2013726"/>
                  </a:lnTo>
                  <a:lnTo>
                    <a:pt x="6807063" y="2013413"/>
                  </a:lnTo>
                  <a:lnTo>
                    <a:pt x="6807400" y="2013175"/>
                  </a:lnTo>
                  <a:lnTo>
                    <a:pt x="6807736" y="2012767"/>
                  </a:lnTo>
                  <a:lnTo>
                    <a:pt x="6808073" y="2012281"/>
                  </a:lnTo>
                  <a:lnTo>
                    <a:pt x="6808409" y="2011872"/>
                  </a:lnTo>
                  <a:lnTo>
                    <a:pt x="6808746" y="2010932"/>
                  </a:lnTo>
                  <a:lnTo>
                    <a:pt x="6809082" y="2009852"/>
                  </a:lnTo>
                  <a:lnTo>
                    <a:pt x="6809419" y="2008260"/>
                  </a:lnTo>
                  <a:lnTo>
                    <a:pt x="6809755" y="2006319"/>
                  </a:lnTo>
                  <a:lnTo>
                    <a:pt x="6810092" y="2004281"/>
                  </a:lnTo>
                  <a:lnTo>
                    <a:pt x="6810428" y="2002133"/>
                  </a:lnTo>
                  <a:lnTo>
                    <a:pt x="6810764" y="2000229"/>
                  </a:lnTo>
                  <a:lnTo>
                    <a:pt x="6811101" y="1998241"/>
                  </a:lnTo>
                  <a:lnTo>
                    <a:pt x="6811437" y="1996149"/>
                  </a:lnTo>
                  <a:lnTo>
                    <a:pt x="6811774" y="1993948"/>
                  </a:lnTo>
                  <a:lnTo>
                    <a:pt x="6812110" y="1991530"/>
                  </a:lnTo>
                  <a:lnTo>
                    <a:pt x="6812447" y="1989241"/>
                  </a:lnTo>
                  <a:lnTo>
                    <a:pt x="6812783" y="1987217"/>
                  </a:lnTo>
                  <a:lnTo>
                    <a:pt x="6813120" y="1985432"/>
                  </a:lnTo>
                  <a:lnTo>
                    <a:pt x="6813456" y="1983580"/>
                  </a:lnTo>
                  <a:lnTo>
                    <a:pt x="6813793" y="1982025"/>
                  </a:lnTo>
                  <a:lnTo>
                    <a:pt x="6814129" y="1980371"/>
                  </a:lnTo>
                  <a:lnTo>
                    <a:pt x="6814466" y="1978821"/>
                  </a:lnTo>
                  <a:lnTo>
                    <a:pt x="6814802" y="1977353"/>
                  </a:lnTo>
                  <a:lnTo>
                    <a:pt x="6815138" y="1975509"/>
                  </a:lnTo>
                  <a:lnTo>
                    <a:pt x="6815475" y="1973607"/>
                  </a:lnTo>
                  <a:lnTo>
                    <a:pt x="6815811" y="1971719"/>
                  </a:lnTo>
                  <a:lnTo>
                    <a:pt x="6816148" y="1970272"/>
                  </a:lnTo>
                  <a:lnTo>
                    <a:pt x="6816484" y="1968818"/>
                  </a:lnTo>
                  <a:lnTo>
                    <a:pt x="6816821" y="1967604"/>
                  </a:lnTo>
                  <a:lnTo>
                    <a:pt x="6817157" y="1966146"/>
                  </a:lnTo>
                  <a:lnTo>
                    <a:pt x="6817494" y="1964706"/>
                  </a:lnTo>
                  <a:lnTo>
                    <a:pt x="6817830" y="1963003"/>
                  </a:lnTo>
                  <a:lnTo>
                    <a:pt x="6818167" y="1961069"/>
                  </a:lnTo>
                  <a:lnTo>
                    <a:pt x="6818503" y="1959116"/>
                  </a:lnTo>
                  <a:lnTo>
                    <a:pt x="6818840" y="1957183"/>
                  </a:lnTo>
                  <a:lnTo>
                    <a:pt x="6819176" y="1955536"/>
                  </a:lnTo>
                  <a:lnTo>
                    <a:pt x="6819512" y="1954048"/>
                  </a:lnTo>
                  <a:lnTo>
                    <a:pt x="6819849" y="1952593"/>
                  </a:lnTo>
                  <a:lnTo>
                    <a:pt x="6820185" y="1951463"/>
                  </a:lnTo>
                  <a:lnTo>
                    <a:pt x="6820522" y="1950219"/>
                  </a:lnTo>
                  <a:lnTo>
                    <a:pt x="6820858" y="1948699"/>
                  </a:lnTo>
                  <a:lnTo>
                    <a:pt x="6821195" y="1947152"/>
                  </a:lnTo>
                  <a:lnTo>
                    <a:pt x="6821531" y="1945799"/>
                  </a:lnTo>
                  <a:lnTo>
                    <a:pt x="6821868" y="1944907"/>
                  </a:lnTo>
                  <a:lnTo>
                    <a:pt x="6822204" y="1944421"/>
                  </a:lnTo>
                  <a:lnTo>
                    <a:pt x="6822541" y="1944244"/>
                  </a:lnTo>
                  <a:lnTo>
                    <a:pt x="6822877" y="1943794"/>
                  </a:lnTo>
                  <a:lnTo>
                    <a:pt x="6823214" y="1943259"/>
                  </a:lnTo>
                  <a:lnTo>
                    <a:pt x="6823550" y="1942918"/>
                  </a:lnTo>
                  <a:lnTo>
                    <a:pt x="6823886" y="1942117"/>
                  </a:lnTo>
                  <a:lnTo>
                    <a:pt x="6824223" y="1940879"/>
                  </a:lnTo>
                  <a:lnTo>
                    <a:pt x="6824559" y="1939478"/>
                  </a:lnTo>
                  <a:lnTo>
                    <a:pt x="6824896" y="1937934"/>
                  </a:lnTo>
                  <a:lnTo>
                    <a:pt x="6825232" y="1936245"/>
                  </a:lnTo>
                  <a:lnTo>
                    <a:pt x="6825569" y="1934445"/>
                  </a:lnTo>
                  <a:lnTo>
                    <a:pt x="6825905" y="1932198"/>
                  </a:lnTo>
                  <a:lnTo>
                    <a:pt x="6826242" y="1929510"/>
                  </a:lnTo>
                  <a:lnTo>
                    <a:pt x="6826578" y="1926466"/>
                  </a:lnTo>
                  <a:lnTo>
                    <a:pt x="6826915" y="1923036"/>
                  </a:lnTo>
                  <a:lnTo>
                    <a:pt x="6827251" y="1919462"/>
                  </a:lnTo>
                  <a:lnTo>
                    <a:pt x="6827588" y="1915630"/>
                  </a:lnTo>
                  <a:lnTo>
                    <a:pt x="6827924" y="1912192"/>
                  </a:lnTo>
                  <a:lnTo>
                    <a:pt x="6828260" y="1908935"/>
                  </a:lnTo>
                  <a:lnTo>
                    <a:pt x="6828597" y="1906046"/>
                  </a:lnTo>
                  <a:lnTo>
                    <a:pt x="6828933" y="1903541"/>
                  </a:lnTo>
                  <a:lnTo>
                    <a:pt x="6829270" y="1901325"/>
                  </a:lnTo>
                  <a:lnTo>
                    <a:pt x="6829606" y="1899080"/>
                  </a:lnTo>
                  <a:lnTo>
                    <a:pt x="6829943" y="1897057"/>
                  </a:lnTo>
                  <a:lnTo>
                    <a:pt x="6830279" y="1895186"/>
                  </a:lnTo>
                  <a:lnTo>
                    <a:pt x="6830616" y="1893750"/>
                  </a:lnTo>
                  <a:lnTo>
                    <a:pt x="6830952" y="1892657"/>
                  </a:lnTo>
                  <a:lnTo>
                    <a:pt x="6831289" y="1891609"/>
                  </a:lnTo>
                  <a:lnTo>
                    <a:pt x="6831625" y="1890639"/>
                  </a:lnTo>
                  <a:lnTo>
                    <a:pt x="6831961" y="1889785"/>
                  </a:lnTo>
                  <a:lnTo>
                    <a:pt x="6832298" y="1889269"/>
                  </a:lnTo>
                  <a:lnTo>
                    <a:pt x="6832634" y="1888865"/>
                  </a:lnTo>
                  <a:lnTo>
                    <a:pt x="6832971" y="1888300"/>
                  </a:lnTo>
                  <a:lnTo>
                    <a:pt x="6833307" y="1886750"/>
                  </a:lnTo>
                  <a:lnTo>
                    <a:pt x="6833644" y="1884692"/>
                  </a:lnTo>
                  <a:lnTo>
                    <a:pt x="6833980" y="1882596"/>
                  </a:lnTo>
                  <a:lnTo>
                    <a:pt x="6834317" y="1880181"/>
                  </a:lnTo>
                  <a:lnTo>
                    <a:pt x="6834653" y="1877884"/>
                  </a:lnTo>
                  <a:lnTo>
                    <a:pt x="6834990" y="1875481"/>
                  </a:lnTo>
                  <a:lnTo>
                    <a:pt x="6835326" y="1872921"/>
                  </a:lnTo>
                  <a:lnTo>
                    <a:pt x="6835663" y="1869712"/>
                  </a:lnTo>
                  <a:lnTo>
                    <a:pt x="6835999" y="1866413"/>
                  </a:lnTo>
                  <a:lnTo>
                    <a:pt x="6836335" y="1862974"/>
                  </a:lnTo>
                  <a:lnTo>
                    <a:pt x="6836672" y="1859580"/>
                  </a:lnTo>
                  <a:lnTo>
                    <a:pt x="6837008" y="1856741"/>
                  </a:lnTo>
                  <a:lnTo>
                    <a:pt x="6837345" y="1854262"/>
                  </a:lnTo>
                  <a:lnTo>
                    <a:pt x="6837681" y="1852057"/>
                  </a:lnTo>
                  <a:lnTo>
                    <a:pt x="6838018" y="1849670"/>
                  </a:lnTo>
                  <a:lnTo>
                    <a:pt x="6838354" y="1848106"/>
                  </a:lnTo>
                  <a:lnTo>
                    <a:pt x="6838691" y="1847445"/>
                  </a:lnTo>
                  <a:lnTo>
                    <a:pt x="6839027" y="1846705"/>
                  </a:lnTo>
                  <a:lnTo>
                    <a:pt x="6839364" y="1846392"/>
                  </a:lnTo>
                  <a:lnTo>
                    <a:pt x="6839700" y="1845955"/>
                  </a:lnTo>
                  <a:lnTo>
                    <a:pt x="6840037" y="1845867"/>
                  </a:lnTo>
                  <a:lnTo>
                    <a:pt x="6840373" y="1845993"/>
                  </a:lnTo>
                  <a:lnTo>
                    <a:pt x="6840709" y="1845908"/>
                  </a:lnTo>
                  <a:lnTo>
                    <a:pt x="6841046" y="1845500"/>
                  </a:lnTo>
                  <a:lnTo>
                    <a:pt x="6841382" y="1844958"/>
                  </a:lnTo>
                  <a:lnTo>
                    <a:pt x="6841719" y="1844747"/>
                  </a:lnTo>
                  <a:lnTo>
                    <a:pt x="6842055" y="1844227"/>
                  </a:lnTo>
                  <a:lnTo>
                    <a:pt x="6842392" y="1843854"/>
                  </a:lnTo>
                  <a:lnTo>
                    <a:pt x="6842728" y="1843468"/>
                  </a:lnTo>
                  <a:lnTo>
                    <a:pt x="6843065" y="1842741"/>
                  </a:lnTo>
                  <a:lnTo>
                    <a:pt x="6843401" y="1842152"/>
                  </a:lnTo>
                  <a:lnTo>
                    <a:pt x="6843738" y="1840972"/>
                  </a:lnTo>
                  <a:lnTo>
                    <a:pt x="6844074" y="1840195"/>
                  </a:lnTo>
                  <a:lnTo>
                    <a:pt x="6844411" y="1839136"/>
                  </a:lnTo>
                  <a:lnTo>
                    <a:pt x="6844747" y="1838177"/>
                  </a:lnTo>
                  <a:lnTo>
                    <a:pt x="6845083" y="1837439"/>
                  </a:lnTo>
                  <a:lnTo>
                    <a:pt x="6845420" y="1836686"/>
                  </a:lnTo>
                  <a:lnTo>
                    <a:pt x="6845756" y="1837266"/>
                  </a:lnTo>
                  <a:lnTo>
                    <a:pt x="6846093" y="1839051"/>
                  </a:lnTo>
                  <a:lnTo>
                    <a:pt x="6846429" y="1841280"/>
                  </a:lnTo>
                  <a:lnTo>
                    <a:pt x="6846766" y="1843518"/>
                  </a:lnTo>
                  <a:lnTo>
                    <a:pt x="6847102" y="1845921"/>
                  </a:lnTo>
                  <a:lnTo>
                    <a:pt x="6847439" y="1848522"/>
                  </a:lnTo>
                  <a:lnTo>
                    <a:pt x="6847775" y="1851819"/>
                  </a:lnTo>
                  <a:lnTo>
                    <a:pt x="6848112" y="1854873"/>
                  </a:lnTo>
                  <a:lnTo>
                    <a:pt x="6848448" y="1858013"/>
                  </a:lnTo>
                  <a:lnTo>
                    <a:pt x="6848785" y="1860543"/>
                  </a:lnTo>
                  <a:lnTo>
                    <a:pt x="6849121" y="1862869"/>
                  </a:lnTo>
                  <a:lnTo>
                    <a:pt x="6849457" y="1865215"/>
                  </a:lnTo>
                  <a:lnTo>
                    <a:pt x="6849794" y="1867162"/>
                  </a:lnTo>
                  <a:lnTo>
                    <a:pt x="6850130" y="1868479"/>
                  </a:lnTo>
                  <a:lnTo>
                    <a:pt x="6850467" y="1869741"/>
                  </a:lnTo>
                  <a:lnTo>
                    <a:pt x="6850803" y="1869874"/>
                  </a:lnTo>
                  <a:lnTo>
                    <a:pt x="6851140" y="1869250"/>
                  </a:lnTo>
                  <a:lnTo>
                    <a:pt x="6851476" y="1868036"/>
                  </a:lnTo>
                  <a:lnTo>
                    <a:pt x="6851813" y="1866831"/>
                  </a:lnTo>
                  <a:lnTo>
                    <a:pt x="6852149" y="1865383"/>
                  </a:lnTo>
                  <a:lnTo>
                    <a:pt x="6852486" y="1862709"/>
                  </a:lnTo>
                  <a:lnTo>
                    <a:pt x="6852822" y="1859192"/>
                  </a:lnTo>
                  <a:lnTo>
                    <a:pt x="6853159" y="1854458"/>
                  </a:lnTo>
                  <a:lnTo>
                    <a:pt x="6853495" y="1849061"/>
                  </a:lnTo>
                  <a:lnTo>
                    <a:pt x="6853831" y="1843348"/>
                  </a:lnTo>
                  <a:lnTo>
                    <a:pt x="6854168" y="1837216"/>
                  </a:lnTo>
                  <a:lnTo>
                    <a:pt x="6854504" y="1831615"/>
                  </a:lnTo>
                  <a:lnTo>
                    <a:pt x="6854841" y="1825491"/>
                  </a:lnTo>
                  <a:lnTo>
                    <a:pt x="6855177" y="1818868"/>
                  </a:lnTo>
                  <a:lnTo>
                    <a:pt x="6855514" y="1811011"/>
                  </a:lnTo>
                  <a:lnTo>
                    <a:pt x="6855850" y="1803312"/>
                  </a:lnTo>
                  <a:lnTo>
                    <a:pt x="6856187" y="1795720"/>
                  </a:lnTo>
                  <a:lnTo>
                    <a:pt x="6856523" y="1788201"/>
                  </a:lnTo>
                  <a:lnTo>
                    <a:pt x="6856860" y="1780782"/>
                  </a:lnTo>
                  <a:lnTo>
                    <a:pt x="6857196" y="1773164"/>
                  </a:lnTo>
                  <a:lnTo>
                    <a:pt x="6857533" y="1765929"/>
                  </a:lnTo>
                  <a:lnTo>
                    <a:pt x="6857869" y="1759341"/>
                  </a:lnTo>
                  <a:lnTo>
                    <a:pt x="6858205" y="1753077"/>
                  </a:lnTo>
                  <a:lnTo>
                    <a:pt x="6858542" y="1746667"/>
                  </a:lnTo>
                  <a:lnTo>
                    <a:pt x="6858878" y="1741232"/>
                  </a:lnTo>
                  <a:lnTo>
                    <a:pt x="6859215" y="1735158"/>
                  </a:lnTo>
                  <a:lnTo>
                    <a:pt x="6859551" y="1729012"/>
                  </a:lnTo>
                  <a:lnTo>
                    <a:pt x="6859888" y="1723381"/>
                  </a:lnTo>
                  <a:lnTo>
                    <a:pt x="6860224" y="1717469"/>
                  </a:lnTo>
                  <a:lnTo>
                    <a:pt x="6860561" y="1711289"/>
                  </a:lnTo>
                  <a:lnTo>
                    <a:pt x="6860897" y="1705422"/>
                  </a:lnTo>
                  <a:lnTo>
                    <a:pt x="6861234" y="1700034"/>
                  </a:lnTo>
                  <a:lnTo>
                    <a:pt x="6861570" y="1694209"/>
                  </a:lnTo>
                  <a:lnTo>
                    <a:pt x="6861907" y="1688760"/>
                  </a:lnTo>
                  <a:lnTo>
                    <a:pt x="6862243" y="1683882"/>
                  </a:lnTo>
                  <a:lnTo>
                    <a:pt x="6862579" y="1678777"/>
                  </a:lnTo>
                  <a:lnTo>
                    <a:pt x="6862916" y="1673842"/>
                  </a:lnTo>
                  <a:lnTo>
                    <a:pt x="6863252" y="1669603"/>
                  </a:lnTo>
                  <a:lnTo>
                    <a:pt x="6863589" y="1665940"/>
                  </a:lnTo>
                  <a:lnTo>
                    <a:pt x="6863925" y="1662753"/>
                  </a:lnTo>
                  <a:lnTo>
                    <a:pt x="6864262" y="1660436"/>
                  </a:lnTo>
                  <a:lnTo>
                    <a:pt x="6864598" y="1658853"/>
                  </a:lnTo>
                  <a:lnTo>
                    <a:pt x="6864935" y="1657591"/>
                  </a:lnTo>
                  <a:lnTo>
                    <a:pt x="6865271" y="1657522"/>
                  </a:lnTo>
                  <a:lnTo>
                    <a:pt x="6865608" y="1659152"/>
                  </a:lnTo>
                  <a:lnTo>
                    <a:pt x="6865944" y="1661956"/>
                  </a:lnTo>
                  <a:lnTo>
                    <a:pt x="6866280" y="1666519"/>
                  </a:lnTo>
                  <a:lnTo>
                    <a:pt x="6866617" y="1670687"/>
                  </a:lnTo>
                  <a:lnTo>
                    <a:pt x="6866953" y="1674864"/>
                  </a:lnTo>
                  <a:lnTo>
                    <a:pt x="6867290" y="1679141"/>
                  </a:lnTo>
                  <a:lnTo>
                    <a:pt x="6867626" y="1683279"/>
                  </a:lnTo>
                  <a:lnTo>
                    <a:pt x="6867963" y="1686786"/>
                  </a:lnTo>
                  <a:lnTo>
                    <a:pt x="6868299" y="1690615"/>
                  </a:lnTo>
                  <a:lnTo>
                    <a:pt x="6868636" y="1693997"/>
                  </a:lnTo>
                  <a:lnTo>
                    <a:pt x="6868972" y="1697297"/>
                  </a:lnTo>
                  <a:lnTo>
                    <a:pt x="6869309" y="1700421"/>
                  </a:lnTo>
                  <a:lnTo>
                    <a:pt x="6869645" y="1703672"/>
                  </a:lnTo>
                  <a:lnTo>
                    <a:pt x="6869982" y="1706885"/>
                  </a:lnTo>
                  <a:lnTo>
                    <a:pt x="6870318" y="1709198"/>
                  </a:lnTo>
                  <a:lnTo>
                    <a:pt x="6870654" y="1710920"/>
                  </a:lnTo>
                  <a:lnTo>
                    <a:pt x="6870991" y="1711798"/>
                  </a:lnTo>
                  <a:lnTo>
                    <a:pt x="6871327" y="1712163"/>
                  </a:lnTo>
                  <a:lnTo>
                    <a:pt x="6871664" y="1712080"/>
                  </a:lnTo>
                  <a:lnTo>
                    <a:pt x="6872000" y="1712043"/>
                  </a:lnTo>
                  <a:lnTo>
                    <a:pt x="6872337" y="1712553"/>
                  </a:lnTo>
                  <a:lnTo>
                    <a:pt x="6872673" y="1713035"/>
                  </a:lnTo>
                  <a:lnTo>
                    <a:pt x="6873010" y="1713758"/>
                  </a:lnTo>
                  <a:lnTo>
                    <a:pt x="6873346" y="1714476"/>
                  </a:lnTo>
                  <a:lnTo>
                    <a:pt x="6873683" y="1714911"/>
                  </a:lnTo>
                  <a:lnTo>
                    <a:pt x="6874019" y="1715834"/>
                  </a:lnTo>
                  <a:lnTo>
                    <a:pt x="6874356" y="1717095"/>
                  </a:lnTo>
                  <a:lnTo>
                    <a:pt x="6874692" y="1718462"/>
                  </a:lnTo>
                  <a:lnTo>
                    <a:pt x="6875028" y="1720035"/>
                  </a:lnTo>
                  <a:lnTo>
                    <a:pt x="6875365" y="1722027"/>
                  </a:lnTo>
                  <a:lnTo>
                    <a:pt x="6875701" y="1724197"/>
                  </a:lnTo>
                  <a:lnTo>
                    <a:pt x="6876038" y="1727104"/>
                  </a:lnTo>
                  <a:lnTo>
                    <a:pt x="6876374" y="1730219"/>
                  </a:lnTo>
                  <a:lnTo>
                    <a:pt x="6876711" y="1733793"/>
                  </a:lnTo>
                  <a:lnTo>
                    <a:pt x="6877047" y="1737778"/>
                  </a:lnTo>
                  <a:lnTo>
                    <a:pt x="6877384" y="1741484"/>
                  </a:lnTo>
                  <a:lnTo>
                    <a:pt x="6877720" y="1745232"/>
                  </a:lnTo>
                  <a:lnTo>
                    <a:pt x="6878057" y="1748666"/>
                  </a:lnTo>
                  <a:lnTo>
                    <a:pt x="6878393" y="1752170"/>
                  </a:lnTo>
                  <a:lnTo>
                    <a:pt x="6878730" y="1755655"/>
                  </a:lnTo>
                  <a:lnTo>
                    <a:pt x="6879066" y="1759096"/>
                  </a:lnTo>
                  <a:lnTo>
                    <a:pt x="6879402" y="1762876"/>
                  </a:lnTo>
                  <a:lnTo>
                    <a:pt x="6879739" y="1766696"/>
                  </a:lnTo>
                  <a:lnTo>
                    <a:pt x="6880075" y="1770389"/>
                  </a:lnTo>
                  <a:lnTo>
                    <a:pt x="6880412" y="1774094"/>
                  </a:lnTo>
                  <a:lnTo>
                    <a:pt x="6880748" y="1778020"/>
                  </a:lnTo>
                  <a:lnTo>
                    <a:pt x="6881085" y="1781542"/>
                  </a:lnTo>
                  <a:lnTo>
                    <a:pt x="6881421" y="1785025"/>
                  </a:lnTo>
                  <a:lnTo>
                    <a:pt x="6881758" y="1788191"/>
                  </a:lnTo>
                  <a:lnTo>
                    <a:pt x="6882094" y="1791342"/>
                  </a:lnTo>
                  <a:lnTo>
                    <a:pt x="6882431" y="1794693"/>
                  </a:lnTo>
                  <a:lnTo>
                    <a:pt x="6882767" y="1797813"/>
                  </a:lnTo>
                  <a:lnTo>
                    <a:pt x="6883104" y="1800887"/>
                  </a:lnTo>
                  <a:lnTo>
                    <a:pt x="6883440" y="1803788"/>
                  </a:lnTo>
                  <a:lnTo>
                    <a:pt x="6883776" y="1806781"/>
                  </a:lnTo>
                  <a:lnTo>
                    <a:pt x="6884113" y="1809487"/>
                  </a:lnTo>
                  <a:lnTo>
                    <a:pt x="6884449" y="1812231"/>
                  </a:lnTo>
                  <a:lnTo>
                    <a:pt x="6884786" y="1814895"/>
                  </a:lnTo>
                  <a:lnTo>
                    <a:pt x="6885122" y="1817685"/>
                  </a:lnTo>
                  <a:lnTo>
                    <a:pt x="6885459" y="1820560"/>
                  </a:lnTo>
                  <a:lnTo>
                    <a:pt x="6885795" y="1823302"/>
                  </a:lnTo>
                  <a:lnTo>
                    <a:pt x="6886132" y="1825931"/>
                  </a:lnTo>
                  <a:lnTo>
                    <a:pt x="6886468" y="1828497"/>
                  </a:lnTo>
                  <a:lnTo>
                    <a:pt x="6886805" y="1831124"/>
                  </a:lnTo>
                  <a:lnTo>
                    <a:pt x="6887141" y="1833652"/>
                  </a:lnTo>
                  <a:lnTo>
                    <a:pt x="6887478" y="1836105"/>
                  </a:lnTo>
                  <a:lnTo>
                    <a:pt x="6887814" y="1839240"/>
                  </a:lnTo>
                  <a:lnTo>
                    <a:pt x="6888150" y="1842895"/>
                  </a:lnTo>
                  <a:lnTo>
                    <a:pt x="6888487" y="1846310"/>
                  </a:lnTo>
                  <a:lnTo>
                    <a:pt x="6888823" y="1849484"/>
                  </a:lnTo>
                  <a:lnTo>
                    <a:pt x="6889160" y="1852519"/>
                  </a:lnTo>
                  <a:lnTo>
                    <a:pt x="6889496" y="1855049"/>
                  </a:lnTo>
                  <a:lnTo>
                    <a:pt x="6889833" y="1857330"/>
                  </a:lnTo>
                  <a:lnTo>
                    <a:pt x="6890169" y="1860076"/>
                  </a:lnTo>
                  <a:lnTo>
                    <a:pt x="6890506" y="1862710"/>
                  </a:lnTo>
                  <a:lnTo>
                    <a:pt x="6890842" y="1865091"/>
                  </a:lnTo>
                  <a:lnTo>
                    <a:pt x="6891179" y="1867929"/>
                  </a:lnTo>
                  <a:lnTo>
                    <a:pt x="6891515" y="1871073"/>
                  </a:lnTo>
                  <a:lnTo>
                    <a:pt x="6891852" y="1874487"/>
                  </a:lnTo>
                  <a:lnTo>
                    <a:pt x="6892188" y="1878044"/>
                  </a:lnTo>
                  <a:lnTo>
                    <a:pt x="6892524" y="1881515"/>
                  </a:lnTo>
                  <a:lnTo>
                    <a:pt x="6892861" y="1884661"/>
                  </a:lnTo>
                  <a:lnTo>
                    <a:pt x="6893197" y="1887895"/>
                  </a:lnTo>
                  <a:lnTo>
                    <a:pt x="6893534" y="1891400"/>
                  </a:lnTo>
                  <a:lnTo>
                    <a:pt x="6893870" y="1895079"/>
                  </a:lnTo>
                  <a:lnTo>
                    <a:pt x="6894207" y="1898826"/>
                  </a:lnTo>
                  <a:lnTo>
                    <a:pt x="6894543" y="1902716"/>
                  </a:lnTo>
                  <a:lnTo>
                    <a:pt x="6894880" y="1906616"/>
                  </a:lnTo>
                  <a:lnTo>
                    <a:pt x="6895216" y="1910098"/>
                  </a:lnTo>
                  <a:lnTo>
                    <a:pt x="6895553" y="1913357"/>
                  </a:lnTo>
                  <a:lnTo>
                    <a:pt x="6895889" y="1916432"/>
                  </a:lnTo>
                  <a:lnTo>
                    <a:pt x="6896226" y="1918984"/>
                  </a:lnTo>
                  <a:lnTo>
                    <a:pt x="6896562" y="1921505"/>
                  </a:lnTo>
                  <a:lnTo>
                    <a:pt x="6896898" y="1923981"/>
                  </a:lnTo>
                  <a:lnTo>
                    <a:pt x="6897235" y="1926451"/>
                  </a:lnTo>
                  <a:lnTo>
                    <a:pt x="6897571" y="1928850"/>
                  </a:lnTo>
                  <a:lnTo>
                    <a:pt x="6897908" y="1931052"/>
                  </a:lnTo>
                  <a:lnTo>
                    <a:pt x="6898244" y="1932984"/>
                  </a:lnTo>
                  <a:lnTo>
                    <a:pt x="6898581" y="1934808"/>
                  </a:lnTo>
                  <a:lnTo>
                    <a:pt x="6898917" y="1936508"/>
                  </a:lnTo>
                  <a:lnTo>
                    <a:pt x="6899254" y="1938155"/>
                  </a:lnTo>
                  <a:lnTo>
                    <a:pt x="6899590" y="1939651"/>
                  </a:lnTo>
                  <a:lnTo>
                    <a:pt x="6899927" y="1941037"/>
                  </a:lnTo>
                  <a:lnTo>
                    <a:pt x="6900263" y="1942583"/>
                  </a:lnTo>
                  <a:lnTo>
                    <a:pt x="6900599" y="1945277"/>
                  </a:lnTo>
                  <a:lnTo>
                    <a:pt x="6900936" y="1948652"/>
                  </a:lnTo>
                  <a:lnTo>
                    <a:pt x="6901272" y="1952127"/>
                  </a:lnTo>
                  <a:lnTo>
                    <a:pt x="6901609" y="1955701"/>
                  </a:lnTo>
                  <a:lnTo>
                    <a:pt x="6901945" y="1958931"/>
                  </a:lnTo>
                  <a:lnTo>
                    <a:pt x="6902282" y="1962145"/>
                  </a:lnTo>
                  <a:lnTo>
                    <a:pt x="6902618" y="1965520"/>
                  </a:lnTo>
                  <a:lnTo>
                    <a:pt x="6902955" y="1969699"/>
                  </a:lnTo>
                  <a:lnTo>
                    <a:pt x="6903291" y="1974674"/>
                  </a:lnTo>
                  <a:lnTo>
                    <a:pt x="6903628" y="1980207"/>
                  </a:lnTo>
                  <a:lnTo>
                    <a:pt x="6903964" y="1986024"/>
                  </a:lnTo>
                  <a:lnTo>
                    <a:pt x="6904301" y="1991330"/>
                  </a:lnTo>
                  <a:lnTo>
                    <a:pt x="6904637" y="1996396"/>
                  </a:lnTo>
                  <a:lnTo>
                    <a:pt x="6904973" y="2001291"/>
                  </a:lnTo>
                  <a:lnTo>
                    <a:pt x="6905310" y="2006271"/>
                  </a:lnTo>
                  <a:lnTo>
                    <a:pt x="6905646" y="2010575"/>
                  </a:lnTo>
                  <a:lnTo>
                    <a:pt x="6905983" y="2014426"/>
                  </a:lnTo>
                  <a:lnTo>
                    <a:pt x="6906319" y="2018459"/>
                  </a:lnTo>
                  <a:lnTo>
                    <a:pt x="6906656" y="2022422"/>
                  </a:lnTo>
                  <a:lnTo>
                    <a:pt x="6906992" y="2026494"/>
                  </a:lnTo>
                  <a:lnTo>
                    <a:pt x="6907329" y="2030200"/>
                  </a:lnTo>
                  <a:lnTo>
                    <a:pt x="6907665" y="2033948"/>
                  </a:lnTo>
                  <a:lnTo>
                    <a:pt x="6908002" y="2037670"/>
                  </a:lnTo>
                  <a:lnTo>
                    <a:pt x="6908338" y="2041430"/>
                  </a:lnTo>
                  <a:lnTo>
                    <a:pt x="6908675" y="2044859"/>
                  </a:lnTo>
                  <a:lnTo>
                    <a:pt x="6909011" y="2048088"/>
                  </a:lnTo>
                  <a:lnTo>
                    <a:pt x="6909347" y="2051374"/>
                  </a:lnTo>
                  <a:lnTo>
                    <a:pt x="6909684" y="2054683"/>
                  </a:lnTo>
                  <a:lnTo>
                    <a:pt x="6910020" y="2058041"/>
                  </a:lnTo>
                  <a:lnTo>
                    <a:pt x="6910357" y="2061613"/>
                  </a:lnTo>
                  <a:lnTo>
                    <a:pt x="6910693" y="2065172"/>
                  </a:lnTo>
                  <a:lnTo>
                    <a:pt x="6911030" y="2069135"/>
                  </a:lnTo>
                  <a:lnTo>
                    <a:pt x="6911366" y="2072856"/>
                  </a:lnTo>
                  <a:lnTo>
                    <a:pt x="6911703" y="2076550"/>
                  </a:lnTo>
                  <a:lnTo>
                    <a:pt x="6912039" y="2080278"/>
                  </a:lnTo>
                  <a:lnTo>
                    <a:pt x="6912376" y="2083532"/>
                  </a:lnTo>
                  <a:lnTo>
                    <a:pt x="6912712" y="2086537"/>
                  </a:lnTo>
                  <a:lnTo>
                    <a:pt x="6913049" y="2089270"/>
                  </a:lnTo>
                  <a:lnTo>
                    <a:pt x="6913385" y="2091261"/>
                  </a:lnTo>
                  <a:lnTo>
                    <a:pt x="6913721" y="2093303"/>
                  </a:lnTo>
                  <a:lnTo>
                    <a:pt x="6914058" y="2095590"/>
                  </a:lnTo>
                  <a:lnTo>
                    <a:pt x="6914394" y="2097581"/>
                  </a:lnTo>
                  <a:lnTo>
                    <a:pt x="6914731" y="2099006"/>
                  </a:lnTo>
                  <a:lnTo>
                    <a:pt x="6915067" y="2099308"/>
                  </a:lnTo>
                  <a:lnTo>
                    <a:pt x="6915404" y="2099760"/>
                  </a:lnTo>
                  <a:lnTo>
                    <a:pt x="6915740" y="2099844"/>
                  </a:lnTo>
                  <a:lnTo>
                    <a:pt x="6916077" y="2099993"/>
                  </a:lnTo>
                  <a:lnTo>
                    <a:pt x="6916413" y="2100194"/>
                  </a:lnTo>
                  <a:lnTo>
                    <a:pt x="6916750" y="2100429"/>
                  </a:lnTo>
                  <a:lnTo>
                    <a:pt x="6917086" y="2100915"/>
                  </a:lnTo>
                  <a:lnTo>
                    <a:pt x="6917423" y="2101658"/>
                  </a:lnTo>
                  <a:lnTo>
                    <a:pt x="6917759" y="2102651"/>
                  </a:lnTo>
                  <a:lnTo>
                    <a:pt x="6918095" y="2103757"/>
                  </a:lnTo>
                  <a:lnTo>
                    <a:pt x="6918432" y="2105059"/>
                  </a:lnTo>
                  <a:lnTo>
                    <a:pt x="6918768" y="2106320"/>
                  </a:lnTo>
                  <a:lnTo>
                    <a:pt x="6919105" y="2107631"/>
                  </a:lnTo>
                  <a:lnTo>
                    <a:pt x="6919441" y="2109375"/>
                  </a:lnTo>
                  <a:lnTo>
                    <a:pt x="6919778" y="2112380"/>
                  </a:lnTo>
                  <a:lnTo>
                    <a:pt x="6920114" y="2116398"/>
                  </a:lnTo>
                  <a:lnTo>
                    <a:pt x="6920451" y="2121709"/>
                  </a:lnTo>
                  <a:lnTo>
                    <a:pt x="6920787" y="2127385"/>
                  </a:lnTo>
                  <a:lnTo>
                    <a:pt x="6921124" y="2133677"/>
                  </a:lnTo>
                  <a:lnTo>
                    <a:pt x="6921460" y="2140859"/>
                  </a:lnTo>
                  <a:lnTo>
                    <a:pt x="6921797" y="2148032"/>
                  </a:lnTo>
                  <a:lnTo>
                    <a:pt x="6922133" y="2155883"/>
                  </a:lnTo>
                  <a:lnTo>
                    <a:pt x="6922469" y="2164553"/>
                  </a:lnTo>
                  <a:lnTo>
                    <a:pt x="6922806" y="2174784"/>
                  </a:lnTo>
                  <a:lnTo>
                    <a:pt x="6923142" y="2185120"/>
                  </a:lnTo>
                  <a:lnTo>
                    <a:pt x="6923479" y="2195412"/>
                  </a:lnTo>
                  <a:lnTo>
                    <a:pt x="6923815" y="2205575"/>
                  </a:lnTo>
                  <a:lnTo>
                    <a:pt x="6924152" y="2215380"/>
                  </a:lnTo>
                  <a:lnTo>
                    <a:pt x="6924488" y="2225133"/>
                  </a:lnTo>
                  <a:lnTo>
                    <a:pt x="6924825" y="2234547"/>
                  </a:lnTo>
                  <a:lnTo>
                    <a:pt x="6925161" y="2243395"/>
                  </a:lnTo>
                  <a:lnTo>
                    <a:pt x="6925498" y="2251845"/>
                  </a:lnTo>
                  <a:lnTo>
                    <a:pt x="6925834" y="2260334"/>
                  </a:lnTo>
                  <a:lnTo>
                    <a:pt x="6926171" y="2267929"/>
                  </a:lnTo>
                  <a:lnTo>
                    <a:pt x="6926507" y="2275978"/>
                  </a:lnTo>
                  <a:lnTo>
                    <a:pt x="6926843" y="2283898"/>
                  </a:lnTo>
                  <a:lnTo>
                    <a:pt x="6927180" y="2290914"/>
                  </a:lnTo>
                  <a:lnTo>
                    <a:pt x="6927516" y="2297629"/>
                  </a:lnTo>
                  <a:lnTo>
                    <a:pt x="6927853" y="2304333"/>
                  </a:lnTo>
                  <a:lnTo>
                    <a:pt x="6928189" y="2310692"/>
                  </a:lnTo>
                  <a:lnTo>
                    <a:pt x="6928526" y="2316371"/>
                  </a:lnTo>
                  <a:lnTo>
                    <a:pt x="6928862" y="2322423"/>
                  </a:lnTo>
                  <a:lnTo>
                    <a:pt x="6929199" y="2328134"/>
                  </a:lnTo>
                  <a:lnTo>
                    <a:pt x="6929535" y="2333234"/>
                  </a:lnTo>
                  <a:lnTo>
                    <a:pt x="6929872" y="2338434"/>
                  </a:lnTo>
                  <a:lnTo>
                    <a:pt x="6930208" y="2343571"/>
                  </a:lnTo>
                  <a:lnTo>
                    <a:pt x="6930545" y="2348080"/>
                  </a:lnTo>
                  <a:lnTo>
                    <a:pt x="6930881" y="2352227"/>
                  </a:lnTo>
                  <a:lnTo>
                    <a:pt x="6931217" y="2355924"/>
                  </a:lnTo>
                  <a:lnTo>
                    <a:pt x="6931554" y="2358884"/>
                  </a:lnTo>
                  <a:lnTo>
                    <a:pt x="6931890" y="2361342"/>
                  </a:lnTo>
                  <a:lnTo>
                    <a:pt x="6932227" y="2363753"/>
                  </a:lnTo>
                  <a:lnTo>
                    <a:pt x="6932563" y="2365782"/>
                  </a:lnTo>
                  <a:lnTo>
                    <a:pt x="6932900" y="2366968"/>
                  </a:lnTo>
                  <a:lnTo>
                    <a:pt x="6933236" y="2367546"/>
                  </a:lnTo>
                  <a:lnTo>
                    <a:pt x="6933573" y="2367912"/>
                  </a:lnTo>
                  <a:lnTo>
                    <a:pt x="6933909" y="2367963"/>
                  </a:lnTo>
                  <a:lnTo>
                    <a:pt x="6934246" y="2368118"/>
                  </a:lnTo>
                  <a:lnTo>
                    <a:pt x="6934582" y="2368179"/>
                  </a:lnTo>
                  <a:lnTo>
                    <a:pt x="6934918" y="2368478"/>
                  </a:lnTo>
                  <a:lnTo>
                    <a:pt x="6935255" y="2368614"/>
                  </a:lnTo>
                  <a:lnTo>
                    <a:pt x="6935591" y="2368669"/>
                  </a:lnTo>
                  <a:lnTo>
                    <a:pt x="6935928" y="2368580"/>
                  </a:lnTo>
                  <a:lnTo>
                    <a:pt x="6936264" y="2368522"/>
                  </a:lnTo>
                  <a:lnTo>
                    <a:pt x="6936601" y="2368622"/>
                  </a:lnTo>
                  <a:lnTo>
                    <a:pt x="6936937" y="2368491"/>
                  </a:lnTo>
                  <a:lnTo>
                    <a:pt x="6937274" y="2368453"/>
                  </a:lnTo>
                  <a:lnTo>
                    <a:pt x="6937610" y="2368713"/>
                  </a:lnTo>
                  <a:lnTo>
                    <a:pt x="6937947" y="2369241"/>
                  </a:lnTo>
                  <a:lnTo>
                    <a:pt x="6938283" y="2370068"/>
                  </a:lnTo>
                  <a:lnTo>
                    <a:pt x="6938620" y="2371094"/>
                  </a:lnTo>
                  <a:lnTo>
                    <a:pt x="6938956" y="2372471"/>
                  </a:lnTo>
                  <a:lnTo>
                    <a:pt x="6939292" y="2373703"/>
                  </a:lnTo>
                  <a:lnTo>
                    <a:pt x="6939629" y="2374890"/>
                  </a:lnTo>
                  <a:lnTo>
                    <a:pt x="6939965" y="2375961"/>
                  </a:lnTo>
                  <a:lnTo>
                    <a:pt x="6940302" y="2377033"/>
                  </a:lnTo>
                  <a:lnTo>
                    <a:pt x="6940638" y="2378104"/>
                  </a:lnTo>
                  <a:lnTo>
                    <a:pt x="6940975" y="2379321"/>
                  </a:lnTo>
                  <a:lnTo>
                    <a:pt x="6941311" y="2380492"/>
                  </a:lnTo>
                  <a:lnTo>
                    <a:pt x="6941648" y="2381564"/>
                  </a:lnTo>
                  <a:lnTo>
                    <a:pt x="6941984" y="2382581"/>
                  </a:lnTo>
                  <a:lnTo>
                    <a:pt x="6942321" y="2383385"/>
                  </a:lnTo>
                  <a:lnTo>
                    <a:pt x="6942657" y="2383944"/>
                  </a:lnTo>
                  <a:lnTo>
                    <a:pt x="6942994" y="2384388"/>
                  </a:lnTo>
                  <a:lnTo>
                    <a:pt x="6943330" y="2384510"/>
                  </a:lnTo>
                  <a:lnTo>
                    <a:pt x="6943666" y="2384273"/>
                  </a:lnTo>
                  <a:lnTo>
                    <a:pt x="6944003" y="2383339"/>
                  </a:lnTo>
                  <a:lnTo>
                    <a:pt x="6944339" y="2381954"/>
                  </a:lnTo>
                  <a:lnTo>
                    <a:pt x="6944676" y="2380278"/>
                  </a:lnTo>
                  <a:lnTo>
                    <a:pt x="6945012" y="2378464"/>
                  </a:lnTo>
                  <a:lnTo>
                    <a:pt x="6945349" y="2376627"/>
                  </a:lnTo>
                  <a:lnTo>
                    <a:pt x="6945685" y="2374790"/>
                  </a:lnTo>
                  <a:lnTo>
                    <a:pt x="6946022" y="2372854"/>
                  </a:lnTo>
                  <a:lnTo>
                    <a:pt x="6946358" y="2370818"/>
                  </a:lnTo>
                  <a:lnTo>
                    <a:pt x="6946695" y="2368675"/>
                  </a:lnTo>
                  <a:lnTo>
                    <a:pt x="6947031" y="2366532"/>
                  </a:lnTo>
                  <a:lnTo>
                    <a:pt x="6947368" y="2364389"/>
                  </a:lnTo>
                  <a:lnTo>
                    <a:pt x="6947704" y="2362246"/>
                  </a:lnTo>
                  <a:lnTo>
                    <a:pt x="6948040" y="2360226"/>
                  </a:lnTo>
                  <a:lnTo>
                    <a:pt x="6948377" y="2358297"/>
                  </a:lnTo>
                  <a:lnTo>
                    <a:pt x="6948713" y="2356613"/>
                  </a:lnTo>
                  <a:lnTo>
                    <a:pt x="6949050" y="2355450"/>
                  </a:lnTo>
                  <a:lnTo>
                    <a:pt x="6949386" y="2354723"/>
                  </a:lnTo>
                  <a:lnTo>
                    <a:pt x="6949723" y="2354256"/>
                  </a:lnTo>
                  <a:lnTo>
                    <a:pt x="6950059" y="2354080"/>
                  </a:lnTo>
                  <a:lnTo>
                    <a:pt x="6950396" y="2354164"/>
                  </a:lnTo>
                  <a:lnTo>
                    <a:pt x="6950732" y="2354432"/>
                  </a:lnTo>
                  <a:lnTo>
                    <a:pt x="6951069" y="2354899"/>
                  </a:lnTo>
                  <a:lnTo>
                    <a:pt x="6951405" y="2355427"/>
                  </a:lnTo>
                  <a:lnTo>
                    <a:pt x="6951742" y="2355588"/>
                  </a:lnTo>
                  <a:lnTo>
                    <a:pt x="6952078" y="2355503"/>
                  </a:lnTo>
                  <a:lnTo>
                    <a:pt x="6952414" y="2355190"/>
                  </a:lnTo>
                  <a:lnTo>
                    <a:pt x="6952751" y="2354730"/>
                  </a:lnTo>
                  <a:lnTo>
                    <a:pt x="6953087" y="2354149"/>
                  </a:lnTo>
                  <a:lnTo>
                    <a:pt x="6953424" y="2353590"/>
                  </a:lnTo>
                  <a:lnTo>
                    <a:pt x="6953760" y="2352909"/>
                  </a:lnTo>
                  <a:lnTo>
                    <a:pt x="6954097" y="2352212"/>
                  </a:lnTo>
                  <a:lnTo>
                    <a:pt x="6954433" y="2351696"/>
                  </a:lnTo>
                  <a:lnTo>
                    <a:pt x="6954770" y="2351085"/>
                  </a:lnTo>
                  <a:lnTo>
                    <a:pt x="6955106" y="2350035"/>
                  </a:lnTo>
                  <a:lnTo>
                    <a:pt x="6955443" y="2348691"/>
                  </a:lnTo>
                  <a:lnTo>
                    <a:pt x="6955779" y="2347230"/>
                  </a:lnTo>
                  <a:lnTo>
                    <a:pt x="6956116" y="2345891"/>
                  </a:lnTo>
                  <a:lnTo>
                    <a:pt x="6956452" y="2344487"/>
                  </a:lnTo>
                  <a:lnTo>
                    <a:pt x="6956788" y="2343625"/>
                  </a:lnTo>
                  <a:lnTo>
                    <a:pt x="6957125" y="2343187"/>
                  </a:lnTo>
                  <a:lnTo>
                    <a:pt x="6957461" y="2342975"/>
                  </a:lnTo>
                  <a:lnTo>
                    <a:pt x="6957798" y="2343180"/>
                  </a:lnTo>
                  <a:lnTo>
                    <a:pt x="6958134" y="2343417"/>
                  </a:lnTo>
                  <a:lnTo>
                    <a:pt x="6958471" y="2343601"/>
                  </a:lnTo>
                  <a:lnTo>
                    <a:pt x="6958807" y="2343830"/>
                  </a:lnTo>
                  <a:lnTo>
                    <a:pt x="6959144" y="2343857"/>
                  </a:lnTo>
                  <a:lnTo>
                    <a:pt x="6959480" y="2343994"/>
                  </a:lnTo>
                  <a:lnTo>
                    <a:pt x="6959817" y="2344253"/>
                  </a:lnTo>
                  <a:lnTo>
                    <a:pt x="6960153" y="2344621"/>
                  </a:lnTo>
                  <a:lnTo>
                    <a:pt x="6960490" y="2345058"/>
                  </a:lnTo>
                  <a:lnTo>
                    <a:pt x="6960826" y="2345488"/>
                  </a:lnTo>
                  <a:lnTo>
                    <a:pt x="6961162" y="2345834"/>
                  </a:lnTo>
                  <a:lnTo>
                    <a:pt x="6961499" y="2346282"/>
                  </a:lnTo>
                  <a:lnTo>
                    <a:pt x="6961835" y="2346631"/>
                  </a:lnTo>
                  <a:lnTo>
                    <a:pt x="6962172" y="2346838"/>
                  </a:lnTo>
                  <a:lnTo>
                    <a:pt x="6962508" y="2346842"/>
                  </a:lnTo>
                  <a:lnTo>
                    <a:pt x="6962845" y="2346701"/>
                  </a:lnTo>
                  <a:lnTo>
                    <a:pt x="6963181" y="2346362"/>
                  </a:lnTo>
                  <a:lnTo>
                    <a:pt x="6963518" y="2346170"/>
                  </a:lnTo>
                  <a:lnTo>
                    <a:pt x="6963854" y="2346071"/>
                  </a:lnTo>
                  <a:lnTo>
                    <a:pt x="6964191" y="2346025"/>
                  </a:lnTo>
                  <a:lnTo>
                    <a:pt x="6964527" y="2345888"/>
                  </a:lnTo>
                  <a:lnTo>
                    <a:pt x="6964863" y="2345734"/>
                  </a:lnTo>
                  <a:lnTo>
                    <a:pt x="6965200" y="2345589"/>
                  </a:lnTo>
                  <a:lnTo>
                    <a:pt x="6965536" y="2345589"/>
                  </a:lnTo>
                  <a:lnTo>
                    <a:pt x="6965873" y="2345696"/>
                  </a:lnTo>
                  <a:lnTo>
                    <a:pt x="6966209" y="2346037"/>
                  </a:lnTo>
                  <a:lnTo>
                    <a:pt x="6966546" y="2346352"/>
                  </a:lnTo>
                  <a:lnTo>
                    <a:pt x="6966882" y="2346450"/>
                  </a:lnTo>
                  <a:lnTo>
                    <a:pt x="6967219" y="2346517"/>
                  </a:lnTo>
                  <a:lnTo>
                    <a:pt x="6967555" y="2346478"/>
                  </a:lnTo>
                  <a:lnTo>
                    <a:pt x="6967892" y="2346440"/>
                  </a:lnTo>
                  <a:lnTo>
                    <a:pt x="6968228" y="2346317"/>
                  </a:lnTo>
                  <a:lnTo>
                    <a:pt x="6968565" y="2346125"/>
                  </a:lnTo>
                  <a:lnTo>
                    <a:pt x="6968901" y="2345940"/>
                  </a:lnTo>
                  <a:lnTo>
                    <a:pt x="6969237" y="2345919"/>
                  </a:lnTo>
                  <a:lnTo>
                    <a:pt x="6969574" y="2345964"/>
                  </a:lnTo>
                  <a:lnTo>
                    <a:pt x="6969910" y="2345776"/>
                  </a:lnTo>
                  <a:lnTo>
                    <a:pt x="6970247" y="2345565"/>
                  </a:lnTo>
                  <a:lnTo>
                    <a:pt x="6970583" y="2345042"/>
                  </a:lnTo>
                  <a:lnTo>
                    <a:pt x="6970920" y="2344373"/>
                  </a:lnTo>
                  <a:lnTo>
                    <a:pt x="6971256" y="2343500"/>
                  </a:lnTo>
                  <a:lnTo>
                    <a:pt x="6971593" y="2342627"/>
                  </a:lnTo>
                  <a:lnTo>
                    <a:pt x="6971929" y="2341970"/>
                  </a:lnTo>
                  <a:lnTo>
                    <a:pt x="6972266" y="2341300"/>
                  </a:lnTo>
                  <a:lnTo>
                    <a:pt x="6972602" y="2340649"/>
                  </a:lnTo>
                  <a:lnTo>
                    <a:pt x="6972939" y="2339913"/>
                  </a:lnTo>
                  <a:lnTo>
                    <a:pt x="6973275" y="2339073"/>
                  </a:lnTo>
                  <a:lnTo>
                    <a:pt x="6973611" y="2338030"/>
                  </a:lnTo>
                  <a:lnTo>
                    <a:pt x="6973948" y="2336821"/>
                  </a:lnTo>
                  <a:lnTo>
                    <a:pt x="6974284" y="2335644"/>
                  </a:lnTo>
                  <a:lnTo>
                    <a:pt x="6974621" y="2334559"/>
                  </a:lnTo>
                  <a:lnTo>
                    <a:pt x="6974957" y="2333707"/>
                  </a:lnTo>
                  <a:lnTo>
                    <a:pt x="6975294" y="2332884"/>
                  </a:lnTo>
                  <a:lnTo>
                    <a:pt x="6975630" y="2331891"/>
                  </a:lnTo>
                  <a:lnTo>
                    <a:pt x="6975967" y="2330852"/>
                  </a:lnTo>
                  <a:lnTo>
                    <a:pt x="6976303" y="2329821"/>
                  </a:lnTo>
                  <a:lnTo>
                    <a:pt x="6976640" y="2328836"/>
                  </a:lnTo>
                  <a:lnTo>
                    <a:pt x="6976976" y="2327851"/>
                  </a:lnTo>
                  <a:lnTo>
                    <a:pt x="6977313" y="2326919"/>
                  </a:lnTo>
                  <a:lnTo>
                    <a:pt x="6977649" y="2326087"/>
                  </a:lnTo>
                  <a:lnTo>
                    <a:pt x="6977985" y="2325354"/>
                  </a:lnTo>
                  <a:lnTo>
                    <a:pt x="6978322" y="2324744"/>
                  </a:lnTo>
                  <a:lnTo>
                    <a:pt x="6978658" y="2324371"/>
                  </a:lnTo>
                  <a:lnTo>
                    <a:pt x="6978995" y="2324189"/>
                  </a:lnTo>
                  <a:lnTo>
                    <a:pt x="6979331" y="2324174"/>
                  </a:lnTo>
                  <a:lnTo>
                    <a:pt x="6979668" y="2324457"/>
                  </a:lnTo>
                  <a:lnTo>
                    <a:pt x="6980004" y="2325184"/>
                  </a:lnTo>
                  <a:lnTo>
                    <a:pt x="6980341" y="2326110"/>
                  </a:lnTo>
                  <a:lnTo>
                    <a:pt x="6980677" y="2327296"/>
                  </a:lnTo>
                  <a:lnTo>
                    <a:pt x="6981014" y="2328612"/>
                  </a:lnTo>
                  <a:lnTo>
                    <a:pt x="6981350" y="2329883"/>
                  </a:lnTo>
                  <a:lnTo>
                    <a:pt x="6981687" y="2331184"/>
                  </a:lnTo>
                  <a:lnTo>
                    <a:pt x="6982023" y="2332639"/>
                  </a:lnTo>
                  <a:lnTo>
                    <a:pt x="6982359" y="2334296"/>
                  </a:lnTo>
                  <a:lnTo>
                    <a:pt x="6982696" y="2335783"/>
                  </a:lnTo>
                  <a:lnTo>
                    <a:pt x="6983032" y="2337223"/>
                  </a:lnTo>
                  <a:lnTo>
                    <a:pt x="6983369" y="2338575"/>
                  </a:lnTo>
                  <a:lnTo>
                    <a:pt x="6983705" y="2339902"/>
                  </a:lnTo>
                  <a:lnTo>
                    <a:pt x="6984042" y="2341297"/>
                  </a:lnTo>
                  <a:lnTo>
                    <a:pt x="6984378" y="2342584"/>
                  </a:lnTo>
                  <a:lnTo>
                    <a:pt x="6984715" y="2343640"/>
                  </a:lnTo>
                  <a:lnTo>
                    <a:pt x="6985051" y="2344593"/>
                  </a:lnTo>
                  <a:lnTo>
                    <a:pt x="6985388" y="2345481"/>
                  </a:lnTo>
                  <a:lnTo>
                    <a:pt x="6985724" y="2346051"/>
                  </a:lnTo>
                  <a:lnTo>
                    <a:pt x="6986061" y="2346494"/>
                  </a:lnTo>
                  <a:lnTo>
                    <a:pt x="6986397" y="2346778"/>
                  </a:lnTo>
                  <a:lnTo>
                    <a:pt x="6986733" y="2347025"/>
                  </a:lnTo>
                  <a:lnTo>
                    <a:pt x="6987070" y="2346993"/>
                  </a:lnTo>
                  <a:lnTo>
                    <a:pt x="6987406" y="2346767"/>
                  </a:lnTo>
                  <a:lnTo>
                    <a:pt x="6987743" y="2346642"/>
                  </a:lnTo>
                  <a:lnTo>
                    <a:pt x="6988079" y="2346780"/>
                  </a:lnTo>
                  <a:lnTo>
                    <a:pt x="6988416" y="2346956"/>
                  </a:lnTo>
                  <a:lnTo>
                    <a:pt x="6988752" y="2346865"/>
                  </a:lnTo>
                  <a:lnTo>
                    <a:pt x="6989089" y="2346557"/>
                  </a:lnTo>
                  <a:lnTo>
                    <a:pt x="6989425" y="2346157"/>
                  </a:lnTo>
                  <a:lnTo>
                    <a:pt x="6989762" y="2345669"/>
                  </a:lnTo>
                  <a:lnTo>
                    <a:pt x="6990098" y="2344964"/>
                  </a:lnTo>
                  <a:lnTo>
                    <a:pt x="6990435" y="2343972"/>
                  </a:lnTo>
                  <a:lnTo>
                    <a:pt x="6990771" y="2343111"/>
                  </a:lnTo>
                  <a:lnTo>
                    <a:pt x="6991107" y="2342284"/>
                  </a:lnTo>
                  <a:lnTo>
                    <a:pt x="6991444" y="2341212"/>
                  </a:lnTo>
                  <a:lnTo>
                    <a:pt x="6991780" y="2340043"/>
                  </a:lnTo>
                  <a:lnTo>
                    <a:pt x="6992117" y="2338790"/>
                  </a:lnTo>
                  <a:lnTo>
                    <a:pt x="6992453" y="2337284"/>
                  </a:lnTo>
                  <a:lnTo>
                    <a:pt x="6992790" y="2335541"/>
                  </a:lnTo>
                  <a:lnTo>
                    <a:pt x="6993126" y="2333469"/>
                  </a:lnTo>
                  <a:lnTo>
                    <a:pt x="6993463" y="2331259"/>
                  </a:lnTo>
                  <a:lnTo>
                    <a:pt x="6993799" y="2329091"/>
                  </a:lnTo>
                  <a:lnTo>
                    <a:pt x="6994136" y="2326858"/>
                  </a:lnTo>
                  <a:lnTo>
                    <a:pt x="6994472" y="2324807"/>
                  </a:lnTo>
                  <a:lnTo>
                    <a:pt x="6994809" y="2322817"/>
                  </a:lnTo>
                  <a:lnTo>
                    <a:pt x="6995145" y="2320949"/>
                  </a:lnTo>
                  <a:lnTo>
                    <a:pt x="6995481" y="2319266"/>
                  </a:lnTo>
                  <a:lnTo>
                    <a:pt x="6995818" y="2317819"/>
                  </a:lnTo>
                  <a:lnTo>
                    <a:pt x="6996154" y="2316564"/>
                  </a:lnTo>
                  <a:lnTo>
                    <a:pt x="6996491" y="2315691"/>
                  </a:lnTo>
                  <a:lnTo>
                    <a:pt x="6996827" y="2315140"/>
                  </a:lnTo>
                  <a:lnTo>
                    <a:pt x="6997164" y="2314941"/>
                  </a:lnTo>
                  <a:lnTo>
                    <a:pt x="6997500" y="2315003"/>
                  </a:lnTo>
                  <a:lnTo>
                    <a:pt x="6997837" y="2315301"/>
                  </a:lnTo>
                  <a:lnTo>
                    <a:pt x="6998173" y="2316036"/>
                  </a:lnTo>
                  <a:lnTo>
                    <a:pt x="6998510" y="2317077"/>
                  </a:lnTo>
                  <a:lnTo>
                    <a:pt x="6998846" y="2318003"/>
                  </a:lnTo>
                  <a:lnTo>
                    <a:pt x="6999182" y="2318968"/>
                  </a:lnTo>
                  <a:lnTo>
                    <a:pt x="6999519" y="2319865"/>
                  </a:lnTo>
                  <a:lnTo>
                    <a:pt x="6999855" y="2320754"/>
                  </a:lnTo>
                  <a:lnTo>
                    <a:pt x="7000192" y="2321796"/>
                  </a:lnTo>
                  <a:lnTo>
                    <a:pt x="7000528" y="2322931"/>
                  </a:lnTo>
                  <a:lnTo>
                    <a:pt x="7000865" y="2323896"/>
                  </a:lnTo>
                  <a:lnTo>
                    <a:pt x="7001201" y="2325010"/>
                  </a:lnTo>
                  <a:lnTo>
                    <a:pt x="7001538" y="2326162"/>
                  </a:lnTo>
                  <a:lnTo>
                    <a:pt x="7001874" y="2327219"/>
                  </a:lnTo>
                  <a:lnTo>
                    <a:pt x="7002211" y="2327566"/>
                  </a:lnTo>
                  <a:lnTo>
                    <a:pt x="7002547" y="2327442"/>
                  </a:lnTo>
                  <a:lnTo>
                    <a:pt x="7002884" y="2327023"/>
                  </a:lnTo>
                  <a:lnTo>
                    <a:pt x="7003220" y="2326366"/>
                  </a:lnTo>
                  <a:lnTo>
                    <a:pt x="7003556" y="2325450"/>
                  </a:lnTo>
                  <a:lnTo>
                    <a:pt x="7003893" y="2324573"/>
                  </a:lnTo>
                  <a:lnTo>
                    <a:pt x="7004229" y="2323853"/>
                  </a:lnTo>
                  <a:lnTo>
                    <a:pt x="7004566" y="2323120"/>
                  </a:lnTo>
                  <a:lnTo>
                    <a:pt x="7004902" y="2322267"/>
                  </a:lnTo>
                  <a:lnTo>
                    <a:pt x="7005239" y="2321196"/>
                  </a:lnTo>
                  <a:lnTo>
                    <a:pt x="7005575" y="2319865"/>
                  </a:lnTo>
                  <a:lnTo>
                    <a:pt x="7005912" y="2318371"/>
                  </a:lnTo>
                  <a:lnTo>
                    <a:pt x="7006248" y="2316391"/>
                  </a:lnTo>
                  <a:lnTo>
                    <a:pt x="7006585" y="2314083"/>
                  </a:lnTo>
                  <a:lnTo>
                    <a:pt x="7006921" y="2311666"/>
                  </a:lnTo>
                  <a:lnTo>
                    <a:pt x="7007258" y="2309605"/>
                  </a:lnTo>
                  <a:lnTo>
                    <a:pt x="7007594" y="2307801"/>
                  </a:lnTo>
                  <a:lnTo>
                    <a:pt x="7007930" y="2306242"/>
                  </a:lnTo>
                  <a:lnTo>
                    <a:pt x="7008267" y="2304726"/>
                  </a:lnTo>
                  <a:lnTo>
                    <a:pt x="7008603" y="2303156"/>
                  </a:lnTo>
                  <a:lnTo>
                    <a:pt x="7008940" y="2301587"/>
                  </a:lnTo>
                  <a:lnTo>
                    <a:pt x="7009276" y="2299810"/>
                  </a:lnTo>
                  <a:lnTo>
                    <a:pt x="7009613" y="2297938"/>
                  </a:lnTo>
                  <a:lnTo>
                    <a:pt x="7009949" y="2296086"/>
                  </a:lnTo>
                  <a:lnTo>
                    <a:pt x="7010286" y="2294296"/>
                  </a:lnTo>
                  <a:lnTo>
                    <a:pt x="7010622" y="2292667"/>
                  </a:lnTo>
                  <a:lnTo>
                    <a:pt x="7010959" y="2291539"/>
                  </a:lnTo>
                  <a:lnTo>
                    <a:pt x="7011295" y="2291165"/>
                  </a:lnTo>
                  <a:lnTo>
                    <a:pt x="7011632" y="2291315"/>
                  </a:lnTo>
                  <a:lnTo>
                    <a:pt x="7011968" y="2291855"/>
                  </a:lnTo>
                  <a:lnTo>
                    <a:pt x="7012304" y="2292253"/>
                  </a:lnTo>
                  <a:lnTo>
                    <a:pt x="7012641" y="2292743"/>
                  </a:lnTo>
                  <a:lnTo>
                    <a:pt x="7012977" y="2292919"/>
                  </a:lnTo>
                  <a:lnTo>
                    <a:pt x="7013314" y="2293195"/>
                  </a:lnTo>
                  <a:lnTo>
                    <a:pt x="7013650" y="2293631"/>
                  </a:lnTo>
                  <a:lnTo>
                    <a:pt x="7013987" y="2294129"/>
                  </a:lnTo>
                  <a:lnTo>
                    <a:pt x="7014323" y="2295183"/>
                  </a:lnTo>
                  <a:lnTo>
                    <a:pt x="7014660" y="2296368"/>
                  </a:lnTo>
                  <a:lnTo>
                    <a:pt x="7014996" y="2297546"/>
                  </a:lnTo>
                  <a:lnTo>
                    <a:pt x="7015333" y="2298673"/>
                  </a:lnTo>
                  <a:lnTo>
                    <a:pt x="7015669" y="2299921"/>
                  </a:lnTo>
                  <a:lnTo>
                    <a:pt x="7016006" y="2300934"/>
                  </a:lnTo>
                  <a:lnTo>
                    <a:pt x="7016342" y="2301348"/>
                  </a:lnTo>
                  <a:lnTo>
                    <a:pt x="7016678" y="2301161"/>
                  </a:lnTo>
                  <a:lnTo>
                    <a:pt x="7017015" y="2300808"/>
                  </a:lnTo>
                  <a:lnTo>
                    <a:pt x="7017351" y="2300507"/>
                  </a:lnTo>
                  <a:lnTo>
                    <a:pt x="7017688" y="2300310"/>
                  </a:lnTo>
                  <a:lnTo>
                    <a:pt x="7018024" y="2300380"/>
                  </a:lnTo>
                  <a:lnTo>
                    <a:pt x="7018361" y="2300427"/>
                  </a:lnTo>
                  <a:lnTo>
                    <a:pt x="7018697" y="2300478"/>
                  </a:lnTo>
                  <a:lnTo>
                    <a:pt x="7019034" y="2300973"/>
                  </a:lnTo>
                  <a:lnTo>
                    <a:pt x="7019370" y="2301700"/>
                  </a:lnTo>
                  <a:lnTo>
                    <a:pt x="7019707" y="2302657"/>
                  </a:lnTo>
                  <a:lnTo>
                    <a:pt x="7020043" y="2303764"/>
                  </a:lnTo>
                  <a:lnTo>
                    <a:pt x="7020380" y="2304793"/>
                  </a:lnTo>
                  <a:lnTo>
                    <a:pt x="7020716" y="2305834"/>
                  </a:lnTo>
                  <a:lnTo>
                    <a:pt x="7021052" y="2306937"/>
                  </a:lnTo>
                  <a:lnTo>
                    <a:pt x="7021389" y="2308008"/>
                  </a:lnTo>
                  <a:lnTo>
                    <a:pt x="7021725" y="2309130"/>
                  </a:lnTo>
                  <a:lnTo>
                    <a:pt x="7022062" y="2310254"/>
                  </a:lnTo>
                  <a:lnTo>
                    <a:pt x="7022398" y="2311610"/>
                  </a:lnTo>
                  <a:lnTo>
                    <a:pt x="7022735" y="2313023"/>
                  </a:lnTo>
                  <a:lnTo>
                    <a:pt x="7023071" y="2314498"/>
                  </a:lnTo>
                  <a:lnTo>
                    <a:pt x="7023408" y="2315929"/>
                  </a:lnTo>
                  <a:lnTo>
                    <a:pt x="7023744" y="2317287"/>
                  </a:lnTo>
                  <a:lnTo>
                    <a:pt x="7024081" y="2318149"/>
                  </a:lnTo>
                  <a:lnTo>
                    <a:pt x="7024417" y="2318810"/>
                  </a:lnTo>
                  <a:lnTo>
                    <a:pt x="7024754" y="2319244"/>
                  </a:lnTo>
                  <a:lnTo>
                    <a:pt x="7025090" y="2319557"/>
                  </a:lnTo>
                  <a:lnTo>
                    <a:pt x="7025426" y="2319753"/>
                  </a:lnTo>
                  <a:lnTo>
                    <a:pt x="7025763" y="2320003"/>
                  </a:lnTo>
                  <a:lnTo>
                    <a:pt x="7026099" y="2320279"/>
                  </a:lnTo>
                  <a:lnTo>
                    <a:pt x="7026436" y="2320535"/>
                  </a:lnTo>
                  <a:lnTo>
                    <a:pt x="7026772" y="2320682"/>
                  </a:lnTo>
                  <a:lnTo>
                    <a:pt x="7027109" y="2320707"/>
                  </a:lnTo>
                  <a:lnTo>
                    <a:pt x="7027445" y="2320622"/>
                  </a:lnTo>
                  <a:lnTo>
                    <a:pt x="7027782" y="2320469"/>
                  </a:lnTo>
                  <a:lnTo>
                    <a:pt x="7028118" y="2320240"/>
                  </a:lnTo>
                  <a:lnTo>
                    <a:pt x="7028455" y="2320033"/>
                  </a:lnTo>
                  <a:lnTo>
                    <a:pt x="7028791" y="2319926"/>
                  </a:lnTo>
                  <a:lnTo>
                    <a:pt x="7029128" y="2319926"/>
                  </a:lnTo>
                  <a:lnTo>
                    <a:pt x="7029464" y="2319826"/>
                  </a:lnTo>
                  <a:lnTo>
                    <a:pt x="7029800" y="2319712"/>
                  </a:lnTo>
                  <a:lnTo>
                    <a:pt x="7030137" y="2319574"/>
                  </a:lnTo>
                  <a:lnTo>
                    <a:pt x="7030473" y="2319551"/>
                  </a:lnTo>
                  <a:lnTo>
                    <a:pt x="7030810" y="2319551"/>
                  </a:lnTo>
                  <a:lnTo>
                    <a:pt x="7031146" y="2319467"/>
                  </a:lnTo>
                  <a:lnTo>
                    <a:pt x="7031483" y="2319360"/>
                  </a:lnTo>
                  <a:lnTo>
                    <a:pt x="7031819" y="2319222"/>
                  </a:lnTo>
                  <a:lnTo>
                    <a:pt x="7032156" y="2319053"/>
                  </a:lnTo>
                  <a:lnTo>
                    <a:pt x="7032492" y="2318701"/>
                  </a:lnTo>
                  <a:lnTo>
                    <a:pt x="7032829" y="2318127"/>
                  </a:lnTo>
                  <a:lnTo>
                    <a:pt x="7033165" y="2317454"/>
                  </a:lnTo>
                  <a:lnTo>
                    <a:pt x="7033501" y="2316378"/>
                  </a:lnTo>
                  <a:lnTo>
                    <a:pt x="7033838" y="2315299"/>
                  </a:lnTo>
                  <a:lnTo>
                    <a:pt x="7034174" y="2314434"/>
                  </a:lnTo>
                  <a:lnTo>
                    <a:pt x="7034511" y="2313702"/>
                  </a:lnTo>
                  <a:lnTo>
                    <a:pt x="7034847" y="2313129"/>
                  </a:lnTo>
                  <a:lnTo>
                    <a:pt x="7035184" y="2312440"/>
                  </a:lnTo>
                  <a:lnTo>
                    <a:pt x="7035520" y="2311705"/>
                  </a:lnTo>
                  <a:lnTo>
                    <a:pt x="7035857" y="2310980"/>
                  </a:lnTo>
                  <a:lnTo>
                    <a:pt x="7036193" y="2310032"/>
                  </a:lnTo>
                  <a:lnTo>
                    <a:pt x="7036530" y="2308777"/>
                  </a:lnTo>
                  <a:lnTo>
                    <a:pt x="7036866" y="2307241"/>
                  </a:lnTo>
                  <a:lnTo>
                    <a:pt x="7037203" y="2305482"/>
                  </a:lnTo>
                  <a:lnTo>
                    <a:pt x="7037539" y="2303811"/>
                  </a:lnTo>
                  <a:lnTo>
                    <a:pt x="7037875" y="2302392"/>
                  </a:lnTo>
                  <a:lnTo>
                    <a:pt x="7038212" y="2300938"/>
                  </a:lnTo>
                  <a:lnTo>
                    <a:pt x="7038548" y="2299735"/>
                  </a:lnTo>
                  <a:lnTo>
                    <a:pt x="7038885" y="2298519"/>
                  </a:lnTo>
                  <a:lnTo>
                    <a:pt x="7039221" y="2297087"/>
                  </a:lnTo>
                  <a:lnTo>
                    <a:pt x="7039558" y="2295557"/>
                  </a:lnTo>
                  <a:lnTo>
                    <a:pt x="7039894" y="2293760"/>
                  </a:lnTo>
                  <a:lnTo>
                    <a:pt x="7040231" y="2291818"/>
                  </a:lnTo>
                  <a:lnTo>
                    <a:pt x="7040567" y="2289686"/>
                  </a:lnTo>
                  <a:lnTo>
                    <a:pt x="7040904" y="2287864"/>
                  </a:lnTo>
                  <a:lnTo>
                    <a:pt x="7041240" y="2285827"/>
                  </a:lnTo>
                  <a:lnTo>
                    <a:pt x="7041577" y="2283863"/>
                  </a:lnTo>
                  <a:lnTo>
                    <a:pt x="7041913" y="2282539"/>
                  </a:lnTo>
                  <a:lnTo>
                    <a:pt x="7042249" y="2281264"/>
                  </a:lnTo>
                  <a:lnTo>
                    <a:pt x="7042586" y="2279952"/>
                  </a:lnTo>
                  <a:lnTo>
                    <a:pt x="7042922" y="2278879"/>
                  </a:lnTo>
                  <a:lnTo>
                    <a:pt x="7043259" y="2278214"/>
                  </a:lnTo>
                  <a:lnTo>
                    <a:pt x="7043595" y="2277589"/>
                  </a:lnTo>
                  <a:lnTo>
                    <a:pt x="7043932" y="2276933"/>
                  </a:lnTo>
                  <a:lnTo>
                    <a:pt x="7044268" y="2276267"/>
                  </a:lnTo>
                  <a:lnTo>
                    <a:pt x="7044605" y="2275542"/>
                  </a:lnTo>
                  <a:lnTo>
                    <a:pt x="7044941" y="2274927"/>
                  </a:lnTo>
                  <a:lnTo>
                    <a:pt x="7045278" y="2274488"/>
                  </a:lnTo>
                  <a:lnTo>
                    <a:pt x="7045614" y="2274025"/>
                  </a:lnTo>
                  <a:lnTo>
                    <a:pt x="7045951" y="2273380"/>
                  </a:lnTo>
                  <a:lnTo>
                    <a:pt x="7046287" y="2272652"/>
                  </a:lnTo>
                  <a:lnTo>
                    <a:pt x="7046623" y="2272014"/>
                  </a:lnTo>
                  <a:lnTo>
                    <a:pt x="7046960" y="2271416"/>
                  </a:lnTo>
                  <a:lnTo>
                    <a:pt x="7047296" y="2270794"/>
                  </a:lnTo>
                  <a:lnTo>
                    <a:pt x="7047633" y="2270319"/>
                  </a:lnTo>
                  <a:lnTo>
                    <a:pt x="7047969" y="2269761"/>
                  </a:lnTo>
                  <a:lnTo>
                    <a:pt x="7048306" y="2269184"/>
                  </a:lnTo>
                  <a:lnTo>
                    <a:pt x="7048642" y="2268427"/>
                  </a:lnTo>
                  <a:lnTo>
                    <a:pt x="7048979" y="2267868"/>
                  </a:lnTo>
                  <a:lnTo>
                    <a:pt x="7049315" y="2267424"/>
                  </a:lnTo>
                  <a:lnTo>
                    <a:pt x="7049652" y="2267363"/>
                  </a:lnTo>
                  <a:lnTo>
                    <a:pt x="7049988" y="2267546"/>
                  </a:lnTo>
                  <a:lnTo>
                    <a:pt x="7050325" y="2267906"/>
                  </a:lnTo>
                  <a:lnTo>
                    <a:pt x="7050661" y="2268733"/>
                  </a:lnTo>
                  <a:lnTo>
                    <a:pt x="7050997" y="2269797"/>
                  </a:lnTo>
                  <a:lnTo>
                    <a:pt x="7051334" y="2270868"/>
                  </a:lnTo>
                  <a:lnTo>
                    <a:pt x="7051670" y="2272047"/>
                  </a:lnTo>
                  <a:lnTo>
                    <a:pt x="7052007" y="2273348"/>
                  </a:lnTo>
                  <a:lnTo>
                    <a:pt x="7052343" y="2274725"/>
                  </a:lnTo>
                  <a:lnTo>
                    <a:pt x="7052680" y="2276195"/>
                  </a:lnTo>
                  <a:lnTo>
                    <a:pt x="7053016" y="2277879"/>
                  </a:lnTo>
                  <a:lnTo>
                    <a:pt x="7053353" y="2279662"/>
                  </a:lnTo>
                  <a:lnTo>
                    <a:pt x="7053689" y="2281468"/>
                  </a:lnTo>
                  <a:lnTo>
                    <a:pt x="7054026" y="2283175"/>
                  </a:lnTo>
                  <a:lnTo>
                    <a:pt x="7054362" y="2284859"/>
                  </a:lnTo>
                  <a:lnTo>
                    <a:pt x="7054699" y="2286297"/>
                  </a:lnTo>
                  <a:lnTo>
                    <a:pt x="7055035" y="2287491"/>
                  </a:lnTo>
                  <a:lnTo>
                    <a:pt x="7055371" y="2288509"/>
                  </a:lnTo>
                  <a:lnTo>
                    <a:pt x="7055708" y="2289313"/>
                  </a:lnTo>
                  <a:lnTo>
                    <a:pt x="7056044" y="2289933"/>
                  </a:lnTo>
                  <a:lnTo>
                    <a:pt x="7056381" y="2290545"/>
                  </a:lnTo>
                  <a:lnTo>
                    <a:pt x="7056717" y="2291157"/>
                  </a:lnTo>
                  <a:lnTo>
                    <a:pt x="7057054" y="2291770"/>
                  </a:lnTo>
                  <a:lnTo>
                    <a:pt x="7057390" y="2292474"/>
                  </a:lnTo>
                  <a:lnTo>
                    <a:pt x="7057727" y="2292818"/>
                  </a:lnTo>
                  <a:lnTo>
                    <a:pt x="7058063" y="2292887"/>
                  </a:lnTo>
                  <a:lnTo>
                    <a:pt x="7058400" y="2292803"/>
                  </a:lnTo>
                  <a:lnTo>
                    <a:pt x="7058736" y="2292849"/>
                  </a:lnTo>
                  <a:lnTo>
                    <a:pt x="7059073" y="2292788"/>
                  </a:lnTo>
                  <a:lnTo>
                    <a:pt x="7059409" y="2292822"/>
                  </a:lnTo>
                  <a:lnTo>
                    <a:pt x="7059745" y="2293077"/>
                  </a:lnTo>
                  <a:lnTo>
                    <a:pt x="7060082" y="2293332"/>
                  </a:lnTo>
                  <a:lnTo>
                    <a:pt x="7060418" y="2293614"/>
                  </a:lnTo>
                  <a:lnTo>
                    <a:pt x="7060755" y="2294233"/>
                  </a:lnTo>
                  <a:lnTo>
                    <a:pt x="7061091" y="2294841"/>
                  </a:lnTo>
                  <a:lnTo>
                    <a:pt x="7061428" y="2295206"/>
                  </a:lnTo>
                  <a:lnTo>
                    <a:pt x="7061764" y="2295554"/>
                  </a:lnTo>
                  <a:lnTo>
                    <a:pt x="7062101" y="2295783"/>
                  </a:lnTo>
                  <a:lnTo>
                    <a:pt x="7062437" y="2295642"/>
                  </a:lnTo>
                  <a:lnTo>
                    <a:pt x="7062774" y="2295395"/>
                  </a:lnTo>
                  <a:lnTo>
                    <a:pt x="7063110" y="2295102"/>
                  </a:lnTo>
                  <a:lnTo>
                    <a:pt x="7063447" y="2294710"/>
                  </a:lnTo>
                  <a:lnTo>
                    <a:pt x="7063783" y="2293667"/>
                  </a:lnTo>
                  <a:lnTo>
                    <a:pt x="7064119" y="2292131"/>
                  </a:lnTo>
                  <a:lnTo>
                    <a:pt x="7064456" y="2290518"/>
                  </a:lnTo>
                  <a:lnTo>
                    <a:pt x="7064792" y="2288617"/>
                  </a:lnTo>
                  <a:lnTo>
                    <a:pt x="7065129" y="2286214"/>
                  </a:lnTo>
                  <a:lnTo>
                    <a:pt x="7065465" y="2283576"/>
                  </a:lnTo>
                  <a:lnTo>
                    <a:pt x="7065802" y="2280663"/>
                  </a:lnTo>
                  <a:lnTo>
                    <a:pt x="7066138" y="2277646"/>
                  </a:lnTo>
                  <a:lnTo>
                    <a:pt x="7066475" y="2274771"/>
                  </a:lnTo>
                  <a:lnTo>
                    <a:pt x="7066811" y="2271425"/>
                  </a:lnTo>
                  <a:lnTo>
                    <a:pt x="7067148" y="2268248"/>
                  </a:lnTo>
                  <a:lnTo>
                    <a:pt x="7067484" y="2265362"/>
                  </a:lnTo>
                  <a:lnTo>
                    <a:pt x="7067820" y="2263132"/>
                  </a:lnTo>
                  <a:lnTo>
                    <a:pt x="7068157" y="2261007"/>
                  </a:lnTo>
                  <a:lnTo>
                    <a:pt x="7068493" y="2258926"/>
                  </a:lnTo>
                  <a:lnTo>
                    <a:pt x="7068830" y="2257236"/>
                  </a:lnTo>
                  <a:lnTo>
                    <a:pt x="7069166" y="2256119"/>
                  </a:lnTo>
                  <a:lnTo>
                    <a:pt x="7069503" y="2255711"/>
                  </a:lnTo>
                  <a:lnTo>
                    <a:pt x="7069839" y="2255842"/>
                  </a:lnTo>
                  <a:lnTo>
                    <a:pt x="7070176" y="2256181"/>
                  </a:lnTo>
                  <a:lnTo>
                    <a:pt x="7070512" y="2256753"/>
                  </a:lnTo>
                  <a:lnTo>
                    <a:pt x="7070849" y="2257607"/>
                  </a:lnTo>
                  <a:lnTo>
                    <a:pt x="7071185" y="2258442"/>
                  </a:lnTo>
                  <a:lnTo>
                    <a:pt x="7071522" y="2259169"/>
                  </a:lnTo>
                  <a:lnTo>
                    <a:pt x="7071858" y="2259911"/>
                  </a:lnTo>
                  <a:lnTo>
                    <a:pt x="7072194" y="2260718"/>
                  </a:lnTo>
                  <a:lnTo>
                    <a:pt x="7072531" y="2261660"/>
                  </a:lnTo>
                  <a:lnTo>
                    <a:pt x="7072867" y="2262869"/>
                  </a:lnTo>
                  <a:lnTo>
                    <a:pt x="7073204" y="2264317"/>
                  </a:lnTo>
                  <a:lnTo>
                    <a:pt x="7073540" y="2266100"/>
                  </a:lnTo>
                  <a:lnTo>
                    <a:pt x="7073877" y="2268033"/>
                  </a:lnTo>
                  <a:lnTo>
                    <a:pt x="7074213" y="2269991"/>
                  </a:lnTo>
                  <a:lnTo>
                    <a:pt x="7074550" y="2271593"/>
                  </a:lnTo>
                  <a:lnTo>
                    <a:pt x="7074886" y="2272937"/>
                  </a:lnTo>
                  <a:lnTo>
                    <a:pt x="7075223" y="2274213"/>
                  </a:lnTo>
                  <a:lnTo>
                    <a:pt x="7075559" y="2275606"/>
                  </a:lnTo>
                  <a:lnTo>
                    <a:pt x="7075896" y="2277084"/>
                  </a:lnTo>
                  <a:lnTo>
                    <a:pt x="7076232" y="2278746"/>
                  </a:lnTo>
                  <a:lnTo>
                    <a:pt x="7076568" y="2280546"/>
                  </a:lnTo>
                  <a:lnTo>
                    <a:pt x="7076905" y="2282417"/>
                  </a:lnTo>
                  <a:lnTo>
                    <a:pt x="7077241" y="2284270"/>
                  </a:lnTo>
                  <a:lnTo>
                    <a:pt x="7077578" y="2286059"/>
                  </a:lnTo>
                  <a:lnTo>
                    <a:pt x="7077914" y="2287895"/>
                  </a:lnTo>
                  <a:lnTo>
                    <a:pt x="7078251" y="2289413"/>
                  </a:lnTo>
                  <a:lnTo>
                    <a:pt x="7078587" y="2290767"/>
                  </a:lnTo>
                  <a:lnTo>
                    <a:pt x="7078924" y="2291919"/>
                  </a:lnTo>
                  <a:lnTo>
                    <a:pt x="7079260" y="2292817"/>
                  </a:lnTo>
                  <a:lnTo>
                    <a:pt x="7079597" y="2293926"/>
                  </a:lnTo>
                  <a:lnTo>
                    <a:pt x="7079933" y="2294967"/>
                  </a:lnTo>
                  <a:lnTo>
                    <a:pt x="7080270" y="2296322"/>
                  </a:lnTo>
                  <a:lnTo>
                    <a:pt x="7080606" y="2297677"/>
                  </a:lnTo>
                  <a:lnTo>
                    <a:pt x="7080942" y="2298970"/>
                  </a:lnTo>
                  <a:lnTo>
                    <a:pt x="7081279" y="2300309"/>
                  </a:lnTo>
                  <a:lnTo>
                    <a:pt x="7081615" y="2301222"/>
                  </a:lnTo>
                  <a:lnTo>
                    <a:pt x="7081952" y="2302027"/>
                  </a:lnTo>
                  <a:lnTo>
                    <a:pt x="7082288" y="2302693"/>
                  </a:lnTo>
                  <a:lnTo>
                    <a:pt x="7082625" y="2303249"/>
                  </a:lnTo>
                  <a:lnTo>
                    <a:pt x="7082961" y="2303609"/>
                  </a:lnTo>
                  <a:lnTo>
                    <a:pt x="7083298" y="2303935"/>
                  </a:lnTo>
                  <a:lnTo>
                    <a:pt x="7083634" y="2304532"/>
                  </a:lnTo>
                  <a:lnTo>
                    <a:pt x="7083971" y="2305293"/>
                  </a:lnTo>
                  <a:lnTo>
                    <a:pt x="7084307" y="2306143"/>
                  </a:lnTo>
                  <a:lnTo>
                    <a:pt x="7084644" y="2306819"/>
                  </a:lnTo>
                  <a:lnTo>
                    <a:pt x="7084980" y="2307261"/>
                  </a:lnTo>
                  <a:lnTo>
                    <a:pt x="7085316" y="2307344"/>
                  </a:lnTo>
                  <a:lnTo>
                    <a:pt x="7085653" y="2307350"/>
                  </a:lnTo>
                  <a:lnTo>
                    <a:pt x="7085989" y="2307300"/>
                  </a:lnTo>
                  <a:lnTo>
                    <a:pt x="7086326" y="2306874"/>
                  </a:lnTo>
                  <a:lnTo>
                    <a:pt x="7086662" y="2306338"/>
                  </a:lnTo>
                  <a:lnTo>
                    <a:pt x="7086999" y="2305695"/>
                  </a:lnTo>
                  <a:lnTo>
                    <a:pt x="7087335" y="2305078"/>
                  </a:lnTo>
                  <a:lnTo>
                    <a:pt x="7087672" y="2304431"/>
                  </a:lnTo>
                  <a:lnTo>
                    <a:pt x="7088008" y="2303658"/>
                  </a:lnTo>
                  <a:lnTo>
                    <a:pt x="7088345" y="2302969"/>
                  </a:lnTo>
                  <a:lnTo>
                    <a:pt x="7088681" y="2302134"/>
                  </a:lnTo>
                  <a:lnTo>
                    <a:pt x="7089018" y="2301367"/>
                  </a:lnTo>
                  <a:lnTo>
                    <a:pt x="7089354" y="2300583"/>
                  </a:lnTo>
                  <a:lnTo>
                    <a:pt x="7089690" y="2300134"/>
                  </a:lnTo>
                  <a:lnTo>
                    <a:pt x="7090027" y="2299761"/>
                  </a:lnTo>
                  <a:lnTo>
                    <a:pt x="7090363" y="2299454"/>
                  </a:lnTo>
                  <a:lnTo>
                    <a:pt x="7090700" y="2299293"/>
                  </a:lnTo>
                  <a:lnTo>
                    <a:pt x="7091036" y="2299245"/>
                  </a:lnTo>
                  <a:lnTo>
                    <a:pt x="7091373" y="2299518"/>
                  </a:lnTo>
                  <a:lnTo>
                    <a:pt x="7091709" y="2299878"/>
                  </a:lnTo>
                  <a:lnTo>
                    <a:pt x="7092046" y="2300354"/>
                  </a:lnTo>
                  <a:lnTo>
                    <a:pt x="7092382" y="2301026"/>
                  </a:lnTo>
                  <a:lnTo>
                    <a:pt x="7092719" y="2302019"/>
                  </a:lnTo>
                  <a:lnTo>
                    <a:pt x="7093055" y="2303006"/>
                  </a:lnTo>
                  <a:lnTo>
                    <a:pt x="7093392" y="2303924"/>
                  </a:lnTo>
                  <a:lnTo>
                    <a:pt x="7093728" y="2304749"/>
                  </a:lnTo>
                  <a:lnTo>
                    <a:pt x="7094064" y="2305522"/>
                  </a:lnTo>
                  <a:lnTo>
                    <a:pt x="7094401" y="2306197"/>
                  </a:lnTo>
                  <a:lnTo>
                    <a:pt x="7094737" y="2306656"/>
                  </a:lnTo>
                  <a:lnTo>
                    <a:pt x="7095074" y="2307116"/>
                  </a:lnTo>
                  <a:lnTo>
                    <a:pt x="7095410" y="2307575"/>
                  </a:lnTo>
                  <a:lnTo>
                    <a:pt x="7095747" y="2307889"/>
                  </a:lnTo>
                  <a:lnTo>
                    <a:pt x="7096083" y="2307996"/>
                  </a:lnTo>
                  <a:lnTo>
                    <a:pt x="7096420" y="2307996"/>
                  </a:lnTo>
                  <a:lnTo>
                    <a:pt x="7096756" y="2308095"/>
                  </a:lnTo>
                  <a:lnTo>
                    <a:pt x="7097093" y="2308110"/>
                  </a:lnTo>
                  <a:lnTo>
                    <a:pt x="7097429" y="2307957"/>
                  </a:lnTo>
                  <a:lnTo>
                    <a:pt x="7097765" y="2307674"/>
                  </a:lnTo>
                  <a:lnTo>
                    <a:pt x="7098102" y="2307292"/>
                  </a:lnTo>
                  <a:lnTo>
                    <a:pt x="7098438" y="2306832"/>
                  </a:lnTo>
                  <a:lnTo>
                    <a:pt x="7098775" y="2306656"/>
                  </a:lnTo>
                  <a:lnTo>
                    <a:pt x="7099111" y="2306664"/>
                  </a:lnTo>
                  <a:lnTo>
                    <a:pt x="7099448" y="2306978"/>
                  </a:lnTo>
                  <a:lnTo>
                    <a:pt x="7099784" y="2307429"/>
                  </a:lnTo>
                  <a:lnTo>
                    <a:pt x="7100121" y="2308003"/>
                  </a:lnTo>
                  <a:lnTo>
                    <a:pt x="7100457" y="2308570"/>
                  </a:lnTo>
                  <a:lnTo>
                    <a:pt x="7100794" y="2309190"/>
                  </a:lnTo>
                  <a:lnTo>
                    <a:pt x="7101130" y="2309802"/>
                  </a:lnTo>
                  <a:lnTo>
                    <a:pt x="7101467" y="2310636"/>
                  </a:lnTo>
                  <a:lnTo>
                    <a:pt x="7101803" y="2311394"/>
                  </a:lnTo>
                  <a:lnTo>
                    <a:pt x="7102139" y="2312184"/>
                  </a:lnTo>
                  <a:lnTo>
                    <a:pt x="7102476" y="2313172"/>
                  </a:lnTo>
                  <a:lnTo>
                    <a:pt x="7102812" y="2314220"/>
                  </a:lnTo>
                  <a:lnTo>
                    <a:pt x="7103149" y="2315321"/>
                  </a:lnTo>
                  <a:lnTo>
                    <a:pt x="7103485" y="2316701"/>
                  </a:lnTo>
                  <a:lnTo>
                    <a:pt x="7103822" y="2318175"/>
                  </a:lnTo>
                  <a:lnTo>
                    <a:pt x="7104158" y="2319750"/>
                  </a:lnTo>
                  <a:lnTo>
                    <a:pt x="7104495" y="2321665"/>
                  </a:lnTo>
                  <a:lnTo>
                    <a:pt x="7104831" y="2323552"/>
                  </a:lnTo>
                  <a:lnTo>
                    <a:pt x="7105168" y="2325436"/>
                  </a:lnTo>
                  <a:lnTo>
                    <a:pt x="7105504" y="2327480"/>
                  </a:lnTo>
                  <a:lnTo>
                    <a:pt x="7105841" y="2329564"/>
                  </a:lnTo>
                  <a:lnTo>
                    <a:pt x="7106177" y="2331692"/>
                  </a:lnTo>
                  <a:lnTo>
                    <a:pt x="7106513" y="2333811"/>
                  </a:lnTo>
                  <a:lnTo>
                    <a:pt x="7106850" y="2336014"/>
                  </a:lnTo>
                  <a:lnTo>
                    <a:pt x="7107186" y="2338466"/>
                  </a:lnTo>
                  <a:lnTo>
                    <a:pt x="7107523" y="2341132"/>
                  </a:lnTo>
                  <a:lnTo>
                    <a:pt x="7107859" y="2343950"/>
                  </a:lnTo>
                  <a:lnTo>
                    <a:pt x="7108196" y="2346472"/>
                  </a:lnTo>
                  <a:lnTo>
                    <a:pt x="7108532" y="2349196"/>
                  </a:lnTo>
                  <a:lnTo>
                    <a:pt x="7108869" y="2351676"/>
                  </a:lnTo>
                  <a:lnTo>
                    <a:pt x="7109205" y="2353333"/>
                  </a:lnTo>
                  <a:lnTo>
                    <a:pt x="7109542" y="2354452"/>
                  </a:lnTo>
                  <a:lnTo>
                    <a:pt x="7109878" y="2355449"/>
                  </a:lnTo>
                  <a:lnTo>
                    <a:pt x="7110215" y="2356376"/>
                  </a:lnTo>
                  <a:lnTo>
                    <a:pt x="7110551" y="2356942"/>
                  </a:lnTo>
                  <a:lnTo>
                    <a:pt x="7110887" y="2357254"/>
                  </a:lnTo>
                  <a:lnTo>
                    <a:pt x="7111224" y="2357450"/>
                  </a:lnTo>
                  <a:lnTo>
                    <a:pt x="7111560" y="2357656"/>
                  </a:lnTo>
                  <a:lnTo>
                    <a:pt x="7111897" y="2357869"/>
                  </a:lnTo>
                  <a:lnTo>
                    <a:pt x="7112233" y="2357749"/>
                  </a:lnTo>
                  <a:lnTo>
                    <a:pt x="7112570" y="2357324"/>
                  </a:lnTo>
                  <a:lnTo>
                    <a:pt x="7112906" y="2356799"/>
                  </a:lnTo>
                  <a:lnTo>
                    <a:pt x="7113243" y="2356319"/>
                  </a:lnTo>
                  <a:lnTo>
                    <a:pt x="7113579" y="2355853"/>
                  </a:lnTo>
                  <a:lnTo>
                    <a:pt x="7113916" y="2355527"/>
                  </a:lnTo>
                  <a:lnTo>
                    <a:pt x="7114252" y="2355428"/>
                  </a:lnTo>
                  <a:lnTo>
                    <a:pt x="7114589" y="2355614"/>
                  </a:lnTo>
                  <a:lnTo>
                    <a:pt x="7114925" y="2355783"/>
                  </a:lnTo>
                  <a:lnTo>
                    <a:pt x="7115261" y="2355920"/>
                  </a:lnTo>
                  <a:lnTo>
                    <a:pt x="7115598" y="2355984"/>
                  </a:lnTo>
                  <a:lnTo>
                    <a:pt x="7115934" y="2356367"/>
                  </a:lnTo>
                  <a:lnTo>
                    <a:pt x="7116271" y="2356826"/>
                  </a:lnTo>
                  <a:lnTo>
                    <a:pt x="7116607" y="2357270"/>
                  </a:lnTo>
                  <a:lnTo>
                    <a:pt x="7116944" y="2357576"/>
                  </a:lnTo>
                  <a:lnTo>
                    <a:pt x="7117280" y="2358004"/>
                  </a:lnTo>
                  <a:lnTo>
                    <a:pt x="7117617" y="2358464"/>
                  </a:lnTo>
                  <a:lnTo>
                    <a:pt x="7117953" y="2358670"/>
                  </a:lnTo>
                  <a:lnTo>
                    <a:pt x="7118290" y="2358915"/>
                  </a:lnTo>
                  <a:lnTo>
                    <a:pt x="7118626" y="2359198"/>
                  </a:lnTo>
                  <a:lnTo>
                    <a:pt x="7118963" y="2359244"/>
                  </a:lnTo>
                  <a:lnTo>
                    <a:pt x="7119299" y="2359168"/>
                  </a:lnTo>
                  <a:lnTo>
                    <a:pt x="7119635" y="2358877"/>
                  </a:lnTo>
                  <a:lnTo>
                    <a:pt x="7119972" y="2358571"/>
                  </a:lnTo>
                  <a:lnTo>
                    <a:pt x="7120308" y="2358265"/>
                  </a:lnTo>
                  <a:lnTo>
                    <a:pt x="7120645" y="2357958"/>
                  </a:lnTo>
                  <a:lnTo>
                    <a:pt x="7120981" y="2357652"/>
                  </a:lnTo>
                  <a:lnTo>
                    <a:pt x="7121318" y="2357293"/>
                  </a:lnTo>
                  <a:lnTo>
                    <a:pt x="7121654" y="2356803"/>
                  </a:lnTo>
                  <a:lnTo>
                    <a:pt x="7121991" y="2356091"/>
                  </a:lnTo>
                  <a:lnTo>
                    <a:pt x="7122327" y="2355326"/>
                  </a:lnTo>
                  <a:lnTo>
                    <a:pt x="7122664" y="2354560"/>
                  </a:lnTo>
                  <a:lnTo>
                    <a:pt x="7123000" y="2353795"/>
                  </a:lnTo>
                  <a:lnTo>
                    <a:pt x="7123337" y="2353030"/>
                  </a:lnTo>
                  <a:lnTo>
                    <a:pt x="7123673" y="2352287"/>
                  </a:lnTo>
                  <a:lnTo>
                    <a:pt x="7124009" y="2351675"/>
                  </a:lnTo>
                  <a:lnTo>
                    <a:pt x="7124346" y="2351063"/>
                  </a:lnTo>
                  <a:lnTo>
                    <a:pt x="7124682" y="2350450"/>
                  </a:lnTo>
                  <a:lnTo>
                    <a:pt x="7125019" y="2350129"/>
                  </a:lnTo>
                  <a:lnTo>
                    <a:pt x="7125355" y="2349838"/>
                  </a:lnTo>
                  <a:lnTo>
                    <a:pt x="7125692" y="2349754"/>
                  </a:lnTo>
                  <a:lnTo>
                    <a:pt x="7126028" y="2349892"/>
                  </a:lnTo>
                  <a:lnTo>
                    <a:pt x="7126365" y="2350343"/>
                  </a:lnTo>
                  <a:lnTo>
                    <a:pt x="7126701" y="2350913"/>
                  </a:lnTo>
                  <a:lnTo>
                    <a:pt x="7127038" y="2351738"/>
                  </a:lnTo>
                  <a:lnTo>
                    <a:pt x="7127374" y="2352853"/>
                  </a:lnTo>
                  <a:lnTo>
                    <a:pt x="7127711" y="2354270"/>
                  </a:lnTo>
                  <a:lnTo>
                    <a:pt x="7128047" y="2355365"/>
                  </a:lnTo>
                  <a:lnTo>
                    <a:pt x="7128383" y="2356426"/>
                  </a:lnTo>
                  <a:lnTo>
                    <a:pt x="7128720" y="2357668"/>
                  </a:lnTo>
                  <a:lnTo>
                    <a:pt x="7129056" y="2359003"/>
                  </a:lnTo>
                  <a:lnTo>
                    <a:pt x="7129393" y="2360459"/>
                  </a:lnTo>
                  <a:lnTo>
                    <a:pt x="7129729" y="2362329"/>
                  </a:lnTo>
                  <a:lnTo>
                    <a:pt x="7130066" y="2364298"/>
                  </a:lnTo>
                  <a:lnTo>
                    <a:pt x="7130402" y="2366344"/>
                  </a:lnTo>
                  <a:lnTo>
                    <a:pt x="7130739" y="2368335"/>
                  </a:lnTo>
                  <a:lnTo>
                    <a:pt x="7131075" y="2370573"/>
                  </a:lnTo>
                  <a:lnTo>
                    <a:pt x="7131412" y="2373073"/>
                  </a:lnTo>
                  <a:lnTo>
                    <a:pt x="7131748" y="2375612"/>
                  </a:lnTo>
                  <a:lnTo>
                    <a:pt x="7132084" y="2378217"/>
                  </a:lnTo>
                  <a:lnTo>
                    <a:pt x="7132421" y="2381086"/>
                  </a:lnTo>
                  <a:lnTo>
                    <a:pt x="7132757" y="2383862"/>
                  </a:lnTo>
                  <a:lnTo>
                    <a:pt x="7133094" y="2386898"/>
                  </a:lnTo>
                  <a:lnTo>
                    <a:pt x="7133430" y="2390229"/>
                  </a:lnTo>
                  <a:lnTo>
                    <a:pt x="7133767" y="2393516"/>
                  </a:lnTo>
                  <a:lnTo>
                    <a:pt x="7134103" y="2397250"/>
                  </a:lnTo>
                  <a:lnTo>
                    <a:pt x="7134440" y="2400817"/>
                  </a:lnTo>
                  <a:lnTo>
                    <a:pt x="7134776" y="2404093"/>
                  </a:lnTo>
                  <a:lnTo>
                    <a:pt x="7135113" y="2406549"/>
                  </a:lnTo>
                  <a:lnTo>
                    <a:pt x="7135449" y="2408888"/>
                  </a:lnTo>
                  <a:lnTo>
                    <a:pt x="7135786" y="2411141"/>
                  </a:lnTo>
                  <a:lnTo>
                    <a:pt x="7136122" y="2412988"/>
                  </a:lnTo>
                  <a:lnTo>
                    <a:pt x="7136458" y="2414319"/>
                  </a:lnTo>
                  <a:lnTo>
                    <a:pt x="7136795" y="2415336"/>
                  </a:lnTo>
                  <a:lnTo>
                    <a:pt x="7137131" y="2416246"/>
                  </a:lnTo>
                  <a:lnTo>
                    <a:pt x="7137468" y="2417245"/>
                  </a:lnTo>
                  <a:lnTo>
                    <a:pt x="7137804" y="2418287"/>
                  </a:lnTo>
                  <a:lnTo>
                    <a:pt x="7138141" y="2419298"/>
                  </a:lnTo>
                  <a:lnTo>
                    <a:pt x="7138477" y="2420259"/>
                  </a:lnTo>
                  <a:lnTo>
                    <a:pt x="7138814" y="2421108"/>
                  </a:lnTo>
                  <a:lnTo>
                    <a:pt x="7139150" y="2421559"/>
                  </a:lnTo>
                  <a:lnTo>
                    <a:pt x="7139487" y="2421934"/>
                  </a:lnTo>
                  <a:lnTo>
                    <a:pt x="7139823" y="2421980"/>
                  </a:lnTo>
                  <a:lnTo>
                    <a:pt x="7140160" y="2422069"/>
                  </a:lnTo>
                  <a:lnTo>
                    <a:pt x="7140496" y="2422167"/>
                  </a:lnTo>
                  <a:lnTo>
                    <a:pt x="7140832" y="2422218"/>
                  </a:lnTo>
                  <a:lnTo>
                    <a:pt x="7141169" y="2422450"/>
                  </a:lnTo>
                  <a:lnTo>
                    <a:pt x="7141505" y="2422524"/>
                  </a:lnTo>
                  <a:lnTo>
                    <a:pt x="7141842" y="2422505"/>
                  </a:lnTo>
                  <a:lnTo>
                    <a:pt x="7142178" y="2422397"/>
                  </a:lnTo>
                  <a:lnTo>
                    <a:pt x="7142515" y="2422039"/>
                  </a:lnTo>
                  <a:lnTo>
                    <a:pt x="7142851" y="2421286"/>
                  </a:lnTo>
                  <a:lnTo>
                    <a:pt x="7143188" y="2420341"/>
                  </a:lnTo>
                  <a:lnTo>
                    <a:pt x="7143524" y="2419214"/>
                  </a:lnTo>
                  <a:lnTo>
                    <a:pt x="7143861" y="2418205"/>
                  </a:lnTo>
                  <a:lnTo>
                    <a:pt x="7144197" y="2417545"/>
                  </a:lnTo>
                  <a:lnTo>
                    <a:pt x="7144534" y="2416949"/>
                  </a:lnTo>
                  <a:lnTo>
                    <a:pt x="7144870" y="2416566"/>
                  </a:lnTo>
                  <a:lnTo>
                    <a:pt x="7145206" y="2416277"/>
                  </a:lnTo>
                  <a:lnTo>
                    <a:pt x="7145543" y="2415832"/>
                  </a:lnTo>
                  <a:lnTo>
                    <a:pt x="7145879" y="2415129"/>
                  </a:lnTo>
                  <a:lnTo>
                    <a:pt x="7146216" y="2414058"/>
                  </a:lnTo>
                  <a:lnTo>
                    <a:pt x="7146552" y="2413147"/>
                  </a:lnTo>
                  <a:lnTo>
                    <a:pt x="7146889" y="2412205"/>
                  </a:lnTo>
                  <a:lnTo>
                    <a:pt x="7147225" y="2411088"/>
                  </a:lnTo>
                  <a:lnTo>
                    <a:pt x="7147562" y="2409909"/>
                  </a:lnTo>
                  <a:lnTo>
                    <a:pt x="7147898" y="2408838"/>
                  </a:lnTo>
                  <a:lnTo>
                    <a:pt x="7148235" y="2407766"/>
                  </a:lnTo>
                  <a:lnTo>
                    <a:pt x="7148571" y="2406695"/>
                  </a:lnTo>
                  <a:lnTo>
                    <a:pt x="7148908" y="2405493"/>
                  </a:lnTo>
                  <a:lnTo>
                    <a:pt x="7149244" y="2404269"/>
                  </a:lnTo>
                  <a:lnTo>
                    <a:pt x="7149580" y="2403190"/>
                  </a:lnTo>
                  <a:lnTo>
                    <a:pt x="7149917" y="2402271"/>
                  </a:lnTo>
                  <a:lnTo>
                    <a:pt x="7150253" y="2401391"/>
                  </a:lnTo>
                  <a:lnTo>
                    <a:pt x="7150590" y="2400871"/>
                  </a:lnTo>
                  <a:lnTo>
                    <a:pt x="7150926" y="2400557"/>
                  </a:lnTo>
                  <a:lnTo>
                    <a:pt x="7151263" y="2400251"/>
                  </a:lnTo>
                  <a:lnTo>
                    <a:pt x="7151599" y="2399830"/>
                  </a:lnTo>
                  <a:lnTo>
                    <a:pt x="7151936" y="2399501"/>
                  </a:lnTo>
                  <a:lnTo>
                    <a:pt x="7152272" y="2399378"/>
                  </a:lnTo>
                  <a:lnTo>
                    <a:pt x="7152609" y="2399378"/>
                  </a:lnTo>
                  <a:lnTo>
                    <a:pt x="7152945" y="2399271"/>
                  </a:lnTo>
                  <a:lnTo>
                    <a:pt x="7153282" y="2399202"/>
                  </a:lnTo>
                  <a:lnTo>
                    <a:pt x="7153618" y="2399432"/>
                  </a:lnTo>
                  <a:lnTo>
                    <a:pt x="7153954" y="2399784"/>
                  </a:lnTo>
                  <a:lnTo>
                    <a:pt x="7154291" y="2400243"/>
                  </a:lnTo>
                  <a:lnTo>
                    <a:pt x="7154627" y="2400557"/>
                  </a:lnTo>
                  <a:lnTo>
                    <a:pt x="7154964" y="2400787"/>
                  </a:lnTo>
                  <a:lnTo>
                    <a:pt x="7155300" y="2401173"/>
                  </a:lnTo>
                  <a:lnTo>
                    <a:pt x="7155637" y="2401259"/>
                  </a:lnTo>
                  <a:lnTo>
                    <a:pt x="7155973" y="2401359"/>
                  </a:lnTo>
                  <a:lnTo>
                    <a:pt x="7156310" y="2401341"/>
                  </a:lnTo>
                  <a:lnTo>
                    <a:pt x="7156646" y="2401570"/>
                  </a:lnTo>
                  <a:lnTo>
                    <a:pt x="7156983" y="2401571"/>
                  </a:lnTo>
                  <a:lnTo>
                    <a:pt x="7157319" y="2401614"/>
                  </a:lnTo>
                  <a:lnTo>
                    <a:pt x="7157656" y="2401670"/>
                  </a:lnTo>
                  <a:lnTo>
                    <a:pt x="7157992" y="2401794"/>
                  </a:lnTo>
                  <a:lnTo>
                    <a:pt x="7158328" y="2401888"/>
                  </a:lnTo>
                  <a:lnTo>
                    <a:pt x="7158665" y="2401768"/>
                  </a:lnTo>
                  <a:lnTo>
                    <a:pt x="7159001" y="2401561"/>
                  </a:lnTo>
                  <a:lnTo>
                    <a:pt x="7159338" y="2401278"/>
                  </a:lnTo>
                  <a:lnTo>
                    <a:pt x="7159674" y="2400986"/>
                  </a:lnTo>
                  <a:lnTo>
                    <a:pt x="7160011" y="2400626"/>
                  </a:lnTo>
                  <a:lnTo>
                    <a:pt x="7160347" y="2400262"/>
                  </a:lnTo>
                  <a:lnTo>
                    <a:pt x="7160684" y="2400032"/>
                  </a:lnTo>
                  <a:lnTo>
                    <a:pt x="7161020" y="2399870"/>
                  </a:lnTo>
                  <a:lnTo>
                    <a:pt x="7161357" y="2399799"/>
                  </a:lnTo>
                  <a:lnTo>
                    <a:pt x="7161693" y="2399762"/>
                  </a:lnTo>
                  <a:lnTo>
                    <a:pt x="7162030" y="2399762"/>
                  </a:lnTo>
                  <a:lnTo>
                    <a:pt x="7162366" y="2399762"/>
                  </a:lnTo>
                  <a:lnTo>
                    <a:pt x="7162702" y="2399762"/>
                  </a:lnTo>
                  <a:lnTo>
                    <a:pt x="7163039" y="2399762"/>
                  </a:lnTo>
                  <a:lnTo>
                    <a:pt x="7163375" y="2399762"/>
                  </a:lnTo>
                  <a:lnTo>
                    <a:pt x="7163712" y="2399762"/>
                  </a:lnTo>
                  <a:lnTo>
                    <a:pt x="7164048" y="2399762"/>
                  </a:lnTo>
                  <a:lnTo>
                    <a:pt x="7164385" y="2399861"/>
                  </a:lnTo>
                  <a:lnTo>
                    <a:pt x="7164721" y="2400014"/>
                  </a:lnTo>
                  <a:lnTo>
                    <a:pt x="7165058" y="2400167"/>
                  </a:lnTo>
                  <a:lnTo>
                    <a:pt x="7165394" y="2400527"/>
                  </a:lnTo>
                  <a:lnTo>
                    <a:pt x="7165731" y="2400986"/>
                  </a:lnTo>
                  <a:lnTo>
                    <a:pt x="7166067" y="2401399"/>
                  </a:lnTo>
                  <a:lnTo>
                    <a:pt x="7166403" y="2401859"/>
                  </a:lnTo>
                  <a:lnTo>
                    <a:pt x="7166740" y="2402172"/>
                  </a:lnTo>
                  <a:lnTo>
                    <a:pt x="7167076" y="2402532"/>
                  </a:lnTo>
                  <a:lnTo>
                    <a:pt x="7167413" y="2402991"/>
                  </a:lnTo>
                  <a:lnTo>
                    <a:pt x="7167749" y="2403558"/>
                  </a:lnTo>
                  <a:lnTo>
                    <a:pt x="7168086" y="2404246"/>
                  </a:lnTo>
                  <a:lnTo>
                    <a:pt x="7168422" y="2404859"/>
                  </a:lnTo>
                  <a:lnTo>
                    <a:pt x="7168759" y="2405234"/>
                  </a:lnTo>
                  <a:lnTo>
                    <a:pt x="7169095" y="2405615"/>
                  </a:lnTo>
                  <a:lnTo>
                    <a:pt x="7169432" y="2405922"/>
                  </a:lnTo>
                  <a:lnTo>
                    <a:pt x="7169768" y="2406060"/>
                  </a:lnTo>
                  <a:lnTo>
                    <a:pt x="7170105" y="2406205"/>
                  </a:lnTo>
                  <a:lnTo>
                    <a:pt x="7170441" y="2406003"/>
                  </a:lnTo>
                  <a:lnTo>
                    <a:pt x="7170777" y="2405602"/>
                  </a:lnTo>
                  <a:lnTo>
                    <a:pt x="7171114" y="2405109"/>
                  </a:lnTo>
                  <a:lnTo>
                    <a:pt x="7171450" y="2404615"/>
                  </a:lnTo>
                  <a:lnTo>
                    <a:pt x="7171787" y="2404293"/>
                  </a:lnTo>
                  <a:lnTo>
                    <a:pt x="7172123" y="2403927"/>
                  </a:lnTo>
                  <a:lnTo>
                    <a:pt x="7172460" y="2403483"/>
                  </a:lnTo>
                  <a:lnTo>
                    <a:pt x="7172796" y="2402990"/>
                  </a:lnTo>
                  <a:lnTo>
                    <a:pt x="7173133" y="2402360"/>
                  </a:lnTo>
                  <a:lnTo>
                    <a:pt x="7173469" y="2401694"/>
                  </a:lnTo>
                  <a:lnTo>
                    <a:pt x="7173806" y="2400941"/>
                  </a:lnTo>
                  <a:lnTo>
                    <a:pt x="7174142" y="2400154"/>
                  </a:lnTo>
                  <a:lnTo>
                    <a:pt x="7174479" y="2399304"/>
                  </a:lnTo>
                  <a:lnTo>
                    <a:pt x="7174815" y="2398331"/>
                  </a:lnTo>
                  <a:lnTo>
                    <a:pt x="7175151" y="2397612"/>
                  </a:lnTo>
                  <a:lnTo>
                    <a:pt x="7175488" y="2397361"/>
                  </a:lnTo>
                  <a:lnTo>
                    <a:pt x="7175824" y="2397207"/>
                  </a:lnTo>
                  <a:lnTo>
                    <a:pt x="7176161" y="2397395"/>
                  </a:lnTo>
                  <a:lnTo>
                    <a:pt x="7176497" y="2397835"/>
                  </a:lnTo>
                  <a:lnTo>
                    <a:pt x="7176834" y="2398525"/>
                  </a:lnTo>
                  <a:lnTo>
                    <a:pt x="7177170" y="2399346"/>
                  </a:lnTo>
                  <a:lnTo>
                    <a:pt x="7177507" y="2399982"/>
                  </a:lnTo>
                  <a:lnTo>
                    <a:pt x="7177843" y="2400647"/>
                  </a:lnTo>
                  <a:lnTo>
                    <a:pt x="7178180" y="2401526"/>
                  </a:lnTo>
                  <a:lnTo>
                    <a:pt x="7178516" y="2402413"/>
                  </a:lnTo>
                  <a:lnTo>
                    <a:pt x="7178853" y="2403477"/>
                  </a:lnTo>
                  <a:lnTo>
                    <a:pt x="7179189" y="2404740"/>
                  </a:lnTo>
                  <a:lnTo>
                    <a:pt x="7179525" y="2406118"/>
                  </a:lnTo>
                  <a:lnTo>
                    <a:pt x="7179862" y="2407648"/>
                  </a:lnTo>
                  <a:lnTo>
                    <a:pt x="7180198" y="2409095"/>
                  </a:lnTo>
                  <a:lnTo>
                    <a:pt x="7180535" y="2410297"/>
                  </a:lnTo>
                  <a:lnTo>
                    <a:pt x="7180871" y="2411368"/>
                  </a:lnTo>
                  <a:lnTo>
                    <a:pt x="7181208" y="2412179"/>
                  </a:lnTo>
                  <a:lnTo>
                    <a:pt x="7181544" y="2412661"/>
                  </a:lnTo>
                  <a:lnTo>
                    <a:pt x="7181881" y="2412792"/>
                  </a:lnTo>
                  <a:lnTo>
                    <a:pt x="7182217" y="2412792"/>
                  </a:lnTo>
                  <a:lnTo>
                    <a:pt x="7182554" y="2412753"/>
                  </a:lnTo>
                  <a:lnTo>
                    <a:pt x="7182890" y="2412593"/>
                  </a:lnTo>
                  <a:lnTo>
                    <a:pt x="7183227" y="2412080"/>
                  </a:lnTo>
                  <a:lnTo>
                    <a:pt x="7183563" y="2411468"/>
                  </a:lnTo>
                  <a:lnTo>
                    <a:pt x="7183899" y="2410855"/>
                  </a:lnTo>
                  <a:lnTo>
                    <a:pt x="7184236" y="2410151"/>
                  </a:lnTo>
                  <a:lnTo>
                    <a:pt x="7184572" y="2409302"/>
                  </a:lnTo>
                  <a:lnTo>
                    <a:pt x="7184909" y="2408138"/>
                  </a:lnTo>
                  <a:lnTo>
                    <a:pt x="7185245" y="2406860"/>
                  </a:lnTo>
                  <a:lnTo>
                    <a:pt x="7185582" y="2405513"/>
                  </a:lnTo>
                  <a:lnTo>
                    <a:pt x="7185918" y="2403959"/>
                  </a:lnTo>
                  <a:lnTo>
                    <a:pt x="7186255" y="2402161"/>
                  </a:lnTo>
                  <a:lnTo>
                    <a:pt x="7186591" y="2400800"/>
                  </a:lnTo>
                  <a:lnTo>
                    <a:pt x="7186928" y="2399725"/>
                  </a:lnTo>
                  <a:lnTo>
                    <a:pt x="7187264" y="2398626"/>
                  </a:lnTo>
                  <a:lnTo>
                    <a:pt x="7187601" y="2397383"/>
                  </a:lnTo>
                  <a:lnTo>
                    <a:pt x="7187937" y="2396232"/>
                  </a:lnTo>
                  <a:lnTo>
                    <a:pt x="7188273" y="2395142"/>
                  </a:lnTo>
                  <a:lnTo>
                    <a:pt x="7188610" y="2394009"/>
                  </a:lnTo>
                  <a:lnTo>
                    <a:pt x="7188946" y="2392901"/>
                  </a:lnTo>
                  <a:lnTo>
                    <a:pt x="7189283" y="2392043"/>
                  </a:lnTo>
                  <a:lnTo>
                    <a:pt x="7189619" y="2391227"/>
                  </a:lnTo>
                  <a:lnTo>
                    <a:pt x="7189956" y="2390537"/>
                  </a:lnTo>
                  <a:lnTo>
                    <a:pt x="7190292" y="2389913"/>
                  </a:lnTo>
                  <a:lnTo>
                    <a:pt x="7190629" y="2389377"/>
                  </a:lnTo>
                  <a:lnTo>
                    <a:pt x="7190965" y="2388888"/>
                  </a:lnTo>
                  <a:lnTo>
                    <a:pt x="7191302" y="2388532"/>
                  </a:lnTo>
                  <a:lnTo>
                    <a:pt x="7191638" y="2388090"/>
                  </a:lnTo>
                  <a:lnTo>
                    <a:pt x="7191975" y="2387620"/>
                  </a:lnTo>
                  <a:lnTo>
                    <a:pt x="7192311" y="2387043"/>
                  </a:lnTo>
                  <a:lnTo>
                    <a:pt x="7192647" y="2386621"/>
                  </a:lnTo>
                  <a:lnTo>
                    <a:pt x="7192984" y="2386424"/>
                  </a:lnTo>
                  <a:lnTo>
                    <a:pt x="7193320" y="2386122"/>
                  </a:lnTo>
                  <a:lnTo>
                    <a:pt x="7193657" y="2385617"/>
                  </a:lnTo>
                  <a:lnTo>
                    <a:pt x="7193993" y="2385035"/>
                  </a:lnTo>
                  <a:lnTo>
                    <a:pt x="7194330" y="2384132"/>
                  </a:lnTo>
                  <a:lnTo>
                    <a:pt x="7194666" y="2383152"/>
                  </a:lnTo>
                  <a:lnTo>
                    <a:pt x="7195003" y="2382280"/>
                  </a:lnTo>
                  <a:lnTo>
                    <a:pt x="7195339" y="2381484"/>
                  </a:lnTo>
                  <a:lnTo>
                    <a:pt x="7195676" y="2380696"/>
                  </a:lnTo>
                  <a:lnTo>
                    <a:pt x="7196012" y="2380076"/>
                  </a:lnTo>
                  <a:lnTo>
                    <a:pt x="7196349" y="2379463"/>
                  </a:lnTo>
                  <a:lnTo>
                    <a:pt x="7196685" y="2378958"/>
                  </a:lnTo>
                  <a:lnTo>
                    <a:pt x="7197021" y="2378178"/>
                  </a:lnTo>
                  <a:lnTo>
                    <a:pt x="7197358" y="2377343"/>
                  </a:lnTo>
                  <a:lnTo>
                    <a:pt x="7197694" y="2376532"/>
                  </a:lnTo>
                  <a:lnTo>
                    <a:pt x="7198031" y="2375751"/>
                  </a:lnTo>
                  <a:lnTo>
                    <a:pt x="7198367" y="2374925"/>
                  </a:lnTo>
                  <a:lnTo>
                    <a:pt x="7198704" y="2373968"/>
                  </a:lnTo>
                  <a:lnTo>
                    <a:pt x="7199040" y="2372736"/>
                  </a:lnTo>
                  <a:lnTo>
                    <a:pt x="7199377" y="2371366"/>
                  </a:lnTo>
                  <a:lnTo>
                    <a:pt x="7199713" y="2370042"/>
                  </a:lnTo>
                  <a:lnTo>
                    <a:pt x="7200050" y="2368664"/>
                  </a:lnTo>
                  <a:lnTo>
                    <a:pt x="7200386" y="2367317"/>
                  </a:lnTo>
                  <a:lnTo>
                    <a:pt x="7200722" y="2365963"/>
                  </a:lnTo>
                  <a:lnTo>
                    <a:pt x="7201059" y="2364363"/>
                  </a:lnTo>
                  <a:lnTo>
                    <a:pt x="7201395" y="2362679"/>
                  </a:lnTo>
                  <a:lnTo>
                    <a:pt x="7201732" y="2361026"/>
                  </a:lnTo>
                  <a:lnTo>
                    <a:pt x="7202068" y="2359472"/>
                  </a:lnTo>
                  <a:lnTo>
                    <a:pt x="7202405" y="2357942"/>
                  </a:lnTo>
                  <a:lnTo>
                    <a:pt x="7202741" y="2356411"/>
                  </a:lnTo>
                  <a:lnTo>
                    <a:pt x="7203078" y="2354850"/>
                  </a:lnTo>
                  <a:lnTo>
                    <a:pt x="7203414" y="2353311"/>
                  </a:lnTo>
                  <a:lnTo>
                    <a:pt x="7203751" y="2351819"/>
                  </a:lnTo>
                  <a:lnTo>
                    <a:pt x="7204087" y="2350694"/>
                  </a:lnTo>
                  <a:lnTo>
                    <a:pt x="7204424" y="2349898"/>
                  </a:lnTo>
                  <a:lnTo>
                    <a:pt x="7204760" y="2349232"/>
                  </a:lnTo>
                  <a:lnTo>
                    <a:pt x="7205096" y="2348620"/>
                  </a:lnTo>
                  <a:lnTo>
                    <a:pt x="7205433" y="2348008"/>
                  </a:lnTo>
                  <a:lnTo>
                    <a:pt x="7205769" y="2347395"/>
                  </a:lnTo>
                  <a:lnTo>
                    <a:pt x="7206106" y="2347066"/>
                  </a:lnTo>
                  <a:lnTo>
                    <a:pt x="7206442" y="2347219"/>
                  </a:lnTo>
                  <a:lnTo>
                    <a:pt x="7206779" y="2347449"/>
                  </a:lnTo>
                  <a:lnTo>
                    <a:pt x="7207115" y="2347962"/>
                  </a:lnTo>
                  <a:lnTo>
                    <a:pt x="7207452" y="2348536"/>
                  </a:lnTo>
                  <a:lnTo>
                    <a:pt x="7207788" y="2349143"/>
                  </a:lnTo>
                  <a:lnTo>
                    <a:pt x="7208125" y="2349764"/>
                  </a:lnTo>
                  <a:lnTo>
                    <a:pt x="7208461" y="2350519"/>
                  </a:lnTo>
                  <a:lnTo>
                    <a:pt x="7208798" y="2351516"/>
                  </a:lnTo>
                  <a:lnTo>
                    <a:pt x="7209134" y="2352607"/>
                  </a:lnTo>
                  <a:lnTo>
                    <a:pt x="7209470" y="2353786"/>
                  </a:lnTo>
                  <a:lnTo>
                    <a:pt x="7209807" y="2355041"/>
                  </a:lnTo>
                  <a:lnTo>
                    <a:pt x="7210143" y="2356383"/>
                  </a:lnTo>
                  <a:lnTo>
                    <a:pt x="7210480" y="2357725"/>
                  </a:lnTo>
                  <a:lnTo>
                    <a:pt x="7210816" y="2359067"/>
                  </a:lnTo>
                  <a:lnTo>
                    <a:pt x="7211153" y="2360359"/>
                  </a:lnTo>
                  <a:lnTo>
                    <a:pt x="7211489" y="2361325"/>
                  </a:lnTo>
                  <a:lnTo>
                    <a:pt x="7211826" y="2362227"/>
                  </a:lnTo>
                  <a:lnTo>
                    <a:pt x="7212162" y="2362916"/>
                  </a:lnTo>
                  <a:lnTo>
                    <a:pt x="7212499" y="2363358"/>
                  </a:lnTo>
                  <a:lnTo>
                    <a:pt x="7212835" y="2363956"/>
                  </a:lnTo>
                  <a:lnTo>
                    <a:pt x="7213172" y="2364812"/>
                  </a:lnTo>
                  <a:lnTo>
                    <a:pt x="7213508" y="2366037"/>
                  </a:lnTo>
                  <a:lnTo>
                    <a:pt x="7213844" y="2367185"/>
                  </a:lnTo>
                  <a:lnTo>
                    <a:pt x="7214181" y="2368433"/>
                  </a:lnTo>
                  <a:lnTo>
                    <a:pt x="7214517" y="2369856"/>
                  </a:lnTo>
                  <a:lnTo>
                    <a:pt x="7214854" y="2371341"/>
                  </a:lnTo>
                  <a:lnTo>
                    <a:pt x="7215190" y="2372718"/>
                  </a:lnTo>
                  <a:lnTo>
                    <a:pt x="7215527" y="2374096"/>
                  </a:lnTo>
                  <a:lnTo>
                    <a:pt x="7215863" y="2375474"/>
                  </a:lnTo>
                  <a:lnTo>
                    <a:pt x="7216200" y="2376851"/>
                  </a:lnTo>
                  <a:lnTo>
                    <a:pt x="7216536" y="2378229"/>
                  </a:lnTo>
                  <a:lnTo>
                    <a:pt x="7216873" y="2379576"/>
                  </a:lnTo>
                  <a:lnTo>
                    <a:pt x="7217209" y="2380801"/>
                  </a:lnTo>
                  <a:lnTo>
                    <a:pt x="7217546" y="2382002"/>
                  </a:lnTo>
                  <a:lnTo>
                    <a:pt x="7217882" y="2382982"/>
                  </a:lnTo>
                  <a:lnTo>
                    <a:pt x="7218218" y="2383755"/>
                  </a:lnTo>
                  <a:lnTo>
                    <a:pt x="7218555" y="2384520"/>
                  </a:lnTo>
                  <a:lnTo>
                    <a:pt x="7218891" y="2385316"/>
                  </a:lnTo>
                  <a:lnTo>
                    <a:pt x="7219228" y="2385936"/>
                  </a:lnTo>
                  <a:lnTo>
                    <a:pt x="7219564" y="2386426"/>
                  </a:lnTo>
                  <a:lnTo>
                    <a:pt x="7219901" y="2386816"/>
                  </a:lnTo>
                  <a:lnTo>
                    <a:pt x="7220237" y="2387168"/>
                  </a:lnTo>
                  <a:lnTo>
                    <a:pt x="7220574" y="2387436"/>
                  </a:lnTo>
                  <a:lnTo>
                    <a:pt x="7220910" y="2387436"/>
                  </a:lnTo>
                  <a:lnTo>
                    <a:pt x="7221247" y="2387436"/>
                  </a:lnTo>
                  <a:lnTo>
                    <a:pt x="7221583" y="2387436"/>
                  </a:lnTo>
                  <a:lnTo>
                    <a:pt x="7221920" y="2387581"/>
                  </a:lnTo>
                  <a:lnTo>
                    <a:pt x="7222256" y="2388041"/>
                  </a:lnTo>
                  <a:lnTo>
                    <a:pt x="7222592" y="2388404"/>
                  </a:lnTo>
                  <a:lnTo>
                    <a:pt x="7222929" y="2388930"/>
                  </a:lnTo>
                  <a:lnTo>
                    <a:pt x="7223265" y="2389443"/>
                  </a:lnTo>
                  <a:lnTo>
                    <a:pt x="7223602" y="2389776"/>
                  </a:lnTo>
                  <a:lnTo>
                    <a:pt x="7223938" y="2389873"/>
                  </a:lnTo>
                  <a:lnTo>
                    <a:pt x="7224275" y="2389984"/>
                  </a:lnTo>
                  <a:lnTo>
                    <a:pt x="7224611" y="2390007"/>
                  </a:lnTo>
                  <a:lnTo>
                    <a:pt x="7224948" y="2390021"/>
                  </a:lnTo>
                  <a:lnTo>
                    <a:pt x="7225284" y="2390291"/>
                  </a:lnTo>
                  <a:lnTo>
                    <a:pt x="7225621" y="2390695"/>
                  </a:lnTo>
                  <a:lnTo>
                    <a:pt x="7225957" y="2391395"/>
                  </a:lnTo>
                  <a:lnTo>
                    <a:pt x="7226294" y="2392040"/>
                  </a:lnTo>
                  <a:lnTo>
                    <a:pt x="7226630" y="2392553"/>
                  </a:lnTo>
                  <a:lnTo>
                    <a:pt x="7226966" y="2392982"/>
                  </a:lnTo>
                  <a:lnTo>
                    <a:pt x="7227303" y="2393287"/>
                  </a:lnTo>
                  <a:lnTo>
                    <a:pt x="7227639" y="2393541"/>
                  </a:lnTo>
                  <a:lnTo>
                    <a:pt x="7227976" y="2393646"/>
                  </a:lnTo>
                  <a:lnTo>
                    <a:pt x="7228312" y="2393682"/>
                  </a:lnTo>
                  <a:lnTo>
                    <a:pt x="7228649" y="2393680"/>
                  </a:lnTo>
                  <a:lnTo>
                    <a:pt x="7228985" y="2393741"/>
                  </a:lnTo>
                  <a:lnTo>
                    <a:pt x="7229322" y="2393883"/>
                  </a:lnTo>
                  <a:lnTo>
                    <a:pt x="7229658" y="2394014"/>
                  </a:lnTo>
                  <a:lnTo>
                    <a:pt x="7229995" y="2394144"/>
                  </a:lnTo>
                  <a:lnTo>
                    <a:pt x="7230331" y="2394250"/>
                  </a:lnTo>
                  <a:lnTo>
                    <a:pt x="7230667" y="2394093"/>
                  </a:lnTo>
                  <a:lnTo>
                    <a:pt x="7231004" y="2393922"/>
                  </a:lnTo>
                  <a:lnTo>
                    <a:pt x="7231340" y="2393570"/>
                  </a:lnTo>
                  <a:lnTo>
                    <a:pt x="7231677" y="2393401"/>
                  </a:lnTo>
                  <a:lnTo>
                    <a:pt x="7232013" y="2393248"/>
                  </a:lnTo>
                  <a:lnTo>
                    <a:pt x="7232350" y="2393095"/>
                  </a:lnTo>
                  <a:lnTo>
                    <a:pt x="7232686" y="2392812"/>
                  </a:lnTo>
                  <a:lnTo>
                    <a:pt x="7233023" y="2392529"/>
                  </a:lnTo>
                  <a:lnTo>
                    <a:pt x="7233359" y="2392292"/>
                  </a:lnTo>
                  <a:lnTo>
                    <a:pt x="7233696" y="2391917"/>
                  </a:lnTo>
                  <a:lnTo>
                    <a:pt x="7234032" y="2391457"/>
                  </a:lnTo>
                  <a:lnTo>
                    <a:pt x="7234369" y="2391136"/>
                  </a:lnTo>
                  <a:lnTo>
                    <a:pt x="7234705" y="2390569"/>
                  </a:lnTo>
                  <a:lnTo>
                    <a:pt x="7235041" y="2389957"/>
                  </a:lnTo>
                  <a:lnTo>
                    <a:pt x="7235378" y="2389406"/>
                  </a:lnTo>
                  <a:lnTo>
                    <a:pt x="7235714" y="2389105"/>
                  </a:lnTo>
                  <a:lnTo>
                    <a:pt x="7236051" y="2388934"/>
                  </a:lnTo>
                  <a:lnTo>
                    <a:pt x="7236387" y="2388295"/>
                  </a:lnTo>
                  <a:lnTo>
                    <a:pt x="7236724" y="2387403"/>
                  </a:lnTo>
                  <a:lnTo>
                    <a:pt x="7237060" y="2386681"/>
                  </a:lnTo>
                  <a:lnTo>
                    <a:pt x="7237397" y="2385937"/>
                  </a:lnTo>
                  <a:lnTo>
                    <a:pt x="7237733" y="2385337"/>
                  </a:lnTo>
                  <a:lnTo>
                    <a:pt x="7238070" y="2384784"/>
                  </a:lnTo>
                  <a:lnTo>
                    <a:pt x="7238406" y="2384341"/>
                  </a:lnTo>
                  <a:lnTo>
                    <a:pt x="7238743" y="2384004"/>
                  </a:lnTo>
                  <a:lnTo>
                    <a:pt x="7239079" y="2383531"/>
                  </a:lnTo>
                  <a:lnTo>
                    <a:pt x="7239415" y="2383058"/>
                  </a:lnTo>
                  <a:lnTo>
                    <a:pt x="7239752" y="2382694"/>
                  </a:lnTo>
                  <a:lnTo>
                    <a:pt x="7240088" y="2382311"/>
                  </a:lnTo>
                  <a:lnTo>
                    <a:pt x="7240425" y="2381933"/>
                  </a:lnTo>
                  <a:lnTo>
                    <a:pt x="7240761" y="2381659"/>
                  </a:lnTo>
                  <a:lnTo>
                    <a:pt x="7241098" y="2381383"/>
                  </a:lnTo>
                  <a:lnTo>
                    <a:pt x="7241434" y="2381594"/>
                  </a:lnTo>
                  <a:lnTo>
                    <a:pt x="7241771" y="2382126"/>
                  </a:lnTo>
                  <a:lnTo>
                    <a:pt x="7242107" y="2382722"/>
                  </a:lnTo>
                  <a:lnTo>
                    <a:pt x="7242444" y="2382989"/>
                  </a:lnTo>
                  <a:lnTo>
                    <a:pt x="7242780" y="2383301"/>
                  </a:lnTo>
                  <a:lnTo>
                    <a:pt x="7243117" y="2383837"/>
                  </a:lnTo>
                  <a:lnTo>
                    <a:pt x="7243453" y="2384308"/>
                  </a:lnTo>
                  <a:lnTo>
                    <a:pt x="7243789" y="2384702"/>
                  </a:lnTo>
                  <a:lnTo>
                    <a:pt x="7244126" y="2385106"/>
                  </a:lnTo>
                  <a:lnTo>
                    <a:pt x="7244462" y="2385510"/>
                  </a:lnTo>
                  <a:lnTo>
                    <a:pt x="7244799" y="2386099"/>
                  </a:lnTo>
                  <a:lnTo>
                    <a:pt x="7245135" y="2386658"/>
                  </a:lnTo>
                  <a:lnTo>
                    <a:pt x="7245472" y="2387211"/>
                  </a:lnTo>
                  <a:lnTo>
                    <a:pt x="7245808" y="2387854"/>
                  </a:lnTo>
                  <a:lnTo>
                    <a:pt x="7246145" y="2388236"/>
                  </a:lnTo>
                  <a:lnTo>
                    <a:pt x="7246481" y="2388351"/>
                  </a:lnTo>
                  <a:lnTo>
                    <a:pt x="7246818" y="2388473"/>
                  </a:lnTo>
                  <a:lnTo>
                    <a:pt x="7247154" y="2388443"/>
                  </a:lnTo>
                  <a:lnTo>
                    <a:pt x="7247491" y="2388366"/>
                  </a:lnTo>
                  <a:lnTo>
                    <a:pt x="7247827" y="2388259"/>
                  </a:lnTo>
                  <a:lnTo>
                    <a:pt x="7248163" y="2388098"/>
                  </a:lnTo>
                  <a:lnTo>
                    <a:pt x="7248500" y="2387685"/>
                  </a:lnTo>
                  <a:lnTo>
                    <a:pt x="7248836" y="2387287"/>
                  </a:lnTo>
                  <a:lnTo>
                    <a:pt x="7249173" y="2386981"/>
                  </a:lnTo>
                  <a:lnTo>
                    <a:pt x="7249509" y="2386675"/>
                  </a:lnTo>
                  <a:lnTo>
                    <a:pt x="7249846" y="2386407"/>
                  </a:lnTo>
                  <a:lnTo>
                    <a:pt x="7250182" y="2386262"/>
                  </a:lnTo>
                  <a:lnTo>
                    <a:pt x="7250519" y="2386262"/>
                  </a:lnTo>
                  <a:lnTo>
                    <a:pt x="7250855" y="2386262"/>
                  </a:lnTo>
                  <a:lnTo>
                    <a:pt x="7251192" y="2386346"/>
                  </a:lnTo>
                  <a:lnTo>
                    <a:pt x="7251528" y="2386591"/>
                  </a:lnTo>
                  <a:lnTo>
                    <a:pt x="7251865" y="2386859"/>
                  </a:lnTo>
                  <a:lnTo>
                    <a:pt x="7252201" y="2387440"/>
                  </a:lnTo>
                  <a:lnTo>
                    <a:pt x="7252537" y="2388267"/>
                  </a:lnTo>
                  <a:lnTo>
                    <a:pt x="7252874" y="2389246"/>
                  </a:lnTo>
                  <a:lnTo>
                    <a:pt x="7253210" y="2390525"/>
                  </a:lnTo>
                  <a:lnTo>
                    <a:pt x="7253547" y="2392430"/>
                  </a:lnTo>
                  <a:lnTo>
                    <a:pt x="7253883" y="2393944"/>
                  </a:lnTo>
                  <a:lnTo>
                    <a:pt x="7254220" y="2395310"/>
                  </a:lnTo>
                  <a:lnTo>
                    <a:pt x="7254556" y="2396593"/>
                  </a:lnTo>
                  <a:lnTo>
                    <a:pt x="7254893" y="2397874"/>
                  </a:lnTo>
                  <a:lnTo>
                    <a:pt x="7255229" y="2399025"/>
                  </a:lnTo>
                  <a:lnTo>
                    <a:pt x="7255566" y="2400115"/>
                  </a:lnTo>
                  <a:lnTo>
                    <a:pt x="7255902" y="2401302"/>
                  </a:lnTo>
                  <a:lnTo>
                    <a:pt x="7256239" y="2402760"/>
                  </a:lnTo>
                  <a:lnTo>
                    <a:pt x="7256575" y="2404219"/>
                  </a:lnTo>
                  <a:lnTo>
                    <a:pt x="7256911" y="2405588"/>
                  </a:lnTo>
                  <a:lnTo>
                    <a:pt x="7257248" y="2406800"/>
                  </a:lnTo>
                  <a:lnTo>
                    <a:pt x="7257584" y="2407852"/>
                  </a:lnTo>
                  <a:lnTo>
                    <a:pt x="7257921" y="2408816"/>
                  </a:lnTo>
                  <a:lnTo>
                    <a:pt x="7258257" y="2409710"/>
                  </a:lnTo>
                  <a:lnTo>
                    <a:pt x="7258594" y="2410341"/>
                  </a:lnTo>
                  <a:lnTo>
                    <a:pt x="7258930" y="2411057"/>
                  </a:lnTo>
                  <a:lnTo>
                    <a:pt x="7259267" y="2411833"/>
                  </a:lnTo>
                  <a:lnTo>
                    <a:pt x="7259603" y="2412976"/>
                  </a:lnTo>
                  <a:lnTo>
                    <a:pt x="7259940" y="2414199"/>
                  </a:lnTo>
                  <a:lnTo>
                    <a:pt x="7260276" y="2415228"/>
                  </a:lnTo>
                  <a:lnTo>
                    <a:pt x="7260613" y="2416362"/>
                  </a:lnTo>
                  <a:lnTo>
                    <a:pt x="7260949" y="2417646"/>
                  </a:lnTo>
                  <a:lnTo>
                    <a:pt x="7261285" y="2418835"/>
                  </a:lnTo>
                  <a:lnTo>
                    <a:pt x="7261622" y="2419975"/>
                  </a:lnTo>
                  <a:lnTo>
                    <a:pt x="7261958" y="2421261"/>
                  </a:lnTo>
                  <a:lnTo>
                    <a:pt x="7262295" y="2422478"/>
                  </a:lnTo>
                  <a:lnTo>
                    <a:pt x="7262631" y="2423855"/>
                  </a:lnTo>
                  <a:lnTo>
                    <a:pt x="7262968" y="2425271"/>
                  </a:lnTo>
                  <a:lnTo>
                    <a:pt x="7263304" y="2426656"/>
                  </a:lnTo>
                  <a:lnTo>
                    <a:pt x="7263641" y="2428034"/>
                  </a:lnTo>
                  <a:lnTo>
                    <a:pt x="7263977" y="2429305"/>
                  </a:lnTo>
                  <a:lnTo>
                    <a:pt x="7264314" y="2430682"/>
                  </a:lnTo>
                  <a:lnTo>
                    <a:pt x="7264650" y="2431937"/>
                  </a:lnTo>
                  <a:lnTo>
                    <a:pt x="7264986" y="2433055"/>
                  </a:lnTo>
                  <a:lnTo>
                    <a:pt x="7265323" y="2434142"/>
                  </a:lnTo>
                  <a:lnTo>
                    <a:pt x="7265659" y="2435159"/>
                  </a:lnTo>
                  <a:lnTo>
                    <a:pt x="7265996" y="2436131"/>
                  </a:lnTo>
                  <a:lnTo>
                    <a:pt x="7266332" y="2437310"/>
                  </a:lnTo>
                  <a:lnTo>
                    <a:pt x="7266669" y="2438458"/>
                  </a:lnTo>
                  <a:lnTo>
                    <a:pt x="7267005" y="2439476"/>
                  </a:lnTo>
                  <a:lnTo>
                    <a:pt x="7267342" y="2440548"/>
                  </a:lnTo>
                  <a:lnTo>
                    <a:pt x="7267678" y="2441466"/>
                  </a:lnTo>
                  <a:lnTo>
                    <a:pt x="7268015" y="2442346"/>
                  </a:lnTo>
                  <a:lnTo>
                    <a:pt x="7268351" y="2443333"/>
                  </a:lnTo>
                  <a:lnTo>
                    <a:pt x="7268688" y="2444405"/>
                  </a:lnTo>
                  <a:lnTo>
                    <a:pt x="7269024" y="2445446"/>
                  </a:lnTo>
                  <a:lnTo>
                    <a:pt x="7269360" y="2446387"/>
                  </a:lnTo>
                  <a:lnTo>
                    <a:pt x="7269697" y="2447474"/>
                  </a:lnTo>
                  <a:lnTo>
                    <a:pt x="7270033" y="2448698"/>
                  </a:lnTo>
                  <a:lnTo>
                    <a:pt x="7270370" y="2449954"/>
                  </a:lnTo>
                  <a:lnTo>
                    <a:pt x="7270706" y="2451301"/>
                  </a:lnTo>
                  <a:lnTo>
                    <a:pt x="7271043" y="2452778"/>
                  </a:lnTo>
                  <a:lnTo>
                    <a:pt x="7271379" y="2453956"/>
                  </a:lnTo>
                  <a:lnTo>
                    <a:pt x="7271716" y="2454974"/>
                  </a:lnTo>
                  <a:lnTo>
                    <a:pt x="7272052" y="2455946"/>
                  </a:lnTo>
                  <a:lnTo>
                    <a:pt x="7272389" y="2456719"/>
                  </a:lnTo>
                  <a:lnTo>
                    <a:pt x="7272725" y="2457485"/>
                  </a:lnTo>
                  <a:lnTo>
                    <a:pt x="7273062" y="2458250"/>
                  </a:lnTo>
                  <a:lnTo>
                    <a:pt x="7273398" y="2458793"/>
                  </a:lnTo>
                  <a:lnTo>
                    <a:pt x="7273734" y="2459253"/>
                  </a:lnTo>
                  <a:lnTo>
                    <a:pt x="7274071" y="2459712"/>
                  </a:lnTo>
                  <a:lnTo>
                    <a:pt x="7274407" y="2460148"/>
                  </a:lnTo>
                  <a:lnTo>
                    <a:pt x="7274744" y="2460439"/>
                  </a:lnTo>
                  <a:lnTo>
                    <a:pt x="7275080" y="2460477"/>
                  </a:lnTo>
                  <a:lnTo>
                    <a:pt x="7275417" y="2460408"/>
                  </a:lnTo>
                  <a:lnTo>
                    <a:pt x="7275753" y="2460186"/>
                  </a:lnTo>
                  <a:lnTo>
                    <a:pt x="7276090" y="2459880"/>
                  </a:lnTo>
                  <a:lnTo>
                    <a:pt x="7276426" y="2459574"/>
                  </a:lnTo>
                  <a:lnTo>
                    <a:pt x="7276763" y="2459268"/>
                  </a:lnTo>
                  <a:lnTo>
                    <a:pt x="7277099" y="2458847"/>
                  </a:lnTo>
                  <a:lnTo>
                    <a:pt x="7277436" y="2458533"/>
                  </a:lnTo>
                  <a:lnTo>
                    <a:pt x="7277772" y="2458227"/>
                  </a:lnTo>
                  <a:lnTo>
                    <a:pt x="7278108" y="2457921"/>
                  </a:lnTo>
                  <a:lnTo>
                    <a:pt x="7278445" y="2457615"/>
                  </a:lnTo>
                  <a:lnTo>
                    <a:pt x="7278781" y="2457309"/>
                  </a:lnTo>
                  <a:lnTo>
                    <a:pt x="7279118" y="2457002"/>
                  </a:lnTo>
                  <a:lnTo>
                    <a:pt x="7279454" y="2456375"/>
                  </a:lnTo>
                  <a:lnTo>
                    <a:pt x="7279791" y="2455533"/>
                  </a:lnTo>
                  <a:lnTo>
                    <a:pt x="7280127" y="2454462"/>
                  </a:lnTo>
                  <a:lnTo>
                    <a:pt x="7280464" y="2453237"/>
                  </a:lnTo>
                  <a:lnTo>
                    <a:pt x="7280800" y="2451936"/>
                  </a:lnTo>
                  <a:lnTo>
                    <a:pt x="7281137" y="2450413"/>
                  </a:lnTo>
                  <a:lnTo>
                    <a:pt x="7281473" y="2448882"/>
                  </a:lnTo>
                  <a:lnTo>
                    <a:pt x="7281810" y="2447351"/>
                  </a:lnTo>
                  <a:lnTo>
                    <a:pt x="7282146" y="2445936"/>
                  </a:lnTo>
                  <a:lnTo>
                    <a:pt x="7282482" y="2444558"/>
                  </a:lnTo>
                  <a:lnTo>
                    <a:pt x="7282819" y="2443119"/>
                  </a:lnTo>
                  <a:lnTo>
                    <a:pt x="7283155" y="2441795"/>
                  </a:lnTo>
                  <a:lnTo>
                    <a:pt x="7283492" y="2440535"/>
                  </a:lnTo>
                  <a:lnTo>
                    <a:pt x="7283828" y="2438850"/>
                  </a:lnTo>
                  <a:lnTo>
                    <a:pt x="7284165" y="2437148"/>
                  </a:lnTo>
                  <a:lnTo>
                    <a:pt x="7284501" y="2435833"/>
                  </a:lnTo>
                  <a:lnTo>
                    <a:pt x="7284838" y="2434528"/>
                  </a:lnTo>
                  <a:lnTo>
                    <a:pt x="7285174" y="2433218"/>
                  </a:lnTo>
                  <a:lnTo>
                    <a:pt x="7285511" y="2431840"/>
                  </a:lnTo>
                  <a:lnTo>
                    <a:pt x="7285847" y="2430432"/>
                  </a:lnTo>
                  <a:lnTo>
                    <a:pt x="7286184" y="2429054"/>
                  </a:lnTo>
                  <a:lnTo>
                    <a:pt x="7286520" y="2427695"/>
                  </a:lnTo>
                  <a:lnTo>
                    <a:pt x="7286856" y="2426249"/>
                  </a:lnTo>
                  <a:lnTo>
                    <a:pt x="7287193" y="2424658"/>
                  </a:lnTo>
                  <a:lnTo>
                    <a:pt x="7287529" y="2423121"/>
                  </a:lnTo>
                  <a:lnTo>
                    <a:pt x="7287866" y="2421744"/>
                  </a:lnTo>
                  <a:lnTo>
                    <a:pt x="7288202" y="2420769"/>
                  </a:lnTo>
                  <a:lnTo>
                    <a:pt x="7288539" y="2419730"/>
                  </a:lnTo>
                  <a:lnTo>
                    <a:pt x="7288875" y="2419022"/>
                  </a:lnTo>
                  <a:lnTo>
                    <a:pt x="7289212" y="2418396"/>
                  </a:lnTo>
                  <a:lnTo>
                    <a:pt x="7289548" y="2417748"/>
                  </a:lnTo>
                  <a:lnTo>
                    <a:pt x="7289885" y="2417189"/>
                  </a:lnTo>
                  <a:lnTo>
                    <a:pt x="7290221" y="2416706"/>
                  </a:lnTo>
                  <a:lnTo>
                    <a:pt x="7290558" y="2416141"/>
                  </a:lnTo>
                  <a:lnTo>
                    <a:pt x="7290894" y="2415684"/>
                  </a:lnTo>
                  <a:lnTo>
                    <a:pt x="7291230" y="2415239"/>
                  </a:lnTo>
                  <a:lnTo>
                    <a:pt x="7291567" y="2414847"/>
                  </a:lnTo>
                  <a:lnTo>
                    <a:pt x="7291903" y="2414620"/>
                  </a:lnTo>
                  <a:lnTo>
                    <a:pt x="7292240" y="2414675"/>
                  </a:lnTo>
                  <a:lnTo>
                    <a:pt x="7292576" y="2414556"/>
                  </a:lnTo>
                  <a:lnTo>
                    <a:pt x="7292913" y="2414274"/>
                  </a:lnTo>
                  <a:lnTo>
                    <a:pt x="7293249" y="2413695"/>
                  </a:lnTo>
                  <a:lnTo>
                    <a:pt x="7293586" y="2413241"/>
                  </a:lnTo>
                  <a:lnTo>
                    <a:pt x="7293922" y="2412963"/>
                  </a:lnTo>
                  <a:lnTo>
                    <a:pt x="7294259" y="2412661"/>
                  </a:lnTo>
                  <a:lnTo>
                    <a:pt x="7294595" y="2412340"/>
                  </a:lnTo>
                  <a:lnTo>
                    <a:pt x="7294932" y="2411837"/>
                  </a:lnTo>
                  <a:lnTo>
                    <a:pt x="7295268" y="2411527"/>
                  </a:lnTo>
                  <a:lnTo>
                    <a:pt x="7295604" y="2411440"/>
                  </a:lnTo>
                  <a:lnTo>
                    <a:pt x="7295941" y="2411360"/>
                  </a:lnTo>
                  <a:lnTo>
                    <a:pt x="7296277" y="2411426"/>
                  </a:lnTo>
                  <a:lnTo>
                    <a:pt x="7296614" y="2411591"/>
                  </a:lnTo>
                  <a:lnTo>
                    <a:pt x="7296950" y="2411766"/>
                  </a:lnTo>
                  <a:lnTo>
                    <a:pt x="7297287" y="2411942"/>
                  </a:lnTo>
                  <a:lnTo>
                    <a:pt x="7297623" y="2412142"/>
                  </a:lnTo>
                  <a:lnTo>
                    <a:pt x="7297960" y="2412567"/>
                  </a:lnTo>
                  <a:lnTo>
                    <a:pt x="7298296" y="2412891"/>
                  </a:lnTo>
                  <a:lnTo>
                    <a:pt x="7298633" y="2413381"/>
                  </a:lnTo>
                  <a:lnTo>
                    <a:pt x="7298969" y="2413550"/>
                  </a:lnTo>
                  <a:lnTo>
                    <a:pt x="7299305" y="2413703"/>
                  </a:lnTo>
                  <a:lnTo>
                    <a:pt x="7299642" y="2413856"/>
                  </a:lnTo>
                  <a:lnTo>
                    <a:pt x="7299978" y="2413994"/>
                  </a:lnTo>
                  <a:lnTo>
                    <a:pt x="7300315" y="2413971"/>
                  </a:lnTo>
                  <a:lnTo>
                    <a:pt x="7300651" y="2413764"/>
                  </a:lnTo>
                  <a:lnTo>
                    <a:pt x="7300988" y="2413527"/>
                  </a:lnTo>
                  <a:lnTo>
                    <a:pt x="7301324" y="2413374"/>
                  </a:lnTo>
                  <a:lnTo>
                    <a:pt x="7301661" y="2413083"/>
                  </a:lnTo>
                  <a:lnTo>
                    <a:pt x="7301997" y="2413037"/>
                  </a:lnTo>
                  <a:lnTo>
                    <a:pt x="7302334" y="2413037"/>
                  </a:lnTo>
                  <a:lnTo>
                    <a:pt x="7302670" y="2412953"/>
                  </a:lnTo>
                  <a:lnTo>
                    <a:pt x="7303007" y="2412680"/>
                  </a:lnTo>
                  <a:lnTo>
                    <a:pt x="7303343" y="2412299"/>
                  </a:lnTo>
                  <a:lnTo>
                    <a:pt x="7303679" y="2412328"/>
                  </a:lnTo>
                  <a:lnTo>
                    <a:pt x="7304016" y="2412736"/>
                  </a:lnTo>
                  <a:lnTo>
                    <a:pt x="7304352" y="2413057"/>
                  </a:lnTo>
                  <a:lnTo>
                    <a:pt x="7304689" y="2413298"/>
                  </a:lnTo>
                  <a:lnTo>
                    <a:pt x="7305025" y="2413624"/>
                  </a:lnTo>
                  <a:lnTo>
                    <a:pt x="7305362" y="2414109"/>
                  </a:lnTo>
                  <a:lnTo>
                    <a:pt x="7305698" y="2414596"/>
                  </a:lnTo>
                  <a:lnTo>
                    <a:pt x="7306035" y="2415346"/>
                  </a:lnTo>
                  <a:lnTo>
                    <a:pt x="7306371" y="2416089"/>
                  </a:lnTo>
                  <a:lnTo>
                    <a:pt x="7306708" y="2416832"/>
                  </a:lnTo>
                  <a:lnTo>
                    <a:pt x="7307044" y="2417501"/>
                  </a:lnTo>
                  <a:lnTo>
                    <a:pt x="7307381" y="2418164"/>
                  </a:lnTo>
                  <a:lnTo>
                    <a:pt x="7307717" y="2418877"/>
                  </a:lnTo>
                  <a:lnTo>
                    <a:pt x="7308053" y="2419566"/>
                  </a:lnTo>
                  <a:lnTo>
                    <a:pt x="7308390" y="2420302"/>
                  </a:lnTo>
                  <a:lnTo>
                    <a:pt x="7308726" y="2420211"/>
                  </a:lnTo>
                  <a:lnTo>
                    <a:pt x="7309063" y="2419398"/>
                  </a:lnTo>
                  <a:lnTo>
                    <a:pt x="7309399" y="2418445"/>
                  </a:lnTo>
                  <a:lnTo>
                    <a:pt x="7309736" y="2417777"/>
                  </a:lnTo>
                  <a:lnTo>
                    <a:pt x="7310072" y="2416843"/>
                  </a:lnTo>
                  <a:lnTo>
                    <a:pt x="7310409" y="2415760"/>
                  </a:lnTo>
                  <a:lnTo>
                    <a:pt x="7310745" y="2414669"/>
                  </a:lnTo>
                  <a:lnTo>
                    <a:pt x="7311082" y="2413556"/>
                  </a:lnTo>
                  <a:lnTo>
                    <a:pt x="7311418" y="2412382"/>
                  </a:lnTo>
                  <a:lnTo>
                    <a:pt x="7311755" y="2410960"/>
                  </a:lnTo>
                  <a:lnTo>
                    <a:pt x="7312091" y="2409472"/>
                  </a:lnTo>
                  <a:lnTo>
                    <a:pt x="7312427" y="2407635"/>
                  </a:lnTo>
                  <a:lnTo>
                    <a:pt x="7312764" y="2405798"/>
                  </a:lnTo>
                  <a:lnTo>
                    <a:pt x="7313100" y="2403961"/>
                  </a:lnTo>
                  <a:lnTo>
                    <a:pt x="7313437" y="2402377"/>
                  </a:lnTo>
                  <a:lnTo>
                    <a:pt x="7313773" y="2401397"/>
                  </a:lnTo>
                  <a:lnTo>
                    <a:pt x="7314110" y="2400984"/>
                  </a:lnTo>
                  <a:lnTo>
                    <a:pt x="7314446" y="2400861"/>
                  </a:lnTo>
                  <a:lnTo>
                    <a:pt x="7314783" y="2400869"/>
                  </a:lnTo>
                  <a:lnTo>
                    <a:pt x="7315119" y="2401053"/>
                  </a:lnTo>
                  <a:lnTo>
                    <a:pt x="7315456" y="2401367"/>
                  </a:lnTo>
                  <a:lnTo>
                    <a:pt x="7315792" y="2401933"/>
                  </a:lnTo>
                  <a:lnTo>
                    <a:pt x="7316129" y="2402545"/>
                  </a:lnTo>
                  <a:lnTo>
                    <a:pt x="7316465" y="2403158"/>
                  </a:lnTo>
                  <a:lnTo>
                    <a:pt x="7316801" y="2403900"/>
                  </a:lnTo>
                  <a:lnTo>
                    <a:pt x="7317138" y="2404512"/>
                  </a:lnTo>
                  <a:lnTo>
                    <a:pt x="7317474" y="2404987"/>
                  </a:lnTo>
                  <a:lnTo>
                    <a:pt x="7317811" y="2405002"/>
                  </a:lnTo>
                  <a:lnTo>
                    <a:pt x="7318147" y="2405002"/>
                  </a:lnTo>
                  <a:lnTo>
                    <a:pt x="7318484" y="2404635"/>
                  </a:lnTo>
                  <a:lnTo>
                    <a:pt x="7318820" y="2404467"/>
                  </a:lnTo>
                  <a:lnTo>
                    <a:pt x="7319157" y="2404342"/>
                  </a:lnTo>
                  <a:lnTo>
                    <a:pt x="7319493" y="2404049"/>
                  </a:lnTo>
                  <a:lnTo>
                    <a:pt x="7319830" y="2403417"/>
                  </a:lnTo>
                  <a:lnTo>
                    <a:pt x="7320166" y="2402467"/>
                  </a:lnTo>
                  <a:lnTo>
                    <a:pt x="7320503" y="2401387"/>
                  </a:lnTo>
                  <a:lnTo>
                    <a:pt x="7320839" y="2400054"/>
                  </a:lnTo>
                  <a:lnTo>
                    <a:pt x="7321175" y="2398676"/>
                  </a:lnTo>
                  <a:lnTo>
                    <a:pt x="7321512" y="2397264"/>
                  </a:lnTo>
                  <a:lnTo>
                    <a:pt x="7321848" y="2395926"/>
                  </a:lnTo>
                  <a:lnTo>
                    <a:pt x="7322185" y="2394744"/>
                  </a:lnTo>
                  <a:lnTo>
                    <a:pt x="7322521" y="2393590"/>
                  </a:lnTo>
                  <a:lnTo>
                    <a:pt x="7322858" y="2392725"/>
                  </a:lnTo>
                  <a:lnTo>
                    <a:pt x="7323194" y="2391872"/>
                  </a:lnTo>
                  <a:lnTo>
                    <a:pt x="7323531" y="2391053"/>
                  </a:lnTo>
                  <a:lnTo>
                    <a:pt x="7323867" y="2390210"/>
                  </a:lnTo>
                  <a:lnTo>
                    <a:pt x="7324204" y="2389450"/>
                  </a:lnTo>
                  <a:lnTo>
                    <a:pt x="7324540" y="2388640"/>
                  </a:lnTo>
                  <a:lnTo>
                    <a:pt x="7324877" y="2388249"/>
                  </a:lnTo>
                  <a:lnTo>
                    <a:pt x="7325213" y="2387822"/>
                  </a:lnTo>
                  <a:lnTo>
                    <a:pt x="7325549" y="2387394"/>
                  </a:lnTo>
                  <a:lnTo>
                    <a:pt x="7325886" y="2386928"/>
                  </a:lnTo>
                  <a:lnTo>
                    <a:pt x="7326222" y="2386347"/>
                  </a:lnTo>
                  <a:lnTo>
                    <a:pt x="7326559" y="2385781"/>
                  </a:lnTo>
                  <a:lnTo>
                    <a:pt x="7326895" y="2384970"/>
                  </a:lnTo>
                  <a:lnTo>
                    <a:pt x="7327232" y="2383710"/>
                  </a:lnTo>
                  <a:lnTo>
                    <a:pt x="7327568" y="2382487"/>
                  </a:lnTo>
                  <a:lnTo>
                    <a:pt x="7327905" y="2381096"/>
                  </a:lnTo>
                  <a:lnTo>
                    <a:pt x="7328241" y="2379652"/>
                  </a:lnTo>
                  <a:lnTo>
                    <a:pt x="7328578" y="2378249"/>
                  </a:lnTo>
                  <a:lnTo>
                    <a:pt x="7328914" y="2376940"/>
                  </a:lnTo>
                  <a:lnTo>
                    <a:pt x="7329250" y="2375410"/>
                  </a:lnTo>
                  <a:lnTo>
                    <a:pt x="7329587" y="2373871"/>
                  </a:lnTo>
                  <a:lnTo>
                    <a:pt x="7329923" y="2372340"/>
                  </a:lnTo>
                  <a:lnTo>
                    <a:pt x="7330260" y="2370810"/>
                  </a:lnTo>
                  <a:lnTo>
                    <a:pt x="7330596" y="2369279"/>
                  </a:lnTo>
                  <a:lnTo>
                    <a:pt x="7330933" y="2367787"/>
                  </a:lnTo>
                  <a:lnTo>
                    <a:pt x="7331269" y="2366409"/>
                  </a:lnTo>
                  <a:lnTo>
                    <a:pt x="7331606" y="2365062"/>
                  </a:lnTo>
                  <a:lnTo>
                    <a:pt x="7331942" y="2364090"/>
                  </a:lnTo>
                  <a:lnTo>
                    <a:pt x="7332279" y="2363577"/>
                  </a:lnTo>
                  <a:lnTo>
                    <a:pt x="7332615" y="2363149"/>
                  </a:lnTo>
                  <a:lnTo>
                    <a:pt x="7332952" y="2363057"/>
                  </a:lnTo>
                  <a:lnTo>
                    <a:pt x="7333288" y="2363195"/>
                  </a:lnTo>
                  <a:lnTo>
                    <a:pt x="7333624" y="2363401"/>
                  </a:lnTo>
                  <a:lnTo>
                    <a:pt x="7333961" y="2363830"/>
                  </a:lnTo>
                  <a:lnTo>
                    <a:pt x="7334297" y="2364442"/>
                  </a:lnTo>
                  <a:lnTo>
                    <a:pt x="7334634" y="2365054"/>
                  </a:lnTo>
                  <a:lnTo>
                    <a:pt x="7334970" y="2365667"/>
                  </a:lnTo>
                  <a:lnTo>
                    <a:pt x="7335307" y="2366279"/>
                  </a:lnTo>
                  <a:lnTo>
                    <a:pt x="7335643" y="2366891"/>
                  </a:lnTo>
                  <a:lnTo>
                    <a:pt x="7335980" y="2367503"/>
                  </a:lnTo>
                  <a:lnTo>
                    <a:pt x="7336316" y="2368116"/>
                  </a:lnTo>
                  <a:lnTo>
                    <a:pt x="7336653" y="2368728"/>
                  </a:lnTo>
                  <a:lnTo>
                    <a:pt x="7336989" y="2369340"/>
                  </a:lnTo>
                  <a:lnTo>
                    <a:pt x="7337326" y="2369953"/>
                  </a:lnTo>
                  <a:lnTo>
                    <a:pt x="7337662" y="2370565"/>
                  </a:lnTo>
                  <a:lnTo>
                    <a:pt x="7337998" y="2371062"/>
                  </a:lnTo>
                  <a:lnTo>
                    <a:pt x="7338335" y="2371384"/>
                  </a:lnTo>
                  <a:lnTo>
                    <a:pt x="7338671" y="2371636"/>
                  </a:lnTo>
                  <a:lnTo>
                    <a:pt x="7339008" y="2371721"/>
                  </a:lnTo>
                  <a:lnTo>
                    <a:pt x="7339344" y="2371629"/>
                  </a:lnTo>
                  <a:lnTo>
                    <a:pt x="7339681" y="2371575"/>
                  </a:lnTo>
                  <a:lnTo>
                    <a:pt x="7340017" y="2371422"/>
                  </a:lnTo>
                  <a:lnTo>
                    <a:pt x="7340354" y="2371269"/>
                  </a:lnTo>
                  <a:lnTo>
                    <a:pt x="7340690" y="2371116"/>
                  </a:lnTo>
                  <a:lnTo>
                    <a:pt x="7341027" y="2370963"/>
                  </a:lnTo>
                  <a:lnTo>
                    <a:pt x="7341363" y="2370810"/>
                  </a:lnTo>
                  <a:lnTo>
                    <a:pt x="7341700" y="2370657"/>
                  </a:lnTo>
                  <a:lnTo>
                    <a:pt x="7342036" y="2370504"/>
                  </a:lnTo>
                  <a:lnTo>
                    <a:pt x="7342372" y="2370465"/>
                  </a:lnTo>
                  <a:lnTo>
                    <a:pt x="7342709" y="2370404"/>
                  </a:lnTo>
                  <a:lnTo>
                    <a:pt x="7343045" y="2370006"/>
                  </a:lnTo>
                  <a:lnTo>
                    <a:pt x="7343382" y="2369547"/>
                  </a:lnTo>
                  <a:lnTo>
                    <a:pt x="7343718" y="2369088"/>
                  </a:lnTo>
                  <a:lnTo>
                    <a:pt x="7344055" y="2368629"/>
                  </a:lnTo>
                  <a:lnTo>
                    <a:pt x="7344391" y="2368593"/>
                  </a:lnTo>
                  <a:lnTo>
                    <a:pt x="7344728" y="2368557"/>
                  </a:lnTo>
                  <a:lnTo>
                    <a:pt x="7345064" y="2368651"/>
                  </a:lnTo>
                  <a:lnTo>
                    <a:pt x="7345401" y="2368746"/>
                  </a:lnTo>
                  <a:lnTo>
                    <a:pt x="7345737" y="2368648"/>
                  </a:lnTo>
                  <a:lnTo>
                    <a:pt x="7346074" y="2368550"/>
                  </a:lnTo>
                  <a:lnTo>
                    <a:pt x="7346410" y="2368402"/>
                  </a:lnTo>
                  <a:lnTo>
                    <a:pt x="7346746" y="2368526"/>
                  </a:lnTo>
                  <a:lnTo>
                    <a:pt x="7347083" y="2368864"/>
                  </a:lnTo>
                  <a:lnTo>
                    <a:pt x="7347419" y="2369432"/>
                  </a:lnTo>
                  <a:lnTo>
                    <a:pt x="7347756" y="2370175"/>
                  </a:lnTo>
                  <a:lnTo>
                    <a:pt x="7348092" y="2371147"/>
                  </a:lnTo>
                  <a:lnTo>
                    <a:pt x="7348429" y="2372386"/>
                  </a:lnTo>
                  <a:lnTo>
                    <a:pt x="7348765" y="2373632"/>
                  </a:lnTo>
                  <a:lnTo>
                    <a:pt x="7349102" y="2374878"/>
                  </a:lnTo>
                  <a:lnTo>
                    <a:pt x="7349438" y="2376000"/>
                  </a:lnTo>
                  <a:lnTo>
                    <a:pt x="7349775" y="2377083"/>
                  </a:lnTo>
                  <a:lnTo>
                    <a:pt x="7350111" y="2378044"/>
                  </a:lnTo>
                  <a:lnTo>
                    <a:pt x="7350448" y="2379012"/>
                  </a:lnTo>
                  <a:lnTo>
                    <a:pt x="7350784" y="2380144"/>
                  </a:lnTo>
                  <a:lnTo>
                    <a:pt x="7351120" y="2381571"/>
                  </a:lnTo>
                  <a:lnTo>
                    <a:pt x="7351457" y="2382890"/>
                  </a:lnTo>
                  <a:lnTo>
                    <a:pt x="7351793" y="2383830"/>
                  </a:lnTo>
                  <a:lnTo>
                    <a:pt x="7352130" y="2384676"/>
                  </a:lnTo>
                  <a:lnTo>
                    <a:pt x="7352466" y="2385373"/>
                  </a:lnTo>
                  <a:lnTo>
                    <a:pt x="7352803" y="2386017"/>
                  </a:lnTo>
                  <a:lnTo>
                    <a:pt x="7353139" y="2386848"/>
                  </a:lnTo>
                  <a:lnTo>
                    <a:pt x="7353476" y="2387506"/>
                  </a:lnTo>
                  <a:lnTo>
                    <a:pt x="7353812" y="2388056"/>
                  </a:lnTo>
                  <a:lnTo>
                    <a:pt x="7354149" y="2388497"/>
                  </a:lnTo>
                  <a:lnTo>
                    <a:pt x="7354485" y="2389121"/>
                  </a:lnTo>
                  <a:lnTo>
                    <a:pt x="7354822" y="2389837"/>
                  </a:lnTo>
                  <a:lnTo>
                    <a:pt x="7355158" y="2390521"/>
                  </a:lnTo>
                  <a:lnTo>
                    <a:pt x="7355494" y="2391073"/>
                  </a:lnTo>
                  <a:lnTo>
                    <a:pt x="7355831" y="2391688"/>
                  </a:lnTo>
                  <a:lnTo>
                    <a:pt x="7356167" y="2392048"/>
                  </a:lnTo>
                  <a:lnTo>
                    <a:pt x="7356504" y="2392250"/>
                  </a:lnTo>
                  <a:lnTo>
                    <a:pt x="7356840" y="2392504"/>
                  </a:lnTo>
                  <a:lnTo>
                    <a:pt x="7357177" y="2392738"/>
                  </a:lnTo>
                  <a:lnTo>
                    <a:pt x="7357513" y="2393020"/>
                  </a:lnTo>
                  <a:lnTo>
                    <a:pt x="7357850" y="2393510"/>
                  </a:lnTo>
                  <a:lnTo>
                    <a:pt x="7358186" y="2393965"/>
                  </a:lnTo>
                  <a:lnTo>
                    <a:pt x="7358523" y="2394302"/>
                  </a:lnTo>
                  <a:lnTo>
                    <a:pt x="7358859" y="2394242"/>
                  </a:lnTo>
                  <a:lnTo>
                    <a:pt x="7359196" y="2394117"/>
                  </a:lnTo>
                  <a:lnTo>
                    <a:pt x="7359532" y="2393650"/>
                  </a:lnTo>
                  <a:lnTo>
                    <a:pt x="7359868" y="2392892"/>
                  </a:lnTo>
                  <a:lnTo>
                    <a:pt x="7360205" y="2391950"/>
                  </a:lnTo>
                  <a:lnTo>
                    <a:pt x="7360541" y="2390908"/>
                  </a:lnTo>
                  <a:lnTo>
                    <a:pt x="7360878" y="2389671"/>
                  </a:lnTo>
                  <a:lnTo>
                    <a:pt x="7361214" y="2388326"/>
                  </a:lnTo>
                  <a:lnTo>
                    <a:pt x="7361551" y="2387079"/>
                  </a:lnTo>
                  <a:lnTo>
                    <a:pt x="7361887" y="2385644"/>
                  </a:lnTo>
                  <a:lnTo>
                    <a:pt x="7362224" y="2384064"/>
                  </a:lnTo>
                  <a:lnTo>
                    <a:pt x="7362560" y="2382133"/>
                  </a:lnTo>
                  <a:lnTo>
                    <a:pt x="7362897" y="2379939"/>
                  </a:lnTo>
                  <a:lnTo>
                    <a:pt x="7363233" y="2377775"/>
                  </a:lnTo>
                  <a:lnTo>
                    <a:pt x="7363569" y="2375711"/>
                  </a:lnTo>
                  <a:lnTo>
                    <a:pt x="7363906" y="2373879"/>
                  </a:lnTo>
                  <a:lnTo>
                    <a:pt x="7364242" y="2372166"/>
                  </a:lnTo>
                  <a:lnTo>
                    <a:pt x="7364579" y="2370685"/>
                  </a:lnTo>
                  <a:lnTo>
                    <a:pt x="7364915" y="2369302"/>
                  </a:lnTo>
                  <a:lnTo>
                    <a:pt x="7365252" y="2367886"/>
                  </a:lnTo>
                  <a:lnTo>
                    <a:pt x="7365588" y="2366708"/>
                  </a:lnTo>
                  <a:lnTo>
                    <a:pt x="7365925" y="2365698"/>
                  </a:lnTo>
                  <a:lnTo>
                    <a:pt x="7366261" y="2364932"/>
                  </a:lnTo>
                  <a:lnTo>
                    <a:pt x="7366598" y="2364213"/>
                  </a:lnTo>
                  <a:lnTo>
                    <a:pt x="7366934" y="2363746"/>
                  </a:lnTo>
                  <a:lnTo>
                    <a:pt x="7367271" y="2363692"/>
                  </a:lnTo>
                  <a:lnTo>
                    <a:pt x="7367607" y="2363991"/>
                  </a:lnTo>
                  <a:lnTo>
                    <a:pt x="7367943" y="2364504"/>
                  </a:lnTo>
                  <a:lnTo>
                    <a:pt x="7368280" y="2364978"/>
                  </a:lnTo>
                  <a:lnTo>
                    <a:pt x="7368616" y="2365437"/>
                  </a:lnTo>
                  <a:lnTo>
                    <a:pt x="7368953" y="2365897"/>
                  </a:lnTo>
                  <a:lnTo>
                    <a:pt x="7369289" y="2366356"/>
                  </a:lnTo>
                  <a:lnTo>
                    <a:pt x="7369626" y="2366731"/>
                  </a:lnTo>
                  <a:lnTo>
                    <a:pt x="7369962" y="2367098"/>
                  </a:lnTo>
                  <a:lnTo>
                    <a:pt x="7370299" y="2367519"/>
                  </a:lnTo>
                  <a:lnTo>
                    <a:pt x="7370635" y="2367932"/>
                  </a:lnTo>
                  <a:lnTo>
                    <a:pt x="7370972" y="2368478"/>
                  </a:lnTo>
                  <a:lnTo>
                    <a:pt x="7371308" y="2368786"/>
                  </a:lnTo>
                  <a:lnTo>
                    <a:pt x="7371645" y="2369060"/>
                  </a:lnTo>
                  <a:lnTo>
                    <a:pt x="7371981" y="2369413"/>
                  </a:lnTo>
                  <a:lnTo>
                    <a:pt x="7372317" y="2369700"/>
                  </a:lnTo>
                  <a:lnTo>
                    <a:pt x="7372654" y="2369862"/>
                  </a:lnTo>
                  <a:lnTo>
                    <a:pt x="7372990" y="2369985"/>
                  </a:lnTo>
                  <a:lnTo>
                    <a:pt x="7373327" y="2369928"/>
                  </a:lnTo>
                  <a:lnTo>
                    <a:pt x="7373663" y="2369854"/>
                  </a:lnTo>
                  <a:lnTo>
                    <a:pt x="7374000" y="2369780"/>
                  </a:lnTo>
                  <a:lnTo>
                    <a:pt x="7374336" y="2369668"/>
                  </a:lnTo>
                  <a:lnTo>
                    <a:pt x="7374673" y="2369611"/>
                  </a:lnTo>
                  <a:lnTo>
                    <a:pt x="7375009" y="2369561"/>
                  </a:lnTo>
                  <a:lnTo>
                    <a:pt x="7375346" y="2369436"/>
                  </a:lnTo>
                  <a:lnTo>
                    <a:pt x="7375682" y="2369360"/>
                  </a:lnTo>
                  <a:lnTo>
                    <a:pt x="7376019" y="2369731"/>
                  </a:lnTo>
                  <a:lnTo>
                    <a:pt x="7376355" y="2370647"/>
                  </a:lnTo>
                  <a:lnTo>
                    <a:pt x="7376691" y="2371683"/>
                  </a:lnTo>
                  <a:lnTo>
                    <a:pt x="7377028" y="2372657"/>
                  </a:lnTo>
                  <a:lnTo>
                    <a:pt x="7377364" y="2373721"/>
                  </a:lnTo>
                  <a:lnTo>
                    <a:pt x="7377701" y="2374797"/>
                  </a:lnTo>
                  <a:lnTo>
                    <a:pt x="7378037" y="2375804"/>
                  </a:lnTo>
                  <a:lnTo>
                    <a:pt x="7378374" y="2376587"/>
                  </a:lnTo>
                  <a:lnTo>
                    <a:pt x="7378710" y="2377148"/>
                  </a:lnTo>
                  <a:lnTo>
                    <a:pt x="7379047" y="2377958"/>
                  </a:lnTo>
                  <a:lnTo>
                    <a:pt x="7379383" y="2378835"/>
                  </a:lnTo>
                  <a:lnTo>
                    <a:pt x="7379720" y="2380059"/>
                  </a:lnTo>
                  <a:lnTo>
                    <a:pt x="7380056" y="2381284"/>
                  </a:lnTo>
                  <a:lnTo>
                    <a:pt x="7380393" y="2382508"/>
                  </a:lnTo>
                  <a:lnTo>
                    <a:pt x="7380729" y="2383564"/>
                  </a:lnTo>
                  <a:lnTo>
                    <a:pt x="7381065" y="2384016"/>
                  </a:lnTo>
                  <a:lnTo>
                    <a:pt x="7381402" y="2383817"/>
                  </a:lnTo>
                  <a:lnTo>
                    <a:pt x="7381738" y="2383358"/>
                  </a:lnTo>
                  <a:lnTo>
                    <a:pt x="7382075" y="2382899"/>
                  </a:lnTo>
                  <a:lnTo>
                    <a:pt x="7382411" y="2382439"/>
                  </a:lnTo>
                  <a:lnTo>
                    <a:pt x="7382748" y="2381980"/>
                  </a:lnTo>
                  <a:lnTo>
                    <a:pt x="7383084" y="2381605"/>
                  </a:lnTo>
                  <a:lnTo>
                    <a:pt x="7383421" y="2381475"/>
                  </a:lnTo>
                  <a:lnTo>
                    <a:pt x="7383757" y="2381628"/>
                  </a:lnTo>
                  <a:lnTo>
                    <a:pt x="7384094" y="2381651"/>
                  </a:lnTo>
                  <a:lnTo>
                    <a:pt x="7384430" y="2381804"/>
                  </a:lnTo>
                  <a:lnTo>
                    <a:pt x="7384767" y="2382095"/>
                  </a:lnTo>
                  <a:lnTo>
                    <a:pt x="7385103" y="2382845"/>
                  </a:lnTo>
                  <a:lnTo>
                    <a:pt x="7385439" y="2383610"/>
                  </a:lnTo>
                  <a:lnTo>
                    <a:pt x="7385776" y="2384659"/>
                  </a:lnTo>
                  <a:lnTo>
                    <a:pt x="7386112" y="2385507"/>
                  </a:lnTo>
                  <a:lnTo>
                    <a:pt x="7386449" y="2386329"/>
                  </a:lnTo>
                  <a:lnTo>
                    <a:pt x="7386785" y="2387135"/>
                  </a:lnTo>
                  <a:lnTo>
                    <a:pt x="7387122" y="2387935"/>
                  </a:lnTo>
                  <a:lnTo>
                    <a:pt x="7387458" y="2388854"/>
                  </a:lnTo>
                  <a:lnTo>
                    <a:pt x="7387795" y="2389651"/>
                  </a:lnTo>
                  <a:lnTo>
                    <a:pt x="7388131" y="2390418"/>
                  </a:lnTo>
                  <a:lnTo>
                    <a:pt x="7388468" y="2391184"/>
                  </a:lnTo>
                  <a:lnTo>
                    <a:pt x="7388804" y="2391983"/>
                  </a:lnTo>
                  <a:lnTo>
                    <a:pt x="7389141" y="2392801"/>
                  </a:lnTo>
                  <a:lnTo>
                    <a:pt x="7389477" y="2393485"/>
                  </a:lnTo>
                  <a:lnTo>
                    <a:pt x="7389813" y="2394081"/>
                  </a:lnTo>
                  <a:lnTo>
                    <a:pt x="7390150" y="2394326"/>
                  </a:lnTo>
                  <a:lnTo>
                    <a:pt x="7390486" y="2394414"/>
                  </a:lnTo>
                  <a:lnTo>
                    <a:pt x="7390823" y="2394292"/>
                  </a:lnTo>
                  <a:lnTo>
                    <a:pt x="7391159" y="2394023"/>
                  </a:lnTo>
                  <a:lnTo>
                    <a:pt x="7391496" y="2393839"/>
                  </a:lnTo>
                  <a:lnTo>
                    <a:pt x="7391832" y="2393890"/>
                  </a:lnTo>
                  <a:lnTo>
                    <a:pt x="7392169" y="2393829"/>
                  </a:lnTo>
                  <a:lnTo>
                    <a:pt x="7392505" y="2393829"/>
                  </a:lnTo>
                  <a:lnTo>
                    <a:pt x="7392842" y="2393860"/>
                  </a:lnTo>
                  <a:lnTo>
                    <a:pt x="7393178" y="2393776"/>
                  </a:lnTo>
                  <a:lnTo>
                    <a:pt x="7393515" y="2393776"/>
                  </a:lnTo>
                  <a:lnTo>
                    <a:pt x="7393851" y="2393761"/>
                  </a:lnTo>
                  <a:lnTo>
                    <a:pt x="7394187" y="2393921"/>
                  </a:lnTo>
                  <a:lnTo>
                    <a:pt x="7394524" y="2394534"/>
                  </a:lnTo>
                  <a:lnTo>
                    <a:pt x="7394860" y="2395176"/>
                  </a:lnTo>
                  <a:lnTo>
                    <a:pt x="7395197" y="2396236"/>
                  </a:lnTo>
                  <a:lnTo>
                    <a:pt x="7395533" y="2397378"/>
                  </a:lnTo>
                  <a:lnTo>
                    <a:pt x="7395870" y="2398326"/>
                  </a:lnTo>
                  <a:lnTo>
                    <a:pt x="7396206" y="2399457"/>
                  </a:lnTo>
                  <a:lnTo>
                    <a:pt x="7396543" y="2400577"/>
                  </a:lnTo>
                  <a:lnTo>
                    <a:pt x="7396879" y="2401382"/>
                  </a:lnTo>
                  <a:lnTo>
                    <a:pt x="7397216" y="2401863"/>
                  </a:lnTo>
                  <a:lnTo>
                    <a:pt x="7397552" y="2402228"/>
                  </a:lnTo>
                  <a:lnTo>
                    <a:pt x="7397888" y="2402555"/>
                  </a:lnTo>
                  <a:lnTo>
                    <a:pt x="7398225" y="2402975"/>
                  </a:lnTo>
                  <a:lnTo>
                    <a:pt x="7398561" y="2403302"/>
                  </a:lnTo>
                  <a:lnTo>
                    <a:pt x="7398898" y="2403577"/>
                  </a:lnTo>
                  <a:lnTo>
                    <a:pt x="7399234" y="2403307"/>
                  </a:lnTo>
                  <a:lnTo>
                    <a:pt x="7399571" y="2402551"/>
                  </a:lnTo>
                  <a:lnTo>
                    <a:pt x="7399907" y="2401710"/>
                  </a:lnTo>
                  <a:lnTo>
                    <a:pt x="7400244" y="2400570"/>
                  </a:lnTo>
                  <a:lnTo>
                    <a:pt x="7400580" y="2399385"/>
                  </a:lnTo>
                  <a:lnTo>
                    <a:pt x="7400917" y="2398196"/>
                  </a:lnTo>
                  <a:lnTo>
                    <a:pt x="7401253" y="2397010"/>
                  </a:lnTo>
                  <a:lnTo>
                    <a:pt x="7401590" y="2395836"/>
                  </a:lnTo>
                  <a:lnTo>
                    <a:pt x="7401926" y="2394635"/>
                  </a:lnTo>
                  <a:lnTo>
                    <a:pt x="7402262" y="2393716"/>
                  </a:lnTo>
                  <a:lnTo>
                    <a:pt x="7402599" y="2393141"/>
                  </a:lnTo>
                  <a:lnTo>
                    <a:pt x="7402935" y="2392621"/>
                  </a:lnTo>
                  <a:lnTo>
                    <a:pt x="7403272" y="2392298"/>
                  </a:lnTo>
                  <a:lnTo>
                    <a:pt x="7403608" y="2392004"/>
                  </a:lnTo>
                  <a:lnTo>
                    <a:pt x="7403945" y="2391741"/>
                  </a:lnTo>
                  <a:lnTo>
                    <a:pt x="7404281" y="2391615"/>
                  </a:lnTo>
                  <a:lnTo>
                    <a:pt x="7404618" y="2391439"/>
                  </a:lnTo>
                  <a:lnTo>
                    <a:pt x="7404954" y="2391264"/>
                  </a:lnTo>
                  <a:lnTo>
                    <a:pt x="7405291" y="2391160"/>
                  </a:lnTo>
                  <a:lnTo>
                    <a:pt x="7405627" y="2391023"/>
                  </a:lnTo>
                  <a:lnTo>
                    <a:pt x="7405964" y="2390847"/>
                  </a:lnTo>
                  <a:lnTo>
                    <a:pt x="7406300" y="2390672"/>
                  </a:lnTo>
                  <a:lnTo>
                    <a:pt x="7406636" y="2390637"/>
                  </a:lnTo>
                  <a:lnTo>
                    <a:pt x="7406973" y="2390770"/>
                  </a:lnTo>
                  <a:lnTo>
                    <a:pt x="7407309" y="2391010"/>
                  </a:lnTo>
                  <a:lnTo>
                    <a:pt x="7407646" y="2391282"/>
                  </a:lnTo>
                  <a:lnTo>
                    <a:pt x="7407982" y="2391614"/>
                  </a:lnTo>
                  <a:lnTo>
                    <a:pt x="7408319" y="2391696"/>
                  </a:lnTo>
                  <a:lnTo>
                    <a:pt x="7408655" y="2391472"/>
                  </a:lnTo>
                  <a:lnTo>
                    <a:pt x="7408992" y="2390867"/>
                  </a:lnTo>
                  <a:lnTo>
                    <a:pt x="7409328" y="2390301"/>
                  </a:lnTo>
                  <a:lnTo>
                    <a:pt x="7409665" y="2389841"/>
                  </a:lnTo>
                  <a:lnTo>
                    <a:pt x="7410001" y="2389290"/>
                  </a:lnTo>
                  <a:lnTo>
                    <a:pt x="7410338" y="2388869"/>
                  </a:lnTo>
                  <a:lnTo>
                    <a:pt x="7410674" y="2388387"/>
                  </a:lnTo>
                  <a:lnTo>
                    <a:pt x="7411010" y="2387798"/>
                  </a:lnTo>
                  <a:lnTo>
                    <a:pt x="7411347" y="2387174"/>
                  </a:lnTo>
                  <a:lnTo>
                    <a:pt x="7411683" y="2386176"/>
                  </a:lnTo>
                  <a:lnTo>
                    <a:pt x="7412020" y="2384889"/>
                  </a:lnTo>
                  <a:lnTo>
                    <a:pt x="7412356" y="2383381"/>
                  </a:lnTo>
                  <a:lnTo>
                    <a:pt x="7412693" y="2381767"/>
                  </a:lnTo>
                  <a:lnTo>
                    <a:pt x="7413029" y="2380339"/>
                  </a:lnTo>
                  <a:lnTo>
                    <a:pt x="7413366" y="2379024"/>
                  </a:lnTo>
                  <a:lnTo>
                    <a:pt x="7413702" y="2377998"/>
                  </a:lnTo>
                  <a:lnTo>
                    <a:pt x="7414039" y="2377153"/>
                  </a:lnTo>
                  <a:lnTo>
                    <a:pt x="7414375" y="2376314"/>
                  </a:lnTo>
                  <a:lnTo>
                    <a:pt x="7414712" y="2375476"/>
                  </a:lnTo>
                  <a:lnTo>
                    <a:pt x="7415048" y="2374741"/>
                  </a:lnTo>
                  <a:lnTo>
                    <a:pt x="7415384" y="2374022"/>
                  </a:lnTo>
                  <a:lnTo>
                    <a:pt x="7415721" y="2373442"/>
                  </a:lnTo>
                  <a:lnTo>
                    <a:pt x="7416057" y="2372994"/>
                  </a:lnTo>
                  <a:lnTo>
                    <a:pt x="7416394" y="2372818"/>
                  </a:lnTo>
                  <a:lnTo>
                    <a:pt x="7416730" y="2372786"/>
                  </a:lnTo>
                  <a:lnTo>
                    <a:pt x="7417067" y="2372828"/>
                  </a:lnTo>
                  <a:lnTo>
                    <a:pt x="7417403" y="2373022"/>
                  </a:lnTo>
                  <a:lnTo>
                    <a:pt x="7417740" y="2373141"/>
                  </a:lnTo>
                  <a:lnTo>
                    <a:pt x="7418076" y="2372963"/>
                  </a:lnTo>
                  <a:lnTo>
                    <a:pt x="7418413" y="2372915"/>
                  </a:lnTo>
                  <a:lnTo>
                    <a:pt x="7418749" y="2373022"/>
                  </a:lnTo>
                  <a:lnTo>
                    <a:pt x="7419086" y="2373229"/>
                  </a:lnTo>
                  <a:lnTo>
                    <a:pt x="7419422" y="2373244"/>
                  </a:lnTo>
                  <a:lnTo>
                    <a:pt x="7419758" y="2373397"/>
                  </a:lnTo>
                  <a:lnTo>
                    <a:pt x="7420095" y="2373765"/>
                  </a:lnTo>
                  <a:lnTo>
                    <a:pt x="7420431" y="2373851"/>
                  </a:lnTo>
                  <a:lnTo>
                    <a:pt x="7420768" y="2374135"/>
                  </a:lnTo>
                  <a:lnTo>
                    <a:pt x="7421104" y="2374556"/>
                  </a:lnTo>
                  <a:lnTo>
                    <a:pt x="7421441" y="2375152"/>
                  </a:lnTo>
                  <a:lnTo>
                    <a:pt x="7421777" y="2375736"/>
                  </a:lnTo>
                  <a:lnTo>
                    <a:pt x="7422114" y="2376239"/>
                  </a:lnTo>
                  <a:lnTo>
                    <a:pt x="7422450" y="2376848"/>
                  </a:lnTo>
                  <a:lnTo>
                    <a:pt x="7422787" y="2377526"/>
                  </a:lnTo>
                  <a:lnTo>
                    <a:pt x="7423123" y="2378280"/>
                  </a:lnTo>
                  <a:lnTo>
                    <a:pt x="7423460" y="2378958"/>
                  </a:lnTo>
                  <a:lnTo>
                    <a:pt x="7423796" y="2379680"/>
                  </a:lnTo>
                  <a:lnTo>
                    <a:pt x="7424132" y="2380264"/>
                  </a:lnTo>
                  <a:lnTo>
                    <a:pt x="7424469" y="2381005"/>
                  </a:lnTo>
                  <a:lnTo>
                    <a:pt x="7424805" y="2381633"/>
                  </a:lnTo>
                  <a:lnTo>
                    <a:pt x="7425142" y="2382214"/>
                  </a:lnTo>
                  <a:lnTo>
                    <a:pt x="7425478" y="2382831"/>
                  </a:lnTo>
                  <a:lnTo>
                    <a:pt x="7425815" y="2383398"/>
                  </a:lnTo>
                  <a:lnTo>
                    <a:pt x="7426151" y="2384278"/>
                  </a:lnTo>
                  <a:lnTo>
                    <a:pt x="7426488" y="2385090"/>
                  </a:lnTo>
                  <a:lnTo>
                    <a:pt x="7426824" y="2385946"/>
                  </a:lnTo>
                  <a:lnTo>
                    <a:pt x="7427161" y="2387076"/>
                  </a:lnTo>
                  <a:lnTo>
                    <a:pt x="7427497" y="2388358"/>
                  </a:lnTo>
                  <a:lnTo>
                    <a:pt x="7427834" y="2389768"/>
                  </a:lnTo>
                  <a:lnTo>
                    <a:pt x="7428170" y="2391200"/>
                  </a:lnTo>
                  <a:lnTo>
                    <a:pt x="7428506" y="2392682"/>
                  </a:lnTo>
                  <a:lnTo>
                    <a:pt x="7428843" y="2394101"/>
                  </a:lnTo>
                  <a:lnTo>
                    <a:pt x="7429179" y="2395727"/>
                  </a:lnTo>
                  <a:lnTo>
                    <a:pt x="7429516" y="2397680"/>
                  </a:lnTo>
                  <a:lnTo>
                    <a:pt x="7429852" y="2399809"/>
                  </a:lnTo>
                  <a:lnTo>
                    <a:pt x="7430189" y="2402069"/>
                  </a:lnTo>
                  <a:lnTo>
                    <a:pt x="7430525" y="2404292"/>
                  </a:lnTo>
                  <a:lnTo>
                    <a:pt x="7430862" y="2406270"/>
                  </a:lnTo>
                  <a:lnTo>
                    <a:pt x="7431198" y="2408016"/>
                  </a:lnTo>
                  <a:lnTo>
                    <a:pt x="7431535" y="2409643"/>
                  </a:lnTo>
                  <a:lnTo>
                    <a:pt x="7431871" y="2411037"/>
                  </a:lnTo>
                  <a:lnTo>
                    <a:pt x="7432207" y="2412377"/>
                  </a:lnTo>
                  <a:lnTo>
                    <a:pt x="7432544" y="2413834"/>
                  </a:lnTo>
                  <a:lnTo>
                    <a:pt x="7432880" y="2415148"/>
                  </a:lnTo>
                  <a:lnTo>
                    <a:pt x="7433217" y="2416312"/>
                  </a:lnTo>
                  <a:lnTo>
                    <a:pt x="7433553" y="2417383"/>
                  </a:lnTo>
                  <a:lnTo>
                    <a:pt x="7433890" y="2418409"/>
                  </a:lnTo>
                  <a:lnTo>
                    <a:pt x="7434226" y="2419182"/>
                  </a:lnTo>
                  <a:lnTo>
                    <a:pt x="7434563" y="2419557"/>
                  </a:lnTo>
                  <a:lnTo>
                    <a:pt x="7434899" y="2419718"/>
                  </a:lnTo>
                  <a:lnTo>
                    <a:pt x="7435236" y="2419718"/>
                  </a:lnTo>
                  <a:lnTo>
                    <a:pt x="7435572" y="2419855"/>
                  </a:lnTo>
                  <a:lnTo>
                    <a:pt x="7435909" y="2420008"/>
                  </a:lnTo>
                  <a:lnTo>
                    <a:pt x="7436245" y="2420161"/>
                  </a:lnTo>
                  <a:lnTo>
                    <a:pt x="7436581" y="2420315"/>
                  </a:lnTo>
                  <a:lnTo>
                    <a:pt x="7436918" y="2420552"/>
                  </a:lnTo>
                  <a:lnTo>
                    <a:pt x="7437254" y="2420858"/>
                  </a:lnTo>
                  <a:lnTo>
                    <a:pt x="7437591" y="2421156"/>
                  </a:lnTo>
                  <a:lnTo>
                    <a:pt x="7437927" y="2421309"/>
                  </a:lnTo>
                  <a:lnTo>
                    <a:pt x="7438264" y="2421223"/>
                  </a:lnTo>
                  <a:lnTo>
                    <a:pt x="7438600" y="2421221"/>
                  </a:lnTo>
                  <a:lnTo>
                    <a:pt x="7438937" y="2421253"/>
                  </a:lnTo>
                  <a:lnTo>
                    <a:pt x="7439273" y="2421290"/>
                  </a:lnTo>
                  <a:lnTo>
                    <a:pt x="7439610" y="2421447"/>
                  </a:lnTo>
                  <a:lnTo>
                    <a:pt x="7439946" y="2421661"/>
                  </a:lnTo>
                  <a:lnTo>
                    <a:pt x="7440283" y="2421943"/>
                  </a:lnTo>
                  <a:lnTo>
                    <a:pt x="7440619" y="2422113"/>
                  </a:lnTo>
                  <a:lnTo>
                    <a:pt x="7440955" y="2422270"/>
                  </a:lnTo>
                  <a:lnTo>
                    <a:pt x="7441292" y="2422427"/>
                  </a:lnTo>
                  <a:lnTo>
                    <a:pt x="7441628" y="2422446"/>
                  </a:lnTo>
                  <a:lnTo>
                    <a:pt x="7441965" y="2422381"/>
                  </a:lnTo>
                  <a:lnTo>
                    <a:pt x="7442301" y="2422259"/>
                  </a:lnTo>
                  <a:lnTo>
                    <a:pt x="7442638" y="2422145"/>
                  </a:lnTo>
                  <a:lnTo>
                    <a:pt x="7442974" y="2422176"/>
                  </a:lnTo>
                  <a:lnTo>
                    <a:pt x="7443311" y="2422164"/>
                  </a:lnTo>
                  <a:lnTo>
                    <a:pt x="7443647" y="2422070"/>
                  </a:lnTo>
                  <a:lnTo>
                    <a:pt x="7443984" y="2422070"/>
                  </a:lnTo>
                  <a:lnTo>
                    <a:pt x="7444320" y="2422063"/>
                  </a:lnTo>
                  <a:lnTo>
                    <a:pt x="7444657" y="2421910"/>
                  </a:lnTo>
                  <a:lnTo>
                    <a:pt x="7444993" y="2421688"/>
                  </a:lnTo>
                  <a:lnTo>
                    <a:pt x="7445329" y="2421466"/>
                  </a:lnTo>
                  <a:lnTo>
                    <a:pt x="7445666" y="2421489"/>
                  </a:lnTo>
                  <a:lnTo>
                    <a:pt x="7446002" y="2421795"/>
                  </a:lnTo>
                  <a:lnTo>
                    <a:pt x="7446339" y="2422101"/>
                  </a:lnTo>
                  <a:lnTo>
                    <a:pt x="7446675" y="2422545"/>
                  </a:lnTo>
                  <a:lnTo>
                    <a:pt x="7447012" y="2423004"/>
                  </a:lnTo>
                  <a:lnTo>
                    <a:pt x="7447348" y="2423463"/>
                  </a:lnTo>
                  <a:lnTo>
                    <a:pt x="7447685" y="2423923"/>
                  </a:lnTo>
                  <a:lnTo>
                    <a:pt x="7448021" y="2424382"/>
                  </a:lnTo>
                  <a:lnTo>
                    <a:pt x="7448358" y="2425048"/>
                  </a:lnTo>
                  <a:lnTo>
                    <a:pt x="7448694" y="2425813"/>
                  </a:lnTo>
                  <a:lnTo>
                    <a:pt x="7449031" y="2426578"/>
                  </a:lnTo>
                  <a:lnTo>
                    <a:pt x="7449367" y="2427344"/>
                  </a:lnTo>
                  <a:lnTo>
                    <a:pt x="7449703" y="2428063"/>
                  </a:lnTo>
                  <a:lnTo>
                    <a:pt x="7450040" y="2428660"/>
                  </a:lnTo>
                  <a:lnTo>
                    <a:pt x="7450376" y="2429035"/>
                  </a:lnTo>
                  <a:lnTo>
                    <a:pt x="7450713" y="2429165"/>
                  </a:lnTo>
                  <a:lnTo>
                    <a:pt x="7451049" y="2428989"/>
                  </a:lnTo>
                  <a:lnTo>
                    <a:pt x="7451386" y="2428438"/>
                  </a:lnTo>
                  <a:lnTo>
                    <a:pt x="7451722" y="2427826"/>
                  </a:lnTo>
                  <a:lnTo>
                    <a:pt x="7452059" y="2427214"/>
                  </a:lnTo>
                  <a:lnTo>
                    <a:pt x="7452395" y="2426349"/>
                  </a:lnTo>
                  <a:lnTo>
                    <a:pt x="7452732" y="2425430"/>
                  </a:lnTo>
                  <a:lnTo>
                    <a:pt x="7453068" y="2424336"/>
                  </a:lnTo>
                  <a:lnTo>
                    <a:pt x="7453405" y="2422981"/>
                  </a:lnTo>
                  <a:lnTo>
                    <a:pt x="7453741" y="2421389"/>
                  </a:lnTo>
                  <a:lnTo>
                    <a:pt x="7454077" y="2419629"/>
                  </a:lnTo>
                  <a:lnTo>
                    <a:pt x="7454414" y="2417509"/>
                  </a:lnTo>
                  <a:lnTo>
                    <a:pt x="7454750" y="2415312"/>
                  </a:lnTo>
                  <a:lnTo>
                    <a:pt x="7455087" y="2413307"/>
                  </a:lnTo>
                  <a:lnTo>
                    <a:pt x="7455423" y="2411470"/>
                  </a:lnTo>
                  <a:lnTo>
                    <a:pt x="7455760" y="2409634"/>
                  </a:lnTo>
                  <a:lnTo>
                    <a:pt x="7456096" y="2407728"/>
                  </a:lnTo>
                  <a:lnTo>
                    <a:pt x="7456433" y="2405891"/>
                  </a:lnTo>
                  <a:lnTo>
                    <a:pt x="7456769" y="2404046"/>
                  </a:lnTo>
                  <a:lnTo>
                    <a:pt x="7457106" y="2402034"/>
                  </a:lnTo>
                  <a:lnTo>
                    <a:pt x="7457442" y="2400622"/>
                  </a:lnTo>
                  <a:lnTo>
                    <a:pt x="7457779" y="2399474"/>
                  </a:lnTo>
                  <a:lnTo>
                    <a:pt x="7458115" y="2398483"/>
                  </a:lnTo>
                  <a:lnTo>
                    <a:pt x="7458451" y="2397802"/>
                  </a:lnTo>
                  <a:lnTo>
                    <a:pt x="7458788" y="2397345"/>
                  </a:lnTo>
                  <a:lnTo>
                    <a:pt x="7459124" y="2396999"/>
                  </a:lnTo>
                  <a:lnTo>
                    <a:pt x="7459461" y="2396910"/>
                  </a:lnTo>
                  <a:lnTo>
                    <a:pt x="7459797" y="2397123"/>
                  </a:lnTo>
                  <a:lnTo>
                    <a:pt x="7460134" y="2397343"/>
                  </a:lnTo>
                  <a:lnTo>
                    <a:pt x="7460470" y="2397667"/>
                  </a:lnTo>
                  <a:lnTo>
                    <a:pt x="7460807" y="2397743"/>
                  </a:lnTo>
                  <a:lnTo>
                    <a:pt x="7461143" y="2397704"/>
                  </a:lnTo>
                  <a:lnTo>
                    <a:pt x="7461480" y="2397848"/>
                  </a:lnTo>
                  <a:lnTo>
                    <a:pt x="7461816" y="2398005"/>
                  </a:lnTo>
                  <a:lnTo>
                    <a:pt x="7462152" y="2398255"/>
                  </a:lnTo>
                  <a:lnTo>
                    <a:pt x="7462489" y="2398379"/>
                  </a:lnTo>
                  <a:lnTo>
                    <a:pt x="7462825" y="2398414"/>
                  </a:lnTo>
                  <a:lnTo>
                    <a:pt x="7463162" y="2398471"/>
                  </a:lnTo>
                  <a:lnTo>
                    <a:pt x="7463498" y="2398121"/>
                  </a:lnTo>
                  <a:lnTo>
                    <a:pt x="7463835" y="2397594"/>
                  </a:lnTo>
                  <a:lnTo>
                    <a:pt x="7464171" y="2397351"/>
                  </a:lnTo>
                  <a:lnTo>
                    <a:pt x="7464508" y="2397289"/>
                  </a:lnTo>
                  <a:lnTo>
                    <a:pt x="7464844" y="2397097"/>
                  </a:lnTo>
                  <a:lnTo>
                    <a:pt x="7465181" y="2396781"/>
                  </a:lnTo>
                  <a:lnTo>
                    <a:pt x="7465517" y="2395817"/>
                  </a:lnTo>
                  <a:lnTo>
                    <a:pt x="7465854" y="2394924"/>
                  </a:lnTo>
                  <a:lnTo>
                    <a:pt x="7466190" y="2394243"/>
                  </a:lnTo>
                  <a:lnTo>
                    <a:pt x="7466526" y="2393648"/>
                  </a:lnTo>
                  <a:lnTo>
                    <a:pt x="7466863" y="2393081"/>
                  </a:lnTo>
                  <a:lnTo>
                    <a:pt x="7467199" y="2392513"/>
                  </a:lnTo>
                  <a:lnTo>
                    <a:pt x="7467536" y="2392023"/>
                  </a:lnTo>
                  <a:lnTo>
                    <a:pt x="7467872" y="2391348"/>
                  </a:lnTo>
                  <a:lnTo>
                    <a:pt x="7468209" y="2390724"/>
                  </a:lnTo>
                  <a:lnTo>
                    <a:pt x="7468545" y="2390363"/>
                  </a:lnTo>
                  <a:lnTo>
                    <a:pt x="7468882" y="2389845"/>
                  </a:lnTo>
                  <a:lnTo>
                    <a:pt x="7469218" y="2389095"/>
                  </a:lnTo>
                  <a:lnTo>
                    <a:pt x="7469555" y="2387871"/>
                  </a:lnTo>
                  <a:lnTo>
                    <a:pt x="7469891" y="2386311"/>
                  </a:lnTo>
                  <a:lnTo>
                    <a:pt x="7470228" y="2384359"/>
                  </a:lnTo>
                  <a:lnTo>
                    <a:pt x="7470564" y="2382378"/>
                  </a:lnTo>
                  <a:lnTo>
                    <a:pt x="7470900" y="2380543"/>
                  </a:lnTo>
                  <a:lnTo>
                    <a:pt x="7471237" y="2378736"/>
                  </a:lnTo>
                  <a:lnTo>
                    <a:pt x="7471573" y="2376892"/>
                  </a:lnTo>
                  <a:lnTo>
                    <a:pt x="7471910" y="2375097"/>
                  </a:lnTo>
                  <a:lnTo>
                    <a:pt x="7472246" y="2373302"/>
                  </a:lnTo>
                  <a:lnTo>
                    <a:pt x="7472583" y="2371198"/>
                  </a:lnTo>
                  <a:lnTo>
                    <a:pt x="7472919" y="2369120"/>
                  </a:lnTo>
                  <a:lnTo>
                    <a:pt x="7473256" y="2367076"/>
                  </a:lnTo>
                  <a:lnTo>
                    <a:pt x="7473592" y="2364605"/>
                  </a:lnTo>
                  <a:lnTo>
                    <a:pt x="7473929" y="2362024"/>
                  </a:lnTo>
                  <a:lnTo>
                    <a:pt x="7474265" y="2359789"/>
                  </a:lnTo>
                  <a:lnTo>
                    <a:pt x="7474602" y="2357646"/>
                  </a:lnTo>
                  <a:lnTo>
                    <a:pt x="7474938" y="2355519"/>
                  </a:lnTo>
                  <a:lnTo>
                    <a:pt x="7475274" y="2353514"/>
                  </a:lnTo>
                  <a:lnTo>
                    <a:pt x="7475611" y="2351865"/>
                  </a:lnTo>
                  <a:lnTo>
                    <a:pt x="7475947" y="2350550"/>
                  </a:lnTo>
                  <a:lnTo>
                    <a:pt x="7476284" y="2349428"/>
                  </a:lnTo>
                  <a:lnTo>
                    <a:pt x="7476620" y="2348418"/>
                  </a:lnTo>
                  <a:lnTo>
                    <a:pt x="7476957" y="2347205"/>
                  </a:lnTo>
                  <a:lnTo>
                    <a:pt x="7477293" y="2346016"/>
                  </a:lnTo>
                  <a:lnTo>
                    <a:pt x="7477630" y="2345199"/>
                  </a:lnTo>
                  <a:lnTo>
                    <a:pt x="7477966" y="2344532"/>
                  </a:lnTo>
                  <a:lnTo>
                    <a:pt x="7478303" y="2344285"/>
                  </a:lnTo>
                  <a:lnTo>
                    <a:pt x="7478639" y="2344266"/>
                  </a:lnTo>
                  <a:lnTo>
                    <a:pt x="7478976" y="2344489"/>
                  </a:lnTo>
                  <a:lnTo>
                    <a:pt x="7479312" y="2345034"/>
                  </a:lnTo>
                  <a:lnTo>
                    <a:pt x="7479648" y="2345687"/>
                  </a:lnTo>
                  <a:lnTo>
                    <a:pt x="7479985" y="2346278"/>
                  </a:lnTo>
                  <a:lnTo>
                    <a:pt x="7480321" y="2347056"/>
                  </a:lnTo>
                  <a:lnTo>
                    <a:pt x="7480658" y="2347973"/>
                  </a:lnTo>
                  <a:lnTo>
                    <a:pt x="7480994" y="2348758"/>
                  </a:lnTo>
                  <a:lnTo>
                    <a:pt x="7481331" y="2349518"/>
                  </a:lnTo>
                  <a:lnTo>
                    <a:pt x="7481667" y="2350328"/>
                  </a:lnTo>
                  <a:lnTo>
                    <a:pt x="7482004" y="2351169"/>
                  </a:lnTo>
                  <a:lnTo>
                    <a:pt x="7482340" y="2351954"/>
                  </a:lnTo>
                  <a:lnTo>
                    <a:pt x="7482677" y="2352538"/>
                  </a:lnTo>
                  <a:lnTo>
                    <a:pt x="7483013" y="2353122"/>
                  </a:lnTo>
                  <a:lnTo>
                    <a:pt x="7483350" y="2353662"/>
                  </a:lnTo>
                  <a:lnTo>
                    <a:pt x="7483686" y="2354037"/>
                  </a:lnTo>
                  <a:lnTo>
                    <a:pt x="7484022" y="2354276"/>
                  </a:lnTo>
                  <a:lnTo>
                    <a:pt x="7484359" y="2354386"/>
                  </a:lnTo>
                  <a:lnTo>
                    <a:pt x="7484695" y="2354331"/>
                  </a:lnTo>
                  <a:lnTo>
                    <a:pt x="7485032" y="2354231"/>
                  </a:lnTo>
                  <a:lnTo>
                    <a:pt x="7485368" y="2354200"/>
                  </a:lnTo>
                  <a:lnTo>
                    <a:pt x="7485705" y="2354168"/>
                  </a:lnTo>
                  <a:lnTo>
                    <a:pt x="7486041" y="2354137"/>
                  </a:lnTo>
                  <a:lnTo>
                    <a:pt x="7486378" y="2354108"/>
                  </a:lnTo>
                  <a:lnTo>
                    <a:pt x="7486714" y="2354224"/>
                  </a:lnTo>
                  <a:lnTo>
                    <a:pt x="7487051" y="2354137"/>
                  </a:lnTo>
                  <a:lnTo>
                    <a:pt x="7487387" y="2353532"/>
                  </a:lnTo>
                  <a:lnTo>
                    <a:pt x="7487724" y="2352745"/>
                  </a:lnTo>
                  <a:lnTo>
                    <a:pt x="7488060" y="2351680"/>
                  </a:lnTo>
                  <a:lnTo>
                    <a:pt x="7488396" y="2350660"/>
                  </a:lnTo>
                  <a:lnTo>
                    <a:pt x="7488733" y="2349691"/>
                  </a:lnTo>
                  <a:lnTo>
                    <a:pt x="7489069" y="2348543"/>
                  </a:lnTo>
                  <a:lnTo>
                    <a:pt x="7489406" y="2347202"/>
                  </a:lnTo>
                  <a:lnTo>
                    <a:pt x="7489742" y="2345792"/>
                  </a:lnTo>
                  <a:lnTo>
                    <a:pt x="7490079" y="2343808"/>
                  </a:lnTo>
                  <a:lnTo>
                    <a:pt x="7490415" y="2341511"/>
                  </a:lnTo>
                  <a:lnTo>
                    <a:pt x="7490752" y="2339039"/>
                  </a:lnTo>
                  <a:lnTo>
                    <a:pt x="7491088" y="2336413"/>
                  </a:lnTo>
                  <a:lnTo>
                    <a:pt x="7491425" y="2333698"/>
                  </a:lnTo>
                  <a:lnTo>
                    <a:pt x="7491761" y="2330635"/>
                  </a:lnTo>
                  <a:lnTo>
                    <a:pt x="7492098" y="2327895"/>
                  </a:lnTo>
                  <a:lnTo>
                    <a:pt x="7492434" y="2325184"/>
                  </a:lnTo>
                  <a:lnTo>
                    <a:pt x="7492770" y="2322634"/>
                  </a:lnTo>
                  <a:lnTo>
                    <a:pt x="7493107" y="2320361"/>
                  </a:lnTo>
                  <a:lnTo>
                    <a:pt x="7493443" y="2317820"/>
                  </a:lnTo>
                  <a:lnTo>
                    <a:pt x="7493780" y="2314935"/>
                  </a:lnTo>
                  <a:lnTo>
                    <a:pt x="7494116" y="2312042"/>
                  </a:lnTo>
                  <a:lnTo>
                    <a:pt x="7494453" y="2309359"/>
                  </a:lnTo>
                  <a:lnTo>
                    <a:pt x="7494789" y="2306869"/>
                  </a:lnTo>
                  <a:lnTo>
                    <a:pt x="7495126" y="2304673"/>
                  </a:lnTo>
                  <a:lnTo>
                    <a:pt x="7495462" y="2302435"/>
                  </a:lnTo>
                  <a:lnTo>
                    <a:pt x="7495799" y="2300226"/>
                  </a:lnTo>
                  <a:lnTo>
                    <a:pt x="7496135" y="2298169"/>
                  </a:lnTo>
                  <a:lnTo>
                    <a:pt x="7496471" y="2296059"/>
                  </a:lnTo>
                  <a:lnTo>
                    <a:pt x="7496808" y="2293665"/>
                  </a:lnTo>
                  <a:lnTo>
                    <a:pt x="7497144" y="2291057"/>
                  </a:lnTo>
                  <a:lnTo>
                    <a:pt x="7497481" y="2288327"/>
                  </a:lnTo>
                  <a:lnTo>
                    <a:pt x="7497817" y="2285589"/>
                  </a:lnTo>
                  <a:lnTo>
                    <a:pt x="7498154" y="2282614"/>
                  </a:lnTo>
                  <a:lnTo>
                    <a:pt x="7498490" y="2279777"/>
                  </a:lnTo>
                  <a:lnTo>
                    <a:pt x="7498827" y="2277085"/>
                  </a:lnTo>
                  <a:lnTo>
                    <a:pt x="7499163" y="2274508"/>
                  </a:lnTo>
                  <a:lnTo>
                    <a:pt x="7499500" y="2271574"/>
                  </a:lnTo>
                  <a:lnTo>
                    <a:pt x="7499836" y="2268471"/>
                  </a:lnTo>
                  <a:lnTo>
                    <a:pt x="7500173" y="2265197"/>
                  </a:lnTo>
                  <a:lnTo>
                    <a:pt x="7500509" y="2262136"/>
                  </a:lnTo>
                  <a:lnTo>
                    <a:pt x="7500845" y="2258883"/>
                  </a:lnTo>
                  <a:lnTo>
                    <a:pt x="7501182" y="2255447"/>
                  </a:lnTo>
                  <a:lnTo>
                    <a:pt x="7501518" y="2252011"/>
                  </a:lnTo>
                  <a:lnTo>
                    <a:pt x="7501855" y="2248865"/>
                  </a:lnTo>
                  <a:lnTo>
                    <a:pt x="7502191" y="2245888"/>
                  </a:lnTo>
                  <a:lnTo>
                    <a:pt x="7502528" y="2243018"/>
                  </a:lnTo>
                  <a:lnTo>
                    <a:pt x="7502864" y="2239949"/>
                  </a:lnTo>
                  <a:lnTo>
                    <a:pt x="7503201" y="2236857"/>
                  </a:lnTo>
                  <a:lnTo>
                    <a:pt x="7503537" y="2233658"/>
                  </a:lnTo>
                  <a:lnTo>
                    <a:pt x="7503874" y="2230298"/>
                  </a:lnTo>
                  <a:lnTo>
                    <a:pt x="7504210" y="2226808"/>
                  </a:lnTo>
                  <a:lnTo>
                    <a:pt x="7504547" y="2223509"/>
                  </a:lnTo>
                  <a:lnTo>
                    <a:pt x="7504883" y="2220379"/>
                  </a:lnTo>
                  <a:lnTo>
                    <a:pt x="7505219" y="2217769"/>
                  </a:lnTo>
                  <a:lnTo>
                    <a:pt x="7505556" y="2215465"/>
                  </a:lnTo>
                  <a:lnTo>
                    <a:pt x="7505892" y="2213514"/>
                  </a:lnTo>
                  <a:lnTo>
                    <a:pt x="7506229" y="2212153"/>
                  </a:lnTo>
                  <a:lnTo>
                    <a:pt x="7506565" y="2210932"/>
                  </a:lnTo>
                  <a:lnTo>
                    <a:pt x="7506902" y="2209991"/>
                  </a:lnTo>
                  <a:lnTo>
                    <a:pt x="7507238" y="2208967"/>
                  </a:lnTo>
                  <a:lnTo>
                    <a:pt x="7507575" y="2208101"/>
                  </a:lnTo>
                  <a:lnTo>
                    <a:pt x="7507911" y="2207297"/>
                  </a:lnTo>
                  <a:lnTo>
                    <a:pt x="7508248" y="2206744"/>
                  </a:lnTo>
                  <a:lnTo>
                    <a:pt x="7508584" y="2206211"/>
                  </a:lnTo>
                  <a:lnTo>
                    <a:pt x="7508921" y="2206060"/>
                  </a:lnTo>
                  <a:lnTo>
                    <a:pt x="7509257" y="2205930"/>
                  </a:lnTo>
                  <a:lnTo>
                    <a:pt x="7509593" y="2205713"/>
                  </a:lnTo>
                  <a:lnTo>
                    <a:pt x="7509930" y="2205419"/>
                  </a:lnTo>
                  <a:lnTo>
                    <a:pt x="7510266" y="2204766"/>
                  </a:lnTo>
                  <a:lnTo>
                    <a:pt x="7510603" y="2204106"/>
                  </a:lnTo>
                  <a:lnTo>
                    <a:pt x="7510939" y="2203447"/>
                  </a:lnTo>
                  <a:lnTo>
                    <a:pt x="7511276" y="2202710"/>
                  </a:lnTo>
                  <a:lnTo>
                    <a:pt x="7511612" y="2201925"/>
                  </a:lnTo>
                  <a:lnTo>
                    <a:pt x="7511949" y="2201034"/>
                  </a:lnTo>
                  <a:lnTo>
                    <a:pt x="7512285" y="2200251"/>
                  </a:lnTo>
                  <a:lnTo>
                    <a:pt x="7512622" y="2199397"/>
                  </a:lnTo>
                  <a:lnTo>
                    <a:pt x="7512958" y="2198688"/>
                  </a:lnTo>
                  <a:lnTo>
                    <a:pt x="7513295" y="2197903"/>
                  </a:lnTo>
                  <a:lnTo>
                    <a:pt x="7513631" y="2197244"/>
                  </a:lnTo>
                  <a:lnTo>
                    <a:pt x="7513967" y="2196446"/>
                  </a:lnTo>
                  <a:lnTo>
                    <a:pt x="7514304" y="2195785"/>
                  </a:lnTo>
                  <a:lnTo>
                    <a:pt x="7514640" y="2195268"/>
                  </a:lnTo>
                  <a:lnTo>
                    <a:pt x="7514977" y="2194738"/>
                  </a:lnTo>
                  <a:lnTo>
                    <a:pt x="7515313" y="2194422"/>
                  </a:lnTo>
                  <a:lnTo>
                    <a:pt x="7515650" y="2193974"/>
                  </a:lnTo>
                  <a:lnTo>
                    <a:pt x="7515986" y="2193511"/>
                  </a:lnTo>
                  <a:lnTo>
                    <a:pt x="7516323" y="2193048"/>
                  </a:lnTo>
                  <a:lnTo>
                    <a:pt x="7516659" y="2192610"/>
                  </a:lnTo>
                  <a:lnTo>
                    <a:pt x="7516996" y="2192266"/>
                  </a:lnTo>
                  <a:lnTo>
                    <a:pt x="7517332" y="2192071"/>
                  </a:lnTo>
                  <a:lnTo>
                    <a:pt x="7517669" y="2192032"/>
                  </a:lnTo>
                  <a:lnTo>
                    <a:pt x="7518005" y="2192040"/>
                  </a:lnTo>
                  <a:lnTo>
                    <a:pt x="7518341" y="2192216"/>
                  </a:lnTo>
                  <a:lnTo>
                    <a:pt x="7518678" y="2192767"/>
                  </a:lnTo>
                  <a:lnTo>
                    <a:pt x="7519014" y="2193379"/>
                  </a:lnTo>
                  <a:lnTo>
                    <a:pt x="7519351" y="2193992"/>
                  </a:lnTo>
                  <a:lnTo>
                    <a:pt x="7519687" y="2194910"/>
                  </a:lnTo>
                  <a:lnTo>
                    <a:pt x="7520024" y="2195982"/>
                  </a:lnTo>
                  <a:lnTo>
                    <a:pt x="7520360" y="2197229"/>
                  </a:lnTo>
                  <a:lnTo>
                    <a:pt x="7520697" y="2198668"/>
                  </a:lnTo>
                  <a:lnTo>
                    <a:pt x="7521033" y="2200329"/>
                  </a:lnTo>
                  <a:lnTo>
                    <a:pt x="7521370" y="2202311"/>
                  </a:lnTo>
                  <a:lnTo>
                    <a:pt x="7521706" y="2204867"/>
                  </a:lnTo>
                  <a:lnTo>
                    <a:pt x="7522043" y="2207523"/>
                  </a:lnTo>
                  <a:lnTo>
                    <a:pt x="7522379" y="2210110"/>
                  </a:lnTo>
                  <a:lnTo>
                    <a:pt x="7522715" y="2212559"/>
                  </a:lnTo>
                  <a:lnTo>
                    <a:pt x="7523052" y="2215008"/>
                  </a:lnTo>
                  <a:lnTo>
                    <a:pt x="7523388" y="2217526"/>
                  </a:lnTo>
                  <a:lnTo>
                    <a:pt x="7523725" y="2220006"/>
                  </a:lnTo>
                  <a:lnTo>
                    <a:pt x="7524061" y="2222616"/>
                  </a:lnTo>
                  <a:lnTo>
                    <a:pt x="7524398" y="2225493"/>
                  </a:lnTo>
                  <a:lnTo>
                    <a:pt x="7524734" y="2227831"/>
                  </a:lnTo>
                  <a:lnTo>
                    <a:pt x="7525071" y="2230051"/>
                  </a:lnTo>
                  <a:lnTo>
                    <a:pt x="7525407" y="2232120"/>
                  </a:lnTo>
                  <a:lnTo>
                    <a:pt x="7525744" y="2234026"/>
                  </a:lnTo>
                  <a:lnTo>
                    <a:pt x="7526080" y="2235639"/>
                  </a:lnTo>
                  <a:lnTo>
                    <a:pt x="7526417" y="2237121"/>
                  </a:lnTo>
                  <a:lnTo>
                    <a:pt x="7526753" y="2238132"/>
                  </a:lnTo>
                  <a:lnTo>
                    <a:pt x="7527089" y="2238842"/>
                  </a:lnTo>
                  <a:lnTo>
                    <a:pt x="7527426" y="2239521"/>
                  </a:lnTo>
                  <a:lnTo>
                    <a:pt x="7527762" y="2240250"/>
                  </a:lnTo>
                  <a:lnTo>
                    <a:pt x="7528099" y="2241257"/>
                  </a:lnTo>
                  <a:lnTo>
                    <a:pt x="7528435" y="2242380"/>
                  </a:lnTo>
                  <a:lnTo>
                    <a:pt x="7528772" y="2243289"/>
                  </a:lnTo>
                  <a:lnTo>
                    <a:pt x="7529108" y="2244061"/>
                  </a:lnTo>
                  <a:lnTo>
                    <a:pt x="7529445" y="2244642"/>
                  </a:lnTo>
                  <a:lnTo>
                    <a:pt x="7529781" y="2245101"/>
                  </a:lnTo>
                  <a:lnTo>
                    <a:pt x="7530118" y="2245620"/>
                  </a:lnTo>
                  <a:lnTo>
                    <a:pt x="7530454" y="2246266"/>
                  </a:lnTo>
                  <a:lnTo>
                    <a:pt x="7530790" y="2246989"/>
                  </a:lnTo>
                  <a:lnTo>
                    <a:pt x="7531127" y="2247968"/>
                  </a:lnTo>
                  <a:lnTo>
                    <a:pt x="7531463" y="2248728"/>
                  </a:lnTo>
                  <a:lnTo>
                    <a:pt x="7531800" y="2249503"/>
                  </a:lnTo>
                  <a:lnTo>
                    <a:pt x="7532136" y="2250650"/>
                  </a:lnTo>
                  <a:lnTo>
                    <a:pt x="7532473" y="2251833"/>
                  </a:lnTo>
                  <a:lnTo>
                    <a:pt x="7532809" y="2253531"/>
                  </a:lnTo>
                  <a:lnTo>
                    <a:pt x="7533146" y="2255137"/>
                  </a:lnTo>
                  <a:lnTo>
                    <a:pt x="7533482" y="2256553"/>
                  </a:lnTo>
                  <a:lnTo>
                    <a:pt x="7533819" y="2258052"/>
                  </a:lnTo>
                  <a:lnTo>
                    <a:pt x="7534155" y="2259551"/>
                  </a:lnTo>
                  <a:lnTo>
                    <a:pt x="7534492" y="2261051"/>
                  </a:lnTo>
                  <a:lnTo>
                    <a:pt x="7534828" y="2262550"/>
                  </a:lnTo>
                  <a:lnTo>
                    <a:pt x="7535164" y="2264225"/>
                  </a:lnTo>
                  <a:lnTo>
                    <a:pt x="7535501" y="2265899"/>
                  </a:lnTo>
                  <a:lnTo>
                    <a:pt x="7535837" y="2267452"/>
                  </a:lnTo>
                  <a:lnTo>
                    <a:pt x="7536174" y="2269082"/>
                  </a:lnTo>
                  <a:lnTo>
                    <a:pt x="7536510" y="2271161"/>
                  </a:lnTo>
                  <a:lnTo>
                    <a:pt x="7536847" y="2273461"/>
                  </a:lnTo>
                  <a:lnTo>
                    <a:pt x="7537183" y="2275730"/>
                  </a:lnTo>
                  <a:lnTo>
                    <a:pt x="7537520" y="2278367"/>
                  </a:lnTo>
                  <a:lnTo>
                    <a:pt x="7537856" y="2280928"/>
                  </a:lnTo>
                  <a:lnTo>
                    <a:pt x="7538193" y="2283314"/>
                  </a:lnTo>
                  <a:lnTo>
                    <a:pt x="7538529" y="2285646"/>
                  </a:lnTo>
                  <a:lnTo>
                    <a:pt x="7538866" y="2287943"/>
                  </a:lnTo>
                  <a:lnTo>
                    <a:pt x="7539202" y="2290240"/>
                  </a:lnTo>
                  <a:lnTo>
                    <a:pt x="7539538" y="2292577"/>
                  </a:lnTo>
                  <a:lnTo>
                    <a:pt x="7539875" y="2295152"/>
                  </a:lnTo>
                  <a:lnTo>
                    <a:pt x="7540211" y="2297697"/>
                  </a:lnTo>
                  <a:lnTo>
                    <a:pt x="7540548" y="2300191"/>
                  </a:lnTo>
                  <a:lnTo>
                    <a:pt x="7540884" y="2303034"/>
                  </a:lnTo>
                  <a:lnTo>
                    <a:pt x="7541221" y="2305832"/>
                  </a:lnTo>
                  <a:lnTo>
                    <a:pt x="7541557" y="2308187"/>
                  </a:lnTo>
                  <a:lnTo>
                    <a:pt x="7541894" y="2310394"/>
                  </a:lnTo>
                  <a:lnTo>
                    <a:pt x="7542230" y="2312551"/>
                  </a:lnTo>
                  <a:lnTo>
                    <a:pt x="7542567" y="2314287"/>
                  </a:lnTo>
                  <a:lnTo>
                    <a:pt x="7542903" y="2315711"/>
                  </a:lnTo>
                  <a:lnTo>
                    <a:pt x="7543240" y="2316716"/>
                  </a:lnTo>
                  <a:lnTo>
                    <a:pt x="7543576" y="2317264"/>
                  </a:lnTo>
                  <a:lnTo>
                    <a:pt x="7543912" y="2317262"/>
                  </a:lnTo>
                  <a:lnTo>
                    <a:pt x="7544249" y="2317272"/>
                  </a:lnTo>
                  <a:lnTo>
                    <a:pt x="7544585" y="2317332"/>
                  </a:lnTo>
                  <a:lnTo>
                    <a:pt x="7544922" y="2317042"/>
                  </a:lnTo>
                  <a:lnTo>
                    <a:pt x="7545258" y="2316457"/>
                  </a:lnTo>
                  <a:lnTo>
                    <a:pt x="7545595" y="2315362"/>
                  </a:lnTo>
                  <a:lnTo>
                    <a:pt x="7545931" y="2314365"/>
                  </a:lnTo>
                  <a:lnTo>
                    <a:pt x="7546268" y="2313169"/>
                  </a:lnTo>
                  <a:lnTo>
                    <a:pt x="7546604" y="2311689"/>
                  </a:lnTo>
                  <a:lnTo>
                    <a:pt x="7546941" y="2310101"/>
                  </a:lnTo>
                  <a:lnTo>
                    <a:pt x="7547277" y="2308505"/>
                  </a:lnTo>
                  <a:lnTo>
                    <a:pt x="7547614" y="2306757"/>
                  </a:lnTo>
                  <a:lnTo>
                    <a:pt x="7547950" y="2304764"/>
                  </a:lnTo>
                  <a:lnTo>
                    <a:pt x="7548286" y="2302909"/>
                  </a:lnTo>
                  <a:lnTo>
                    <a:pt x="7548623" y="2300986"/>
                  </a:lnTo>
                  <a:lnTo>
                    <a:pt x="7548959" y="2299317"/>
                  </a:lnTo>
                  <a:lnTo>
                    <a:pt x="7549296" y="2297681"/>
                  </a:lnTo>
                  <a:lnTo>
                    <a:pt x="7549632" y="2296004"/>
                  </a:lnTo>
                  <a:lnTo>
                    <a:pt x="7549969" y="2294703"/>
                  </a:lnTo>
                  <a:lnTo>
                    <a:pt x="7550305" y="2293331"/>
                  </a:lnTo>
                  <a:lnTo>
                    <a:pt x="7550642" y="2292145"/>
                  </a:lnTo>
                  <a:lnTo>
                    <a:pt x="7550978" y="2290937"/>
                  </a:lnTo>
                  <a:lnTo>
                    <a:pt x="7551315" y="2289710"/>
                  </a:lnTo>
                  <a:lnTo>
                    <a:pt x="7551651" y="2288838"/>
                  </a:lnTo>
                  <a:lnTo>
                    <a:pt x="7551988" y="2288279"/>
                  </a:lnTo>
                  <a:lnTo>
                    <a:pt x="7552324" y="2287960"/>
                  </a:lnTo>
                  <a:lnTo>
                    <a:pt x="7552660" y="2287731"/>
                  </a:lnTo>
                  <a:lnTo>
                    <a:pt x="7552997" y="2287579"/>
                  </a:lnTo>
                  <a:lnTo>
                    <a:pt x="7553333" y="2287542"/>
                  </a:lnTo>
                  <a:lnTo>
                    <a:pt x="7553670" y="2287395"/>
                  </a:lnTo>
                  <a:lnTo>
                    <a:pt x="7554006" y="2287483"/>
                  </a:lnTo>
                  <a:lnTo>
                    <a:pt x="7554343" y="2287743"/>
                  </a:lnTo>
                  <a:lnTo>
                    <a:pt x="7554679" y="2288255"/>
                  </a:lnTo>
                  <a:lnTo>
                    <a:pt x="7555016" y="2289151"/>
                  </a:lnTo>
                  <a:lnTo>
                    <a:pt x="7555352" y="2290383"/>
                  </a:lnTo>
                  <a:lnTo>
                    <a:pt x="7555689" y="2291761"/>
                  </a:lnTo>
                  <a:lnTo>
                    <a:pt x="7556025" y="2293138"/>
                  </a:lnTo>
                  <a:lnTo>
                    <a:pt x="7556362" y="2294738"/>
                  </a:lnTo>
                  <a:lnTo>
                    <a:pt x="7556698" y="2296613"/>
                  </a:lnTo>
                  <a:lnTo>
                    <a:pt x="7557034" y="2298595"/>
                  </a:lnTo>
                  <a:lnTo>
                    <a:pt x="7557371" y="2301243"/>
                  </a:lnTo>
                  <a:lnTo>
                    <a:pt x="7557707" y="2304129"/>
                  </a:lnTo>
                  <a:lnTo>
                    <a:pt x="7558044" y="2307190"/>
                  </a:lnTo>
                  <a:lnTo>
                    <a:pt x="7558380" y="2310404"/>
                  </a:lnTo>
                  <a:lnTo>
                    <a:pt x="7558717" y="2313695"/>
                  </a:lnTo>
                  <a:lnTo>
                    <a:pt x="7559053" y="2317109"/>
                  </a:lnTo>
                  <a:lnTo>
                    <a:pt x="7559390" y="2320186"/>
                  </a:lnTo>
                  <a:lnTo>
                    <a:pt x="7559726" y="2323155"/>
                  </a:lnTo>
                  <a:lnTo>
                    <a:pt x="7560063" y="2325857"/>
                  </a:lnTo>
                  <a:lnTo>
                    <a:pt x="7560399" y="2328436"/>
                  </a:lnTo>
                  <a:lnTo>
                    <a:pt x="7560736" y="2331191"/>
                  </a:lnTo>
                  <a:lnTo>
                    <a:pt x="7561072" y="2334230"/>
                  </a:lnTo>
                  <a:lnTo>
                    <a:pt x="7561408" y="2337222"/>
                  </a:lnTo>
                  <a:lnTo>
                    <a:pt x="7561745" y="2339870"/>
                  </a:lnTo>
                  <a:lnTo>
                    <a:pt x="7562081" y="2342358"/>
                  </a:lnTo>
                  <a:lnTo>
                    <a:pt x="7562418" y="2344524"/>
                  </a:lnTo>
                  <a:lnTo>
                    <a:pt x="7562754" y="2346835"/>
                  </a:lnTo>
                  <a:lnTo>
                    <a:pt x="7563091" y="2349131"/>
                  </a:lnTo>
                  <a:lnTo>
                    <a:pt x="7563427" y="2351251"/>
                  </a:lnTo>
                  <a:lnTo>
                    <a:pt x="7563764" y="2353451"/>
                  </a:lnTo>
                  <a:lnTo>
                    <a:pt x="7564100" y="2355960"/>
                  </a:lnTo>
                  <a:lnTo>
                    <a:pt x="7564437" y="2358499"/>
                  </a:lnTo>
                  <a:lnTo>
                    <a:pt x="7564773" y="2360896"/>
                  </a:lnTo>
                  <a:lnTo>
                    <a:pt x="7565109" y="2363397"/>
                  </a:lnTo>
                  <a:lnTo>
                    <a:pt x="7565446" y="2366165"/>
                  </a:lnTo>
                  <a:lnTo>
                    <a:pt x="7565782" y="2368795"/>
                  </a:lnTo>
                  <a:lnTo>
                    <a:pt x="7566119" y="2371288"/>
                  </a:lnTo>
                  <a:lnTo>
                    <a:pt x="7566455" y="2373618"/>
                  </a:lnTo>
                  <a:lnTo>
                    <a:pt x="7566792" y="2376102"/>
                  </a:lnTo>
                  <a:lnTo>
                    <a:pt x="7567128" y="2378562"/>
                  </a:lnTo>
                  <a:lnTo>
                    <a:pt x="7567465" y="2381043"/>
                  </a:lnTo>
                  <a:lnTo>
                    <a:pt x="7567801" y="2383282"/>
                  </a:lnTo>
                  <a:lnTo>
                    <a:pt x="7568138" y="2385727"/>
                  </a:lnTo>
                  <a:lnTo>
                    <a:pt x="7568474" y="2388322"/>
                  </a:lnTo>
                  <a:lnTo>
                    <a:pt x="7568811" y="2390951"/>
                  </a:lnTo>
                  <a:lnTo>
                    <a:pt x="7569147" y="2393046"/>
                  </a:lnTo>
                  <a:lnTo>
                    <a:pt x="7569483" y="2395142"/>
                  </a:lnTo>
                  <a:lnTo>
                    <a:pt x="7569820" y="2397257"/>
                  </a:lnTo>
                  <a:lnTo>
                    <a:pt x="7570156" y="2399399"/>
                  </a:lnTo>
                  <a:lnTo>
                    <a:pt x="7570493" y="2401535"/>
                  </a:lnTo>
                  <a:lnTo>
                    <a:pt x="7570829" y="2403639"/>
                  </a:lnTo>
                  <a:lnTo>
                    <a:pt x="7571166" y="2405512"/>
                  </a:lnTo>
                  <a:lnTo>
                    <a:pt x="7571502" y="2407465"/>
                  </a:lnTo>
                  <a:lnTo>
                    <a:pt x="7571839" y="2409409"/>
                  </a:lnTo>
                  <a:lnTo>
                    <a:pt x="7572175" y="2411362"/>
                  </a:lnTo>
                  <a:lnTo>
                    <a:pt x="7572512" y="2413134"/>
                  </a:lnTo>
                  <a:lnTo>
                    <a:pt x="7572848" y="2414769"/>
                  </a:lnTo>
                  <a:lnTo>
                    <a:pt x="7573185" y="2416180"/>
                  </a:lnTo>
                  <a:lnTo>
                    <a:pt x="7573521" y="2417065"/>
                  </a:lnTo>
                  <a:lnTo>
                    <a:pt x="7573857" y="2417589"/>
                  </a:lnTo>
                  <a:lnTo>
                    <a:pt x="7574194" y="2417766"/>
                  </a:lnTo>
                  <a:lnTo>
                    <a:pt x="7574530" y="2418024"/>
                  </a:lnTo>
                  <a:lnTo>
                    <a:pt x="7574867" y="2418271"/>
                  </a:lnTo>
                  <a:lnTo>
                    <a:pt x="7575203" y="2418730"/>
                  </a:lnTo>
                  <a:lnTo>
                    <a:pt x="7575540" y="2418976"/>
                  </a:lnTo>
                  <a:lnTo>
                    <a:pt x="7575876" y="2419334"/>
                  </a:lnTo>
                  <a:lnTo>
                    <a:pt x="7576213" y="2419615"/>
                  </a:lnTo>
                  <a:lnTo>
                    <a:pt x="7576549" y="2419852"/>
                  </a:lnTo>
                  <a:lnTo>
                    <a:pt x="7576886" y="2420062"/>
                  </a:lnTo>
                  <a:lnTo>
                    <a:pt x="7577222" y="2420080"/>
                  </a:lnTo>
                  <a:lnTo>
                    <a:pt x="7577559" y="2420136"/>
                  </a:lnTo>
                  <a:lnTo>
                    <a:pt x="7577895" y="2419977"/>
                  </a:lnTo>
                  <a:lnTo>
                    <a:pt x="7578231" y="2419664"/>
                  </a:lnTo>
                  <a:lnTo>
                    <a:pt x="7578568" y="2419329"/>
                  </a:lnTo>
                  <a:lnTo>
                    <a:pt x="7578904" y="2418898"/>
                  </a:lnTo>
                  <a:lnTo>
                    <a:pt x="7579241" y="2418411"/>
                  </a:lnTo>
                  <a:lnTo>
                    <a:pt x="7579577" y="2417808"/>
                  </a:lnTo>
                  <a:lnTo>
                    <a:pt x="7579914" y="2417132"/>
                  </a:lnTo>
                  <a:lnTo>
                    <a:pt x="7580250" y="2416310"/>
                  </a:lnTo>
                  <a:lnTo>
                    <a:pt x="7580587" y="2415396"/>
                  </a:lnTo>
                  <a:lnTo>
                    <a:pt x="7580923" y="2414066"/>
                  </a:lnTo>
                  <a:lnTo>
                    <a:pt x="7581260" y="2412643"/>
                  </a:lnTo>
                  <a:lnTo>
                    <a:pt x="7581596" y="2411085"/>
                  </a:lnTo>
                  <a:lnTo>
                    <a:pt x="7581933" y="2409330"/>
                  </a:lnTo>
                  <a:lnTo>
                    <a:pt x="7582269" y="2407831"/>
                  </a:lnTo>
                  <a:lnTo>
                    <a:pt x="7582605" y="2406242"/>
                  </a:lnTo>
                  <a:lnTo>
                    <a:pt x="7582942" y="2404769"/>
                  </a:lnTo>
                  <a:lnTo>
                    <a:pt x="7583278" y="2403448"/>
                  </a:lnTo>
                  <a:lnTo>
                    <a:pt x="7583615" y="2402228"/>
                  </a:lnTo>
                  <a:lnTo>
                    <a:pt x="7583951" y="2401135"/>
                  </a:lnTo>
                  <a:lnTo>
                    <a:pt x="7584288" y="2400300"/>
                  </a:lnTo>
                  <a:lnTo>
                    <a:pt x="7584624" y="2399447"/>
                  </a:lnTo>
                  <a:lnTo>
                    <a:pt x="7584961" y="2398720"/>
                  </a:lnTo>
                  <a:lnTo>
                    <a:pt x="7585297" y="2397947"/>
                  </a:lnTo>
                  <a:lnTo>
                    <a:pt x="7585634" y="2397197"/>
                  </a:lnTo>
                  <a:lnTo>
                    <a:pt x="7585970" y="2396899"/>
                  </a:lnTo>
                  <a:lnTo>
                    <a:pt x="7586307" y="2396676"/>
                  </a:lnTo>
                  <a:lnTo>
                    <a:pt x="7586643" y="2396592"/>
                  </a:lnTo>
                  <a:lnTo>
                    <a:pt x="7586979" y="2396536"/>
                  </a:lnTo>
                  <a:lnTo>
                    <a:pt x="7587316" y="2396205"/>
                  </a:lnTo>
                  <a:lnTo>
                    <a:pt x="7587652" y="2395654"/>
                  </a:lnTo>
                  <a:lnTo>
                    <a:pt x="7587989" y="2395065"/>
                  </a:lnTo>
                  <a:lnTo>
                    <a:pt x="7588325" y="2394477"/>
                  </a:lnTo>
                  <a:lnTo>
                    <a:pt x="7588662" y="2393888"/>
                  </a:lnTo>
                  <a:lnTo>
                    <a:pt x="7588998" y="2393299"/>
                  </a:lnTo>
                  <a:lnTo>
                    <a:pt x="7589335" y="2392711"/>
                  </a:lnTo>
                  <a:lnTo>
                    <a:pt x="7589671" y="2392122"/>
                  </a:lnTo>
                  <a:lnTo>
                    <a:pt x="7590008" y="2391496"/>
                  </a:lnTo>
                  <a:lnTo>
                    <a:pt x="7590344" y="2390712"/>
                  </a:lnTo>
                  <a:lnTo>
                    <a:pt x="7590681" y="2389734"/>
                  </a:lnTo>
                  <a:lnTo>
                    <a:pt x="7591017" y="2388600"/>
                  </a:lnTo>
                  <a:lnTo>
                    <a:pt x="7591353" y="2387524"/>
                  </a:lnTo>
                  <a:lnTo>
                    <a:pt x="7591690" y="2386147"/>
                  </a:lnTo>
                  <a:lnTo>
                    <a:pt x="7592026" y="2384838"/>
                  </a:lnTo>
                  <a:lnTo>
                    <a:pt x="7592363" y="2383759"/>
                  </a:lnTo>
                  <a:lnTo>
                    <a:pt x="7592699" y="2383001"/>
                  </a:lnTo>
                  <a:lnTo>
                    <a:pt x="7593036" y="2382335"/>
                  </a:lnTo>
                  <a:lnTo>
                    <a:pt x="7593372" y="2381570"/>
                  </a:lnTo>
                  <a:lnTo>
                    <a:pt x="7593709" y="2380671"/>
                  </a:lnTo>
                  <a:lnTo>
                    <a:pt x="7594045" y="2379771"/>
                  </a:lnTo>
                  <a:lnTo>
                    <a:pt x="7594382" y="2378849"/>
                  </a:lnTo>
                  <a:lnTo>
                    <a:pt x="7594718" y="2377774"/>
                  </a:lnTo>
                  <a:lnTo>
                    <a:pt x="7595054" y="2376606"/>
                  </a:lnTo>
                  <a:lnTo>
                    <a:pt x="7595391" y="2375546"/>
                  </a:lnTo>
                  <a:lnTo>
                    <a:pt x="7595727" y="2374363"/>
                  </a:lnTo>
                  <a:lnTo>
                    <a:pt x="7596064" y="2373257"/>
                  </a:lnTo>
                  <a:lnTo>
                    <a:pt x="7596400" y="2371867"/>
                  </a:lnTo>
                  <a:lnTo>
                    <a:pt x="7596737" y="2370478"/>
                  </a:lnTo>
                  <a:lnTo>
                    <a:pt x="7597073" y="2369027"/>
                  </a:lnTo>
                  <a:lnTo>
                    <a:pt x="7597410" y="2367424"/>
                  </a:lnTo>
                  <a:lnTo>
                    <a:pt x="7597746" y="2365772"/>
                  </a:lnTo>
                  <a:lnTo>
                    <a:pt x="7598083" y="2364375"/>
                  </a:lnTo>
                  <a:lnTo>
                    <a:pt x="7598419" y="2363109"/>
                  </a:lnTo>
                  <a:lnTo>
                    <a:pt x="7598756" y="2362062"/>
                  </a:lnTo>
                  <a:lnTo>
                    <a:pt x="7599092" y="2361022"/>
                  </a:lnTo>
                  <a:lnTo>
                    <a:pt x="7599428" y="2359724"/>
                  </a:lnTo>
                  <a:lnTo>
                    <a:pt x="7599765" y="2358309"/>
                  </a:lnTo>
                  <a:lnTo>
                    <a:pt x="7600101" y="2356940"/>
                  </a:lnTo>
                  <a:lnTo>
                    <a:pt x="7600438" y="2355655"/>
                  </a:lnTo>
                  <a:lnTo>
                    <a:pt x="7600774" y="2354638"/>
                  </a:lnTo>
                  <a:lnTo>
                    <a:pt x="7601111" y="2353774"/>
                  </a:lnTo>
                  <a:lnTo>
                    <a:pt x="7601447" y="2353075"/>
                  </a:lnTo>
                  <a:lnTo>
                    <a:pt x="7601784" y="2352370"/>
                  </a:lnTo>
                  <a:lnTo>
                    <a:pt x="7602120" y="2351792"/>
                  </a:lnTo>
                  <a:lnTo>
                    <a:pt x="7602457" y="2351513"/>
                  </a:lnTo>
                  <a:lnTo>
                    <a:pt x="7602793" y="2351199"/>
                  </a:lnTo>
                  <a:lnTo>
                    <a:pt x="7603130" y="2350509"/>
                  </a:lnTo>
                  <a:lnTo>
                    <a:pt x="7603466" y="2349910"/>
                  </a:lnTo>
                  <a:lnTo>
                    <a:pt x="7603802" y="2349064"/>
                  </a:lnTo>
                  <a:lnTo>
                    <a:pt x="7604139" y="2348065"/>
                  </a:lnTo>
                  <a:lnTo>
                    <a:pt x="7604475" y="2347162"/>
                  </a:lnTo>
                  <a:lnTo>
                    <a:pt x="7604812" y="2346479"/>
                  </a:lnTo>
                  <a:lnTo>
                    <a:pt x="7605148" y="2345763"/>
                  </a:lnTo>
                  <a:lnTo>
                    <a:pt x="7605485" y="2345037"/>
                  </a:lnTo>
                  <a:lnTo>
                    <a:pt x="7605821" y="2344277"/>
                  </a:lnTo>
                  <a:lnTo>
                    <a:pt x="7606158" y="2343491"/>
                  </a:lnTo>
                  <a:lnTo>
                    <a:pt x="7606494" y="2342796"/>
                  </a:lnTo>
                  <a:lnTo>
                    <a:pt x="7606831" y="2342066"/>
                  </a:lnTo>
                  <a:lnTo>
                    <a:pt x="7607167" y="2341196"/>
                  </a:lnTo>
                  <a:lnTo>
                    <a:pt x="7607504" y="2340352"/>
                  </a:lnTo>
                  <a:lnTo>
                    <a:pt x="7607840" y="2339624"/>
                  </a:lnTo>
                  <a:lnTo>
                    <a:pt x="7608176" y="2338918"/>
                  </a:lnTo>
                  <a:lnTo>
                    <a:pt x="7608513" y="2337981"/>
                  </a:lnTo>
                  <a:lnTo>
                    <a:pt x="7608849" y="2336713"/>
                  </a:lnTo>
                  <a:lnTo>
                    <a:pt x="7609186" y="2335145"/>
                  </a:lnTo>
                  <a:lnTo>
                    <a:pt x="7609522" y="2333077"/>
                  </a:lnTo>
                  <a:lnTo>
                    <a:pt x="7609859" y="2330648"/>
                  </a:lnTo>
                  <a:lnTo>
                    <a:pt x="7610195" y="2328342"/>
                  </a:lnTo>
                  <a:lnTo>
                    <a:pt x="7610532" y="2326281"/>
                  </a:lnTo>
                  <a:lnTo>
                    <a:pt x="7610868" y="2324789"/>
                  </a:lnTo>
                  <a:lnTo>
                    <a:pt x="7611205" y="2323613"/>
                  </a:lnTo>
                  <a:lnTo>
                    <a:pt x="7611541" y="2322404"/>
                  </a:lnTo>
                  <a:lnTo>
                    <a:pt x="7611878" y="2321238"/>
                  </a:lnTo>
                  <a:lnTo>
                    <a:pt x="7612214" y="2320025"/>
                  </a:lnTo>
                  <a:lnTo>
                    <a:pt x="7612550" y="2318950"/>
                  </a:lnTo>
                  <a:lnTo>
                    <a:pt x="7612887" y="2317974"/>
                  </a:lnTo>
                  <a:lnTo>
                    <a:pt x="7613223" y="2316828"/>
                  </a:lnTo>
                  <a:lnTo>
                    <a:pt x="7613560" y="2316117"/>
                  </a:lnTo>
                  <a:lnTo>
                    <a:pt x="7613896" y="2316019"/>
                  </a:lnTo>
                  <a:lnTo>
                    <a:pt x="7614233" y="2316155"/>
                  </a:lnTo>
                  <a:lnTo>
                    <a:pt x="7614569" y="2316927"/>
                  </a:lnTo>
                  <a:lnTo>
                    <a:pt x="7614906" y="2318182"/>
                  </a:lnTo>
                  <a:lnTo>
                    <a:pt x="7615242" y="2319447"/>
                  </a:lnTo>
                  <a:lnTo>
                    <a:pt x="7615579" y="2320627"/>
                  </a:lnTo>
                  <a:lnTo>
                    <a:pt x="7615915" y="2321983"/>
                  </a:lnTo>
                  <a:lnTo>
                    <a:pt x="7616252" y="2323267"/>
                  </a:lnTo>
                  <a:lnTo>
                    <a:pt x="7616588" y="2324600"/>
                  </a:lnTo>
                  <a:lnTo>
                    <a:pt x="7616924" y="2325943"/>
                  </a:lnTo>
                  <a:lnTo>
                    <a:pt x="7617261" y="2327171"/>
                  </a:lnTo>
                  <a:lnTo>
                    <a:pt x="7617597" y="2328419"/>
                  </a:lnTo>
                  <a:lnTo>
                    <a:pt x="7617934" y="2329491"/>
                  </a:lnTo>
                  <a:lnTo>
                    <a:pt x="7618270" y="2330479"/>
                  </a:lnTo>
                  <a:lnTo>
                    <a:pt x="7618607" y="2331486"/>
                  </a:lnTo>
                  <a:lnTo>
                    <a:pt x="7618943" y="2332195"/>
                  </a:lnTo>
                  <a:lnTo>
                    <a:pt x="7619280" y="2332878"/>
                  </a:lnTo>
                  <a:lnTo>
                    <a:pt x="7619616" y="2333381"/>
                  </a:lnTo>
                  <a:lnTo>
                    <a:pt x="7619953" y="2333878"/>
                  </a:lnTo>
                  <a:lnTo>
                    <a:pt x="7620289" y="2334368"/>
                  </a:lnTo>
                  <a:lnTo>
                    <a:pt x="7620626" y="2334620"/>
                  </a:lnTo>
                  <a:lnTo>
                    <a:pt x="7620962" y="2334965"/>
                  </a:lnTo>
                  <a:lnTo>
                    <a:pt x="7621298" y="2335205"/>
                  </a:lnTo>
                  <a:lnTo>
                    <a:pt x="7621635" y="2335491"/>
                  </a:lnTo>
                  <a:lnTo>
                    <a:pt x="7621971" y="2335951"/>
                  </a:lnTo>
                  <a:lnTo>
                    <a:pt x="7622308" y="2336333"/>
                  </a:lnTo>
                  <a:lnTo>
                    <a:pt x="7622644" y="2336601"/>
                  </a:lnTo>
                  <a:lnTo>
                    <a:pt x="7622981" y="2336655"/>
                  </a:lnTo>
                  <a:lnTo>
                    <a:pt x="7623317" y="2336655"/>
                  </a:lnTo>
                  <a:lnTo>
                    <a:pt x="7623654" y="2336655"/>
                  </a:lnTo>
                  <a:lnTo>
                    <a:pt x="7623990" y="2336655"/>
                  </a:lnTo>
                  <a:lnTo>
                    <a:pt x="7624327" y="2336509"/>
                  </a:lnTo>
                  <a:lnTo>
                    <a:pt x="7624663" y="2336203"/>
                  </a:lnTo>
                  <a:lnTo>
                    <a:pt x="7625000" y="2335897"/>
                  </a:lnTo>
                  <a:lnTo>
                    <a:pt x="7625336" y="2335591"/>
                  </a:lnTo>
                  <a:lnTo>
                    <a:pt x="7625672" y="2335407"/>
                  </a:lnTo>
                  <a:lnTo>
                    <a:pt x="7626009" y="2335254"/>
                  </a:lnTo>
                  <a:lnTo>
                    <a:pt x="7626345" y="2335003"/>
                  </a:lnTo>
                  <a:lnTo>
                    <a:pt x="7626682" y="2334483"/>
                  </a:lnTo>
                  <a:lnTo>
                    <a:pt x="7627018" y="2333875"/>
                  </a:lnTo>
                  <a:lnTo>
                    <a:pt x="7627355" y="2332954"/>
                  </a:lnTo>
                  <a:lnTo>
                    <a:pt x="7627691" y="2331919"/>
                  </a:lnTo>
                  <a:lnTo>
                    <a:pt x="7628028" y="2330659"/>
                  </a:lnTo>
                  <a:lnTo>
                    <a:pt x="7628364" y="2329172"/>
                  </a:lnTo>
                  <a:lnTo>
                    <a:pt x="7628701" y="2327579"/>
                  </a:lnTo>
                  <a:lnTo>
                    <a:pt x="7629037" y="2325816"/>
                  </a:lnTo>
                  <a:lnTo>
                    <a:pt x="7629373" y="2323412"/>
                  </a:lnTo>
                  <a:lnTo>
                    <a:pt x="7629710" y="2320979"/>
                  </a:lnTo>
                  <a:lnTo>
                    <a:pt x="7630046" y="2318507"/>
                  </a:lnTo>
                  <a:lnTo>
                    <a:pt x="7630383" y="2316292"/>
                  </a:lnTo>
                  <a:lnTo>
                    <a:pt x="7630719" y="2314070"/>
                  </a:lnTo>
                  <a:lnTo>
                    <a:pt x="7631056" y="2311950"/>
                  </a:lnTo>
                  <a:lnTo>
                    <a:pt x="7631392" y="2309877"/>
                  </a:lnTo>
                  <a:lnTo>
                    <a:pt x="7631729" y="2308203"/>
                  </a:lnTo>
                  <a:lnTo>
                    <a:pt x="7632065" y="2306861"/>
                  </a:lnTo>
                  <a:lnTo>
                    <a:pt x="7632402" y="2305561"/>
                  </a:lnTo>
                  <a:lnTo>
                    <a:pt x="7632738" y="2304323"/>
                  </a:lnTo>
                  <a:lnTo>
                    <a:pt x="7633075" y="2303279"/>
                  </a:lnTo>
                  <a:lnTo>
                    <a:pt x="7633411" y="2302232"/>
                  </a:lnTo>
                  <a:lnTo>
                    <a:pt x="7633747" y="2301206"/>
                  </a:lnTo>
                  <a:lnTo>
                    <a:pt x="7634084" y="2300255"/>
                  </a:lnTo>
                  <a:lnTo>
                    <a:pt x="7634420" y="2299821"/>
                  </a:lnTo>
                  <a:lnTo>
                    <a:pt x="7634757" y="2299791"/>
                  </a:lnTo>
                  <a:lnTo>
                    <a:pt x="7635093" y="2299791"/>
                  </a:lnTo>
                  <a:lnTo>
                    <a:pt x="7635430" y="2299710"/>
                  </a:lnTo>
                  <a:lnTo>
                    <a:pt x="7635766" y="2299688"/>
                  </a:lnTo>
                  <a:lnTo>
                    <a:pt x="7636103" y="2299701"/>
                  </a:lnTo>
                  <a:lnTo>
                    <a:pt x="7636439" y="2299888"/>
                  </a:lnTo>
                  <a:lnTo>
                    <a:pt x="7636776" y="2299857"/>
                  </a:lnTo>
                  <a:lnTo>
                    <a:pt x="7637112" y="2299741"/>
                  </a:lnTo>
                  <a:lnTo>
                    <a:pt x="7637449" y="2299596"/>
                  </a:lnTo>
                  <a:lnTo>
                    <a:pt x="7637785" y="2299404"/>
                  </a:lnTo>
                  <a:lnTo>
                    <a:pt x="7638121" y="2299222"/>
                  </a:lnTo>
                  <a:lnTo>
                    <a:pt x="7638458" y="2299521"/>
                  </a:lnTo>
                  <a:lnTo>
                    <a:pt x="7638794" y="2299596"/>
                  </a:lnTo>
                  <a:lnTo>
                    <a:pt x="7639131" y="2299397"/>
                  </a:lnTo>
                  <a:lnTo>
                    <a:pt x="7639467" y="2298899"/>
                  </a:lnTo>
                  <a:lnTo>
                    <a:pt x="7639804" y="2297930"/>
                  </a:lnTo>
                  <a:lnTo>
                    <a:pt x="7640140" y="2296899"/>
                  </a:lnTo>
                  <a:lnTo>
                    <a:pt x="7640477" y="2295756"/>
                  </a:lnTo>
                  <a:lnTo>
                    <a:pt x="7640813" y="2294548"/>
                  </a:lnTo>
                  <a:lnTo>
                    <a:pt x="7641150" y="2293400"/>
                  </a:lnTo>
                  <a:lnTo>
                    <a:pt x="7641486" y="2292259"/>
                  </a:lnTo>
                  <a:lnTo>
                    <a:pt x="7641823" y="2291264"/>
                  </a:lnTo>
                  <a:lnTo>
                    <a:pt x="7642159" y="2290009"/>
                  </a:lnTo>
                  <a:lnTo>
                    <a:pt x="7642495" y="2288303"/>
                  </a:lnTo>
                  <a:lnTo>
                    <a:pt x="7642832" y="2286611"/>
                  </a:lnTo>
                  <a:lnTo>
                    <a:pt x="7643168" y="2284797"/>
                  </a:lnTo>
                  <a:lnTo>
                    <a:pt x="7643505" y="2282792"/>
                  </a:lnTo>
                  <a:lnTo>
                    <a:pt x="7643841" y="2280856"/>
                  </a:lnTo>
                  <a:lnTo>
                    <a:pt x="7644178" y="2279509"/>
                  </a:lnTo>
                  <a:lnTo>
                    <a:pt x="7644514" y="2278552"/>
                  </a:lnTo>
                  <a:lnTo>
                    <a:pt x="7644851" y="2278047"/>
                  </a:lnTo>
                  <a:lnTo>
                    <a:pt x="7645187" y="2277794"/>
                  </a:lnTo>
                  <a:lnTo>
                    <a:pt x="7645524" y="2277549"/>
                  </a:lnTo>
                  <a:lnTo>
                    <a:pt x="7645860" y="2277205"/>
                  </a:lnTo>
                  <a:lnTo>
                    <a:pt x="7646197" y="2277052"/>
                  </a:lnTo>
                  <a:lnTo>
                    <a:pt x="7646533" y="2277128"/>
                  </a:lnTo>
                  <a:lnTo>
                    <a:pt x="7646869" y="2277151"/>
                  </a:lnTo>
                  <a:lnTo>
                    <a:pt x="7647206" y="2277519"/>
                  </a:lnTo>
                  <a:lnTo>
                    <a:pt x="7647542" y="2278192"/>
                  </a:lnTo>
                  <a:lnTo>
                    <a:pt x="7647879" y="2279271"/>
                  </a:lnTo>
                  <a:lnTo>
                    <a:pt x="7648215" y="2280442"/>
                  </a:lnTo>
                  <a:lnTo>
                    <a:pt x="7648552" y="2281782"/>
                  </a:lnTo>
                  <a:lnTo>
                    <a:pt x="7648888" y="2282922"/>
                  </a:lnTo>
                  <a:lnTo>
                    <a:pt x="7649225" y="2283802"/>
                  </a:lnTo>
                  <a:lnTo>
                    <a:pt x="7649561" y="2283955"/>
                  </a:lnTo>
                  <a:lnTo>
                    <a:pt x="7649898" y="2283588"/>
                  </a:lnTo>
                  <a:lnTo>
                    <a:pt x="7650234" y="2282700"/>
                  </a:lnTo>
                  <a:lnTo>
                    <a:pt x="7650571" y="2281624"/>
                  </a:lnTo>
                  <a:lnTo>
                    <a:pt x="7650907" y="2279957"/>
                  </a:lnTo>
                  <a:lnTo>
                    <a:pt x="7651243" y="2278161"/>
                  </a:lnTo>
                  <a:lnTo>
                    <a:pt x="7651580" y="2275964"/>
                  </a:lnTo>
                  <a:lnTo>
                    <a:pt x="7651916" y="2273585"/>
                  </a:lnTo>
                  <a:lnTo>
                    <a:pt x="7652253" y="2270928"/>
                  </a:lnTo>
                  <a:lnTo>
                    <a:pt x="7652589" y="2268189"/>
                  </a:lnTo>
                  <a:lnTo>
                    <a:pt x="7652926" y="2265119"/>
                  </a:lnTo>
                  <a:lnTo>
                    <a:pt x="7653262" y="2261760"/>
                  </a:lnTo>
                  <a:lnTo>
                    <a:pt x="7653599" y="2258332"/>
                  </a:lnTo>
                  <a:lnTo>
                    <a:pt x="7653935" y="2254973"/>
                  </a:lnTo>
                  <a:lnTo>
                    <a:pt x="7654272" y="2251789"/>
                  </a:lnTo>
                  <a:lnTo>
                    <a:pt x="7654608" y="2249177"/>
                  </a:lnTo>
                  <a:lnTo>
                    <a:pt x="7654945" y="2247111"/>
                  </a:lnTo>
                  <a:lnTo>
                    <a:pt x="7655281" y="2245409"/>
                  </a:lnTo>
                  <a:lnTo>
                    <a:pt x="7655617" y="2244276"/>
                  </a:lnTo>
                  <a:lnTo>
                    <a:pt x="7655954" y="2243808"/>
                  </a:lnTo>
                  <a:lnTo>
                    <a:pt x="7656290" y="2243504"/>
                  </a:lnTo>
                  <a:lnTo>
                    <a:pt x="7656627" y="2243182"/>
                  </a:lnTo>
                  <a:lnTo>
                    <a:pt x="7656963" y="2243150"/>
                  </a:lnTo>
                  <a:lnTo>
                    <a:pt x="7657300" y="2243317"/>
                  </a:lnTo>
                  <a:lnTo>
                    <a:pt x="7657636" y="2243741"/>
                  </a:lnTo>
                  <a:lnTo>
                    <a:pt x="7657973" y="2244566"/>
                  </a:lnTo>
                  <a:lnTo>
                    <a:pt x="7658309" y="2245448"/>
                  </a:lnTo>
                  <a:lnTo>
                    <a:pt x="7658646" y="2246309"/>
                  </a:lnTo>
                  <a:lnTo>
                    <a:pt x="7658982" y="2247396"/>
                  </a:lnTo>
                  <a:lnTo>
                    <a:pt x="7659319" y="2248360"/>
                  </a:lnTo>
                  <a:lnTo>
                    <a:pt x="7659655" y="2248980"/>
                  </a:lnTo>
                  <a:lnTo>
                    <a:pt x="7659991" y="2249279"/>
                  </a:lnTo>
                  <a:lnTo>
                    <a:pt x="7660328" y="2249485"/>
                  </a:lnTo>
                  <a:lnTo>
                    <a:pt x="7660664" y="2249661"/>
                  </a:lnTo>
                  <a:lnTo>
                    <a:pt x="7661001" y="2249814"/>
                  </a:lnTo>
                  <a:lnTo>
                    <a:pt x="7661337" y="2249967"/>
                  </a:lnTo>
                  <a:lnTo>
                    <a:pt x="7661674" y="2250120"/>
                  </a:lnTo>
                  <a:lnTo>
                    <a:pt x="7662010" y="2250419"/>
                  </a:lnTo>
                  <a:lnTo>
                    <a:pt x="7662347" y="2250672"/>
                  </a:lnTo>
                  <a:lnTo>
                    <a:pt x="7662683" y="2250802"/>
                  </a:lnTo>
                  <a:lnTo>
                    <a:pt x="7663020" y="2251054"/>
                  </a:lnTo>
                  <a:lnTo>
                    <a:pt x="7663356" y="2251330"/>
                  </a:lnTo>
                  <a:lnTo>
                    <a:pt x="7663692" y="2251942"/>
                  </a:lnTo>
                  <a:lnTo>
                    <a:pt x="7664029" y="2252692"/>
                  </a:lnTo>
                  <a:lnTo>
                    <a:pt x="7664365" y="2253557"/>
                  </a:lnTo>
                  <a:lnTo>
                    <a:pt x="7664702" y="2254690"/>
                  </a:lnTo>
                  <a:lnTo>
                    <a:pt x="7665038" y="2255769"/>
                  </a:lnTo>
                  <a:lnTo>
                    <a:pt x="7665375" y="2256787"/>
                  </a:lnTo>
                  <a:lnTo>
                    <a:pt x="7665711" y="2257835"/>
                  </a:lnTo>
                  <a:lnTo>
                    <a:pt x="7666048" y="2258907"/>
                  </a:lnTo>
                  <a:lnTo>
                    <a:pt x="7666384" y="2259978"/>
                  </a:lnTo>
                  <a:lnTo>
                    <a:pt x="7666721" y="2261088"/>
                  </a:lnTo>
                  <a:lnTo>
                    <a:pt x="7667057" y="2262267"/>
                  </a:lnTo>
                  <a:lnTo>
                    <a:pt x="7667394" y="2263346"/>
                  </a:lnTo>
                  <a:lnTo>
                    <a:pt x="7667730" y="2264310"/>
                  </a:lnTo>
                  <a:lnTo>
                    <a:pt x="7668066" y="2264769"/>
                  </a:lnTo>
                  <a:lnTo>
                    <a:pt x="7668403" y="2265052"/>
                  </a:lnTo>
                  <a:lnTo>
                    <a:pt x="7668739" y="2265170"/>
                  </a:lnTo>
                  <a:lnTo>
                    <a:pt x="7669076" y="2265279"/>
                  </a:lnTo>
                  <a:lnTo>
                    <a:pt x="7669412" y="2265123"/>
                  </a:lnTo>
                  <a:lnTo>
                    <a:pt x="7669749" y="2264668"/>
                  </a:lnTo>
                  <a:lnTo>
                    <a:pt x="7670085" y="2264350"/>
                  </a:lnTo>
                  <a:lnTo>
                    <a:pt x="7670422" y="2264107"/>
                  </a:lnTo>
                  <a:lnTo>
                    <a:pt x="7670758" y="2263695"/>
                  </a:lnTo>
                  <a:lnTo>
                    <a:pt x="7671095" y="2263235"/>
                  </a:lnTo>
                  <a:lnTo>
                    <a:pt x="7671431" y="2262707"/>
                  </a:lnTo>
                  <a:lnTo>
                    <a:pt x="7671768" y="2262190"/>
                  </a:lnTo>
                  <a:lnTo>
                    <a:pt x="7672104" y="2261599"/>
                  </a:lnTo>
                  <a:lnTo>
                    <a:pt x="7672440" y="2261139"/>
                  </a:lnTo>
                  <a:lnTo>
                    <a:pt x="7672777" y="2260735"/>
                  </a:lnTo>
                  <a:lnTo>
                    <a:pt x="7673113" y="2260598"/>
                  </a:lnTo>
                  <a:lnTo>
                    <a:pt x="7673450" y="2260437"/>
                  </a:lnTo>
                  <a:lnTo>
                    <a:pt x="7673786" y="2259926"/>
                  </a:lnTo>
                  <a:lnTo>
                    <a:pt x="7674123" y="2259386"/>
                  </a:lnTo>
                  <a:lnTo>
                    <a:pt x="7674459" y="2259125"/>
                  </a:lnTo>
                  <a:lnTo>
                    <a:pt x="7674796" y="2258874"/>
                  </a:lnTo>
                  <a:lnTo>
                    <a:pt x="7675132" y="2258561"/>
                  </a:lnTo>
                  <a:lnTo>
                    <a:pt x="7675469" y="2258412"/>
                  </a:lnTo>
                  <a:lnTo>
                    <a:pt x="7675805" y="2258647"/>
                  </a:lnTo>
                  <a:lnTo>
                    <a:pt x="7676142" y="2259356"/>
                  </a:lnTo>
                  <a:lnTo>
                    <a:pt x="7676478" y="2260611"/>
                  </a:lnTo>
                  <a:lnTo>
                    <a:pt x="7676814" y="2262379"/>
                  </a:lnTo>
                  <a:lnTo>
                    <a:pt x="7677151" y="2264744"/>
                  </a:lnTo>
                  <a:lnTo>
                    <a:pt x="7677487" y="2267193"/>
                  </a:lnTo>
                  <a:lnTo>
                    <a:pt x="7677824" y="2269788"/>
                  </a:lnTo>
                  <a:lnTo>
                    <a:pt x="7678160" y="2272359"/>
                  </a:lnTo>
                  <a:lnTo>
                    <a:pt x="7678497" y="2274969"/>
                  </a:lnTo>
                  <a:lnTo>
                    <a:pt x="7678833" y="2277954"/>
                  </a:lnTo>
                  <a:lnTo>
                    <a:pt x="7679170" y="2281016"/>
                  </a:lnTo>
                  <a:lnTo>
                    <a:pt x="7679506" y="2284306"/>
                  </a:lnTo>
                  <a:lnTo>
                    <a:pt x="7679843" y="2287728"/>
                  </a:lnTo>
                  <a:lnTo>
                    <a:pt x="7680179" y="2291118"/>
                  </a:lnTo>
                  <a:lnTo>
                    <a:pt x="7680516" y="2294363"/>
                  </a:lnTo>
                  <a:lnTo>
                    <a:pt x="7680852" y="2297195"/>
                  </a:lnTo>
                  <a:lnTo>
                    <a:pt x="7681188" y="2299560"/>
                  </a:lnTo>
                  <a:lnTo>
                    <a:pt x="7681525" y="2301772"/>
                  </a:lnTo>
                  <a:lnTo>
                    <a:pt x="7681861" y="2303524"/>
                  </a:lnTo>
                  <a:lnTo>
                    <a:pt x="7682198" y="2304764"/>
                  </a:lnTo>
                  <a:lnTo>
                    <a:pt x="7682534" y="2305989"/>
                  </a:lnTo>
                  <a:lnTo>
                    <a:pt x="7682871" y="2307053"/>
                  </a:lnTo>
                  <a:lnTo>
                    <a:pt x="7683207" y="2308002"/>
                  </a:lnTo>
                  <a:lnTo>
                    <a:pt x="7683544" y="2308706"/>
                  </a:lnTo>
                  <a:lnTo>
                    <a:pt x="7683880" y="2309203"/>
                  </a:lnTo>
                  <a:lnTo>
                    <a:pt x="7684217" y="2309662"/>
                  </a:lnTo>
                  <a:lnTo>
                    <a:pt x="7684553" y="2309892"/>
                  </a:lnTo>
                  <a:lnTo>
                    <a:pt x="7684890" y="2309992"/>
                  </a:lnTo>
                  <a:lnTo>
                    <a:pt x="7685226" y="2310122"/>
                  </a:lnTo>
                  <a:lnTo>
                    <a:pt x="7685562" y="2310275"/>
                  </a:lnTo>
                  <a:lnTo>
                    <a:pt x="7685899" y="2310428"/>
                  </a:lnTo>
                  <a:lnTo>
                    <a:pt x="7686235" y="2310474"/>
                  </a:lnTo>
                  <a:lnTo>
                    <a:pt x="7686572" y="2310382"/>
                  </a:lnTo>
                  <a:lnTo>
                    <a:pt x="7686908" y="2310221"/>
                  </a:lnTo>
                  <a:lnTo>
                    <a:pt x="7687245" y="2309831"/>
                  </a:lnTo>
                  <a:lnTo>
                    <a:pt x="7687581" y="2309372"/>
                  </a:lnTo>
                  <a:lnTo>
                    <a:pt x="7687918" y="2309035"/>
                  </a:lnTo>
                  <a:lnTo>
                    <a:pt x="7688254" y="2308729"/>
                  </a:lnTo>
                  <a:lnTo>
                    <a:pt x="7688591" y="2308484"/>
                  </a:lnTo>
                  <a:lnTo>
                    <a:pt x="7688927" y="2308331"/>
                  </a:lnTo>
                  <a:lnTo>
                    <a:pt x="7689264" y="2308178"/>
                  </a:lnTo>
                  <a:lnTo>
                    <a:pt x="7689600" y="2307994"/>
                  </a:lnTo>
                  <a:lnTo>
                    <a:pt x="7689936" y="2307875"/>
                  </a:lnTo>
                  <a:lnTo>
                    <a:pt x="7690273" y="2307870"/>
                  </a:lnTo>
                  <a:lnTo>
                    <a:pt x="7690609" y="2307917"/>
                  </a:lnTo>
                  <a:lnTo>
                    <a:pt x="7690946" y="2307965"/>
                  </a:lnTo>
                  <a:lnTo>
                    <a:pt x="7691282" y="2308147"/>
                  </a:lnTo>
                  <a:lnTo>
                    <a:pt x="7691619" y="2308367"/>
                  </a:lnTo>
                  <a:lnTo>
                    <a:pt x="7691955" y="2308593"/>
                  </a:lnTo>
                  <a:lnTo>
                    <a:pt x="7692292" y="2308938"/>
                  </a:lnTo>
                  <a:lnTo>
                    <a:pt x="7692628" y="2309284"/>
                  </a:lnTo>
                  <a:lnTo>
                    <a:pt x="7692965" y="2309507"/>
                  </a:lnTo>
                  <a:lnTo>
                    <a:pt x="7693301" y="2309699"/>
                  </a:lnTo>
                  <a:lnTo>
                    <a:pt x="7693638" y="2309990"/>
                  </a:lnTo>
                  <a:lnTo>
                    <a:pt x="7693974" y="2310549"/>
                  </a:lnTo>
                  <a:lnTo>
                    <a:pt x="7694310" y="2311196"/>
                  </a:lnTo>
                  <a:lnTo>
                    <a:pt x="7694647" y="2312182"/>
                  </a:lnTo>
                  <a:lnTo>
                    <a:pt x="7694983" y="2313350"/>
                  </a:lnTo>
                  <a:lnTo>
                    <a:pt x="7695320" y="2314745"/>
                  </a:lnTo>
                  <a:lnTo>
                    <a:pt x="7695656" y="2316365"/>
                  </a:lnTo>
                  <a:lnTo>
                    <a:pt x="7695993" y="2318083"/>
                  </a:lnTo>
                  <a:lnTo>
                    <a:pt x="7696329" y="2319846"/>
                  </a:lnTo>
                  <a:lnTo>
                    <a:pt x="7696666" y="2322250"/>
                  </a:lnTo>
                  <a:lnTo>
                    <a:pt x="7697002" y="2324683"/>
                  </a:lnTo>
                  <a:lnTo>
                    <a:pt x="7697339" y="2327156"/>
                  </a:lnTo>
                  <a:lnTo>
                    <a:pt x="7697675" y="2329371"/>
                  </a:lnTo>
                  <a:lnTo>
                    <a:pt x="7698011" y="2331355"/>
                  </a:lnTo>
                  <a:lnTo>
                    <a:pt x="7698348" y="2333166"/>
                  </a:lnTo>
                  <a:lnTo>
                    <a:pt x="7698684" y="2334902"/>
                  </a:lnTo>
                  <a:lnTo>
                    <a:pt x="7699021" y="2336604"/>
                  </a:lnTo>
                  <a:lnTo>
                    <a:pt x="7699357" y="2338185"/>
                  </a:lnTo>
                  <a:lnTo>
                    <a:pt x="7699694" y="2339584"/>
                  </a:lnTo>
                  <a:lnTo>
                    <a:pt x="7700030" y="2340912"/>
                  </a:lnTo>
                  <a:lnTo>
                    <a:pt x="7700367" y="2341973"/>
                  </a:lnTo>
                  <a:lnTo>
                    <a:pt x="7700703" y="2343079"/>
                  </a:lnTo>
                  <a:lnTo>
                    <a:pt x="7701040" y="2344135"/>
                  </a:lnTo>
                  <a:lnTo>
                    <a:pt x="7701376" y="2345110"/>
                  </a:lnTo>
                  <a:lnTo>
                    <a:pt x="7701713" y="2345716"/>
                  </a:lnTo>
                  <a:lnTo>
                    <a:pt x="7702049" y="2346087"/>
                  </a:lnTo>
                  <a:lnTo>
                    <a:pt x="7702385" y="2346455"/>
                  </a:lnTo>
                  <a:lnTo>
                    <a:pt x="7702722" y="2346875"/>
                  </a:lnTo>
                  <a:lnTo>
                    <a:pt x="7703058" y="2347418"/>
                  </a:lnTo>
                  <a:lnTo>
                    <a:pt x="7703395" y="2347918"/>
                  </a:lnTo>
                  <a:lnTo>
                    <a:pt x="7703731" y="2348485"/>
                  </a:lnTo>
                  <a:lnTo>
                    <a:pt x="7704068" y="2349102"/>
                  </a:lnTo>
                  <a:lnTo>
                    <a:pt x="7704404" y="2349674"/>
                  </a:lnTo>
                  <a:lnTo>
                    <a:pt x="7704741" y="2350528"/>
                  </a:lnTo>
                  <a:lnTo>
                    <a:pt x="7705077" y="2351425"/>
                  </a:lnTo>
                  <a:lnTo>
                    <a:pt x="7705414" y="2352491"/>
                  </a:lnTo>
                  <a:lnTo>
                    <a:pt x="7705750" y="2353447"/>
                  </a:lnTo>
                  <a:lnTo>
                    <a:pt x="7706087" y="2354777"/>
                  </a:lnTo>
                  <a:lnTo>
                    <a:pt x="7706423" y="2356193"/>
                  </a:lnTo>
                  <a:lnTo>
                    <a:pt x="7706759" y="2357724"/>
                  </a:lnTo>
                  <a:lnTo>
                    <a:pt x="7707096" y="2359308"/>
                  </a:lnTo>
                  <a:lnTo>
                    <a:pt x="7707432" y="2360739"/>
                  </a:lnTo>
                  <a:lnTo>
                    <a:pt x="7707769" y="2361994"/>
                  </a:lnTo>
                  <a:lnTo>
                    <a:pt x="7708105" y="2363219"/>
                  </a:lnTo>
                  <a:lnTo>
                    <a:pt x="7708442" y="2364604"/>
                  </a:lnTo>
                  <a:lnTo>
                    <a:pt x="7708778" y="2366051"/>
                  </a:lnTo>
                  <a:lnTo>
                    <a:pt x="7709115" y="2367352"/>
                  </a:lnTo>
                  <a:lnTo>
                    <a:pt x="7709451" y="2368767"/>
                  </a:lnTo>
                  <a:lnTo>
                    <a:pt x="7709788" y="2370359"/>
                  </a:lnTo>
                  <a:lnTo>
                    <a:pt x="7710124" y="2371821"/>
                  </a:lnTo>
                  <a:lnTo>
                    <a:pt x="7710461" y="2373199"/>
                  </a:lnTo>
                  <a:lnTo>
                    <a:pt x="7710797" y="2374599"/>
                  </a:lnTo>
                  <a:lnTo>
                    <a:pt x="7711133" y="2375969"/>
                  </a:lnTo>
                  <a:lnTo>
                    <a:pt x="7711470" y="2377003"/>
                  </a:lnTo>
                  <a:lnTo>
                    <a:pt x="7711806" y="2377829"/>
                  </a:lnTo>
                  <a:lnTo>
                    <a:pt x="7712143" y="2378541"/>
                  </a:lnTo>
                  <a:lnTo>
                    <a:pt x="7712479" y="2379406"/>
                  </a:lnTo>
                  <a:lnTo>
                    <a:pt x="7712816" y="2380592"/>
                  </a:lnTo>
                  <a:lnTo>
                    <a:pt x="7713152" y="2382008"/>
                  </a:lnTo>
                  <a:lnTo>
                    <a:pt x="7713489" y="2383378"/>
                  </a:lnTo>
                  <a:lnTo>
                    <a:pt x="7713825" y="2384580"/>
                  </a:lnTo>
                  <a:lnTo>
                    <a:pt x="7714162" y="2385643"/>
                  </a:lnTo>
                  <a:lnTo>
                    <a:pt x="7714498" y="2386347"/>
                  </a:lnTo>
                  <a:lnTo>
                    <a:pt x="7714835" y="2386745"/>
                  </a:lnTo>
                  <a:lnTo>
                    <a:pt x="7715171" y="2386983"/>
                  </a:lnTo>
                  <a:lnTo>
                    <a:pt x="7715507" y="2387496"/>
                  </a:lnTo>
                  <a:lnTo>
                    <a:pt x="7715844" y="2387932"/>
                  </a:lnTo>
                  <a:lnTo>
                    <a:pt x="7716180" y="2388552"/>
                  </a:lnTo>
                  <a:lnTo>
                    <a:pt x="7716517" y="2389386"/>
                  </a:lnTo>
                  <a:lnTo>
                    <a:pt x="7716853" y="2390687"/>
                  </a:lnTo>
                  <a:lnTo>
                    <a:pt x="7717190" y="2392141"/>
                  </a:lnTo>
                  <a:lnTo>
                    <a:pt x="7717526" y="2393764"/>
                  </a:lnTo>
                  <a:lnTo>
                    <a:pt x="7717863" y="2395245"/>
                  </a:lnTo>
                  <a:lnTo>
                    <a:pt x="7718199" y="2397219"/>
                  </a:lnTo>
                  <a:lnTo>
                    <a:pt x="7718536" y="2399168"/>
                  </a:lnTo>
                  <a:lnTo>
                    <a:pt x="7718872" y="2401311"/>
                  </a:lnTo>
                  <a:lnTo>
                    <a:pt x="7719209" y="2403698"/>
                  </a:lnTo>
                  <a:lnTo>
                    <a:pt x="7719545" y="2406102"/>
                  </a:lnTo>
                  <a:lnTo>
                    <a:pt x="7719881" y="2408601"/>
                  </a:lnTo>
                  <a:lnTo>
                    <a:pt x="7720218" y="2411082"/>
                  </a:lnTo>
                  <a:lnTo>
                    <a:pt x="7720554" y="2413392"/>
                  </a:lnTo>
                  <a:lnTo>
                    <a:pt x="7720891" y="2415603"/>
                  </a:lnTo>
                  <a:lnTo>
                    <a:pt x="7721227" y="2417908"/>
                  </a:lnTo>
                  <a:lnTo>
                    <a:pt x="7721564" y="2419940"/>
                  </a:lnTo>
                  <a:lnTo>
                    <a:pt x="7721900" y="2421598"/>
                  </a:lnTo>
                  <a:lnTo>
                    <a:pt x="7722237" y="2422891"/>
                  </a:lnTo>
                  <a:lnTo>
                    <a:pt x="7722573" y="2423895"/>
                  </a:lnTo>
                  <a:lnTo>
                    <a:pt x="7722910" y="2424457"/>
                  </a:lnTo>
                  <a:lnTo>
                    <a:pt x="7723246" y="2424353"/>
                  </a:lnTo>
                  <a:lnTo>
                    <a:pt x="7723583" y="2424087"/>
                  </a:lnTo>
                  <a:lnTo>
                    <a:pt x="7723919" y="2423838"/>
                  </a:lnTo>
                  <a:lnTo>
                    <a:pt x="7724255" y="2423369"/>
                  </a:lnTo>
                  <a:lnTo>
                    <a:pt x="7724592" y="2422762"/>
                  </a:lnTo>
                  <a:lnTo>
                    <a:pt x="7724928" y="2422232"/>
                  </a:lnTo>
                  <a:lnTo>
                    <a:pt x="7725265" y="2421420"/>
                  </a:lnTo>
                  <a:lnTo>
                    <a:pt x="7725601" y="2420738"/>
                  </a:lnTo>
                  <a:lnTo>
                    <a:pt x="7725938" y="2420094"/>
                  </a:lnTo>
                  <a:lnTo>
                    <a:pt x="7726274" y="2419399"/>
                  </a:lnTo>
                  <a:lnTo>
                    <a:pt x="7726611" y="2418519"/>
                  </a:lnTo>
                  <a:lnTo>
                    <a:pt x="7726947" y="2417654"/>
                  </a:lnTo>
                  <a:lnTo>
                    <a:pt x="7727284" y="2417233"/>
                  </a:lnTo>
                  <a:lnTo>
                    <a:pt x="7727620" y="2416911"/>
                  </a:lnTo>
                  <a:lnTo>
                    <a:pt x="7727956" y="2416582"/>
                  </a:lnTo>
                  <a:lnTo>
                    <a:pt x="7728293" y="2416082"/>
                  </a:lnTo>
                  <a:lnTo>
                    <a:pt x="7728629" y="2415603"/>
                  </a:lnTo>
                  <a:lnTo>
                    <a:pt x="7728966" y="2414992"/>
                  </a:lnTo>
                  <a:lnTo>
                    <a:pt x="7729302" y="2414287"/>
                  </a:lnTo>
                  <a:lnTo>
                    <a:pt x="7729639" y="2413827"/>
                  </a:lnTo>
                  <a:lnTo>
                    <a:pt x="7729975" y="2413432"/>
                  </a:lnTo>
                  <a:lnTo>
                    <a:pt x="7730312" y="2413107"/>
                  </a:lnTo>
                  <a:lnTo>
                    <a:pt x="7730648" y="2412606"/>
                  </a:lnTo>
                  <a:lnTo>
                    <a:pt x="7730985" y="2411876"/>
                  </a:lnTo>
                  <a:lnTo>
                    <a:pt x="7731321" y="2411065"/>
                  </a:lnTo>
                  <a:lnTo>
                    <a:pt x="7731658" y="2410269"/>
                  </a:lnTo>
                  <a:lnTo>
                    <a:pt x="7731994" y="2409503"/>
                  </a:lnTo>
                  <a:lnTo>
                    <a:pt x="7732330" y="2409007"/>
                  </a:lnTo>
                  <a:lnTo>
                    <a:pt x="7732667" y="2408554"/>
                  </a:lnTo>
                  <a:lnTo>
                    <a:pt x="7733003" y="2408109"/>
                  </a:lnTo>
                  <a:lnTo>
                    <a:pt x="7733340" y="2407871"/>
                  </a:lnTo>
                  <a:lnTo>
                    <a:pt x="7733676" y="2407412"/>
                  </a:lnTo>
                  <a:lnTo>
                    <a:pt x="7734013" y="2407205"/>
                  </a:lnTo>
                  <a:lnTo>
                    <a:pt x="7734349" y="2407320"/>
                  </a:lnTo>
                  <a:lnTo>
                    <a:pt x="7734686" y="2407603"/>
                  </a:lnTo>
                  <a:lnTo>
                    <a:pt x="7735022" y="2407955"/>
                  </a:lnTo>
                  <a:lnTo>
                    <a:pt x="7735359" y="2408544"/>
                  </a:lnTo>
                  <a:lnTo>
                    <a:pt x="7735695" y="2409249"/>
                  </a:lnTo>
                  <a:lnTo>
                    <a:pt x="7736032" y="2410167"/>
                  </a:lnTo>
                  <a:lnTo>
                    <a:pt x="7736368" y="2411101"/>
                  </a:lnTo>
                  <a:lnTo>
                    <a:pt x="7736704" y="2412172"/>
                  </a:lnTo>
                  <a:lnTo>
                    <a:pt x="7737041" y="2413244"/>
                  </a:lnTo>
                  <a:lnTo>
                    <a:pt x="7737377" y="2414170"/>
                  </a:lnTo>
                  <a:lnTo>
                    <a:pt x="7737714" y="2415195"/>
                  </a:lnTo>
                  <a:lnTo>
                    <a:pt x="7738050" y="2416267"/>
                  </a:lnTo>
                  <a:lnTo>
                    <a:pt x="7738387" y="2417445"/>
                  </a:lnTo>
                  <a:lnTo>
                    <a:pt x="7738723" y="2418815"/>
                  </a:lnTo>
                  <a:lnTo>
                    <a:pt x="7739060" y="2420086"/>
                  </a:lnTo>
                  <a:lnTo>
                    <a:pt x="7739396" y="2420935"/>
                  </a:lnTo>
                  <a:lnTo>
                    <a:pt x="7739733" y="2421548"/>
                  </a:lnTo>
                  <a:lnTo>
                    <a:pt x="7740069" y="2421976"/>
                  </a:lnTo>
                  <a:lnTo>
                    <a:pt x="7740406" y="2422340"/>
                  </a:lnTo>
                  <a:lnTo>
                    <a:pt x="7740742" y="2422622"/>
                  </a:lnTo>
                  <a:lnTo>
                    <a:pt x="7741078" y="2423165"/>
                  </a:lnTo>
                  <a:lnTo>
                    <a:pt x="7741415" y="2423731"/>
                  </a:lnTo>
                  <a:lnTo>
                    <a:pt x="7741751" y="2424159"/>
                  </a:lnTo>
                  <a:lnTo>
                    <a:pt x="7742088" y="2424586"/>
                  </a:lnTo>
                  <a:lnTo>
                    <a:pt x="7742424" y="2425014"/>
                  </a:lnTo>
                  <a:lnTo>
                    <a:pt x="7742761" y="2425335"/>
                  </a:lnTo>
                  <a:lnTo>
                    <a:pt x="7743097" y="2425610"/>
                  </a:lnTo>
                  <a:lnTo>
                    <a:pt x="7743434" y="2425777"/>
                  </a:lnTo>
                  <a:lnTo>
                    <a:pt x="7743770" y="2425754"/>
                  </a:lnTo>
                  <a:lnTo>
                    <a:pt x="7744107" y="2425616"/>
                  </a:lnTo>
                  <a:lnTo>
                    <a:pt x="7744443" y="2425459"/>
                  </a:lnTo>
                  <a:lnTo>
                    <a:pt x="7744780" y="2425302"/>
                  </a:lnTo>
                  <a:lnTo>
                    <a:pt x="7745116" y="2425145"/>
                  </a:lnTo>
                  <a:lnTo>
                    <a:pt x="7745452" y="2424913"/>
                  </a:lnTo>
                  <a:lnTo>
                    <a:pt x="7745789" y="2424599"/>
                  </a:lnTo>
                  <a:lnTo>
                    <a:pt x="7746125" y="2423926"/>
                  </a:lnTo>
                  <a:lnTo>
                    <a:pt x="7746462" y="2423160"/>
                  </a:lnTo>
                  <a:lnTo>
                    <a:pt x="7746798" y="2422395"/>
                  </a:lnTo>
                  <a:lnTo>
                    <a:pt x="7747135" y="2421629"/>
                  </a:lnTo>
                  <a:lnTo>
                    <a:pt x="7747471" y="2420994"/>
                  </a:lnTo>
                  <a:lnTo>
                    <a:pt x="7747808" y="2420382"/>
                  </a:lnTo>
                  <a:lnTo>
                    <a:pt x="7748144" y="2419770"/>
                  </a:lnTo>
                  <a:lnTo>
                    <a:pt x="7748481" y="2419157"/>
                  </a:lnTo>
                  <a:lnTo>
                    <a:pt x="7748817" y="2418545"/>
                  </a:lnTo>
                  <a:lnTo>
                    <a:pt x="7749154" y="2418078"/>
                  </a:lnTo>
                  <a:lnTo>
                    <a:pt x="7749490" y="2417879"/>
                  </a:lnTo>
                  <a:lnTo>
                    <a:pt x="7749826" y="2417726"/>
                  </a:lnTo>
                  <a:lnTo>
                    <a:pt x="7750163" y="2417711"/>
                  </a:lnTo>
                  <a:lnTo>
                    <a:pt x="7750499" y="2417764"/>
                  </a:lnTo>
                  <a:lnTo>
                    <a:pt x="7750836" y="2417650"/>
                  </a:lnTo>
                  <a:lnTo>
                    <a:pt x="7751172" y="2417489"/>
                  </a:lnTo>
                  <a:lnTo>
                    <a:pt x="7751509" y="2417336"/>
                  </a:lnTo>
                  <a:lnTo>
                    <a:pt x="7751845" y="2417183"/>
                  </a:lnTo>
                  <a:lnTo>
                    <a:pt x="7752182" y="2417030"/>
                  </a:lnTo>
                  <a:lnTo>
                    <a:pt x="7752518" y="2416747"/>
                  </a:lnTo>
                  <a:lnTo>
                    <a:pt x="7752855" y="2416440"/>
                  </a:lnTo>
                  <a:lnTo>
                    <a:pt x="7753191" y="2416073"/>
                  </a:lnTo>
                  <a:lnTo>
                    <a:pt x="7753528" y="2415721"/>
                  </a:lnTo>
                  <a:lnTo>
                    <a:pt x="7753864" y="2415623"/>
                  </a:lnTo>
                  <a:lnTo>
                    <a:pt x="7754200" y="2415548"/>
                  </a:lnTo>
                  <a:lnTo>
                    <a:pt x="7754537" y="2415507"/>
                  </a:lnTo>
                  <a:lnTo>
                    <a:pt x="7754873" y="2415497"/>
                  </a:lnTo>
                  <a:lnTo>
                    <a:pt x="7755210" y="2415260"/>
                  </a:lnTo>
                  <a:lnTo>
                    <a:pt x="7755546" y="2414899"/>
                  </a:lnTo>
                  <a:lnTo>
                    <a:pt x="7755883" y="2414582"/>
                  </a:lnTo>
                  <a:lnTo>
                    <a:pt x="7756219" y="2414262"/>
                  </a:lnTo>
                  <a:lnTo>
                    <a:pt x="7756556" y="2413948"/>
                  </a:lnTo>
                  <a:lnTo>
                    <a:pt x="7756892" y="2413445"/>
                  </a:lnTo>
                  <a:lnTo>
                    <a:pt x="7757229" y="2412676"/>
                  </a:lnTo>
                  <a:lnTo>
                    <a:pt x="7757565" y="2411705"/>
                  </a:lnTo>
                  <a:lnTo>
                    <a:pt x="7757902" y="2410621"/>
                  </a:lnTo>
                  <a:lnTo>
                    <a:pt x="7758238" y="2409588"/>
                  </a:lnTo>
                  <a:lnTo>
                    <a:pt x="7758574" y="2408495"/>
                  </a:lnTo>
                  <a:lnTo>
                    <a:pt x="7758911" y="2407277"/>
                  </a:lnTo>
                  <a:lnTo>
                    <a:pt x="7759247" y="2406053"/>
                  </a:lnTo>
                  <a:lnTo>
                    <a:pt x="7759584" y="2404820"/>
                  </a:lnTo>
                  <a:lnTo>
                    <a:pt x="7759920" y="2403258"/>
                  </a:lnTo>
                  <a:lnTo>
                    <a:pt x="7760257" y="2401902"/>
                  </a:lnTo>
                  <a:lnTo>
                    <a:pt x="7760593" y="2400615"/>
                  </a:lnTo>
                  <a:lnTo>
                    <a:pt x="7760930" y="2399374"/>
                  </a:lnTo>
                  <a:lnTo>
                    <a:pt x="7761266" y="2398263"/>
                  </a:lnTo>
                  <a:lnTo>
                    <a:pt x="7761603" y="2397191"/>
                  </a:lnTo>
                  <a:lnTo>
                    <a:pt x="7761939" y="2396231"/>
                  </a:lnTo>
                  <a:lnTo>
                    <a:pt x="7762275" y="2395424"/>
                  </a:lnTo>
                  <a:lnTo>
                    <a:pt x="7762612" y="2394846"/>
                  </a:lnTo>
                  <a:lnTo>
                    <a:pt x="7762948" y="2394406"/>
                  </a:lnTo>
                  <a:lnTo>
                    <a:pt x="7763285" y="2393975"/>
                  </a:lnTo>
                  <a:lnTo>
                    <a:pt x="7763621" y="2393835"/>
                  </a:lnTo>
                  <a:lnTo>
                    <a:pt x="7763958" y="2393708"/>
                  </a:lnTo>
                  <a:lnTo>
                    <a:pt x="7764294" y="2393559"/>
                  </a:lnTo>
                  <a:lnTo>
                    <a:pt x="7764631" y="2393227"/>
                  </a:lnTo>
                  <a:lnTo>
                    <a:pt x="7764967" y="2392890"/>
                  </a:lnTo>
                  <a:lnTo>
                    <a:pt x="7765304" y="2392750"/>
                  </a:lnTo>
                  <a:lnTo>
                    <a:pt x="7765640" y="2392687"/>
                  </a:lnTo>
                  <a:lnTo>
                    <a:pt x="7765977" y="2392530"/>
                  </a:lnTo>
                  <a:lnTo>
                    <a:pt x="7766313" y="2392195"/>
                  </a:lnTo>
                  <a:lnTo>
                    <a:pt x="7766649" y="2391912"/>
                  </a:lnTo>
                  <a:lnTo>
                    <a:pt x="7766986" y="2391780"/>
                  </a:lnTo>
                  <a:lnTo>
                    <a:pt x="7767322" y="2391646"/>
                  </a:lnTo>
                  <a:lnTo>
                    <a:pt x="7767659" y="2391498"/>
                  </a:lnTo>
                  <a:lnTo>
                    <a:pt x="7767995" y="2391261"/>
                  </a:lnTo>
                  <a:lnTo>
                    <a:pt x="7768332" y="2391102"/>
                  </a:lnTo>
                  <a:lnTo>
                    <a:pt x="7768668" y="2391050"/>
                  </a:lnTo>
                  <a:lnTo>
                    <a:pt x="7769005" y="2390975"/>
                  </a:lnTo>
                  <a:lnTo>
                    <a:pt x="7769341" y="2390755"/>
                  </a:lnTo>
                  <a:lnTo>
                    <a:pt x="7769678" y="2390756"/>
                  </a:lnTo>
                  <a:lnTo>
                    <a:pt x="7770014" y="2390766"/>
                  </a:lnTo>
                  <a:lnTo>
                    <a:pt x="7770351" y="2390773"/>
                  </a:lnTo>
                  <a:lnTo>
                    <a:pt x="7770687" y="2390800"/>
                  </a:lnTo>
                  <a:lnTo>
                    <a:pt x="7771023" y="2390943"/>
                  </a:lnTo>
                  <a:lnTo>
                    <a:pt x="7771360" y="2391085"/>
                  </a:lnTo>
                  <a:lnTo>
                    <a:pt x="7771696" y="2391232"/>
                  </a:lnTo>
                  <a:lnTo>
                    <a:pt x="7772033" y="2391297"/>
                  </a:lnTo>
                  <a:lnTo>
                    <a:pt x="7772369" y="2391393"/>
                  </a:lnTo>
                  <a:lnTo>
                    <a:pt x="7772706" y="2391429"/>
                  </a:lnTo>
                  <a:lnTo>
                    <a:pt x="7773042" y="2391508"/>
                  </a:lnTo>
                  <a:lnTo>
                    <a:pt x="7773379" y="2391487"/>
                  </a:lnTo>
                  <a:lnTo>
                    <a:pt x="7773715" y="2391472"/>
                  </a:lnTo>
                  <a:lnTo>
                    <a:pt x="7774052" y="2391472"/>
                  </a:lnTo>
                  <a:lnTo>
                    <a:pt x="7774388" y="2391495"/>
                  </a:lnTo>
                  <a:lnTo>
                    <a:pt x="7774725" y="2391594"/>
                  </a:lnTo>
                  <a:lnTo>
                    <a:pt x="7775061" y="2391870"/>
                  </a:lnTo>
                  <a:lnTo>
                    <a:pt x="7775397" y="2392176"/>
                  </a:lnTo>
                  <a:lnTo>
                    <a:pt x="7775734" y="2392482"/>
                  </a:lnTo>
                  <a:lnTo>
                    <a:pt x="7776070" y="2392788"/>
                  </a:lnTo>
                  <a:lnTo>
                    <a:pt x="7776407" y="2393094"/>
                  </a:lnTo>
                  <a:lnTo>
                    <a:pt x="7776743" y="2393400"/>
                  </a:lnTo>
                  <a:lnTo>
                    <a:pt x="7777080" y="2393707"/>
                  </a:lnTo>
                  <a:lnTo>
                    <a:pt x="7777416" y="2394059"/>
                  </a:lnTo>
                  <a:lnTo>
                    <a:pt x="7777753" y="2394495"/>
                  </a:lnTo>
                  <a:lnTo>
                    <a:pt x="7778089" y="2394954"/>
                  </a:lnTo>
                  <a:lnTo>
                    <a:pt x="7778426" y="2395413"/>
                  </a:lnTo>
                  <a:lnTo>
                    <a:pt x="7778762" y="2395735"/>
                  </a:lnTo>
                  <a:lnTo>
                    <a:pt x="7779099" y="2396133"/>
                  </a:lnTo>
                  <a:lnTo>
                    <a:pt x="7779435" y="2396569"/>
                  </a:lnTo>
                  <a:lnTo>
                    <a:pt x="7779771" y="2396929"/>
                  </a:lnTo>
                  <a:lnTo>
                    <a:pt x="7780108" y="2397112"/>
                  </a:lnTo>
                  <a:lnTo>
                    <a:pt x="7780444" y="2397265"/>
                  </a:lnTo>
                  <a:lnTo>
                    <a:pt x="7780781" y="2397419"/>
                  </a:lnTo>
                  <a:lnTo>
                    <a:pt x="7781117" y="2397671"/>
                  </a:lnTo>
                  <a:lnTo>
                    <a:pt x="7781454" y="2398123"/>
                  </a:lnTo>
                  <a:lnTo>
                    <a:pt x="7781790" y="2398735"/>
                  </a:lnTo>
                  <a:lnTo>
                    <a:pt x="7782127" y="2399347"/>
                  </a:lnTo>
                  <a:lnTo>
                    <a:pt x="7782463" y="2399914"/>
                  </a:lnTo>
                  <a:lnTo>
                    <a:pt x="7782800" y="2400526"/>
                  </a:lnTo>
                  <a:lnTo>
                    <a:pt x="7783136" y="2401138"/>
                  </a:lnTo>
                  <a:lnTo>
                    <a:pt x="7783473" y="2401750"/>
                  </a:lnTo>
                  <a:lnTo>
                    <a:pt x="7783809" y="2402462"/>
                  </a:lnTo>
                  <a:lnTo>
                    <a:pt x="7784145" y="2403189"/>
                  </a:lnTo>
                  <a:lnTo>
                    <a:pt x="7784482" y="2404161"/>
                  </a:lnTo>
                  <a:lnTo>
                    <a:pt x="7784818" y="2405363"/>
                  </a:lnTo>
                  <a:lnTo>
                    <a:pt x="7785155" y="2406740"/>
                  </a:lnTo>
                  <a:lnTo>
                    <a:pt x="7785491" y="2408118"/>
                  </a:lnTo>
                  <a:lnTo>
                    <a:pt x="7785828" y="2409496"/>
                  </a:lnTo>
                  <a:lnTo>
                    <a:pt x="7786164" y="2410774"/>
                  </a:lnTo>
                  <a:lnTo>
                    <a:pt x="7786501" y="2411983"/>
                  </a:lnTo>
                  <a:lnTo>
                    <a:pt x="7786837" y="2413307"/>
                  </a:lnTo>
                  <a:lnTo>
                    <a:pt x="7787174" y="2414618"/>
                  </a:lnTo>
                  <a:lnTo>
                    <a:pt x="7787510" y="2416111"/>
                  </a:lnTo>
                  <a:lnTo>
                    <a:pt x="7787847" y="2417611"/>
                  </a:lnTo>
                  <a:lnTo>
                    <a:pt x="7788183" y="2419204"/>
                  </a:lnTo>
                  <a:lnTo>
                    <a:pt x="7788519" y="2420495"/>
                  </a:lnTo>
                  <a:lnTo>
                    <a:pt x="7788856" y="2421803"/>
                  </a:lnTo>
                  <a:lnTo>
                    <a:pt x="7789192" y="2423088"/>
                  </a:lnTo>
                  <a:lnTo>
                    <a:pt x="7789529" y="2424412"/>
                  </a:lnTo>
                  <a:lnTo>
                    <a:pt x="7789865" y="2425698"/>
                  </a:lnTo>
                  <a:lnTo>
                    <a:pt x="7790202" y="2426858"/>
                  </a:lnTo>
                  <a:lnTo>
                    <a:pt x="7790538" y="2428018"/>
                  </a:lnTo>
                  <a:lnTo>
                    <a:pt x="7790875" y="2429177"/>
                  </a:lnTo>
                  <a:lnTo>
                    <a:pt x="7791211" y="2430337"/>
                  </a:lnTo>
                  <a:lnTo>
                    <a:pt x="7791548" y="2431426"/>
                  </a:lnTo>
                  <a:lnTo>
                    <a:pt x="7791884" y="2432493"/>
                  </a:lnTo>
                  <a:lnTo>
                    <a:pt x="7792221" y="2433382"/>
                  </a:lnTo>
                  <a:lnTo>
                    <a:pt x="7792557" y="2434347"/>
                  </a:lnTo>
                  <a:lnTo>
                    <a:pt x="7792893" y="2435281"/>
                  </a:lnTo>
                  <a:lnTo>
                    <a:pt x="7793230" y="2436140"/>
                  </a:lnTo>
                  <a:lnTo>
                    <a:pt x="7793566" y="2437126"/>
                  </a:lnTo>
                  <a:lnTo>
                    <a:pt x="7793903" y="2438350"/>
                  </a:lnTo>
                  <a:lnTo>
                    <a:pt x="7794239" y="2439674"/>
                  </a:lnTo>
                  <a:lnTo>
                    <a:pt x="7794576" y="2440554"/>
                  </a:lnTo>
                  <a:lnTo>
                    <a:pt x="7794912" y="2441336"/>
                  </a:lnTo>
                  <a:lnTo>
                    <a:pt x="7795249" y="2442255"/>
                  </a:lnTo>
                  <a:lnTo>
                    <a:pt x="7795585" y="2443367"/>
                  </a:lnTo>
                  <a:lnTo>
                    <a:pt x="7795922" y="2444458"/>
                  </a:lnTo>
                  <a:lnTo>
                    <a:pt x="7796258" y="2445681"/>
                  </a:lnTo>
                  <a:lnTo>
                    <a:pt x="7796594" y="2446998"/>
                  </a:lnTo>
                  <a:lnTo>
                    <a:pt x="7796931" y="2448208"/>
                  </a:lnTo>
                  <a:lnTo>
                    <a:pt x="7797267" y="2449368"/>
                  </a:lnTo>
                  <a:lnTo>
                    <a:pt x="7797604" y="2450459"/>
                  </a:lnTo>
                  <a:lnTo>
                    <a:pt x="7797940" y="2451473"/>
                  </a:lnTo>
                  <a:lnTo>
                    <a:pt x="7798277" y="2452662"/>
                  </a:lnTo>
                  <a:lnTo>
                    <a:pt x="7798613" y="2453795"/>
                  </a:lnTo>
                  <a:lnTo>
                    <a:pt x="7798950" y="2454827"/>
                  </a:lnTo>
                  <a:lnTo>
                    <a:pt x="7799286" y="2455593"/>
                  </a:lnTo>
                  <a:lnTo>
                    <a:pt x="7799623" y="2456235"/>
                  </a:lnTo>
                  <a:lnTo>
                    <a:pt x="7799959" y="2456841"/>
                  </a:lnTo>
                  <a:lnTo>
                    <a:pt x="7800296" y="2457310"/>
                  </a:lnTo>
                  <a:lnTo>
                    <a:pt x="7800632" y="2457547"/>
                  </a:lnTo>
                  <a:lnTo>
                    <a:pt x="7800968" y="2458006"/>
                  </a:lnTo>
                  <a:lnTo>
                    <a:pt x="7801305" y="2458305"/>
                  </a:lnTo>
                  <a:lnTo>
                    <a:pt x="7801641" y="2458458"/>
                  </a:lnTo>
                  <a:lnTo>
                    <a:pt x="7801978" y="2458496"/>
                  </a:lnTo>
                  <a:lnTo>
                    <a:pt x="7802314" y="2458496"/>
                  </a:lnTo>
                  <a:lnTo>
                    <a:pt x="7802651" y="2458496"/>
                  </a:lnTo>
                  <a:lnTo>
                    <a:pt x="7802987" y="2458558"/>
                  </a:lnTo>
                  <a:lnTo>
                    <a:pt x="7803324" y="2458404"/>
                  </a:lnTo>
                  <a:lnTo>
                    <a:pt x="7803660" y="2458251"/>
                  </a:lnTo>
                  <a:lnTo>
                    <a:pt x="7803997" y="2458129"/>
                  </a:lnTo>
                  <a:lnTo>
                    <a:pt x="7804333" y="2458129"/>
                  </a:lnTo>
                  <a:lnTo>
                    <a:pt x="7804670" y="2458129"/>
                  </a:lnTo>
                  <a:lnTo>
                    <a:pt x="7805006" y="2458129"/>
                  </a:lnTo>
                  <a:lnTo>
                    <a:pt x="7805342" y="2458129"/>
                  </a:lnTo>
                  <a:lnTo>
                    <a:pt x="7805679" y="2458129"/>
                  </a:lnTo>
                  <a:lnTo>
                    <a:pt x="7806015" y="2458129"/>
                  </a:lnTo>
                  <a:lnTo>
                    <a:pt x="7806352" y="2458144"/>
                  </a:lnTo>
                  <a:lnTo>
                    <a:pt x="7806688" y="2458404"/>
                  </a:lnTo>
                  <a:lnTo>
                    <a:pt x="7807025" y="2458711"/>
                  </a:lnTo>
                  <a:lnTo>
                    <a:pt x="7807361" y="2459155"/>
                  </a:lnTo>
                  <a:lnTo>
                    <a:pt x="7807698" y="2459426"/>
                  </a:lnTo>
                  <a:lnTo>
                    <a:pt x="7808034" y="2459764"/>
                  </a:lnTo>
                  <a:lnTo>
                    <a:pt x="7808371" y="2460101"/>
                  </a:lnTo>
                  <a:lnTo>
                    <a:pt x="7808707" y="2460438"/>
                  </a:lnTo>
                  <a:lnTo>
                    <a:pt x="7809044" y="2460776"/>
                  </a:lnTo>
                  <a:lnTo>
                    <a:pt x="7809380" y="2461113"/>
                  </a:lnTo>
                  <a:lnTo>
                    <a:pt x="7809716" y="2461451"/>
                  </a:lnTo>
                  <a:lnTo>
                    <a:pt x="7810053" y="2461788"/>
                  </a:lnTo>
                  <a:lnTo>
                    <a:pt x="7810389" y="2462126"/>
                  </a:lnTo>
                  <a:lnTo>
                    <a:pt x="7810726" y="2462463"/>
                  </a:lnTo>
                  <a:lnTo>
                    <a:pt x="7811062" y="2462801"/>
                  </a:lnTo>
                  <a:lnTo>
                    <a:pt x="7811399" y="2463245"/>
                  </a:lnTo>
                  <a:lnTo>
                    <a:pt x="7811735" y="2463708"/>
                  </a:lnTo>
                  <a:lnTo>
                    <a:pt x="7812072" y="2464171"/>
                  </a:lnTo>
                  <a:lnTo>
                    <a:pt x="7812408" y="2464634"/>
                  </a:lnTo>
                  <a:lnTo>
                    <a:pt x="7812745" y="2465272"/>
                  </a:lnTo>
                  <a:lnTo>
                    <a:pt x="7813081" y="2466037"/>
                  </a:lnTo>
                  <a:lnTo>
                    <a:pt x="7813418" y="2466902"/>
                  </a:lnTo>
                  <a:lnTo>
                    <a:pt x="7813754" y="2467821"/>
                  </a:lnTo>
                  <a:lnTo>
                    <a:pt x="7814090" y="2468739"/>
                  </a:lnTo>
                  <a:lnTo>
                    <a:pt x="7814427" y="2469657"/>
                  </a:lnTo>
                  <a:lnTo>
                    <a:pt x="7814763" y="2470576"/>
                  </a:lnTo>
                  <a:lnTo>
                    <a:pt x="7815100" y="2471494"/>
                  </a:lnTo>
                  <a:lnTo>
                    <a:pt x="7815436" y="2472413"/>
                  </a:lnTo>
                  <a:lnTo>
                    <a:pt x="7815773" y="2473331"/>
                  </a:lnTo>
                  <a:lnTo>
                    <a:pt x="7816109" y="2474250"/>
                  </a:lnTo>
                  <a:lnTo>
                    <a:pt x="7816446" y="2475023"/>
                  </a:lnTo>
                  <a:lnTo>
                    <a:pt x="7816782" y="2475528"/>
                  </a:lnTo>
                  <a:lnTo>
                    <a:pt x="7817119" y="2475926"/>
                  </a:lnTo>
                  <a:lnTo>
                    <a:pt x="7817455" y="2476094"/>
                  </a:lnTo>
                  <a:lnTo>
                    <a:pt x="7817792" y="2476094"/>
                  </a:lnTo>
                  <a:lnTo>
                    <a:pt x="7818128" y="2476125"/>
                  </a:lnTo>
                  <a:lnTo>
                    <a:pt x="7818464" y="2476285"/>
                  </a:lnTo>
                  <a:lnTo>
                    <a:pt x="7818801" y="2476438"/>
                  </a:lnTo>
                  <a:lnTo>
                    <a:pt x="7819137" y="2476591"/>
                  </a:lnTo>
                  <a:lnTo>
                    <a:pt x="7819474" y="2476745"/>
                  </a:lnTo>
                  <a:lnTo>
                    <a:pt x="7819810" y="2476898"/>
                  </a:lnTo>
                  <a:lnTo>
                    <a:pt x="7820147" y="2477051"/>
                  </a:lnTo>
                  <a:lnTo>
                    <a:pt x="7820483" y="2477265"/>
                  </a:lnTo>
                  <a:lnTo>
                    <a:pt x="7820820" y="2477571"/>
                  </a:lnTo>
                  <a:lnTo>
                    <a:pt x="7821156" y="2477669"/>
                  </a:lnTo>
                  <a:lnTo>
                    <a:pt x="7821493" y="2477752"/>
                  </a:lnTo>
                  <a:lnTo>
                    <a:pt x="7821829" y="2477808"/>
                  </a:lnTo>
                  <a:lnTo>
                    <a:pt x="7822166" y="2477849"/>
                  </a:lnTo>
                  <a:lnTo>
                    <a:pt x="7822502" y="2478085"/>
                  </a:lnTo>
                  <a:lnTo>
                    <a:pt x="7822838" y="2478447"/>
                  </a:lnTo>
                  <a:lnTo>
                    <a:pt x="7823175" y="2478848"/>
                  </a:lnTo>
                  <a:lnTo>
                    <a:pt x="7823511" y="2478915"/>
                  </a:lnTo>
                  <a:lnTo>
                    <a:pt x="7823848" y="2478770"/>
                  </a:lnTo>
                  <a:lnTo>
                    <a:pt x="7824184" y="2478844"/>
                  </a:lnTo>
                  <a:lnTo>
                    <a:pt x="7824521" y="2478936"/>
                  </a:lnTo>
                  <a:lnTo>
                    <a:pt x="7824857" y="2479094"/>
                  </a:lnTo>
                  <a:lnTo>
                    <a:pt x="7825194" y="2479342"/>
                  </a:lnTo>
                  <a:lnTo>
                    <a:pt x="7825530" y="2479179"/>
                  </a:lnTo>
                  <a:lnTo>
                    <a:pt x="7825867" y="2478796"/>
                  </a:lnTo>
                  <a:lnTo>
                    <a:pt x="7826203" y="2478417"/>
                  </a:lnTo>
                  <a:lnTo>
                    <a:pt x="7826540" y="2478038"/>
                  </a:lnTo>
                  <a:lnTo>
                    <a:pt x="7826876" y="2477647"/>
                  </a:lnTo>
                  <a:lnTo>
                    <a:pt x="7827212" y="2477517"/>
                  </a:lnTo>
                  <a:lnTo>
                    <a:pt x="7827549" y="2477257"/>
                  </a:lnTo>
                  <a:lnTo>
                    <a:pt x="7827885" y="2476821"/>
                  </a:lnTo>
                  <a:lnTo>
                    <a:pt x="7828222" y="2476338"/>
                  </a:lnTo>
                  <a:lnTo>
                    <a:pt x="7828558" y="2475979"/>
                  </a:lnTo>
                  <a:lnTo>
                    <a:pt x="7828895" y="2475787"/>
                  </a:lnTo>
                  <a:lnTo>
                    <a:pt x="7829231" y="2475458"/>
                  </a:lnTo>
                  <a:lnTo>
                    <a:pt x="7829568" y="2475091"/>
                  </a:lnTo>
                  <a:lnTo>
                    <a:pt x="7829904" y="2474616"/>
                  </a:lnTo>
                  <a:lnTo>
                    <a:pt x="7830241" y="2473958"/>
                  </a:lnTo>
                  <a:lnTo>
                    <a:pt x="7830577" y="2473438"/>
                  </a:lnTo>
                  <a:lnTo>
                    <a:pt x="7830913" y="2472751"/>
                  </a:lnTo>
                  <a:lnTo>
                    <a:pt x="7831250" y="2472113"/>
                  </a:lnTo>
                  <a:lnTo>
                    <a:pt x="7831586" y="2471497"/>
                  </a:lnTo>
                  <a:lnTo>
                    <a:pt x="7831923" y="2471101"/>
                  </a:lnTo>
                  <a:lnTo>
                    <a:pt x="7832259" y="2470765"/>
                  </a:lnTo>
                  <a:lnTo>
                    <a:pt x="7832596" y="2470446"/>
                  </a:lnTo>
                  <a:lnTo>
                    <a:pt x="7832932" y="2470202"/>
                  </a:lnTo>
                  <a:lnTo>
                    <a:pt x="7833269" y="2470053"/>
                  </a:lnTo>
                  <a:lnTo>
                    <a:pt x="7833605" y="2469904"/>
                  </a:lnTo>
                  <a:lnTo>
                    <a:pt x="7833942" y="2469755"/>
                  </a:lnTo>
                  <a:lnTo>
                    <a:pt x="7834278" y="2469499"/>
                  </a:lnTo>
                  <a:lnTo>
                    <a:pt x="7834615" y="2469224"/>
                  </a:lnTo>
                  <a:lnTo>
                    <a:pt x="7834951" y="2469037"/>
                  </a:lnTo>
                  <a:lnTo>
                    <a:pt x="7835287" y="2468957"/>
                  </a:lnTo>
                  <a:lnTo>
                    <a:pt x="7835624" y="2469042"/>
                  </a:lnTo>
                  <a:lnTo>
                    <a:pt x="7835960" y="2469238"/>
                  </a:lnTo>
                  <a:lnTo>
                    <a:pt x="7836297" y="2469431"/>
                  </a:lnTo>
                  <a:lnTo>
                    <a:pt x="7836633" y="2469782"/>
                  </a:lnTo>
                  <a:lnTo>
                    <a:pt x="7836970" y="2469912"/>
                  </a:lnTo>
                  <a:lnTo>
                    <a:pt x="7837306" y="2470084"/>
                  </a:lnTo>
                  <a:lnTo>
                    <a:pt x="7837643" y="2470186"/>
                  </a:lnTo>
                  <a:lnTo>
                    <a:pt x="7837979" y="2470242"/>
                  </a:lnTo>
                  <a:lnTo>
                    <a:pt x="7838316" y="2470183"/>
                  </a:lnTo>
                  <a:lnTo>
                    <a:pt x="7838652" y="2470124"/>
                  </a:lnTo>
                  <a:lnTo>
                    <a:pt x="7838989" y="2470065"/>
                  </a:lnTo>
                  <a:lnTo>
                    <a:pt x="7839325" y="2470006"/>
                  </a:lnTo>
                  <a:lnTo>
                    <a:pt x="7839661" y="2469948"/>
                  </a:lnTo>
                  <a:lnTo>
                    <a:pt x="7839998" y="2469912"/>
                  </a:lnTo>
                  <a:lnTo>
                    <a:pt x="7840334" y="2469853"/>
                  </a:lnTo>
                  <a:lnTo>
                    <a:pt x="7840671" y="2469972"/>
                  </a:lnTo>
                  <a:lnTo>
                    <a:pt x="7841007" y="2470044"/>
                  </a:lnTo>
                  <a:lnTo>
                    <a:pt x="7841344" y="2470185"/>
                  </a:lnTo>
                  <a:lnTo>
                    <a:pt x="7841680" y="2470131"/>
                  </a:lnTo>
                  <a:lnTo>
                    <a:pt x="7842017" y="2469978"/>
                  </a:lnTo>
                  <a:lnTo>
                    <a:pt x="7842353" y="2469825"/>
                  </a:lnTo>
                  <a:lnTo>
                    <a:pt x="7842690" y="2469672"/>
                  </a:lnTo>
                  <a:lnTo>
                    <a:pt x="7843026" y="2469488"/>
                  </a:lnTo>
                  <a:lnTo>
                    <a:pt x="7843363" y="2469182"/>
                  </a:lnTo>
                  <a:lnTo>
                    <a:pt x="7843699" y="2468876"/>
                  </a:lnTo>
                  <a:lnTo>
                    <a:pt x="7844035" y="2468440"/>
                  </a:lnTo>
                  <a:lnTo>
                    <a:pt x="7844372" y="2467452"/>
                  </a:lnTo>
                  <a:lnTo>
                    <a:pt x="7844708" y="2466258"/>
                  </a:lnTo>
                  <a:lnTo>
                    <a:pt x="7845045" y="2464957"/>
                  </a:lnTo>
                  <a:lnTo>
                    <a:pt x="7845381" y="2463427"/>
                  </a:lnTo>
                  <a:lnTo>
                    <a:pt x="7845718" y="2461919"/>
                  </a:lnTo>
                  <a:lnTo>
                    <a:pt x="7846054" y="2460396"/>
                  </a:lnTo>
                  <a:lnTo>
                    <a:pt x="7846391" y="2458773"/>
                  </a:lnTo>
                  <a:lnTo>
                    <a:pt x="7846727" y="2457135"/>
                  </a:lnTo>
                  <a:lnTo>
                    <a:pt x="7847064" y="2455322"/>
                  </a:lnTo>
                  <a:lnTo>
                    <a:pt x="7847400" y="2453485"/>
                  </a:lnTo>
                  <a:lnTo>
                    <a:pt x="7847737" y="2451495"/>
                  </a:lnTo>
                  <a:lnTo>
                    <a:pt x="7848073" y="2449536"/>
                  </a:lnTo>
                  <a:lnTo>
                    <a:pt x="7848409" y="2447699"/>
                  </a:lnTo>
                  <a:lnTo>
                    <a:pt x="7848746" y="2445862"/>
                  </a:lnTo>
                  <a:lnTo>
                    <a:pt x="7849082" y="2444155"/>
                  </a:lnTo>
                  <a:lnTo>
                    <a:pt x="7849419" y="2442999"/>
                  </a:lnTo>
                  <a:lnTo>
                    <a:pt x="7849755" y="2442050"/>
                  </a:lnTo>
                  <a:lnTo>
                    <a:pt x="7850092" y="2441010"/>
                  </a:lnTo>
                  <a:lnTo>
                    <a:pt x="7850428" y="2439793"/>
                  </a:lnTo>
                  <a:lnTo>
                    <a:pt x="7850765" y="2438346"/>
                  </a:lnTo>
                  <a:lnTo>
                    <a:pt x="7851101" y="2436892"/>
                  </a:lnTo>
                  <a:lnTo>
                    <a:pt x="7851438" y="2435384"/>
                  </a:lnTo>
                  <a:lnTo>
                    <a:pt x="7851774" y="2433624"/>
                  </a:lnTo>
                  <a:lnTo>
                    <a:pt x="7852111" y="2431917"/>
                  </a:lnTo>
                  <a:lnTo>
                    <a:pt x="7852447" y="2430149"/>
                  </a:lnTo>
                  <a:lnTo>
                    <a:pt x="7852783" y="2428366"/>
                  </a:lnTo>
                  <a:lnTo>
                    <a:pt x="7853120" y="2426223"/>
                  </a:lnTo>
                  <a:lnTo>
                    <a:pt x="7853456" y="2424080"/>
                  </a:lnTo>
                  <a:lnTo>
                    <a:pt x="7853793" y="2421784"/>
                  </a:lnTo>
                  <a:lnTo>
                    <a:pt x="7854129" y="2419488"/>
                  </a:lnTo>
                  <a:lnTo>
                    <a:pt x="7854466" y="2416947"/>
                  </a:lnTo>
                  <a:lnTo>
                    <a:pt x="7854802" y="2414177"/>
                  </a:lnTo>
                  <a:lnTo>
                    <a:pt x="7855139" y="2411337"/>
                  </a:lnTo>
                  <a:lnTo>
                    <a:pt x="7855475" y="2408873"/>
                  </a:lnTo>
                  <a:lnTo>
                    <a:pt x="7855812" y="2406492"/>
                  </a:lnTo>
                  <a:lnTo>
                    <a:pt x="7856148" y="2404265"/>
                  </a:lnTo>
                  <a:lnTo>
                    <a:pt x="7856485" y="2402191"/>
                  </a:lnTo>
                  <a:lnTo>
                    <a:pt x="7856821" y="2400408"/>
                  </a:lnTo>
                  <a:lnTo>
                    <a:pt x="7857157" y="2398724"/>
                  </a:lnTo>
                  <a:lnTo>
                    <a:pt x="7857494" y="2397125"/>
                  </a:lnTo>
                  <a:lnTo>
                    <a:pt x="7857830" y="2395693"/>
                  </a:lnTo>
                  <a:lnTo>
                    <a:pt x="7858167" y="2394385"/>
                  </a:lnTo>
                  <a:lnTo>
                    <a:pt x="7858503" y="2393007"/>
                  </a:lnTo>
                  <a:lnTo>
                    <a:pt x="7858840" y="2391782"/>
                  </a:lnTo>
                  <a:lnTo>
                    <a:pt x="7859176" y="2390558"/>
                  </a:lnTo>
                  <a:lnTo>
                    <a:pt x="7859513" y="2389578"/>
                  </a:lnTo>
                  <a:lnTo>
                    <a:pt x="7859849" y="2388828"/>
                  </a:lnTo>
                  <a:lnTo>
                    <a:pt x="7860186" y="2388109"/>
                  </a:lnTo>
                  <a:lnTo>
                    <a:pt x="7860522" y="2387298"/>
                  </a:lnTo>
                  <a:lnTo>
                    <a:pt x="7860858" y="2386387"/>
                  </a:lnTo>
                  <a:lnTo>
                    <a:pt x="7861195" y="2385377"/>
                  </a:lnTo>
                  <a:lnTo>
                    <a:pt x="7861531" y="2384282"/>
                  </a:lnTo>
                  <a:lnTo>
                    <a:pt x="7861868" y="2383204"/>
                  </a:lnTo>
                  <a:lnTo>
                    <a:pt x="7862204" y="2382161"/>
                  </a:lnTo>
                  <a:lnTo>
                    <a:pt x="7862541" y="2381048"/>
                  </a:lnTo>
                  <a:lnTo>
                    <a:pt x="7862877" y="2379744"/>
                  </a:lnTo>
                  <a:lnTo>
                    <a:pt x="7863214" y="2378395"/>
                  </a:lnTo>
                  <a:lnTo>
                    <a:pt x="7863550" y="2377053"/>
                  </a:lnTo>
                  <a:lnTo>
                    <a:pt x="7863887" y="2375680"/>
                  </a:lnTo>
                  <a:lnTo>
                    <a:pt x="7864223" y="2374011"/>
                  </a:lnTo>
                  <a:lnTo>
                    <a:pt x="7864560" y="2372198"/>
                  </a:lnTo>
                  <a:lnTo>
                    <a:pt x="7864896" y="2370353"/>
                  </a:lnTo>
                  <a:lnTo>
                    <a:pt x="7865232" y="2368750"/>
                  </a:lnTo>
                  <a:lnTo>
                    <a:pt x="7865569" y="2367228"/>
                  </a:lnTo>
                  <a:lnTo>
                    <a:pt x="7865905" y="2365907"/>
                  </a:lnTo>
                  <a:lnTo>
                    <a:pt x="7866242" y="2364698"/>
                  </a:lnTo>
                  <a:lnTo>
                    <a:pt x="7866578" y="2363681"/>
                  </a:lnTo>
                  <a:lnTo>
                    <a:pt x="7866915" y="2362852"/>
                  </a:lnTo>
                  <a:lnTo>
                    <a:pt x="7867251" y="2362024"/>
                  </a:lnTo>
                  <a:lnTo>
                    <a:pt x="7867588" y="2361195"/>
                  </a:lnTo>
                  <a:lnTo>
                    <a:pt x="7867924" y="2360192"/>
                  </a:lnTo>
                  <a:lnTo>
                    <a:pt x="7868261" y="2359366"/>
                  </a:lnTo>
                  <a:lnTo>
                    <a:pt x="7868597" y="2358600"/>
                  </a:lnTo>
                  <a:lnTo>
                    <a:pt x="7868934" y="2357873"/>
                  </a:lnTo>
                  <a:lnTo>
                    <a:pt x="7869270" y="2357253"/>
                  </a:lnTo>
                  <a:lnTo>
                    <a:pt x="7869606" y="2356495"/>
                  </a:lnTo>
                  <a:lnTo>
                    <a:pt x="7869943" y="2355370"/>
                  </a:lnTo>
                  <a:lnTo>
                    <a:pt x="7870279" y="2353993"/>
                  </a:lnTo>
                  <a:lnTo>
                    <a:pt x="7870616" y="2352615"/>
                  </a:lnTo>
                  <a:lnTo>
                    <a:pt x="7870952" y="2351238"/>
                  </a:lnTo>
                  <a:lnTo>
                    <a:pt x="7871289" y="2349829"/>
                  </a:lnTo>
                  <a:lnTo>
                    <a:pt x="7871625" y="2348283"/>
                  </a:lnTo>
                  <a:lnTo>
                    <a:pt x="7871962" y="2346569"/>
                  </a:lnTo>
                  <a:lnTo>
                    <a:pt x="7872298" y="2344763"/>
                  </a:lnTo>
                  <a:lnTo>
                    <a:pt x="7872635" y="2342842"/>
                  </a:lnTo>
                  <a:lnTo>
                    <a:pt x="7872971" y="2341043"/>
                  </a:lnTo>
                  <a:lnTo>
                    <a:pt x="7873308" y="2339359"/>
                  </a:lnTo>
                  <a:lnTo>
                    <a:pt x="7873644" y="2337676"/>
                  </a:lnTo>
                  <a:lnTo>
                    <a:pt x="7873980" y="2335992"/>
                  </a:lnTo>
                  <a:lnTo>
                    <a:pt x="7874317" y="2334561"/>
                  </a:lnTo>
                  <a:lnTo>
                    <a:pt x="7874653" y="2333443"/>
                  </a:lnTo>
                  <a:lnTo>
                    <a:pt x="7874990" y="2332731"/>
                  </a:lnTo>
                  <a:lnTo>
                    <a:pt x="7875326" y="2332119"/>
                  </a:lnTo>
                  <a:lnTo>
                    <a:pt x="7875663" y="2331507"/>
                  </a:lnTo>
                  <a:lnTo>
                    <a:pt x="7875999" y="2330895"/>
                  </a:lnTo>
                  <a:lnTo>
                    <a:pt x="7876336" y="2330282"/>
                  </a:lnTo>
                  <a:lnTo>
                    <a:pt x="7876672" y="2329685"/>
                  </a:lnTo>
                  <a:lnTo>
                    <a:pt x="7877009" y="2329257"/>
                  </a:lnTo>
                  <a:lnTo>
                    <a:pt x="7877345" y="2329027"/>
                  </a:lnTo>
                  <a:lnTo>
                    <a:pt x="7877682" y="2329027"/>
                  </a:lnTo>
                  <a:lnTo>
                    <a:pt x="7878018" y="2329027"/>
                  </a:lnTo>
                  <a:lnTo>
                    <a:pt x="7878354" y="2329027"/>
                  </a:lnTo>
                  <a:lnTo>
                    <a:pt x="7878691" y="2329027"/>
                  </a:lnTo>
                  <a:lnTo>
                    <a:pt x="7879027" y="2329027"/>
                  </a:lnTo>
                  <a:lnTo>
                    <a:pt x="7879364" y="2329027"/>
                  </a:lnTo>
                  <a:lnTo>
                    <a:pt x="7879700" y="2329027"/>
                  </a:lnTo>
                  <a:lnTo>
                    <a:pt x="7880037" y="2329027"/>
                  </a:lnTo>
                  <a:lnTo>
                    <a:pt x="7880373" y="2328981"/>
                  </a:lnTo>
                  <a:lnTo>
                    <a:pt x="7880710" y="2328828"/>
                  </a:lnTo>
                  <a:lnTo>
                    <a:pt x="7881046" y="2328724"/>
                  </a:lnTo>
                  <a:lnTo>
                    <a:pt x="7881383" y="2328557"/>
                  </a:lnTo>
                  <a:lnTo>
                    <a:pt x="7881719" y="2328298"/>
                  </a:lnTo>
                  <a:lnTo>
                    <a:pt x="7882056" y="2328040"/>
                  </a:lnTo>
                  <a:lnTo>
                    <a:pt x="7882392" y="2327702"/>
                  </a:lnTo>
                  <a:lnTo>
                    <a:pt x="7882728" y="2327201"/>
                  </a:lnTo>
                  <a:lnTo>
                    <a:pt x="7883065" y="2326703"/>
                  </a:lnTo>
                  <a:lnTo>
                    <a:pt x="7883401" y="2325913"/>
                  </a:lnTo>
                  <a:lnTo>
                    <a:pt x="7883738" y="2325021"/>
                  </a:lnTo>
                  <a:lnTo>
                    <a:pt x="7884074" y="2324085"/>
                  </a:lnTo>
                  <a:lnTo>
                    <a:pt x="7884411" y="2323097"/>
                  </a:lnTo>
                  <a:lnTo>
                    <a:pt x="7884747" y="2322152"/>
                  </a:lnTo>
                  <a:lnTo>
                    <a:pt x="7885084" y="2321157"/>
                  </a:lnTo>
                  <a:lnTo>
                    <a:pt x="7885420" y="2320328"/>
                  </a:lnTo>
                  <a:lnTo>
                    <a:pt x="7885757" y="2319457"/>
                  </a:lnTo>
                  <a:lnTo>
                    <a:pt x="7886093" y="2318566"/>
                  </a:lnTo>
                  <a:lnTo>
                    <a:pt x="7886430" y="2317597"/>
                  </a:lnTo>
                  <a:lnTo>
                    <a:pt x="7886766" y="2316651"/>
                  </a:lnTo>
                  <a:lnTo>
                    <a:pt x="7887102" y="2315692"/>
                  </a:lnTo>
                  <a:lnTo>
                    <a:pt x="7887439" y="2314411"/>
                  </a:lnTo>
                  <a:lnTo>
                    <a:pt x="7887775" y="2313049"/>
                  </a:lnTo>
                  <a:lnTo>
                    <a:pt x="7888112" y="2311799"/>
                  </a:lnTo>
                  <a:lnTo>
                    <a:pt x="7888448" y="2310823"/>
                  </a:lnTo>
                  <a:lnTo>
                    <a:pt x="7888785" y="2309731"/>
                  </a:lnTo>
                  <a:lnTo>
                    <a:pt x="7889121" y="2308621"/>
                  </a:lnTo>
                  <a:lnTo>
                    <a:pt x="7889458" y="2307672"/>
                  </a:lnTo>
                  <a:lnTo>
                    <a:pt x="7889794" y="2306753"/>
                  </a:lnTo>
                  <a:lnTo>
                    <a:pt x="7890131" y="2306098"/>
                  </a:lnTo>
                  <a:lnTo>
                    <a:pt x="7890467" y="2305223"/>
                  </a:lnTo>
                  <a:lnTo>
                    <a:pt x="7890804" y="2304728"/>
                  </a:lnTo>
                  <a:lnTo>
                    <a:pt x="7891140" y="2304547"/>
                  </a:lnTo>
                  <a:lnTo>
                    <a:pt x="7891476" y="2304472"/>
                  </a:lnTo>
                  <a:lnTo>
                    <a:pt x="7891813" y="2304582"/>
                  </a:lnTo>
                  <a:lnTo>
                    <a:pt x="7892149" y="2304801"/>
                  </a:lnTo>
                  <a:lnTo>
                    <a:pt x="7892486" y="2305177"/>
                  </a:lnTo>
                  <a:lnTo>
                    <a:pt x="7892822" y="2305814"/>
                  </a:lnTo>
                  <a:lnTo>
                    <a:pt x="7893159" y="2306412"/>
                  </a:lnTo>
                  <a:lnTo>
                    <a:pt x="7893495" y="2307239"/>
                  </a:lnTo>
                  <a:lnTo>
                    <a:pt x="7893832" y="2308002"/>
                  </a:lnTo>
                  <a:lnTo>
                    <a:pt x="7894168" y="2308636"/>
                  </a:lnTo>
                  <a:lnTo>
                    <a:pt x="7894505" y="2309338"/>
                  </a:lnTo>
                  <a:lnTo>
                    <a:pt x="7894841" y="2310013"/>
                  </a:lnTo>
                  <a:lnTo>
                    <a:pt x="7895177" y="2310860"/>
                  </a:lnTo>
                  <a:lnTo>
                    <a:pt x="7895514" y="2311307"/>
                  </a:lnTo>
                  <a:lnTo>
                    <a:pt x="7895850" y="2311310"/>
                  </a:lnTo>
                  <a:lnTo>
                    <a:pt x="7896187" y="2310582"/>
                  </a:lnTo>
                  <a:lnTo>
                    <a:pt x="7896523" y="2309340"/>
                  </a:lnTo>
                  <a:lnTo>
                    <a:pt x="7896860" y="2307717"/>
                  </a:lnTo>
                  <a:lnTo>
                    <a:pt x="7897196" y="2305561"/>
                  </a:lnTo>
                  <a:lnTo>
                    <a:pt x="7897533" y="2303383"/>
                  </a:lnTo>
                  <a:lnTo>
                    <a:pt x="7897869" y="2300676"/>
                  </a:lnTo>
                  <a:lnTo>
                    <a:pt x="7898206" y="2297115"/>
                  </a:lnTo>
                  <a:lnTo>
                    <a:pt x="7898542" y="2292790"/>
                  </a:lnTo>
                  <a:lnTo>
                    <a:pt x="7898879" y="2289080"/>
                  </a:lnTo>
                  <a:lnTo>
                    <a:pt x="7899215" y="2284970"/>
                  </a:lnTo>
                  <a:lnTo>
                    <a:pt x="7899551" y="2280649"/>
                  </a:lnTo>
                  <a:lnTo>
                    <a:pt x="7899888" y="2276788"/>
                  </a:lnTo>
                  <a:lnTo>
                    <a:pt x="7900224" y="2272553"/>
                  </a:lnTo>
                  <a:lnTo>
                    <a:pt x="7900561" y="2268326"/>
                  </a:lnTo>
                  <a:lnTo>
                    <a:pt x="7900897" y="2264244"/>
                  </a:lnTo>
                  <a:lnTo>
                    <a:pt x="7901234" y="2260733"/>
                  </a:lnTo>
                  <a:lnTo>
                    <a:pt x="7901570" y="2257865"/>
                  </a:lnTo>
                  <a:lnTo>
                    <a:pt x="7901907" y="2255628"/>
                  </a:lnTo>
                  <a:lnTo>
                    <a:pt x="7902243" y="2253553"/>
                  </a:lnTo>
                  <a:lnTo>
                    <a:pt x="7902580" y="2251732"/>
                  </a:lnTo>
                  <a:lnTo>
                    <a:pt x="7902916" y="2250111"/>
                  </a:lnTo>
                  <a:lnTo>
                    <a:pt x="7903253" y="2248692"/>
                  </a:lnTo>
                  <a:lnTo>
                    <a:pt x="7903589" y="2247581"/>
                  </a:lnTo>
                  <a:lnTo>
                    <a:pt x="7903925" y="2246609"/>
                  </a:lnTo>
                  <a:lnTo>
                    <a:pt x="7904262" y="2245853"/>
                  </a:lnTo>
                  <a:lnTo>
                    <a:pt x="7904598" y="2245077"/>
                  </a:lnTo>
                  <a:lnTo>
                    <a:pt x="7904935" y="2244175"/>
                  </a:lnTo>
                  <a:lnTo>
                    <a:pt x="7905271" y="2243493"/>
                  </a:lnTo>
                  <a:lnTo>
                    <a:pt x="7905608" y="2243321"/>
                  </a:lnTo>
                  <a:lnTo>
                    <a:pt x="7905944" y="2243398"/>
                  </a:lnTo>
                  <a:lnTo>
                    <a:pt x="7906281" y="2243554"/>
                  </a:lnTo>
                  <a:lnTo>
                    <a:pt x="7906617" y="2243743"/>
                  </a:lnTo>
                  <a:lnTo>
                    <a:pt x="7906954" y="2243956"/>
                  </a:lnTo>
                  <a:lnTo>
                    <a:pt x="7907290" y="2244233"/>
                  </a:lnTo>
                  <a:lnTo>
                    <a:pt x="7907627" y="2244601"/>
                  </a:lnTo>
                  <a:lnTo>
                    <a:pt x="7907963" y="2244751"/>
                  </a:lnTo>
                  <a:lnTo>
                    <a:pt x="7908299" y="2244833"/>
                  </a:lnTo>
                  <a:lnTo>
                    <a:pt x="7908636" y="2244845"/>
                  </a:lnTo>
                  <a:lnTo>
                    <a:pt x="7908972" y="2245251"/>
                  </a:lnTo>
                  <a:lnTo>
                    <a:pt x="7909309" y="2245863"/>
                  </a:lnTo>
                  <a:lnTo>
                    <a:pt x="7909645" y="2246475"/>
                  </a:lnTo>
                  <a:lnTo>
                    <a:pt x="7909982" y="2247087"/>
                  </a:lnTo>
                  <a:lnTo>
                    <a:pt x="7910318" y="2247730"/>
                  </a:lnTo>
                  <a:lnTo>
                    <a:pt x="7910655" y="2248496"/>
                  </a:lnTo>
                  <a:lnTo>
                    <a:pt x="7910991" y="2249261"/>
                  </a:lnTo>
                  <a:lnTo>
                    <a:pt x="7911328" y="2250157"/>
                  </a:lnTo>
                  <a:lnTo>
                    <a:pt x="7911664" y="2251603"/>
                  </a:lnTo>
                  <a:lnTo>
                    <a:pt x="7912001" y="2253287"/>
                  </a:lnTo>
                  <a:lnTo>
                    <a:pt x="7912337" y="2255070"/>
                  </a:lnTo>
                  <a:lnTo>
                    <a:pt x="7912673" y="2257060"/>
                  </a:lnTo>
                  <a:lnTo>
                    <a:pt x="7913010" y="2259027"/>
                  </a:lnTo>
                  <a:lnTo>
                    <a:pt x="7913346" y="2261009"/>
                  </a:lnTo>
                  <a:lnTo>
                    <a:pt x="7913683" y="2263091"/>
                  </a:lnTo>
                  <a:lnTo>
                    <a:pt x="7914019" y="2264989"/>
                  </a:lnTo>
                  <a:lnTo>
                    <a:pt x="7914356" y="2266856"/>
                  </a:lnTo>
                  <a:lnTo>
                    <a:pt x="7914692" y="2268540"/>
                  </a:lnTo>
                  <a:lnTo>
                    <a:pt x="7915029" y="2270140"/>
                  </a:lnTo>
                  <a:lnTo>
                    <a:pt x="7915365" y="2271510"/>
                  </a:lnTo>
                  <a:lnTo>
                    <a:pt x="7915702" y="2272482"/>
                  </a:lnTo>
                  <a:lnTo>
                    <a:pt x="7916038" y="2273278"/>
                  </a:lnTo>
                  <a:lnTo>
                    <a:pt x="7916375" y="2273913"/>
                  </a:lnTo>
                  <a:lnTo>
                    <a:pt x="7916711" y="2273997"/>
                  </a:lnTo>
                  <a:lnTo>
                    <a:pt x="7917047" y="2273806"/>
                  </a:lnTo>
                  <a:lnTo>
                    <a:pt x="7917384" y="2273771"/>
                  </a:lnTo>
                  <a:lnTo>
                    <a:pt x="7917720" y="2273840"/>
                  </a:lnTo>
                  <a:lnTo>
                    <a:pt x="7918057" y="2274045"/>
                  </a:lnTo>
                  <a:lnTo>
                    <a:pt x="7918393" y="2274157"/>
                  </a:lnTo>
                  <a:lnTo>
                    <a:pt x="7918730" y="2274323"/>
                  </a:lnTo>
                  <a:lnTo>
                    <a:pt x="7919066" y="2274678"/>
                  </a:lnTo>
                  <a:lnTo>
                    <a:pt x="7919403" y="2274948"/>
                  </a:lnTo>
                  <a:lnTo>
                    <a:pt x="7919739" y="2275330"/>
                  </a:lnTo>
                  <a:lnTo>
                    <a:pt x="7920076" y="2275796"/>
                  </a:lnTo>
                  <a:lnTo>
                    <a:pt x="7920412" y="2276679"/>
                  </a:lnTo>
                  <a:lnTo>
                    <a:pt x="7920749" y="2277687"/>
                  </a:lnTo>
                  <a:lnTo>
                    <a:pt x="7921085" y="2278992"/>
                  </a:lnTo>
                  <a:lnTo>
                    <a:pt x="7921421" y="2280323"/>
                  </a:lnTo>
                  <a:lnTo>
                    <a:pt x="7921758" y="2281898"/>
                  </a:lnTo>
                  <a:lnTo>
                    <a:pt x="7922094" y="2283735"/>
                  </a:lnTo>
                  <a:lnTo>
                    <a:pt x="7922431" y="2285716"/>
                  </a:lnTo>
                  <a:lnTo>
                    <a:pt x="7922767" y="2287274"/>
                  </a:lnTo>
                  <a:lnTo>
                    <a:pt x="7923104" y="2288613"/>
                  </a:lnTo>
                  <a:lnTo>
                    <a:pt x="7923440" y="2289922"/>
                  </a:lnTo>
                  <a:lnTo>
                    <a:pt x="7923777" y="2291078"/>
                  </a:lnTo>
                  <a:lnTo>
                    <a:pt x="7924113" y="2292019"/>
                  </a:lnTo>
                  <a:lnTo>
                    <a:pt x="7924450" y="2292999"/>
                  </a:lnTo>
                  <a:lnTo>
                    <a:pt x="7924786" y="2293902"/>
                  </a:lnTo>
                  <a:lnTo>
                    <a:pt x="7925123" y="2294583"/>
                  </a:lnTo>
                  <a:lnTo>
                    <a:pt x="7925459" y="2295157"/>
                  </a:lnTo>
                  <a:lnTo>
                    <a:pt x="7925795" y="2295807"/>
                  </a:lnTo>
                  <a:lnTo>
                    <a:pt x="7926132" y="2296167"/>
                  </a:lnTo>
                  <a:lnTo>
                    <a:pt x="7926468" y="2296182"/>
                  </a:lnTo>
                  <a:lnTo>
                    <a:pt x="7926805" y="2295853"/>
                  </a:lnTo>
                  <a:lnTo>
                    <a:pt x="7927141" y="2295226"/>
                  </a:lnTo>
                  <a:lnTo>
                    <a:pt x="7927478" y="2294568"/>
                  </a:lnTo>
                  <a:lnTo>
                    <a:pt x="7927814" y="2294093"/>
                  </a:lnTo>
                  <a:lnTo>
                    <a:pt x="7928151" y="2293749"/>
                  </a:lnTo>
                  <a:lnTo>
                    <a:pt x="7928487" y="2293381"/>
                  </a:lnTo>
                  <a:lnTo>
                    <a:pt x="7928824" y="2293014"/>
                  </a:lnTo>
                  <a:lnTo>
                    <a:pt x="7929160" y="2292554"/>
                  </a:lnTo>
                  <a:lnTo>
                    <a:pt x="7929496" y="2291844"/>
                  </a:lnTo>
                  <a:lnTo>
                    <a:pt x="7929833" y="2291257"/>
                  </a:lnTo>
                  <a:lnTo>
                    <a:pt x="7930169" y="2291070"/>
                  </a:lnTo>
                  <a:lnTo>
                    <a:pt x="7930506" y="2290994"/>
                  </a:lnTo>
                  <a:lnTo>
                    <a:pt x="7930842" y="2290921"/>
                  </a:lnTo>
                  <a:lnTo>
                    <a:pt x="7931179" y="2291016"/>
                  </a:lnTo>
                  <a:lnTo>
                    <a:pt x="7931515" y="2291736"/>
                  </a:lnTo>
                  <a:lnTo>
                    <a:pt x="7931852" y="2292562"/>
                  </a:lnTo>
                  <a:lnTo>
                    <a:pt x="7932188" y="2293442"/>
                  </a:lnTo>
                  <a:lnTo>
                    <a:pt x="7932525" y="2294127"/>
                  </a:lnTo>
                  <a:lnTo>
                    <a:pt x="7932861" y="2294731"/>
                  </a:lnTo>
                  <a:lnTo>
                    <a:pt x="7933198" y="2295164"/>
                  </a:lnTo>
                  <a:lnTo>
                    <a:pt x="7933534" y="2295710"/>
                  </a:lnTo>
                  <a:lnTo>
                    <a:pt x="7933870" y="2296193"/>
                  </a:lnTo>
                  <a:lnTo>
                    <a:pt x="7934207" y="2296619"/>
                  </a:lnTo>
                  <a:lnTo>
                    <a:pt x="7934543" y="2297222"/>
                  </a:lnTo>
                  <a:lnTo>
                    <a:pt x="7934880" y="2297787"/>
                  </a:lnTo>
                  <a:lnTo>
                    <a:pt x="7935216" y="2298294"/>
                  </a:lnTo>
                  <a:lnTo>
                    <a:pt x="7935553" y="2298555"/>
                  </a:lnTo>
                  <a:lnTo>
                    <a:pt x="7935889" y="2298661"/>
                  </a:lnTo>
                  <a:lnTo>
                    <a:pt x="7936226" y="2298729"/>
                  </a:lnTo>
                  <a:lnTo>
                    <a:pt x="7936562" y="2298702"/>
                  </a:lnTo>
                  <a:lnTo>
                    <a:pt x="7936899" y="2298926"/>
                  </a:lnTo>
                  <a:lnTo>
                    <a:pt x="7937235" y="2299555"/>
                  </a:lnTo>
                  <a:lnTo>
                    <a:pt x="7937572" y="2300372"/>
                  </a:lnTo>
                  <a:lnTo>
                    <a:pt x="7937908" y="2301188"/>
                  </a:lnTo>
                  <a:lnTo>
                    <a:pt x="7938244" y="2302004"/>
                  </a:lnTo>
                  <a:lnTo>
                    <a:pt x="7938581" y="2302930"/>
                  </a:lnTo>
                  <a:lnTo>
                    <a:pt x="7938917" y="2303940"/>
                  </a:lnTo>
                  <a:lnTo>
                    <a:pt x="7939254" y="2304889"/>
                  </a:lnTo>
                  <a:lnTo>
                    <a:pt x="7939590" y="2305930"/>
                  </a:lnTo>
                  <a:lnTo>
                    <a:pt x="7939927" y="2307216"/>
                  </a:lnTo>
                  <a:lnTo>
                    <a:pt x="7940263" y="2308662"/>
                  </a:lnTo>
                  <a:lnTo>
                    <a:pt x="7940600" y="2310124"/>
                  </a:lnTo>
                  <a:lnTo>
                    <a:pt x="7940936" y="2311808"/>
                  </a:lnTo>
                  <a:lnTo>
                    <a:pt x="7941273" y="2313492"/>
                  </a:lnTo>
                  <a:lnTo>
                    <a:pt x="7941609" y="2314923"/>
                  </a:lnTo>
                  <a:lnTo>
                    <a:pt x="7941946" y="2316040"/>
                  </a:lnTo>
                  <a:lnTo>
                    <a:pt x="7942282" y="2316752"/>
                  </a:lnTo>
                  <a:lnTo>
                    <a:pt x="7942618" y="2317303"/>
                  </a:lnTo>
                  <a:lnTo>
                    <a:pt x="7942955" y="2317762"/>
                  </a:lnTo>
                  <a:lnTo>
                    <a:pt x="7943291" y="2318084"/>
                  </a:lnTo>
                  <a:lnTo>
                    <a:pt x="7943628" y="2318290"/>
                  </a:lnTo>
                  <a:lnTo>
                    <a:pt x="7943964" y="2318428"/>
                  </a:lnTo>
                  <a:lnTo>
                    <a:pt x="7944301" y="2318306"/>
                  </a:lnTo>
                  <a:lnTo>
                    <a:pt x="7944637" y="2317923"/>
                  </a:lnTo>
                  <a:lnTo>
                    <a:pt x="7944974" y="2317311"/>
                  </a:lnTo>
                  <a:lnTo>
                    <a:pt x="7945310" y="2316645"/>
                  </a:lnTo>
                  <a:lnTo>
                    <a:pt x="7945647" y="2315857"/>
                  </a:lnTo>
                  <a:lnTo>
                    <a:pt x="7945983" y="2314938"/>
                  </a:lnTo>
                  <a:lnTo>
                    <a:pt x="7946320" y="2314020"/>
                  </a:lnTo>
                  <a:lnTo>
                    <a:pt x="7946656" y="2313101"/>
                  </a:lnTo>
                  <a:lnTo>
                    <a:pt x="7946992" y="2312183"/>
                  </a:lnTo>
                  <a:lnTo>
                    <a:pt x="7947329" y="2311265"/>
                  </a:lnTo>
                  <a:lnTo>
                    <a:pt x="7947665" y="2310453"/>
                  </a:lnTo>
                  <a:lnTo>
                    <a:pt x="7948002" y="2309726"/>
                  </a:lnTo>
                  <a:lnTo>
                    <a:pt x="7948338" y="2308920"/>
                  </a:lnTo>
                  <a:lnTo>
                    <a:pt x="7948675" y="2308184"/>
                  </a:lnTo>
                  <a:lnTo>
                    <a:pt x="7949011" y="2307524"/>
                  </a:lnTo>
                  <a:lnTo>
                    <a:pt x="7949348" y="2306956"/>
                  </a:lnTo>
                  <a:lnTo>
                    <a:pt x="7949684" y="2306528"/>
                  </a:lnTo>
                  <a:lnTo>
                    <a:pt x="7950021" y="2306264"/>
                  </a:lnTo>
                  <a:lnTo>
                    <a:pt x="7950357" y="2306050"/>
                  </a:lnTo>
                  <a:lnTo>
                    <a:pt x="7950694" y="2306105"/>
                  </a:lnTo>
                  <a:lnTo>
                    <a:pt x="7951030" y="2306385"/>
                  </a:lnTo>
                  <a:lnTo>
                    <a:pt x="7951366" y="2306708"/>
                  </a:lnTo>
                  <a:lnTo>
                    <a:pt x="7951703" y="2307145"/>
                  </a:lnTo>
                  <a:lnTo>
                    <a:pt x="7952039" y="2307632"/>
                  </a:lnTo>
                  <a:lnTo>
                    <a:pt x="7952376" y="2308167"/>
                  </a:lnTo>
                  <a:lnTo>
                    <a:pt x="7952712" y="2308682"/>
                  </a:lnTo>
                  <a:lnTo>
                    <a:pt x="7953049" y="2309362"/>
                  </a:lnTo>
                  <a:lnTo>
                    <a:pt x="7953385" y="2310230"/>
                  </a:lnTo>
                  <a:lnTo>
                    <a:pt x="7953722" y="2311284"/>
                  </a:lnTo>
                  <a:lnTo>
                    <a:pt x="7954058" y="2312382"/>
                  </a:lnTo>
                  <a:lnTo>
                    <a:pt x="7954395" y="2313495"/>
                  </a:lnTo>
                  <a:lnTo>
                    <a:pt x="7954731" y="2314928"/>
                  </a:lnTo>
                  <a:lnTo>
                    <a:pt x="7955068" y="2316444"/>
                  </a:lnTo>
                  <a:lnTo>
                    <a:pt x="7955404" y="2317846"/>
                  </a:lnTo>
                  <a:lnTo>
                    <a:pt x="7955740" y="2319121"/>
                  </a:lnTo>
                  <a:lnTo>
                    <a:pt x="7956077" y="2320520"/>
                  </a:lnTo>
                  <a:lnTo>
                    <a:pt x="7956413" y="2322073"/>
                  </a:lnTo>
                  <a:lnTo>
                    <a:pt x="7956750" y="2323451"/>
                  </a:lnTo>
                  <a:lnTo>
                    <a:pt x="7957086" y="2324829"/>
                  </a:lnTo>
                  <a:lnTo>
                    <a:pt x="7957423" y="2325944"/>
                  </a:lnTo>
                  <a:lnTo>
                    <a:pt x="7957759" y="2327117"/>
                  </a:lnTo>
                  <a:lnTo>
                    <a:pt x="7958096" y="2328017"/>
                  </a:lnTo>
                  <a:lnTo>
                    <a:pt x="7958432" y="2328811"/>
                  </a:lnTo>
                  <a:lnTo>
                    <a:pt x="7958769" y="2329321"/>
                  </a:lnTo>
                  <a:lnTo>
                    <a:pt x="7959105" y="2329632"/>
                  </a:lnTo>
                  <a:lnTo>
                    <a:pt x="7959442" y="2329631"/>
                  </a:lnTo>
                  <a:lnTo>
                    <a:pt x="7959778" y="2329227"/>
                  </a:lnTo>
                  <a:lnTo>
                    <a:pt x="7960114" y="2328627"/>
                  </a:lnTo>
                  <a:lnTo>
                    <a:pt x="7960451" y="2328161"/>
                  </a:lnTo>
                  <a:lnTo>
                    <a:pt x="7960787" y="2327550"/>
                  </a:lnTo>
                  <a:lnTo>
                    <a:pt x="7961124" y="2327003"/>
                  </a:lnTo>
                  <a:lnTo>
                    <a:pt x="7961460" y="2326486"/>
                  </a:lnTo>
                  <a:lnTo>
                    <a:pt x="7961797" y="2325969"/>
                  </a:lnTo>
                  <a:lnTo>
                    <a:pt x="7962133" y="2325403"/>
                  </a:lnTo>
                  <a:lnTo>
                    <a:pt x="7962470" y="2324772"/>
                  </a:lnTo>
                  <a:lnTo>
                    <a:pt x="7962806" y="2324553"/>
                  </a:lnTo>
                  <a:lnTo>
                    <a:pt x="7963143" y="2324482"/>
                  </a:lnTo>
                  <a:lnTo>
                    <a:pt x="7963479" y="2324841"/>
                  </a:lnTo>
                  <a:lnTo>
                    <a:pt x="7963815" y="2325859"/>
                  </a:lnTo>
                  <a:lnTo>
                    <a:pt x="7964152" y="2327343"/>
                  </a:lnTo>
                  <a:lnTo>
                    <a:pt x="7964488" y="2329576"/>
                  </a:lnTo>
                  <a:lnTo>
                    <a:pt x="7964825" y="2332031"/>
                  </a:lnTo>
                  <a:lnTo>
                    <a:pt x="7965161" y="2335044"/>
                  </a:lnTo>
                  <a:lnTo>
                    <a:pt x="7965498" y="2338857"/>
                  </a:lnTo>
                  <a:lnTo>
                    <a:pt x="7965834" y="2343029"/>
                  </a:lnTo>
                  <a:lnTo>
                    <a:pt x="7966171" y="2346587"/>
                  </a:lnTo>
                  <a:lnTo>
                    <a:pt x="7966507" y="2350414"/>
                  </a:lnTo>
                  <a:lnTo>
                    <a:pt x="7966844" y="2354313"/>
                  </a:lnTo>
                  <a:lnTo>
                    <a:pt x="7967180" y="2357669"/>
                  </a:lnTo>
                  <a:lnTo>
                    <a:pt x="7967517" y="2361292"/>
                  </a:lnTo>
                  <a:lnTo>
                    <a:pt x="7967853" y="2364906"/>
                  </a:lnTo>
                  <a:lnTo>
                    <a:pt x="7968189" y="2368567"/>
                  </a:lnTo>
                  <a:lnTo>
                    <a:pt x="7968526" y="2371772"/>
                  </a:lnTo>
                  <a:lnTo>
                    <a:pt x="7968862" y="2374335"/>
                  </a:lnTo>
                  <a:lnTo>
                    <a:pt x="7969199" y="2376265"/>
                  </a:lnTo>
                  <a:lnTo>
                    <a:pt x="7969535" y="2377973"/>
                  </a:lnTo>
                  <a:lnTo>
                    <a:pt x="7969872" y="2379227"/>
                  </a:lnTo>
                  <a:lnTo>
                    <a:pt x="7970208" y="2380132"/>
                  </a:lnTo>
                  <a:lnTo>
                    <a:pt x="7970545" y="2380764"/>
                  </a:lnTo>
                  <a:lnTo>
                    <a:pt x="7970881" y="2381461"/>
                  </a:lnTo>
                  <a:lnTo>
                    <a:pt x="7971218" y="2382006"/>
                  </a:lnTo>
                  <a:lnTo>
                    <a:pt x="7971554" y="2382425"/>
                  </a:lnTo>
                  <a:lnTo>
                    <a:pt x="7971891" y="2382899"/>
                  </a:lnTo>
                  <a:lnTo>
                    <a:pt x="7972227" y="2383485"/>
                  </a:lnTo>
                  <a:lnTo>
                    <a:pt x="7972563" y="2383767"/>
                  </a:lnTo>
                  <a:lnTo>
                    <a:pt x="7972900" y="2383378"/>
                  </a:lnTo>
                  <a:lnTo>
                    <a:pt x="7973236" y="2382594"/>
                  </a:lnTo>
                  <a:lnTo>
                    <a:pt x="7973573" y="2381732"/>
                  </a:lnTo>
                  <a:lnTo>
                    <a:pt x="7973909" y="2380836"/>
                  </a:lnTo>
                  <a:lnTo>
                    <a:pt x="7974246" y="2379916"/>
                  </a:lnTo>
                  <a:lnTo>
                    <a:pt x="7974582" y="2378994"/>
                  </a:lnTo>
                  <a:lnTo>
                    <a:pt x="7974919" y="2378225"/>
                  </a:lnTo>
                  <a:lnTo>
                    <a:pt x="7975255" y="2377520"/>
                  </a:lnTo>
                  <a:lnTo>
                    <a:pt x="7975592" y="2376854"/>
                  </a:lnTo>
                  <a:lnTo>
                    <a:pt x="7975928" y="2375859"/>
                  </a:lnTo>
                  <a:lnTo>
                    <a:pt x="7976265" y="2374550"/>
                  </a:lnTo>
                  <a:lnTo>
                    <a:pt x="7976601" y="2373020"/>
                  </a:lnTo>
                  <a:lnTo>
                    <a:pt x="7976937" y="2371489"/>
                  </a:lnTo>
                  <a:lnTo>
                    <a:pt x="7977274" y="2370012"/>
                  </a:lnTo>
                  <a:lnTo>
                    <a:pt x="7977610" y="2368481"/>
                  </a:lnTo>
                  <a:lnTo>
                    <a:pt x="7977947" y="2367027"/>
                  </a:lnTo>
                  <a:lnTo>
                    <a:pt x="7978283" y="2365496"/>
                  </a:lnTo>
                  <a:lnTo>
                    <a:pt x="7978620" y="2363851"/>
                  </a:lnTo>
                  <a:lnTo>
                    <a:pt x="7978956" y="2361914"/>
                  </a:lnTo>
                  <a:lnTo>
                    <a:pt x="7979293" y="2359909"/>
                  </a:lnTo>
                  <a:lnTo>
                    <a:pt x="7979629" y="2357713"/>
                  </a:lnTo>
                  <a:lnTo>
                    <a:pt x="7979966" y="2355401"/>
                  </a:lnTo>
                  <a:lnTo>
                    <a:pt x="7980302" y="2352822"/>
                  </a:lnTo>
                  <a:lnTo>
                    <a:pt x="7980639" y="2350427"/>
                  </a:lnTo>
                  <a:lnTo>
                    <a:pt x="7980975" y="2348360"/>
                  </a:lnTo>
                  <a:lnTo>
                    <a:pt x="7981311" y="2346608"/>
                  </a:lnTo>
                  <a:lnTo>
                    <a:pt x="7981648" y="2345176"/>
                  </a:lnTo>
                  <a:lnTo>
                    <a:pt x="7981984" y="2343952"/>
                  </a:lnTo>
                  <a:lnTo>
                    <a:pt x="7982321" y="2342873"/>
                  </a:lnTo>
                  <a:lnTo>
                    <a:pt x="7982657" y="2342084"/>
                  </a:lnTo>
                  <a:lnTo>
                    <a:pt x="7982994" y="2341656"/>
                  </a:lnTo>
                  <a:lnTo>
                    <a:pt x="7983330" y="2341625"/>
                  </a:lnTo>
                  <a:lnTo>
                    <a:pt x="7983667" y="2341740"/>
                  </a:lnTo>
                  <a:lnTo>
                    <a:pt x="7984003" y="2342146"/>
                  </a:lnTo>
                  <a:lnTo>
                    <a:pt x="7984340" y="2342658"/>
                  </a:lnTo>
                  <a:lnTo>
                    <a:pt x="7984676" y="2343175"/>
                  </a:lnTo>
                  <a:lnTo>
                    <a:pt x="7985013" y="2344058"/>
                  </a:lnTo>
                  <a:lnTo>
                    <a:pt x="7985349" y="2345283"/>
                  </a:lnTo>
                  <a:lnTo>
                    <a:pt x="7985685" y="2346560"/>
                  </a:lnTo>
                  <a:lnTo>
                    <a:pt x="7986022" y="2347816"/>
                  </a:lnTo>
                  <a:lnTo>
                    <a:pt x="7986358" y="2349135"/>
                  </a:lnTo>
                  <a:lnTo>
                    <a:pt x="7986695" y="2350441"/>
                  </a:lnTo>
                  <a:lnTo>
                    <a:pt x="7987031" y="2351615"/>
                  </a:lnTo>
                  <a:lnTo>
                    <a:pt x="7987368" y="2352808"/>
                  </a:lnTo>
                  <a:lnTo>
                    <a:pt x="7987704" y="2353983"/>
                  </a:lnTo>
                  <a:lnTo>
                    <a:pt x="7988041" y="2354975"/>
                  </a:lnTo>
                  <a:lnTo>
                    <a:pt x="7988377" y="2355753"/>
                  </a:lnTo>
                  <a:lnTo>
                    <a:pt x="7988714" y="2356507"/>
                  </a:lnTo>
                  <a:lnTo>
                    <a:pt x="7989050" y="2357260"/>
                  </a:lnTo>
                  <a:lnTo>
                    <a:pt x="7989387" y="2357870"/>
                  </a:lnTo>
                  <a:lnTo>
                    <a:pt x="7989723" y="2358391"/>
                  </a:lnTo>
                  <a:lnTo>
                    <a:pt x="7990059" y="2358946"/>
                  </a:lnTo>
                  <a:lnTo>
                    <a:pt x="7990396" y="2359572"/>
                  </a:lnTo>
                  <a:lnTo>
                    <a:pt x="7990732" y="2360038"/>
                  </a:lnTo>
                  <a:lnTo>
                    <a:pt x="7991069" y="2360336"/>
                  </a:lnTo>
                  <a:lnTo>
                    <a:pt x="7991405" y="2360413"/>
                  </a:lnTo>
                  <a:lnTo>
                    <a:pt x="7991742" y="2360405"/>
                  </a:lnTo>
                  <a:lnTo>
                    <a:pt x="7992078" y="2360489"/>
                  </a:lnTo>
                  <a:lnTo>
                    <a:pt x="7992415" y="2360627"/>
                  </a:lnTo>
                  <a:lnTo>
                    <a:pt x="7992751" y="2360650"/>
                  </a:lnTo>
                  <a:lnTo>
                    <a:pt x="7993088" y="2360352"/>
                  </a:lnTo>
                  <a:lnTo>
                    <a:pt x="7993424" y="2360076"/>
                  </a:lnTo>
                  <a:lnTo>
                    <a:pt x="7993760" y="2360332"/>
                  </a:lnTo>
                  <a:lnTo>
                    <a:pt x="7994097" y="2360597"/>
                  </a:lnTo>
                  <a:lnTo>
                    <a:pt x="7994433" y="2361050"/>
                  </a:lnTo>
                  <a:lnTo>
                    <a:pt x="7994770" y="2361588"/>
                  </a:lnTo>
                  <a:lnTo>
                    <a:pt x="7995106" y="2362033"/>
                  </a:lnTo>
                  <a:lnTo>
                    <a:pt x="7995443" y="2362474"/>
                  </a:lnTo>
                  <a:lnTo>
                    <a:pt x="7995779" y="2363137"/>
                  </a:lnTo>
                  <a:lnTo>
                    <a:pt x="7996116" y="2363891"/>
                  </a:lnTo>
                  <a:lnTo>
                    <a:pt x="7996452" y="2364841"/>
                  </a:lnTo>
                  <a:lnTo>
                    <a:pt x="7996789" y="2366005"/>
                  </a:lnTo>
                  <a:lnTo>
                    <a:pt x="7997125" y="2367115"/>
                  </a:lnTo>
                  <a:lnTo>
                    <a:pt x="7997462" y="2367918"/>
                  </a:lnTo>
                  <a:lnTo>
                    <a:pt x="7997798" y="2368709"/>
                  </a:lnTo>
                  <a:lnTo>
                    <a:pt x="7998134" y="2369807"/>
                  </a:lnTo>
                  <a:lnTo>
                    <a:pt x="7998471" y="2370804"/>
                  </a:lnTo>
                  <a:lnTo>
                    <a:pt x="7998807" y="2371402"/>
                  </a:lnTo>
                  <a:lnTo>
                    <a:pt x="7999144" y="2372131"/>
                  </a:lnTo>
                  <a:lnTo>
                    <a:pt x="7999480" y="2372824"/>
                  </a:lnTo>
                  <a:lnTo>
                    <a:pt x="7999817" y="2373436"/>
                  </a:lnTo>
                  <a:lnTo>
                    <a:pt x="8000153" y="2374048"/>
                  </a:lnTo>
                  <a:lnTo>
                    <a:pt x="8000490" y="2374546"/>
                  </a:lnTo>
                  <a:lnTo>
                    <a:pt x="8000826" y="2374627"/>
                  </a:lnTo>
                  <a:lnTo>
                    <a:pt x="8001163" y="2374648"/>
                  </a:lnTo>
                  <a:lnTo>
                    <a:pt x="8001499" y="2374285"/>
                  </a:lnTo>
                  <a:lnTo>
                    <a:pt x="8001836" y="2373531"/>
                  </a:lnTo>
                  <a:lnTo>
                    <a:pt x="8002172" y="2372509"/>
                  </a:lnTo>
                  <a:lnTo>
                    <a:pt x="8002508" y="2371750"/>
                  </a:lnTo>
                  <a:lnTo>
                    <a:pt x="8002845" y="2371014"/>
                  </a:lnTo>
                  <a:lnTo>
                    <a:pt x="8003181" y="2370181"/>
                  </a:lnTo>
                  <a:lnTo>
                    <a:pt x="8003518" y="2369463"/>
                  </a:lnTo>
                  <a:lnTo>
                    <a:pt x="8003854" y="2368563"/>
                  </a:lnTo>
                  <a:lnTo>
                    <a:pt x="8004191" y="2367283"/>
                  </a:lnTo>
                  <a:lnTo>
                    <a:pt x="8004527" y="2365820"/>
                  </a:lnTo>
                  <a:lnTo>
                    <a:pt x="8004864" y="2364024"/>
                  </a:lnTo>
                  <a:lnTo>
                    <a:pt x="8005200" y="2362013"/>
                  </a:lnTo>
                  <a:lnTo>
                    <a:pt x="8005537" y="2360057"/>
                  </a:lnTo>
                  <a:lnTo>
                    <a:pt x="8005873" y="2358213"/>
                  </a:lnTo>
                  <a:lnTo>
                    <a:pt x="8006210" y="2356353"/>
                  </a:lnTo>
                  <a:lnTo>
                    <a:pt x="8006546" y="2354975"/>
                  </a:lnTo>
                  <a:lnTo>
                    <a:pt x="8006882" y="2353812"/>
                  </a:lnTo>
                  <a:lnTo>
                    <a:pt x="8007219" y="2352825"/>
                  </a:lnTo>
                  <a:lnTo>
                    <a:pt x="8007555" y="2351646"/>
                  </a:lnTo>
                  <a:lnTo>
                    <a:pt x="8007892" y="2350414"/>
                  </a:lnTo>
                  <a:lnTo>
                    <a:pt x="8008228" y="2349151"/>
                  </a:lnTo>
                  <a:lnTo>
                    <a:pt x="8008565" y="2347927"/>
                  </a:lnTo>
                  <a:lnTo>
                    <a:pt x="8008901" y="2347023"/>
                  </a:lnTo>
                  <a:lnTo>
                    <a:pt x="8009238" y="2346388"/>
                  </a:lnTo>
                  <a:lnTo>
                    <a:pt x="8009574" y="2345898"/>
                  </a:lnTo>
                  <a:lnTo>
                    <a:pt x="8009911" y="2345715"/>
                  </a:lnTo>
                  <a:lnTo>
                    <a:pt x="8010247" y="2345837"/>
                  </a:lnTo>
                  <a:lnTo>
                    <a:pt x="8010584" y="2346128"/>
                  </a:lnTo>
                  <a:lnTo>
                    <a:pt x="8010920" y="2346534"/>
                  </a:lnTo>
                  <a:lnTo>
                    <a:pt x="8011256" y="2346993"/>
                  </a:lnTo>
                  <a:lnTo>
                    <a:pt x="8011593" y="2347544"/>
                  </a:lnTo>
                  <a:lnTo>
                    <a:pt x="8011929" y="2348156"/>
                  </a:lnTo>
                  <a:lnTo>
                    <a:pt x="8012266" y="2348768"/>
                  </a:lnTo>
                  <a:lnTo>
                    <a:pt x="8012602" y="2349434"/>
                  </a:lnTo>
                  <a:lnTo>
                    <a:pt x="8012939" y="2350223"/>
                  </a:lnTo>
                  <a:lnTo>
                    <a:pt x="8013275" y="2351141"/>
                  </a:lnTo>
                  <a:lnTo>
                    <a:pt x="8013612" y="2352059"/>
                  </a:lnTo>
                  <a:lnTo>
                    <a:pt x="8013948" y="2352848"/>
                  </a:lnTo>
                  <a:lnTo>
                    <a:pt x="8014285" y="2353605"/>
                  </a:lnTo>
                  <a:lnTo>
                    <a:pt x="8014621" y="2354318"/>
                  </a:lnTo>
                  <a:lnTo>
                    <a:pt x="8014958" y="2354913"/>
                  </a:lnTo>
                  <a:lnTo>
                    <a:pt x="8015294" y="2355456"/>
                  </a:lnTo>
                  <a:lnTo>
                    <a:pt x="8015630" y="2356029"/>
                  </a:lnTo>
                  <a:lnTo>
                    <a:pt x="8015967" y="2356594"/>
                  </a:lnTo>
                  <a:lnTo>
                    <a:pt x="8016303" y="2357175"/>
                  </a:lnTo>
                  <a:lnTo>
                    <a:pt x="8016640" y="2357620"/>
                  </a:lnTo>
                  <a:lnTo>
                    <a:pt x="8016976" y="2357910"/>
                  </a:lnTo>
                  <a:lnTo>
                    <a:pt x="8017313" y="2358087"/>
                  </a:lnTo>
                  <a:lnTo>
                    <a:pt x="8017649" y="2358210"/>
                  </a:lnTo>
                  <a:lnTo>
                    <a:pt x="8017986" y="2358356"/>
                  </a:lnTo>
                  <a:lnTo>
                    <a:pt x="8018322" y="2358380"/>
                  </a:lnTo>
                  <a:lnTo>
                    <a:pt x="8018659" y="2358403"/>
                  </a:lnTo>
                  <a:lnTo>
                    <a:pt x="8018995" y="2358534"/>
                  </a:lnTo>
                  <a:lnTo>
                    <a:pt x="8019332" y="2358689"/>
                  </a:lnTo>
                  <a:lnTo>
                    <a:pt x="8019494" y="252988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654605" y="701278"/>
              <a:ext cx="8310406" cy="2529884"/>
            </a:xfrm>
            <a:custGeom>
              <a:avLst/>
              <a:pathLst>
                <a:path w="8310406" h="2529884">
                  <a:moveTo>
                    <a:pt x="0" y="2529814"/>
                  </a:moveTo>
                  <a:lnTo>
                    <a:pt x="336" y="2529575"/>
                  </a:lnTo>
                  <a:lnTo>
                    <a:pt x="672" y="2529336"/>
                  </a:lnTo>
                  <a:lnTo>
                    <a:pt x="1009" y="2529085"/>
                  </a:lnTo>
                  <a:lnTo>
                    <a:pt x="1345" y="2528990"/>
                  </a:lnTo>
                  <a:lnTo>
                    <a:pt x="1682" y="2528896"/>
                  </a:lnTo>
                  <a:lnTo>
                    <a:pt x="2018" y="2528774"/>
                  </a:lnTo>
                  <a:lnTo>
                    <a:pt x="2355" y="2528842"/>
                  </a:lnTo>
                  <a:lnTo>
                    <a:pt x="2691" y="2528875"/>
                  </a:lnTo>
                  <a:lnTo>
                    <a:pt x="3028" y="2528783"/>
                  </a:lnTo>
                  <a:lnTo>
                    <a:pt x="3364" y="2528630"/>
                  </a:lnTo>
                  <a:lnTo>
                    <a:pt x="3701" y="2528477"/>
                  </a:lnTo>
                  <a:lnTo>
                    <a:pt x="4037" y="2528324"/>
                  </a:lnTo>
                  <a:lnTo>
                    <a:pt x="4373" y="2528170"/>
                  </a:lnTo>
                  <a:lnTo>
                    <a:pt x="4710" y="2528017"/>
                  </a:lnTo>
                  <a:lnTo>
                    <a:pt x="5046" y="2527864"/>
                  </a:lnTo>
                  <a:lnTo>
                    <a:pt x="5383" y="2527711"/>
                  </a:lnTo>
                  <a:lnTo>
                    <a:pt x="5719" y="2527558"/>
                  </a:lnTo>
                  <a:lnTo>
                    <a:pt x="6056" y="2527405"/>
                  </a:lnTo>
                  <a:lnTo>
                    <a:pt x="6392" y="2527459"/>
                  </a:lnTo>
                  <a:lnTo>
                    <a:pt x="6729" y="2527612"/>
                  </a:lnTo>
                  <a:lnTo>
                    <a:pt x="7065" y="2527591"/>
                  </a:lnTo>
                  <a:lnTo>
                    <a:pt x="7402" y="2527543"/>
                  </a:lnTo>
                  <a:lnTo>
                    <a:pt x="7738" y="2527556"/>
                  </a:lnTo>
                  <a:lnTo>
                    <a:pt x="8075" y="2527575"/>
                  </a:lnTo>
                  <a:lnTo>
                    <a:pt x="8411" y="2527644"/>
                  </a:lnTo>
                  <a:lnTo>
                    <a:pt x="8747" y="2527745"/>
                  </a:lnTo>
                  <a:lnTo>
                    <a:pt x="9084" y="2527845"/>
                  </a:lnTo>
                  <a:lnTo>
                    <a:pt x="9420" y="2528112"/>
                  </a:lnTo>
                  <a:lnTo>
                    <a:pt x="9757" y="2528549"/>
                  </a:lnTo>
                  <a:lnTo>
                    <a:pt x="10093" y="2529160"/>
                  </a:lnTo>
                  <a:lnTo>
                    <a:pt x="10473" y="2529884"/>
                  </a:lnTo>
                  <a:lnTo>
                    <a:pt x="21738" y="2529884"/>
                  </a:lnTo>
                  <a:lnTo>
                    <a:pt x="21869" y="2529533"/>
                  </a:lnTo>
                  <a:lnTo>
                    <a:pt x="22206" y="2528713"/>
                  </a:lnTo>
                  <a:lnTo>
                    <a:pt x="22542" y="2527893"/>
                  </a:lnTo>
                  <a:lnTo>
                    <a:pt x="22879" y="2527185"/>
                  </a:lnTo>
                  <a:lnTo>
                    <a:pt x="23215" y="2526415"/>
                  </a:lnTo>
                  <a:lnTo>
                    <a:pt x="23552" y="2525776"/>
                  </a:lnTo>
                  <a:lnTo>
                    <a:pt x="23888" y="2525196"/>
                  </a:lnTo>
                  <a:lnTo>
                    <a:pt x="24225" y="2524737"/>
                  </a:lnTo>
                  <a:lnTo>
                    <a:pt x="24561" y="2524339"/>
                  </a:lnTo>
                  <a:lnTo>
                    <a:pt x="24898" y="2524071"/>
                  </a:lnTo>
                  <a:lnTo>
                    <a:pt x="25234" y="2524091"/>
                  </a:lnTo>
                  <a:lnTo>
                    <a:pt x="25571" y="2524224"/>
                  </a:lnTo>
                  <a:lnTo>
                    <a:pt x="25907" y="2524286"/>
                  </a:lnTo>
                  <a:lnTo>
                    <a:pt x="26243" y="2524244"/>
                  </a:lnTo>
                  <a:lnTo>
                    <a:pt x="26580" y="2524051"/>
                  </a:lnTo>
                  <a:lnTo>
                    <a:pt x="26916" y="2523713"/>
                  </a:lnTo>
                  <a:lnTo>
                    <a:pt x="27253" y="2523376"/>
                  </a:lnTo>
                  <a:lnTo>
                    <a:pt x="27589" y="2522905"/>
                  </a:lnTo>
                  <a:lnTo>
                    <a:pt x="27926" y="2522433"/>
                  </a:lnTo>
                  <a:lnTo>
                    <a:pt x="28262" y="2521931"/>
                  </a:lnTo>
                  <a:lnTo>
                    <a:pt x="28599" y="2521429"/>
                  </a:lnTo>
                  <a:lnTo>
                    <a:pt x="28935" y="2520926"/>
                  </a:lnTo>
                  <a:lnTo>
                    <a:pt x="29272" y="2520424"/>
                  </a:lnTo>
                  <a:lnTo>
                    <a:pt x="29608" y="2519921"/>
                  </a:lnTo>
                  <a:lnTo>
                    <a:pt x="29945" y="2519419"/>
                  </a:lnTo>
                  <a:lnTo>
                    <a:pt x="30281" y="2518865"/>
                  </a:lnTo>
                  <a:lnTo>
                    <a:pt x="30617" y="2518311"/>
                  </a:lnTo>
                  <a:lnTo>
                    <a:pt x="30954" y="2517829"/>
                  </a:lnTo>
                  <a:lnTo>
                    <a:pt x="31290" y="2517304"/>
                  </a:lnTo>
                  <a:lnTo>
                    <a:pt x="31627" y="2516963"/>
                  </a:lnTo>
                  <a:lnTo>
                    <a:pt x="31963" y="2516798"/>
                  </a:lnTo>
                  <a:lnTo>
                    <a:pt x="32300" y="2516634"/>
                  </a:lnTo>
                  <a:lnTo>
                    <a:pt x="32636" y="2516500"/>
                  </a:lnTo>
                  <a:lnTo>
                    <a:pt x="32973" y="2516366"/>
                  </a:lnTo>
                  <a:lnTo>
                    <a:pt x="33309" y="2516366"/>
                  </a:lnTo>
                  <a:lnTo>
                    <a:pt x="33646" y="2516366"/>
                  </a:lnTo>
                  <a:lnTo>
                    <a:pt x="33982" y="2516366"/>
                  </a:lnTo>
                  <a:lnTo>
                    <a:pt x="34318" y="2516366"/>
                  </a:lnTo>
                  <a:lnTo>
                    <a:pt x="34655" y="2516482"/>
                  </a:lnTo>
                  <a:lnTo>
                    <a:pt x="34991" y="2516616"/>
                  </a:lnTo>
                  <a:lnTo>
                    <a:pt x="35328" y="2516750"/>
                  </a:lnTo>
                  <a:lnTo>
                    <a:pt x="35664" y="2516884"/>
                  </a:lnTo>
                  <a:lnTo>
                    <a:pt x="36001" y="2517017"/>
                  </a:lnTo>
                  <a:lnTo>
                    <a:pt x="36337" y="2517151"/>
                  </a:lnTo>
                  <a:lnTo>
                    <a:pt x="36674" y="2517285"/>
                  </a:lnTo>
                  <a:lnTo>
                    <a:pt x="37010" y="2517419"/>
                  </a:lnTo>
                  <a:lnTo>
                    <a:pt x="37347" y="2517553"/>
                  </a:lnTo>
                  <a:lnTo>
                    <a:pt x="37683" y="2517687"/>
                  </a:lnTo>
                  <a:lnTo>
                    <a:pt x="38020" y="2517820"/>
                  </a:lnTo>
                  <a:lnTo>
                    <a:pt x="38356" y="2517954"/>
                  </a:lnTo>
                  <a:lnTo>
                    <a:pt x="38692" y="2518119"/>
                  </a:lnTo>
                  <a:lnTo>
                    <a:pt x="39029" y="2518284"/>
                  </a:lnTo>
                  <a:lnTo>
                    <a:pt x="39365" y="2518449"/>
                  </a:lnTo>
                  <a:lnTo>
                    <a:pt x="39702" y="2518606"/>
                  </a:lnTo>
                  <a:lnTo>
                    <a:pt x="40038" y="2518740"/>
                  </a:lnTo>
                  <a:lnTo>
                    <a:pt x="40375" y="2518873"/>
                  </a:lnTo>
                  <a:lnTo>
                    <a:pt x="40711" y="2519007"/>
                  </a:lnTo>
                  <a:lnTo>
                    <a:pt x="41048" y="2519141"/>
                  </a:lnTo>
                  <a:lnTo>
                    <a:pt x="41384" y="2519275"/>
                  </a:lnTo>
                  <a:lnTo>
                    <a:pt x="41721" y="2519288"/>
                  </a:lnTo>
                  <a:lnTo>
                    <a:pt x="42057" y="2519265"/>
                  </a:lnTo>
                  <a:lnTo>
                    <a:pt x="42394" y="2519157"/>
                  </a:lnTo>
                  <a:lnTo>
                    <a:pt x="42730" y="2519029"/>
                  </a:lnTo>
                  <a:lnTo>
                    <a:pt x="43066" y="2518901"/>
                  </a:lnTo>
                  <a:lnTo>
                    <a:pt x="43403" y="2518764"/>
                  </a:lnTo>
                  <a:lnTo>
                    <a:pt x="43739" y="2518502"/>
                  </a:lnTo>
                  <a:lnTo>
                    <a:pt x="44076" y="2518240"/>
                  </a:lnTo>
                  <a:lnTo>
                    <a:pt x="44412" y="2517977"/>
                  </a:lnTo>
                  <a:lnTo>
                    <a:pt x="44749" y="2517715"/>
                  </a:lnTo>
                  <a:lnTo>
                    <a:pt x="45085" y="2517453"/>
                  </a:lnTo>
                  <a:lnTo>
                    <a:pt x="45422" y="2517191"/>
                  </a:lnTo>
                  <a:lnTo>
                    <a:pt x="45758" y="2516929"/>
                  </a:lnTo>
                  <a:lnTo>
                    <a:pt x="46095" y="2516667"/>
                  </a:lnTo>
                  <a:lnTo>
                    <a:pt x="46431" y="2516405"/>
                  </a:lnTo>
                  <a:lnTo>
                    <a:pt x="46768" y="2516143"/>
                  </a:lnTo>
                  <a:lnTo>
                    <a:pt x="47104" y="2515885"/>
                  </a:lnTo>
                  <a:lnTo>
                    <a:pt x="47440" y="2515721"/>
                  </a:lnTo>
                  <a:lnTo>
                    <a:pt x="47777" y="2515690"/>
                  </a:lnTo>
                  <a:lnTo>
                    <a:pt x="48113" y="2515690"/>
                  </a:lnTo>
                  <a:lnTo>
                    <a:pt x="48450" y="2515743"/>
                  </a:lnTo>
                  <a:lnTo>
                    <a:pt x="48786" y="2515731"/>
                  </a:lnTo>
                  <a:lnTo>
                    <a:pt x="49123" y="2515719"/>
                  </a:lnTo>
                  <a:lnTo>
                    <a:pt x="49459" y="2515707"/>
                  </a:lnTo>
                  <a:lnTo>
                    <a:pt x="49796" y="2515695"/>
                  </a:lnTo>
                  <a:lnTo>
                    <a:pt x="50132" y="2515683"/>
                  </a:lnTo>
                  <a:lnTo>
                    <a:pt x="50469" y="2515670"/>
                  </a:lnTo>
                  <a:lnTo>
                    <a:pt x="50805" y="2515633"/>
                  </a:lnTo>
                  <a:lnTo>
                    <a:pt x="51142" y="2515638"/>
                  </a:lnTo>
                  <a:lnTo>
                    <a:pt x="51478" y="2515642"/>
                  </a:lnTo>
                  <a:lnTo>
                    <a:pt x="51814" y="2515646"/>
                  </a:lnTo>
                  <a:lnTo>
                    <a:pt x="52151" y="2515542"/>
                  </a:lnTo>
                  <a:lnTo>
                    <a:pt x="52487" y="2515357"/>
                  </a:lnTo>
                  <a:lnTo>
                    <a:pt x="52824" y="2515166"/>
                  </a:lnTo>
                  <a:lnTo>
                    <a:pt x="53160" y="2514794"/>
                  </a:lnTo>
                  <a:lnTo>
                    <a:pt x="53497" y="2514438"/>
                  </a:lnTo>
                  <a:lnTo>
                    <a:pt x="53833" y="2513938"/>
                  </a:lnTo>
                  <a:lnTo>
                    <a:pt x="54170" y="2513482"/>
                  </a:lnTo>
                  <a:lnTo>
                    <a:pt x="54506" y="2513282"/>
                  </a:lnTo>
                  <a:lnTo>
                    <a:pt x="54843" y="2513090"/>
                  </a:lnTo>
                  <a:lnTo>
                    <a:pt x="55179" y="2512906"/>
                  </a:lnTo>
                  <a:lnTo>
                    <a:pt x="55516" y="2512848"/>
                  </a:lnTo>
                  <a:lnTo>
                    <a:pt x="55852" y="2512876"/>
                  </a:lnTo>
                  <a:lnTo>
                    <a:pt x="56188" y="2512918"/>
                  </a:lnTo>
                  <a:lnTo>
                    <a:pt x="56525" y="2512960"/>
                  </a:lnTo>
                  <a:lnTo>
                    <a:pt x="56861" y="2513003"/>
                  </a:lnTo>
                  <a:lnTo>
                    <a:pt x="57198" y="2513045"/>
                  </a:lnTo>
                  <a:lnTo>
                    <a:pt x="57534" y="2513131"/>
                  </a:lnTo>
                  <a:lnTo>
                    <a:pt x="57871" y="2513216"/>
                  </a:lnTo>
                  <a:lnTo>
                    <a:pt x="58207" y="2513360"/>
                  </a:lnTo>
                  <a:lnTo>
                    <a:pt x="58544" y="2513560"/>
                  </a:lnTo>
                  <a:lnTo>
                    <a:pt x="58880" y="2513819"/>
                  </a:lnTo>
                  <a:lnTo>
                    <a:pt x="59217" y="2514093"/>
                  </a:lnTo>
                  <a:lnTo>
                    <a:pt x="59553" y="2514232"/>
                  </a:lnTo>
                  <a:lnTo>
                    <a:pt x="59890" y="2514220"/>
                  </a:lnTo>
                  <a:lnTo>
                    <a:pt x="60226" y="2514307"/>
                  </a:lnTo>
                  <a:lnTo>
                    <a:pt x="60562" y="2514209"/>
                  </a:lnTo>
                  <a:lnTo>
                    <a:pt x="60899" y="2514050"/>
                  </a:lnTo>
                  <a:lnTo>
                    <a:pt x="61235" y="2513742"/>
                  </a:lnTo>
                  <a:lnTo>
                    <a:pt x="61572" y="2513502"/>
                  </a:lnTo>
                  <a:lnTo>
                    <a:pt x="61908" y="2513344"/>
                  </a:lnTo>
                  <a:lnTo>
                    <a:pt x="62245" y="2513423"/>
                  </a:lnTo>
                  <a:lnTo>
                    <a:pt x="62581" y="2513560"/>
                  </a:lnTo>
                  <a:lnTo>
                    <a:pt x="62918" y="2513727"/>
                  </a:lnTo>
                  <a:lnTo>
                    <a:pt x="63254" y="2513876"/>
                  </a:lnTo>
                  <a:lnTo>
                    <a:pt x="63591" y="2514123"/>
                  </a:lnTo>
                  <a:lnTo>
                    <a:pt x="63927" y="2514370"/>
                  </a:lnTo>
                  <a:lnTo>
                    <a:pt x="64264" y="2514617"/>
                  </a:lnTo>
                  <a:lnTo>
                    <a:pt x="64600" y="2514946"/>
                  </a:lnTo>
                  <a:lnTo>
                    <a:pt x="64936" y="2515444"/>
                  </a:lnTo>
                  <a:lnTo>
                    <a:pt x="65273" y="2515889"/>
                  </a:lnTo>
                  <a:lnTo>
                    <a:pt x="65609" y="2516213"/>
                  </a:lnTo>
                  <a:lnTo>
                    <a:pt x="65946" y="2516416"/>
                  </a:lnTo>
                  <a:lnTo>
                    <a:pt x="66282" y="2516717"/>
                  </a:lnTo>
                  <a:lnTo>
                    <a:pt x="66619" y="2516821"/>
                  </a:lnTo>
                  <a:lnTo>
                    <a:pt x="66955" y="2516739"/>
                  </a:lnTo>
                  <a:lnTo>
                    <a:pt x="67292" y="2516447"/>
                  </a:lnTo>
                  <a:lnTo>
                    <a:pt x="67628" y="2516084"/>
                  </a:lnTo>
                  <a:lnTo>
                    <a:pt x="67965" y="2515602"/>
                  </a:lnTo>
                  <a:lnTo>
                    <a:pt x="68301" y="2515225"/>
                  </a:lnTo>
                  <a:lnTo>
                    <a:pt x="68637" y="2514723"/>
                  </a:lnTo>
                  <a:lnTo>
                    <a:pt x="68974" y="2514220"/>
                  </a:lnTo>
                  <a:lnTo>
                    <a:pt x="69310" y="2513754"/>
                  </a:lnTo>
                  <a:lnTo>
                    <a:pt x="69647" y="2513208"/>
                  </a:lnTo>
                  <a:lnTo>
                    <a:pt x="69983" y="2512593"/>
                  </a:lnTo>
                  <a:lnTo>
                    <a:pt x="70320" y="2512464"/>
                  </a:lnTo>
                  <a:lnTo>
                    <a:pt x="70656" y="2512556"/>
                  </a:lnTo>
                  <a:lnTo>
                    <a:pt x="70993" y="2512687"/>
                  </a:lnTo>
                  <a:lnTo>
                    <a:pt x="71329" y="2512889"/>
                  </a:lnTo>
                  <a:lnTo>
                    <a:pt x="71666" y="2513244"/>
                  </a:lnTo>
                  <a:lnTo>
                    <a:pt x="72002" y="2513703"/>
                  </a:lnTo>
                  <a:lnTo>
                    <a:pt x="72339" y="2514162"/>
                  </a:lnTo>
                  <a:lnTo>
                    <a:pt x="72675" y="2514517"/>
                  </a:lnTo>
                  <a:lnTo>
                    <a:pt x="73011" y="2514866"/>
                  </a:lnTo>
                  <a:lnTo>
                    <a:pt x="73348" y="2515216"/>
                  </a:lnTo>
                  <a:lnTo>
                    <a:pt x="73684" y="2515565"/>
                  </a:lnTo>
                  <a:lnTo>
                    <a:pt x="74021" y="2515915"/>
                  </a:lnTo>
                  <a:lnTo>
                    <a:pt x="74357" y="2516264"/>
                  </a:lnTo>
                  <a:lnTo>
                    <a:pt x="74694" y="2516614"/>
                  </a:lnTo>
                  <a:lnTo>
                    <a:pt x="75030" y="2516936"/>
                  </a:lnTo>
                  <a:lnTo>
                    <a:pt x="75367" y="2516903"/>
                  </a:lnTo>
                  <a:lnTo>
                    <a:pt x="75703" y="2516608"/>
                  </a:lnTo>
                  <a:lnTo>
                    <a:pt x="76040" y="2516168"/>
                  </a:lnTo>
                  <a:lnTo>
                    <a:pt x="76376" y="2515907"/>
                  </a:lnTo>
                  <a:lnTo>
                    <a:pt x="76713" y="2515765"/>
                  </a:lnTo>
                  <a:lnTo>
                    <a:pt x="77049" y="2515615"/>
                  </a:lnTo>
                  <a:lnTo>
                    <a:pt x="77385" y="2515308"/>
                  </a:lnTo>
                  <a:lnTo>
                    <a:pt x="77722" y="2515089"/>
                  </a:lnTo>
                  <a:lnTo>
                    <a:pt x="78058" y="2514804"/>
                  </a:lnTo>
                  <a:lnTo>
                    <a:pt x="78395" y="2514481"/>
                  </a:lnTo>
                  <a:lnTo>
                    <a:pt x="78731" y="2514126"/>
                  </a:lnTo>
                  <a:lnTo>
                    <a:pt x="79068" y="2513740"/>
                  </a:lnTo>
                  <a:lnTo>
                    <a:pt x="79404" y="2513355"/>
                  </a:lnTo>
                  <a:lnTo>
                    <a:pt x="79741" y="2512958"/>
                  </a:lnTo>
                  <a:lnTo>
                    <a:pt x="80077" y="2512500"/>
                  </a:lnTo>
                  <a:lnTo>
                    <a:pt x="80414" y="2512087"/>
                  </a:lnTo>
                  <a:lnTo>
                    <a:pt x="80750" y="2511757"/>
                  </a:lnTo>
                  <a:lnTo>
                    <a:pt x="81087" y="2511423"/>
                  </a:lnTo>
                  <a:lnTo>
                    <a:pt x="81423" y="2511157"/>
                  </a:lnTo>
                  <a:lnTo>
                    <a:pt x="81759" y="2510831"/>
                  </a:lnTo>
                  <a:lnTo>
                    <a:pt x="82096" y="2510630"/>
                  </a:lnTo>
                  <a:lnTo>
                    <a:pt x="82432" y="2510624"/>
                  </a:lnTo>
                  <a:lnTo>
                    <a:pt x="82769" y="2510783"/>
                  </a:lnTo>
                  <a:lnTo>
                    <a:pt x="83105" y="2511084"/>
                  </a:lnTo>
                  <a:lnTo>
                    <a:pt x="83442" y="2511453"/>
                  </a:lnTo>
                  <a:lnTo>
                    <a:pt x="83778" y="2511819"/>
                  </a:lnTo>
                  <a:lnTo>
                    <a:pt x="84115" y="2512299"/>
                  </a:lnTo>
                  <a:lnTo>
                    <a:pt x="84451" y="2512737"/>
                  </a:lnTo>
                  <a:lnTo>
                    <a:pt x="84788" y="2513298"/>
                  </a:lnTo>
                  <a:lnTo>
                    <a:pt x="85124" y="2513942"/>
                  </a:lnTo>
                  <a:lnTo>
                    <a:pt x="85461" y="2514489"/>
                  </a:lnTo>
                  <a:lnTo>
                    <a:pt x="85797" y="2515089"/>
                  </a:lnTo>
                  <a:lnTo>
                    <a:pt x="86133" y="2515713"/>
                  </a:lnTo>
                  <a:lnTo>
                    <a:pt x="86470" y="2516352"/>
                  </a:lnTo>
                  <a:lnTo>
                    <a:pt x="86806" y="2516995"/>
                  </a:lnTo>
                  <a:lnTo>
                    <a:pt x="87143" y="2517841"/>
                  </a:lnTo>
                  <a:lnTo>
                    <a:pt x="87479" y="2518751"/>
                  </a:lnTo>
                  <a:lnTo>
                    <a:pt x="87816" y="2519837"/>
                  </a:lnTo>
                  <a:lnTo>
                    <a:pt x="88152" y="2520761"/>
                  </a:lnTo>
                  <a:lnTo>
                    <a:pt x="88489" y="2521632"/>
                  </a:lnTo>
                  <a:lnTo>
                    <a:pt x="88825" y="2522485"/>
                  </a:lnTo>
                  <a:lnTo>
                    <a:pt x="89162" y="2523279"/>
                  </a:lnTo>
                  <a:lnTo>
                    <a:pt x="89498" y="2524132"/>
                  </a:lnTo>
                  <a:lnTo>
                    <a:pt x="89835" y="2524910"/>
                  </a:lnTo>
                  <a:lnTo>
                    <a:pt x="90171" y="2525580"/>
                  </a:lnTo>
                  <a:lnTo>
                    <a:pt x="90507" y="2526243"/>
                  </a:lnTo>
                  <a:lnTo>
                    <a:pt x="90844" y="2526816"/>
                  </a:lnTo>
                  <a:lnTo>
                    <a:pt x="91180" y="2527439"/>
                  </a:lnTo>
                  <a:lnTo>
                    <a:pt x="91517" y="2528036"/>
                  </a:lnTo>
                  <a:lnTo>
                    <a:pt x="91853" y="2528551"/>
                  </a:lnTo>
                  <a:lnTo>
                    <a:pt x="92190" y="2528947"/>
                  </a:lnTo>
                  <a:lnTo>
                    <a:pt x="92526" y="2529002"/>
                  </a:lnTo>
                  <a:lnTo>
                    <a:pt x="92863" y="2528984"/>
                  </a:lnTo>
                  <a:lnTo>
                    <a:pt x="93199" y="2528922"/>
                  </a:lnTo>
                  <a:lnTo>
                    <a:pt x="93536" y="2528965"/>
                  </a:lnTo>
                  <a:lnTo>
                    <a:pt x="93872" y="2529158"/>
                  </a:lnTo>
                  <a:lnTo>
                    <a:pt x="94209" y="2529495"/>
                  </a:lnTo>
                  <a:lnTo>
                    <a:pt x="94497" y="2529884"/>
                  </a:lnTo>
                  <a:lnTo>
                    <a:pt x="189090" y="2529865"/>
                  </a:lnTo>
                  <a:lnTo>
                    <a:pt x="189427" y="2529665"/>
                  </a:lnTo>
                  <a:lnTo>
                    <a:pt x="189763" y="2529336"/>
                  </a:lnTo>
                  <a:lnTo>
                    <a:pt x="190100" y="2528983"/>
                  </a:lnTo>
                  <a:lnTo>
                    <a:pt x="190436" y="2528883"/>
                  </a:lnTo>
                  <a:lnTo>
                    <a:pt x="190773" y="2528867"/>
                  </a:lnTo>
                  <a:lnTo>
                    <a:pt x="191109" y="2529017"/>
                  </a:lnTo>
                  <a:lnTo>
                    <a:pt x="191446" y="2529241"/>
                  </a:lnTo>
                  <a:lnTo>
                    <a:pt x="191782" y="2529535"/>
                  </a:lnTo>
                  <a:lnTo>
                    <a:pt x="192119" y="2529884"/>
                  </a:lnTo>
                  <a:lnTo>
                    <a:pt x="197177" y="2529884"/>
                  </a:lnTo>
                  <a:lnTo>
                    <a:pt x="197502" y="2529496"/>
                  </a:lnTo>
                  <a:lnTo>
                    <a:pt x="197838" y="2529105"/>
                  </a:lnTo>
                  <a:lnTo>
                    <a:pt x="198175" y="2528631"/>
                  </a:lnTo>
                  <a:lnTo>
                    <a:pt x="198511" y="2528157"/>
                  </a:lnTo>
                  <a:lnTo>
                    <a:pt x="198848" y="2527683"/>
                  </a:lnTo>
                  <a:lnTo>
                    <a:pt x="199184" y="2527209"/>
                  </a:lnTo>
                  <a:lnTo>
                    <a:pt x="199521" y="2526850"/>
                  </a:lnTo>
                  <a:lnTo>
                    <a:pt x="199857" y="2526514"/>
                  </a:lnTo>
                  <a:lnTo>
                    <a:pt x="200194" y="2526169"/>
                  </a:lnTo>
                  <a:lnTo>
                    <a:pt x="200530" y="2526005"/>
                  </a:lnTo>
                  <a:lnTo>
                    <a:pt x="200867" y="2525866"/>
                  </a:lnTo>
                  <a:lnTo>
                    <a:pt x="201203" y="2525730"/>
                  </a:lnTo>
                  <a:lnTo>
                    <a:pt x="201539" y="2525631"/>
                  </a:lnTo>
                  <a:lnTo>
                    <a:pt x="201876" y="2525602"/>
                  </a:lnTo>
                  <a:lnTo>
                    <a:pt x="202212" y="2525664"/>
                  </a:lnTo>
                  <a:lnTo>
                    <a:pt x="202549" y="2525715"/>
                  </a:lnTo>
                  <a:lnTo>
                    <a:pt x="202885" y="2525729"/>
                  </a:lnTo>
                  <a:lnTo>
                    <a:pt x="203222" y="2525781"/>
                  </a:lnTo>
                  <a:lnTo>
                    <a:pt x="203558" y="2525781"/>
                  </a:lnTo>
                  <a:lnTo>
                    <a:pt x="203895" y="2525781"/>
                  </a:lnTo>
                  <a:lnTo>
                    <a:pt x="204231" y="2525823"/>
                  </a:lnTo>
                  <a:lnTo>
                    <a:pt x="204568" y="2525865"/>
                  </a:lnTo>
                  <a:lnTo>
                    <a:pt x="204904" y="2525907"/>
                  </a:lnTo>
                  <a:lnTo>
                    <a:pt x="205241" y="2525959"/>
                  </a:lnTo>
                  <a:lnTo>
                    <a:pt x="205577" y="2526012"/>
                  </a:lnTo>
                  <a:lnTo>
                    <a:pt x="205913" y="2526128"/>
                  </a:lnTo>
                  <a:lnTo>
                    <a:pt x="206250" y="2526345"/>
                  </a:lnTo>
                  <a:lnTo>
                    <a:pt x="206586" y="2526563"/>
                  </a:lnTo>
                  <a:lnTo>
                    <a:pt x="206923" y="2526812"/>
                  </a:lnTo>
                  <a:lnTo>
                    <a:pt x="207259" y="2527000"/>
                  </a:lnTo>
                  <a:lnTo>
                    <a:pt x="207596" y="2527113"/>
                  </a:lnTo>
                  <a:lnTo>
                    <a:pt x="207932" y="2527186"/>
                  </a:lnTo>
                  <a:lnTo>
                    <a:pt x="208269" y="2527331"/>
                  </a:lnTo>
                  <a:lnTo>
                    <a:pt x="208605" y="2527480"/>
                  </a:lnTo>
                  <a:lnTo>
                    <a:pt x="208942" y="2527748"/>
                  </a:lnTo>
                  <a:lnTo>
                    <a:pt x="209278" y="2528094"/>
                  </a:lnTo>
                  <a:lnTo>
                    <a:pt x="209615" y="2528497"/>
                  </a:lnTo>
                  <a:lnTo>
                    <a:pt x="209951" y="2528835"/>
                  </a:lnTo>
                  <a:lnTo>
                    <a:pt x="210287" y="2529035"/>
                  </a:lnTo>
                  <a:lnTo>
                    <a:pt x="210624" y="2529066"/>
                  </a:lnTo>
                  <a:lnTo>
                    <a:pt x="210960" y="2529097"/>
                  </a:lnTo>
                  <a:lnTo>
                    <a:pt x="211297" y="2528988"/>
                  </a:lnTo>
                  <a:lnTo>
                    <a:pt x="211633" y="2528938"/>
                  </a:lnTo>
                  <a:lnTo>
                    <a:pt x="211970" y="2528670"/>
                  </a:lnTo>
                  <a:lnTo>
                    <a:pt x="212306" y="2528268"/>
                  </a:lnTo>
                  <a:lnTo>
                    <a:pt x="212643" y="2528041"/>
                  </a:lnTo>
                  <a:lnTo>
                    <a:pt x="212979" y="2527885"/>
                  </a:lnTo>
                  <a:lnTo>
                    <a:pt x="213316" y="2527825"/>
                  </a:lnTo>
                  <a:lnTo>
                    <a:pt x="213652" y="2527987"/>
                  </a:lnTo>
                  <a:lnTo>
                    <a:pt x="213989" y="2528124"/>
                  </a:lnTo>
                  <a:lnTo>
                    <a:pt x="214325" y="2528145"/>
                  </a:lnTo>
                  <a:lnTo>
                    <a:pt x="214661" y="2528198"/>
                  </a:lnTo>
                  <a:lnTo>
                    <a:pt x="214998" y="2528250"/>
                  </a:lnTo>
                  <a:lnTo>
                    <a:pt x="215334" y="2528436"/>
                  </a:lnTo>
                  <a:lnTo>
                    <a:pt x="215671" y="2528649"/>
                  </a:lnTo>
                  <a:lnTo>
                    <a:pt x="216007" y="2528823"/>
                  </a:lnTo>
                  <a:lnTo>
                    <a:pt x="216344" y="2529147"/>
                  </a:lnTo>
                  <a:lnTo>
                    <a:pt x="216680" y="2529389"/>
                  </a:lnTo>
                  <a:lnTo>
                    <a:pt x="217017" y="2529692"/>
                  </a:lnTo>
                  <a:lnTo>
                    <a:pt x="217222" y="2529884"/>
                  </a:lnTo>
                  <a:lnTo>
                    <a:pt x="226974" y="2529884"/>
                  </a:lnTo>
                  <a:lnTo>
                    <a:pt x="227111" y="2529709"/>
                  </a:lnTo>
                  <a:lnTo>
                    <a:pt x="227447" y="2529311"/>
                  </a:lnTo>
                  <a:lnTo>
                    <a:pt x="227783" y="2528913"/>
                  </a:lnTo>
                  <a:lnTo>
                    <a:pt x="228120" y="2528635"/>
                  </a:lnTo>
                  <a:lnTo>
                    <a:pt x="228456" y="2528402"/>
                  </a:lnTo>
                  <a:lnTo>
                    <a:pt x="228793" y="2528193"/>
                  </a:lnTo>
                  <a:lnTo>
                    <a:pt x="229129" y="2528055"/>
                  </a:lnTo>
                  <a:lnTo>
                    <a:pt x="229466" y="2527990"/>
                  </a:lnTo>
                  <a:lnTo>
                    <a:pt x="229802" y="2528003"/>
                  </a:lnTo>
                  <a:lnTo>
                    <a:pt x="230139" y="2528020"/>
                  </a:lnTo>
                  <a:lnTo>
                    <a:pt x="230475" y="2528033"/>
                  </a:lnTo>
                  <a:lnTo>
                    <a:pt x="230812" y="2527979"/>
                  </a:lnTo>
                  <a:lnTo>
                    <a:pt x="231148" y="2528013"/>
                  </a:lnTo>
                  <a:lnTo>
                    <a:pt x="231485" y="2527995"/>
                  </a:lnTo>
                  <a:lnTo>
                    <a:pt x="231821" y="2528160"/>
                  </a:lnTo>
                  <a:lnTo>
                    <a:pt x="232157" y="2528555"/>
                  </a:lnTo>
                  <a:lnTo>
                    <a:pt x="232494" y="2528969"/>
                  </a:lnTo>
                  <a:lnTo>
                    <a:pt x="232830" y="2529630"/>
                  </a:lnTo>
                  <a:lnTo>
                    <a:pt x="232988" y="2529884"/>
                  </a:lnTo>
                  <a:lnTo>
                    <a:pt x="236556" y="2529884"/>
                  </a:lnTo>
                  <a:lnTo>
                    <a:pt x="236868" y="2529555"/>
                  </a:lnTo>
                  <a:lnTo>
                    <a:pt x="237204" y="2529053"/>
                  </a:lnTo>
                  <a:lnTo>
                    <a:pt x="237541" y="2528492"/>
                  </a:lnTo>
                  <a:lnTo>
                    <a:pt x="237877" y="2527763"/>
                  </a:lnTo>
                  <a:lnTo>
                    <a:pt x="238214" y="2527300"/>
                  </a:lnTo>
                  <a:lnTo>
                    <a:pt x="238550" y="2526886"/>
                  </a:lnTo>
                  <a:lnTo>
                    <a:pt x="238887" y="2526628"/>
                  </a:lnTo>
                  <a:lnTo>
                    <a:pt x="239223" y="2526527"/>
                  </a:lnTo>
                  <a:lnTo>
                    <a:pt x="239560" y="2526618"/>
                  </a:lnTo>
                  <a:lnTo>
                    <a:pt x="239896" y="2526805"/>
                  </a:lnTo>
                  <a:lnTo>
                    <a:pt x="240232" y="2526991"/>
                  </a:lnTo>
                  <a:lnTo>
                    <a:pt x="240569" y="2527142"/>
                  </a:lnTo>
                  <a:lnTo>
                    <a:pt x="240905" y="2527318"/>
                  </a:lnTo>
                  <a:lnTo>
                    <a:pt x="241242" y="2527405"/>
                  </a:lnTo>
                  <a:lnTo>
                    <a:pt x="241578" y="2527568"/>
                  </a:lnTo>
                  <a:lnTo>
                    <a:pt x="241915" y="2527740"/>
                  </a:lnTo>
                  <a:lnTo>
                    <a:pt x="242251" y="2527952"/>
                  </a:lnTo>
                  <a:lnTo>
                    <a:pt x="242588" y="2528280"/>
                  </a:lnTo>
                  <a:lnTo>
                    <a:pt x="242924" y="2528608"/>
                  </a:lnTo>
                  <a:lnTo>
                    <a:pt x="243261" y="2528810"/>
                  </a:lnTo>
                  <a:lnTo>
                    <a:pt x="243597" y="2528872"/>
                  </a:lnTo>
                  <a:lnTo>
                    <a:pt x="243934" y="2528824"/>
                  </a:lnTo>
                  <a:lnTo>
                    <a:pt x="244270" y="2528657"/>
                  </a:lnTo>
                  <a:lnTo>
                    <a:pt x="244606" y="2528386"/>
                  </a:lnTo>
                  <a:lnTo>
                    <a:pt x="244943" y="2528088"/>
                  </a:lnTo>
                  <a:lnTo>
                    <a:pt x="245279" y="2527825"/>
                  </a:lnTo>
                  <a:lnTo>
                    <a:pt x="245616" y="2527574"/>
                  </a:lnTo>
                  <a:lnTo>
                    <a:pt x="245952" y="2527203"/>
                  </a:lnTo>
                  <a:lnTo>
                    <a:pt x="246289" y="2526826"/>
                  </a:lnTo>
                  <a:lnTo>
                    <a:pt x="246625" y="2526450"/>
                  </a:lnTo>
                  <a:lnTo>
                    <a:pt x="246962" y="2526073"/>
                  </a:lnTo>
                  <a:lnTo>
                    <a:pt x="247298" y="2525607"/>
                  </a:lnTo>
                  <a:lnTo>
                    <a:pt x="247635" y="2525117"/>
                  </a:lnTo>
                  <a:lnTo>
                    <a:pt x="247971" y="2524862"/>
                  </a:lnTo>
                  <a:lnTo>
                    <a:pt x="248308" y="2524557"/>
                  </a:lnTo>
                  <a:lnTo>
                    <a:pt x="248644" y="2524422"/>
                  </a:lnTo>
                  <a:lnTo>
                    <a:pt x="248980" y="2524492"/>
                  </a:lnTo>
                  <a:lnTo>
                    <a:pt x="249317" y="2524564"/>
                  </a:lnTo>
                  <a:lnTo>
                    <a:pt x="249653" y="2524813"/>
                  </a:lnTo>
                  <a:lnTo>
                    <a:pt x="249990" y="2525031"/>
                  </a:lnTo>
                  <a:lnTo>
                    <a:pt x="250326" y="2525276"/>
                  </a:lnTo>
                  <a:lnTo>
                    <a:pt x="250663" y="2525609"/>
                  </a:lnTo>
                  <a:lnTo>
                    <a:pt x="250999" y="2526221"/>
                  </a:lnTo>
                  <a:lnTo>
                    <a:pt x="251336" y="2526882"/>
                  </a:lnTo>
                  <a:lnTo>
                    <a:pt x="251672" y="2527542"/>
                  </a:lnTo>
                  <a:lnTo>
                    <a:pt x="252009" y="2528202"/>
                  </a:lnTo>
                  <a:lnTo>
                    <a:pt x="252345" y="2528863"/>
                  </a:lnTo>
                  <a:lnTo>
                    <a:pt x="252682" y="2529526"/>
                  </a:lnTo>
                  <a:lnTo>
                    <a:pt x="252842" y="2529884"/>
                  </a:lnTo>
                  <a:lnTo>
                    <a:pt x="262775" y="2529814"/>
                  </a:lnTo>
                  <a:lnTo>
                    <a:pt x="263112" y="2529615"/>
                  </a:lnTo>
                  <a:lnTo>
                    <a:pt x="263448" y="2529697"/>
                  </a:lnTo>
                  <a:lnTo>
                    <a:pt x="263785" y="2529822"/>
                  </a:lnTo>
                  <a:lnTo>
                    <a:pt x="264121" y="2529843"/>
                  </a:lnTo>
                  <a:lnTo>
                    <a:pt x="264458" y="2529865"/>
                  </a:lnTo>
                  <a:lnTo>
                    <a:pt x="264794" y="2529719"/>
                  </a:lnTo>
                  <a:lnTo>
                    <a:pt x="265131" y="2529563"/>
                  </a:lnTo>
                  <a:lnTo>
                    <a:pt x="265467" y="2529507"/>
                  </a:lnTo>
                  <a:lnTo>
                    <a:pt x="265803" y="2529543"/>
                  </a:lnTo>
                  <a:lnTo>
                    <a:pt x="266140" y="2529571"/>
                  </a:lnTo>
                  <a:lnTo>
                    <a:pt x="266476" y="2529546"/>
                  </a:lnTo>
                  <a:lnTo>
                    <a:pt x="266813" y="2529601"/>
                  </a:lnTo>
                  <a:lnTo>
                    <a:pt x="267149" y="2529663"/>
                  </a:lnTo>
                  <a:lnTo>
                    <a:pt x="267486" y="2529526"/>
                  </a:lnTo>
                  <a:lnTo>
                    <a:pt x="267822" y="2529209"/>
                  </a:lnTo>
                  <a:lnTo>
                    <a:pt x="268159" y="2528828"/>
                  </a:lnTo>
                  <a:lnTo>
                    <a:pt x="268495" y="2528445"/>
                  </a:lnTo>
                  <a:lnTo>
                    <a:pt x="268832" y="2528070"/>
                  </a:lnTo>
                  <a:lnTo>
                    <a:pt x="269168" y="2527841"/>
                  </a:lnTo>
                  <a:lnTo>
                    <a:pt x="269505" y="2527598"/>
                  </a:lnTo>
                  <a:lnTo>
                    <a:pt x="269841" y="2527416"/>
                  </a:lnTo>
                  <a:lnTo>
                    <a:pt x="270177" y="2527270"/>
                  </a:lnTo>
                  <a:lnTo>
                    <a:pt x="270514" y="2527087"/>
                  </a:lnTo>
                  <a:lnTo>
                    <a:pt x="270850" y="2527025"/>
                  </a:lnTo>
                  <a:lnTo>
                    <a:pt x="271187" y="2526976"/>
                  </a:lnTo>
                  <a:lnTo>
                    <a:pt x="271523" y="2526916"/>
                  </a:lnTo>
                  <a:lnTo>
                    <a:pt x="271860" y="2526856"/>
                  </a:lnTo>
                  <a:lnTo>
                    <a:pt x="272196" y="2526796"/>
                  </a:lnTo>
                  <a:lnTo>
                    <a:pt x="272533" y="2526779"/>
                  </a:lnTo>
                  <a:lnTo>
                    <a:pt x="272869" y="2526761"/>
                  </a:lnTo>
                  <a:lnTo>
                    <a:pt x="273206" y="2526794"/>
                  </a:lnTo>
                  <a:lnTo>
                    <a:pt x="273542" y="2526828"/>
                  </a:lnTo>
                  <a:lnTo>
                    <a:pt x="273879" y="2526861"/>
                  </a:lnTo>
                  <a:lnTo>
                    <a:pt x="274215" y="2526895"/>
                  </a:lnTo>
                  <a:lnTo>
                    <a:pt x="274551" y="2526896"/>
                  </a:lnTo>
                  <a:lnTo>
                    <a:pt x="274888" y="2526908"/>
                  </a:lnTo>
                  <a:lnTo>
                    <a:pt x="275224" y="2526871"/>
                  </a:lnTo>
                  <a:lnTo>
                    <a:pt x="275561" y="2526871"/>
                  </a:lnTo>
                  <a:lnTo>
                    <a:pt x="275897" y="2526863"/>
                  </a:lnTo>
                  <a:lnTo>
                    <a:pt x="276234" y="2526831"/>
                  </a:lnTo>
                  <a:lnTo>
                    <a:pt x="276570" y="2526697"/>
                  </a:lnTo>
                  <a:lnTo>
                    <a:pt x="276907" y="2526581"/>
                  </a:lnTo>
                  <a:lnTo>
                    <a:pt x="277243" y="2526581"/>
                  </a:lnTo>
                  <a:lnTo>
                    <a:pt x="277580" y="2526719"/>
                  </a:lnTo>
                  <a:lnTo>
                    <a:pt x="277916" y="2527025"/>
                  </a:lnTo>
                  <a:lnTo>
                    <a:pt x="278253" y="2527331"/>
                  </a:lnTo>
                  <a:lnTo>
                    <a:pt x="278589" y="2527790"/>
                  </a:lnTo>
                  <a:lnTo>
                    <a:pt x="278925" y="2528303"/>
                  </a:lnTo>
                  <a:lnTo>
                    <a:pt x="279262" y="2528916"/>
                  </a:lnTo>
                  <a:lnTo>
                    <a:pt x="279598" y="2529528"/>
                  </a:lnTo>
                  <a:lnTo>
                    <a:pt x="279890" y="2529884"/>
                  </a:lnTo>
                  <a:lnTo>
                    <a:pt x="291038" y="2529764"/>
                  </a:lnTo>
                  <a:lnTo>
                    <a:pt x="291375" y="2529446"/>
                  </a:lnTo>
                  <a:lnTo>
                    <a:pt x="291711" y="2529128"/>
                  </a:lnTo>
                  <a:lnTo>
                    <a:pt x="292047" y="2528810"/>
                  </a:lnTo>
                  <a:lnTo>
                    <a:pt x="292384" y="2528492"/>
                  </a:lnTo>
                  <a:lnTo>
                    <a:pt x="292720" y="2528174"/>
                  </a:lnTo>
                  <a:lnTo>
                    <a:pt x="293057" y="2527857"/>
                  </a:lnTo>
                  <a:lnTo>
                    <a:pt x="293393" y="2527539"/>
                  </a:lnTo>
                  <a:lnTo>
                    <a:pt x="293730" y="2527252"/>
                  </a:lnTo>
                  <a:lnTo>
                    <a:pt x="294066" y="2527016"/>
                  </a:lnTo>
                  <a:lnTo>
                    <a:pt x="294403" y="2527016"/>
                  </a:lnTo>
                  <a:lnTo>
                    <a:pt x="294739" y="2527016"/>
                  </a:lnTo>
                  <a:lnTo>
                    <a:pt x="295076" y="2527016"/>
                  </a:lnTo>
                  <a:lnTo>
                    <a:pt x="295412" y="2526887"/>
                  </a:lnTo>
                  <a:lnTo>
                    <a:pt x="295749" y="2526601"/>
                  </a:lnTo>
                  <a:lnTo>
                    <a:pt x="296085" y="2526291"/>
                  </a:lnTo>
                  <a:lnTo>
                    <a:pt x="296421" y="2525850"/>
                  </a:lnTo>
                  <a:lnTo>
                    <a:pt x="296758" y="2525379"/>
                  </a:lnTo>
                  <a:lnTo>
                    <a:pt x="297094" y="2524908"/>
                  </a:lnTo>
                  <a:lnTo>
                    <a:pt x="297431" y="2524437"/>
                  </a:lnTo>
                  <a:lnTo>
                    <a:pt x="297767" y="2523966"/>
                  </a:lnTo>
                  <a:lnTo>
                    <a:pt x="298104" y="2523495"/>
                  </a:lnTo>
                  <a:lnTo>
                    <a:pt x="298440" y="2523024"/>
                  </a:lnTo>
                  <a:lnTo>
                    <a:pt x="298777" y="2522553"/>
                  </a:lnTo>
                  <a:lnTo>
                    <a:pt x="299113" y="2522082"/>
                  </a:lnTo>
                  <a:lnTo>
                    <a:pt x="299450" y="2521611"/>
                  </a:lnTo>
                  <a:lnTo>
                    <a:pt x="299786" y="2521140"/>
                  </a:lnTo>
                  <a:lnTo>
                    <a:pt x="300122" y="2520669"/>
                  </a:lnTo>
                  <a:lnTo>
                    <a:pt x="300459" y="2520214"/>
                  </a:lnTo>
                  <a:lnTo>
                    <a:pt x="300795" y="2519927"/>
                  </a:lnTo>
                  <a:lnTo>
                    <a:pt x="301132" y="2519658"/>
                  </a:lnTo>
                  <a:lnTo>
                    <a:pt x="301468" y="2519627"/>
                  </a:lnTo>
                  <a:lnTo>
                    <a:pt x="301805" y="2519788"/>
                  </a:lnTo>
                  <a:lnTo>
                    <a:pt x="302141" y="2520094"/>
                  </a:lnTo>
                  <a:lnTo>
                    <a:pt x="302478" y="2520400"/>
                  </a:lnTo>
                  <a:lnTo>
                    <a:pt x="302814" y="2520798"/>
                  </a:lnTo>
                  <a:lnTo>
                    <a:pt x="303151" y="2521104"/>
                  </a:lnTo>
                  <a:lnTo>
                    <a:pt x="303487" y="2521546"/>
                  </a:lnTo>
                  <a:lnTo>
                    <a:pt x="303824" y="2521903"/>
                  </a:lnTo>
                  <a:lnTo>
                    <a:pt x="304160" y="2522044"/>
                  </a:lnTo>
                  <a:lnTo>
                    <a:pt x="304496" y="2522058"/>
                  </a:lnTo>
                  <a:lnTo>
                    <a:pt x="304833" y="2522233"/>
                  </a:lnTo>
                  <a:lnTo>
                    <a:pt x="305169" y="2522407"/>
                  </a:lnTo>
                  <a:lnTo>
                    <a:pt x="305506" y="2522515"/>
                  </a:lnTo>
                  <a:lnTo>
                    <a:pt x="305842" y="2522563"/>
                  </a:lnTo>
                  <a:lnTo>
                    <a:pt x="306179" y="2522473"/>
                  </a:lnTo>
                  <a:lnTo>
                    <a:pt x="306515" y="2522180"/>
                  </a:lnTo>
                  <a:lnTo>
                    <a:pt x="306852" y="2521783"/>
                  </a:lnTo>
                  <a:lnTo>
                    <a:pt x="307188" y="2521292"/>
                  </a:lnTo>
                  <a:lnTo>
                    <a:pt x="307525" y="2520800"/>
                  </a:lnTo>
                  <a:lnTo>
                    <a:pt x="307861" y="2520249"/>
                  </a:lnTo>
                  <a:lnTo>
                    <a:pt x="308198" y="2519757"/>
                  </a:lnTo>
                  <a:lnTo>
                    <a:pt x="308534" y="2519262"/>
                  </a:lnTo>
                  <a:lnTo>
                    <a:pt x="308870" y="2518847"/>
                  </a:lnTo>
                  <a:lnTo>
                    <a:pt x="309207" y="2518534"/>
                  </a:lnTo>
                  <a:lnTo>
                    <a:pt x="309543" y="2518343"/>
                  </a:lnTo>
                  <a:lnTo>
                    <a:pt x="309880" y="2518054"/>
                  </a:lnTo>
                  <a:lnTo>
                    <a:pt x="310216" y="2517756"/>
                  </a:lnTo>
                  <a:lnTo>
                    <a:pt x="310553" y="2517276"/>
                  </a:lnTo>
                  <a:lnTo>
                    <a:pt x="310889" y="2516926"/>
                  </a:lnTo>
                  <a:lnTo>
                    <a:pt x="311226" y="2516725"/>
                  </a:lnTo>
                  <a:lnTo>
                    <a:pt x="311562" y="2516853"/>
                  </a:lnTo>
                  <a:lnTo>
                    <a:pt x="311899" y="2517085"/>
                  </a:lnTo>
                  <a:lnTo>
                    <a:pt x="312235" y="2517344"/>
                  </a:lnTo>
                  <a:lnTo>
                    <a:pt x="312572" y="2517568"/>
                  </a:lnTo>
                  <a:lnTo>
                    <a:pt x="312908" y="2517780"/>
                  </a:lnTo>
                  <a:lnTo>
                    <a:pt x="313244" y="2518111"/>
                  </a:lnTo>
                  <a:lnTo>
                    <a:pt x="313581" y="2518448"/>
                  </a:lnTo>
                  <a:lnTo>
                    <a:pt x="313917" y="2518786"/>
                  </a:lnTo>
                  <a:lnTo>
                    <a:pt x="314254" y="2519123"/>
                  </a:lnTo>
                  <a:lnTo>
                    <a:pt x="314590" y="2519461"/>
                  </a:lnTo>
                  <a:lnTo>
                    <a:pt x="314927" y="2519798"/>
                  </a:lnTo>
                  <a:lnTo>
                    <a:pt x="315263" y="2519982"/>
                  </a:lnTo>
                  <a:lnTo>
                    <a:pt x="315600" y="2520157"/>
                  </a:lnTo>
                  <a:lnTo>
                    <a:pt x="315936" y="2520164"/>
                  </a:lnTo>
                  <a:lnTo>
                    <a:pt x="316273" y="2520124"/>
                  </a:lnTo>
                  <a:lnTo>
                    <a:pt x="316609" y="2520033"/>
                  </a:lnTo>
                  <a:lnTo>
                    <a:pt x="316946" y="2519867"/>
                  </a:lnTo>
                  <a:lnTo>
                    <a:pt x="317282" y="2519684"/>
                  </a:lnTo>
                  <a:lnTo>
                    <a:pt x="317618" y="2519502"/>
                  </a:lnTo>
                  <a:lnTo>
                    <a:pt x="317955" y="2519355"/>
                  </a:lnTo>
                  <a:lnTo>
                    <a:pt x="318291" y="2519126"/>
                  </a:lnTo>
                  <a:lnTo>
                    <a:pt x="318628" y="2518893"/>
                  </a:lnTo>
                  <a:lnTo>
                    <a:pt x="318964" y="2518659"/>
                  </a:lnTo>
                  <a:lnTo>
                    <a:pt x="319301" y="2518426"/>
                  </a:lnTo>
                  <a:lnTo>
                    <a:pt x="319637" y="2518192"/>
                  </a:lnTo>
                  <a:lnTo>
                    <a:pt x="319974" y="2517959"/>
                  </a:lnTo>
                  <a:lnTo>
                    <a:pt x="320310" y="2517769"/>
                  </a:lnTo>
                  <a:lnTo>
                    <a:pt x="320647" y="2517622"/>
                  </a:lnTo>
                  <a:lnTo>
                    <a:pt x="320983" y="2517512"/>
                  </a:lnTo>
                  <a:lnTo>
                    <a:pt x="321320" y="2517328"/>
                  </a:lnTo>
                  <a:lnTo>
                    <a:pt x="321656" y="2517138"/>
                  </a:lnTo>
                  <a:lnTo>
                    <a:pt x="321992" y="2516748"/>
                  </a:lnTo>
                  <a:lnTo>
                    <a:pt x="322329" y="2516399"/>
                  </a:lnTo>
                  <a:lnTo>
                    <a:pt x="322665" y="2516049"/>
                  </a:lnTo>
                  <a:lnTo>
                    <a:pt x="323002" y="2515700"/>
                  </a:lnTo>
                  <a:lnTo>
                    <a:pt x="323338" y="2515350"/>
                  </a:lnTo>
                  <a:lnTo>
                    <a:pt x="323675" y="2515069"/>
                  </a:lnTo>
                  <a:lnTo>
                    <a:pt x="324011" y="2514767"/>
                  </a:lnTo>
                  <a:lnTo>
                    <a:pt x="324348" y="2514465"/>
                  </a:lnTo>
                  <a:lnTo>
                    <a:pt x="324684" y="2514157"/>
                  </a:lnTo>
                  <a:lnTo>
                    <a:pt x="325021" y="2513885"/>
                  </a:lnTo>
                  <a:lnTo>
                    <a:pt x="325357" y="2513566"/>
                  </a:lnTo>
                  <a:lnTo>
                    <a:pt x="325694" y="2513275"/>
                  </a:lnTo>
                  <a:lnTo>
                    <a:pt x="326030" y="2513150"/>
                  </a:lnTo>
                  <a:lnTo>
                    <a:pt x="326366" y="2513103"/>
                  </a:lnTo>
                  <a:lnTo>
                    <a:pt x="326703" y="2513198"/>
                  </a:lnTo>
                  <a:lnTo>
                    <a:pt x="327039" y="2513380"/>
                  </a:lnTo>
                  <a:lnTo>
                    <a:pt x="327376" y="2513600"/>
                  </a:lnTo>
                  <a:lnTo>
                    <a:pt x="327712" y="2513842"/>
                  </a:lnTo>
                  <a:lnTo>
                    <a:pt x="328049" y="2514215"/>
                  </a:lnTo>
                  <a:lnTo>
                    <a:pt x="328385" y="2514407"/>
                  </a:lnTo>
                  <a:lnTo>
                    <a:pt x="328722" y="2514705"/>
                  </a:lnTo>
                  <a:lnTo>
                    <a:pt x="329058" y="2515215"/>
                  </a:lnTo>
                  <a:lnTo>
                    <a:pt x="329395" y="2515612"/>
                  </a:lnTo>
                  <a:lnTo>
                    <a:pt x="329731" y="2515930"/>
                  </a:lnTo>
                  <a:lnTo>
                    <a:pt x="330068" y="2516215"/>
                  </a:lnTo>
                  <a:lnTo>
                    <a:pt x="330404" y="2516500"/>
                  </a:lnTo>
                  <a:lnTo>
                    <a:pt x="330740" y="2516725"/>
                  </a:lnTo>
                  <a:lnTo>
                    <a:pt x="331077" y="2516905"/>
                  </a:lnTo>
                  <a:lnTo>
                    <a:pt x="331413" y="2517190"/>
                  </a:lnTo>
                  <a:lnTo>
                    <a:pt x="331750" y="2517475"/>
                  </a:lnTo>
                  <a:lnTo>
                    <a:pt x="332086" y="2517760"/>
                  </a:lnTo>
                  <a:lnTo>
                    <a:pt x="332423" y="2518045"/>
                  </a:lnTo>
                  <a:lnTo>
                    <a:pt x="332759" y="2518313"/>
                  </a:lnTo>
                  <a:lnTo>
                    <a:pt x="333096" y="2518488"/>
                  </a:lnTo>
                  <a:lnTo>
                    <a:pt x="333432" y="2518672"/>
                  </a:lnTo>
                  <a:lnTo>
                    <a:pt x="333769" y="2518909"/>
                  </a:lnTo>
                  <a:lnTo>
                    <a:pt x="334105" y="2518951"/>
                  </a:lnTo>
                  <a:lnTo>
                    <a:pt x="334441" y="2518963"/>
                  </a:lnTo>
                  <a:lnTo>
                    <a:pt x="334778" y="2519117"/>
                  </a:lnTo>
                  <a:lnTo>
                    <a:pt x="335114" y="2519270"/>
                  </a:lnTo>
                  <a:lnTo>
                    <a:pt x="335451" y="2519423"/>
                  </a:lnTo>
                  <a:lnTo>
                    <a:pt x="335787" y="2519576"/>
                  </a:lnTo>
                  <a:lnTo>
                    <a:pt x="336124" y="2519721"/>
                  </a:lnTo>
                  <a:lnTo>
                    <a:pt x="336460" y="2519721"/>
                  </a:lnTo>
                  <a:lnTo>
                    <a:pt x="336797" y="2519721"/>
                  </a:lnTo>
                  <a:lnTo>
                    <a:pt x="337133" y="2519721"/>
                  </a:lnTo>
                  <a:lnTo>
                    <a:pt x="337470" y="2519721"/>
                  </a:lnTo>
                  <a:lnTo>
                    <a:pt x="337806" y="2519721"/>
                  </a:lnTo>
                  <a:lnTo>
                    <a:pt x="338143" y="2519600"/>
                  </a:lnTo>
                  <a:lnTo>
                    <a:pt x="338479" y="2519466"/>
                  </a:lnTo>
                  <a:lnTo>
                    <a:pt x="338815" y="2519302"/>
                  </a:lnTo>
                  <a:lnTo>
                    <a:pt x="339152" y="2519137"/>
                  </a:lnTo>
                  <a:lnTo>
                    <a:pt x="339488" y="2518972"/>
                  </a:lnTo>
                  <a:lnTo>
                    <a:pt x="339825" y="2518807"/>
                  </a:lnTo>
                  <a:lnTo>
                    <a:pt x="340161" y="2518642"/>
                  </a:lnTo>
                  <a:lnTo>
                    <a:pt x="340498" y="2518477"/>
                  </a:lnTo>
                  <a:lnTo>
                    <a:pt x="340834" y="2518312"/>
                  </a:lnTo>
                  <a:lnTo>
                    <a:pt x="341171" y="2518147"/>
                  </a:lnTo>
                  <a:lnTo>
                    <a:pt x="341507" y="2517707"/>
                  </a:lnTo>
                  <a:lnTo>
                    <a:pt x="341844" y="2517205"/>
                  </a:lnTo>
                  <a:lnTo>
                    <a:pt x="342180" y="2516581"/>
                  </a:lnTo>
                  <a:lnTo>
                    <a:pt x="342517" y="2516145"/>
                  </a:lnTo>
                  <a:lnTo>
                    <a:pt x="342853" y="2515756"/>
                  </a:lnTo>
                  <a:lnTo>
                    <a:pt x="343189" y="2515387"/>
                  </a:lnTo>
                  <a:lnTo>
                    <a:pt x="343526" y="2515050"/>
                  </a:lnTo>
                  <a:lnTo>
                    <a:pt x="343862" y="2514838"/>
                  </a:lnTo>
                  <a:lnTo>
                    <a:pt x="344199" y="2514627"/>
                  </a:lnTo>
                  <a:lnTo>
                    <a:pt x="344535" y="2514415"/>
                  </a:lnTo>
                  <a:lnTo>
                    <a:pt x="344872" y="2514203"/>
                  </a:lnTo>
                  <a:lnTo>
                    <a:pt x="345208" y="2513991"/>
                  </a:lnTo>
                  <a:lnTo>
                    <a:pt x="345545" y="2513779"/>
                  </a:lnTo>
                  <a:lnTo>
                    <a:pt x="345881" y="2513567"/>
                  </a:lnTo>
                  <a:lnTo>
                    <a:pt x="346218" y="2513355"/>
                  </a:lnTo>
                  <a:lnTo>
                    <a:pt x="346554" y="2513369"/>
                  </a:lnTo>
                  <a:lnTo>
                    <a:pt x="346891" y="2513434"/>
                  </a:lnTo>
                  <a:lnTo>
                    <a:pt x="347227" y="2513599"/>
                  </a:lnTo>
                  <a:lnTo>
                    <a:pt x="347563" y="2513732"/>
                  </a:lnTo>
                  <a:lnTo>
                    <a:pt x="347900" y="2513849"/>
                  </a:lnTo>
                  <a:lnTo>
                    <a:pt x="348236" y="2513728"/>
                  </a:lnTo>
                  <a:lnTo>
                    <a:pt x="348573" y="2513594"/>
                  </a:lnTo>
                  <a:lnTo>
                    <a:pt x="348909" y="2513437"/>
                  </a:lnTo>
                  <a:lnTo>
                    <a:pt x="349246" y="2513272"/>
                  </a:lnTo>
                  <a:lnTo>
                    <a:pt x="349582" y="2513107"/>
                  </a:lnTo>
                  <a:lnTo>
                    <a:pt x="349919" y="2512942"/>
                  </a:lnTo>
                  <a:lnTo>
                    <a:pt x="350255" y="2512777"/>
                  </a:lnTo>
                  <a:lnTo>
                    <a:pt x="350592" y="2512613"/>
                  </a:lnTo>
                  <a:lnTo>
                    <a:pt x="350928" y="2512448"/>
                  </a:lnTo>
                  <a:lnTo>
                    <a:pt x="351265" y="2512399"/>
                  </a:lnTo>
                  <a:lnTo>
                    <a:pt x="351601" y="2512368"/>
                  </a:lnTo>
                  <a:lnTo>
                    <a:pt x="351937" y="2512337"/>
                  </a:lnTo>
                  <a:lnTo>
                    <a:pt x="352274" y="2512329"/>
                  </a:lnTo>
                  <a:lnTo>
                    <a:pt x="352610" y="2512329"/>
                  </a:lnTo>
                  <a:lnTo>
                    <a:pt x="352947" y="2512417"/>
                  </a:lnTo>
                  <a:lnTo>
                    <a:pt x="353283" y="2512552"/>
                  </a:lnTo>
                  <a:lnTo>
                    <a:pt x="353620" y="2512714"/>
                  </a:lnTo>
                  <a:lnTo>
                    <a:pt x="353956" y="2512896"/>
                  </a:lnTo>
                  <a:lnTo>
                    <a:pt x="354293" y="2513214"/>
                  </a:lnTo>
                  <a:lnTo>
                    <a:pt x="354629" y="2513532"/>
                  </a:lnTo>
                  <a:lnTo>
                    <a:pt x="354966" y="2513850"/>
                  </a:lnTo>
                  <a:lnTo>
                    <a:pt x="355302" y="2514168"/>
                  </a:lnTo>
                  <a:lnTo>
                    <a:pt x="355639" y="2514486"/>
                  </a:lnTo>
                  <a:lnTo>
                    <a:pt x="355975" y="2514804"/>
                  </a:lnTo>
                  <a:lnTo>
                    <a:pt x="356311" y="2515152"/>
                  </a:lnTo>
                  <a:lnTo>
                    <a:pt x="356648" y="2515592"/>
                  </a:lnTo>
                  <a:lnTo>
                    <a:pt x="356984" y="2516032"/>
                  </a:lnTo>
                  <a:lnTo>
                    <a:pt x="357321" y="2516454"/>
                  </a:lnTo>
                  <a:lnTo>
                    <a:pt x="357657" y="2516760"/>
                  </a:lnTo>
                  <a:lnTo>
                    <a:pt x="357994" y="2516959"/>
                  </a:lnTo>
                  <a:lnTo>
                    <a:pt x="358330" y="2517112"/>
                  </a:lnTo>
                  <a:lnTo>
                    <a:pt x="358667" y="2517265"/>
                  </a:lnTo>
                  <a:lnTo>
                    <a:pt x="359003" y="2517418"/>
                  </a:lnTo>
                  <a:lnTo>
                    <a:pt x="359340" y="2517572"/>
                  </a:lnTo>
                  <a:lnTo>
                    <a:pt x="359676" y="2517725"/>
                  </a:lnTo>
                  <a:lnTo>
                    <a:pt x="360013" y="2517878"/>
                  </a:lnTo>
                  <a:lnTo>
                    <a:pt x="360349" y="2518031"/>
                  </a:lnTo>
                  <a:lnTo>
                    <a:pt x="360685" y="2518184"/>
                  </a:lnTo>
                  <a:lnTo>
                    <a:pt x="361022" y="2518337"/>
                  </a:lnTo>
                  <a:lnTo>
                    <a:pt x="361358" y="2518452"/>
                  </a:lnTo>
                  <a:lnTo>
                    <a:pt x="361695" y="2518452"/>
                  </a:lnTo>
                  <a:lnTo>
                    <a:pt x="362031" y="2518452"/>
                  </a:lnTo>
                  <a:lnTo>
                    <a:pt x="362368" y="2518452"/>
                  </a:lnTo>
                  <a:lnTo>
                    <a:pt x="362704" y="2518459"/>
                  </a:lnTo>
                  <a:lnTo>
                    <a:pt x="363041" y="2518612"/>
                  </a:lnTo>
                  <a:lnTo>
                    <a:pt x="363377" y="2518765"/>
                  </a:lnTo>
                  <a:lnTo>
                    <a:pt x="363714" y="2519041"/>
                  </a:lnTo>
                  <a:lnTo>
                    <a:pt x="364050" y="2519347"/>
                  </a:lnTo>
                  <a:lnTo>
                    <a:pt x="364387" y="2519653"/>
                  </a:lnTo>
                  <a:lnTo>
                    <a:pt x="364723" y="2519959"/>
                  </a:lnTo>
                  <a:lnTo>
                    <a:pt x="365059" y="2520266"/>
                  </a:lnTo>
                  <a:lnTo>
                    <a:pt x="365396" y="2520572"/>
                  </a:lnTo>
                  <a:lnTo>
                    <a:pt x="365732" y="2520878"/>
                  </a:lnTo>
                  <a:lnTo>
                    <a:pt x="366069" y="2521184"/>
                  </a:lnTo>
                  <a:lnTo>
                    <a:pt x="366405" y="2521490"/>
                  </a:lnTo>
                  <a:lnTo>
                    <a:pt x="366742" y="2521796"/>
                  </a:lnTo>
                  <a:lnTo>
                    <a:pt x="367078" y="2522102"/>
                  </a:lnTo>
                  <a:lnTo>
                    <a:pt x="367415" y="2522408"/>
                  </a:lnTo>
                  <a:lnTo>
                    <a:pt x="367751" y="2522707"/>
                  </a:lnTo>
                  <a:lnTo>
                    <a:pt x="368088" y="2522860"/>
                  </a:lnTo>
                  <a:lnTo>
                    <a:pt x="368424" y="2523013"/>
                  </a:lnTo>
                  <a:lnTo>
                    <a:pt x="368760" y="2523044"/>
                  </a:lnTo>
                  <a:lnTo>
                    <a:pt x="369097" y="2523044"/>
                  </a:lnTo>
                  <a:lnTo>
                    <a:pt x="369433" y="2523044"/>
                  </a:lnTo>
                  <a:lnTo>
                    <a:pt x="369770" y="2523044"/>
                  </a:lnTo>
                  <a:lnTo>
                    <a:pt x="370106" y="2523059"/>
                  </a:lnTo>
                  <a:lnTo>
                    <a:pt x="370443" y="2523212"/>
                  </a:lnTo>
                  <a:lnTo>
                    <a:pt x="370779" y="2523230"/>
                  </a:lnTo>
                  <a:lnTo>
                    <a:pt x="371116" y="2523331"/>
                  </a:lnTo>
                  <a:lnTo>
                    <a:pt x="371452" y="2523650"/>
                  </a:lnTo>
                  <a:lnTo>
                    <a:pt x="371789" y="2524095"/>
                  </a:lnTo>
                  <a:lnTo>
                    <a:pt x="372125" y="2524379"/>
                  </a:lnTo>
                  <a:lnTo>
                    <a:pt x="372462" y="2524664"/>
                  </a:lnTo>
                  <a:lnTo>
                    <a:pt x="372798" y="2524828"/>
                  </a:lnTo>
                  <a:lnTo>
                    <a:pt x="373134" y="2524992"/>
                  </a:lnTo>
                  <a:lnTo>
                    <a:pt x="373471" y="2525048"/>
                  </a:lnTo>
                  <a:lnTo>
                    <a:pt x="373807" y="2525157"/>
                  </a:lnTo>
                  <a:lnTo>
                    <a:pt x="374144" y="2525267"/>
                  </a:lnTo>
                  <a:lnTo>
                    <a:pt x="374480" y="2525517"/>
                  </a:lnTo>
                  <a:lnTo>
                    <a:pt x="374817" y="2525818"/>
                  </a:lnTo>
                  <a:lnTo>
                    <a:pt x="375153" y="2526217"/>
                  </a:lnTo>
                  <a:lnTo>
                    <a:pt x="375490" y="2526528"/>
                  </a:lnTo>
                  <a:lnTo>
                    <a:pt x="375826" y="2526847"/>
                  </a:lnTo>
                  <a:lnTo>
                    <a:pt x="376163" y="2527038"/>
                  </a:lnTo>
                  <a:lnTo>
                    <a:pt x="376499" y="2527066"/>
                  </a:lnTo>
                  <a:lnTo>
                    <a:pt x="376836" y="2526973"/>
                  </a:lnTo>
                  <a:lnTo>
                    <a:pt x="377172" y="2526977"/>
                  </a:lnTo>
                  <a:lnTo>
                    <a:pt x="377508" y="2526990"/>
                  </a:lnTo>
                  <a:lnTo>
                    <a:pt x="377845" y="2527187"/>
                  </a:lnTo>
                  <a:lnTo>
                    <a:pt x="378181" y="2527383"/>
                  </a:lnTo>
                  <a:lnTo>
                    <a:pt x="378518" y="2527656"/>
                  </a:lnTo>
                  <a:lnTo>
                    <a:pt x="378854" y="2527809"/>
                  </a:lnTo>
                  <a:lnTo>
                    <a:pt x="379191" y="2527962"/>
                  </a:lnTo>
                  <a:lnTo>
                    <a:pt x="379527" y="2528109"/>
                  </a:lnTo>
                  <a:lnTo>
                    <a:pt x="379864" y="2528148"/>
                  </a:lnTo>
                  <a:lnTo>
                    <a:pt x="380200" y="2528151"/>
                  </a:lnTo>
                  <a:lnTo>
                    <a:pt x="380537" y="2528144"/>
                  </a:lnTo>
                  <a:lnTo>
                    <a:pt x="380873" y="2527991"/>
                  </a:lnTo>
                  <a:lnTo>
                    <a:pt x="381210" y="2527907"/>
                  </a:lnTo>
                  <a:lnTo>
                    <a:pt x="381546" y="2527853"/>
                  </a:lnTo>
                  <a:lnTo>
                    <a:pt x="381882" y="2527700"/>
                  </a:lnTo>
                  <a:lnTo>
                    <a:pt x="382219" y="2527547"/>
                  </a:lnTo>
                  <a:lnTo>
                    <a:pt x="382555" y="2527386"/>
                  </a:lnTo>
                  <a:lnTo>
                    <a:pt x="382892" y="2527080"/>
                  </a:lnTo>
                  <a:lnTo>
                    <a:pt x="383228" y="2526774"/>
                  </a:lnTo>
                  <a:lnTo>
                    <a:pt x="383565" y="2526334"/>
                  </a:lnTo>
                  <a:lnTo>
                    <a:pt x="383901" y="2525894"/>
                  </a:lnTo>
                  <a:lnTo>
                    <a:pt x="384238" y="2525423"/>
                  </a:lnTo>
                  <a:lnTo>
                    <a:pt x="384574" y="2524952"/>
                  </a:lnTo>
                  <a:lnTo>
                    <a:pt x="384911" y="2524481"/>
                  </a:lnTo>
                  <a:lnTo>
                    <a:pt x="385247" y="2524010"/>
                  </a:lnTo>
                  <a:lnTo>
                    <a:pt x="385584" y="2523539"/>
                  </a:lnTo>
                  <a:lnTo>
                    <a:pt x="385920" y="2523068"/>
                  </a:lnTo>
                  <a:lnTo>
                    <a:pt x="386256" y="2522597"/>
                  </a:lnTo>
                  <a:lnTo>
                    <a:pt x="386593" y="2522179"/>
                  </a:lnTo>
                  <a:lnTo>
                    <a:pt x="386929" y="2521861"/>
                  </a:lnTo>
                  <a:lnTo>
                    <a:pt x="387266" y="2521543"/>
                  </a:lnTo>
                  <a:lnTo>
                    <a:pt x="387602" y="2521233"/>
                  </a:lnTo>
                  <a:lnTo>
                    <a:pt x="387939" y="2521068"/>
                  </a:lnTo>
                  <a:lnTo>
                    <a:pt x="388275" y="2520903"/>
                  </a:lnTo>
                  <a:lnTo>
                    <a:pt x="388612" y="2520887"/>
                  </a:lnTo>
                  <a:lnTo>
                    <a:pt x="388948" y="2520894"/>
                  </a:lnTo>
                  <a:lnTo>
                    <a:pt x="389285" y="2521155"/>
                  </a:lnTo>
                  <a:lnTo>
                    <a:pt x="389621" y="2521400"/>
                  </a:lnTo>
                  <a:lnTo>
                    <a:pt x="389958" y="2521553"/>
                  </a:lnTo>
                  <a:lnTo>
                    <a:pt x="390294" y="2521606"/>
                  </a:lnTo>
                  <a:lnTo>
                    <a:pt x="390630" y="2521606"/>
                  </a:lnTo>
                  <a:lnTo>
                    <a:pt x="390967" y="2521538"/>
                  </a:lnTo>
                  <a:lnTo>
                    <a:pt x="391303" y="2521491"/>
                  </a:lnTo>
                  <a:lnTo>
                    <a:pt x="391640" y="2521443"/>
                  </a:lnTo>
                  <a:lnTo>
                    <a:pt x="391976" y="2521462"/>
                  </a:lnTo>
                  <a:lnTo>
                    <a:pt x="392313" y="2521493"/>
                  </a:lnTo>
                  <a:lnTo>
                    <a:pt x="392649" y="2521524"/>
                  </a:lnTo>
                  <a:lnTo>
                    <a:pt x="392986" y="2521556"/>
                  </a:lnTo>
                  <a:lnTo>
                    <a:pt x="393322" y="2521587"/>
                  </a:lnTo>
                  <a:lnTo>
                    <a:pt x="393659" y="2521505"/>
                  </a:lnTo>
                  <a:lnTo>
                    <a:pt x="393995" y="2521411"/>
                  </a:lnTo>
                  <a:lnTo>
                    <a:pt x="394332" y="2521229"/>
                  </a:lnTo>
                  <a:lnTo>
                    <a:pt x="394668" y="2521070"/>
                  </a:lnTo>
                  <a:lnTo>
                    <a:pt x="395004" y="2521004"/>
                  </a:lnTo>
                  <a:lnTo>
                    <a:pt x="395341" y="2521036"/>
                  </a:lnTo>
                  <a:lnTo>
                    <a:pt x="395677" y="2521123"/>
                  </a:lnTo>
                  <a:lnTo>
                    <a:pt x="396014" y="2521137"/>
                  </a:lnTo>
                  <a:lnTo>
                    <a:pt x="396350" y="2521134"/>
                  </a:lnTo>
                  <a:lnTo>
                    <a:pt x="396687" y="2521141"/>
                  </a:lnTo>
                  <a:lnTo>
                    <a:pt x="397023" y="2521157"/>
                  </a:lnTo>
                  <a:lnTo>
                    <a:pt x="397360" y="2521157"/>
                  </a:lnTo>
                  <a:lnTo>
                    <a:pt x="397696" y="2521157"/>
                  </a:lnTo>
                  <a:lnTo>
                    <a:pt x="398033" y="2521157"/>
                  </a:lnTo>
                  <a:lnTo>
                    <a:pt x="398369" y="2521157"/>
                  </a:lnTo>
                  <a:lnTo>
                    <a:pt x="398705" y="2521157"/>
                  </a:lnTo>
                  <a:lnTo>
                    <a:pt x="399042" y="2521157"/>
                  </a:lnTo>
                  <a:lnTo>
                    <a:pt x="399378" y="2521157"/>
                  </a:lnTo>
                  <a:lnTo>
                    <a:pt x="399715" y="2521157"/>
                  </a:lnTo>
                  <a:lnTo>
                    <a:pt x="400051" y="2521157"/>
                  </a:lnTo>
                  <a:lnTo>
                    <a:pt x="400388" y="2521157"/>
                  </a:lnTo>
                  <a:lnTo>
                    <a:pt x="400724" y="2521157"/>
                  </a:lnTo>
                  <a:lnTo>
                    <a:pt x="401061" y="2521157"/>
                  </a:lnTo>
                  <a:lnTo>
                    <a:pt x="401397" y="2521157"/>
                  </a:lnTo>
                  <a:lnTo>
                    <a:pt x="401734" y="2521157"/>
                  </a:lnTo>
                  <a:lnTo>
                    <a:pt x="402070" y="2521080"/>
                  </a:lnTo>
                  <a:lnTo>
                    <a:pt x="402407" y="2520927"/>
                  </a:lnTo>
                  <a:lnTo>
                    <a:pt x="402743" y="2520774"/>
                  </a:lnTo>
                  <a:lnTo>
                    <a:pt x="403079" y="2520621"/>
                  </a:lnTo>
                  <a:lnTo>
                    <a:pt x="403416" y="2520368"/>
                  </a:lnTo>
                  <a:lnTo>
                    <a:pt x="403752" y="2520062"/>
                  </a:lnTo>
                  <a:lnTo>
                    <a:pt x="404089" y="2519756"/>
                  </a:lnTo>
                  <a:lnTo>
                    <a:pt x="404425" y="2519450"/>
                  </a:lnTo>
                  <a:lnTo>
                    <a:pt x="404762" y="2519144"/>
                  </a:lnTo>
                  <a:lnTo>
                    <a:pt x="405098" y="2518992"/>
                  </a:lnTo>
                  <a:lnTo>
                    <a:pt x="405435" y="2518952"/>
                  </a:lnTo>
                  <a:lnTo>
                    <a:pt x="405771" y="2519043"/>
                  </a:lnTo>
                  <a:lnTo>
                    <a:pt x="406108" y="2519206"/>
                  </a:lnTo>
                  <a:lnTo>
                    <a:pt x="406444" y="2519272"/>
                  </a:lnTo>
                  <a:lnTo>
                    <a:pt x="406781" y="2519456"/>
                  </a:lnTo>
                  <a:lnTo>
                    <a:pt x="407117" y="2519710"/>
                  </a:lnTo>
                  <a:lnTo>
                    <a:pt x="407453" y="2519948"/>
                  </a:lnTo>
                  <a:lnTo>
                    <a:pt x="407790" y="2520006"/>
                  </a:lnTo>
                  <a:lnTo>
                    <a:pt x="408126" y="2520013"/>
                  </a:lnTo>
                  <a:lnTo>
                    <a:pt x="408463" y="2520011"/>
                  </a:lnTo>
                  <a:lnTo>
                    <a:pt x="408799" y="2520196"/>
                  </a:lnTo>
                  <a:lnTo>
                    <a:pt x="409136" y="2520375"/>
                  </a:lnTo>
                  <a:lnTo>
                    <a:pt x="409472" y="2520572"/>
                  </a:lnTo>
                  <a:lnTo>
                    <a:pt x="409809" y="2520493"/>
                  </a:lnTo>
                  <a:lnTo>
                    <a:pt x="410145" y="2520347"/>
                  </a:lnTo>
                  <a:lnTo>
                    <a:pt x="410482" y="2520118"/>
                  </a:lnTo>
                  <a:lnTo>
                    <a:pt x="410818" y="2519900"/>
                  </a:lnTo>
                  <a:lnTo>
                    <a:pt x="411155" y="2519621"/>
                  </a:lnTo>
                  <a:lnTo>
                    <a:pt x="411491" y="2519250"/>
                  </a:lnTo>
                  <a:lnTo>
                    <a:pt x="411827" y="2518798"/>
                  </a:lnTo>
                  <a:lnTo>
                    <a:pt x="412164" y="2518448"/>
                  </a:lnTo>
                  <a:lnTo>
                    <a:pt x="412500" y="2517894"/>
                  </a:lnTo>
                  <a:lnTo>
                    <a:pt x="412837" y="2517419"/>
                  </a:lnTo>
                  <a:lnTo>
                    <a:pt x="413173" y="2517006"/>
                  </a:lnTo>
                  <a:lnTo>
                    <a:pt x="413510" y="2516676"/>
                  </a:lnTo>
                  <a:lnTo>
                    <a:pt x="413846" y="2516079"/>
                  </a:lnTo>
                  <a:lnTo>
                    <a:pt x="414183" y="2515445"/>
                  </a:lnTo>
                  <a:lnTo>
                    <a:pt x="414519" y="2514749"/>
                  </a:lnTo>
                  <a:lnTo>
                    <a:pt x="414856" y="2514099"/>
                  </a:lnTo>
                  <a:lnTo>
                    <a:pt x="415192" y="2513505"/>
                  </a:lnTo>
                  <a:lnTo>
                    <a:pt x="415529" y="2513066"/>
                  </a:lnTo>
                  <a:lnTo>
                    <a:pt x="415865" y="2512705"/>
                  </a:lnTo>
                  <a:lnTo>
                    <a:pt x="416201" y="2512293"/>
                  </a:lnTo>
                  <a:lnTo>
                    <a:pt x="416538" y="2512017"/>
                  </a:lnTo>
                  <a:lnTo>
                    <a:pt x="416874" y="2511763"/>
                  </a:lnTo>
                  <a:lnTo>
                    <a:pt x="417211" y="2511470"/>
                  </a:lnTo>
                  <a:lnTo>
                    <a:pt x="417547" y="2511333"/>
                  </a:lnTo>
                  <a:lnTo>
                    <a:pt x="417884" y="2511164"/>
                  </a:lnTo>
                  <a:lnTo>
                    <a:pt x="418220" y="2511031"/>
                  </a:lnTo>
                  <a:lnTo>
                    <a:pt x="418557" y="2510874"/>
                  </a:lnTo>
                  <a:lnTo>
                    <a:pt x="418893" y="2510664"/>
                  </a:lnTo>
                  <a:lnTo>
                    <a:pt x="419230" y="2510473"/>
                  </a:lnTo>
                  <a:lnTo>
                    <a:pt x="419566" y="2510361"/>
                  </a:lnTo>
                  <a:lnTo>
                    <a:pt x="419903" y="2510295"/>
                  </a:lnTo>
                  <a:lnTo>
                    <a:pt x="420239" y="2510265"/>
                  </a:lnTo>
                  <a:lnTo>
                    <a:pt x="420575" y="2510185"/>
                  </a:lnTo>
                  <a:lnTo>
                    <a:pt x="420912" y="2510197"/>
                  </a:lnTo>
                  <a:lnTo>
                    <a:pt x="421248" y="2510173"/>
                  </a:lnTo>
                  <a:lnTo>
                    <a:pt x="421585" y="2510048"/>
                  </a:lnTo>
                  <a:lnTo>
                    <a:pt x="421921" y="2509827"/>
                  </a:lnTo>
                  <a:lnTo>
                    <a:pt x="422258" y="2509506"/>
                  </a:lnTo>
                  <a:lnTo>
                    <a:pt x="422594" y="2509204"/>
                  </a:lnTo>
                  <a:lnTo>
                    <a:pt x="422931" y="2508876"/>
                  </a:lnTo>
                  <a:lnTo>
                    <a:pt x="423267" y="2508492"/>
                  </a:lnTo>
                  <a:lnTo>
                    <a:pt x="423604" y="2508151"/>
                  </a:lnTo>
                  <a:lnTo>
                    <a:pt x="423940" y="2507816"/>
                  </a:lnTo>
                  <a:lnTo>
                    <a:pt x="424277" y="2507474"/>
                  </a:lnTo>
                  <a:lnTo>
                    <a:pt x="424613" y="2507115"/>
                  </a:lnTo>
                  <a:lnTo>
                    <a:pt x="424949" y="2506859"/>
                  </a:lnTo>
                  <a:lnTo>
                    <a:pt x="425286" y="2506605"/>
                  </a:lnTo>
                  <a:lnTo>
                    <a:pt x="425622" y="2506329"/>
                  </a:lnTo>
                  <a:lnTo>
                    <a:pt x="425959" y="2506079"/>
                  </a:lnTo>
                  <a:lnTo>
                    <a:pt x="426295" y="2505901"/>
                  </a:lnTo>
                  <a:lnTo>
                    <a:pt x="426632" y="2505697"/>
                  </a:lnTo>
                  <a:lnTo>
                    <a:pt x="426968" y="2505560"/>
                  </a:lnTo>
                  <a:lnTo>
                    <a:pt x="427305" y="2505570"/>
                  </a:lnTo>
                  <a:lnTo>
                    <a:pt x="427641" y="2505559"/>
                  </a:lnTo>
                  <a:lnTo>
                    <a:pt x="427978" y="2505567"/>
                  </a:lnTo>
                  <a:lnTo>
                    <a:pt x="428314" y="2505566"/>
                  </a:lnTo>
                  <a:lnTo>
                    <a:pt x="428651" y="2505433"/>
                  </a:lnTo>
                  <a:lnTo>
                    <a:pt x="428987" y="2505064"/>
                  </a:lnTo>
                  <a:lnTo>
                    <a:pt x="429323" y="2504627"/>
                  </a:lnTo>
                  <a:lnTo>
                    <a:pt x="429660" y="2504014"/>
                  </a:lnTo>
                  <a:lnTo>
                    <a:pt x="429996" y="2503551"/>
                  </a:lnTo>
                  <a:lnTo>
                    <a:pt x="430333" y="2503126"/>
                  </a:lnTo>
                  <a:lnTo>
                    <a:pt x="430669" y="2502738"/>
                  </a:lnTo>
                  <a:lnTo>
                    <a:pt x="431006" y="2502322"/>
                  </a:lnTo>
                  <a:lnTo>
                    <a:pt x="431342" y="2501973"/>
                  </a:lnTo>
                  <a:lnTo>
                    <a:pt x="431679" y="2501624"/>
                  </a:lnTo>
                  <a:lnTo>
                    <a:pt x="432015" y="2501088"/>
                  </a:lnTo>
                  <a:lnTo>
                    <a:pt x="432352" y="2500434"/>
                  </a:lnTo>
                  <a:lnTo>
                    <a:pt x="432688" y="2499968"/>
                  </a:lnTo>
                  <a:lnTo>
                    <a:pt x="433024" y="2499639"/>
                  </a:lnTo>
                  <a:lnTo>
                    <a:pt x="433361" y="2499411"/>
                  </a:lnTo>
                  <a:lnTo>
                    <a:pt x="433697" y="2499225"/>
                  </a:lnTo>
                  <a:lnTo>
                    <a:pt x="434034" y="2499138"/>
                  </a:lnTo>
                  <a:lnTo>
                    <a:pt x="434370" y="2499052"/>
                  </a:lnTo>
                  <a:lnTo>
                    <a:pt x="434707" y="2498966"/>
                  </a:lnTo>
                  <a:lnTo>
                    <a:pt x="435043" y="2498879"/>
                  </a:lnTo>
                  <a:lnTo>
                    <a:pt x="435380" y="2498862"/>
                  </a:lnTo>
                  <a:lnTo>
                    <a:pt x="435716" y="2498829"/>
                  </a:lnTo>
                  <a:lnTo>
                    <a:pt x="436053" y="2498773"/>
                  </a:lnTo>
                  <a:lnTo>
                    <a:pt x="436389" y="2498628"/>
                  </a:lnTo>
                  <a:lnTo>
                    <a:pt x="436726" y="2498322"/>
                  </a:lnTo>
                  <a:lnTo>
                    <a:pt x="437062" y="2498171"/>
                  </a:lnTo>
                  <a:lnTo>
                    <a:pt x="437398" y="2498043"/>
                  </a:lnTo>
                  <a:lnTo>
                    <a:pt x="437735" y="2497957"/>
                  </a:lnTo>
                  <a:lnTo>
                    <a:pt x="438071" y="2497870"/>
                  </a:lnTo>
                  <a:lnTo>
                    <a:pt x="438408" y="2497784"/>
                  </a:lnTo>
                  <a:lnTo>
                    <a:pt x="438744" y="2497698"/>
                  </a:lnTo>
                  <a:lnTo>
                    <a:pt x="439081" y="2497611"/>
                  </a:lnTo>
                  <a:lnTo>
                    <a:pt x="439417" y="2497525"/>
                  </a:lnTo>
                  <a:lnTo>
                    <a:pt x="439754" y="2497439"/>
                  </a:lnTo>
                  <a:lnTo>
                    <a:pt x="440090" y="2497352"/>
                  </a:lnTo>
                  <a:lnTo>
                    <a:pt x="440427" y="2497285"/>
                  </a:lnTo>
                  <a:lnTo>
                    <a:pt x="440763" y="2497431"/>
                  </a:lnTo>
                  <a:lnTo>
                    <a:pt x="441100" y="2497680"/>
                  </a:lnTo>
                  <a:lnTo>
                    <a:pt x="441436" y="2497998"/>
                  </a:lnTo>
                  <a:lnTo>
                    <a:pt x="441772" y="2498175"/>
                  </a:lnTo>
                  <a:lnTo>
                    <a:pt x="442109" y="2498293"/>
                  </a:lnTo>
                  <a:lnTo>
                    <a:pt x="442445" y="2498271"/>
                  </a:lnTo>
                  <a:lnTo>
                    <a:pt x="442782" y="2498124"/>
                  </a:lnTo>
                  <a:lnTo>
                    <a:pt x="443118" y="2497971"/>
                  </a:lnTo>
                  <a:lnTo>
                    <a:pt x="443455" y="2497868"/>
                  </a:lnTo>
                  <a:lnTo>
                    <a:pt x="443791" y="2497824"/>
                  </a:lnTo>
                  <a:lnTo>
                    <a:pt x="444128" y="2497781"/>
                  </a:lnTo>
                  <a:lnTo>
                    <a:pt x="444464" y="2497737"/>
                  </a:lnTo>
                  <a:lnTo>
                    <a:pt x="444801" y="2497694"/>
                  </a:lnTo>
                  <a:lnTo>
                    <a:pt x="445137" y="2497651"/>
                  </a:lnTo>
                  <a:lnTo>
                    <a:pt x="445474" y="2497607"/>
                  </a:lnTo>
                  <a:lnTo>
                    <a:pt x="445810" y="2497487"/>
                  </a:lnTo>
                  <a:lnTo>
                    <a:pt x="446146" y="2497335"/>
                  </a:lnTo>
                  <a:lnTo>
                    <a:pt x="446483" y="2497182"/>
                  </a:lnTo>
                  <a:lnTo>
                    <a:pt x="446819" y="2497035"/>
                  </a:lnTo>
                  <a:lnTo>
                    <a:pt x="447156" y="2496996"/>
                  </a:lnTo>
                  <a:lnTo>
                    <a:pt x="447492" y="2496993"/>
                  </a:lnTo>
                  <a:lnTo>
                    <a:pt x="447829" y="2497000"/>
                  </a:lnTo>
                  <a:lnTo>
                    <a:pt x="448165" y="2497153"/>
                  </a:lnTo>
                  <a:lnTo>
                    <a:pt x="448502" y="2497237"/>
                  </a:lnTo>
                  <a:lnTo>
                    <a:pt x="448838" y="2497291"/>
                  </a:lnTo>
                  <a:lnTo>
                    <a:pt x="449175" y="2497444"/>
                  </a:lnTo>
                  <a:lnTo>
                    <a:pt x="449511" y="2497597"/>
                  </a:lnTo>
                  <a:lnTo>
                    <a:pt x="449848" y="2497757"/>
                  </a:lnTo>
                  <a:lnTo>
                    <a:pt x="450184" y="2498064"/>
                  </a:lnTo>
                  <a:lnTo>
                    <a:pt x="450520" y="2498370"/>
                  </a:lnTo>
                  <a:lnTo>
                    <a:pt x="450857" y="2498676"/>
                  </a:lnTo>
                  <a:lnTo>
                    <a:pt x="451193" y="2498982"/>
                  </a:lnTo>
                  <a:lnTo>
                    <a:pt x="451530" y="2499288"/>
                  </a:lnTo>
                  <a:lnTo>
                    <a:pt x="451866" y="2499594"/>
                  </a:lnTo>
                  <a:lnTo>
                    <a:pt x="452203" y="2499900"/>
                  </a:lnTo>
                  <a:lnTo>
                    <a:pt x="452539" y="2500207"/>
                  </a:lnTo>
                  <a:lnTo>
                    <a:pt x="452876" y="2500513"/>
                  </a:lnTo>
                  <a:lnTo>
                    <a:pt x="453212" y="2500819"/>
                  </a:lnTo>
                  <a:lnTo>
                    <a:pt x="453549" y="2501125"/>
                  </a:lnTo>
                  <a:lnTo>
                    <a:pt x="453885" y="2501378"/>
                  </a:lnTo>
                  <a:lnTo>
                    <a:pt x="454222" y="2501531"/>
                  </a:lnTo>
                  <a:lnTo>
                    <a:pt x="454558" y="2501684"/>
                  </a:lnTo>
                  <a:lnTo>
                    <a:pt x="454894" y="2501829"/>
                  </a:lnTo>
                  <a:lnTo>
                    <a:pt x="455231" y="2501912"/>
                  </a:lnTo>
                  <a:lnTo>
                    <a:pt x="455567" y="2501942"/>
                  </a:lnTo>
                  <a:lnTo>
                    <a:pt x="455904" y="2502070"/>
                  </a:lnTo>
                  <a:lnTo>
                    <a:pt x="456240" y="2502217"/>
                  </a:lnTo>
                  <a:lnTo>
                    <a:pt x="456577" y="2502364"/>
                  </a:lnTo>
                  <a:lnTo>
                    <a:pt x="456913" y="2502653"/>
                  </a:lnTo>
                  <a:lnTo>
                    <a:pt x="457250" y="2503034"/>
                  </a:lnTo>
                  <a:lnTo>
                    <a:pt x="457586" y="2503409"/>
                  </a:lnTo>
                  <a:lnTo>
                    <a:pt x="457923" y="2503748"/>
                  </a:lnTo>
                  <a:lnTo>
                    <a:pt x="458259" y="2504087"/>
                  </a:lnTo>
                  <a:lnTo>
                    <a:pt x="458596" y="2504426"/>
                  </a:lnTo>
                  <a:lnTo>
                    <a:pt x="458932" y="2504765"/>
                  </a:lnTo>
                  <a:lnTo>
                    <a:pt x="459268" y="2505104"/>
                  </a:lnTo>
                  <a:lnTo>
                    <a:pt x="459605" y="2505389"/>
                  </a:lnTo>
                  <a:lnTo>
                    <a:pt x="459941" y="2505694"/>
                  </a:lnTo>
                  <a:lnTo>
                    <a:pt x="460278" y="2505950"/>
                  </a:lnTo>
                  <a:lnTo>
                    <a:pt x="460614" y="2506139"/>
                  </a:lnTo>
                  <a:lnTo>
                    <a:pt x="460951" y="2506278"/>
                  </a:lnTo>
                  <a:lnTo>
                    <a:pt x="461287" y="2506418"/>
                  </a:lnTo>
                  <a:lnTo>
                    <a:pt x="461624" y="2506439"/>
                  </a:lnTo>
                  <a:lnTo>
                    <a:pt x="461960" y="2506390"/>
                  </a:lnTo>
                  <a:lnTo>
                    <a:pt x="462297" y="2506220"/>
                  </a:lnTo>
                  <a:lnTo>
                    <a:pt x="462633" y="2505949"/>
                  </a:lnTo>
                  <a:lnTo>
                    <a:pt x="462970" y="2505737"/>
                  </a:lnTo>
                  <a:lnTo>
                    <a:pt x="463306" y="2505525"/>
                  </a:lnTo>
                  <a:lnTo>
                    <a:pt x="463642" y="2505313"/>
                  </a:lnTo>
                  <a:lnTo>
                    <a:pt x="463979" y="2505101"/>
                  </a:lnTo>
                  <a:lnTo>
                    <a:pt x="464315" y="2504890"/>
                  </a:lnTo>
                  <a:lnTo>
                    <a:pt x="464652" y="2504735"/>
                  </a:lnTo>
                  <a:lnTo>
                    <a:pt x="464988" y="2504608"/>
                  </a:lnTo>
                  <a:lnTo>
                    <a:pt x="465325" y="2504493"/>
                  </a:lnTo>
                  <a:lnTo>
                    <a:pt x="465661" y="2504552"/>
                  </a:lnTo>
                  <a:lnTo>
                    <a:pt x="465998" y="2504552"/>
                  </a:lnTo>
                  <a:lnTo>
                    <a:pt x="466334" y="2504552"/>
                  </a:lnTo>
                  <a:lnTo>
                    <a:pt x="466671" y="2504552"/>
                  </a:lnTo>
                  <a:lnTo>
                    <a:pt x="467007" y="2504555"/>
                  </a:lnTo>
                  <a:lnTo>
                    <a:pt x="467343" y="2504480"/>
                  </a:lnTo>
                  <a:lnTo>
                    <a:pt x="467680" y="2504352"/>
                  </a:lnTo>
                  <a:lnTo>
                    <a:pt x="468016" y="2504224"/>
                  </a:lnTo>
                  <a:lnTo>
                    <a:pt x="468353" y="2504138"/>
                  </a:lnTo>
                  <a:lnTo>
                    <a:pt x="468689" y="2504020"/>
                  </a:lnTo>
                  <a:lnTo>
                    <a:pt x="469026" y="2503839"/>
                  </a:lnTo>
                  <a:lnTo>
                    <a:pt x="469362" y="2503709"/>
                  </a:lnTo>
                  <a:lnTo>
                    <a:pt x="469699" y="2503578"/>
                  </a:lnTo>
                  <a:lnTo>
                    <a:pt x="470035" y="2503446"/>
                  </a:lnTo>
                  <a:lnTo>
                    <a:pt x="470372" y="2503435"/>
                  </a:lnTo>
                  <a:lnTo>
                    <a:pt x="470708" y="2503524"/>
                  </a:lnTo>
                  <a:lnTo>
                    <a:pt x="471045" y="2503666"/>
                  </a:lnTo>
                  <a:lnTo>
                    <a:pt x="471381" y="2503879"/>
                  </a:lnTo>
                  <a:lnTo>
                    <a:pt x="471717" y="2504129"/>
                  </a:lnTo>
                  <a:lnTo>
                    <a:pt x="472054" y="2504317"/>
                  </a:lnTo>
                  <a:lnTo>
                    <a:pt x="472390" y="2504399"/>
                  </a:lnTo>
                  <a:lnTo>
                    <a:pt x="472727" y="2504404"/>
                  </a:lnTo>
                  <a:lnTo>
                    <a:pt x="473063" y="2504278"/>
                  </a:lnTo>
                  <a:lnTo>
                    <a:pt x="473400" y="2504135"/>
                  </a:lnTo>
                  <a:lnTo>
                    <a:pt x="473736" y="2504111"/>
                  </a:lnTo>
                  <a:lnTo>
                    <a:pt x="474073" y="2504091"/>
                  </a:lnTo>
                  <a:lnTo>
                    <a:pt x="474409" y="2503980"/>
                  </a:lnTo>
                  <a:lnTo>
                    <a:pt x="474746" y="2503881"/>
                  </a:lnTo>
                  <a:lnTo>
                    <a:pt x="475082" y="2503961"/>
                  </a:lnTo>
                  <a:lnTo>
                    <a:pt x="475419" y="2504044"/>
                  </a:lnTo>
                  <a:lnTo>
                    <a:pt x="475755" y="2504098"/>
                  </a:lnTo>
                  <a:lnTo>
                    <a:pt x="476091" y="2504223"/>
                  </a:lnTo>
                  <a:lnTo>
                    <a:pt x="476428" y="2504214"/>
                  </a:lnTo>
                  <a:lnTo>
                    <a:pt x="476764" y="2504233"/>
                  </a:lnTo>
                  <a:lnTo>
                    <a:pt x="477101" y="2504486"/>
                  </a:lnTo>
                  <a:lnTo>
                    <a:pt x="477437" y="2504762"/>
                  </a:lnTo>
                  <a:lnTo>
                    <a:pt x="477774" y="2504956"/>
                  </a:lnTo>
                  <a:lnTo>
                    <a:pt x="478110" y="2505124"/>
                  </a:lnTo>
                  <a:lnTo>
                    <a:pt x="478447" y="2505350"/>
                  </a:lnTo>
                  <a:lnTo>
                    <a:pt x="478783" y="2505538"/>
                  </a:lnTo>
                  <a:lnTo>
                    <a:pt x="479120" y="2505808"/>
                  </a:lnTo>
                  <a:lnTo>
                    <a:pt x="479456" y="2505949"/>
                  </a:lnTo>
                  <a:lnTo>
                    <a:pt x="479793" y="2506320"/>
                  </a:lnTo>
                  <a:lnTo>
                    <a:pt x="480129" y="2506613"/>
                  </a:lnTo>
                  <a:lnTo>
                    <a:pt x="480465" y="2506894"/>
                  </a:lnTo>
                  <a:lnTo>
                    <a:pt x="480802" y="2507142"/>
                  </a:lnTo>
                  <a:lnTo>
                    <a:pt x="481138" y="2507287"/>
                  </a:lnTo>
                  <a:lnTo>
                    <a:pt x="481475" y="2507620"/>
                  </a:lnTo>
                  <a:lnTo>
                    <a:pt x="481811" y="2507945"/>
                  </a:lnTo>
                  <a:lnTo>
                    <a:pt x="482148" y="2508334"/>
                  </a:lnTo>
                  <a:lnTo>
                    <a:pt x="482484" y="2508684"/>
                  </a:lnTo>
                  <a:lnTo>
                    <a:pt x="482821" y="2509091"/>
                  </a:lnTo>
                  <a:lnTo>
                    <a:pt x="483157" y="2509299"/>
                  </a:lnTo>
                  <a:lnTo>
                    <a:pt x="483494" y="2509558"/>
                  </a:lnTo>
                  <a:lnTo>
                    <a:pt x="483830" y="2509681"/>
                  </a:lnTo>
                  <a:lnTo>
                    <a:pt x="484167" y="2509782"/>
                  </a:lnTo>
                  <a:lnTo>
                    <a:pt x="484503" y="2510067"/>
                  </a:lnTo>
                  <a:lnTo>
                    <a:pt x="484839" y="2510204"/>
                  </a:lnTo>
                  <a:lnTo>
                    <a:pt x="485176" y="2510373"/>
                  </a:lnTo>
                  <a:lnTo>
                    <a:pt x="485512" y="2510507"/>
                  </a:lnTo>
                  <a:lnTo>
                    <a:pt x="485849" y="2510547"/>
                  </a:lnTo>
                  <a:lnTo>
                    <a:pt x="486185" y="2510623"/>
                  </a:lnTo>
                  <a:lnTo>
                    <a:pt x="486522" y="2510680"/>
                  </a:lnTo>
                  <a:lnTo>
                    <a:pt x="486858" y="2510636"/>
                  </a:lnTo>
                  <a:lnTo>
                    <a:pt x="487195" y="2510536"/>
                  </a:lnTo>
                  <a:lnTo>
                    <a:pt x="487531" y="2510402"/>
                  </a:lnTo>
                  <a:lnTo>
                    <a:pt x="487868" y="2510317"/>
                  </a:lnTo>
                  <a:lnTo>
                    <a:pt x="488204" y="2510140"/>
                  </a:lnTo>
                  <a:lnTo>
                    <a:pt x="488541" y="2509999"/>
                  </a:lnTo>
                  <a:lnTo>
                    <a:pt x="488877" y="2509959"/>
                  </a:lnTo>
                  <a:lnTo>
                    <a:pt x="489213" y="2510016"/>
                  </a:lnTo>
                  <a:lnTo>
                    <a:pt x="489550" y="2510172"/>
                  </a:lnTo>
                  <a:lnTo>
                    <a:pt x="489886" y="2510309"/>
                  </a:lnTo>
                  <a:lnTo>
                    <a:pt x="490223" y="2510472"/>
                  </a:lnTo>
                  <a:lnTo>
                    <a:pt x="490559" y="2510691"/>
                  </a:lnTo>
                  <a:lnTo>
                    <a:pt x="490896" y="2510875"/>
                  </a:lnTo>
                  <a:lnTo>
                    <a:pt x="491232" y="2511076"/>
                  </a:lnTo>
                  <a:lnTo>
                    <a:pt x="491569" y="2511285"/>
                  </a:lnTo>
                  <a:lnTo>
                    <a:pt x="491905" y="2511528"/>
                  </a:lnTo>
                  <a:lnTo>
                    <a:pt x="492242" y="2511783"/>
                  </a:lnTo>
                  <a:lnTo>
                    <a:pt x="492578" y="2511931"/>
                  </a:lnTo>
                  <a:lnTo>
                    <a:pt x="492915" y="2512000"/>
                  </a:lnTo>
                  <a:lnTo>
                    <a:pt x="493251" y="2511943"/>
                  </a:lnTo>
                  <a:lnTo>
                    <a:pt x="493587" y="2511816"/>
                  </a:lnTo>
                  <a:lnTo>
                    <a:pt x="493924" y="2511713"/>
                  </a:lnTo>
                  <a:lnTo>
                    <a:pt x="494260" y="2511528"/>
                  </a:lnTo>
                  <a:lnTo>
                    <a:pt x="494597" y="2511059"/>
                  </a:lnTo>
                  <a:lnTo>
                    <a:pt x="494933" y="2510612"/>
                  </a:lnTo>
                  <a:lnTo>
                    <a:pt x="495270" y="2510021"/>
                  </a:lnTo>
                  <a:lnTo>
                    <a:pt x="495606" y="2509410"/>
                  </a:lnTo>
                  <a:lnTo>
                    <a:pt x="495943" y="2508931"/>
                  </a:lnTo>
                  <a:lnTo>
                    <a:pt x="496279" y="2508687"/>
                  </a:lnTo>
                  <a:lnTo>
                    <a:pt x="496616" y="2508513"/>
                  </a:lnTo>
                  <a:lnTo>
                    <a:pt x="496952" y="2508514"/>
                  </a:lnTo>
                  <a:lnTo>
                    <a:pt x="497289" y="2508364"/>
                  </a:lnTo>
                  <a:lnTo>
                    <a:pt x="497625" y="2508283"/>
                  </a:lnTo>
                  <a:lnTo>
                    <a:pt x="497961" y="2508266"/>
                  </a:lnTo>
                  <a:lnTo>
                    <a:pt x="498298" y="2508376"/>
                  </a:lnTo>
                  <a:lnTo>
                    <a:pt x="498634" y="2508373"/>
                  </a:lnTo>
                  <a:lnTo>
                    <a:pt x="498971" y="2508263"/>
                  </a:lnTo>
                  <a:lnTo>
                    <a:pt x="499307" y="2508354"/>
                  </a:lnTo>
                  <a:lnTo>
                    <a:pt x="499644" y="2508703"/>
                  </a:lnTo>
                  <a:lnTo>
                    <a:pt x="499980" y="2508863"/>
                  </a:lnTo>
                  <a:lnTo>
                    <a:pt x="500317" y="2508962"/>
                  </a:lnTo>
                  <a:lnTo>
                    <a:pt x="500653" y="2508853"/>
                  </a:lnTo>
                  <a:lnTo>
                    <a:pt x="500990" y="2508580"/>
                  </a:lnTo>
                  <a:lnTo>
                    <a:pt x="501326" y="2508207"/>
                  </a:lnTo>
                  <a:lnTo>
                    <a:pt x="501662" y="2507704"/>
                  </a:lnTo>
                  <a:lnTo>
                    <a:pt x="501999" y="2507010"/>
                  </a:lnTo>
                  <a:lnTo>
                    <a:pt x="502335" y="2506178"/>
                  </a:lnTo>
                  <a:lnTo>
                    <a:pt x="502672" y="2505277"/>
                  </a:lnTo>
                  <a:lnTo>
                    <a:pt x="503008" y="2504642"/>
                  </a:lnTo>
                  <a:lnTo>
                    <a:pt x="503345" y="2503949"/>
                  </a:lnTo>
                  <a:lnTo>
                    <a:pt x="503681" y="2503400"/>
                  </a:lnTo>
                  <a:lnTo>
                    <a:pt x="504018" y="2503118"/>
                  </a:lnTo>
                  <a:lnTo>
                    <a:pt x="504354" y="2502681"/>
                  </a:lnTo>
                  <a:lnTo>
                    <a:pt x="504691" y="2502220"/>
                  </a:lnTo>
                  <a:lnTo>
                    <a:pt x="505027" y="2501654"/>
                  </a:lnTo>
                  <a:lnTo>
                    <a:pt x="505364" y="2501064"/>
                  </a:lnTo>
                  <a:lnTo>
                    <a:pt x="505700" y="2500587"/>
                  </a:lnTo>
                  <a:lnTo>
                    <a:pt x="506036" y="2500135"/>
                  </a:lnTo>
                  <a:lnTo>
                    <a:pt x="506373" y="2499632"/>
                  </a:lnTo>
                  <a:lnTo>
                    <a:pt x="506709" y="2499237"/>
                  </a:lnTo>
                  <a:lnTo>
                    <a:pt x="507046" y="2498998"/>
                  </a:lnTo>
                  <a:lnTo>
                    <a:pt x="507382" y="2498766"/>
                  </a:lnTo>
                  <a:lnTo>
                    <a:pt x="507719" y="2498496"/>
                  </a:lnTo>
                  <a:lnTo>
                    <a:pt x="508055" y="2497969"/>
                  </a:lnTo>
                  <a:lnTo>
                    <a:pt x="508392" y="2497452"/>
                  </a:lnTo>
                  <a:lnTo>
                    <a:pt x="508728" y="2496868"/>
                  </a:lnTo>
                  <a:lnTo>
                    <a:pt x="509065" y="2496091"/>
                  </a:lnTo>
                  <a:lnTo>
                    <a:pt x="509401" y="2495215"/>
                  </a:lnTo>
                  <a:lnTo>
                    <a:pt x="509738" y="2494324"/>
                  </a:lnTo>
                  <a:lnTo>
                    <a:pt x="510074" y="2493635"/>
                  </a:lnTo>
                  <a:lnTo>
                    <a:pt x="510410" y="2493217"/>
                  </a:lnTo>
                  <a:lnTo>
                    <a:pt x="510747" y="2492827"/>
                  </a:lnTo>
                  <a:lnTo>
                    <a:pt x="511083" y="2492517"/>
                  </a:lnTo>
                  <a:lnTo>
                    <a:pt x="511420" y="2492229"/>
                  </a:lnTo>
                  <a:lnTo>
                    <a:pt x="511756" y="2491892"/>
                  </a:lnTo>
                  <a:lnTo>
                    <a:pt x="512093" y="2491435"/>
                  </a:lnTo>
                  <a:lnTo>
                    <a:pt x="512429" y="2491079"/>
                  </a:lnTo>
                  <a:lnTo>
                    <a:pt x="512766" y="2490741"/>
                  </a:lnTo>
                  <a:lnTo>
                    <a:pt x="513102" y="2490498"/>
                  </a:lnTo>
                  <a:lnTo>
                    <a:pt x="513439" y="2490286"/>
                  </a:lnTo>
                  <a:lnTo>
                    <a:pt x="513775" y="2490074"/>
                  </a:lnTo>
                  <a:lnTo>
                    <a:pt x="514112" y="2489862"/>
                  </a:lnTo>
                  <a:lnTo>
                    <a:pt x="514448" y="2489738"/>
                  </a:lnTo>
                  <a:lnTo>
                    <a:pt x="514784" y="2489652"/>
                  </a:lnTo>
                  <a:lnTo>
                    <a:pt x="515121" y="2489566"/>
                  </a:lnTo>
                  <a:lnTo>
                    <a:pt x="515457" y="2489469"/>
                  </a:lnTo>
                  <a:lnTo>
                    <a:pt x="515794" y="2489341"/>
                  </a:lnTo>
                  <a:lnTo>
                    <a:pt x="516130" y="2489202"/>
                  </a:lnTo>
                  <a:lnTo>
                    <a:pt x="516467" y="2488987"/>
                  </a:lnTo>
                  <a:lnTo>
                    <a:pt x="516803" y="2488834"/>
                  </a:lnTo>
                  <a:lnTo>
                    <a:pt x="517140" y="2488827"/>
                  </a:lnTo>
                  <a:lnTo>
                    <a:pt x="517476" y="2488827"/>
                  </a:lnTo>
                  <a:lnTo>
                    <a:pt x="517813" y="2488827"/>
                  </a:lnTo>
                  <a:lnTo>
                    <a:pt x="518149" y="2488827"/>
                  </a:lnTo>
                  <a:lnTo>
                    <a:pt x="518486" y="2488827"/>
                  </a:lnTo>
                  <a:lnTo>
                    <a:pt x="518822" y="2488827"/>
                  </a:lnTo>
                  <a:lnTo>
                    <a:pt x="519158" y="2488827"/>
                  </a:lnTo>
                  <a:lnTo>
                    <a:pt x="519495" y="2488827"/>
                  </a:lnTo>
                  <a:lnTo>
                    <a:pt x="519831" y="2488947"/>
                  </a:lnTo>
                  <a:lnTo>
                    <a:pt x="520168" y="2489081"/>
                  </a:lnTo>
                  <a:lnTo>
                    <a:pt x="520504" y="2489215"/>
                  </a:lnTo>
                  <a:lnTo>
                    <a:pt x="520841" y="2489380"/>
                  </a:lnTo>
                  <a:lnTo>
                    <a:pt x="521177" y="2489545"/>
                  </a:lnTo>
                  <a:lnTo>
                    <a:pt x="521514" y="2489710"/>
                  </a:lnTo>
                  <a:lnTo>
                    <a:pt x="521850" y="2489875"/>
                  </a:lnTo>
                  <a:lnTo>
                    <a:pt x="522187" y="2490040"/>
                  </a:lnTo>
                  <a:lnTo>
                    <a:pt x="522523" y="2490198"/>
                  </a:lnTo>
                  <a:lnTo>
                    <a:pt x="522860" y="2490425"/>
                  </a:lnTo>
                  <a:lnTo>
                    <a:pt x="523196" y="2490559"/>
                  </a:lnTo>
                  <a:lnTo>
                    <a:pt x="523532" y="2490658"/>
                  </a:lnTo>
                  <a:lnTo>
                    <a:pt x="523869" y="2490664"/>
                  </a:lnTo>
                  <a:lnTo>
                    <a:pt x="524205" y="2490588"/>
                  </a:lnTo>
                  <a:lnTo>
                    <a:pt x="524542" y="2490501"/>
                  </a:lnTo>
                  <a:lnTo>
                    <a:pt x="524878" y="2490511"/>
                  </a:lnTo>
                  <a:lnTo>
                    <a:pt x="525215" y="2490661"/>
                  </a:lnTo>
                  <a:lnTo>
                    <a:pt x="525551" y="2490759"/>
                  </a:lnTo>
                  <a:lnTo>
                    <a:pt x="525888" y="2490858"/>
                  </a:lnTo>
                  <a:lnTo>
                    <a:pt x="526224" y="2490956"/>
                  </a:lnTo>
                  <a:lnTo>
                    <a:pt x="526561" y="2491054"/>
                  </a:lnTo>
                  <a:lnTo>
                    <a:pt x="526897" y="2491207"/>
                  </a:lnTo>
                  <a:lnTo>
                    <a:pt x="527234" y="2491340"/>
                  </a:lnTo>
                  <a:lnTo>
                    <a:pt x="527570" y="2491520"/>
                  </a:lnTo>
                  <a:lnTo>
                    <a:pt x="527906" y="2491766"/>
                  </a:lnTo>
                  <a:lnTo>
                    <a:pt x="528243" y="2491976"/>
                  </a:lnTo>
                  <a:lnTo>
                    <a:pt x="528579" y="2492202"/>
                  </a:lnTo>
                  <a:lnTo>
                    <a:pt x="528916" y="2492640"/>
                  </a:lnTo>
                  <a:lnTo>
                    <a:pt x="529252" y="2493081"/>
                  </a:lnTo>
                  <a:lnTo>
                    <a:pt x="529589" y="2493548"/>
                  </a:lnTo>
                  <a:lnTo>
                    <a:pt x="529925" y="2493994"/>
                  </a:lnTo>
                  <a:lnTo>
                    <a:pt x="530262" y="2494205"/>
                  </a:lnTo>
                  <a:lnTo>
                    <a:pt x="530598" y="2494417"/>
                  </a:lnTo>
                  <a:lnTo>
                    <a:pt x="530935" y="2494629"/>
                  </a:lnTo>
                  <a:lnTo>
                    <a:pt x="531271" y="2494841"/>
                  </a:lnTo>
                  <a:lnTo>
                    <a:pt x="531607" y="2495053"/>
                  </a:lnTo>
                  <a:lnTo>
                    <a:pt x="531944" y="2495207"/>
                  </a:lnTo>
                  <a:lnTo>
                    <a:pt x="532280" y="2495335"/>
                  </a:lnTo>
                  <a:lnTo>
                    <a:pt x="532617" y="2495566"/>
                  </a:lnTo>
                  <a:lnTo>
                    <a:pt x="532953" y="2495640"/>
                  </a:lnTo>
                  <a:lnTo>
                    <a:pt x="533290" y="2495774"/>
                  </a:lnTo>
                  <a:lnTo>
                    <a:pt x="533626" y="2495939"/>
                  </a:lnTo>
                  <a:lnTo>
                    <a:pt x="533963" y="2496104"/>
                  </a:lnTo>
                  <a:lnTo>
                    <a:pt x="534299" y="2496266"/>
                  </a:lnTo>
                  <a:lnTo>
                    <a:pt x="534636" y="2496506"/>
                  </a:lnTo>
                  <a:lnTo>
                    <a:pt x="534972" y="2496799"/>
                  </a:lnTo>
                  <a:lnTo>
                    <a:pt x="535309" y="2497091"/>
                  </a:lnTo>
                  <a:lnTo>
                    <a:pt x="535645" y="2497342"/>
                  </a:lnTo>
                  <a:lnTo>
                    <a:pt x="535981" y="2497625"/>
                  </a:lnTo>
                  <a:lnTo>
                    <a:pt x="536318" y="2497972"/>
                  </a:lnTo>
                  <a:lnTo>
                    <a:pt x="536654" y="2498342"/>
                  </a:lnTo>
                  <a:lnTo>
                    <a:pt x="536991" y="2498792"/>
                  </a:lnTo>
                  <a:lnTo>
                    <a:pt x="537327" y="2499242"/>
                  </a:lnTo>
                  <a:lnTo>
                    <a:pt x="537664" y="2499473"/>
                  </a:lnTo>
                  <a:lnTo>
                    <a:pt x="538000" y="2499640"/>
                  </a:lnTo>
                  <a:lnTo>
                    <a:pt x="538337" y="2499792"/>
                  </a:lnTo>
                  <a:lnTo>
                    <a:pt x="538673" y="2499732"/>
                  </a:lnTo>
                  <a:lnTo>
                    <a:pt x="539010" y="2499636"/>
                  </a:lnTo>
                  <a:lnTo>
                    <a:pt x="539346" y="2499600"/>
                  </a:lnTo>
                  <a:lnTo>
                    <a:pt x="539683" y="2499517"/>
                  </a:lnTo>
                  <a:lnTo>
                    <a:pt x="540019" y="2499399"/>
                  </a:lnTo>
                  <a:lnTo>
                    <a:pt x="540355" y="2499243"/>
                  </a:lnTo>
                  <a:lnTo>
                    <a:pt x="540692" y="2498916"/>
                  </a:lnTo>
                  <a:lnTo>
                    <a:pt x="541028" y="2498568"/>
                  </a:lnTo>
                  <a:lnTo>
                    <a:pt x="541365" y="2498098"/>
                  </a:lnTo>
                  <a:lnTo>
                    <a:pt x="541701" y="2497649"/>
                  </a:lnTo>
                  <a:lnTo>
                    <a:pt x="542038" y="2497204"/>
                  </a:lnTo>
                  <a:lnTo>
                    <a:pt x="542374" y="2496760"/>
                  </a:lnTo>
                  <a:lnTo>
                    <a:pt x="542711" y="2496471"/>
                  </a:lnTo>
                  <a:lnTo>
                    <a:pt x="543047" y="2496266"/>
                  </a:lnTo>
                  <a:lnTo>
                    <a:pt x="543384" y="2496079"/>
                  </a:lnTo>
                  <a:lnTo>
                    <a:pt x="543720" y="2496092"/>
                  </a:lnTo>
                  <a:lnTo>
                    <a:pt x="544057" y="2496182"/>
                  </a:lnTo>
                  <a:lnTo>
                    <a:pt x="544393" y="2496127"/>
                  </a:lnTo>
                  <a:lnTo>
                    <a:pt x="544729" y="2496067"/>
                  </a:lnTo>
                  <a:lnTo>
                    <a:pt x="545066" y="2496161"/>
                  </a:lnTo>
                  <a:lnTo>
                    <a:pt x="545402" y="2496309"/>
                  </a:lnTo>
                  <a:lnTo>
                    <a:pt x="545739" y="2496574"/>
                  </a:lnTo>
                  <a:lnTo>
                    <a:pt x="546075" y="2496968"/>
                  </a:lnTo>
                  <a:lnTo>
                    <a:pt x="546412" y="2497362"/>
                  </a:lnTo>
                  <a:lnTo>
                    <a:pt x="546748" y="2497783"/>
                  </a:lnTo>
                  <a:lnTo>
                    <a:pt x="547085" y="2498178"/>
                  </a:lnTo>
                  <a:lnTo>
                    <a:pt x="547421" y="2498572"/>
                  </a:lnTo>
                  <a:lnTo>
                    <a:pt x="547758" y="2498915"/>
                  </a:lnTo>
                  <a:lnTo>
                    <a:pt x="548094" y="2499209"/>
                  </a:lnTo>
                  <a:lnTo>
                    <a:pt x="548431" y="2499647"/>
                  </a:lnTo>
                  <a:lnTo>
                    <a:pt x="548767" y="2499884"/>
                  </a:lnTo>
                  <a:lnTo>
                    <a:pt x="549103" y="2500090"/>
                  </a:lnTo>
                  <a:lnTo>
                    <a:pt x="549440" y="2500164"/>
                  </a:lnTo>
                  <a:lnTo>
                    <a:pt x="549776" y="2500138"/>
                  </a:lnTo>
                  <a:lnTo>
                    <a:pt x="550113" y="2500017"/>
                  </a:lnTo>
                  <a:lnTo>
                    <a:pt x="550449" y="2500017"/>
                  </a:lnTo>
                  <a:lnTo>
                    <a:pt x="550786" y="2500017"/>
                  </a:lnTo>
                  <a:lnTo>
                    <a:pt x="551122" y="2500017"/>
                  </a:lnTo>
                  <a:lnTo>
                    <a:pt x="551459" y="2500017"/>
                  </a:lnTo>
                  <a:lnTo>
                    <a:pt x="551795" y="2499857"/>
                  </a:lnTo>
                  <a:lnTo>
                    <a:pt x="552132" y="2499451"/>
                  </a:lnTo>
                  <a:lnTo>
                    <a:pt x="552468" y="2498961"/>
                  </a:lnTo>
                  <a:lnTo>
                    <a:pt x="552805" y="2498242"/>
                  </a:lnTo>
                  <a:lnTo>
                    <a:pt x="553141" y="2497476"/>
                  </a:lnTo>
                  <a:lnTo>
                    <a:pt x="553477" y="2496627"/>
                  </a:lnTo>
                  <a:lnTo>
                    <a:pt x="553814" y="2495693"/>
                  </a:lnTo>
                  <a:lnTo>
                    <a:pt x="554150" y="2494569"/>
                  </a:lnTo>
                  <a:lnTo>
                    <a:pt x="554487" y="2493310"/>
                  </a:lnTo>
                  <a:lnTo>
                    <a:pt x="554823" y="2492033"/>
                  </a:lnTo>
                  <a:lnTo>
                    <a:pt x="555160" y="2490684"/>
                  </a:lnTo>
                  <a:lnTo>
                    <a:pt x="555496" y="2489160"/>
                  </a:lnTo>
                  <a:lnTo>
                    <a:pt x="555833" y="2487485"/>
                  </a:lnTo>
                  <a:lnTo>
                    <a:pt x="556169" y="2485766"/>
                  </a:lnTo>
                  <a:lnTo>
                    <a:pt x="556506" y="2483921"/>
                  </a:lnTo>
                  <a:lnTo>
                    <a:pt x="556842" y="2482277"/>
                  </a:lnTo>
                  <a:lnTo>
                    <a:pt x="557179" y="2480997"/>
                  </a:lnTo>
                  <a:lnTo>
                    <a:pt x="557515" y="2479887"/>
                  </a:lnTo>
                  <a:lnTo>
                    <a:pt x="557851" y="2478921"/>
                  </a:lnTo>
                  <a:lnTo>
                    <a:pt x="558188" y="2477905"/>
                  </a:lnTo>
                  <a:lnTo>
                    <a:pt x="558524" y="2476910"/>
                  </a:lnTo>
                  <a:lnTo>
                    <a:pt x="558861" y="2475937"/>
                  </a:lnTo>
                  <a:lnTo>
                    <a:pt x="559197" y="2475101"/>
                  </a:lnTo>
                  <a:lnTo>
                    <a:pt x="559534" y="2474356"/>
                  </a:lnTo>
                  <a:lnTo>
                    <a:pt x="559870" y="2473811"/>
                  </a:lnTo>
                  <a:lnTo>
                    <a:pt x="560207" y="2473421"/>
                  </a:lnTo>
                  <a:lnTo>
                    <a:pt x="560543" y="2473177"/>
                  </a:lnTo>
                  <a:lnTo>
                    <a:pt x="560880" y="2473002"/>
                  </a:lnTo>
                  <a:lnTo>
                    <a:pt x="561216" y="2472852"/>
                  </a:lnTo>
                  <a:lnTo>
                    <a:pt x="561553" y="2472753"/>
                  </a:lnTo>
                  <a:lnTo>
                    <a:pt x="561889" y="2472940"/>
                  </a:lnTo>
                  <a:lnTo>
                    <a:pt x="562225" y="2472885"/>
                  </a:lnTo>
                  <a:lnTo>
                    <a:pt x="562562" y="2473006"/>
                  </a:lnTo>
                  <a:lnTo>
                    <a:pt x="562898" y="2472999"/>
                  </a:lnTo>
                  <a:lnTo>
                    <a:pt x="563235" y="2473109"/>
                  </a:lnTo>
                  <a:lnTo>
                    <a:pt x="563571" y="2473337"/>
                  </a:lnTo>
                  <a:lnTo>
                    <a:pt x="563908" y="2473513"/>
                  </a:lnTo>
                  <a:lnTo>
                    <a:pt x="564244" y="2473800"/>
                  </a:lnTo>
                  <a:lnTo>
                    <a:pt x="564581" y="2474110"/>
                  </a:lnTo>
                  <a:lnTo>
                    <a:pt x="564917" y="2474313"/>
                  </a:lnTo>
                  <a:lnTo>
                    <a:pt x="565254" y="2474416"/>
                  </a:lnTo>
                  <a:lnTo>
                    <a:pt x="565590" y="2474423"/>
                  </a:lnTo>
                  <a:lnTo>
                    <a:pt x="565926" y="2474536"/>
                  </a:lnTo>
                  <a:lnTo>
                    <a:pt x="566263" y="2474756"/>
                  </a:lnTo>
                  <a:lnTo>
                    <a:pt x="566599" y="2474998"/>
                  </a:lnTo>
                  <a:lnTo>
                    <a:pt x="566936" y="2475035"/>
                  </a:lnTo>
                  <a:lnTo>
                    <a:pt x="567272" y="2475253"/>
                  </a:lnTo>
                  <a:lnTo>
                    <a:pt x="567609" y="2475369"/>
                  </a:lnTo>
                  <a:lnTo>
                    <a:pt x="567945" y="2475801"/>
                  </a:lnTo>
                  <a:lnTo>
                    <a:pt x="568282" y="2476392"/>
                  </a:lnTo>
                  <a:lnTo>
                    <a:pt x="568618" y="2476980"/>
                  </a:lnTo>
                  <a:lnTo>
                    <a:pt x="568955" y="2477613"/>
                  </a:lnTo>
                  <a:lnTo>
                    <a:pt x="569291" y="2478437"/>
                  </a:lnTo>
                  <a:lnTo>
                    <a:pt x="569628" y="2479399"/>
                  </a:lnTo>
                  <a:lnTo>
                    <a:pt x="569964" y="2480361"/>
                  </a:lnTo>
                  <a:lnTo>
                    <a:pt x="570300" y="2481034"/>
                  </a:lnTo>
                  <a:lnTo>
                    <a:pt x="570637" y="2481787"/>
                  </a:lnTo>
                  <a:lnTo>
                    <a:pt x="570973" y="2482394"/>
                  </a:lnTo>
                  <a:lnTo>
                    <a:pt x="571310" y="2482770"/>
                  </a:lnTo>
                  <a:lnTo>
                    <a:pt x="571646" y="2482892"/>
                  </a:lnTo>
                  <a:lnTo>
                    <a:pt x="571983" y="2483006"/>
                  </a:lnTo>
                  <a:lnTo>
                    <a:pt x="572319" y="2483084"/>
                  </a:lnTo>
                  <a:lnTo>
                    <a:pt x="572656" y="2483148"/>
                  </a:lnTo>
                  <a:lnTo>
                    <a:pt x="572992" y="2483099"/>
                  </a:lnTo>
                  <a:lnTo>
                    <a:pt x="573329" y="2483025"/>
                  </a:lnTo>
                  <a:lnTo>
                    <a:pt x="573665" y="2483002"/>
                  </a:lnTo>
                  <a:lnTo>
                    <a:pt x="574002" y="2483095"/>
                  </a:lnTo>
                  <a:lnTo>
                    <a:pt x="574338" y="2483030"/>
                  </a:lnTo>
                  <a:lnTo>
                    <a:pt x="574674" y="2482960"/>
                  </a:lnTo>
                  <a:lnTo>
                    <a:pt x="575011" y="2482960"/>
                  </a:lnTo>
                  <a:lnTo>
                    <a:pt x="575347" y="2483302"/>
                  </a:lnTo>
                  <a:lnTo>
                    <a:pt x="575684" y="2483658"/>
                  </a:lnTo>
                  <a:lnTo>
                    <a:pt x="576020" y="2483901"/>
                  </a:lnTo>
                  <a:lnTo>
                    <a:pt x="576357" y="2484354"/>
                  </a:lnTo>
                  <a:lnTo>
                    <a:pt x="576693" y="2484795"/>
                  </a:lnTo>
                  <a:lnTo>
                    <a:pt x="577030" y="2485384"/>
                  </a:lnTo>
                  <a:lnTo>
                    <a:pt x="577366" y="2485980"/>
                  </a:lnTo>
                  <a:lnTo>
                    <a:pt x="577703" y="2486273"/>
                  </a:lnTo>
                  <a:lnTo>
                    <a:pt x="578039" y="2486486"/>
                  </a:lnTo>
                  <a:lnTo>
                    <a:pt x="578376" y="2486622"/>
                  </a:lnTo>
                  <a:lnTo>
                    <a:pt x="578712" y="2486635"/>
                  </a:lnTo>
                  <a:lnTo>
                    <a:pt x="579048" y="2486679"/>
                  </a:lnTo>
                  <a:lnTo>
                    <a:pt x="579385" y="2486748"/>
                  </a:lnTo>
                  <a:lnTo>
                    <a:pt x="579721" y="2486668"/>
                  </a:lnTo>
                  <a:lnTo>
                    <a:pt x="580058" y="2486542"/>
                  </a:lnTo>
                  <a:lnTo>
                    <a:pt x="580394" y="2486071"/>
                  </a:lnTo>
                  <a:lnTo>
                    <a:pt x="580731" y="2485569"/>
                  </a:lnTo>
                  <a:lnTo>
                    <a:pt x="581067" y="2485029"/>
                  </a:lnTo>
                  <a:lnTo>
                    <a:pt x="581404" y="2484507"/>
                  </a:lnTo>
                  <a:lnTo>
                    <a:pt x="581740" y="2484018"/>
                  </a:lnTo>
                  <a:lnTo>
                    <a:pt x="582077" y="2483646"/>
                  </a:lnTo>
                  <a:lnTo>
                    <a:pt x="582413" y="2483209"/>
                  </a:lnTo>
                  <a:lnTo>
                    <a:pt x="582750" y="2482793"/>
                  </a:lnTo>
                  <a:lnTo>
                    <a:pt x="583086" y="2482459"/>
                  </a:lnTo>
                  <a:lnTo>
                    <a:pt x="583422" y="2482133"/>
                  </a:lnTo>
                  <a:lnTo>
                    <a:pt x="583759" y="2481877"/>
                  </a:lnTo>
                  <a:lnTo>
                    <a:pt x="584095" y="2481569"/>
                  </a:lnTo>
                  <a:lnTo>
                    <a:pt x="584432" y="2481194"/>
                  </a:lnTo>
                  <a:lnTo>
                    <a:pt x="584768" y="2480824"/>
                  </a:lnTo>
                  <a:lnTo>
                    <a:pt x="585105" y="2480478"/>
                  </a:lnTo>
                  <a:lnTo>
                    <a:pt x="585441" y="2480201"/>
                  </a:lnTo>
                  <a:lnTo>
                    <a:pt x="585778" y="2479841"/>
                  </a:lnTo>
                  <a:lnTo>
                    <a:pt x="586114" y="2479591"/>
                  </a:lnTo>
                  <a:lnTo>
                    <a:pt x="586451" y="2479467"/>
                  </a:lnTo>
                  <a:lnTo>
                    <a:pt x="586787" y="2479165"/>
                  </a:lnTo>
                  <a:lnTo>
                    <a:pt x="587124" y="2478681"/>
                  </a:lnTo>
                  <a:lnTo>
                    <a:pt x="587460" y="2478250"/>
                  </a:lnTo>
                  <a:lnTo>
                    <a:pt x="587796" y="2477848"/>
                  </a:lnTo>
                  <a:lnTo>
                    <a:pt x="588133" y="2477402"/>
                  </a:lnTo>
                  <a:lnTo>
                    <a:pt x="588469" y="2476817"/>
                  </a:lnTo>
                  <a:lnTo>
                    <a:pt x="588806" y="2476179"/>
                  </a:lnTo>
                  <a:lnTo>
                    <a:pt x="589142" y="2475597"/>
                  </a:lnTo>
                  <a:lnTo>
                    <a:pt x="589479" y="2475041"/>
                  </a:lnTo>
                  <a:lnTo>
                    <a:pt x="589815" y="2474427"/>
                  </a:lnTo>
                  <a:lnTo>
                    <a:pt x="590152" y="2473742"/>
                  </a:lnTo>
                  <a:lnTo>
                    <a:pt x="590488" y="2472897"/>
                  </a:lnTo>
                  <a:lnTo>
                    <a:pt x="590825" y="2472041"/>
                  </a:lnTo>
                  <a:lnTo>
                    <a:pt x="591161" y="2471193"/>
                  </a:lnTo>
                  <a:lnTo>
                    <a:pt x="591498" y="2470179"/>
                  </a:lnTo>
                  <a:lnTo>
                    <a:pt x="591834" y="2469229"/>
                  </a:lnTo>
                  <a:lnTo>
                    <a:pt x="592170" y="2468367"/>
                  </a:lnTo>
                  <a:lnTo>
                    <a:pt x="592507" y="2467427"/>
                  </a:lnTo>
                  <a:lnTo>
                    <a:pt x="592843" y="2466550"/>
                  </a:lnTo>
                  <a:lnTo>
                    <a:pt x="593180" y="2466012"/>
                  </a:lnTo>
                  <a:lnTo>
                    <a:pt x="593516" y="2465656"/>
                  </a:lnTo>
                  <a:lnTo>
                    <a:pt x="593853" y="2465394"/>
                  </a:lnTo>
                  <a:lnTo>
                    <a:pt x="594189" y="2465077"/>
                  </a:lnTo>
                  <a:lnTo>
                    <a:pt x="594526" y="2464696"/>
                  </a:lnTo>
                  <a:lnTo>
                    <a:pt x="594862" y="2464190"/>
                  </a:lnTo>
                  <a:lnTo>
                    <a:pt x="595199" y="2463665"/>
                  </a:lnTo>
                  <a:lnTo>
                    <a:pt x="595535" y="2463105"/>
                  </a:lnTo>
                  <a:lnTo>
                    <a:pt x="595872" y="2462496"/>
                  </a:lnTo>
                  <a:lnTo>
                    <a:pt x="596208" y="2461669"/>
                  </a:lnTo>
                  <a:lnTo>
                    <a:pt x="596544" y="2460824"/>
                  </a:lnTo>
                  <a:lnTo>
                    <a:pt x="596881" y="2459831"/>
                  </a:lnTo>
                  <a:lnTo>
                    <a:pt x="597217" y="2458796"/>
                  </a:lnTo>
                  <a:lnTo>
                    <a:pt x="597554" y="2457812"/>
                  </a:lnTo>
                  <a:lnTo>
                    <a:pt x="597890" y="2456765"/>
                  </a:lnTo>
                  <a:lnTo>
                    <a:pt x="598227" y="2455698"/>
                  </a:lnTo>
                  <a:lnTo>
                    <a:pt x="598563" y="2454551"/>
                  </a:lnTo>
                  <a:lnTo>
                    <a:pt x="598900" y="2453329"/>
                  </a:lnTo>
                  <a:lnTo>
                    <a:pt x="599236" y="2451957"/>
                  </a:lnTo>
                  <a:lnTo>
                    <a:pt x="599573" y="2450616"/>
                  </a:lnTo>
                  <a:lnTo>
                    <a:pt x="599909" y="2449077"/>
                  </a:lnTo>
                  <a:lnTo>
                    <a:pt x="600245" y="2447560"/>
                  </a:lnTo>
                  <a:lnTo>
                    <a:pt x="600582" y="2445962"/>
                  </a:lnTo>
                  <a:lnTo>
                    <a:pt x="600918" y="2444294"/>
                  </a:lnTo>
                  <a:lnTo>
                    <a:pt x="601255" y="2442614"/>
                  </a:lnTo>
                  <a:lnTo>
                    <a:pt x="601591" y="2441073"/>
                  </a:lnTo>
                  <a:lnTo>
                    <a:pt x="601928" y="2439594"/>
                  </a:lnTo>
                  <a:lnTo>
                    <a:pt x="602264" y="2438101"/>
                  </a:lnTo>
                  <a:lnTo>
                    <a:pt x="602601" y="2436748"/>
                  </a:lnTo>
                  <a:lnTo>
                    <a:pt x="602937" y="2435423"/>
                  </a:lnTo>
                  <a:lnTo>
                    <a:pt x="603274" y="2434207"/>
                  </a:lnTo>
                  <a:lnTo>
                    <a:pt x="603610" y="2433126"/>
                  </a:lnTo>
                  <a:lnTo>
                    <a:pt x="603947" y="2432058"/>
                  </a:lnTo>
                  <a:lnTo>
                    <a:pt x="604283" y="2431075"/>
                  </a:lnTo>
                  <a:lnTo>
                    <a:pt x="604619" y="2430197"/>
                  </a:lnTo>
                  <a:lnTo>
                    <a:pt x="604956" y="2429554"/>
                  </a:lnTo>
                  <a:lnTo>
                    <a:pt x="605292" y="2429108"/>
                  </a:lnTo>
                  <a:lnTo>
                    <a:pt x="605629" y="2428824"/>
                  </a:lnTo>
                  <a:lnTo>
                    <a:pt x="605965" y="2428735"/>
                  </a:lnTo>
                  <a:lnTo>
                    <a:pt x="606302" y="2428746"/>
                  </a:lnTo>
                  <a:lnTo>
                    <a:pt x="606638" y="2428860"/>
                  </a:lnTo>
                  <a:lnTo>
                    <a:pt x="606975" y="2429049"/>
                  </a:lnTo>
                  <a:lnTo>
                    <a:pt x="607311" y="2429298"/>
                  </a:lnTo>
                  <a:lnTo>
                    <a:pt x="607648" y="2429423"/>
                  </a:lnTo>
                  <a:lnTo>
                    <a:pt x="607984" y="2429034"/>
                  </a:lnTo>
                  <a:lnTo>
                    <a:pt x="608321" y="2428597"/>
                  </a:lnTo>
                  <a:lnTo>
                    <a:pt x="608657" y="2428267"/>
                  </a:lnTo>
                  <a:lnTo>
                    <a:pt x="608993" y="2427765"/>
                  </a:lnTo>
                  <a:lnTo>
                    <a:pt x="609330" y="2427301"/>
                  </a:lnTo>
                  <a:lnTo>
                    <a:pt x="609666" y="2427144"/>
                  </a:lnTo>
                  <a:lnTo>
                    <a:pt x="610003" y="2426939"/>
                  </a:lnTo>
                  <a:lnTo>
                    <a:pt x="610339" y="2426634"/>
                  </a:lnTo>
                  <a:lnTo>
                    <a:pt x="610676" y="2426372"/>
                  </a:lnTo>
                  <a:lnTo>
                    <a:pt x="611012" y="2426086"/>
                  </a:lnTo>
                  <a:lnTo>
                    <a:pt x="611349" y="2425902"/>
                  </a:lnTo>
                  <a:lnTo>
                    <a:pt x="611685" y="2425716"/>
                  </a:lnTo>
                  <a:lnTo>
                    <a:pt x="612022" y="2425488"/>
                  </a:lnTo>
                  <a:lnTo>
                    <a:pt x="612358" y="2425335"/>
                  </a:lnTo>
                  <a:lnTo>
                    <a:pt x="612695" y="2425055"/>
                  </a:lnTo>
                  <a:lnTo>
                    <a:pt x="613031" y="2424587"/>
                  </a:lnTo>
                  <a:lnTo>
                    <a:pt x="613367" y="2424118"/>
                  </a:lnTo>
                  <a:lnTo>
                    <a:pt x="613704" y="2423645"/>
                  </a:lnTo>
                  <a:lnTo>
                    <a:pt x="614040" y="2423259"/>
                  </a:lnTo>
                  <a:lnTo>
                    <a:pt x="614377" y="2422827"/>
                  </a:lnTo>
                  <a:lnTo>
                    <a:pt x="614713" y="2422362"/>
                  </a:lnTo>
                  <a:lnTo>
                    <a:pt x="615050" y="2421842"/>
                  </a:lnTo>
                  <a:lnTo>
                    <a:pt x="615386" y="2421373"/>
                  </a:lnTo>
                  <a:lnTo>
                    <a:pt x="615723" y="2420931"/>
                  </a:lnTo>
                  <a:lnTo>
                    <a:pt x="616059" y="2420488"/>
                  </a:lnTo>
                  <a:lnTo>
                    <a:pt x="616396" y="2420178"/>
                  </a:lnTo>
                  <a:lnTo>
                    <a:pt x="616732" y="2419921"/>
                  </a:lnTo>
                  <a:lnTo>
                    <a:pt x="617069" y="2419812"/>
                  </a:lnTo>
                  <a:lnTo>
                    <a:pt x="617405" y="2419700"/>
                  </a:lnTo>
                  <a:lnTo>
                    <a:pt x="617741" y="2419579"/>
                  </a:lnTo>
                  <a:lnTo>
                    <a:pt x="618078" y="2419556"/>
                  </a:lnTo>
                  <a:lnTo>
                    <a:pt x="618414" y="2419642"/>
                  </a:lnTo>
                  <a:lnTo>
                    <a:pt x="618751" y="2419784"/>
                  </a:lnTo>
                  <a:lnTo>
                    <a:pt x="619087" y="2420067"/>
                  </a:lnTo>
                  <a:lnTo>
                    <a:pt x="619424" y="2420700"/>
                  </a:lnTo>
                  <a:lnTo>
                    <a:pt x="619760" y="2421244"/>
                  </a:lnTo>
                  <a:lnTo>
                    <a:pt x="620097" y="2422192"/>
                  </a:lnTo>
                  <a:lnTo>
                    <a:pt x="620433" y="2423187"/>
                  </a:lnTo>
                  <a:lnTo>
                    <a:pt x="620770" y="2424266"/>
                  </a:lnTo>
                  <a:lnTo>
                    <a:pt x="621106" y="2425430"/>
                  </a:lnTo>
                  <a:lnTo>
                    <a:pt x="621443" y="2426782"/>
                  </a:lnTo>
                  <a:lnTo>
                    <a:pt x="621779" y="2428269"/>
                  </a:lnTo>
                  <a:lnTo>
                    <a:pt x="622115" y="2429699"/>
                  </a:lnTo>
                  <a:lnTo>
                    <a:pt x="622452" y="2431200"/>
                  </a:lnTo>
                  <a:lnTo>
                    <a:pt x="622788" y="2432877"/>
                  </a:lnTo>
                  <a:lnTo>
                    <a:pt x="623125" y="2434683"/>
                  </a:lnTo>
                  <a:lnTo>
                    <a:pt x="623461" y="2436439"/>
                  </a:lnTo>
                  <a:lnTo>
                    <a:pt x="623798" y="2438197"/>
                  </a:lnTo>
                  <a:lnTo>
                    <a:pt x="624134" y="2439755"/>
                  </a:lnTo>
                  <a:lnTo>
                    <a:pt x="624471" y="2440949"/>
                  </a:lnTo>
                  <a:lnTo>
                    <a:pt x="624807" y="2442082"/>
                  </a:lnTo>
                  <a:lnTo>
                    <a:pt x="625144" y="2443041"/>
                  </a:lnTo>
                  <a:lnTo>
                    <a:pt x="625480" y="2443904"/>
                  </a:lnTo>
                  <a:lnTo>
                    <a:pt x="625817" y="2444746"/>
                  </a:lnTo>
                  <a:lnTo>
                    <a:pt x="626153" y="2445444"/>
                  </a:lnTo>
                  <a:lnTo>
                    <a:pt x="626489" y="2445935"/>
                  </a:lnTo>
                  <a:lnTo>
                    <a:pt x="626826" y="2446221"/>
                  </a:lnTo>
                  <a:lnTo>
                    <a:pt x="627162" y="2446414"/>
                  </a:lnTo>
                  <a:lnTo>
                    <a:pt x="627499" y="2446552"/>
                  </a:lnTo>
                  <a:lnTo>
                    <a:pt x="627835" y="2446642"/>
                  </a:lnTo>
                  <a:lnTo>
                    <a:pt x="628172" y="2446695"/>
                  </a:lnTo>
                  <a:lnTo>
                    <a:pt x="628508" y="2446845"/>
                  </a:lnTo>
                  <a:lnTo>
                    <a:pt x="628845" y="2446959"/>
                  </a:lnTo>
                  <a:lnTo>
                    <a:pt x="629181" y="2446925"/>
                  </a:lnTo>
                  <a:lnTo>
                    <a:pt x="629518" y="2447133"/>
                  </a:lnTo>
                  <a:lnTo>
                    <a:pt x="629854" y="2447288"/>
                  </a:lnTo>
                  <a:lnTo>
                    <a:pt x="630191" y="2447600"/>
                  </a:lnTo>
                  <a:lnTo>
                    <a:pt x="630527" y="2447797"/>
                  </a:lnTo>
                  <a:lnTo>
                    <a:pt x="630863" y="2447875"/>
                  </a:lnTo>
                  <a:lnTo>
                    <a:pt x="631200" y="2447990"/>
                  </a:lnTo>
                  <a:lnTo>
                    <a:pt x="631536" y="2447940"/>
                  </a:lnTo>
                  <a:lnTo>
                    <a:pt x="631873" y="2447936"/>
                  </a:lnTo>
                  <a:lnTo>
                    <a:pt x="632209" y="2447933"/>
                  </a:lnTo>
                  <a:lnTo>
                    <a:pt x="632546" y="2447929"/>
                  </a:lnTo>
                  <a:lnTo>
                    <a:pt x="632882" y="2447922"/>
                  </a:lnTo>
                  <a:lnTo>
                    <a:pt x="633219" y="2447855"/>
                  </a:lnTo>
                  <a:lnTo>
                    <a:pt x="633555" y="2447787"/>
                  </a:lnTo>
                  <a:lnTo>
                    <a:pt x="633892" y="2447684"/>
                  </a:lnTo>
                  <a:lnTo>
                    <a:pt x="634228" y="2447646"/>
                  </a:lnTo>
                  <a:lnTo>
                    <a:pt x="634564" y="2447429"/>
                  </a:lnTo>
                  <a:lnTo>
                    <a:pt x="634901" y="2447236"/>
                  </a:lnTo>
                  <a:lnTo>
                    <a:pt x="635237" y="2446835"/>
                  </a:lnTo>
                  <a:lnTo>
                    <a:pt x="635574" y="2446397"/>
                  </a:lnTo>
                  <a:lnTo>
                    <a:pt x="635910" y="2445961"/>
                  </a:lnTo>
                  <a:lnTo>
                    <a:pt x="636247" y="2445750"/>
                  </a:lnTo>
                  <a:lnTo>
                    <a:pt x="636583" y="2445660"/>
                  </a:lnTo>
                  <a:lnTo>
                    <a:pt x="636920" y="2445617"/>
                  </a:lnTo>
                  <a:lnTo>
                    <a:pt x="637256" y="2445574"/>
                  </a:lnTo>
                  <a:lnTo>
                    <a:pt x="637593" y="2445694"/>
                  </a:lnTo>
                  <a:lnTo>
                    <a:pt x="637929" y="2445847"/>
                  </a:lnTo>
                  <a:lnTo>
                    <a:pt x="638266" y="2445985"/>
                  </a:lnTo>
                  <a:lnTo>
                    <a:pt x="638602" y="2446199"/>
                  </a:lnTo>
                  <a:lnTo>
                    <a:pt x="638938" y="2446579"/>
                  </a:lnTo>
                  <a:lnTo>
                    <a:pt x="639275" y="2446967"/>
                  </a:lnTo>
                  <a:lnTo>
                    <a:pt x="639611" y="2447455"/>
                  </a:lnTo>
                  <a:lnTo>
                    <a:pt x="639948" y="2447981"/>
                  </a:lnTo>
                  <a:lnTo>
                    <a:pt x="640284" y="2448507"/>
                  </a:lnTo>
                  <a:lnTo>
                    <a:pt x="640621" y="2449033"/>
                  </a:lnTo>
                  <a:lnTo>
                    <a:pt x="640957" y="2449559"/>
                  </a:lnTo>
                  <a:lnTo>
                    <a:pt x="641294" y="2449862"/>
                  </a:lnTo>
                  <a:lnTo>
                    <a:pt x="641630" y="2450165"/>
                  </a:lnTo>
                  <a:lnTo>
                    <a:pt x="641967" y="2450468"/>
                  </a:lnTo>
                  <a:lnTo>
                    <a:pt x="642303" y="2450719"/>
                  </a:lnTo>
                  <a:lnTo>
                    <a:pt x="642640" y="2450736"/>
                  </a:lnTo>
                  <a:lnTo>
                    <a:pt x="642976" y="2450657"/>
                  </a:lnTo>
                  <a:lnTo>
                    <a:pt x="643312" y="2450664"/>
                  </a:lnTo>
                  <a:lnTo>
                    <a:pt x="643649" y="2450716"/>
                  </a:lnTo>
                  <a:lnTo>
                    <a:pt x="643985" y="2450965"/>
                  </a:lnTo>
                  <a:lnTo>
                    <a:pt x="644322" y="2450987"/>
                  </a:lnTo>
                  <a:lnTo>
                    <a:pt x="644658" y="2450928"/>
                  </a:lnTo>
                  <a:lnTo>
                    <a:pt x="644995" y="2450901"/>
                  </a:lnTo>
                  <a:lnTo>
                    <a:pt x="645331" y="2450831"/>
                  </a:lnTo>
                  <a:lnTo>
                    <a:pt x="645668" y="2450701"/>
                  </a:lnTo>
                  <a:lnTo>
                    <a:pt x="646004" y="2450622"/>
                  </a:lnTo>
                  <a:lnTo>
                    <a:pt x="646341" y="2450457"/>
                  </a:lnTo>
                  <a:lnTo>
                    <a:pt x="646677" y="2450385"/>
                  </a:lnTo>
                  <a:lnTo>
                    <a:pt x="647014" y="2450584"/>
                  </a:lnTo>
                  <a:lnTo>
                    <a:pt x="647350" y="2450865"/>
                  </a:lnTo>
                  <a:lnTo>
                    <a:pt x="647686" y="2451511"/>
                  </a:lnTo>
                  <a:lnTo>
                    <a:pt x="648023" y="2452160"/>
                  </a:lnTo>
                  <a:lnTo>
                    <a:pt x="648359" y="2452911"/>
                  </a:lnTo>
                  <a:lnTo>
                    <a:pt x="648696" y="2453643"/>
                  </a:lnTo>
                  <a:lnTo>
                    <a:pt x="649032" y="2454273"/>
                  </a:lnTo>
                  <a:lnTo>
                    <a:pt x="649369" y="2454749"/>
                  </a:lnTo>
                  <a:lnTo>
                    <a:pt x="649705" y="2455178"/>
                  </a:lnTo>
                  <a:lnTo>
                    <a:pt x="650042" y="2455515"/>
                  </a:lnTo>
                  <a:lnTo>
                    <a:pt x="650378" y="2455846"/>
                  </a:lnTo>
                  <a:lnTo>
                    <a:pt x="650715" y="2456187"/>
                  </a:lnTo>
                  <a:lnTo>
                    <a:pt x="651051" y="2456499"/>
                  </a:lnTo>
                  <a:lnTo>
                    <a:pt x="651388" y="2456867"/>
                  </a:lnTo>
                  <a:lnTo>
                    <a:pt x="651724" y="2457143"/>
                  </a:lnTo>
                  <a:lnTo>
                    <a:pt x="652060" y="2457260"/>
                  </a:lnTo>
                  <a:lnTo>
                    <a:pt x="652397" y="2457440"/>
                  </a:lnTo>
                  <a:lnTo>
                    <a:pt x="652733" y="2457313"/>
                  </a:lnTo>
                  <a:lnTo>
                    <a:pt x="653070" y="2457068"/>
                  </a:lnTo>
                  <a:lnTo>
                    <a:pt x="653406" y="2456641"/>
                  </a:lnTo>
                  <a:lnTo>
                    <a:pt x="653743" y="2455847"/>
                  </a:lnTo>
                  <a:lnTo>
                    <a:pt x="654079" y="2455230"/>
                  </a:lnTo>
                  <a:lnTo>
                    <a:pt x="654416" y="2454798"/>
                  </a:lnTo>
                  <a:lnTo>
                    <a:pt x="654752" y="2454482"/>
                  </a:lnTo>
                  <a:lnTo>
                    <a:pt x="655089" y="2454276"/>
                  </a:lnTo>
                  <a:lnTo>
                    <a:pt x="655425" y="2454099"/>
                  </a:lnTo>
                  <a:lnTo>
                    <a:pt x="655762" y="2454113"/>
                  </a:lnTo>
                  <a:lnTo>
                    <a:pt x="656098" y="2454242"/>
                  </a:lnTo>
                  <a:lnTo>
                    <a:pt x="656434" y="2454038"/>
                  </a:lnTo>
                  <a:lnTo>
                    <a:pt x="656771" y="2453603"/>
                  </a:lnTo>
                  <a:lnTo>
                    <a:pt x="657107" y="2453134"/>
                  </a:lnTo>
                  <a:lnTo>
                    <a:pt x="657444" y="2452597"/>
                  </a:lnTo>
                  <a:lnTo>
                    <a:pt x="657780" y="2452132"/>
                  </a:lnTo>
                  <a:lnTo>
                    <a:pt x="658117" y="2451671"/>
                  </a:lnTo>
                  <a:lnTo>
                    <a:pt x="658453" y="2451295"/>
                  </a:lnTo>
                  <a:lnTo>
                    <a:pt x="658790" y="2451085"/>
                  </a:lnTo>
                  <a:lnTo>
                    <a:pt x="659126" y="2450684"/>
                  </a:lnTo>
                  <a:lnTo>
                    <a:pt x="659463" y="2450159"/>
                  </a:lnTo>
                  <a:lnTo>
                    <a:pt x="659799" y="2449386"/>
                  </a:lnTo>
                  <a:lnTo>
                    <a:pt x="660136" y="2448601"/>
                  </a:lnTo>
                  <a:lnTo>
                    <a:pt x="660472" y="2447477"/>
                  </a:lnTo>
                  <a:lnTo>
                    <a:pt x="660808" y="2446171"/>
                  </a:lnTo>
                  <a:lnTo>
                    <a:pt x="661145" y="2444809"/>
                  </a:lnTo>
                  <a:lnTo>
                    <a:pt x="661481" y="2443777"/>
                  </a:lnTo>
                  <a:lnTo>
                    <a:pt x="661818" y="2443040"/>
                  </a:lnTo>
                  <a:lnTo>
                    <a:pt x="662154" y="2442453"/>
                  </a:lnTo>
                  <a:lnTo>
                    <a:pt x="662491" y="2441976"/>
                  </a:lnTo>
                  <a:lnTo>
                    <a:pt x="662827" y="2441857"/>
                  </a:lnTo>
                  <a:lnTo>
                    <a:pt x="663164" y="2441794"/>
                  </a:lnTo>
                  <a:lnTo>
                    <a:pt x="663500" y="2441856"/>
                  </a:lnTo>
                  <a:lnTo>
                    <a:pt x="663837" y="2441942"/>
                  </a:lnTo>
                  <a:lnTo>
                    <a:pt x="664173" y="2442316"/>
                  </a:lnTo>
                  <a:lnTo>
                    <a:pt x="664509" y="2442802"/>
                  </a:lnTo>
                  <a:lnTo>
                    <a:pt x="664846" y="2443632"/>
                  </a:lnTo>
                  <a:lnTo>
                    <a:pt x="665182" y="2444526"/>
                  </a:lnTo>
                  <a:lnTo>
                    <a:pt x="665519" y="2445440"/>
                  </a:lnTo>
                  <a:lnTo>
                    <a:pt x="665855" y="2446434"/>
                  </a:lnTo>
                  <a:lnTo>
                    <a:pt x="666192" y="2447503"/>
                  </a:lnTo>
                  <a:lnTo>
                    <a:pt x="666528" y="2448722"/>
                  </a:lnTo>
                  <a:lnTo>
                    <a:pt x="666865" y="2449910"/>
                  </a:lnTo>
                  <a:lnTo>
                    <a:pt x="667201" y="2451303"/>
                  </a:lnTo>
                  <a:lnTo>
                    <a:pt x="667538" y="2452685"/>
                  </a:lnTo>
                  <a:lnTo>
                    <a:pt x="667874" y="2454150"/>
                  </a:lnTo>
                  <a:lnTo>
                    <a:pt x="668211" y="2455653"/>
                  </a:lnTo>
                  <a:lnTo>
                    <a:pt x="668547" y="2457168"/>
                  </a:lnTo>
                  <a:lnTo>
                    <a:pt x="668883" y="2458544"/>
                  </a:lnTo>
                  <a:lnTo>
                    <a:pt x="669220" y="2459858"/>
                  </a:lnTo>
                  <a:lnTo>
                    <a:pt x="669556" y="2461186"/>
                  </a:lnTo>
                  <a:lnTo>
                    <a:pt x="669893" y="2462375"/>
                  </a:lnTo>
                  <a:lnTo>
                    <a:pt x="670229" y="2463535"/>
                  </a:lnTo>
                  <a:lnTo>
                    <a:pt x="670566" y="2464586"/>
                  </a:lnTo>
                  <a:lnTo>
                    <a:pt x="670902" y="2465502"/>
                  </a:lnTo>
                  <a:lnTo>
                    <a:pt x="671239" y="2466405"/>
                  </a:lnTo>
                  <a:lnTo>
                    <a:pt x="671575" y="2467223"/>
                  </a:lnTo>
                  <a:lnTo>
                    <a:pt x="671912" y="2467936"/>
                  </a:lnTo>
                  <a:lnTo>
                    <a:pt x="672248" y="2468511"/>
                  </a:lnTo>
                  <a:lnTo>
                    <a:pt x="672585" y="2468954"/>
                  </a:lnTo>
                  <a:lnTo>
                    <a:pt x="672921" y="2469250"/>
                  </a:lnTo>
                  <a:lnTo>
                    <a:pt x="673257" y="2469492"/>
                  </a:lnTo>
                  <a:lnTo>
                    <a:pt x="673594" y="2469588"/>
                  </a:lnTo>
                  <a:lnTo>
                    <a:pt x="673930" y="2469367"/>
                  </a:lnTo>
                  <a:lnTo>
                    <a:pt x="674267" y="2468956"/>
                  </a:lnTo>
                  <a:lnTo>
                    <a:pt x="674603" y="2468401"/>
                  </a:lnTo>
                  <a:lnTo>
                    <a:pt x="674940" y="2467954"/>
                  </a:lnTo>
                  <a:lnTo>
                    <a:pt x="675276" y="2468037"/>
                  </a:lnTo>
                  <a:lnTo>
                    <a:pt x="675613" y="2468069"/>
                  </a:lnTo>
                  <a:lnTo>
                    <a:pt x="675949" y="2467939"/>
                  </a:lnTo>
                  <a:lnTo>
                    <a:pt x="676286" y="2467982"/>
                  </a:lnTo>
                  <a:lnTo>
                    <a:pt x="676622" y="2467987"/>
                  </a:lnTo>
                  <a:lnTo>
                    <a:pt x="676959" y="2467685"/>
                  </a:lnTo>
                  <a:lnTo>
                    <a:pt x="677295" y="2467323"/>
                  </a:lnTo>
                  <a:lnTo>
                    <a:pt x="677631" y="2467017"/>
                  </a:lnTo>
                  <a:lnTo>
                    <a:pt x="677968" y="2466666"/>
                  </a:lnTo>
                  <a:lnTo>
                    <a:pt x="678304" y="2466340"/>
                  </a:lnTo>
                  <a:lnTo>
                    <a:pt x="678641" y="2465958"/>
                  </a:lnTo>
                  <a:lnTo>
                    <a:pt x="678977" y="2465791"/>
                  </a:lnTo>
                  <a:lnTo>
                    <a:pt x="679314" y="2465782"/>
                  </a:lnTo>
                  <a:lnTo>
                    <a:pt x="679650" y="2465782"/>
                  </a:lnTo>
                  <a:lnTo>
                    <a:pt x="679987" y="2465871"/>
                  </a:lnTo>
                  <a:lnTo>
                    <a:pt x="680323" y="2466010"/>
                  </a:lnTo>
                  <a:lnTo>
                    <a:pt x="680660" y="2465981"/>
                  </a:lnTo>
                  <a:lnTo>
                    <a:pt x="680996" y="2465994"/>
                  </a:lnTo>
                  <a:lnTo>
                    <a:pt x="681333" y="2465922"/>
                  </a:lnTo>
                  <a:lnTo>
                    <a:pt x="681669" y="2465895"/>
                  </a:lnTo>
                  <a:lnTo>
                    <a:pt x="682005" y="2466074"/>
                  </a:lnTo>
                  <a:lnTo>
                    <a:pt x="682342" y="2466336"/>
                  </a:lnTo>
                  <a:lnTo>
                    <a:pt x="682678" y="2466546"/>
                  </a:lnTo>
                  <a:lnTo>
                    <a:pt x="683015" y="2466777"/>
                  </a:lnTo>
                  <a:lnTo>
                    <a:pt x="683351" y="2466920"/>
                  </a:lnTo>
                  <a:lnTo>
                    <a:pt x="683688" y="2466628"/>
                  </a:lnTo>
                  <a:lnTo>
                    <a:pt x="684024" y="2466225"/>
                  </a:lnTo>
                  <a:lnTo>
                    <a:pt x="684361" y="2465717"/>
                  </a:lnTo>
                  <a:lnTo>
                    <a:pt x="684697" y="2465142"/>
                  </a:lnTo>
                  <a:lnTo>
                    <a:pt x="685034" y="2464620"/>
                  </a:lnTo>
                  <a:lnTo>
                    <a:pt x="685370" y="2464100"/>
                  </a:lnTo>
                  <a:lnTo>
                    <a:pt x="685707" y="2463692"/>
                  </a:lnTo>
                  <a:lnTo>
                    <a:pt x="686043" y="2463240"/>
                  </a:lnTo>
                  <a:lnTo>
                    <a:pt x="686379" y="2462505"/>
                  </a:lnTo>
                  <a:lnTo>
                    <a:pt x="686716" y="2461706"/>
                  </a:lnTo>
                  <a:lnTo>
                    <a:pt x="687052" y="2460990"/>
                  </a:lnTo>
                  <a:lnTo>
                    <a:pt x="687389" y="2460138"/>
                  </a:lnTo>
                  <a:lnTo>
                    <a:pt x="687725" y="2459284"/>
                  </a:lnTo>
                  <a:lnTo>
                    <a:pt x="688062" y="2458214"/>
                  </a:lnTo>
                  <a:lnTo>
                    <a:pt x="688398" y="2457232"/>
                  </a:lnTo>
                  <a:lnTo>
                    <a:pt x="688735" y="2456554"/>
                  </a:lnTo>
                  <a:lnTo>
                    <a:pt x="689071" y="2455988"/>
                  </a:lnTo>
                  <a:lnTo>
                    <a:pt x="689408" y="2455441"/>
                  </a:lnTo>
                  <a:lnTo>
                    <a:pt x="689744" y="2454951"/>
                  </a:lnTo>
                  <a:lnTo>
                    <a:pt x="690081" y="2454461"/>
                  </a:lnTo>
                  <a:lnTo>
                    <a:pt x="690417" y="2453880"/>
                  </a:lnTo>
                  <a:lnTo>
                    <a:pt x="690753" y="2453279"/>
                  </a:lnTo>
                  <a:lnTo>
                    <a:pt x="691090" y="2452777"/>
                  </a:lnTo>
                  <a:lnTo>
                    <a:pt x="691426" y="2452432"/>
                  </a:lnTo>
                  <a:lnTo>
                    <a:pt x="691763" y="2452155"/>
                  </a:lnTo>
                  <a:lnTo>
                    <a:pt x="692099" y="2451907"/>
                  </a:lnTo>
                  <a:lnTo>
                    <a:pt x="692436" y="2451649"/>
                  </a:lnTo>
                  <a:lnTo>
                    <a:pt x="692772" y="2451465"/>
                  </a:lnTo>
                  <a:lnTo>
                    <a:pt x="693109" y="2451324"/>
                  </a:lnTo>
                  <a:lnTo>
                    <a:pt x="693445" y="2451201"/>
                  </a:lnTo>
                  <a:lnTo>
                    <a:pt x="693782" y="2451151"/>
                  </a:lnTo>
                  <a:lnTo>
                    <a:pt x="694118" y="2451217"/>
                  </a:lnTo>
                  <a:lnTo>
                    <a:pt x="694455" y="2451380"/>
                  </a:lnTo>
                  <a:lnTo>
                    <a:pt x="694791" y="2451494"/>
                  </a:lnTo>
                  <a:lnTo>
                    <a:pt x="695127" y="2451559"/>
                  </a:lnTo>
                  <a:lnTo>
                    <a:pt x="695464" y="2451692"/>
                  </a:lnTo>
                  <a:lnTo>
                    <a:pt x="695800" y="2451801"/>
                  </a:lnTo>
                  <a:lnTo>
                    <a:pt x="696137" y="2451932"/>
                  </a:lnTo>
                  <a:lnTo>
                    <a:pt x="696473" y="2452062"/>
                  </a:lnTo>
                  <a:lnTo>
                    <a:pt x="696810" y="2452301"/>
                  </a:lnTo>
                  <a:lnTo>
                    <a:pt x="697146" y="2452539"/>
                  </a:lnTo>
                  <a:lnTo>
                    <a:pt x="697483" y="2452782"/>
                  </a:lnTo>
                  <a:lnTo>
                    <a:pt x="697819" y="2453022"/>
                  </a:lnTo>
                  <a:lnTo>
                    <a:pt x="698156" y="2453365"/>
                  </a:lnTo>
                  <a:lnTo>
                    <a:pt x="698492" y="2453810"/>
                  </a:lnTo>
                  <a:lnTo>
                    <a:pt x="698828" y="2454224"/>
                  </a:lnTo>
                  <a:lnTo>
                    <a:pt x="699165" y="2454569"/>
                  </a:lnTo>
                  <a:lnTo>
                    <a:pt x="699501" y="2454915"/>
                  </a:lnTo>
                  <a:lnTo>
                    <a:pt x="699838" y="2455329"/>
                  </a:lnTo>
                  <a:lnTo>
                    <a:pt x="700174" y="2455877"/>
                  </a:lnTo>
                  <a:lnTo>
                    <a:pt x="700511" y="2456440"/>
                  </a:lnTo>
                  <a:lnTo>
                    <a:pt x="700847" y="2457008"/>
                  </a:lnTo>
                  <a:lnTo>
                    <a:pt x="701184" y="2457641"/>
                  </a:lnTo>
                  <a:lnTo>
                    <a:pt x="701520" y="2458209"/>
                  </a:lnTo>
                  <a:lnTo>
                    <a:pt x="701857" y="2458668"/>
                  </a:lnTo>
                  <a:lnTo>
                    <a:pt x="702193" y="2459127"/>
                  </a:lnTo>
                  <a:lnTo>
                    <a:pt x="702530" y="2459548"/>
                  </a:lnTo>
                  <a:lnTo>
                    <a:pt x="702866" y="2459897"/>
                  </a:lnTo>
                  <a:lnTo>
                    <a:pt x="703202" y="2460247"/>
                  </a:lnTo>
                  <a:lnTo>
                    <a:pt x="703539" y="2460360"/>
                  </a:lnTo>
                  <a:lnTo>
                    <a:pt x="703875" y="2460340"/>
                  </a:lnTo>
                  <a:lnTo>
                    <a:pt x="704212" y="2460274"/>
                  </a:lnTo>
                  <a:lnTo>
                    <a:pt x="704548" y="2460137"/>
                  </a:lnTo>
                  <a:lnTo>
                    <a:pt x="704885" y="2459836"/>
                  </a:lnTo>
                  <a:lnTo>
                    <a:pt x="705221" y="2459496"/>
                  </a:lnTo>
                  <a:lnTo>
                    <a:pt x="705558" y="2459260"/>
                  </a:lnTo>
                  <a:lnTo>
                    <a:pt x="705894" y="2458921"/>
                  </a:lnTo>
                  <a:lnTo>
                    <a:pt x="706231" y="2458618"/>
                  </a:lnTo>
                  <a:lnTo>
                    <a:pt x="706567" y="2458315"/>
                  </a:lnTo>
                  <a:lnTo>
                    <a:pt x="706904" y="2458117"/>
                  </a:lnTo>
                  <a:lnTo>
                    <a:pt x="707240" y="2457744"/>
                  </a:lnTo>
                  <a:lnTo>
                    <a:pt x="707576" y="2457424"/>
                  </a:lnTo>
                  <a:lnTo>
                    <a:pt x="707913" y="2457166"/>
                  </a:lnTo>
                  <a:lnTo>
                    <a:pt x="708249" y="2456793"/>
                  </a:lnTo>
                  <a:lnTo>
                    <a:pt x="708586" y="2456558"/>
                  </a:lnTo>
                  <a:lnTo>
                    <a:pt x="708922" y="2456270"/>
                  </a:lnTo>
                  <a:lnTo>
                    <a:pt x="709259" y="2455897"/>
                  </a:lnTo>
                  <a:lnTo>
                    <a:pt x="709595" y="2455777"/>
                  </a:lnTo>
                  <a:lnTo>
                    <a:pt x="709932" y="2455646"/>
                  </a:lnTo>
                  <a:lnTo>
                    <a:pt x="710268" y="2455497"/>
                  </a:lnTo>
                  <a:lnTo>
                    <a:pt x="710605" y="2455328"/>
                  </a:lnTo>
                  <a:lnTo>
                    <a:pt x="710941" y="2455098"/>
                  </a:lnTo>
                  <a:lnTo>
                    <a:pt x="711278" y="2454791"/>
                  </a:lnTo>
                  <a:lnTo>
                    <a:pt x="711614" y="2454607"/>
                  </a:lnTo>
                  <a:lnTo>
                    <a:pt x="711950" y="2454422"/>
                  </a:lnTo>
                  <a:lnTo>
                    <a:pt x="712287" y="2454238"/>
                  </a:lnTo>
                  <a:lnTo>
                    <a:pt x="712623" y="2454145"/>
                  </a:lnTo>
                  <a:lnTo>
                    <a:pt x="712960" y="2454145"/>
                  </a:lnTo>
                  <a:lnTo>
                    <a:pt x="713296" y="2454285"/>
                  </a:lnTo>
                  <a:lnTo>
                    <a:pt x="713633" y="2454533"/>
                  </a:lnTo>
                  <a:lnTo>
                    <a:pt x="713969" y="2454837"/>
                  </a:lnTo>
                  <a:lnTo>
                    <a:pt x="714306" y="2454987"/>
                  </a:lnTo>
                  <a:lnTo>
                    <a:pt x="714642" y="2455075"/>
                  </a:lnTo>
                  <a:lnTo>
                    <a:pt x="714979" y="2455146"/>
                  </a:lnTo>
                  <a:lnTo>
                    <a:pt x="715315" y="2455273"/>
                  </a:lnTo>
                  <a:lnTo>
                    <a:pt x="715652" y="2455274"/>
                  </a:lnTo>
                  <a:lnTo>
                    <a:pt x="715988" y="2455275"/>
                  </a:lnTo>
                  <a:lnTo>
                    <a:pt x="716324" y="2455258"/>
                  </a:lnTo>
                  <a:lnTo>
                    <a:pt x="716661" y="2455336"/>
                  </a:lnTo>
                  <a:lnTo>
                    <a:pt x="716997" y="2455571"/>
                  </a:lnTo>
                  <a:lnTo>
                    <a:pt x="717334" y="2455878"/>
                  </a:lnTo>
                  <a:lnTo>
                    <a:pt x="717670" y="2456237"/>
                  </a:lnTo>
                  <a:lnTo>
                    <a:pt x="718007" y="2456536"/>
                  </a:lnTo>
                  <a:lnTo>
                    <a:pt x="718343" y="2456929"/>
                  </a:lnTo>
                  <a:lnTo>
                    <a:pt x="718680" y="2457209"/>
                  </a:lnTo>
                  <a:lnTo>
                    <a:pt x="719016" y="2457568"/>
                  </a:lnTo>
                  <a:lnTo>
                    <a:pt x="719353" y="2458071"/>
                  </a:lnTo>
                  <a:lnTo>
                    <a:pt x="719689" y="2458489"/>
                  </a:lnTo>
                  <a:lnTo>
                    <a:pt x="720026" y="2459144"/>
                  </a:lnTo>
                  <a:lnTo>
                    <a:pt x="720362" y="2460000"/>
                  </a:lnTo>
                  <a:lnTo>
                    <a:pt x="720698" y="2460928"/>
                  </a:lnTo>
                  <a:lnTo>
                    <a:pt x="721035" y="2462098"/>
                  </a:lnTo>
                  <a:lnTo>
                    <a:pt x="721371" y="2463268"/>
                  </a:lnTo>
                  <a:lnTo>
                    <a:pt x="721708" y="2464332"/>
                  </a:lnTo>
                  <a:lnTo>
                    <a:pt x="722044" y="2465254"/>
                  </a:lnTo>
                  <a:lnTo>
                    <a:pt x="722381" y="2466037"/>
                  </a:lnTo>
                  <a:lnTo>
                    <a:pt x="722717" y="2466724"/>
                  </a:lnTo>
                  <a:lnTo>
                    <a:pt x="723054" y="2467420"/>
                  </a:lnTo>
                  <a:lnTo>
                    <a:pt x="723390" y="2468057"/>
                  </a:lnTo>
                  <a:lnTo>
                    <a:pt x="723727" y="2468939"/>
                  </a:lnTo>
                  <a:lnTo>
                    <a:pt x="724063" y="2470023"/>
                  </a:lnTo>
                  <a:lnTo>
                    <a:pt x="724400" y="2471106"/>
                  </a:lnTo>
                  <a:lnTo>
                    <a:pt x="724736" y="2472235"/>
                  </a:lnTo>
                  <a:lnTo>
                    <a:pt x="725072" y="2473354"/>
                  </a:lnTo>
                  <a:lnTo>
                    <a:pt x="725409" y="2474465"/>
                  </a:lnTo>
                  <a:lnTo>
                    <a:pt x="725745" y="2475576"/>
                  </a:lnTo>
                  <a:lnTo>
                    <a:pt x="726082" y="2476500"/>
                  </a:lnTo>
                  <a:lnTo>
                    <a:pt x="726418" y="2477385"/>
                  </a:lnTo>
                  <a:lnTo>
                    <a:pt x="726755" y="2478236"/>
                  </a:lnTo>
                  <a:lnTo>
                    <a:pt x="727091" y="2479155"/>
                  </a:lnTo>
                  <a:lnTo>
                    <a:pt x="727428" y="2479836"/>
                  </a:lnTo>
                  <a:lnTo>
                    <a:pt x="727764" y="2480448"/>
                  </a:lnTo>
                  <a:lnTo>
                    <a:pt x="728101" y="2481060"/>
                  </a:lnTo>
                  <a:lnTo>
                    <a:pt x="728437" y="2481634"/>
                  </a:lnTo>
                  <a:lnTo>
                    <a:pt x="728774" y="2481933"/>
                  </a:lnTo>
                  <a:lnTo>
                    <a:pt x="729110" y="2482002"/>
                  </a:lnTo>
                  <a:lnTo>
                    <a:pt x="729446" y="2482048"/>
                  </a:lnTo>
                  <a:lnTo>
                    <a:pt x="729783" y="2482002"/>
                  </a:lnTo>
                  <a:lnTo>
                    <a:pt x="730119" y="2481833"/>
                  </a:lnTo>
                  <a:lnTo>
                    <a:pt x="730456" y="2481680"/>
                  </a:lnTo>
                  <a:lnTo>
                    <a:pt x="730792" y="2481527"/>
                  </a:lnTo>
                  <a:lnTo>
                    <a:pt x="731129" y="2481589"/>
                  </a:lnTo>
                  <a:lnTo>
                    <a:pt x="731465" y="2481680"/>
                  </a:lnTo>
                  <a:lnTo>
                    <a:pt x="731802" y="2481803"/>
                  </a:lnTo>
                  <a:lnTo>
                    <a:pt x="732138" y="2481650"/>
                  </a:lnTo>
                  <a:lnTo>
                    <a:pt x="732475" y="2481734"/>
                  </a:lnTo>
                  <a:lnTo>
                    <a:pt x="732811" y="2481887"/>
                  </a:lnTo>
                  <a:lnTo>
                    <a:pt x="733147" y="2482040"/>
                  </a:lnTo>
                  <a:lnTo>
                    <a:pt x="733484" y="2482193"/>
                  </a:lnTo>
                  <a:lnTo>
                    <a:pt x="733820" y="2482346"/>
                  </a:lnTo>
                  <a:lnTo>
                    <a:pt x="734157" y="2482407"/>
                  </a:lnTo>
                  <a:lnTo>
                    <a:pt x="734493" y="2482285"/>
                  </a:lnTo>
                  <a:lnTo>
                    <a:pt x="734830" y="2482132"/>
                  </a:lnTo>
                  <a:lnTo>
                    <a:pt x="735166" y="2481979"/>
                  </a:lnTo>
                  <a:lnTo>
                    <a:pt x="735503" y="2481788"/>
                  </a:lnTo>
                  <a:lnTo>
                    <a:pt x="735839" y="2481481"/>
                  </a:lnTo>
                  <a:lnTo>
                    <a:pt x="736176" y="2481175"/>
                  </a:lnTo>
                  <a:lnTo>
                    <a:pt x="736512" y="2480869"/>
                  </a:lnTo>
                  <a:lnTo>
                    <a:pt x="736849" y="2480563"/>
                  </a:lnTo>
                  <a:lnTo>
                    <a:pt x="737185" y="2480257"/>
                  </a:lnTo>
                  <a:lnTo>
                    <a:pt x="737521" y="2479951"/>
                  </a:lnTo>
                  <a:lnTo>
                    <a:pt x="737858" y="2479629"/>
                  </a:lnTo>
                  <a:lnTo>
                    <a:pt x="738194" y="2479170"/>
                  </a:lnTo>
                  <a:lnTo>
                    <a:pt x="738531" y="2478711"/>
                  </a:lnTo>
                  <a:lnTo>
                    <a:pt x="738867" y="2478045"/>
                  </a:lnTo>
                  <a:lnTo>
                    <a:pt x="739204" y="2477372"/>
                  </a:lnTo>
                  <a:lnTo>
                    <a:pt x="739540" y="2476759"/>
                  </a:lnTo>
                  <a:lnTo>
                    <a:pt x="739877" y="2476147"/>
                  </a:lnTo>
                  <a:lnTo>
                    <a:pt x="740213" y="2475466"/>
                  </a:lnTo>
                  <a:lnTo>
                    <a:pt x="740550" y="2474739"/>
                  </a:lnTo>
                  <a:lnTo>
                    <a:pt x="740886" y="2474172"/>
                  </a:lnTo>
                  <a:lnTo>
                    <a:pt x="741223" y="2473790"/>
                  </a:lnTo>
                  <a:lnTo>
                    <a:pt x="741559" y="2473399"/>
                  </a:lnTo>
                  <a:lnTo>
                    <a:pt x="741895" y="2473093"/>
                  </a:lnTo>
                  <a:lnTo>
                    <a:pt x="742232" y="2472841"/>
                  </a:lnTo>
                  <a:lnTo>
                    <a:pt x="742568" y="2472688"/>
                  </a:lnTo>
                  <a:lnTo>
                    <a:pt x="742905" y="2472550"/>
                  </a:lnTo>
                  <a:lnTo>
                    <a:pt x="743241" y="2472550"/>
                  </a:lnTo>
                  <a:lnTo>
                    <a:pt x="743578" y="2472550"/>
                  </a:lnTo>
                  <a:lnTo>
                    <a:pt x="743914" y="2472756"/>
                  </a:lnTo>
                  <a:lnTo>
                    <a:pt x="744251" y="2473063"/>
                  </a:lnTo>
                  <a:lnTo>
                    <a:pt x="744587" y="2473369"/>
                  </a:lnTo>
                  <a:lnTo>
                    <a:pt x="744924" y="2473675"/>
                  </a:lnTo>
                  <a:lnTo>
                    <a:pt x="745260" y="2474050"/>
                  </a:lnTo>
                  <a:lnTo>
                    <a:pt x="745597" y="2474509"/>
                  </a:lnTo>
                  <a:lnTo>
                    <a:pt x="745933" y="2474846"/>
                  </a:lnTo>
                  <a:lnTo>
                    <a:pt x="746269" y="2474922"/>
                  </a:lnTo>
                  <a:lnTo>
                    <a:pt x="746606" y="2475007"/>
                  </a:lnTo>
                  <a:lnTo>
                    <a:pt x="746942" y="2474961"/>
                  </a:lnTo>
                  <a:lnTo>
                    <a:pt x="747279" y="2474716"/>
                  </a:lnTo>
                  <a:lnTo>
                    <a:pt x="747615" y="2474294"/>
                  </a:lnTo>
                  <a:lnTo>
                    <a:pt x="747952" y="2474022"/>
                  </a:lnTo>
                  <a:lnTo>
                    <a:pt x="748288" y="2473554"/>
                  </a:lnTo>
                  <a:lnTo>
                    <a:pt x="748625" y="2472964"/>
                  </a:lnTo>
                  <a:lnTo>
                    <a:pt x="748961" y="2472241"/>
                  </a:lnTo>
                  <a:lnTo>
                    <a:pt x="749298" y="2471251"/>
                  </a:lnTo>
                  <a:lnTo>
                    <a:pt x="749634" y="2470066"/>
                  </a:lnTo>
                  <a:lnTo>
                    <a:pt x="749971" y="2468784"/>
                  </a:lnTo>
                  <a:lnTo>
                    <a:pt x="750307" y="2467455"/>
                  </a:lnTo>
                  <a:lnTo>
                    <a:pt x="750643" y="2466213"/>
                  </a:lnTo>
                  <a:lnTo>
                    <a:pt x="750980" y="2465278"/>
                  </a:lnTo>
                  <a:lnTo>
                    <a:pt x="751316" y="2464451"/>
                  </a:lnTo>
                  <a:lnTo>
                    <a:pt x="751653" y="2463642"/>
                  </a:lnTo>
                  <a:lnTo>
                    <a:pt x="751989" y="2462842"/>
                  </a:lnTo>
                  <a:lnTo>
                    <a:pt x="752326" y="2462102"/>
                  </a:lnTo>
                  <a:lnTo>
                    <a:pt x="752662" y="2461540"/>
                  </a:lnTo>
                  <a:lnTo>
                    <a:pt x="752999" y="2460713"/>
                  </a:lnTo>
                  <a:lnTo>
                    <a:pt x="753335" y="2459952"/>
                  </a:lnTo>
                  <a:lnTo>
                    <a:pt x="753672" y="2459531"/>
                  </a:lnTo>
                  <a:lnTo>
                    <a:pt x="754008" y="2459099"/>
                  </a:lnTo>
                  <a:lnTo>
                    <a:pt x="754345" y="2458775"/>
                  </a:lnTo>
                  <a:lnTo>
                    <a:pt x="754681" y="2458570"/>
                  </a:lnTo>
                  <a:lnTo>
                    <a:pt x="755017" y="2458458"/>
                  </a:lnTo>
                  <a:lnTo>
                    <a:pt x="755354" y="2458468"/>
                  </a:lnTo>
                  <a:lnTo>
                    <a:pt x="755690" y="2458267"/>
                  </a:lnTo>
                  <a:lnTo>
                    <a:pt x="756027" y="2457723"/>
                  </a:lnTo>
                  <a:lnTo>
                    <a:pt x="756363" y="2457029"/>
                  </a:lnTo>
                  <a:lnTo>
                    <a:pt x="756700" y="2456355"/>
                  </a:lnTo>
                  <a:lnTo>
                    <a:pt x="757036" y="2455707"/>
                  </a:lnTo>
                  <a:lnTo>
                    <a:pt x="757373" y="2455215"/>
                  </a:lnTo>
                  <a:lnTo>
                    <a:pt x="757709" y="2454809"/>
                  </a:lnTo>
                  <a:lnTo>
                    <a:pt x="758046" y="2454787"/>
                  </a:lnTo>
                  <a:lnTo>
                    <a:pt x="758382" y="2454795"/>
                  </a:lnTo>
                  <a:lnTo>
                    <a:pt x="758719" y="2454531"/>
                  </a:lnTo>
                  <a:lnTo>
                    <a:pt x="759055" y="2454309"/>
                  </a:lnTo>
                  <a:lnTo>
                    <a:pt x="759391" y="2454134"/>
                  </a:lnTo>
                  <a:lnTo>
                    <a:pt x="759728" y="2453931"/>
                  </a:lnTo>
                  <a:lnTo>
                    <a:pt x="760064" y="2453598"/>
                  </a:lnTo>
                  <a:lnTo>
                    <a:pt x="760401" y="2453236"/>
                  </a:lnTo>
                  <a:lnTo>
                    <a:pt x="760737" y="2452959"/>
                  </a:lnTo>
                  <a:lnTo>
                    <a:pt x="761074" y="2452624"/>
                  </a:lnTo>
                  <a:lnTo>
                    <a:pt x="761410" y="2452382"/>
                  </a:lnTo>
                  <a:lnTo>
                    <a:pt x="761747" y="2452120"/>
                  </a:lnTo>
                  <a:lnTo>
                    <a:pt x="762083" y="2451908"/>
                  </a:lnTo>
                  <a:lnTo>
                    <a:pt x="762420" y="2451741"/>
                  </a:lnTo>
                  <a:lnTo>
                    <a:pt x="762756" y="2451476"/>
                  </a:lnTo>
                  <a:lnTo>
                    <a:pt x="763093" y="2451112"/>
                  </a:lnTo>
                  <a:lnTo>
                    <a:pt x="763429" y="2450702"/>
                  </a:lnTo>
                  <a:lnTo>
                    <a:pt x="763765" y="2450363"/>
                  </a:lnTo>
                  <a:lnTo>
                    <a:pt x="764102" y="2449882"/>
                  </a:lnTo>
                  <a:lnTo>
                    <a:pt x="764438" y="2449280"/>
                  </a:lnTo>
                  <a:lnTo>
                    <a:pt x="764775" y="2448699"/>
                  </a:lnTo>
                  <a:lnTo>
                    <a:pt x="765111" y="2448264"/>
                  </a:lnTo>
                  <a:lnTo>
                    <a:pt x="765448" y="2447877"/>
                  </a:lnTo>
                  <a:lnTo>
                    <a:pt x="765784" y="2447548"/>
                  </a:lnTo>
                  <a:lnTo>
                    <a:pt x="766121" y="2447423"/>
                  </a:lnTo>
                  <a:lnTo>
                    <a:pt x="766457" y="2447297"/>
                  </a:lnTo>
                  <a:lnTo>
                    <a:pt x="766794" y="2447171"/>
                  </a:lnTo>
                  <a:lnTo>
                    <a:pt x="767130" y="2446971"/>
                  </a:lnTo>
                  <a:lnTo>
                    <a:pt x="767466" y="2446517"/>
                  </a:lnTo>
                  <a:lnTo>
                    <a:pt x="767803" y="2446090"/>
                  </a:lnTo>
                  <a:lnTo>
                    <a:pt x="768139" y="2445638"/>
                  </a:lnTo>
                  <a:lnTo>
                    <a:pt x="768476" y="2444924"/>
                  </a:lnTo>
                  <a:lnTo>
                    <a:pt x="768812" y="2444268"/>
                  </a:lnTo>
                  <a:lnTo>
                    <a:pt x="769149" y="2443711"/>
                  </a:lnTo>
                  <a:lnTo>
                    <a:pt x="769485" y="2443154"/>
                  </a:lnTo>
                  <a:lnTo>
                    <a:pt x="769822" y="2442569"/>
                  </a:lnTo>
                  <a:lnTo>
                    <a:pt x="770158" y="2442122"/>
                  </a:lnTo>
                  <a:lnTo>
                    <a:pt x="770495" y="2441643"/>
                  </a:lnTo>
                  <a:lnTo>
                    <a:pt x="770831" y="2441172"/>
                  </a:lnTo>
                  <a:lnTo>
                    <a:pt x="771168" y="2440775"/>
                  </a:lnTo>
                  <a:lnTo>
                    <a:pt x="771504" y="2440378"/>
                  </a:lnTo>
                  <a:lnTo>
                    <a:pt x="771840" y="2440052"/>
                  </a:lnTo>
                  <a:lnTo>
                    <a:pt x="772177" y="2439645"/>
                  </a:lnTo>
                  <a:lnTo>
                    <a:pt x="772513" y="2439366"/>
                  </a:lnTo>
                  <a:lnTo>
                    <a:pt x="772850" y="2439114"/>
                  </a:lnTo>
                  <a:lnTo>
                    <a:pt x="773186" y="2439069"/>
                  </a:lnTo>
                  <a:lnTo>
                    <a:pt x="773523" y="2439293"/>
                  </a:lnTo>
                  <a:lnTo>
                    <a:pt x="773859" y="2439376"/>
                  </a:lnTo>
                  <a:lnTo>
                    <a:pt x="774196" y="2439355"/>
                  </a:lnTo>
                  <a:lnTo>
                    <a:pt x="774532" y="2439187"/>
                  </a:lnTo>
                  <a:lnTo>
                    <a:pt x="774869" y="2438927"/>
                  </a:lnTo>
                  <a:lnTo>
                    <a:pt x="775205" y="2438801"/>
                  </a:lnTo>
                  <a:lnTo>
                    <a:pt x="775542" y="2438662"/>
                  </a:lnTo>
                  <a:lnTo>
                    <a:pt x="775878" y="2438579"/>
                  </a:lnTo>
                  <a:lnTo>
                    <a:pt x="776214" y="2438571"/>
                  </a:lnTo>
                  <a:lnTo>
                    <a:pt x="776551" y="2438578"/>
                  </a:lnTo>
                  <a:lnTo>
                    <a:pt x="776887" y="2438162"/>
                  </a:lnTo>
                  <a:lnTo>
                    <a:pt x="777224" y="2437636"/>
                  </a:lnTo>
                  <a:lnTo>
                    <a:pt x="777560" y="2437054"/>
                  </a:lnTo>
                  <a:lnTo>
                    <a:pt x="777897" y="2436376"/>
                  </a:lnTo>
                  <a:lnTo>
                    <a:pt x="778233" y="2435540"/>
                  </a:lnTo>
                  <a:lnTo>
                    <a:pt x="778570" y="2434642"/>
                  </a:lnTo>
                  <a:lnTo>
                    <a:pt x="778906" y="2433556"/>
                  </a:lnTo>
                  <a:lnTo>
                    <a:pt x="779243" y="2432365"/>
                  </a:lnTo>
                  <a:lnTo>
                    <a:pt x="779579" y="2431242"/>
                  </a:lnTo>
                  <a:lnTo>
                    <a:pt x="779916" y="2430285"/>
                  </a:lnTo>
                  <a:lnTo>
                    <a:pt x="780252" y="2429156"/>
                  </a:lnTo>
                  <a:lnTo>
                    <a:pt x="780588" y="2427888"/>
                  </a:lnTo>
                  <a:lnTo>
                    <a:pt x="780925" y="2426285"/>
                  </a:lnTo>
                  <a:lnTo>
                    <a:pt x="781261" y="2424295"/>
                  </a:lnTo>
                  <a:lnTo>
                    <a:pt x="781598" y="2421965"/>
                  </a:lnTo>
                  <a:lnTo>
                    <a:pt x="781934" y="2419309"/>
                  </a:lnTo>
                  <a:lnTo>
                    <a:pt x="782271" y="2416699"/>
                  </a:lnTo>
                  <a:lnTo>
                    <a:pt x="782607" y="2413892"/>
                  </a:lnTo>
                  <a:lnTo>
                    <a:pt x="782944" y="2410621"/>
                  </a:lnTo>
                  <a:lnTo>
                    <a:pt x="783280" y="2407605"/>
                  </a:lnTo>
                  <a:lnTo>
                    <a:pt x="783617" y="2404490"/>
                  </a:lnTo>
                  <a:lnTo>
                    <a:pt x="783953" y="2400686"/>
                  </a:lnTo>
                  <a:lnTo>
                    <a:pt x="784290" y="2396816"/>
                  </a:lnTo>
                  <a:lnTo>
                    <a:pt x="784626" y="2393065"/>
                  </a:lnTo>
                  <a:lnTo>
                    <a:pt x="784962" y="2389152"/>
                  </a:lnTo>
                  <a:lnTo>
                    <a:pt x="785299" y="2385150"/>
                  </a:lnTo>
                  <a:lnTo>
                    <a:pt x="785635" y="2381161"/>
                  </a:lnTo>
                  <a:lnTo>
                    <a:pt x="785972" y="2377071"/>
                  </a:lnTo>
                  <a:lnTo>
                    <a:pt x="786308" y="2373847"/>
                  </a:lnTo>
                  <a:lnTo>
                    <a:pt x="786645" y="2370859"/>
                  </a:lnTo>
                  <a:lnTo>
                    <a:pt x="786981" y="2368267"/>
                  </a:lnTo>
                  <a:lnTo>
                    <a:pt x="787318" y="2365971"/>
                  </a:lnTo>
                  <a:lnTo>
                    <a:pt x="787654" y="2363981"/>
                  </a:lnTo>
                  <a:lnTo>
                    <a:pt x="787991" y="2362338"/>
                  </a:lnTo>
                  <a:lnTo>
                    <a:pt x="788327" y="2360788"/>
                  </a:lnTo>
                  <a:lnTo>
                    <a:pt x="788664" y="2359446"/>
                  </a:lnTo>
                  <a:lnTo>
                    <a:pt x="789000" y="2358376"/>
                  </a:lnTo>
                  <a:lnTo>
                    <a:pt x="789336" y="2357352"/>
                  </a:lnTo>
                  <a:lnTo>
                    <a:pt x="789673" y="2356329"/>
                  </a:lnTo>
                  <a:lnTo>
                    <a:pt x="790009" y="2355412"/>
                  </a:lnTo>
                  <a:lnTo>
                    <a:pt x="790346" y="2354615"/>
                  </a:lnTo>
                  <a:lnTo>
                    <a:pt x="790682" y="2353922"/>
                  </a:lnTo>
                  <a:lnTo>
                    <a:pt x="791019" y="2353322"/>
                  </a:lnTo>
                  <a:lnTo>
                    <a:pt x="791355" y="2352796"/>
                  </a:lnTo>
                  <a:lnTo>
                    <a:pt x="791692" y="2352441"/>
                  </a:lnTo>
                  <a:lnTo>
                    <a:pt x="792028" y="2352123"/>
                  </a:lnTo>
                  <a:lnTo>
                    <a:pt x="792365" y="2351815"/>
                  </a:lnTo>
                  <a:lnTo>
                    <a:pt x="792701" y="2351469"/>
                  </a:lnTo>
                  <a:lnTo>
                    <a:pt x="793038" y="2351124"/>
                  </a:lnTo>
                  <a:lnTo>
                    <a:pt x="793374" y="2350965"/>
                  </a:lnTo>
                  <a:lnTo>
                    <a:pt x="793710" y="2350983"/>
                  </a:lnTo>
                  <a:lnTo>
                    <a:pt x="794047" y="2351119"/>
                  </a:lnTo>
                  <a:lnTo>
                    <a:pt x="794383" y="2351578"/>
                  </a:lnTo>
                  <a:lnTo>
                    <a:pt x="794720" y="2352214"/>
                  </a:lnTo>
                  <a:lnTo>
                    <a:pt x="795056" y="2352826"/>
                  </a:lnTo>
                  <a:lnTo>
                    <a:pt x="795393" y="2353438"/>
                  </a:lnTo>
                  <a:lnTo>
                    <a:pt x="795729" y="2354118"/>
                  </a:lnTo>
                  <a:lnTo>
                    <a:pt x="796066" y="2354432"/>
                  </a:lnTo>
                  <a:lnTo>
                    <a:pt x="796402" y="2354657"/>
                  </a:lnTo>
                  <a:lnTo>
                    <a:pt x="796739" y="2354861"/>
                  </a:lnTo>
                  <a:lnTo>
                    <a:pt x="797075" y="2354964"/>
                  </a:lnTo>
                  <a:lnTo>
                    <a:pt x="797411" y="2354997"/>
                  </a:lnTo>
                  <a:lnTo>
                    <a:pt x="797748" y="2355048"/>
                  </a:lnTo>
                  <a:lnTo>
                    <a:pt x="798084" y="2355099"/>
                  </a:lnTo>
                  <a:lnTo>
                    <a:pt x="798421" y="2354917"/>
                  </a:lnTo>
                  <a:lnTo>
                    <a:pt x="798757" y="2354397"/>
                  </a:lnTo>
                  <a:lnTo>
                    <a:pt x="799094" y="2353738"/>
                  </a:lnTo>
                  <a:lnTo>
                    <a:pt x="799430" y="2353079"/>
                  </a:lnTo>
                  <a:lnTo>
                    <a:pt x="799767" y="2352232"/>
                  </a:lnTo>
                  <a:lnTo>
                    <a:pt x="800103" y="2351393"/>
                  </a:lnTo>
                  <a:lnTo>
                    <a:pt x="800440" y="2350553"/>
                  </a:lnTo>
                  <a:lnTo>
                    <a:pt x="800776" y="2349580"/>
                  </a:lnTo>
                  <a:lnTo>
                    <a:pt x="801113" y="2348563"/>
                  </a:lnTo>
                  <a:lnTo>
                    <a:pt x="801449" y="2347530"/>
                  </a:lnTo>
                  <a:lnTo>
                    <a:pt x="801785" y="2346367"/>
                  </a:lnTo>
                  <a:lnTo>
                    <a:pt x="802122" y="2345153"/>
                  </a:lnTo>
                  <a:lnTo>
                    <a:pt x="802458" y="2343964"/>
                  </a:lnTo>
                  <a:lnTo>
                    <a:pt x="802795" y="2342813"/>
                  </a:lnTo>
                  <a:lnTo>
                    <a:pt x="803131" y="2341777"/>
                  </a:lnTo>
                  <a:lnTo>
                    <a:pt x="803468" y="2340666"/>
                  </a:lnTo>
                  <a:lnTo>
                    <a:pt x="803804" y="2339486"/>
                  </a:lnTo>
                  <a:lnTo>
                    <a:pt x="804141" y="2338078"/>
                  </a:lnTo>
                  <a:lnTo>
                    <a:pt x="804477" y="2336719"/>
                  </a:lnTo>
                  <a:lnTo>
                    <a:pt x="804814" y="2334931"/>
                  </a:lnTo>
                  <a:lnTo>
                    <a:pt x="805150" y="2332517"/>
                  </a:lnTo>
                  <a:lnTo>
                    <a:pt x="805487" y="2330207"/>
                  </a:lnTo>
                  <a:lnTo>
                    <a:pt x="805823" y="2327880"/>
                  </a:lnTo>
                  <a:lnTo>
                    <a:pt x="806159" y="2325626"/>
                  </a:lnTo>
                  <a:lnTo>
                    <a:pt x="806496" y="2323483"/>
                  </a:lnTo>
                  <a:lnTo>
                    <a:pt x="806832" y="2321397"/>
                  </a:lnTo>
                  <a:lnTo>
                    <a:pt x="807169" y="2319417"/>
                  </a:lnTo>
                  <a:lnTo>
                    <a:pt x="807505" y="2317506"/>
                  </a:lnTo>
                  <a:lnTo>
                    <a:pt x="807842" y="2315642"/>
                  </a:lnTo>
                  <a:lnTo>
                    <a:pt x="808178" y="2313662"/>
                  </a:lnTo>
                  <a:lnTo>
                    <a:pt x="808515" y="2311641"/>
                  </a:lnTo>
                  <a:lnTo>
                    <a:pt x="808851" y="2309952"/>
                  </a:lnTo>
                  <a:lnTo>
                    <a:pt x="809188" y="2308413"/>
                  </a:lnTo>
                  <a:lnTo>
                    <a:pt x="809524" y="2306676"/>
                  </a:lnTo>
                  <a:lnTo>
                    <a:pt x="809861" y="2305324"/>
                  </a:lnTo>
                  <a:lnTo>
                    <a:pt x="810197" y="2304701"/>
                  </a:lnTo>
                  <a:lnTo>
                    <a:pt x="810533" y="2304037"/>
                  </a:lnTo>
                  <a:lnTo>
                    <a:pt x="810870" y="2303654"/>
                  </a:lnTo>
                  <a:lnTo>
                    <a:pt x="811206" y="2303572"/>
                  </a:lnTo>
                  <a:lnTo>
                    <a:pt x="811543" y="2303490"/>
                  </a:lnTo>
                  <a:lnTo>
                    <a:pt x="811879" y="2303400"/>
                  </a:lnTo>
                  <a:lnTo>
                    <a:pt x="812216" y="2303145"/>
                  </a:lnTo>
                  <a:lnTo>
                    <a:pt x="812552" y="2302821"/>
                  </a:lnTo>
                  <a:lnTo>
                    <a:pt x="812889" y="2302413"/>
                  </a:lnTo>
                  <a:lnTo>
                    <a:pt x="813225" y="2302081"/>
                  </a:lnTo>
                  <a:lnTo>
                    <a:pt x="813562" y="2302009"/>
                  </a:lnTo>
                  <a:lnTo>
                    <a:pt x="813898" y="2301978"/>
                  </a:lnTo>
                  <a:lnTo>
                    <a:pt x="814235" y="2302098"/>
                  </a:lnTo>
                  <a:lnTo>
                    <a:pt x="814571" y="2302503"/>
                  </a:lnTo>
                  <a:lnTo>
                    <a:pt x="814907" y="2303204"/>
                  </a:lnTo>
                  <a:lnTo>
                    <a:pt x="815244" y="2303996"/>
                  </a:lnTo>
                  <a:lnTo>
                    <a:pt x="815580" y="2305088"/>
                  </a:lnTo>
                  <a:lnTo>
                    <a:pt x="815917" y="2306394"/>
                  </a:lnTo>
                  <a:lnTo>
                    <a:pt x="816253" y="2307833"/>
                  </a:lnTo>
                  <a:lnTo>
                    <a:pt x="816590" y="2309371"/>
                  </a:lnTo>
                  <a:lnTo>
                    <a:pt x="816926" y="2311076"/>
                  </a:lnTo>
                  <a:lnTo>
                    <a:pt x="817263" y="2312879"/>
                  </a:lnTo>
                  <a:lnTo>
                    <a:pt x="817599" y="2314682"/>
                  </a:lnTo>
                  <a:lnTo>
                    <a:pt x="817936" y="2316486"/>
                  </a:lnTo>
                  <a:lnTo>
                    <a:pt x="818272" y="2318284"/>
                  </a:lnTo>
                  <a:lnTo>
                    <a:pt x="818609" y="2320087"/>
                  </a:lnTo>
                  <a:lnTo>
                    <a:pt x="818945" y="2321930"/>
                  </a:lnTo>
                  <a:lnTo>
                    <a:pt x="819281" y="2323799"/>
                  </a:lnTo>
                  <a:lnTo>
                    <a:pt x="819618" y="2325488"/>
                  </a:lnTo>
                  <a:lnTo>
                    <a:pt x="819954" y="2326891"/>
                  </a:lnTo>
                  <a:lnTo>
                    <a:pt x="820291" y="2328236"/>
                  </a:lnTo>
                  <a:lnTo>
                    <a:pt x="820627" y="2329375"/>
                  </a:lnTo>
                  <a:lnTo>
                    <a:pt x="820964" y="2330287"/>
                  </a:lnTo>
                  <a:lnTo>
                    <a:pt x="821300" y="2331164"/>
                  </a:lnTo>
                  <a:lnTo>
                    <a:pt x="821637" y="2331843"/>
                  </a:lnTo>
                  <a:lnTo>
                    <a:pt x="821973" y="2332366"/>
                  </a:lnTo>
                  <a:lnTo>
                    <a:pt x="822310" y="2332797"/>
                  </a:lnTo>
                  <a:lnTo>
                    <a:pt x="822646" y="2333320"/>
                  </a:lnTo>
                  <a:lnTo>
                    <a:pt x="822983" y="2334122"/>
                  </a:lnTo>
                  <a:lnTo>
                    <a:pt x="823319" y="2334989"/>
                  </a:lnTo>
                  <a:lnTo>
                    <a:pt x="823655" y="2335923"/>
                  </a:lnTo>
                  <a:lnTo>
                    <a:pt x="823992" y="2336905"/>
                  </a:lnTo>
                  <a:lnTo>
                    <a:pt x="824328" y="2337842"/>
                  </a:lnTo>
                  <a:lnTo>
                    <a:pt x="824665" y="2338710"/>
                  </a:lnTo>
                  <a:lnTo>
                    <a:pt x="825001" y="2339607"/>
                  </a:lnTo>
                  <a:lnTo>
                    <a:pt x="825338" y="2340351"/>
                  </a:lnTo>
                  <a:lnTo>
                    <a:pt x="825674" y="2341096"/>
                  </a:lnTo>
                  <a:lnTo>
                    <a:pt x="826011" y="2341950"/>
                  </a:lnTo>
                  <a:lnTo>
                    <a:pt x="826347" y="2342474"/>
                  </a:lnTo>
                  <a:lnTo>
                    <a:pt x="826684" y="2342786"/>
                  </a:lnTo>
                  <a:lnTo>
                    <a:pt x="827020" y="2343169"/>
                  </a:lnTo>
                  <a:lnTo>
                    <a:pt x="827357" y="2343753"/>
                  </a:lnTo>
                  <a:lnTo>
                    <a:pt x="827693" y="2344247"/>
                  </a:lnTo>
                  <a:lnTo>
                    <a:pt x="828029" y="2344698"/>
                  </a:lnTo>
                  <a:lnTo>
                    <a:pt x="828366" y="2345078"/>
                  </a:lnTo>
                  <a:lnTo>
                    <a:pt x="828702" y="2345283"/>
                  </a:lnTo>
                  <a:lnTo>
                    <a:pt x="829039" y="2345075"/>
                  </a:lnTo>
                  <a:lnTo>
                    <a:pt x="829375" y="2344867"/>
                  </a:lnTo>
                  <a:lnTo>
                    <a:pt x="829712" y="2344663"/>
                  </a:lnTo>
                  <a:lnTo>
                    <a:pt x="830048" y="2344458"/>
                  </a:lnTo>
                  <a:lnTo>
                    <a:pt x="830385" y="2344254"/>
                  </a:lnTo>
                  <a:lnTo>
                    <a:pt x="830721" y="2344074"/>
                  </a:lnTo>
                  <a:lnTo>
                    <a:pt x="831058" y="2343831"/>
                  </a:lnTo>
                  <a:lnTo>
                    <a:pt x="831394" y="2343889"/>
                  </a:lnTo>
                  <a:lnTo>
                    <a:pt x="831730" y="2344100"/>
                  </a:lnTo>
                  <a:lnTo>
                    <a:pt x="832067" y="2344285"/>
                  </a:lnTo>
                  <a:lnTo>
                    <a:pt x="832403" y="2344327"/>
                  </a:lnTo>
                  <a:lnTo>
                    <a:pt x="832740" y="2344310"/>
                  </a:lnTo>
                  <a:lnTo>
                    <a:pt x="833076" y="2344210"/>
                  </a:lnTo>
                  <a:lnTo>
                    <a:pt x="833413" y="2344097"/>
                  </a:lnTo>
                  <a:lnTo>
                    <a:pt x="833749" y="2344053"/>
                  </a:lnTo>
                  <a:lnTo>
                    <a:pt x="834086" y="2344139"/>
                  </a:lnTo>
                  <a:lnTo>
                    <a:pt x="834422" y="2344232"/>
                  </a:lnTo>
                  <a:lnTo>
                    <a:pt x="834759" y="2344444"/>
                  </a:lnTo>
                  <a:lnTo>
                    <a:pt x="835095" y="2344515"/>
                  </a:lnTo>
                  <a:lnTo>
                    <a:pt x="835432" y="2344551"/>
                  </a:lnTo>
                  <a:lnTo>
                    <a:pt x="835768" y="2344786"/>
                  </a:lnTo>
                  <a:lnTo>
                    <a:pt x="836104" y="2345027"/>
                  </a:lnTo>
                  <a:lnTo>
                    <a:pt x="836441" y="2345278"/>
                  </a:lnTo>
                  <a:lnTo>
                    <a:pt x="836777" y="2345529"/>
                  </a:lnTo>
                  <a:lnTo>
                    <a:pt x="837114" y="2345808"/>
                  </a:lnTo>
                  <a:lnTo>
                    <a:pt x="837450" y="2345905"/>
                  </a:lnTo>
                  <a:lnTo>
                    <a:pt x="837787" y="2346035"/>
                  </a:lnTo>
                  <a:lnTo>
                    <a:pt x="838123" y="2346255"/>
                  </a:lnTo>
                  <a:lnTo>
                    <a:pt x="838460" y="2346412"/>
                  </a:lnTo>
                  <a:lnTo>
                    <a:pt x="838796" y="2346569"/>
                  </a:lnTo>
                  <a:lnTo>
                    <a:pt x="839133" y="2346726"/>
                  </a:lnTo>
                  <a:lnTo>
                    <a:pt x="839469" y="2347002"/>
                  </a:lnTo>
                  <a:lnTo>
                    <a:pt x="839806" y="2347159"/>
                  </a:lnTo>
                  <a:lnTo>
                    <a:pt x="840142" y="2347387"/>
                  </a:lnTo>
                  <a:lnTo>
                    <a:pt x="840478" y="2347617"/>
                  </a:lnTo>
                  <a:lnTo>
                    <a:pt x="840815" y="2347629"/>
                  </a:lnTo>
                  <a:lnTo>
                    <a:pt x="841151" y="2347783"/>
                  </a:lnTo>
                  <a:lnTo>
                    <a:pt x="841488" y="2347962"/>
                  </a:lnTo>
                  <a:lnTo>
                    <a:pt x="841824" y="2348493"/>
                  </a:lnTo>
                  <a:lnTo>
                    <a:pt x="842161" y="2349103"/>
                  </a:lnTo>
                  <a:lnTo>
                    <a:pt x="842497" y="2349720"/>
                  </a:lnTo>
                  <a:lnTo>
                    <a:pt x="842834" y="2350471"/>
                  </a:lnTo>
                  <a:lnTo>
                    <a:pt x="843170" y="2351028"/>
                  </a:lnTo>
                  <a:lnTo>
                    <a:pt x="843507" y="2351477"/>
                  </a:lnTo>
                  <a:lnTo>
                    <a:pt x="843843" y="2351972"/>
                  </a:lnTo>
                  <a:lnTo>
                    <a:pt x="844180" y="2352638"/>
                  </a:lnTo>
                  <a:lnTo>
                    <a:pt x="844516" y="2353466"/>
                  </a:lnTo>
                  <a:lnTo>
                    <a:pt x="844852" y="2354385"/>
                  </a:lnTo>
                  <a:lnTo>
                    <a:pt x="845189" y="2355443"/>
                  </a:lnTo>
                  <a:lnTo>
                    <a:pt x="845525" y="2356661"/>
                  </a:lnTo>
                  <a:lnTo>
                    <a:pt x="845862" y="2357907"/>
                  </a:lnTo>
                  <a:lnTo>
                    <a:pt x="846198" y="2359367"/>
                  </a:lnTo>
                  <a:lnTo>
                    <a:pt x="846535" y="2360933"/>
                  </a:lnTo>
                  <a:lnTo>
                    <a:pt x="846871" y="2362408"/>
                  </a:lnTo>
                  <a:lnTo>
                    <a:pt x="847208" y="2363645"/>
                  </a:lnTo>
                  <a:lnTo>
                    <a:pt x="847544" y="2364983"/>
                  </a:lnTo>
                  <a:lnTo>
                    <a:pt x="847881" y="2366252"/>
                  </a:lnTo>
                  <a:lnTo>
                    <a:pt x="848217" y="2367735"/>
                  </a:lnTo>
                  <a:lnTo>
                    <a:pt x="848554" y="2369606"/>
                  </a:lnTo>
                  <a:lnTo>
                    <a:pt x="848890" y="2371684"/>
                  </a:lnTo>
                  <a:lnTo>
                    <a:pt x="849226" y="2374098"/>
                  </a:lnTo>
                  <a:lnTo>
                    <a:pt x="849563" y="2376362"/>
                  </a:lnTo>
                  <a:lnTo>
                    <a:pt x="849899" y="2378644"/>
                  </a:lnTo>
                  <a:lnTo>
                    <a:pt x="850236" y="2381452"/>
                  </a:lnTo>
                  <a:lnTo>
                    <a:pt x="850572" y="2383886"/>
                  </a:lnTo>
                  <a:lnTo>
                    <a:pt x="850909" y="2386450"/>
                  </a:lnTo>
                  <a:lnTo>
                    <a:pt x="851245" y="2389696"/>
                  </a:lnTo>
                  <a:lnTo>
                    <a:pt x="851582" y="2392962"/>
                  </a:lnTo>
                  <a:lnTo>
                    <a:pt x="851918" y="2396061"/>
                  </a:lnTo>
                  <a:lnTo>
                    <a:pt x="852255" y="2399315"/>
                  </a:lnTo>
                  <a:lnTo>
                    <a:pt x="852591" y="2402732"/>
                  </a:lnTo>
                  <a:lnTo>
                    <a:pt x="852928" y="2406097"/>
                  </a:lnTo>
                  <a:lnTo>
                    <a:pt x="853264" y="2409735"/>
                  </a:lnTo>
                  <a:lnTo>
                    <a:pt x="853600" y="2412488"/>
                  </a:lnTo>
                  <a:lnTo>
                    <a:pt x="853937" y="2415097"/>
                  </a:lnTo>
                  <a:lnTo>
                    <a:pt x="854273" y="2417310"/>
                  </a:lnTo>
                  <a:lnTo>
                    <a:pt x="854610" y="2419202"/>
                  </a:lnTo>
                  <a:lnTo>
                    <a:pt x="854946" y="2420812"/>
                  </a:lnTo>
                  <a:lnTo>
                    <a:pt x="855283" y="2422077"/>
                  </a:lnTo>
                  <a:lnTo>
                    <a:pt x="855619" y="2423511"/>
                  </a:lnTo>
                  <a:lnTo>
                    <a:pt x="855956" y="2424633"/>
                  </a:lnTo>
                  <a:lnTo>
                    <a:pt x="856292" y="2425438"/>
                  </a:lnTo>
                  <a:lnTo>
                    <a:pt x="856629" y="2426015"/>
                  </a:lnTo>
                  <a:lnTo>
                    <a:pt x="856965" y="2426489"/>
                  </a:lnTo>
                  <a:lnTo>
                    <a:pt x="857302" y="2426794"/>
                  </a:lnTo>
                  <a:lnTo>
                    <a:pt x="857638" y="2426850"/>
                  </a:lnTo>
                  <a:lnTo>
                    <a:pt x="857974" y="2426715"/>
                  </a:lnTo>
                  <a:lnTo>
                    <a:pt x="858311" y="2426317"/>
                  </a:lnTo>
                  <a:lnTo>
                    <a:pt x="858647" y="2425592"/>
                  </a:lnTo>
                  <a:lnTo>
                    <a:pt x="858984" y="2424694"/>
                  </a:lnTo>
                  <a:lnTo>
                    <a:pt x="859320" y="2423834"/>
                  </a:lnTo>
                  <a:lnTo>
                    <a:pt x="859657" y="2423067"/>
                  </a:lnTo>
                  <a:lnTo>
                    <a:pt x="859993" y="2422397"/>
                  </a:lnTo>
                  <a:lnTo>
                    <a:pt x="860330" y="2421707"/>
                  </a:lnTo>
                  <a:lnTo>
                    <a:pt x="860666" y="2420985"/>
                  </a:lnTo>
                  <a:lnTo>
                    <a:pt x="861003" y="2420328"/>
                  </a:lnTo>
                  <a:lnTo>
                    <a:pt x="861339" y="2419523"/>
                  </a:lnTo>
                  <a:lnTo>
                    <a:pt x="861676" y="2418443"/>
                  </a:lnTo>
                  <a:lnTo>
                    <a:pt x="862012" y="2417416"/>
                  </a:lnTo>
                  <a:lnTo>
                    <a:pt x="862348" y="2416461"/>
                  </a:lnTo>
                  <a:lnTo>
                    <a:pt x="862685" y="2415545"/>
                  </a:lnTo>
                  <a:lnTo>
                    <a:pt x="863021" y="2414522"/>
                  </a:lnTo>
                  <a:lnTo>
                    <a:pt x="863358" y="2413875"/>
                  </a:lnTo>
                  <a:lnTo>
                    <a:pt x="863694" y="2414210"/>
                  </a:lnTo>
                  <a:lnTo>
                    <a:pt x="864031" y="2414639"/>
                  </a:lnTo>
                  <a:lnTo>
                    <a:pt x="864367" y="2415195"/>
                  </a:lnTo>
                  <a:lnTo>
                    <a:pt x="864704" y="2415869"/>
                  </a:lnTo>
                  <a:lnTo>
                    <a:pt x="865040" y="2416509"/>
                  </a:lnTo>
                  <a:lnTo>
                    <a:pt x="865377" y="2417218"/>
                  </a:lnTo>
                  <a:lnTo>
                    <a:pt x="865713" y="2418044"/>
                  </a:lnTo>
                  <a:lnTo>
                    <a:pt x="866049" y="2419132"/>
                  </a:lnTo>
                  <a:lnTo>
                    <a:pt x="866386" y="2420359"/>
                  </a:lnTo>
                  <a:lnTo>
                    <a:pt x="866722" y="2421587"/>
                  </a:lnTo>
                  <a:lnTo>
                    <a:pt x="867059" y="2422794"/>
                  </a:lnTo>
                  <a:lnTo>
                    <a:pt x="867395" y="2423862"/>
                  </a:lnTo>
                  <a:lnTo>
                    <a:pt x="867732" y="2424977"/>
                  </a:lnTo>
                  <a:lnTo>
                    <a:pt x="868068" y="2426224"/>
                  </a:lnTo>
                  <a:lnTo>
                    <a:pt x="868405" y="2427515"/>
                  </a:lnTo>
                  <a:lnTo>
                    <a:pt x="868741" y="2428860"/>
                  </a:lnTo>
                  <a:lnTo>
                    <a:pt x="869078" y="2430358"/>
                  </a:lnTo>
                  <a:lnTo>
                    <a:pt x="869414" y="2431908"/>
                  </a:lnTo>
                  <a:lnTo>
                    <a:pt x="869751" y="2433237"/>
                  </a:lnTo>
                  <a:lnTo>
                    <a:pt x="870087" y="2434294"/>
                  </a:lnTo>
                  <a:lnTo>
                    <a:pt x="870423" y="2435270"/>
                  </a:lnTo>
                  <a:lnTo>
                    <a:pt x="870760" y="2436293"/>
                  </a:lnTo>
                  <a:lnTo>
                    <a:pt x="871096" y="2437384"/>
                  </a:lnTo>
                  <a:lnTo>
                    <a:pt x="871433" y="2438705"/>
                  </a:lnTo>
                  <a:lnTo>
                    <a:pt x="871769" y="2439888"/>
                  </a:lnTo>
                  <a:lnTo>
                    <a:pt x="872106" y="2441302"/>
                  </a:lnTo>
                  <a:lnTo>
                    <a:pt x="872442" y="2443032"/>
                  </a:lnTo>
                  <a:lnTo>
                    <a:pt x="872779" y="2444366"/>
                  </a:lnTo>
                  <a:lnTo>
                    <a:pt x="873115" y="2445606"/>
                  </a:lnTo>
                  <a:lnTo>
                    <a:pt x="873452" y="2446932"/>
                  </a:lnTo>
                  <a:lnTo>
                    <a:pt x="873788" y="2447851"/>
                  </a:lnTo>
                  <a:lnTo>
                    <a:pt x="874125" y="2448712"/>
                  </a:lnTo>
                  <a:lnTo>
                    <a:pt x="874461" y="2449345"/>
                  </a:lnTo>
                  <a:lnTo>
                    <a:pt x="874797" y="2450084"/>
                  </a:lnTo>
                  <a:lnTo>
                    <a:pt x="875134" y="2450686"/>
                  </a:lnTo>
                  <a:lnTo>
                    <a:pt x="875470" y="2451395"/>
                  </a:lnTo>
                  <a:lnTo>
                    <a:pt x="875807" y="2451939"/>
                  </a:lnTo>
                  <a:lnTo>
                    <a:pt x="876143" y="2452251"/>
                  </a:lnTo>
                  <a:lnTo>
                    <a:pt x="876480" y="2452290"/>
                  </a:lnTo>
                  <a:lnTo>
                    <a:pt x="876816" y="2452619"/>
                  </a:lnTo>
                  <a:lnTo>
                    <a:pt x="877153" y="2452876"/>
                  </a:lnTo>
                  <a:lnTo>
                    <a:pt x="877489" y="2452979"/>
                  </a:lnTo>
                  <a:lnTo>
                    <a:pt x="877826" y="2453183"/>
                  </a:lnTo>
                  <a:lnTo>
                    <a:pt x="878162" y="2453237"/>
                  </a:lnTo>
                  <a:lnTo>
                    <a:pt x="878499" y="2452806"/>
                  </a:lnTo>
                  <a:lnTo>
                    <a:pt x="878835" y="2452277"/>
                  </a:lnTo>
                  <a:lnTo>
                    <a:pt x="879171" y="2451754"/>
                  </a:lnTo>
                  <a:lnTo>
                    <a:pt x="879508" y="2451519"/>
                  </a:lnTo>
                  <a:lnTo>
                    <a:pt x="879844" y="2451399"/>
                  </a:lnTo>
                  <a:lnTo>
                    <a:pt x="880181" y="2451654"/>
                  </a:lnTo>
                  <a:lnTo>
                    <a:pt x="880517" y="2451917"/>
                  </a:lnTo>
                  <a:lnTo>
                    <a:pt x="880854" y="2452188"/>
                  </a:lnTo>
                  <a:lnTo>
                    <a:pt x="881190" y="2452219"/>
                  </a:lnTo>
                  <a:lnTo>
                    <a:pt x="881527" y="2452268"/>
                  </a:lnTo>
                  <a:lnTo>
                    <a:pt x="881863" y="2452260"/>
                  </a:lnTo>
                  <a:lnTo>
                    <a:pt x="882200" y="2452158"/>
                  </a:lnTo>
                  <a:lnTo>
                    <a:pt x="882536" y="2451982"/>
                  </a:lnTo>
                  <a:lnTo>
                    <a:pt x="882873" y="2451664"/>
                  </a:lnTo>
                  <a:lnTo>
                    <a:pt x="883209" y="2451231"/>
                  </a:lnTo>
                  <a:lnTo>
                    <a:pt x="883545" y="2450668"/>
                  </a:lnTo>
                  <a:lnTo>
                    <a:pt x="883882" y="2450099"/>
                  </a:lnTo>
                  <a:lnTo>
                    <a:pt x="884218" y="2449531"/>
                  </a:lnTo>
                  <a:lnTo>
                    <a:pt x="884555" y="2448963"/>
                  </a:lnTo>
                  <a:lnTo>
                    <a:pt x="884891" y="2448341"/>
                  </a:lnTo>
                  <a:lnTo>
                    <a:pt x="885228" y="2447467"/>
                  </a:lnTo>
                  <a:lnTo>
                    <a:pt x="885564" y="2446592"/>
                  </a:lnTo>
                  <a:lnTo>
                    <a:pt x="885901" y="2445771"/>
                  </a:lnTo>
                  <a:lnTo>
                    <a:pt x="886237" y="2445050"/>
                  </a:lnTo>
                  <a:lnTo>
                    <a:pt x="886574" y="2444361"/>
                  </a:lnTo>
                  <a:lnTo>
                    <a:pt x="886910" y="2443750"/>
                  </a:lnTo>
                  <a:lnTo>
                    <a:pt x="887247" y="2443143"/>
                  </a:lnTo>
                  <a:lnTo>
                    <a:pt x="887583" y="2442588"/>
                  </a:lnTo>
                  <a:lnTo>
                    <a:pt x="887919" y="2442016"/>
                  </a:lnTo>
                  <a:lnTo>
                    <a:pt x="888256" y="2441302"/>
                  </a:lnTo>
                  <a:lnTo>
                    <a:pt x="888592" y="2440665"/>
                  </a:lnTo>
                  <a:lnTo>
                    <a:pt x="888929" y="2440205"/>
                  </a:lnTo>
                  <a:lnTo>
                    <a:pt x="889265" y="2439746"/>
                  </a:lnTo>
                  <a:lnTo>
                    <a:pt x="889602" y="2439287"/>
                  </a:lnTo>
                  <a:lnTo>
                    <a:pt x="889938" y="2438797"/>
                  </a:lnTo>
                  <a:lnTo>
                    <a:pt x="890275" y="2438336"/>
                  </a:lnTo>
                  <a:lnTo>
                    <a:pt x="890611" y="2437860"/>
                  </a:lnTo>
                  <a:lnTo>
                    <a:pt x="890948" y="2437137"/>
                  </a:lnTo>
                  <a:lnTo>
                    <a:pt x="891284" y="2436578"/>
                  </a:lnTo>
                  <a:lnTo>
                    <a:pt x="891621" y="2435853"/>
                  </a:lnTo>
                  <a:lnTo>
                    <a:pt x="891957" y="2434989"/>
                  </a:lnTo>
                  <a:lnTo>
                    <a:pt x="892293" y="2434121"/>
                  </a:lnTo>
                  <a:lnTo>
                    <a:pt x="892630" y="2433165"/>
                  </a:lnTo>
                  <a:lnTo>
                    <a:pt x="892966" y="2432222"/>
                  </a:lnTo>
                  <a:lnTo>
                    <a:pt x="893303" y="2431299"/>
                  </a:lnTo>
                  <a:lnTo>
                    <a:pt x="893639" y="2430623"/>
                  </a:lnTo>
                  <a:lnTo>
                    <a:pt x="893976" y="2429972"/>
                  </a:lnTo>
                  <a:lnTo>
                    <a:pt x="894312" y="2429317"/>
                  </a:lnTo>
                  <a:lnTo>
                    <a:pt x="894649" y="2428574"/>
                  </a:lnTo>
                  <a:lnTo>
                    <a:pt x="894985" y="2427703"/>
                  </a:lnTo>
                  <a:lnTo>
                    <a:pt x="895322" y="2426702"/>
                  </a:lnTo>
                  <a:lnTo>
                    <a:pt x="895658" y="2425675"/>
                  </a:lnTo>
                  <a:lnTo>
                    <a:pt x="895995" y="2424875"/>
                  </a:lnTo>
                  <a:lnTo>
                    <a:pt x="896331" y="2424331"/>
                  </a:lnTo>
                  <a:lnTo>
                    <a:pt x="896667" y="2423931"/>
                  </a:lnTo>
                  <a:lnTo>
                    <a:pt x="897004" y="2423467"/>
                  </a:lnTo>
                  <a:lnTo>
                    <a:pt x="897340" y="2422933"/>
                  </a:lnTo>
                  <a:lnTo>
                    <a:pt x="897677" y="2422398"/>
                  </a:lnTo>
                  <a:lnTo>
                    <a:pt x="898013" y="2421894"/>
                  </a:lnTo>
                  <a:lnTo>
                    <a:pt x="898350" y="2421400"/>
                  </a:lnTo>
                  <a:lnTo>
                    <a:pt x="898686" y="2420590"/>
                  </a:lnTo>
                  <a:lnTo>
                    <a:pt x="899023" y="2419749"/>
                  </a:lnTo>
                  <a:lnTo>
                    <a:pt x="899359" y="2418954"/>
                  </a:lnTo>
                  <a:lnTo>
                    <a:pt x="899696" y="2418143"/>
                  </a:lnTo>
                  <a:lnTo>
                    <a:pt x="900032" y="2417279"/>
                  </a:lnTo>
                  <a:lnTo>
                    <a:pt x="900368" y="2416660"/>
                  </a:lnTo>
                  <a:lnTo>
                    <a:pt x="900705" y="2416151"/>
                  </a:lnTo>
                  <a:lnTo>
                    <a:pt x="901041" y="2415616"/>
                  </a:lnTo>
                  <a:lnTo>
                    <a:pt x="901378" y="2415021"/>
                  </a:lnTo>
                  <a:lnTo>
                    <a:pt x="901714" y="2414491"/>
                  </a:lnTo>
                  <a:lnTo>
                    <a:pt x="902051" y="2414165"/>
                  </a:lnTo>
                  <a:lnTo>
                    <a:pt x="902387" y="2413959"/>
                  </a:lnTo>
                  <a:lnTo>
                    <a:pt x="902724" y="2413805"/>
                  </a:lnTo>
                  <a:lnTo>
                    <a:pt x="903060" y="2413652"/>
                  </a:lnTo>
                  <a:lnTo>
                    <a:pt x="903397" y="2413614"/>
                  </a:lnTo>
                  <a:lnTo>
                    <a:pt x="903733" y="2413767"/>
                  </a:lnTo>
                  <a:lnTo>
                    <a:pt x="904070" y="2413920"/>
                  </a:lnTo>
                  <a:lnTo>
                    <a:pt x="904406" y="2414112"/>
                  </a:lnTo>
                  <a:lnTo>
                    <a:pt x="904742" y="2414418"/>
                  </a:lnTo>
                  <a:lnTo>
                    <a:pt x="905079" y="2414724"/>
                  </a:lnTo>
                  <a:lnTo>
                    <a:pt x="905415" y="2415030"/>
                  </a:lnTo>
                  <a:lnTo>
                    <a:pt x="905752" y="2415365"/>
                  </a:lnTo>
                  <a:lnTo>
                    <a:pt x="906088" y="2415675"/>
                  </a:lnTo>
                  <a:lnTo>
                    <a:pt x="906425" y="2415984"/>
                  </a:lnTo>
                  <a:lnTo>
                    <a:pt x="906761" y="2416293"/>
                  </a:lnTo>
                  <a:lnTo>
                    <a:pt x="907098" y="2416602"/>
                  </a:lnTo>
                  <a:lnTo>
                    <a:pt x="907434" y="2416792"/>
                  </a:lnTo>
                  <a:lnTo>
                    <a:pt x="907771" y="2416811"/>
                  </a:lnTo>
                  <a:lnTo>
                    <a:pt x="908107" y="2416706"/>
                  </a:lnTo>
                  <a:lnTo>
                    <a:pt x="908444" y="2416633"/>
                  </a:lnTo>
                  <a:lnTo>
                    <a:pt x="908780" y="2416618"/>
                  </a:lnTo>
                  <a:lnTo>
                    <a:pt x="909116" y="2416532"/>
                  </a:lnTo>
                  <a:lnTo>
                    <a:pt x="909453" y="2416403"/>
                  </a:lnTo>
                  <a:lnTo>
                    <a:pt x="909789" y="2416017"/>
                  </a:lnTo>
                  <a:lnTo>
                    <a:pt x="910126" y="2415516"/>
                  </a:lnTo>
                  <a:lnTo>
                    <a:pt x="910462" y="2414876"/>
                  </a:lnTo>
                  <a:lnTo>
                    <a:pt x="910799" y="2414378"/>
                  </a:lnTo>
                  <a:lnTo>
                    <a:pt x="911135" y="2413941"/>
                  </a:lnTo>
                  <a:lnTo>
                    <a:pt x="911472" y="2413596"/>
                  </a:lnTo>
                  <a:lnTo>
                    <a:pt x="911808" y="2413275"/>
                  </a:lnTo>
                  <a:lnTo>
                    <a:pt x="912145" y="2412955"/>
                  </a:lnTo>
                  <a:lnTo>
                    <a:pt x="912481" y="2412716"/>
                  </a:lnTo>
                  <a:lnTo>
                    <a:pt x="912818" y="2412555"/>
                  </a:lnTo>
                  <a:lnTo>
                    <a:pt x="913154" y="2412510"/>
                  </a:lnTo>
                  <a:lnTo>
                    <a:pt x="913490" y="2412433"/>
                  </a:lnTo>
                  <a:lnTo>
                    <a:pt x="913827" y="2412240"/>
                  </a:lnTo>
                  <a:lnTo>
                    <a:pt x="914163" y="2412103"/>
                  </a:lnTo>
                  <a:lnTo>
                    <a:pt x="914500" y="2412038"/>
                  </a:lnTo>
                  <a:lnTo>
                    <a:pt x="914836" y="2412057"/>
                  </a:lnTo>
                  <a:lnTo>
                    <a:pt x="915173" y="2412277"/>
                  </a:lnTo>
                  <a:lnTo>
                    <a:pt x="915509" y="2412724"/>
                  </a:lnTo>
                  <a:lnTo>
                    <a:pt x="915846" y="2413007"/>
                  </a:lnTo>
                  <a:lnTo>
                    <a:pt x="916182" y="2413053"/>
                  </a:lnTo>
                  <a:lnTo>
                    <a:pt x="916519" y="2413066"/>
                  </a:lnTo>
                  <a:lnTo>
                    <a:pt x="916855" y="2412912"/>
                  </a:lnTo>
                  <a:lnTo>
                    <a:pt x="917192" y="2412871"/>
                  </a:lnTo>
                  <a:lnTo>
                    <a:pt x="917528" y="2412831"/>
                  </a:lnTo>
                  <a:lnTo>
                    <a:pt x="917864" y="2412910"/>
                  </a:lnTo>
                  <a:lnTo>
                    <a:pt x="918201" y="2413100"/>
                  </a:lnTo>
                  <a:lnTo>
                    <a:pt x="918537" y="2413135"/>
                  </a:lnTo>
                  <a:lnTo>
                    <a:pt x="918874" y="2413182"/>
                  </a:lnTo>
                  <a:lnTo>
                    <a:pt x="919210" y="2413308"/>
                  </a:lnTo>
                  <a:lnTo>
                    <a:pt x="919547" y="2413345"/>
                  </a:lnTo>
                  <a:lnTo>
                    <a:pt x="919883" y="2413307"/>
                  </a:lnTo>
                  <a:lnTo>
                    <a:pt x="920220" y="2413192"/>
                  </a:lnTo>
                  <a:lnTo>
                    <a:pt x="920556" y="2412954"/>
                  </a:lnTo>
                  <a:lnTo>
                    <a:pt x="920893" y="2412768"/>
                  </a:lnTo>
                  <a:lnTo>
                    <a:pt x="921229" y="2412693"/>
                  </a:lnTo>
                  <a:lnTo>
                    <a:pt x="921566" y="2412645"/>
                  </a:lnTo>
                  <a:lnTo>
                    <a:pt x="921902" y="2412720"/>
                  </a:lnTo>
                  <a:lnTo>
                    <a:pt x="922238" y="2412774"/>
                  </a:lnTo>
                  <a:lnTo>
                    <a:pt x="922575" y="2412690"/>
                  </a:lnTo>
                  <a:lnTo>
                    <a:pt x="922911" y="2412330"/>
                  </a:lnTo>
                  <a:lnTo>
                    <a:pt x="923248" y="2411840"/>
                  </a:lnTo>
                  <a:lnTo>
                    <a:pt x="923584" y="2411355"/>
                  </a:lnTo>
                  <a:lnTo>
                    <a:pt x="923921" y="2410941"/>
                  </a:lnTo>
                  <a:lnTo>
                    <a:pt x="924257" y="2410370"/>
                  </a:lnTo>
                  <a:lnTo>
                    <a:pt x="924594" y="2409736"/>
                  </a:lnTo>
                  <a:lnTo>
                    <a:pt x="924930" y="2409419"/>
                  </a:lnTo>
                  <a:lnTo>
                    <a:pt x="925267" y="2409173"/>
                  </a:lnTo>
                  <a:lnTo>
                    <a:pt x="925603" y="2409195"/>
                  </a:lnTo>
                  <a:lnTo>
                    <a:pt x="925940" y="2409411"/>
                  </a:lnTo>
                  <a:lnTo>
                    <a:pt x="926276" y="2409440"/>
                  </a:lnTo>
                  <a:lnTo>
                    <a:pt x="926612" y="2409487"/>
                  </a:lnTo>
                  <a:lnTo>
                    <a:pt x="926949" y="2409525"/>
                  </a:lnTo>
                  <a:lnTo>
                    <a:pt x="927285" y="2409367"/>
                  </a:lnTo>
                  <a:lnTo>
                    <a:pt x="927622" y="2409147"/>
                  </a:lnTo>
                  <a:lnTo>
                    <a:pt x="927958" y="2408958"/>
                  </a:lnTo>
                  <a:lnTo>
                    <a:pt x="928295" y="2408636"/>
                  </a:lnTo>
                  <a:lnTo>
                    <a:pt x="928631" y="2408422"/>
                  </a:lnTo>
                  <a:lnTo>
                    <a:pt x="928968" y="2408370"/>
                  </a:lnTo>
                  <a:lnTo>
                    <a:pt x="929304" y="2408432"/>
                  </a:lnTo>
                  <a:lnTo>
                    <a:pt x="929641" y="2408684"/>
                  </a:lnTo>
                  <a:lnTo>
                    <a:pt x="929977" y="2408824"/>
                  </a:lnTo>
                  <a:lnTo>
                    <a:pt x="930313" y="2409020"/>
                  </a:lnTo>
                  <a:lnTo>
                    <a:pt x="930650" y="2408895"/>
                  </a:lnTo>
                  <a:lnTo>
                    <a:pt x="930986" y="2407876"/>
                  </a:lnTo>
                  <a:lnTo>
                    <a:pt x="931323" y="2407044"/>
                  </a:lnTo>
                  <a:lnTo>
                    <a:pt x="931659" y="2406231"/>
                  </a:lnTo>
                  <a:lnTo>
                    <a:pt x="931996" y="2405256"/>
                  </a:lnTo>
                  <a:lnTo>
                    <a:pt x="932332" y="2404465"/>
                  </a:lnTo>
                  <a:lnTo>
                    <a:pt x="932669" y="2403706"/>
                  </a:lnTo>
                  <a:lnTo>
                    <a:pt x="933005" y="2402848"/>
                  </a:lnTo>
                  <a:lnTo>
                    <a:pt x="933342" y="2401981"/>
                  </a:lnTo>
                  <a:lnTo>
                    <a:pt x="933678" y="2401168"/>
                  </a:lnTo>
                  <a:lnTo>
                    <a:pt x="934015" y="2400469"/>
                  </a:lnTo>
                  <a:lnTo>
                    <a:pt x="934351" y="2399871"/>
                  </a:lnTo>
                  <a:lnTo>
                    <a:pt x="934687" y="2399337"/>
                  </a:lnTo>
                  <a:lnTo>
                    <a:pt x="935024" y="2398996"/>
                  </a:lnTo>
                  <a:lnTo>
                    <a:pt x="935360" y="2398724"/>
                  </a:lnTo>
                  <a:lnTo>
                    <a:pt x="935697" y="2398453"/>
                  </a:lnTo>
                  <a:lnTo>
                    <a:pt x="936033" y="2398326"/>
                  </a:lnTo>
                  <a:lnTo>
                    <a:pt x="936370" y="2398309"/>
                  </a:lnTo>
                  <a:lnTo>
                    <a:pt x="936706" y="2398291"/>
                  </a:lnTo>
                  <a:lnTo>
                    <a:pt x="937043" y="2398469"/>
                  </a:lnTo>
                  <a:lnTo>
                    <a:pt x="937379" y="2398919"/>
                  </a:lnTo>
                  <a:lnTo>
                    <a:pt x="937716" y="2399451"/>
                  </a:lnTo>
                  <a:lnTo>
                    <a:pt x="938052" y="2400010"/>
                  </a:lnTo>
                  <a:lnTo>
                    <a:pt x="938389" y="2400569"/>
                  </a:lnTo>
                  <a:lnTo>
                    <a:pt x="938725" y="2401128"/>
                  </a:lnTo>
                  <a:lnTo>
                    <a:pt x="939061" y="2401774"/>
                  </a:lnTo>
                  <a:lnTo>
                    <a:pt x="939398" y="2402619"/>
                  </a:lnTo>
                  <a:lnTo>
                    <a:pt x="939734" y="2403790"/>
                  </a:lnTo>
                  <a:lnTo>
                    <a:pt x="940071" y="2405359"/>
                  </a:lnTo>
                  <a:lnTo>
                    <a:pt x="940407" y="2407039"/>
                  </a:lnTo>
                  <a:lnTo>
                    <a:pt x="940744" y="2408767"/>
                  </a:lnTo>
                  <a:lnTo>
                    <a:pt x="941080" y="2410781"/>
                  </a:lnTo>
                  <a:lnTo>
                    <a:pt x="941417" y="2412618"/>
                  </a:lnTo>
                  <a:lnTo>
                    <a:pt x="941753" y="2414577"/>
                  </a:lnTo>
                  <a:lnTo>
                    <a:pt x="942090" y="2416429"/>
                  </a:lnTo>
                  <a:lnTo>
                    <a:pt x="942426" y="2418419"/>
                  </a:lnTo>
                  <a:lnTo>
                    <a:pt x="942763" y="2420302"/>
                  </a:lnTo>
                  <a:lnTo>
                    <a:pt x="943099" y="2422422"/>
                  </a:lnTo>
                  <a:lnTo>
                    <a:pt x="943435" y="2424565"/>
                  </a:lnTo>
                  <a:lnTo>
                    <a:pt x="943772" y="2426784"/>
                  </a:lnTo>
                  <a:lnTo>
                    <a:pt x="944108" y="2428774"/>
                  </a:lnTo>
                  <a:lnTo>
                    <a:pt x="944445" y="2430259"/>
                  </a:lnTo>
                  <a:lnTo>
                    <a:pt x="944781" y="2430925"/>
                  </a:lnTo>
                  <a:lnTo>
                    <a:pt x="945118" y="2431446"/>
                  </a:lnTo>
                  <a:lnTo>
                    <a:pt x="945454" y="2431759"/>
                  </a:lnTo>
                  <a:lnTo>
                    <a:pt x="945791" y="2431951"/>
                  </a:lnTo>
                  <a:lnTo>
                    <a:pt x="946127" y="2431973"/>
                  </a:lnTo>
                  <a:lnTo>
                    <a:pt x="946464" y="2432062"/>
                  </a:lnTo>
                  <a:lnTo>
                    <a:pt x="946800" y="2431851"/>
                  </a:lnTo>
                  <a:lnTo>
                    <a:pt x="947137" y="2431730"/>
                  </a:lnTo>
                  <a:lnTo>
                    <a:pt x="947473" y="2431239"/>
                  </a:lnTo>
                  <a:lnTo>
                    <a:pt x="947809" y="2430656"/>
                  </a:lnTo>
                  <a:lnTo>
                    <a:pt x="948146" y="2429762"/>
                  </a:lnTo>
                  <a:lnTo>
                    <a:pt x="948482" y="2428852"/>
                  </a:lnTo>
                  <a:lnTo>
                    <a:pt x="948819" y="2427958"/>
                  </a:lnTo>
                  <a:lnTo>
                    <a:pt x="949155" y="2427029"/>
                  </a:lnTo>
                  <a:lnTo>
                    <a:pt x="949492" y="2426211"/>
                  </a:lnTo>
                  <a:lnTo>
                    <a:pt x="949828" y="2425590"/>
                  </a:lnTo>
                  <a:lnTo>
                    <a:pt x="950165" y="2425116"/>
                  </a:lnTo>
                  <a:lnTo>
                    <a:pt x="950501" y="2424739"/>
                  </a:lnTo>
                  <a:lnTo>
                    <a:pt x="950838" y="2424561"/>
                  </a:lnTo>
                  <a:lnTo>
                    <a:pt x="951174" y="2424458"/>
                  </a:lnTo>
                  <a:lnTo>
                    <a:pt x="951511" y="2424397"/>
                  </a:lnTo>
                  <a:lnTo>
                    <a:pt x="951847" y="2424519"/>
                  </a:lnTo>
                  <a:lnTo>
                    <a:pt x="952183" y="2424542"/>
                  </a:lnTo>
                  <a:lnTo>
                    <a:pt x="952520" y="2424816"/>
                  </a:lnTo>
                  <a:lnTo>
                    <a:pt x="952856" y="2425198"/>
                  </a:lnTo>
                  <a:lnTo>
                    <a:pt x="953193" y="2425562"/>
                  </a:lnTo>
                  <a:lnTo>
                    <a:pt x="953529" y="2425890"/>
                  </a:lnTo>
                  <a:lnTo>
                    <a:pt x="953866" y="2426276"/>
                  </a:lnTo>
                  <a:lnTo>
                    <a:pt x="954202" y="2426745"/>
                  </a:lnTo>
                  <a:lnTo>
                    <a:pt x="954539" y="2427118"/>
                  </a:lnTo>
                  <a:lnTo>
                    <a:pt x="954875" y="2427463"/>
                  </a:lnTo>
                  <a:lnTo>
                    <a:pt x="955212" y="2427981"/>
                  </a:lnTo>
                  <a:lnTo>
                    <a:pt x="955548" y="2428358"/>
                  </a:lnTo>
                  <a:lnTo>
                    <a:pt x="955885" y="2428417"/>
                  </a:lnTo>
                  <a:lnTo>
                    <a:pt x="956221" y="2428460"/>
                  </a:lnTo>
                  <a:lnTo>
                    <a:pt x="956557" y="2428465"/>
                  </a:lnTo>
                  <a:lnTo>
                    <a:pt x="956894" y="2428371"/>
                  </a:lnTo>
                  <a:lnTo>
                    <a:pt x="957230" y="2428390"/>
                  </a:lnTo>
                  <a:lnTo>
                    <a:pt x="957567" y="2428041"/>
                  </a:lnTo>
                  <a:lnTo>
                    <a:pt x="957903" y="2427404"/>
                  </a:lnTo>
                  <a:lnTo>
                    <a:pt x="958240" y="2427067"/>
                  </a:lnTo>
                  <a:lnTo>
                    <a:pt x="958576" y="2426343"/>
                  </a:lnTo>
                  <a:lnTo>
                    <a:pt x="958913" y="2425502"/>
                  </a:lnTo>
                  <a:lnTo>
                    <a:pt x="959249" y="2424687"/>
                  </a:lnTo>
                  <a:lnTo>
                    <a:pt x="959586" y="2423670"/>
                  </a:lnTo>
                  <a:lnTo>
                    <a:pt x="959922" y="2422571"/>
                  </a:lnTo>
                  <a:lnTo>
                    <a:pt x="960259" y="2421324"/>
                  </a:lnTo>
                  <a:lnTo>
                    <a:pt x="960595" y="2420016"/>
                  </a:lnTo>
                  <a:lnTo>
                    <a:pt x="960931" y="2419191"/>
                  </a:lnTo>
                  <a:lnTo>
                    <a:pt x="961268" y="2418297"/>
                  </a:lnTo>
                  <a:lnTo>
                    <a:pt x="961604" y="2417434"/>
                  </a:lnTo>
                  <a:lnTo>
                    <a:pt x="961941" y="2416740"/>
                  </a:lnTo>
                  <a:lnTo>
                    <a:pt x="962277" y="2416344"/>
                  </a:lnTo>
                  <a:lnTo>
                    <a:pt x="962614" y="2416086"/>
                  </a:lnTo>
                  <a:lnTo>
                    <a:pt x="962950" y="2416283"/>
                  </a:lnTo>
                  <a:lnTo>
                    <a:pt x="963287" y="2416395"/>
                  </a:lnTo>
                  <a:lnTo>
                    <a:pt x="963623" y="2416544"/>
                  </a:lnTo>
                  <a:lnTo>
                    <a:pt x="963960" y="2416662"/>
                  </a:lnTo>
                  <a:lnTo>
                    <a:pt x="964296" y="2416794"/>
                  </a:lnTo>
                  <a:lnTo>
                    <a:pt x="964632" y="2417141"/>
                  </a:lnTo>
                  <a:lnTo>
                    <a:pt x="964969" y="2417601"/>
                  </a:lnTo>
                  <a:lnTo>
                    <a:pt x="965305" y="2418175"/>
                  </a:lnTo>
                  <a:lnTo>
                    <a:pt x="965642" y="2418625"/>
                  </a:lnTo>
                  <a:lnTo>
                    <a:pt x="965978" y="2418841"/>
                  </a:lnTo>
                  <a:lnTo>
                    <a:pt x="966315" y="2419069"/>
                  </a:lnTo>
                  <a:lnTo>
                    <a:pt x="966651" y="2419106"/>
                  </a:lnTo>
                  <a:lnTo>
                    <a:pt x="966988" y="2419053"/>
                  </a:lnTo>
                  <a:lnTo>
                    <a:pt x="967324" y="2418659"/>
                  </a:lnTo>
                  <a:lnTo>
                    <a:pt x="967661" y="2417866"/>
                  </a:lnTo>
                  <a:lnTo>
                    <a:pt x="967997" y="2416817"/>
                  </a:lnTo>
                  <a:lnTo>
                    <a:pt x="968334" y="2415637"/>
                  </a:lnTo>
                  <a:lnTo>
                    <a:pt x="968670" y="2414488"/>
                  </a:lnTo>
                  <a:lnTo>
                    <a:pt x="969006" y="2413432"/>
                  </a:lnTo>
                  <a:lnTo>
                    <a:pt x="969343" y="2412170"/>
                  </a:lnTo>
                  <a:lnTo>
                    <a:pt x="969679" y="2410889"/>
                  </a:lnTo>
                  <a:lnTo>
                    <a:pt x="970016" y="2409508"/>
                  </a:lnTo>
                  <a:lnTo>
                    <a:pt x="970352" y="2407957"/>
                  </a:lnTo>
                  <a:lnTo>
                    <a:pt x="970689" y="2406278"/>
                  </a:lnTo>
                  <a:lnTo>
                    <a:pt x="971025" y="2404398"/>
                  </a:lnTo>
                  <a:lnTo>
                    <a:pt x="971362" y="2402469"/>
                  </a:lnTo>
                  <a:lnTo>
                    <a:pt x="971698" y="2400272"/>
                  </a:lnTo>
                  <a:lnTo>
                    <a:pt x="972035" y="2398106"/>
                  </a:lnTo>
                  <a:lnTo>
                    <a:pt x="972371" y="2396193"/>
                  </a:lnTo>
                  <a:lnTo>
                    <a:pt x="972708" y="2394279"/>
                  </a:lnTo>
                  <a:lnTo>
                    <a:pt x="973044" y="2392306"/>
                  </a:lnTo>
                  <a:lnTo>
                    <a:pt x="973380" y="2390466"/>
                  </a:lnTo>
                  <a:lnTo>
                    <a:pt x="973717" y="2388626"/>
                  </a:lnTo>
                  <a:lnTo>
                    <a:pt x="974053" y="2386710"/>
                  </a:lnTo>
                  <a:lnTo>
                    <a:pt x="974390" y="2384786"/>
                  </a:lnTo>
                  <a:lnTo>
                    <a:pt x="974726" y="2382805"/>
                  </a:lnTo>
                  <a:lnTo>
                    <a:pt x="975063" y="2380995"/>
                  </a:lnTo>
                  <a:lnTo>
                    <a:pt x="975399" y="2379570"/>
                  </a:lnTo>
                  <a:lnTo>
                    <a:pt x="975736" y="2378225"/>
                  </a:lnTo>
                  <a:lnTo>
                    <a:pt x="976072" y="2377043"/>
                  </a:lnTo>
                  <a:lnTo>
                    <a:pt x="976409" y="2376002"/>
                  </a:lnTo>
                  <a:lnTo>
                    <a:pt x="976745" y="2374969"/>
                  </a:lnTo>
                  <a:lnTo>
                    <a:pt x="977082" y="2373776"/>
                  </a:lnTo>
                  <a:lnTo>
                    <a:pt x="977418" y="2372709"/>
                  </a:lnTo>
                  <a:lnTo>
                    <a:pt x="977754" y="2371780"/>
                  </a:lnTo>
                  <a:lnTo>
                    <a:pt x="978091" y="2370835"/>
                  </a:lnTo>
                  <a:lnTo>
                    <a:pt x="978427" y="2369852"/>
                  </a:lnTo>
                  <a:lnTo>
                    <a:pt x="978764" y="2368776"/>
                  </a:lnTo>
                  <a:lnTo>
                    <a:pt x="979100" y="2367675"/>
                  </a:lnTo>
                  <a:lnTo>
                    <a:pt x="979437" y="2366521"/>
                  </a:lnTo>
                  <a:lnTo>
                    <a:pt x="979773" y="2365385"/>
                  </a:lnTo>
                  <a:lnTo>
                    <a:pt x="980110" y="2364217"/>
                  </a:lnTo>
                  <a:lnTo>
                    <a:pt x="980446" y="2362836"/>
                  </a:lnTo>
                  <a:lnTo>
                    <a:pt x="980783" y="2361368"/>
                  </a:lnTo>
                  <a:lnTo>
                    <a:pt x="981119" y="2359917"/>
                  </a:lnTo>
                  <a:lnTo>
                    <a:pt x="981456" y="2358355"/>
                  </a:lnTo>
                  <a:lnTo>
                    <a:pt x="981792" y="2356839"/>
                  </a:lnTo>
                  <a:lnTo>
                    <a:pt x="982128" y="2355593"/>
                  </a:lnTo>
                  <a:lnTo>
                    <a:pt x="982465" y="2354511"/>
                  </a:lnTo>
                  <a:lnTo>
                    <a:pt x="982801" y="2353450"/>
                  </a:lnTo>
                  <a:lnTo>
                    <a:pt x="983138" y="2352530"/>
                  </a:lnTo>
                  <a:lnTo>
                    <a:pt x="983474" y="2351726"/>
                  </a:lnTo>
                  <a:lnTo>
                    <a:pt x="983811" y="2350690"/>
                  </a:lnTo>
                  <a:lnTo>
                    <a:pt x="984147" y="2349840"/>
                  </a:lnTo>
                  <a:lnTo>
                    <a:pt x="984484" y="2349114"/>
                  </a:lnTo>
                  <a:lnTo>
                    <a:pt x="984820" y="2348363"/>
                  </a:lnTo>
                  <a:lnTo>
                    <a:pt x="985157" y="2347765"/>
                  </a:lnTo>
                  <a:lnTo>
                    <a:pt x="985493" y="2347242"/>
                  </a:lnTo>
                  <a:lnTo>
                    <a:pt x="985830" y="2346919"/>
                  </a:lnTo>
                  <a:lnTo>
                    <a:pt x="986166" y="2346578"/>
                  </a:lnTo>
                  <a:lnTo>
                    <a:pt x="986502" y="2346228"/>
                  </a:lnTo>
                  <a:lnTo>
                    <a:pt x="986839" y="2345742"/>
                  </a:lnTo>
                  <a:lnTo>
                    <a:pt x="987175" y="2345432"/>
                  </a:lnTo>
                  <a:lnTo>
                    <a:pt x="987512" y="2345158"/>
                  </a:lnTo>
                  <a:lnTo>
                    <a:pt x="987848" y="2344795"/>
                  </a:lnTo>
                  <a:lnTo>
                    <a:pt x="988185" y="2344244"/>
                  </a:lnTo>
                  <a:lnTo>
                    <a:pt x="988521" y="2343630"/>
                  </a:lnTo>
                  <a:lnTo>
                    <a:pt x="988858" y="2343077"/>
                  </a:lnTo>
                  <a:lnTo>
                    <a:pt x="989194" y="2342533"/>
                  </a:lnTo>
                  <a:lnTo>
                    <a:pt x="989531" y="2341993"/>
                  </a:lnTo>
                  <a:lnTo>
                    <a:pt x="989867" y="2341701"/>
                  </a:lnTo>
                  <a:lnTo>
                    <a:pt x="990204" y="2341521"/>
                  </a:lnTo>
                  <a:lnTo>
                    <a:pt x="990540" y="2341576"/>
                  </a:lnTo>
                  <a:lnTo>
                    <a:pt x="990876" y="2341655"/>
                  </a:lnTo>
                  <a:lnTo>
                    <a:pt x="991213" y="2341849"/>
                  </a:lnTo>
                  <a:lnTo>
                    <a:pt x="991549" y="2342191"/>
                  </a:lnTo>
                  <a:lnTo>
                    <a:pt x="991886" y="2342702"/>
                  </a:lnTo>
                  <a:lnTo>
                    <a:pt x="992222" y="2342949"/>
                  </a:lnTo>
                  <a:lnTo>
                    <a:pt x="992559" y="2343253"/>
                  </a:lnTo>
                  <a:lnTo>
                    <a:pt x="992895" y="2343370"/>
                  </a:lnTo>
                  <a:lnTo>
                    <a:pt x="993232" y="2343688"/>
                  </a:lnTo>
                  <a:lnTo>
                    <a:pt x="993568" y="2344213"/>
                  </a:lnTo>
                  <a:lnTo>
                    <a:pt x="993905" y="2344720"/>
                  </a:lnTo>
                  <a:lnTo>
                    <a:pt x="994241" y="2345226"/>
                  </a:lnTo>
                  <a:lnTo>
                    <a:pt x="994578" y="2345772"/>
                  </a:lnTo>
                  <a:lnTo>
                    <a:pt x="994914" y="2346376"/>
                  </a:lnTo>
                  <a:lnTo>
                    <a:pt x="995250" y="2346980"/>
                  </a:lnTo>
                  <a:lnTo>
                    <a:pt x="995587" y="2347654"/>
                  </a:lnTo>
                  <a:lnTo>
                    <a:pt x="995923" y="2348327"/>
                  </a:lnTo>
                  <a:lnTo>
                    <a:pt x="996260" y="2349000"/>
                  </a:lnTo>
                  <a:lnTo>
                    <a:pt x="996596" y="2349605"/>
                  </a:lnTo>
                  <a:lnTo>
                    <a:pt x="996933" y="2350278"/>
                  </a:lnTo>
                  <a:lnTo>
                    <a:pt x="997269" y="2351054"/>
                  </a:lnTo>
                  <a:lnTo>
                    <a:pt x="997606" y="2351905"/>
                  </a:lnTo>
                  <a:lnTo>
                    <a:pt x="997942" y="2353053"/>
                  </a:lnTo>
                  <a:lnTo>
                    <a:pt x="998279" y="2354117"/>
                  </a:lnTo>
                  <a:lnTo>
                    <a:pt x="998615" y="2354660"/>
                  </a:lnTo>
                  <a:lnTo>
                    <a:pt x="998951" y="2355058"/>
                  </a:lnTo>
                  <a:lnTo>
                    <a:pt x="999288" y="2355203"/>
                  </a:lnTo>
                  <a:lnTo>
                    <a:pt x="999624" y="2355089"/>
                  </a:lnTo>
                  <a:lnTo>
                    <a:pt x="999961" y="2354782"/>
                  </a:lnTo>
                  <a:lnTo>
                    <a:pt x="1000297" y="2354476"/>
                  </a:lnTo>
                  <a:lnTo>
                    <a:pt x="1000634" y="2353948"/>
                  </a:lnTo>
                  <a:lnTo>
                    <a:pt x="1000970" y="2353099"/>
                  </a:lnTo>
                  <a:lnTo>
                    <a:pt x="1001307" y="2352004"/>
                  </a:lnTo>
                  <a:lnTo>
                    <a:pt x="1001643" y="2350780"/>
                  </a:lnTo>
                  <a:lnTo>
                    <a:pt x="1001980" y="2349877"/>
                  </a:lnTo>
                  <a:lnTo>
                    <a:pt x="1002316" y="2348797"/>
                  </a:lnTo>
                  <a:lnTo>
                    <a:pt x="1002653" y="2347838"/>
                  </a:lnTo>
                  <a:lnTo>
                    <a:pt x="1002989" y="2346949"/>
                  </a:lnTo>
                  <a:lnTo>
                    <a:pt x="1003325" y="2346029"/>
                  </a:lnTo>
                  <a:lnTo>
                    <a:pt x="1003662" y="2345224"/>
                  </a:lnTo>
                  <a:lnTo>
                    <a:pt x="1003998" y="2344490"/>
                  </a:lnTo>
                  <a:lnTo>
                    <a:pt x="1004335" y="2343937"/>
                  </a:lnTo>
                  <a:lnTo>
                    <a:pt x="1004671" y="2343514"/>
                  </a:lnTo>
                  <a:lnTo>
                    <a:pt x="1005008" y="2343174"/>
                  </a:lnTo>
                  <a:lnTo>
                    <a:pt x="1005344" y="2342834"/>
                  </a:lnTo>
                  <a:lnTo>
                    <a:pt x="1005681" y="2342592"/>
                  </a:lnTo>
                  <a:lnTo>
                    <a:pt x="1006017" y="2342487"/>
                  </a:lnTo>
                  <a:lnTo>
                    <a:pt x="1006354" y="2342475"/>
                  </a:lnTo>
                  <a:lnTo>
                    <a:pt x="1006690" y="2342462"/>
                  </a:lnTo>
                  <a:lnTo>
                    <a:pt x="1007027" y="2342445"/>
                  </a:lnTo>
                  <a:lnTo>
                    <a:pt x="1007363" y="2342406"/>
                  </a:lnTo>
                  <a:lnTo>
                    <a:pt x="1007699" y="2342394"/>
                  </a:lnTo>
                  <a:lnTo>
                    <a:pt x="1008036" y="2342260"/>
                  </a:lnTo>
                  <a:lnTo>
                    <a:pt x="1008372" y="2342144"/>
                  </a:lnTo>
                  <a:lnTo>
                    <a:pt x="1008709" y="2342144"/>
                  </a:lnTo>
                  <a:lnTo>
                    <a:pt x="1009045" y="2342144"/>
                  </a:lnTo>
                  <a:lnTo>
                    <a:pt x="1009382" y="2342144"/>
                  </a:lnTo>
                  <a:lnTo>
                    <a:pt x="1009718" y="2342144"/>
                  </a:lnTo>
                  <a:lnTo>
                    <a:pt x="1010055" y="2342144"/>
                  </a:lnTo>
                  <a:lnTo>
                    <a:pt x="1010391" y="2342144"/>
                  </a:lnTo>
                  <a:lnTo>
                    <a:pt x="1010728" y="2342144"/>
                  </a:lnTo>
                  <a:lnTo>
                    <a:pt x="1011064" y="2342190"/>
                  </a:lnTo>
                  <a:lnTo>
                    <a:pt x="1011401" y="2342373"/>
                  </a:lnTo>
                  <a:lnTo>
                    <a:pt x="1011737" y="2342641"/>
                  </a:lnTo>
                  <a:lnTo>
                    <a:pt x="1012073" y="2343192"/>
                  </a:lnTo>
                  <a:lnTo>
                    <a:pt x="1012410" y="2343681"/>
                  </a:lnTo>
                  <a:lnTo>
                    <a:pt x="1012746" y="2344019"/>
                  </a:lnTo>
                  <a:lnTo>
                    <a:pt x="1013083" y="2344439"/>
                  </a:lnTo>
                  <a:lnTo>
                    <a:pt x="1013419" y="2345029"/>
                  </a:lnTo>
                  <a:lnTo>
                    <a:pt x="1013756" y="2345430"/>
                  </a:lnTo>
                  <a:lnTo>
                    <a:pt x="1014092" y="2345977"/>
                  </a:lnTo>
                  <a:lnTo>
                    <a:pt x="1014429" y="2346206"/>
                  </a:lnTo>
                  <a:lnTo>
                    <a:pt x="1014765" y="2346391"/>
                  </a:lnTo>
                  <a:lnTo>
                    <a:pt x="1015102" y="2346660"/>
                  </a:lnTo>
                  <a:lnTo>
                    <a:pt x="1015438" y="2347018"/>
                  </a:lnTo>
                  <a:lnTo>
                    <a:pt x="1015775" y="2347469"/>
                  </a:lnTo>
                  <a:lnTo>
                    <a:pt x="1016111" y="2347712"/>
                  </a:lnTo>
                  <a:lnTo>
                    <a:pt x="1016447" y="2347876"/>
                  </a:lnTo>
                  <a:lnTo>
                    <a:pt x="1016784" y="2348036"/>
                  </a:lnTo>
                  <a:lnTo>
                    <a:pt x="1017120" y="2348029"/>
                  </a:lnTo>
                  <a:lnTo>
                    <a:pt x="1017457" y="2347738"/>
                  </a:lnTo>
                  <a:lnTo>
                    <a:pt x="1017793" y="2347510"/>
                  </a:lnTo>
                  <a:lnTo>
                    <a:pt x="1018130" y="2347229"/>
                  </a:lnTo>
                  <a:lnTo>
                    <a:pt x="1018466" y="2346873"/>
                  </a:lnTo>
                  <a:lnTo>
                    <a:pt x="1018803" y="2346597"/>
                  </a:lnTo>
                  <a:lnTo>
                    <a:pt x="1019139" y="2346169"/>
                  </a:lnTo>
                  <a:lnTo>
                    <a:pt x="1019476" y="2346009"/>
                  </a:lnTo>
                  <a:lnTo>
                    <a:pt x="1019812" y="2345833"/>
                  </a:lnTo>
                  <a:lnTo>
                    <a:pt x="1020149" y="2345452"/>
                  </a:lnTo>
                  <a:lnTo>
                    <a:pt x="1020485" y="2345034"/>
                  </a:lnTo>
                  <a:lnTo>
                    <a:pt x="1020821" y="2344553"/>
                  </a:lnTo>
                  <a:lnTo>
                    <a:pt x="1021158" y="2344083"/>
                  </a:lnTo>
                  <a:lnTo>
                    <a:pt x="1021494" y="2343614"/>
                  </a:lnTo>
                  <a:lnTo>
                    <a:pt x="1021831" y="2343241"/>
                  </a:lnTo>
                  <a:lnTo>
                    <a:pt x="1022167" y="2342965"/>
                  </a:lnTo>
                  <a:lnTo>
                    <a:pt x="1022504" y="2342860"/>
                  </a:lnTo>
                  <a:lnTo>
                    <a:pt x="1022840" y="2343172"/>
                  </a:lnTo>
                  <a:lnTo>
                    <a:pt x="1023177" y="2343725"/>
                  </a:lnTo>
                  <a:lnTo>
                    <a:pt x="1023513" y="2344294"/>
                  </a:lnTo>
                  <a:lnTo>
                    <a:pt x="1023850" y="2344902"/>
                  </a:lnTo>
                  <a:lnTo>
                    <a:pt x="1024186" y="2345608"/>
                  </a:lnTo>
                  <a:lnTo>
                    <a:pt x="1024523" y="2346232"/>
                  </a:lnTo>
                  <a:lnTo>
                    <a:pt x="1024859" y="2347093"/>
                  </a:lnTo>
                  <a:lnTo>
                    <a:pt x="1025195" y="2348334"/>
                  </a:lnTo>
                  <a:lnTo>
                    <a:pt x="1025532" y="2349492"/>
                  </a:lnTo>
                  <a:lnTo>
                    <a:pt x="1025868" y="2350861"/>
                  </a:lnTo>
                  <a:lnTo>
                    <a:pt x="1026205" y="2352476"/>
                  </a:lnTo>
                  <a:lnTo>
                    <a:pt x="1026541" y="2354115"/>
                  </a:lnTo>
                  <a:lnTo>
                    <a:pt x="1026878" y="2355961"/>
                  </a:lnTo>
                  <a:lnTo>
                    <a:pt x="1027214" y="2357857"/>
                  </a:lnTo>
                  <a:lnTo>
                    <a:pt x="1027551" y="2359744"/>
                  </a:lnTo>
                  <a:lnTo>
                    <a:pt x="1027887" y="2361664"/>
                  </a:lnTo>
                  <a:lnTo>
                    <a:pt x="1028224" y="2363073"/>
                  </a:lnTo>
                  <a:lnTo>
                    <a:pt x="1028560" y="2364551"/>
                  </a:lnTo>
                  <a:lnTo>
                    <a:pt x="1028897" y="2366003"/>
                  </a:lnTo>
                  <a:lnTo>
                    <a:pt x="1029233" y="2367373"/>
                  </a:lnTo>
                  <a:lnTo>
                    <a:pt x="1029569" y="2368648"/>
                  </a:lnTo>
                  <a:lnTo>
                    <a:pt x="1029906" y="2369978"/>
                  </a:lnTo>
                  <a:lnTo>
                    <a:pt x="1030242" y="2371006"/>
                  </a:lnTo>
                  <a:lnTo>
                    <a:pt x="1030579" y="2371849"/>
                  </a:lnTo>
                  <a:lnTo>
                    <a:pt x="1030915" y="2372703"/>
                  </a:lnTo>
                  <a:lnTo>
                    <a:pt x="1031252" y="2373444"/>
                  </a:lnTo>
                  <a:lnTo>
                    <a:pt x="1031588" y="2374235"/>
                  </a:lnTo>
                  <a:lnTo>
                    <a:pt x="1031925" y="2374882"/>
                  </a:lnTo>
                  <a:lnTo>
                    <a:pt x="1032261" y="2375415"/>
                  </a:lnTo>
                  <a:lnTo>
                    <a:pt x="1032598" y="2375942"/>
                  </a:lnTo>
                  <a:lnTo>
                    <a:pt x="1032934" y="2376591"/>
                  </a:lnTo>
                  <a:lnTo>
                    <a:pt x="1033270" y="2377522"/>
                  </a:lnTo>
                  <a:lnTo>
                    <a:pt x="1033607" y="2378442"/>
                  </a:lnTo>
                  <a:lnTo>
                    <a:pt x="1033943" y="2379505"/>
                  </a:lnTo>
                  <a:lnTo>
                    <a:pt x="1034280" y="2380675"/>
                  </a:lnTo>
                  <a:lnTo>
                    <a:pt x="1034616" y="2382055"/>
                  </a:lnTo>
                  <a:lnTo>
                    <a:pt x="1034953" y="2383468"/>
                  </a:lnTo>
                  <a:lnTo>
                    <a:pt x="1035289" y="2384919"/>
                  </a:lnTo>
                  <a:lnTo>
                    <a:pt x="1035626" y="2386580"/>
                  </a:lnTo>
                  <a:lnTo>
                    <a:pt x="1035962" y="2388171"/>
                  </a:lnTo>
                  <a:lnTo>
                    <a:pt x="1036299" y="2389605"/>
                  </a:lnTo>
                  <a:lnTo>
                    <a:pt x="1036635" y="2391039"/>
                  </a:lnTo>
                  <a:lnTo>
                    <a:pt x="1036972" y="2392473"/>
                  </a:lnTo>
                  <a:lnTo>
                    <a:pt x="1037308" y="2394007"/>
                  </a:lnTo>
                  <a:lnTo>
                    <a:pt x="1037644" y="2395711"/>
                  </a:lnTo>
                  <a:lnTo>
                    <a:pt x="1037981" y="2397321"/>
                  </a:lnTo>
                  <a:lnTo>
                    <a:pt x="1038317" y="2398895"/>
                  </a:lnTo>
                  <a:lnTo>
                    <a:pt x="1038654" y="2400518"/>
                  </a:lnTo>
                  <a:lnTo>
                    <a:pt x="1038990" y="2402409"/>
                  </a:lnTo>
                  <a:lnTo>
                    <a:pt x="1039327" y="2404268"/>
                  </a:lnTo>
                  <a:lnTo>
                    <a:pt x="1039663" y="2405967"/>
                  </a:lnTo>
                  <a:lnTo>
                    <a:pt x="1040000" y="2407728"/>
                  </a:lnTo>
                  <a:lnTo>
                    <a:pt x="1040336" y="2409519"/>
                  </a:lnTo>
                  <a:lnTo>
                    <a:pt x="1040673" y="2411195"/>
                  </a:lnTo>
                  <a:lnTo>
                    <a:pt x="1041009" y="2412725"/>
                  </a:lnTo>
                  <a:lnTo>
                    <a:pt x="1041346" y="2414333"/>
                  </a:lnTo>
                  <a:lnTo>
                    <a:pt x="1041682" y="2415948"/>
                  </a:lnTo>
                  <a:lnTo>
                    <a:pt x="1042018" y="2417639"/>
                  </a:lnTo>
                  <a:lnTo>
                    <a:pt x="1042355" y="2419432"/>
                  </a:lnTo>
                  <a:lnTo>
                    <a:pt x="1042691" y="2421029"/>
                  </a:lnTo>
                  <a:lnTo>
                    <a:pt x="1043028" y="2422693"/>
                  </a:lnTo>
                  <a:lnTo>
                    <a:pt x="1043364" y="2424142"/>
                  </a:lnTo>
                  <a:lnTo>
                    <a:pt x="1043701" y="2425409"/>
                  </a:lnTo>
                  <a:lnTo>
                    <a:pt x="1044037" y="2426670"/>
                  </a:lnTo>
                  <a:lnTo>
                    <a:pt x="1044374" y="2428144"/>
                  </a:lnTo>
                  <a:lnTo>
                    <a:pt x="1044710" y="2429560"/>
                  </a:lnTo>
                  <a:lnTo>
                    <a:pt x="1045047" y="2430910"/>
                  </a:lnTo>
                  <a:lnTo>
                    <a:pt x="1045383" y="2432178"/>
                  </a:lnTo>
                  <a:lnTo>
                    <a:pt x="1045720" y="2433385"/>
                  </a:lnTo>
                  <a:lnTo>
                    <a:pt x="1046056" y="2434697"/>
                  </a:lnTo>
                  <a:lnTo>
                    <a:pt x="1046392" y="2436008"/>
                  </a:lnTo>
                  <a:lnTo>
                    <a:pt x="1046729" y="2437374"/>
                  </a:lnTo>
                  <a:lnTo>
                    <a:pt x="1047065" y="2438557"/>
                  </a:lnTo>
                  <a:lnTo>
                    <a:pt x="1047402" y="2439659"/>
                  </a:lnTo>
                  <a:lnTo>
                    <a:pt x="1047738" y="2440738"/>
                  </a:lnTo>
                  <a:lnTo>
                    <a:pt x="1048075" y="2441895"/>
                  </a:lnTo>
                  <a:lnTo>
                    <a:pt x="1048411" y="2443139"/>
                  </a:lnTo>
                  <a:lnTo>
                    <a:pt x="1048748" y="2444210"/>
                  </a:lnTo>
                  <a:lnTo>
                    <a:pt x="1049084" y="2445106"/>
                  </a:lnTo>
                  <a:lnTo>
                    <a:pt x="1049421" y="2445664"/>
                  </a:lnTo>
                  <a:lnTo>
                    <a:pt x="1049757" y="2446034"/>
                  </a:lnTo>
                  <a:lnTo>
                    <a:pt x="1050094" y="2446283"/>
                  </a:lnTo>
                  <a:lnTo>
                    <a:pt x="1050430" y="2446491"/>
                  </a:lnTo>
                  <a:lnTo>
                    <a:pt x="1050766" y="2447167"/>
                  </a:lnTo>
                  <a:lnTo>
                    <a:pt x="1051103" y="2448138"/>
                  </a:lnTo>
                  <a:lnTo>
                    <a:pt x="1051439" y="2449136"/>
                  </a:lnTo>
                  <a:lnTo>
                    <a:pt x="1051776" y="2450155"/>
                  </a:lnTo>
                  <a:lnTo>
                    <a:pt x="1052112" y="2451308"/>
                  </a:lnTo>
                  <a:lnTo>
                    <a:pt x="1052449" y="2452336"/>
                  </a:lnTo>
                  <a:lnTo>
                    <a:pt x="1052785" y="2453154"/>
                  </a:lnTo>
                  <a:lnTo>
                    <a:pt x="1053122" y="2453839"/>
                  </a:lnTo>
                  <a:lnTo>
                    <a:pt x="1053458" y="2454355"/>
                  </a:lnTo>
                  <a:lnTo>
                    <a:pt x="1053795" y="2454820"/>
                  </a:lnTo>
                  <a:lnTo>
                    <a:pt x="1054131" y="2455416"/>
                  </a:lnTo>
                  <a:lnTo>
                    <a:pt x="1054468" y="2455889"/>
                  </a:lnTo>
                  <a:lnTo>
                    <a:pt x="1054804" y="2456382"/>
                  </a:lnTo>
                  <a:lnTo>
                    <a:pt x="1055140" y="2457024"/>
                  </a:lnTo>
                  <a:lnTo>
                    <a:pt x="1055477" y="2457804"/>
                  </a:lnTo>
                  <a:lnTo>
                    <a:pt x="1055813" y="2458446"/>
                  </a:lnTo>
                  <a:lnTo>
                    <a:pt x="1056150" y="2458990"/>
                  </a:lnTo>
                  <a:lnTo>
                    <a:pt x="1056486" y="2459404"/>
                  </a:lnTo>
                  <a:lnTo>
                    <a:pt x="1056823" y="2459666"/>
                  </a:lnTo>
                  <a:lnTo>
                    <a:pt x="1057159" y="2459832"/>
                  </a:lnTo>
                  <a:lnTo>
                    <a:pt x="1057496" y="2459899"/>
                  </a:lnTo>
                  <a:lnTo>
                    <a:pt x="1057832" y="2459965"/>
                  </a:lnTo>
                  <a:lnTo>
                    <a:pt x="1058169" y="2460032"/>
                  </a:lnTo>
                  <a:lnTo>
                    <a:pt x="1058505" y="2460252"/>
                  </a:lnTo>
                  <a:lnTo>
                    <a:pt x="1058842" y="2460755"/>
                  </a:lnTo>
                  <a:lnTo>
                    <a:pt x="1059178" y="2461408"/>
                  </a:lnTo>
                  <a:lnTo>
                    <a:pt x="1059514" y="2462093"/>
                  </a:lnTo>
                  <a:lnTo>
                    <a:pt x="1059851" y="2462735"/>
                  </a:lnTo>
                  <a:lnTo>
                    <a:pt x="1060187" y="2463497"/>
                  </a:lnTo>
                  <a:lnTo>
                    <a:pt x="1060524" y="2464121"/>
                  </a:lnTo>
                  <a:lnTo>
                    <a:pt x="1060860" y="2464745"/>
                  </a:lnTo>
                  <a:lnTo>
                    <a:pt x="1061197" y="2465369"/>
                  </a:lnTo>
                  <a:lnTo>
                    <a:pt x="1061533" y="2465993"/>
                  </a:lnTo>
                  <a:lnTo>
                    <a:pt x="1061870" y="2466739"/>
                  </a:lnTo>
                  <a:lnTo>
                    <a:pt x="1062206" y="2467485"/>
                  </a:lnTo>
                  <a:lnTo>
                    <a:pt x="1062543" y="2468214"/>
                  </a:lnTo>
                  <a:lnTo>
                    <a:pt x="1062879" y="2468826"/>
                  </a:lnTo>
                  <a:lnTo>
                    <a:pt x="1063215" y="2469438"/>
                  </a:lnTo>
                  <a:lnTo>
                    <a:pt x="1063552" y="2470050"/>
                  </a:lnTo>
                  <a:lnTo>
                    <a:pt x="1063888" y="2470624"/>
                  </a:lnTo>
                  <a:lnTo>
                    <a:pt x="1064225" y="2470961"/>
                  </a:lnTo>
                  <a:lnTo>
                    <a:pt x="1064561" y="2471267"/>
                  </a:lnTo>
                  <a:lnTo>
                    <a:pt x="1064898" y="2471482"/>
                  </a:lnTo>
                  <a:lnTo>
                    <a:pt x="1065234" y="2471711"/>
                  </a:lnTo>
                  <a:lnTo>
                    <a:pt x="1065571" y="2472025"/>
                  </a:lnTo>
                  <a:lnTo>
                    <a:pt x="1065907" y="2472599"/>
                  </a:lnTo>
                  <a:lnTo>
                    <a:pt x="1066244" y="2473273"/>
                  </a:lnTo>
                  <a:lnTo>
                    <a:pt x="1066580" y="2474199"/>
                  </a:lnTo>
                  <a:lnTo>
                    <a:pt x="1066917" y="2475178"/>
                  </a:lnTo>
                  <a:lnTo>
                    <a:pt x="1067253" y="2476250"/>
                  </a:lnTo>
                  <a:lnTo>
                    <a:pt x="1067589" y="2477321"/>
                  </a:lnTo>
                  <a:lnTo>
                    <a:pt x="1067926" y="2478530"/>
                  </a:lnTo>
                  <a:lnTo>
                    <a:pt x="1068262" y="2479931"/>
                  </a:lnTo>
                  <a:lnTo>
                    <a:pt x="1068599" y="2481462"/>
                  </a:lnTo>
                  <a:lnTo>
                    <a:pt x="1068935" y="2482992"/>
                  </a:lnTo>
                  <a:lnTo>
                    <a:pt x="1069272" y="2484201"/>
                  </a:lnTo>
                  <a:lnTo>
                    <a:pt x="1069608" y="2485318"/>
                  </a:lnTo>
                  <a:lnTo>
                    <a:pt x="1069945" y="2486104"/>
                  </a:lnTo>
                  <a:lnTo>
                    <a:pt x="1070281" y="2486839"/>
                  </a:lnTo>
                  <a:lnTo>
                    <a:pt x="1070618" y="2487538"/>
                  </a:lnTo>
                  <a:lnTo>
                    <a:pt x="1070954" y="2488092"/>
                  </a:lnTo>
                  <a:lnTo>
                    <a:pt x="1071291" y="2488575"/>
                  </a:lnTo>
                  <a:lnTo>
                    <a:pt x="1071627" y="2488877"/>
                  </a:lnTo>
                  <a:lnTo>
                    <a:pt x="1071963" y="2489048"/>
                  </a:lnTo>
                  <a:lnTo>
                    <a:pt x="1072300" y="2489138"/>
                  </a:lnTo>
                  <a:lnTo>
                    <a:pt x="1072636" y="2489227"/>
                  </a:lnTo>
                  <a:lnTo>
                    <a:pt x="1072973" y="2489217"/>
                  </a:lnTo>
                  <a:lnTo>
                    <a:pt x="1073309" y="2489071"/>
                  </a:lnTo>
                  <a:lnTo>
                    <a:pt x="1073646" y="2488832"/>
                  </a:lnTo>
                  <a:lnTo>
                    <a:pt x="1073982" y="2488593"/>
                  </a:lnTo>
                  <a:lnTo>
                    <a:pt x="1074319" y="2488360"/>
                  </a:lnTo>
                  <a:lnTo>
                    <a:pt x="1074655" y="2488203"/>
                  </a:lnTo>
                  <a:lnTo>
                    <a:pt x="1074992" y="2488134"/>
                  </a:lnTo>
                  <a:lnTo>
                    <a:pt x="1075328" y="2488291"/>
                  </a:lnTo>
                  <a:lnTo>
                    <a:pt x="1075665" y="2488416"/>
                  </a:lnTo>
                  <a:lnTo>
                    <a:pt x="1076001" y="2488416"/>
                  </a:lnTo>
                  <a:lnTo>
                    <a:pt x="1076337" y="2488416"/>
                  </a:lnTo>
                  <a:lnTo>
                    <a:pt x="1076674" y="2488416"/>
                  </a:lnTo>
                  <a:lnTo>
                    <a:pt x="1077010" y="2488416"/>
                  </a:lnTo>
                  <a:lnTo>
                    <a:pt x="1077347" y="2488416"/>
                  </a:lnTo>
                  <a:lnTo>
                    <a:pt x="1077683" y="2488416"/>
                  </a:lnTo>
                  <a:lnTo>
                    <a:pt x="1078020" y="2488416"/>
                  </a:lnTo>
                  <a:lnTo>
                    <a:pt x="1078356" y="2488416"/>
                  </a:lnTo>
                  <a:lnTo>
                    <a:pt x="1078693" y="2488362"/>
                  </a:lnTo>
                  <a:lnTo>
                    <a:pt x="1079029" y="2488316"/>
                  </a:lnTo>
                  <a:lnTo>
                    <a:pt x="1079366" y="2488452"/>
                  </a:lnTo>
                  <a:lnTo>
                    <a:pt x="1079702" y="2488669"/>
                  </a:lnTo>
                  <a:lnTo>
                    <a:pt x="1080039" y="2489143"/>
                  </a:lnTo>
                  <a:lnTo>
                    <a:pt x="1080375" y="2489522"/>
                  </a:lnTo>
                  <a:lnTo>
                    <a:pt x="1080711" y="2489895"/>
                  </a:lnTo>
                  <a:lnTo>
                    <a:pt x="1081048" y="2490390"/>
                  </a:lnTo>
                  <a:lnTo>
                    <a:pt x="1081384" y="2490916"/>
                  </a:lnTo>
                  <a:lnTo>
                    <a:pt x="1081721" y="2491557"/>
                  </a:lnTo>
                  <a:lnTo>
                    <a:pt x="1082057" y="2492338"/>
                  </a:lnTo>
                  <a:lnTo>
                    <a:pt x="1082394" y="2493085"/>
                  </a:lnTo>
                  <a:lnTo>
                    <a:pt x="1082730" y="2493842"/>
                  </a:lnTo>
                  <a:lnTo>
                    <a:pt x="1083067" y="2494517"/>
                  </a:lnTo>
                  <a:lnTo>
                    <a:pt x="1083403" y="2495258"/>
                  </a:lnTo>
                  <a:lnTo>
                    <a:pt x="1083740" y="2496115"/>
                  </a:lnTo>
                  <a:lnTo>
                    <a:pt x="1084076" y="2496925"/>
                  </a:lnTo>
                  <a:lnTo>
                    <a:pt x="1084413" y="2497686"/>
                  </a:lnTo>
                  <a:lnTo>
                    <a:pt x="1084749" y="2498511"/>
                  </a:lnTo>
                  <a:lnTo>
                    <a:pt x="1085085" y="2499128"/>
                  </a:lnTo>
                  <a:lnTo>
                    <a:pt x="1085422" y="2499823"/>
                  </a:lnTo>
                  <a:lnTo>
                    <a:pt x="1085758" y="2500523"/>
                  </a:lnTo>
                  <a:lnTo>
                    <a:pt x="1086095" y="2501101"/>
                  </a:lnTo>
                  <a:lnTo>
                    <a:pt x="1086431" y="2501648"/>
                  </a:lnTo>
                  <a:lnTo>
                    <a:pt x="1086768" y="2502080"/>
                  </a:lnTo>
                  <a:lnTo>
                    <a:pt x="1087104" y="2502527"/>
                  </a:lnTo>
                  <a:lnTo>
                    <a:pt x="1087441" y="2503123"/>
                  </a:lnTo>
                  <a:lnTo>
                    <a:pt x="1087777" y="2503806"/>
                  </a:lnTo>
                  <a:lnTo>
                    <a:pt x="1088114" y="2504489"/>
                  </a:lnTo>
                  <a:lnTo>
                    <a:pt x="1088450" y="2505185"/>
                  </a:lnTo>
                  <a:lnTo>
                    <a:pt x="1088787" y="2505797"/>
                  </a:lnTo>
                  <a:lnTo>
                    <a:pt x="1089123" y="2506370"/>
                  </a:lnTo>
                  <a:lnTo>
                    <a:pt x="1089459" y="2506880"/>
                  </a:lnTo>
                  <a:lnTo>
                    <a:pt x="1089796" y="2507277"/>
                  </a:lnTo>
                  <a:lnTo>
                    <a:pt x="1090132" y="2507501"/>
                  </a:lnTo>
                  <a:lnTo>
                    <a:pt x="1090469" y="2507697"/>
                  </a:lnTo>
                  <a:lnTo>
                    <a:pt x="1090805" y="2507894"/>
                  </a:lnTo>
                  <a:lnTo>
                    <a:pt x="1091142" y="2508090"/>
                  </a:lnTo>
                  <a:lnTo>
                    <a:pt x="1091478" y="2508287"/>
                  </a:lnTo>
                  <a:lnTo>
                    <a:pt x="1091815" y="2508483"/>
                  </a:lnTo>
                  <a:lnTo>
                    <a:pt x="1092151" y="2508619"/>
                  </a:lnTo>
                  <a:lnTo>
                    <a:pt x="1092488" y="2508635"/>
                  </a:lnTo>
                  <a:lnTo>
                    <a:pt x="1092824" y="2508549"/>
                  </a:lnTo>
                  <a:lnTo>
                    <a:pt x="1093161" y="2508452"/>
                  </a:lnTo>
                  <a:lnTo>
                    <a:pt x="1093497" y="2508145"/>
                  </a:lnTo>
                  <a:lnTo>
                    <a:pt x="1093833" y="2507839"/>
                  </a:lnTo>
                  <a:lnTo>
                    <a:pt x="1094170" y="2507587"/>
                  </a:lnTo>
                  <a:lnTo>
                    <a:pt x="1094506" y="2507434"/>
                  </a:lnTo>
                  <a:lnTo>
                    <a:pt x="1094843" y="2507418"/>
                  </a:lnTo>
                  <a:lnTo>
                    <a:pt x="1095179" y="2507533"/>
                  </a:lnTo>
                  <a:lnTo>
                    <a:pt x="1095516" y="2507686"/>
                  </a:lnTo>
                  <a:lnTo>
                    <a:pt x="1095852" y="2507839"/>
                  </a:lnTo>
                  <a:lnTo>
                    <a:pt x="1096189" y="2507992"/>
                  </a:lnTo>
                  <a:lnTo>
                    <a:pt x="1096525" y="2508145"/>
                  </a:lnTo>
                  <a:lnTo>
                    <a:pt x="1096862" y="2508299"/>
                  </a:lnTo>
                  <a:lnTo>
                    <a:pt x="1097198" y="2508452"/>
                  </a:lnTo>
                  <a:lnTo>
                    <a:pt x="1097534" y="2508605"/>
                  </a:lnTo>
                  <a:lnTo>
                    <a:pt x="1097871" y="2508880"/>
                  </a:lnTo>
                  <a:lnTo>
                    <a:pt x="1098207" y="2509148"/>
                  </a:lnTo>
                  <a:lnTo>
                    <a:pt x="1098544" y="2509301"/>
                  </a:lnTo>
                  <a:lnTo>
                    <a:pt x="1098880" y="2509454"/>
                  </a:lnTo>
                  <a:lnTo>
                    <a:pt x="1099217" y="2509607"/>
                  </a:lnTo>
                  <a:lnTo>
                    <a:pt x="1099553" y="2509760"/>
                  </a:lnTo>
                  <a:lnTo>
                    <a:pt x="1099890" y="2509776"/>
                  </a:lnTo>
                  <a:lnTo>
                    <a:pt x="1100226" y="2509776"/>
                  </a:lnTo>
                  <a:lnTo>
                    <a:pt x="1100563" y="2509776"/>
                  </a:lnTo>
                  <a:lnTo>
                    <a:pt x="1100899" y="2509707"/>
                  </a:lnTo>
                  <a:lnTo>
                    <a:pt x="1101236" y="2509416"/>
                  </a:lnTo>
                  <a:lnTo>
                    <a:pt x="1101572" y="2509110"/>
                  </a:lnTo>
                  <a:lnTo>
                    <a:pt x="1101908" y="2508804"/>
                  </a:lnTo>
                  <a:lnTo>
                    <a:pt x="1102245" y="2508421"/>
                  </a:lnTo>
                  <a:lnTo>
                    <a:pt x="1102581" y="2507962"/>
                  </a:lnTo>
                  <a:lnTo>
                    <a:pt x="1102918" y="2507380"/>
                  </a:lnTo>
                  <a:lnTo>
                    <a:pt x="1103254" y="2506806"/>
                  </a:lnTo>
                  <a:lnTo>
                    <a:pt x="1103591" y="2506447"/>
                  </a:lnTo>
                  <a:lnTo>
                    <a:pt x="1103927" y="2505871"/>
                  </a:lnTo>
                  <a:lnTo>
                    <a:pt x="1104264" y="2505222"/>
                  </a:lnTo>
                  <a:lnTo>
                    <a:pt x="1104600" y="2504536"/>
                  </a:lnTo>
                  <a:lnTo>
                    <a:pt x="1104937" y="2503849"/>
                  </a:lnTo>
                  <a:lnTo>
                    <a:pt x="1105273" y="2503269"/>
                  </a:lnTo>
                  <a:lnTo>
                    <a:pt x="1105610" y="2502735"/>
                  </a:lnTo>
                  <a:lnTo>
                    <a:pt x="1105946" y="2502258"/>
                  </a:lnTo>
                  <a:lnTo>
                    <a:pt x="1106282" y="2501963"/>
                  </a:lnTo>
                  <a:lnTo>
                    <a:pt x="1106619" y="2501681"/>
                  </a:lnTo>
                  <a:lnTo>
                    <a:pt x="1106955" y="2501382"/>
                  </a:lnTo>
                  <a:lnTo>
                    <a:pt x="1107292" y="2500946"/>
                  </a:lnTo>
                  <a:lnTo>
                    <a:pt x="1107628" y="2500385"/>
                  </a:lnTo>
                  <a:lnTo>
                    <a:pt x="1107965" y="2499831"/>
                  </a:lnTo>
                  <a:lnTo>
                    <a:pt x="1108301" y="2499423"/>
                  </a:lnTo>
                  <a:lnTo>
                    <a:pt x="1108638" y="2499087"/>
                  </a:lnTo>
                  <a:lnTo>
                    <a:pt x="1108974" y="2498820"/>
                  </a:lnTo>
                  <a:lnTo>
                    <a:pt x="1109311" y="2498567"/>
                  </a:lnTo>
                  <a:lnTo>
                    <a:pt x="1109647" y="2497953"/>
                  </a:lnTo>
                  <a:lnTo>
                    <a:pt x="1109984" y="2497274"/>
                  </a:lnTo>
                  <a:lnTo>
                    <a:pt x="1110320" y="2496414"/>
                  </a:lnTo>
                  <a:lnTo>
                    <a:pt x="1110656" y="2495524"/>
                  </a:lnTo>
                  <a:lnTo>
                    <a:pt x="1110993" y="2494715"/>
                  </a:lnTo>
                  <a:lnTo>
                    <a:pt x="1111329" y="2493907"/>
                  </a:lnTo>
                  <a:lnTo>
                    <a:pt x="1111666" y="2493098"/>
                  </a:lnTo>
                  <a:lnTo>
                    <a:pt x="1112002" y="2492134"/>
                  </a:lnTo>
                  <a:lnTo>
                    <a:pt x="1112339" y="2491358"/>
                  </a:lnTo>
                  <a:lnTo>
                    <a:pt x="1112675" y="2490856"/>
                  </a:lnTo>
                  <a:lnTo>
                    <a:pt x="1113012" y="2490413"/>
                  </a:lnTo>
                  <a:lnTo>
                    <a:pt x="1113348" y="2489867"/>
                  </a:lnTo>
                  <a:lnTo>
                    <a:pt x="1113685" y="2489321"/>
                  </a:lnTo>
                  <a:lnTo>
                    <a:pt x="1114021" y="2488928"/>
                  </a:lnTo>
                  <a:lnTo>
                    <a:pt x="1114358" y="2488708"/>
                  </a:lnTo>
                  <a:lnTo>
                    <a:pt x="1114694" y="2488586"/>
                  </a:lnTo>
                  <a:lnTo>
                    <a:pt x="1115030" y="2488617"/>
                  </a:lnTo>
                  <a:lnTo>
                    <a:pt x="1115367" y="2488662"/>
                  </a:lnTo>
                  <a:lnTo>
                    <a:pt x="1115703" y="2488719"/>
                  </a:lnTo>
                  <a:lnTo>
                    <a:pt x="1116040" y="2489025"/>
                  </a:lnTo>
                  <a:lnTo>
                    <a:pt x="1116376" y="2489461"/>
                  </a:lnTo>
                  <a:lnTo>
                    <a:pt x="1116713" y="2489920"/>
                  </a:lnTo>
                  <a:lnTo>
                    <a:pt x="1117049" y="2490517"/>
                  </a:lnTo>
                  <a:lnTo>
                    <a:pt x="1117386" y="2491214"/>
                  </a:lnTo>
                  <a:lnTo>
                    <a:pt x="1117722" y="2491918"/>
                  </a:lnTo>
                  <a:lnTo>
                    <a:pt x="1118059" y="2492337"/>
                  </a:lnTo>
                  <a:lnTo>
                    <a:pt x="1118395" y="2492726"/>
                  </a:lnTo>
                  <a:lnTo>
                    <a:pt x="1118732" y="2493077"/>
                  </a:lnTo>
                  <a:lnTo>
                    <a:pt x="1119068" y="2493287"/>
                  </a:lnTo>
                  <a:lnTo>
                    <a:pt x="1119404" y="2493388"/>
                  </a:lnTo>
                  <a:lnTo>
                    <a:pt x="1119741" y="2493461"/>
                  </a:lnTo>
                  <a:lnTo>
                    <a:pt x="1120077" y="2493527"/>
                  </a:lnTo>
                  <a:lnTo>
                    <a:pt x="1120414" y="2493593"/>
                  </a:lnTo>
                  <a:lnTo>
                    <a:pt x="1120750" y="2493834"/>
                  </a:lnTo>
                  <a:lnTo>
                    <a:pt x="1121087" y="2494114"/>
                  </a:lnTo>
                  <a:lnTo>
                    <a:pt x="1121423" y="2494399"/>
                  </a:lnTo>
                  <a:lnTo>
                    <a:pt x="1121760" y="2494683"/>
                  </a:lnTo>
                  <a:lnTo>
                    <a:pt x="1122096" y="2494968"/>
                  </a:lnTo>
                  <a:lnTo>
                    <a:pt x="1122433" y="2495193"/>
                  </a:lnTo>
                  <a:lnTo>
                    <a:pt x="1122769" y="2495338"/>
                  </a:lnTo>
                  <a:lnTo>
                    <a:pt x="1123106" y="2495360"/>
                  </a:lnTo>
                  <a:lnTo>
                    <a:pt x="1123442" y="2495490"/>
                  </a:lnTo>
                  <a:lnTo>
                    <a:pt x="1123778" y="2495455"/>
                  </a:lnTo>
                  <a:lnTo>
                    <a:pt x="1124115" y="2495286"/>
                  </a:lnTo>
                  <a:lnTo>
                    <a:pt x="1124451" y="2495160"/>
                  </a:lnTo>
                  <a:lnTo>
                    <a:pt x="1124788" y="2495035"/>
                  </a:lnTo>
                  <a:lnTo>
                    <a:pt x="1125124" y="2494909"/>
                  </a:lnTo>
                  <a:lnTo>
                    <a:pt x="1125461" y="2494783"/>
                  </a:lnTo>
                  <a:lnTo>
                    <a:pt x="1125797" y="2494457"/>
                  </a:lnTo>
                  <a:lnTo>
                    <a:pt x="1126134" y="2493923"/>
                  </a:lnTo>
                  <a:lnTo>
                    <a:pt x="1126470" y="2493188"/>
                  </a:lnTo>
                  <a:lnTo>
                    <a:pt x="1126807" y="2492435"/>
                  </a:lnTo>
                  <a:lnTo>
                    <a:pt x="1127143" y="2491681"/>
                  </a:lnTo>
                  <a:lnTo>
                    <a:pt x="1127480" y="2490802"/>
                  </a:lnTo>
                  <a:lnTo>
                    <a:pt x="1127816" y="2489835"/>
                  </a:lnTo>
                  <a:lnTo>
                    <a:pt x="1128152" y="2488956"/>
                  </a:lnTo>
                  <a:lnTo>
                    <a:pt x="1128489" y="2488055"/>
                  </a:lnTo>
                  <a:lnTo>
                    <a:pt x="1128825" y="2487240"/>
                  </a:lnTo>
                  <a:lnTo>
                    <a:pt x="1129162" y="2486679"/>
                  </a:lnTo>
                  <a:lnTo>
                    <a:pt x="1129498" y="2485933"/>
                  </a:lnTo>
                  <a:lnTo>
                    <a:pt x="1129835" y="2485205"/>
                  </a:lnTo>
                  <a:lnTo>
                    <a:pt x="1130171" y="2484592"/>
                  </a:lnTo>
                  <a:lnTo>
                    <a:pt x="1130508" y="2483980"/>
                  </a:lnTo>
                  <a:lnTo>
                    <a:pt x="1130844" y="2483368"/>
                  </a:lnTo>
                  <a:lnTo>
                    <a:pt x="1131181" y="2482801"/>
                  </a:lnTo>
                  <a:lnTo>
                    <a:pt x="1131517" y="2482327"/>
                  </a:lnTo>
                  <a:lnTo>
                    <a:pt x="1131853" y="2481715"/>
                  </a:lnTo>
                  <a:lnTo>
                    <a:pt x="1132190" y="2481102"/>
                  </a:lnTo>
                  <a:lnTo>
                    <a:pt x="1132526" y="2480643"/>
                  </a:lnTo>
                  <a:lnTo>
                    <a:pt x="1132863" y="2480322"/>
                  </a:lnTo>
                  <a:lnTo>
                    <a:pt x="1133199" y="2479939"/>
                  </a:lnTo>
                  <a:lnTo>
                    <a:pt x="1133536" y="2479480"/>
                  </a:lnTo>
                  <a:lnTo>
                    <a:pt x="1133872" y="2479158"/>
                  </a:lnTo>
                  <a:lnTo>
                    <a:pt x="1134209" y="2478852"/>
                  </a:lnTo>
                  <a:lnTo>
                    <a:pt x="1134545" y="2478546"/>
                  </a:lnTo>
                  <a:lnTo>
                    <a:pt x="1134882" y="2478240"/>
                  </a:lnTo>
                  <a:lnTo>
                    <a:pt x="1135218" y="2477934"/>
                  </a:lnTo>
                  <a:lnTo>
                    <a:pt x="1135555" y="2477597"/>
                  </a:lnTo>
                  <a:lnTo>
                    <a:pt x="1135891" y="2477138"/>
                  </a:lnTo>
                  <a:lnTo>
                    <a:pt x="1136227" y="2476679"/>
                  </a:lnTo>
                  <a:lnTo>
                    <a:pt x="1136564" y="2476235"/>
                  </a:lnTo>
                  <a:lnTo>
                    <a:pt x="1136900" y="2475959"/>
                  </a:lnTo>
                  <a:lnTo>
                    <a:pt x="1137237" y="2475822"/>
                  </a:lnTo>
                  <a:lnTo>
                    <a:pt x="1137573" y="2475667"/>
                  </a:lnTo>
                  <a:lnTo>
                    <a:pt x="1137910" y="2475488"/>
                  </a:lnTo>
                  <a:lnTo>
                    <a:pt x="1138246" y="2475345"/>
                  </a:lnTo>
                  <a:lnTo>
                    <a:pt x="1138583" y="2475278"/>
                  </a:lnTo>
                  <a:lnTo>
                    <a:pt x="1138919" y="2475211"/>
                  </a:lnTo>
                  <a:lnTo>
                    <a:pt x="1139256" y="2475145"/>
                  </a:lnTo>
                  <a:lnTo>
                    <a:pt x="1139592" y="2475078"/>
                  </a:lnTo>
                  <a:lnTo>
                    <a:pt x="1139929" y="2475011"/>
                  </a:lnTo>
                  <a:lnTo>
                    <a:pt x="1140265" y="2474944"/>
                  </a:lnTo>
                  <a:lnTo>
                    <a:pt x="1140601" y="2474908"/>
                  </a:lnTo>
                  <a:lnTo>
                    <a:pt x="1140938" y="2474995"/>
                  </a:lnTo>
                  <a:lnTo>
                    <a:pt x="1141274" y="2475081"/>
                  </a:lnTo>
                  <a:lnTo>
                    <a:pt x="1141611" y="2475167"/>
                  </a:lnTo>
                  <a:lnTo>
                    <a:pt x="1141947" y="2475228"/>
                  </a:lnTo>
                  <a:lnTo>
                    <a:pt x="1142284" y="2475176"/>
                  </a:lnTo>
                  <a:lnTo>
                    <a:pt x="1142620" y="2475020"/>
                  </a:lnTo>
                  <a:lnTo>
                    <a:pt x="1142957" y="2474895"/>
                  </a:lnTo>
                  <a:lnTo>
                    <a:pt x="1143293" y="2474895"/>
                  </a:lnTo>
                  <a:lnTo>
                    <a:pt x="1143630" y="2474895"/>
                  </a:lnTo>
                  <a:lnTo>
                    <a:pt x="1143966" y="2474895"/>
                  </a:lnTo>
                  <a:lnTo>
                    <a:pt x="1144303" y="2474895"/>
                  </a:lnTo>
                  <a:lnTo>
                    <a:pt x="1144639" y="2474895"/>
                  </a:lnTo>
                  <a:lnTo>
                    <a:pt x="1144975" y="2474895"/>
                  </a:lnTo>
                  <a:lnTo>
                    <a:pt x="1145312" y="2474895"/>
                  </a:lnTo>
                  <a:lnTo>
                    <a:pt x="1145648" y="2474826"/>
                  </a:lnTo>
                  <a:lnTo>
                    <a:pt x="1145985" y="2474726"/>
                  </a:lnTo>
                  <a:lnTo>
                    <a:pt x="1146321" y="2474726"/>
                  </a:lnTo>
                  <a:lnTo>
                    <a:pt x="1146658" y="2474514"/>
                  </a:lnTo>
                  <a:lnTo>
                    <a:pt x="1146994" y="2474205"/>
                  </a:lnTo>
                  <a:lnTo>
                    <a:pt x="1147331" y="2473869"/>
                  </a:lnTo>
                  <a:lnTo>
                    <a:pt x="1147667" y="2473757"/>
                  </a:lnTo>
                  <a:lnTo>
                    <a:pt x="1148004" y="2473552"/>
                  </a:lnTo>
                  <a:lnTo>
                    <a:pt x="1148340" y="2473194"/>
                  </a:lnTo>
                  <a:lnTo>
                    <a:pt x="1148677" y="2472995"/>
                  </a:lnTo>
                  <a:lnTo>
                    <a:pt x="1149013" y="2472802"/>
                  </a:lnTo>
                  <a:lnTo>
                    <a:pt x="1149349" y="2472423"/>
                  </a:lnTo>
                  <a:lnTo>
                    <a:pt x="1149686" y="2471944"/>
                  </a:lnTo>
                  <a:lnTo>
                    <a:pt x="1150022" y="2471204"/>
                  </a:lnTo>
                  <a:lnTo>
                    <a:pt x="1150359" y="2470540"/>
                  </a:lnTo>
                  <a:lnTo>
                    <a:pt x="1150695" y="2469903"/>
                  </a:lnTo>
                  <a:lnTo>
                    <a:pt x="1151032" y="2469210"/>
                  </a:lnTo>
                  <a:lnTo>
                    <a:pt x="1151368" y="2468458"/>
                  </a:lnTo>
                  <a:lnTo>
                    <a:pt x="1151705" y="2467772"/>
                  </a:lnTo>
                  <a:lnTo>
                    <a:pt x="1152041" y="2467210"/>
                  </a:lnTo>
                  <a:lnTo>
                    <a:pt x="1152378" y="2466718"/>
                  </a:lnTo>
                  <a:lnTo>
                    <a:pt x="1152714" y="2466168"/>
                  </a:lnTo>
                  <a:lnTo>
                    <a:pt x="1153051" y="2465697"/>
                  </a:lnTo>
                  <a:lnTo>
                    <a:pt x="1153387" y="2465232"/>
                  </a:lnTo>
                  <a:lnTo>
                    <a:pt x="1153723" y="2464583"/>
                  </a:lnTo>
                  <a:lnTo>
                    <a:pt x="1154060" y="2464017"/>
                  </a:lnTo>
                  <a:lnTo>
                    <a:pt x="1154396" y="2463563"/>
                  </a:lnTo>
                  <a:lnTo>
                    <a:pt x="1154733" y="2463207"/>
                  </a:lnTo>
                  <a:lnTo>
                    <a:pt x="1155069" y="2462976"/>
                  </a:lnTo>
                  <a:lnTo>
                    <a:pt x="1155406" y="2462752"/>
                  </a:lnTo>
                  <a:lnTo>
                    <a:pt x="1155742" y="2462477"/>
                  </a:lnTo>
                  <a:lnTo>
                    <a:pt x="1156079" y="2462324"/>
                  </a:lnTo>
                  <a:lnTo>
                    <a:pt x="1156415" y="2462326"/>
                  </a:lnTo>
                  <a:lnTo>
                    <a:pt x="1156752" y="2462395"/>
                  </a:lnTo>
                  <a:lnTo>
                    <a:pt x="1157088" y="2462376"/>
                  </a:lnTo>
                  <a:lnTo>
                    <a:pt x="1157425" y="2462462"/>
                  </a:lnTo>
                  <a:lnTo>
                    <a:pt x="1157761" y="2462583"/>
                  </a:lnTo>
                  <a:lnTo>
                    <a:pt x="1158097" y="2462705"/>
                  </a:lnTo>
                  <a:lnTo>
                    <a:pt x="1158434" y="2462827"/>
                  </a:lnTo>
                  <a:lnTo>
                    <a:pt x="1158770" y="2462948"/>
                  </a:lnTo>
                  <a:lnTo>
                    <a:pt x="1159107" y="2462957"/>
                  </a:lnTo>
                  <a:lnTo>
                    <a:pt x="1159443" y="2462959"/>
                  </a:lnTo>
                  <a:lnTo>
                    <a:pt x="1159780" y="2462970"/>
                  </a:lnTo>
                  <a:lnTo>
                    <a:pt x="1160116" y="2462970"/>
                  </a:lnTo>
                  <a:lnTo>
                    <a:pt x="1160453" y="2462981"/>
                  </a:lnTo>
                  <a:lnTo>
                    <a:pt x="1160789" y="2463201"/>
                  </a:lnTo>
                  <a:lnTo>
                    <a:pt x="1161126" y="2463421"/>
                  </a:lnTo>
                  <a:lnTo>
                    <a:pt x="1161462" y="2463576"/>
                  </a:lnTo>
                  <a:lnTo>
                    <a:pt x="1161798" y="2463601"/>
                  </a:lnTo>
                  <a:lnTo>
                    <a:pt x="1162135" y="2463627"/>
                  </a:lnTo>
                  <a:lnTo>
                    <a:pt x="1162471" y="2463514"/>
                  </a:lnTo>
                  <a:lnTo>
                    <a:pt x="1162808" y="2463208"/>
                  </a:lnTo>
                  <a:lnTo>
                    <a:pt x="1163144" y="2462902"/>
                  </a:lnTo>
                  <a:lnTo>
                    <a:pt x="1163481" y="2462595"/>
                  </a:lnTo>
                  <a:lnTo>
                    <a:pt x="1163817" y="2462289"/>
                  </a:lnTo>
                  <a:lnTo>
                    <a:pt x="1164154" y="2462121"/>
                  </a:lnTo>
                  <a:lnTo>
                    <a:pt x="1164490" y="2461968"/>
                  </a:lnTo>
                  <a:lnTo>
                    <a:pt x="1164827" y="2461830"/>
                  </a:lnTo>
                  <a:lnTo>
                    <a:pt x="1165163" y="2461830"/>
                  </a:lnTo>
                  <a:lnTo>
                    <a:pt x="1165500" y="2461868"/>
                  </a:lnTo>
                  <a:lnTo>
                    <a:pt x="1165836" y="2462021"/>
                  </a:lnTo>
                  <a:lnTo>
                    <a:pt x="1166172" y="2462174"/>
                  </a:lnTo>
                  <a:lnTo>
                    <a:pt x="1166509" y="2462328"/>
                  </a:lnTo>
                  <a:lnTo>
                    <a:pt x="1166845" y="2462481"/>
                  </a:lnTo>
                  <a:lnTo>
                    <a:pt x="1167182" y="2462634"/>
                  </a:lnTo>
                  <a:lnTo>
                    <a:pt x="1167518" y="2462787"/>
                  </a:lnTo>
                  <a:lnTo>
                    <a:pt x="1167855" y="2462940"/>
                  </a:lnTo>
                  <a:lnTo>
                    <a:pt x="1168191" y="2463162"/>
                  </a:lnTo>
                  <a:lnTo>
                    <a:pt x="1168528" y="2463606"/>
                  </a:lnTo>
                  <a:lnTo>
                    <a:pt x="1168864" y="2464065"/>
                  </a:lnTo>
                  <a:lnTo>
                    <a:pt x="1169201" y="2464616"/>
                  </a:lnTo>
                  <a:lnTo>
                    <a:pt x="1169537" y="2465305"/>
                  </a:lnTo>
                  <a:lnTo>
                    <a:pt x="1169874" y="2466070"/>
                  </a:lnTo>
                  <a:lnTo>
                    <a:pt x="1170210" y="2466835"/>
                  </a:lnTo>
                  <a:lnTo>
                    <a:pt x="1170546" y="2467563"/>
                  </a:lnTo>
                  <a:lnTo>
                    <a:pt x="1170883" y="2468075"/>
                  </a:lnTo>
                  <a:lnTo>
                    <a:pt x="1171219" y="2468804"/>
                  </a:lnTo>
                  <a:lnTo>
                    <a:pt x="1171556" y="2469606"/>
                  </a:lnTo>
                  <a:lnTo>
                    <a:pt x="1171892" y="2470445"/>
                  </a:lnTo>
                  <a:lnTo>
                    <a:pt x="1172229" y="2471285"/>
                  </a:lnTo>
                  <a:lnTo>
                    <a:pt x="1172565" y="2472125"/>
                  </a:lnTo>
                  <a:lnTo>
                    <a:pt x="1172902" y="2472911"/>
                  </a:lnTo>
                  <a:lnTo>
                    <a:pt x="1173238" y="2473542"/>
                  </a:lnTo>
                  <a:lnTo>
                    <a:pt x="1173575" y="2473875"/>
                  </a:lnTo>
                  <a:lnTo>
                    <a:pt x="1173911" y="2474157"/>
                  </a:lnTo>
                  <a:lnTo>
                    <a:pt x="1174248" y="2474365"/>
                  </a:lnTo>
                  <a:lnTo>
                    <a:pt x="1174584" y="2474647"/>
                  </a:lnTo>
                  <a:lnTo>
                    <a:pt x="1174920" y="2475055"/>
                  </a:lnTo>
                  <a:lnTo>
                    <a:pt x="1175257" y="2475402"/>
                  </a:lnTo>
                  <a:lnTo>
                    <a:pt x="1175593" y="2475657"/>
                  </a:lnTo>
                  <a:lnTo>
                    <a:pt x="1175930" y="2475841"/>
                  </a:lnTo>
                  <a:lnTo>
                    <a:pt x="1176266" y="2475954"/>
                  </a:lnTo>
                  <a:lnTo>
                    <a:pt x="1176603" y="2476054"/>
                  </a:lnTo>
                  <a:lnTo>
                    <a:pt x="1176939" y="2476360"/>
                  </a:lnTo>
                  <a:lnTo>
                    <a:pt x="1177276" y="2476666"/>
                  </a:lnTo>
                  <a:lnTo>
                    <a:pt x="1177612" y="2476965"/>
                  </a:lnTo>
                  <a:lnTo>
                    <a:pt x="1177949" y="2477171"/>
                  </a:lnTo>
                  <a:lnTo>
                    <a:pt x="1178285" y="2477477"/>
                  </a:lnTo>
                  <a:lnTo>
                    <a:pt x="1178622" y="2477898"/>
                  </a:lnTo>
                  <a:lnTo>
                    <a:pt x="1178958" y="2478358"/>
                  </a:lnTo>
                  <a:lnTo>
                    <a:pt x="1179294" y="2479016"/>
                  </a:lnTo>
                  <a:lnTo>
                    <a:pt x="1179631" y="2479551"/>
                  </a:lnTo>
                  <a:lnTo>
                    <a:pt x="1179967" y="2479858"/>
                  </a:lnTo>
                  <a:lnTo>
                    <a:pt x="1180304" y="2480225"/>
                  </a:lnTo>
                  <a:lnTo>
                    <a:pt x="1180640" y="2480684"/>
                  </a:lnTo>
                  <a:lnTo>
                    <a:pt x="1180977" y="2481143"/>
                  </a:lnTo>
                  <a:lnTo>
                    <a:pt x="1181313" y="2481450"/>
                  </a:lnTo>
                  <a:lnTo>
                    <a:pt x="1181650" y="2481664"/>
                  </a:lnTo>
                  <a:lnTo>
                    <a:pt x="1181986" y="2481687"/>
                  </a:lnTo>
                  <a:lnTo>
                    <a:pt x="1182323" y="2481679"/>
                  </a:lnTo>
                  <a:lnTo>
                    <a:pt x="1182659" y="2481661"/>
                  </a:lnTo>
                  <a:lnTo>
                    <a:pt x="1182996" y="2481709"/>
                  </a:lnTo>
                  <a:lnTo>
                    <a:pt x="1183332" y="2481690"/>
                  </a:lnTo>
                  <a:lnTo>
                    <a:pt x="1183668" y="2481658"/>
                  </a:lnTo>
                  <a:lnTo>
                    <a:pt x="1184005" y="2481627"/>
                  </a:lnTo>
                  <a:lnTo>
                    <a:pt x="1184341" y="2481397"/>
                  </a:lnTo>
                  <a:lnTo>
                    <a:pt x="1184678" y="2480978"/>
                  </a:lnTo>
                  <a:lnTo>
                    <a:pt x="1185014" y="2480427"/>
                  </a:lnTo>
                  <a:lnTo>
                    <a:pt x="1185351" y="2479838"/>
                  </a:lnTo>
                  <a:lnTo>
                    <a:pt x="1185687" y="2479249"/>
                  </a:lnTo>
                  <a:lnTo>
                    <a:pt x="1186024" y="2478661"/>
                  </a:lnTo>
                  <a:lnTo>
                    <a:pt x="1186360" y="2478072"/>
                  </a:lnTo>
                  <a:lnTo>
                    <a:pt x="1186697" y="2477483"/>
                  </a:lnTo>
                  <a:lnTo>
                    <a:pt x="1187033" y="2477001"/>
                  </a:lnTo>
                  <a:lnTo>
                    <a:pt x="1187370" y="2476545"/>
                  </a:lnTo>
                  <a:lnTo>
                    <a:pt x="1187706" y="2476227"/>
                  </a:lnTo>
                  <a:lnTo>
                    <a:pt x="1188042" y="2475969"/>
                  </a:lnTo>
                  <a:lnTo>
                    <a:pt x="1188379" y="2475757"/>
                  </a:lnTo>
                  <a:lnTo>
                    <a:pt x="1188715" y="2475298"/>
                  </a:lnTo>
                  <a:lnTo>
                    <a:pt x="1189052" y="2474839"/>
                  </a:lnTo>
                  <a:lnTo>
                    <a:pt x="1189388" y="2474380"/>
                  </a:lnTo>
                  <a:lnTo>
                    <a:pt x="1189725" y="2474020"/>
                  </a:lnTo>
                  <a:lnTo>
                    <a:pt x="1190061" y="2473928"/>
                  </a:lnTo>
                  <a:lnTo>
                    <a:pt x="1190398" y="2473967"/>
                  </a:lnTo>
                  <a:lnTo>
                    <a:pt x="1190734" y="2473752"/>
                  </a:lnTo>
                  <a:lnTo>
                    <a:pt x="1191071" y="2473539"/>
                  </a:lnTo>
                  <a:lnTo>
                    <a:pt x="1191407" y="2473197"/>
                  </a:lnTo>
                  <a:lnTo>
                    <a:pt x="1191744" y="2472260"/>
                  </a:lnTo>
                  <a:lnTo>
                    <a:pt x="1192080" y="2470868"/>
                  </a:lnTo>
                  <a:lnTo>
                    <a:pt x="1192416" y="2469431"/>
                  </a:lnTo>
                  <a:lnTo>
                    <a:pt x="1192753" y="2467769"/>
                  </a:lnTo>
                  <a:lnTo>
                    <a:pt x="1193089" y="2465820"/>
                  </a:lnTo>
                  <a:lnTo>
                    <a:pt x="1193426" y="2463815"/>
                  </a:lnTo>
                  <a:lnTo>
                    <a:pt x="1193762" y="2461948"/>
                  </a:lnTo>
                  <a:lnTo>
                    <a:pt x="1194099" y="2460081"/>
                  </a:lnTo>
                  <a:lnTo>
                    <a:pt x="1194435" y="2458205"/>
                  </a:lnTo>
                  <a:lnTo>
                    <a:pt x="1194772" y="2456397"/>
                  </a:lnTo>
                  <a:lnTo>
                    <a:pt x="1195108" y="2454737"/>
                  </a:lnTo>
                  <a:lnTo>
                    <a:pt x="1195445" y="2452669"/>
                  </a:lnTo>
                  <a:lnTo>
                    <a:pt x="1195781" y="2450805"/>
                  </a:lnTo>
                  <a:lnTo>
                    <a:pt x="1196117" y="2448346"/>
                  </a:lnTo>
                  <a:lnTo>
                    <a:pt x="1196454" y="2446275"/>
                  </a:lnTo>
                  <a:lnTo>
                    <a:pt x="1196790" y="2444858"/>
                  </a:lnTo>
                  <a:lnTo>
                    <a:pt x="1197127" y="2443795"/>
                  </a:lnTo>
                  <a:lnTo>
                    <a:pt x="1197463" y="2443129"/>
                  </a:lnTo>
                  <a:lnTo>
                    <a:pt x="1197800" y="2442788"/>
                  </a:lnTo>
                  <a:lnTo>
                    <a:pt x="1198136" y="2442811"/>
                  </a:lnTo>
                  <a:lnTo>
                    <a:pt x="1198473" y="2443013"/>
                  </a:lnTo>
                  <a:lnTo>
                    <a:pt x="1198809" y="2442933"/>
                  </a:lnTo>
                  <a:lnTo>
                    <a:pt x="1199146" y="2443020"/>
                  </a:lnTo>
                  <a:lnTo>
                    <a:pt x="1199482" y="2443098"/>
                  </a:lnTo>
                  <a:lnTo>
                    <a:pt x="1199819" y="2443031"/>
                  </a:lnTo>
                  <a:lnTo>
                    <a:pt x="1200155" y="2442738"/>
                  </a:lnTo>
                  <a:lnTo>
                    <a:pt x="1200491" y="2442548"/>
                  </a:lnTo>
                  <a:lnTo>
                    <a:pt x="1200828" y="2442562"/>
                  </a:lnTo>
                  <a:lnTo>
                    <a:pt x="1201164" y="2442283"/>
                  </a:lnTo>
                  <a:lnTo>
                    <a:pt x="1201501" y="2441872"/>
                  </a:lnTo>
                  <a:lnTo>
                    <a:pt x="1201837" y="2441412"/>
                  </a:lnTo>
                  <a:lnTo>
                    <a:pt x="1202174" y="2440935"/>
                  </a:lnTo>
                  <a:lnTo>
                    <a:pt x="1202510" y="2440562"/>
                  </a:lnTo>
                  <a:lnTo>
                    <a:pt x="1202847" y="2440152"/>
                  </a:lnTo>
                  <a:lnTo>
                    <a:pt x="1203183" y="2440012"/>
                  </a:lnTo>
                  <a:lnTo>
                    <a:pt x="1203520" y="2439874"/>
                  </a:lnTo>
                  <a:lnTo>
                    <a:pt x="1203856" y="2439743"/>
                  </a:lnTo>
                  <a:lnTo>
                    <a:pt x="1204193" y="2439467"/>
                  </a:lnTo>
                  <a:lnTo>
                    <a:pt x="1204529" y="2439074"/>
                  </a:lnTo>
                  <a:lnTo>
                    <a:pt x="1204865" y="2438590"/>
                  </a:lnTo>
                  <a:lnTo>
                    <a:pt x="1205202" y="2438057"/>
                  </a:lnTo>
                  <a:lnTo>
                    <a:pt x="1205538" y="2437376"/>
                  </a:lnTo>
                  <a:lnTo>
                    <a:pt x="1205875" y="2436380"/>
                  </a:lnTo>
                  <a:lnTo>
                    <a:pt x="1206211" y="2435349"/>
                  </a:lnTo>
                  <a:lnTo>
                    <a:pt x="1206548" y="2434341"/>
                  </a:lnTo>
                  <a:lnTo>
                    <a:pt x="1206884" y="2433282"/>
                  </a:lnTo>
                  <a:lnTo>
                    <a:pt x="1207221" y="2432219"/>
                  </a:lnTo>
                  <a:lnTo>
                    <a:pt x="1207557" y="2431194"/>
                  </a:lnTo>
                  <a:lnTo>
                    <a:pt x="1207894" y="2430177"/>
                  </a:lnTo>
                  <a:lnTo>
                    <a:pt x="1208230" y="2429124"/>
                  </a:lnTo>
                  <a:lnTo>
                    <a:pt x="1208567" y="2428111"/>
                  </a:lnTo>
                  <a:lnTo>
                    <a:pt x="1208903" y="2427311"/>
                  </a:lnTo>
                  <a:lnTo>
                    <a:pt x="1209239" y="2426535"/>
                  </a:lnTo>
                  <a:lnTo>
                    <a:pt x="1209576" y="2425905"/>
                  </a:lnTo>
                  <a:lnTo>
                    <a:pt x="1209912" y="2425440"/>
                  </a:lnTo>
                  <a:lnTo>
                    <a:pt x="1210249" y="2425132"/>
                  </a:lnTo>
                  <a:lnTo>
                    <a:pt x="1210585" y="2424901"/>
                  </a:lnTo>
                  <a:lnTo>
                    <a:pt x="1210922" y="2424894"/>
                  </a:lnTo>
                  <a:lnTo>
                    <a:pt x="1211258" y="2425053"/>
                  </a:lnTo>
                  <a:lnTo>
                    <a:pt x="1211595" y="2425227"/>
                  </a:lnTo>
                  <a:lnTo>
                    <a:pt x="1211931" y="2425398"/>
                  </a:lnTo>
                  <a:lnTo>
                    <a:pt x="1212268" y="2425551"/>
                  </a:lnTo>
                  <a:lnTo>
                    <a:pt x="1212604" y="2425703"/>
                  </a:lnTo>
                  <a:lnTo>
                    <a:pt x="1212941" y="2425925"/>
                  </a:lnTo>
                  <a:lnTo>
                    <a:pt x="1213277" y="2426231"/>
                  </a:lnTo>
                  <a:lnTo>
                    <a:pt x="1213613" y="2426612"/>
                  </a:lnTo>
                  <a:lnTo>
                    <a:pt x="1213950" y="2427070"/>
                  </a:lnTo>
                  <a:lnTo>
                    <a:pt x="1214286" y="2427665"/>
                  </a:lnTo>
                  <a:lnTo>
                    <a:pt x="1214623" y="2428233"/>
                  </a:lnTo>
                  <a:lnTo>
                    <a:pt x="1214959" y="2428660"/>
                  </a:lnTo>
                  <a:lnTo>
                    <a:pt x="1215296" y="2429093"/>
                  </a:lnTo>
                  <a:lnTo>
                    <a:pt x="1215632" y="2429553"/>
                  </a:lnTo>
                  <a:lnTo>
                    <a:pt x="1215969" y="2429751"/>
                  </a:lnTo>
                  <a:lnTo>
                    <a:pt x="1216305" y="2429945"/>
                  </a:lnTo>
                  <a:lnTo>
                    <a:pt x="1216642" y="2430222"/>
                  </a:lnTo>
                  <a:lnTo>
                    <a:pt x="1216978" y="2430633"/>
                  </a:lnTo>
                  <a:lnTo>
                    <a:pt x="1217315" y="2431295"/>
                  </a:lnTo>
                  <a:lnTo>
                    <a:pt x="1217651" y="2431963"/>
                  </a:lnTo>
                  <a:lnTo>
                    <a:pt x="1217987" y="2432606"/>
                  </a:lnTo>
                  <a:lnTo>
                    <a:pt x="1218324" y="2433263"/>
                  </a:lnTo>
                  <a:lnTo>
                    <a:pt x="1218660" y="2433890"/>
                  </a:lnTo>
                  <a:lnTo>
                    <a:pt x="1218997" y="2434443"/>
                  </a:lnTo>
                  <a:lnTo>
                    <a:pt x="1219333" y="2434793"/>
                  </a:lnTo>
                  <a:lnTo>
                    <a:pt x="1219670" y="2435143"/>
                  </a:lnTo>
                  <a:lnTo>
                    <a:pt x="1220006" y="2435487"/>
                  </a:lnTo>
                  <a:lnTo>
                    <a:pt x="1220343" y="2435878"/>
                  </a:lnTo>
                  <a:lnTo>
                    <a:pt x="1220679" y="2436409"/>
                  </a:lnTo>
                  <a:lnTo>
                    <a:pt x="1221016" y="2437123"/>
                  </a:lnTo>
                  <a:lnTo>
                    <a:pt x="1221352" y="2437754"/>
                  </a:lnTo>
                  <a:lnTo>
                    <a:pt x="1221689" y="2438167"/>
                  </a:lnTo>
                  <a:lnTo>
                    <a:pt x="1222025" y="2438386"/>
                  </a:lnTo>
                  <a:lnTo>
                    <a:pt x="1222361" y="2438240"/>
                  </a:lnTo>
                  <a:lnTo>
                    <a:pt x="1222698" y="2438087"/>
                  </a:lnTo>
                  <a:lnTo>
                    <a:pt x="1223034" y="2437904"/>
                  </a:lnTo>
                  <a:lnTo>
                    <a:pt x="1223371" y="2437598"/>
                  </a:lnTo>
                  <a:lnTo>
                    <a:pt x="1223707" y="2437175"/>
                  </a:lnTo>
                  <a:lnTo>
                    <a:pt x="1224044" y="2436666"/>
                  </a:lnTo>
                  <a:lnTo>
                    <a:pt x="1224380" y="2436073"/>
                  </a:lnTo>
                  <a:lnTo>
                    <a:pt x="1224717" y="2435457"/>
                  </a:lnTo>
                  <a:lnTo>
                    <a:pt x="1225053" y="2434734"/>
                  </a:lnTo>
                  <a:lnTo>
                    <a:pt x="1225390" y="2433957"/>
                  </a:lnTo>
                  <a:lnTo>
                    <a:pt x="1225726" y="2433172"/>
                  </a:lnTo>
                  <a:lnTo>
                    <a:pt x="1226063" y="2432242"/>
                  </a:lnTo>
                  <a:lnTo>
                    <a:pt x="1226399" y="2431424"/>
                  </a:lnTo>
                  <a:lnTo>
                    <a:pt x="1226735" y="2430727"/>
                  </a:lnTo>
                  <a:lnTo>
                    <a:pt x="1227072" y="2430088"/>
                  </a:lnTo>
                  <a:lnTo>
                    <a:pt x="1227408" y="2429715"/>
                  </a:lnTo>
                  <a:lnTo>
                    <a:pt x="1227745" y="2429342"/>
                  </a:lnTo>
                  <a:lnTo>
                    <a:pt x="1228081" y="2428969"/>
                  </a:lnTo>
                  <a:lnTo>
                    <a:pt x="1228418" y="2428596"/>
                  </a:lnTo>
                  <a:lnTo>
                    <a:pt x="1228754" y="2428112"/>
                  </a:lnTo>
                  <a:lnTo>
                    <a:pt x="1229091" y="2427696"/>
                  </a:lnTo>
                  <a:lnTo>
                    <a:pt x="1229427" y="2427364"/>
                  </a:lnTo>
                  <a:lnTo>
                    <a:pt x="1229764" y="2427056"/>
                  </a:lnTo>
                  <a:lnTo>
                    <a:pt x="1230100" y="2427003"/>
                  </a:lnTo>
                  <a:lnTo>
                    <a:pt x="1230436" y="2427003"/>
                  </a:lnTo>
                  <a:lnTo>
                    <a:pt x="1230773" y="2427011"/>
                  </a:lnTo>
                  <a:lnTo>
                    <a:pt x="1231109" y="2427164"/>
                  </a:lnTo>
                  <a:lnTo>
                    <a:pt x="1231446" y="2427179"/>
                  </a:lnTo>
                  <a:lnTo>
                    <a:pt x="1231782" y="2427179"/>
                  </a:lnTo>
                  <a:lnTo>
                    <a:pt x="1232119" y="2427164"/>
                  </a:lnTo>
                  <a:lnTo>
                    <a:pt x="1232455" y="2427011"/>
                  </a:lnTo>
                  <a:lnTo>
                    <a:pt x="1232792" y="2426857"/>
                  </a:lnTo>
                  <a:lnTo>
                    <a:pt x="1233128" y="2426704"/>
                  </a:lnTo>
                  <a:lnTo>
                    <a:pt x="1233465" y="2426475"/>
                  </a:lnTo>
                  <a:lnTo>
                    <a:pt x="1233801" y="2426115"/>
                  </a:lnTo>
                  <a:lnTo>
                    <a:pt x="1234138" y="2425518"/>
                  </a:lnTo>
                  <a:lnTo>
                    <a:pt x="1234474" y="2424753"/>
                  </a:lnTo>
                  <a:lnTo>
                    <a:pt x="1234810" y="2423987"/>
                  </a:lnTo>
                  <a:lnTo>
                    <a:pt x="1235147" y="2423222"/>
                  </a:lnTo>
                  <a:lnTo>
                    <a:pt x="1235483" y="2422457"/>
                  </a:lnTo>
                  <a:lnTo>
                    <a:pt x="1235820" y="2421691"/>
                  </a:lnTo>
                  <a:lnTo>
                    <a:pt x="1236156" y="2420926"/>
                  </a:lnTo>
                  <a:lnTo>
                    <a:pt x="1236493" y="2420023"/>
                  </a:lnTo>
                  <a:lnTo>
                    <a:pt x="1236829" y="2418875"/>
                  </a:lnTo>
                  <a:lnTo>
                    <a:pt x="1237166" y="2417650"/>
                  </a:lnTo>
                  <a:lnTo>
                    <a:pt x="1237502" y="2416357"/>
                  </a:lnTo>
                  <a:lnTo>
                    <a:pt x="1237839" y="2414979"/>
                  </a:lnTo>
                  <a:lnTo>
                    <a:pt x="1238175" y="2413487"/>
                  </a:lnTo>
                  <a:lnTo>
                    <a:pt x="1238512" y="2412033"/>
                  </a:lnTo>
                  <a:lnTo>
                    <a:pt x="1238848" y="2410770"/>
                  </a:lnTo>
                  <a:lnTo>
                    <a:pt x="1239184" y="2409683"/>
                  </a:lnTo>
                  <a:lnTo>
                    <a:pt x="1239521" y="2408665"/>
                  </a:lnTo>
                  <a:lnTo>
                    <a:pt x="1239857" y="2407594"/>
                  </a:lnTo>
                  <a:lnTo>
                    <a:pt x="1240194" y="2406576"/>
                  </a:lnTo>
                  <a:lnTo>
                    <a:pt x="1240530" y="2405527"/>
                  </a:lnTo>
                  <a:lnTo>
                    <a:pt x="1240867" y="2404387"/>
                  </a:lnTo>
                  <a:lnTo>
                    <a:pt x="1241203" y="2403139"/>
                  </a:lnTo>
                  <a:lnTo>
                    <a:pt x="1241540" y="2401808"/>
                  </a:lnTo>
                  <a:lnTo>
                    <a:pt x="1241876" y="2400660"/>
                  </a:lnTo>
                  <a:lnTo>
                    <a:pt x="1242213" y="2399588"/>
                  </a:lnTo>
                  <a:lnTo>
                    <a:pt x="1242549" y="2398647"/>
                  </a:lnTo>
                  <a:lnTo>
                    <a:pt x="1242886" y="2397881"/>
                  </a:lnTo>
                  <a:lnTo>
                    <a:pt x="1243222" y="2397231"/>
                  </a:lnTo>
                  <a:lnTo>
                    <a:pt x="1243558" y="2396619"/>
                  </a:lnTo>
                  <a:lnTo>
                    <a:pt x="1243895" y="2396068"/>
                  </a:lnTo>
                  <a:lnTo>
                    <a:pt x="1244231" y="2395608"/>
                  </a:lnTo>
                  <a:lnTo>
                    <a:pt x="1244568" y="2395249"/>
                  </a:lnTo>
                  <a:lnTo>
                    <a:pt x="1244904" y="2394950"/>
                  </a:lnTo>
                  <a:lnTo>
                    <a:pt x="1245241" y="2394744"/>
                  </a:lnTo>
                  <a:lnTo>
                    <a:pt x="1245577" y="2394568"/>
                  </a:lnTo>
                  <a:lnTo>
                    <a:pt x="1245914" y="2394667"/>
                  </a:lnTo>
                  <a:lnTo>
                    <a:pt x="1246250" y="2394865"/>
                  </a:lnTo>
                  <a:lnTo>
                    <a:pt x="1246587" y="2395187"/>
                  </a:lnTo>
                  <a:lnTo>
                    <a:pt x="1246923" y="2395476"/>
                  </a:lnTo>
                  <a:lnTo>
                    <a:pt x="1247260" y="2395696"/>
                  </a:lnTo>
                  <a:lnTo>
                    <a:pt x="1247596" y="2395956"/>
                  </a:lnTo>
                  <a:lnTo>
                    <a:pt x="1247932" y="2396008"/>
                  </a:lnTo>
                  <a:lnTo>
                    <a:pt x="1248269" y="2395937"/>
                  </a:lnTo>
                  <a:lnTo>
                    <a:pt x="1248605" y="2395942"/>
                  </a:lnTo>
                  <a:lnTo>
                    <a:pt x="1248942" y="2395799"/>
                  </a:lnTo>
                  <a:lnTo>
                    <a:pt x="1249278" y="2395787"/>
                  </a:lnTo>
                  <a:lnTo>
                    <a:pt x="1249615" y="2395736"/>
                  </a:lnTo>
                  <a:lnTo>
                    <a:pt x="1249951" y="2395592"/>
                  </a:lnTo>
                  <a:lnTo>
                    <a:pt x="1250288" y="2395300"/>
                  </a:lnTo>
                  <a:lnTo>
                    <a:pt x="1250624" y="2395075"/>
                  </a:lnTo>
                  <a:lnTo>
                    <a:pt x="1250961" y="2394863"/>
                  </a:lnTo>
                  <a:lnTo>
                    <a:pt x="1251297" y="2394650"/>
                  </a:lnTo>
                  <a:lnTo>
                    <a:pt x="1251634" y="2394478"/>
                  </a:lnTo>
                  <a:lnTo>
                    <a:pt x="1251970" y="2394381"/>
                  </a:lnTo>
                  <a:lnTo>
                    <a:pt x="1252306" y="2394464"/>
                  </a:lnTo>
                  <a:lnTo>
                    <a:pt x="1252643" y="2394562"/>
                  </a:lnTo>
                  <a:lnTo>
                    <a:pt x="1252979" y="2394704"/>
                  </a:lnTo>
                  <a:lnTo>
                    <a:pt x="1253316" y="2394873"/>
                  </a:lnTo>
                  <a:lnTo>
                    <a:pt x="1253652" y="2394905"/>
                  </a:lnTo>
                  <a:lnTo>
                    <a:pt x="1253989" y="2394903"/>
                  </a:lnTo>
                  <a:lnTo>
                    <a:pt x="1254325" y="2394788"/>
                  </a:lnTo>
                  <a:lnTo>
                    <a:pt x="1254662" y="2394598"/>
                  </a:lnTo>
                  <a:lnTo>
                    <a:pt x="1254998" y="2394327"/>
                  </a:lnTo>
                  <a:lnTo>
                    <a:pt x="1255335" y="2394189"/>
                  </a:lnTo>
                  <a:lnTo>
                    <a:pt x="1255671" y="2393859"/>
                  </a:lnTo>
                  <a:lnTo>
                    <a:pt x="1256008" y="2393478"/>
                  </a:lnTo>
                  <a:lnTo>
                    <a:pt x="1256344" y="2393085"/>
                  </a:lnTo>
                  <a:lnTo>
                    <a:pt x="1256680" y="2392472"/>
                  </a:lnTo>
                  <a:lnTo>
                    <a:pt x="1257017" y="2391653"/>
                  </a:lnTo>
                  <a:lnTo>
                    <a:pt x="1257353" y="2390558"/>
                  </a:lnTo>
                  <a:lnTo>
                    <a:pt x="1257690" y="2389701"/>
                  </a:lnTo>
                  <a:lnTo>
                    <a:pt x="1258026" y="2389019"/>
                  </a:lnTo>
                  <a:lnTo>
                    <a:pt x="1258363" y="2388537"/>
                  </a:lnTo>
                  <a:lnTo>
                    <a:pt x="1258699" y="2388545"/>
                  </a:lnTo>
                  <a:lnTo>
                    <a:pt x="1259036" y="2389113"/>
                  </a:lnTo>
                  <a:lnTo>
                    <a:pt x="1259372" y="2390220"/>
                  </a:lnTo>
                  <a:lnTo>
                    <a:pt x="1259709" y="2391495"/>
                  </a:lnTo>
                  <a:lnTo>
                    <a:pt x="1260045" y="2392995"/>
                  </a:lnTo>
                  <a:lnTo>
                    <a:pt x="1260382" y="2394618"/>
                  </a:lnTo>
                  <a:lnTo>
                    <a:pt x="1260718" y="2396440"/>
                  </a:lnTo>
                  <a:lnTo>
                    <a:pt x="1261054" y="2398492"/>
                  </a:lnTo>
                  <a:lnTo>
                    <a:pt x="1261391" y="2400564"/>
                  </a:lnTo>
                  <a:lnTo>
                    <a:pt x="1261727" y="2402838"/>
                  </a:lnTo>
                  <a:lnTo>
                    <a:pt x="1262064" y="2405206"/>
                  </a:lnTo>
                  <a:lnTo>
                    <a:pt x="1262400" y="2407493"/>
                  </a:lnTo>
                  <a:lnTo>
                    <a:pt x="1262737" y="2410092"/>
                  </a:lnTo>
                  <a:lnTo>
                    <a:pt x="1263073" y="2412473"/>
                  </a:lnTo>
                  <a:lnTo>
                    <a:pt x="1263410" y="2415371"/>
                  </a:lnTo>
                  <a:lnTo>
                    <a:pt x="1263746" y="2417855"/>
                  </a:lnTo>
                  <a:lnTo>
                    <a:pt x="1264083" y="2419921"/>
                  </a:lnTo>
                  <a:lnTo>
                    <a:pt x="1264419" y="2421579"/>
                  </a:lnTo>
                  <a:lnTo>
                    <a:pt x="1264755" y="2422792"/>
                  </a:lnTo>
                  <a:lnTo>
                    <a:pt x="1265092" y="2423619"/>
                  </a:lnTo>
                  <a:lnTo>
                    <a:pt x="1265428" y="2424060"/>
                  </a:lnTo>
                  <a:lnTo>
                    <a:pt x="1265765" y="2424359"/>
                  </a:lnTo>
                  <a:lnTo>
                    <a:pt x="1266101" y="2424734"/>
                  </a:lnTo>
                  <a:lnTo>
                    <a:pt x="1266438" y="2424922"/>
                  </a:lnTo>
                  <a:lnTo>
                    <a:pt x="1266774" y="2425120"/>
                  </a:lnTo>
                  <a:lnTo>
                    <a:pt x="1267111" y="2425352"/>
                  </a:lnTo>
                  <a:lnTo>
                    <a:pt x="1267447" y="2425629"/>
                  </a:lnTo>
                  <a:lnTo>
                    <a:pt x="1267784" y="2425864"/>
                  </a:lnTo>
                  <a:lnTo>
                    <a:pt x="1268120" y="2425972"/>
                  </a:lnTo>
                  <a:lnTo>
                    <a:pt x="1268457" y="2426221"/>
                  </a:lnTo>
                  <a:lnTo>
                    <a:pt x="1268793" y="2426550"/>
                  </a:lnTo>
                  <a:lnTo>
                    <a:pt x="1269129" y="2426911"/>
                  </a:lnTo>
                  <a:lnTo>
                    <a:pt x="1269466" y="2427143"/>
                  </a:lnTo>
                  <a:lnTo>
                    <a:pt x="1269802" y="2427404"/>
                  </a:lnTo>
                  <a:lnTo>
                    <a:pt x="1270139" y="2427833"/>
                  </a:lnTo>
                  <a:lnTo>
                    <a:pt x="1270475" y="2428139"/>
                  </a:lnTo>
                  <a:lnTo>
                    <a:pt x="1270812" y="2428553"/>
                  </a:lnTo>
                  <a:lnTo>
                    <a:pt x="1271148" y="2429056"/>
                  </a:lnTo>
                  <a:lnTo>
                    <a:pt x="1271485" y="2429572"/>
                  </a:lnTo>
                  <a:lnTo>
                    <a:pt x="1271821" y="2430206"/>
                  </a:lnTo>
                  <a:lnTo>
                    <a:pt x="1272158" y="2430946"/>
                  </a:lnTo>
                  <a:lnTo>
                    <a:pt x="1272494" y="2431828"/>
                  </a:lnTo>
                  <a:lnTo>
                    <a:pt x="1272831" y="2432782"/>
                  </a:lnTo>
                  <a:lnTo>
                    <a:pt x="1273167" y="2433975"/>
                  </a:lnTo>
                  <a:lnTo>
                    <a:pt x="1273503" y="2435202"/>
                  </a:lnTo>
                  <a:lnTo>
                    <a:pt x="1273840" y="2436407"/>
                  </a:lnTo>
                  <a:lnTo>
                    <a:pt x="1274176" y="2437662"/>
                  </a:lnTo>
                  <a:lnTo>
                    <a:pt x="1274513" y="2438899"/>
                  </a:lnTo>
                  <a:lnTo>
                    <a:pt x="1274849" y="2440121"/>
                  </a:lnTo>
                  <a:lnTo>
                    <a:pt x="1275186" y="2441297"/>
                  </a:lnTo>
                  <a:lnTo>
                    <a:pt x="1275522" y="2442336"/>
                  </a:lnTo>
                  <a:lnTo>
                    <a:pt x="1275859" y="2443342"/>
                  </a:lnTo>
                  <a:lnTo>
                    <a:pt x="1276195" y="2443988"/>
                  </a:lnTo>
                  <a:lnTo>
                    <a:pt x="1276532" y="2444611"/>
                  </a:lnTo>
                  <a:lnTo>
                    <a:pt x="1276868" y="2445073"/>
                  </a:lnTo>
                  <a:lnTo>
                    <a:pt x="1277205" y="2445232"/>
                  </a:lnTo>
                  <a:lnTo>
                    <a:pt x="1277541" y="2445234"/>
                  </a:lnTo>
                  <a:lnTo>
                    <a:pt x="1277877" y="2445159"/>
                  </a:lnTo>
                  <a:lnTo>
                    <a:pt x="1278214" y="2444859"/>
                  </a:lnTo>
                  <a:lnTo>
                    <a:pt x="1278550" y="2444394"/>
                  </a:lnTo>
                  <a:lnTo>
                    <a:pt x="1278887" y="2443914"/>
                  </a:lnTo>
                  <a:lnTo>
                    <a:pt x="1279223" y="2443437"/>
                  </a:lnTo>
                  <a:lnTo>
                    <a:pt x="1279560" y="2443032"/>
                  </a:lnTo>
                  <a:lnTo>
                    <a:pt x="1279896" y="2442726"/>
                  </a:lnTo>
                  <a:lnTo>
                    <a:pt x="1280233" y="2442420"/>
                  </a:lnTo>
                  <a:lnTo>
                    <a:pt x="1280569" y="2442250"/>
                  </a:lnTo>
                  <a:lnTo>
                    <a:pt x="1280906" y="2441973"/>
                  </a:lnTo>
                  <a:lnTo>
                    <a:pt x="1281242" y="2441629"/>
                  </a:lnTo>
                  <a:lnTo>
                    <a:pt x="1281579" y="2441128"/>
                  </a:lnTo>
                  <a:lnTo>
                    <a:pt x="1281915" y="2440789"/>
                  </a:lnTo>
                  <a:lnTo>
                    <a:pt x="1282251" y="2440417"/>
                  </a:lnTo>
                  <a:lnTo>
                    <a:pt x="1282588" y="2440163"/>
                  </a:lnTo>
                  <a:lnTo>
                    <a:pt x="1282924" y="2439784"/>
                  </a:lnTo>
                  <a:lnTo>
                    <a:pt x="1283261" y="2439352"/>
                  </a:lnTo>
                  <a:lnTo>
                    <a:pt x="1283597" y="2438881"/>
                  </a:lnTo>
                  <a:lnTo>
                    <a:pt x="1283934" y="2438410"/>
                  </a:lnTo>
                  <a:lnTo>
                    <a:pt x="1284270" y="2437939"/>
                  </a:lnTo>
                  <a:lnTo>
                    <a:pt x="1284607" y="2437468"/>
                  </a:lnTo>
                  <a:lnTo>
                    <a:pt x="1284943" y="2436997"/>
                  </a:lnTo>
                  <a:lnTo>
                    <a:pt x="1285280" y="2436526"/>
                  </a:lnTo>
                  <a:lnTo>
                    <a:pt x="1285616" y="2436062"/>
                  </a:lnTo>
                  <a:lnTo>
                    <a:pt x="1285953" y="2435668"/>
                  </a:lnTo>
                  <a:lnTo>
                    <a:pt x="1286289" y="2435223"/>
                  </a:lnTo>
                  <a:lnTo>
                    <a:pt x="1286625" y="2435015"/>
                  </a:lnTo>
                  <a:lnTo>
                    <a:pt x="1286962" y="2434632"/>
                  </a:lnTo>
                  <a:lnTo>
                    <a:pt x="1287298" y="2434400"/>
                  </a:lnTo>
                  <a:lnTo>
                    <a:pt x="1287635" y="2434085"/>
                  </a:lnTo>
                  <a:lnTo>
                    <a:pt x="1287971" y="2433846"/>
                  </a:lnTo>
                  <a:lnTo>
                    <a:pt x="1288308" y="2433632"/>
                  </a:lnTo>
                  <a:lnTo>
                    <a:pt x="1288644" y="2433479"/>
                  </a:lnTo>
                  <a:lnTo>
                    <a:pt x="1288981" y="2433280"/>
                  </a:lnTo>
                  <a:lnTo>
                    <a:pt x="1289317" y="2433127"/>
                  </a:lnTo>
                  <a:lnTo>
                    <a:pt x="1289654" y="2433127"/>
                  </a:lnTo>
                  <a:lnTo>
                    <a:pt x="1289990" y="2433127"/>
                  </a:lnTo>
                  <a:lnTo>
                    <a:pt x="1290327" y="2433127"/>
                  </a:lnTo>
                  <a:lnTo>
                    <a:pt x="1290663" y="2433127"/>
                  </a:lnTo>
                  <a:lnTo>
                    <a:pt x="1290999" y="2433127"/>
                  </a:lnTo>
                  <a:lnTo>
                    <a:pt x="1291336" y="2433196"/>
                  </a:lnTo>
                  <a:lnTo>
                    <a:pt x="1291672" y="2433349"/>
                  </a:lnTo>
                  <a:lnTo>
                    <a:pt x="1292009" y="2433425"/>
                  </a:lnTo>
                  <a:lnTo>
                    <a:pt x="1292345" y="2433525"/>
                  </a:lnTo>
                  <a:lnTo>
                    <a:pt x="1292682" y="2433678"/>
                  </a:lnTo>
                  <a:lnTo>
                    <a:pt x="1293018" y="2433953"/>
                  </a:lnTo>
                  <a:lnTo>
                    <a:pt x="1293355" y="2434413"/>
                  </a:lnTo>
                  <a:lnTo>
                    <a:pt x="1293691" y="2434872"/>
                  </a:lnTo>
                  <a:lnTo>
                    <a:pt x="1294028" y="2435377"/>
                  </a:lnTo>
                  <a:lnTo>
                    <a:pt x="1294364" y="2435836"/>
                  </a:lnTo>
                  <a:lnTo>
                    <a:pt x="1294700" y="2435974"/>
                  </a:lnTo>
                  <a:lnTo>
                    <a:pt x="1295037" y="2435683"/>
                  </a:lnTo>
                  <a:lnTo>
                    <a:pt x="1295373" y="2435033"/>
                  </a:lnTo>
                  <a:lnTo>
                    <a:pt x="1295710" y="2434183"/>
                  </a:lnTo>
                  <a:lnTo>
                    <a:pt x="1296046" y="2433333"/>
                  </a:lnTo>
                  <a:lnTo>
                    <a:pt x="1296383" y="2432346"/>
                  </a:lnTo>
                  <a:lnTo>
                    <a:pt x="1296719" y="2431275"/>
                  </a:lnTo>
                  <a:lnTo>
                    <a:pt x="1297056" y="2430241"/>
                  </a:lnTo>
                  <a:lnTo>
                    <a:pt x="1297392" y="2429070"/>
                  </a:lnTo>
                  <a:lnTo>
                    <a:pt x="1297729" y="2427846"/>
                  </a:lnTo>
                  <a:lnTo>
                    <a:pt x="1298065" y="2426614"/>
                  </a:lnTo>
                  <a:lnTo>
                    <a:pt x="1298402" y="2425236"/>
                  </a:lnTo>
                  <a:lnTo>
                    <a:pt x="1298738" y="2423858"/>
                  </a:lnTo>
                  <a:lnTo>
                    <a:pt x="1299074" y="2422481"/>
                  </a:lnTo>
                  <a:lnTo>
                    <a:pt x="1299411" y="2421103"/>
                  </a:lnTo>
                  <a:lnTo>
                    <a:pt x="1299747" y="2419894"/>
                  </a:lnTo>
                  <a:lnTo>
                    <a:pt x="1300084" y="2419113"/>
                  </a:lnTo>
                  <a:lnTo>
                    <a:pt x="1300420" y="2418692"/>
                  </a:lnTo>
                  <a:lnTo>
                    <a:pt x="1300757" y="2418547"/>
                  </a:lnTo>
                  <a:lnTo>
                    <a:pt x="1301093" y="2418654"/>
                  </a:lnTo>
                  <a:lnTo>
                    <a:pt x="1301430" y="2419098"/>
                  </a:lnTo>
                  <a:lnTo>
                    <a:pt x="1301766" y="2419710"/>
                  </a:lnTo>
                  <a:lnTo>
                    <a:pt x="1302103" y="2420361"/>
                  </a:lnTo>
                  <a:lnTo>
                    <a:pt x="1302439" y="2421126"/>
                  </a:lnTo>
                  <a:lnTo>
                    <a:pt x="1302776" y="2421892"/>
                  </a:lnTo>
                  <a:lnTo>
                    <a:pt x="1303112" y="2422657"/>
                  </a:lnTo>
                  <a:lnTo>
                    <a:pt x="1303448" y="2423422"/>
                  </a:lnTo>
                  <a:lnTo>
                    <a:pt x="1303785" y="2424325"/>
                  </a:lnTo>
                  <a:lnTo>
                    <a:pt x="1304121" y="2425473"/>
                  </a:lnTo>
                  <a:lnTo>
                    <a:pt x="1304458" y="2426698"/>
                  </a:lnTo>
                  <a:lnTo>
                    <a:pt x="1304794" y="2427991"/>
                  </a:lnTo>
                  <a:lnTo>
                    <a:pt x="1305131" y="2429315"/>
                  </a:lnTo>
                  <a:lnTo>
                    <a:pt x="1305467" y="2430689"/>
                  </a:lnTo>
                  <a:lnTo>
                    <a:pt x="1305804" y="2432016"/>
                  </a:lnTo>
                  <a:lnTo>
                    <a:pt x="1306140" y="2433117"/>
                  </a:lnTo>
                  <a:lnTo>
                    <a:pt x="1306477" y="2433741"/>
                  </a:lnTo>
                  <a:lnTo>
                    <a:pt x="1306813" y="2434296"/>
                  </a:lnTo>
                  <a:lnTo>
                    <a:pt x="1307150" y="2434904"/>
                  </a:lnTo>
                  <a:lnTo>
                    <a:pt x="1307486" y="2435512"/>
                  </a:lnTo>
                  <a:lnTo>
                    <a:pt x="1307822" y="2436251"/>
                  </a:lnTo>
                  <a:lnTo>
                    <a:pt x="1308159" y="2437146"/>
                  </a:lnTo>
                  <a:lnTo>
                    <a:pt x="1308495" y="2438111"/>
                  </a:lnTo>
                  <a:lnTo>
                    <a:pt x="1308832" y="2439160"/>
                  </a:lnTo>
                  <a:lnTo>
                    <a:pt x="1309168" y="2440026"/>
                  </a:lnTo>
                  <a:lnTo>
                    <a:pt x="1309505" y="2440815"/>
                  </a:lnTo>
                  <a:lnTo>
                    <a:pt x="1309841" y="2441535"/>
                  </a:lnTo>
                  <a:lnTo>
                    <a:pt x="1310178" y="2442214"/>
                  </a:lnTo>
                  <a:lnTo>
                    <a:pt x="1310514" y="2442948"/>
                  </a:lnTo>
                  <a:lnTo>
                    <a:pt x="1310851" y="2443604"/>
                  </a:lnTo>
                  <a:lnTo>
                    <a:pt x="1311187" y="2444150"/>
                  </a:lnTo>
                  <a:lnTo>
                    <a:pt x="1311524" y="2444941"/>
                  </a:lnTo>
                  <a:lnTo>
                    <a:pt x="1311860" y="2445632"/>
                  </a:lnTo>
                  <a:lnTo>
                    <a:pt x="1312196" y="2446270"/>
                  </a:lnTo>
                  <a:lnTo>
                    <a:pt x="1312533" y="2446908"/>
                  </a:lnTo>
                  <a:lnTo>
                    <a:pt x="1312869" y="2447415"/>
                  </a:lnTo>
                  <a:lnTo>
                    <a:pt x="1313206" y="2447585"/>
                  </a:lnTo>
                  <a:lnTo>
                    <a:pt x="1313542" y="2447696"/>
                  </a:lnTo>
                  <a:lnTo>
                    <a:pt x="1313879" y="2447683"/>
                  </a:lnTo>
                  <a:lnTo>
                    <a:pt x="1314215" y="2447703"/>
                  </a:lnTo>
                  <a:lnTo>
                    <a:pt x="1314552" y="2447793"/>
                  </a:lnTo>
                  <a:lnTo>
                    <a:pt x="1314888" y="2447807"/>
                  </a:lnTo>
                  <a:lnTo>
                    <a:pt x="1315225" y="2448037"/>
                  </a:lnTo>
                  <a:lnTo>
                    <a:pt x="1315561" y="2448408"/>
                  </a:lnTo>
                  <a:lnTo>
                    <a:pt x="1315898" y="2448726"/>
                  </a:lnTo>
                  <a:lnTo>
                    <a:pt x="1316234" y="2449263"/>
                  </a:lnTo>
                  <a:lnTo>
                    <a:pt x="1316570" y="2449723"/>
                  </a:lnTo>
                  <a:lnTo>
                    <a:pt x="1316907" y="2450252"/>
                  </a:lnTo>
                  <a:lnTo>
                    <a:pt x="1317243" y="2450885"/>
                  </a:lnTo>
                  <a:lnTo>
                    <a:pt x="1317580" y="2451600"/>
                  </a:lnTo>
                  <a:lnTo>
                    <a:pt x="1317916" y="2452315"/>
                  </a:lnTo>
                  <a:lnTo>
                    <a:pt x="1318253" y="2453030"/>
                  </a:lnTo>
                  <a:lnTo>
                    <a:pt x="1318589" y="2453745"/>
                  </a:lnTo>
                  <a:lnTo>
                    <a:pt x="1318926" y="2454419"/>
                  </a:lnTo>
                  <a:lnTo>
                    <a:pt x="1319262" y="2455100"/>
                  </a:lnTo>
                  <a:lnTo>
                    <a:pt x="1319599" y="2455709"/>
                  </a:lnTo>
                  <a:lnTo>
                    <a:pt x="1319935" y="2456238"/>
                  </a:lnTo>
                  <a:lnTo>
                    <a:pt x="1320272" y="2456688"/>
                  </a:lnTo>
                  <a:lnTo>
                    <a:pt x="1320608" y="2456993"/>
                  </a:lnTo>
                  <a:lnTo>
                    <a:pt x="1320944" y="2457239"/>
                  </a:lnTo>
                  <a:lnTo>
                    <a:pt x="1321281" y="2457297"/>
                  </a:lnTo>
                  <a:lnTo>
                    <a:pt x="1321617" y="2457191"/>
                  </a:lnTo>
                  <a:lnTo>
                    <a:pt x="1321954" y="2456827"/>
                  </a:lnTo>
                  <a:lnTo>
                    <a:pt x="1322290" y="2456211"/>
                  </a:lnTo>
                  <a:lnTo>
                    <a:pt x="1322627" y="2455316"/>
                  </a:lnTo>
                  <a:lnTo>
                    <a:pt x="1322963" y="2454792"/>
                  </a:lnTo>
                  <a:lnTo>
                    <a:pt x="1323300" y="2454363"/>
                  </a:lnTo>
                  <a:lnTo>
                    <a:pt x="1323636" y="2453930"/>
                  </a:lnTo>
                  <a:lnTo>
                    <a:pt x="1323973" y="2453716"/>
                  </a:lnTo>
                  <a:lnTo>
                    <a:pt x="1324309" y="2453609"/>
                  </a:lnTo>
                  <a:lnTo>
                    <a:pt x="1324646" y="2453452"/>
                  </a:lnTo>
                  <a:lnTo>
                    <a:pt x="1324982" y="2452830"/>
                  </a:lnTo>
                  <a:lnTo>
                    <a:pt x="1325318" y="2452187"/>
                  </a:lnTo>
                  <a:lnTo>
                    <a:pt x="1325655" y="2451647"/>
                  </a:lnTo>
                  <a:lnTo>
                    <a:pt x="1325991" y="2451209"/>
                  </a:lnTo>
                  <a:lnTo>
                    <a:pt x="1326328" y="2450943"/>
                  </a:lnTo>
                  <a:lnTo>
                    <a:pt x="1326664" y="2450564"/>
                  </a:lnTo>
                  <a:lnTo>
                    <a:pt x="1327001" y="2450299"/>
                  </a:lnTo>
                  <a:lnTo>
                    <a:pt x="1327337" y="2450259"/>
                  </a:lnTo>
                  <a:lnTo>
                    <a:pt x="1327674" y="2450460"/>
                  </a:lnTo>
                  <a:lnTo>
                    <a:pt x="1328010" y="2450377"/>
                  </a:lnTo>
                  <a:lnTo>
                    <a:pt x="1328347" y="2450299"/>
                  </a:lnTo>
                  <a:lnTo>
                    <a:pt x="1328683" y="2450223"/>
                  </a:lnTo>
                  <a:lnTo>
                    <a:pt x="1329019" y="2449956"/>
                  </a:lnTo>
                  <a:lnTo>
                    <a:pt x="1329356" y="2449589"/>
                  </a:lnTo>
                  <a:lnTo>
                    <a:pt x="1329692" y="2449305"/>
                  </a:lnTo>
                  <a:lnTo>
                    <a:pt x="1330029" y="2449030"/>
                  </a:lnTo>
                  <a:lnTo>
                    <a:pt x="1330365" y="2448789"/>
                  </a:lnTo>
                  <a:lnTo>
                    <a:pt x="1330702" y="2448450"/>
                  </a:lnTo>
                  <a:lnTo>
                    <a:pt x="1331038" y="2447828"/>
                  </a:lnTo>
                  <a:lnTo>
                    <a:pt x="1331375" y="2447141"/>
                  </a:lnTo>
                  <a:lnTo>
                    <a:pt x="1331711" y="2446652"/>
                  </a:lnTo>
                  <a:lnTo>
                    <a:pt x="1332048" y="2446114"/>
                  </a:lnTo>
                  <a:lnTo>
                    <a:pt x="1332384" y="2445763"/>
                  </a:lnTo>
                  <a:lnTo>
                    <a:pt x="1332721" y="2445182"/>
                  </a:lnTo>
                  <a:lnTo>
                    <a:pt x="1333057" y="2444370"/>
                  </a:lnTo>
                  <a:lnTo>
                    <a:pt x="1333393" y="2443583"/>
                  </a:lnTo>
                  <a:lnTo>
                    <a:pt x="1333730" y="2442955"/>
                  </a:lnTo>
                  <a:lnTo>
                    <a:pt x="1334066" y="2442558"/>
                  </a:lnTo>
                  <a:lnTo>
                    <a:pt x="1334403" y="2442144"/>
                  </a:lnTo>
                  <a:lnTo>
                    <a:pt x="1334739" y="2441759"/>
                  </a:lnTo>
                  <a:lnTo>
                    <a:pt x="1335076" y="2441352"/>
                  </a:lnTo>
                  <a:lnTo>
                    <a:pt x="1335412" y="2440858"/>
                  </a:lnTo>
                  <a:lnTo>
                    <a:pt x="1335749" y="2440443"/>
                  </a:lnTo>
                  <a:lnTo>
                    <a:pt x="1336085" y="2440110"/>
                  </a:lnTo>
                  <a:lnTo>
                    <a:pt x="1336422" y="2439835"/>
                  </a:lnTo>
                  <a:lnTo>
                    <a:pt x="1336758" y="2439773"/>
                  </a:lnTo>
                  <a:lnTo>
                    <a:pt x="1337095" y="2439683"/>
                  </a:lnTo>
                  <a:lnTo>
                    <a:pt x="1337431" y="2439541"/>
                  </a:lnTo>
                  <a:lnTo>
                    <a:pt x="1337767" y="2439607"/>
                  </a:lnTo>
                  <a:lnTo>
                    <a:pt x="1338104" y="2439705"/>
                  </a:lnTo>
                  <a:lnTo>
                    <a:pt x="1338440" y="2439564"/>
                  </a:lnTo>
                  <a:lnTo>
                    <a:pt x="1338777" y="2439375"/>
                  </a:lnTo>
                  <a:lnTo>
                    <a:pt x="1339113" y="2439051"/>
                  </a:lnTo>
                  <a:lnTo>
                    <a:pt x="1339450" y="2438657"/>
                  </a:lnTo>
                  <a:lnTo>
                    <a:pt x="1339786" y="2438001"/>
                  </a:lnTo>
                  <a:lnTo>
                    <a:pt x="1340123" y="2437277"/>
                  </a:lnTo>
                  <a:lnTo>
                    <a:pt x="1340459" y="2436621"/>
                  </a:lnTo>
                  <a:lnTo>
                    <a:pt x="1340796" y="2435965"/>
                  </a:lnTo>
                  <a:lnTo>
                    <a:pt x="1341132" y="2435310"/>
                  </a:lnTo>
                  <a:lnTo>
                    <a:pt x="1341469" y="2434654"/>
                  </a:lnTo>
                  <a:lnTo>
                    <a:pt x="1341805" y="2434020"/>
                  </a:lnTo>
                  <a:lnTo>
                    <a:pt x="1342141" y="2433311"/>
                  </a:lnTo>
                  <a:lnTo>
                    <a:pt x="1342478" y="2432509"/>
                  </a:lnTo>
                  <a:lnTo>
                    <a:pt x="1342814" y="2431628"/>
                  </a:lnTo>
                  <a:lnTo>
                    <a:pt x="1343151" y="2430441"/>
                  </a:lnTo>
                  <a:lnTo>
                    <a:pt x="1343487" y="2429370"/>
                  </a:lnTo>
                  <a:lnTo>
                    <a:pt x="1343824" y="2428145"/>
                  </a:lnTo>
                  <a:lnTo>
                    <a:pt x="1344160" y="2426936"/>
                  </a:lnTo>
                  <a:lnTo>
                    <a:pt x="1344497" y="2425888"/>
                  </a:lnTo>
                  <a:lnTo>
                    <a:pt x="1344833" y="2424747"/>
                  </a:lnTo>
                  <a:lnTo>
                    <a:pt x="1345170" y="2423614"/>
                  </a:lnTo>
                  <a:lnTo>
                    <a:pt x="1345506" y="2422359"/>
                  </a:lnTo>
                  <a:lnTo>
                    <a:pt x="1345843" y="2420882"/>
                  </a:lnTo>
                  <a:lnTo>
                    <a:pt x="1346179" y="2419267"/>
                  </a:lnTo>
                  <a:lnTo>
                    <a:pt x="1346515" y="2417568"/>
                  </a:lnTo>
                  <a:lnTo>
                    <a:pt x="1346852" y="2415418"/>
                  </a:lnTo>
                  <a:lnTo>
                    <a:pt x="1347188" y="2413037"/>
                  </a:lnTo>
                  <a:lnTo>
                    <a:pt x="1347525" y="2410711"/>
                  </a:lnTo>
                  <a:lnTo>
                    <a:pt x="1347861" y="2408256"/>
                  </a:lnTo>
                  <a:lnTo>
                    <a:pt x="1348198" y="2406017"/>
                  </a:lnTo>
                  <a:lnTo>
                    <a:pt x="1348534" y="2403983"/>
                  </a:lnTo>
                  <a:lnTo>
                    <a:pt x="1348871" y="2402090"/>
                  </a:lnTo>
                  <a:lnTo>
                    <a:pt x="1349207" y="2400177"/>
                  </a:lnTo>
                  <a:lnTo>
                    <a:pt x="1349544" y="2398362"/>
                  </a:lnTo>
                  <a:lnTo>
                    <a:pt x="1349880" y="2396638"/>
                  </a:lnTo>
                  <a:lnTo>
                    <a:pt x="1350217" y="2395050"/>
                  </a:lnTo>
                  <a:lnTo>
                    <a:pt x="1350553" y="2393761"/>
                  </a:lnTo>
                  <a:lnTo>
                    <a:pt x="1350889" y="2392734"/>
                  </a:lnTo>
                  <a:lnTo>
                    <a:pt x="1351226" y="2391845"/>
                  </a:lnTo>
                  <a:lnTo>
                    <a:pt x="1351562" y="2391040"/>
                  </a:lnTo>
                  <a:lnTo>
                    <a:pt x="1351899" y="2390442"/>
                  </a:lnTo>
                  <a:lnTo>
                    <a:pt x="1352235" y="2389912"/>
                  </a:lnTo>
                  <a:lnTo>
                    <a:pt x="1352572" y="2389449"/>
                  </a:lnTo>
                  <a:lnTo>
                    <a:pt x="1352908" y="2388764"/>
                  </a:lnTo>
                  <a:lnTo>
                    <a:pt x="1353245" y="2387825"/>
                  </a:lnTo>
                  <a:lnTo>
                    <a:pt x="1353581" y="2386878"/>
                  </a:lnTo>
                  <a:lnTo>
                    <a:pt x="1353918" y="2385924"/>
                  </a:lnTo>
                  <a:lnTo>
                    <a:pt x="1354254" y="2385146"/>
                  </a:lnTo>
                  <a:lnTo>
                    <a:pt x="1354591" y="2384185"/>
                  </a:lnTo>
                  <a:lnTo>
                    <a:pt x="1354927" y="2383235"/>
                  </a:lnTo>
                  <a:lnTo>
                    <a:pt x="1355263" y="2382232"/>
                  </a:lnTo>
                  <a:lnTo>
                    <a:pt x="1355600" y="2381135"/>
                  </a:lnTo>
                  <a:lnTo>
                    <a:pt x="1355936" y="2379902"/>
                  </a:lnTo>
                  <a:lnTo>
                    <a:pt x="1356273" y="2378740"/>
                  </a:lnTo>
                  <a:lnTo>
                    <a:pt x="1356609" y="2377579"/>
                  </a:lnTo>
                  <a:lnTo>
                    <a:pt x="1356946" y="2376467"/>
                  </a:lnTo>
                  <a:lnTo>
                    <a:pt x="1357282" y="2375431"/>
                  </a:lnTo>
                  <a:lnTo>
                    <a:pt x="1357619" y="2374587"/>
                  </a:lnTo>
                  <a:lnTo>
                    <a:pt x="1357955" y="2374053"/>
                  </a:lnTo>
                  <a:lnTo>
                    <a:pt x="1358292" y="2373823"/>
                  </a:lnTo>
                  <a:lnTo>
                    <a:pt x="1358628" y="2373616"/>
                  </a:lnTo>
                  <a:lnTo>
                    <a:pt x="1358965" y="2373463"/>
                  </a:lnTo>
                  <a:lnTo>
                    <a:pt x="1359301" y="2373386"/>
                  </a:lnTo>
                  <a:lnTo>
                    <a:pt x="1359637" y="2373386"/>
                  </a:lnTo>
                  <a:lnTo>
                    <a:pt x="1359974" y="2373386"/>
                  </a:lnTo>
                  <a:lnTo>
                    <a:pt x="1360310" y="2373272"/>
                  </a:lnTo>
                  <a:lnTo>
                    <a:pt x="1360647" y="2373233"/>
                  </a:lnTo>
                  <a:lnTo>
                    <a:pt x="1360983" y="2373287"/>
                  </a:lnTo>
                  <a:lnTo>
                    <a:pt x="1361320" y="2373287"/>
                  </a:lnTo>
                  <a:lnTo>
                    <a:pt x="1361656" y="2373149"/>
                  </a:lnTo>
                  <a:lnTo>
                    <a:pt x="1361993" y="2373172"/>
                  </a:lnTo>
                  <a:lnTo>
                    <a:pt x="1362329" y="2373463"/>
                  </a:lnTo>
                  <a:lnTo>
                    <a:pt x="1362666" y="2374114"/>
                  </a:lnTo>
                  <a:lnTo>
                    <a:pt x="1363002" y="2375144"/>
                  </a:lnTo>
                  <a:lnTo>
                    <a:pt x="1363338" y="2376317"/>
                  </a:lnTo>
                  <a:lnTo>
                    <a:pt x="1363675" y="2377636"/>
                  </a:lnTo>
                  <a:lnTo>
                    <a:pt x="1364011" y="2378955"/>
                  </a:lnTo>
                  <a:lnTo>
                    <a:pt x="1364348" y="2380147"/>
                  </a:lnTo>
                  <a:lnTo>
                    <a:pt x="1364684" y="2381278"/>
                  </a:lnTo>
                  <a:lnTo>
                    <a:pt x="1365021" y="2382345"/>
                  </a:lnTo>
                  <a:lnTo>
                    <a:pt x="1365357" y="2383300"/>
                  </a:lnTo>
                  <a:lnTo>
                    <a:pt x="1365694" y="2384148"/>
                  </a:lnTo>
                  <a:lnTo>
                    <a:pt x="1366030" y="2384964"/>
                  </a:lnTo>
                  <a:lnTo>
                    <a:pt x="1366367" y="2385630"/>
                  </a:lnTo>
                  <a:lnTo>
                    <a:pt x="1366703" y="2386308"/>
                  </a:lnTo>
                  <a:lnTo>
                    <a:pt x="1367040" y="2387046"/>
                  </a:lnTo>
                  <a:lnTo>
                    <a:pt x="1367376" y="2387455"/>
                  </a:lnTo>
                  <a:lnTo>
                    <a:pt x="1367712" y="2387566"/>
                  </a:lnTo>
                  <a:lnTo>
                    <a:pt x="1368049" y="2387390"/>
                  </a:lnTo>
                  <a:lnTo>
                    <a:pt x="1368385" y="2386850"/>
                  </a:lnTo>
                  <a:lnTo>
                    <a:pt x="1368722" y="2385871"/>
                  </a:lnTo>
                  <a:lnTo>
                    <a:pt x="1369058" y="2384711"/>
                  </a:lnTo>
                  <a:lnTo>
                    <a:pt x="1369395" y="2383523"/>
                  </a:lnTo>
                  <a:lnTo>
                    <a:pt x="1369731" y="2382519"/>
                  </a:lnTo>
                  <a:lnTo>
                    <a:pt x="1370068" y="2381543"/>
                  </a:lnTo>
                  <a:lnTo>
                    <a:pt x="1370404" y="2380705"/>
                  </a:lnTo>
                  <a:lnTo>
                    <a:pt x="1370741" y="2379876"/>
                  </a:lnTo>
                  <a:lnTo>
                    <a:pt x="1371077" y="2379042"/>
                  </a:lnTo>
                  <a:lnTo>
                    <a:pt x="1371414" y="2378190"/>
                  </a:lnTo>
                  <a:lnTo>
                    <a:pt x="1371750" y="2377324"/>
                  </a:lnTo>
                  <a:lnTo>
                    <a:pt x="1372086" y="2376477"/>
                  </a:lnTo>
                  <a:lnTo>
                    <a:pt x="1372423" y="2375590"/>
                  </a:lnTo>
                  <a:lnTo>
                    <a:pt x="1372759" y="2374851"/>
                  </a:lnTo>
                  <a:lnTo>
                    <a:pt x="1373096" y="2374027"/>
                  </a:lnTo>
                  <a:lnTo>
                    <a:pt x="1373432" y="2373504"/>
                  </a:lnTo>
                  <a:lnTo>
                    <a:pt x="1373769" y="2373437"/>
                  </a:lnTo>
                  <a:lnTo>
                    <a:pt x="1374105" y="2373549"/>
                  </a:lnTo>
                  <a:lnTo>
                    <a:pt x="1374442" y="2373728"/>
                  </a:lnTo>
                  <a:lnTo>
                    <a:pt x="1374778" y="2373897"/>
                  </a:lnTo>
                  <a:lnTo>
                    <a:pt x="1375115" y="2373928"/>
                  </a:lnTo>
                  <a:lnTo>
                    <a:pt x="1375451" y="2374052"/>
                  </a:lnTo>
                  <a:lnTo>
                    <a:pt x="1375788" y="2374322"/>
                  </a:lnTo>
                  <a:lnTo>
                    <a:pt x="1376124" y="2374460"/>
                  </a:lnTo>
                  <a:lnTo>
                    <a:pt x="1376460" y="2374811"/>
                  </a:lnTo>
                  <a:lnTo>
                    <a:pt x="1376797" y="2375455"/>
                  </a:lnTo>
                  <a:lnTo>
                    <a:pt x="1377133" y="2376201"/>
                  </a:lnTo>
                  <a:lnTo>
                    <a:pt x="1377470" y="2376910"/>
                  </a:lnTo>
                  <a:lnTo>
                    <a:pt x="1377806" y="2377451"/>
                  </a:lnTo>
                  <a:lnTo>
                    <a:pt x="1378143" y="2378031"/>
                  </a:lnTo>
                  <a:lnTo>
                    <a:pt x="1378479" y="2378660"/>
                  </a:lnTo>
                  <a:lnTo>
                    <a:pt x="1378816" y="2378953"/>
                  </a:lnTo>
                  <a:lnTo>
                    <a:pt x="1379152" y="2379245"/>
                  </a:lnTo>
                  <a:lnTo>
                    <a:pt x="1379489" y="2379538"/>
                  </a:lnTo>
                  <a:lnTo>
                    <a:pt x="1379825" y="2379831"/>
                  </a:lnTo>
                  <a:lnTo>
                    <a:pt x="1380162" y="2380123"/>
                  </a:lnTo>
                  <a:lnTo>
                    <a:pt x="1380498" y="2380363"/>
                  </a:lnTo>
                  <a:lnTo>
                    <a:pt x="1380834" y="2380525"/>
                  </a:lnTo>
                  <a:lnTo>
                    <a:pt x="1381171" y="2380687"/>
                  </a:lnTo>
                  <a:lnTo>
                    <a:pt x="1381507" y="2380849"/>
                  </a:lnTo>
                  <a:lnTo>
                    <a:pt x="1381844" y="2380979"/>
                  </a:lnTo>
                  <a:lnTo>
                    <a:pt x="1382180" y="2381070"/>
                  </a:lnTo>
                  <a:lnTo>
                    <a:pt x="1382517" y="2380942"/>
                  </a:lnTo>
                  <a:lnTo>
                    <a:pt x="1382853" y="2380795"/>
                  </a:lnTo>
                  <a:lnTo>
                    <a:pt x="1383190" y="2380626"/>
                  </a:lnTo>
                  <a:lnTo>
                    <a:pt x="1383526" y="2380385"/>
                  </a:lnTo>
                  <a:lnTo>
                    <a:pt x="1383863" y="2380220"/>
                  </a:lnTo>
                  <a:lnTo>
                    <a:pt x="1384199" y="2380055"/>
                  </a:lnTo>
                  <a:lnTo>
                    <a:pt x="1384536" y="2379890"/>
                  </a:lnTo>
                  <a:lnTo>
                    <a:pt x="1384872" y="2379725"/>
                  </a:lnTo>
                  <a:lnTo>
                    <a:pt x="1385208" y="2379560"/>
                  </a:lnTo>
                  <a:lnTo>
                    <a:pt x="1385545" y="2379464"/>
                  </a:lnTo>
                  <a:lnTo>
                    <a:pt x="1385881" y="2379231"/>
                  </a:lnTo>
                  <a:lnTo>
                    <a:pt x="1386218" y="2378804"/>
                  </a:lnTo>
                  <a:lnTo>
                    <a:pt x="1386554" y="2378311"/>
                  </a:lnTo>
                  <a:lnTo>
                    <a:pt x="1386891" y="2377756"/>
                  </a:lnTo>
                  <a:lnTo>
                    <a:pt x="1387227" y="2377178"/>
                  </a:lnTo>
                  <a:lnTo>
                    <a:pt x="1387564" y="2376622"/>
                  </a:lnTo>
                  <a:lnTo>
                    <a:pt x="1387900" y="2376183"/>
                  </a:lnTo>
                  <a:lnTo>
                    <a:pt x="1388237" y="2375881"/>
                  </a:lnTo>
                  <a:lnTo>
                    <a:pt x="1388573" y="2375769"/>
                  </a:lnTo>
                  <a:lnTo>
                    <a:pt x="1388910" y="2375762"/>
                  </a:lnTo>
                  <a:lnTo>
                    <a:pt x="1389246" y="2375870"/>
                  </a:lnTo>
                  <a:lnTo>
                    <a:pt x="1389582" y="2375923"/>
                  </a:lnTo>
                  <a:lnTo>
                    <a:pt x="1389919" y="2375926"/>
                  </a:lnTo>
                  <a:lnTo>
                    <a:pt x="1390255" y="2375652"/>
                  </a:lnTo>
                  <a:lnTo>
                    <a:pt x="1390592" y="2375494"/>
                  </a:lnTo>
                  <a:lnTo>
                    <a:pt x="1390928" y="2375297"/>
                  </a:lnTo>
                  <a:lnTo>
                    <a:pt x="1391265" y="2374738"/>
                  </a:lnTo>
                  <a:lnTo>
                    <a:pt x="1391601" y="2374157"/>
                  </a:lnTo>
                  <a:lnTo>
                    <a:pt x="1391938" y="2373739"/>
                  </a:lnTo>
                  <a:lnTo>
                    <a:pt x="1392274" y="2373273"/>
                  </a:lnTo>
                  <a:lnTo>
                    <a:pt x="1392611" y="2372724"/>
                  </a:lnTo>
                  <a:lnTo>
                    <a:pt x="1392947" y="2372061"/>
                  </a:lnTo>
                  <a:lnTo>
                    <a:pt x="1393284" y="2371310"/>
                  </a:lnTo>
                  <a:lnTo>
                    <a:pt x="1393620" y="2370386"/>
                  </a:lnTo>
                  <a:lnTo>
                    <a:pt x="1393956" y="2369479"/>
                  </a:lnTo>
                  <a:lnTo>
                    <a:pt x="1394293" y="2368655"/>
                  </a:lnTo>
                  <a:lnTo>
                    <a:pt x="1394629" y="2368341"/>
                  </a:lnTo>
                  <a:lnTo>
                    <a:pt x="1394966" y="2368149"/>
                  </a:lnTo>
                  <a:lnTo>
                    <a:pt x="1395302" y="2368233"/>
                  </a:lnTo>
                  <a:lnTo>
                    <a:pt x="1395639" y="2368127"/>
                  </a:lnTo>
                  <a:lnTo>
                    <a:pt x="1395975" y="2368136"/>
                  </a:lnTo>
                  <a:lnTo>
                    <a:pt x="1396312" y="2368273"/>
                  </a:lnTo>
                  <a:lnTo>
                    <a:pt x="1396648" y="2368411"/>
                  </a:lnTo>
                  <a:lnTo>
                    <a:pt x="1396985" y="2368476"/>
                  </a:lnTo>
                  <a:lnTo>
                    <a:pt x="1397321" y="2368573"/>
                  </a:lnTo>
                  <a:lnTo>
                    <a:pt x="1397657" y="2368742"/>
                  </a:lnTo>
                  <a:lnTo>
                    <a:pt x="1397994" y="2368839"/>
                  </a:lnTo>
                  <a:lnTo>
                    <a:pt x="1398330" y="2368950"/>
                  </a:lnTo>
                  <a:lnTo>
                    <a:pt x="1398667" y="2368866"/>
                  </a:lnTo>
                  <a:lnTo>
                    <a:pt x="1399003" y="2368740"/>
                  </a:lnTo>
                  <a:lnTo>
                    <a:pt x="1399340" y="2368699"/>
                  </a:lnTo>
                  <a:lnTo>
                    <a:pt x="1399676" y="2368531"/>
                  </a:lnTo>
                  <a:lnTo>
                    <a:pt x="1400013" y="2368615"/>
                  </a:lnTo>
                  <a:lnTo>
                    <a:pt x="1400349" y="2368690"/>
                  </a:lnTo>
                  <a:lnTo>
                    <a:pt x="1400686" y="2368901"/>
                  </a:lnTo>
                  <a:lnTo>
                    <a:pt x="1401022" y="2369128"/>
                  </a:lnTo>
                  <a:lnTo>
                    <a:pt x="1401359" y="2369228"/>
                  </a:lnTo>
                  <a:lnTo>
                    <a:pt x="1401695" y="2369218"/>
                  </a:lnTo>
                  <a:lnTo>
                    <a:pt x="1402031" y="2369059"/>
                  </a:lnTo>
                  <a:lnTo>
                    <a:pt x="1402368" y="2368863"/>
                  </a:lnTo>
                  <a:lnTo>
                    <a:pt x="1402704" y="2368759"/>
                  </a:lnTo>
                  <a:lnTo>
                    <a:pt x="1403041" y="2368753"/>
                  </a:lnTo>
                  <a:lnTo>
                    <a:pt x="1403377" y="2368895"/>
                  </a:lnTo>
                  <a:lnTo>
                    <a:pt x="1403714" y="2369054"/>
                  </a:lnTo>
                  <a:lnTo>
                    <a:pt x="1404050" y="2369236"/>
                  </a:lnTo>
                  <a:lnTo>
                    <a:pt x="1404387" y="2369133"/>
                  </a:lnTo>
                  <a:lnTo>
                    <a:pt x="1404723" y="2368980"/>
                  </a:lnTo>
                  <a:lnTo>
                    <a:pt x="1405060" y="2368595"/>
                  </a:lnTo>
                  <a:lnTo>
                    <a:pt x="1405396" y="2368168"/>
                  </a:lnTo>
                  <a:lnTo>
                    <a:pt x="1405733" y="2367844"/>
                  </a:lnTo>
                  <a:lnTo>
                    <a:pt x="1406069" y="2367335"/>
                  </a:lnTo>
                  <a:lnTo>
                    <a:pt x="1406405" y="2366913"/>
                  </a:lnTo>
                  <a:lnTo>
                    <a:pt x="1406742" y="2366193"/>
                  </a:lnTo>
                  <a:lnTo>
                    <a:pt x="1407078" y="2365803"/>
                  </a:lnTo>
                  <a:lnTo>
                    <a:pt x="1407415" y="2365359"/>
                  </a:lnTo>
                  <a:lnTo>
                    <a:pt x="1407751" y="2364857"/>
                  </a:lnTo>
                  <a:lnTo>
                    <a:pt x="1408088" y="2364296"/>
                  </a:lnTo>
                  <a:lnTo>
                    <a:pt x="1408424" y="2363729"/>
                  </a:lnTo>
                  <a:lnTo>
                    <a:pt x="1408761" y="2363386"/>
                  </a:lnTo>
                  <a:lnTo>
                    <a:pt x="1409097" y="2363003"/>
                  </a:lnTo>
                  <a:lnTo>
                    <a:pt x="1409434" y="2362514"/>
                  </a:lnTo>
                  <a:lnTo>
                    <a:pt x="1409770" y="2362114"/>
                  </a:lnTo>
                  <a:lnTo>
                    <a:pt x="1410107" y="2361691"/>
                  </a:lnTo>
                  <a:lnTo>
                    <a:pt x="1410443" y="2361425"/>
                  </a:lnTo>
                  <a:lnTo>
                    <a:pt x="1410779" y="2361167"/>
                  </a:lnTo>
                  <a:lnTo>
                    <a:pt x="1411116" y="2361116"/>
                  </a:lnTo>
                  <a:lnTo>
                    <a:pt x="1411452" y="2361095"/>
                  </a:lnTo>
                  <a:lnTo>
                    <a:pt x="1411789" y="2361233"/>
                  </a:lnTo>
                  <a:lnTo>
                    <a:pt x="1412125" y="2361350"/>
                  </a:lnTo>
                  <a:lnTo>
                    <a:pt x="1412462" y="2361390"/>
                  </a:lnTo>
                  <a:lnTo>
                    <a:pt x="1412798" y="2361759"/>
                  </a:lnTo>
                  <a:lnTo>
                    <a:pt x="1413135" y="2362402"/>
                  </a:lnTo>
                  <a:lnTo>
                    <a:pt x="1413471" y="2363349"/>
                  </a:lnTo>
                  <a:lnTo>
                    <a:pt x="1413808" y="2364146"/>
                  </a:lnTo>
                  <a:lnTo>
                    <a:pt x="1414144" y="2365268"/>
                  </a:lnTo>
                  <a:lnTo>
                    <a:pt x="1414481" y="2366604"/>
                  </a:lnTo>
                  <a:lnTo>
                    <a:pt x="1414817" y="2367903"/>
                  </a:lnTo>
                  <a:lnTo>
                    <a:pt x="1415153" y="2369537"/>
                  </a:lnTo>
                  <a:lnTo>
                    <a:pt x="1415490" y="2371204"/>
                  </a:lnTo>
                  <a:lnTo>
                    <a:pt x="1415826" y="2372878"/>
                  </a:lnTo>
                  <a:lnTo>
                    <a:pt x="1416163" y="2374469"/>
                  </a:lnTo>
                  <a:lnTo>
                    <a:pt x="1416499" y="2376007"/>
                  </a:lnTo>
                  <a:lnTo>
                    <a:pt x="1416836" y="2377405"/>
                  </a:lnTo>
                  <a:lnTo>
                    <a:pt x="1417172" y="2378715"/>
                  </a:lnTo>
                  <a:lnTo>
                    <a:pt x="1417509" y="2380034"/>
                  </a:lnTo>
                  <a:lnTo>
                    <a:pt x="1417845" y="2381038"/>
                  </a:lnTo>
                  <a:lnTo>
                    <a:pt x="1418182" y="2381801"/>
                  </a:lnTo>
                  <a:lnTo>
                    <a:pt x="1418518" y="2382227"/>
                  </a:lnTo>
                  <a:lnTo>
                    <a:pt x="1418855" y="2382527"/>
                  </a:lnTo>
                  <a:lnTo>
                    <a:pt x="1419191" y="2382523"/>
                  </a:lnTo>
                  <a:lnTo>
                    <a:pt x="1419527" y="2382470"/>
                  </a:lnTo>
                  <a:lnTo>
                    <a:pt x="1419864" y="2382193"/>
                  </a:lnTo>
                  <a:lnTo>
                    <a:pt x="1420200" y="2382084"/>
                  </a:lnTo>
                  <a:lnTo>
                    <a:pt x="1420537" y="2382090"/>
                  </a:lnTo>
                  <a:lnTo>
                    <a:pt x="1420873" y="2382099"/>
                  </a:lnTo>
                  <a:lnTo>
                    <a:pt x="1421210" y="2381986"/>
                  </a:lnTo>
                  <a:lnTo>
                    <a:pt x="1421546" y="2381872"/>
                  </a:lnTo>
                  <a:lnTo>
                    <a:pt x="1421883" y="2381702"/>
                  </a:lnTo>
                  <a:lnTo>
                    <a:pt x="1422219" y="2381418"/>
                  </a:lnTo>
                  <a:lnTo>
                    <a:pt x="1422556" y="2381010"/>
                  </a:lnTo>
                  <a:lnTo>
                    <a:pt x="1422892" y="2380738"/>
                  </a:lnTo>
                  <a:lnTo>
                    <a:pt x="1423229" y="2380447"/>
                  </a:lnTo>
                  <a:lnTo>
                    <a:pt x="1423565" y="2380374"/>
                  </a:lnTo>
                  <a:lnTo>
                    <a:pt x="1423901" y="2380211"/>
                  </a:lnTo>
                  <a:lnTo>
                    <a:pt x="1424238" y="2380102"/>
                  </a:lnTo>
                  <a:lnTo>
                    <a:pt x="1424574" y="2380004"/>
                  </a:lnTo>
                  <a:lnTo>
                    <a:pt x="1424911" y="2379883"/>
                  </a:lnTo>
                  <a:lnTo>
                    <a:pt x="1425247" y="2379632"/>
                  </a:lnTo>
                  <a:lnTo>
                    <a:pt x="1425584" y="2379230"/>
                  </a:lnTo>
                  <a:lnTo>
                    <a:pt x="1425920" y="2378906"/>
                  </a:lnTo>
                  <a:lnTo>
                    <a:pt x="1426257" y="2378657"/>
                  </a:lnTo>
                  <a:lnTo>
                    <a:pt x="1426593" y="2378314"/>
                  </a:lnTo>
                  <a:lnTo>
                    <a:pt x="1426930" y="2377911"/>
                  </a:lnTo>
                  <a:lnTo>
                    <a:pt x="1427266" y="2377503"/>
                  </a:lnTo>
                  <a:lnTo>
                    <a:pt x="1427602" y="2377054"/>
                  </a:lnTo>
                  <a:lnTo>
                    <a:pt x="1427939" y="2376458"/>
                  </a:lnTo>
                  <a:lnTo>
                    <a:pt x="1428275" y="2375929"/>
                  </a:lnTo>
                  <a:lnTo>
                    <a:pt x="1428612" y="2375377"/>
                  </a:lnTo>
                  <a:lnTo>
                    <a:pt x="1428948" y="2375311"/>
                  </a:lnTo>
                  <a:lnTo>
                    <a:pt x="1429285" y="2375391"/>
                  </a:lnTo>
                  <a:lnTo>
                    <a:pt x="1429621" y="2375639"/>
                  </a:lnTo>
                  <a:lnTo>
                    <a:pt x="1429958" y="2375886"/>
                  </a:lnTo>
                  <a:lnTo>
                    <a:pt x="1430294" y="2375952"/>
                  </a:lnTo>
                  <a:lnTo>
                    <a:pt x="1430631" y="2376017"/>
                  </a:lnTo>
                  <a:lnTo>
                    <a:pt x="1430967" y="2376143"/>
                  </a:lnTo>
                  <a:lnTo>
                    <a:pt x="1431304" y="2376357"/>
                  </a:lnTo>
                  <a:lnTo>
                    <a:pt x="1431640" y="2376696"/>
                  </a:lnTo>
                  <a:lnTo>
                    <a:pt x="1431976" y="2377185"/>
                  </a:lnTo>
                  <a:lnTo>
                    <a:pt x="1432313" y="2377813"/>
                  </a:lnTo>
                  <a:lnTo>
                    <a:pt x="1432649" y="2378554"/>
                  </a:lnTo>
                  <a:lnTo>
                    <a:pt x="1432986" y="2379371"/>
                  </a:lnTo>
                  <a:lnTo>
                    <a:pt x="1433322" y="2380219"/>
                  </a:lnTo>
                  <a:lnTo>
                    <a:pt x="1433659" y="2381205"/>
                  </a:lnTo>
                  <a:lnTo>
                    <a:pt x="1433995" y="2382057"/>
                  </a:lnTo>
                  <a:lnTo>
                    <a:pt x="1434332" y="2382575"/>
                  </a:lnTo>
                  <a:lnTo>
                    <a:pt x="1434668" y="2382848"/>
                  </a:lnTo>
                  <a:lnTo>
                    <a:pt x="1435005" y="2383004"/>
                  </a:lnTo>
                  <a:lnTo>
                    <a:pt x="1435341" y="2383249"/>
                  </a:lnTo>
                  <a:lnTo>
                    <a:pt x="1435678" y="2383735"/>
                  </a:lnTo>
                  <a:lnTo>
                    <a:pt x="1436014" y="2384562"/>
                  </a:lnTo>
                  <a:lnTo>
                    <a:pt x="1436350" y="2385568"/>
                  </a:lnTo>
                  <a:lnTo>
                    <a:pt x="1436687" y="2386564"/>
                  </a:lnTo>
                  <a:lnTo>
                    <a:pt x="1437023" y="2387263"/>
                  </a:lnTo>
                  <a:lnTo>
                    <a:pt x="1437360" y="2387980"/>
                  </a:lnTo>
                  <a:lnTo>
                    <a:pt x="1437696" y="2388560"/>
                  </a:lnTo>
                  <a:lnTo>
                    <a:pt x="1438033" y="2389064"/>
                  </a:lnTo>
                  <a:lnTo>
                    <a:pt x="1438369" y="2389560"/>
                  </a:lnTo>
                  <a:lnTo>
                    <a:pt x="1438706" y="2390075"/>
                  </a:lnTo>
                  <a:lnTo>
                    <a:pt x="1439042" y="2390603"/>
                  </a:lnTo>
                  <a:lnTo>
                    <a:pt x="1439379" y="2391201"/>
                  </a:lnTo>
                  <a:lnTo>
                    <a:pt x="1439715" y="2392012"/>
                  </a:lnTo>
                  <a:lnTo>
                    <a:pt x="1440052" y="2392719"/>
                  </a:lnTo>
                  <a:lnTo>
                    <a:pt x="1440388" y="2393334"/>
                  </a:lnTo>
                  <a:lnTo>
                    <a:pt x="1440724" y="2393561"/>
                  </a:lnTo>
                  <a:lnTo>
                    <a:pt x="1441061" y="2393453"/>
                  </a:lnTo>
                  <a:lnTo>
                    <a:pt x="1441397" y="2392913"/>
                  </a:lnTo>
                  <a:lnTo>
                    <a:pt x="1441734" y="2392353"/>
                  </a:lnTo>
                  <a:lnTo>
                    <a:pt x="1442070" y="2391653"/>
                  </a:lnTo>
                  <a:lnTo>
                    <a:pt x="1442407" y="2390868"/>
                  </a:lnTo>
                  <a:lnTo>
                    <a:pt x="1442743" y="2390167"/>
                  </a:lnTo>
                  <a:lnTo>
                    <a:pt x="1443080" y="2389145"/>
                  </a:lnTo>
                  <a:lnTo>
                    <a:pt x="1443416" y="2388252"/>
                  </a:lnTo>
                  <a:lnTo>
                    <a:pt x="1443753" y="2386924"/>
                  </a:lnTo>
                  <a:lnTo>
                    <a:pt x="1444089" y="2385184"/>
                  </a:lnTo>
                  <a:lnTo>
                    <a:pt x="1444426" y="2383209"/>
                  </a:lnTo>
                  <a:lnTo>
                    <a:pt x="1444762" y="2381125"/>
                  </a:lnTo>
                  <a:lnTo>
                    <a:pt x="1445098" y="2379023"/>
                  </a:lnTo>
                  <a:lnTo>
                    <a:pt x="1445435" y="2377018"/>
                  </a:lnTo>
                  <a:lnTo>
                    <a:pt x="1445771" y="2375012"/>
                  </a:lnTo>
                  <a:lnTo>
                    <a:pt x="1446108" y="2373135"/>
                  </a:lnTo>
                  <a:lnTo>
                    <a:pt x="1446444" y="2371442"/>
                  </a:lnTo>
                  <a:lnTo>
                    <a:pt x="1446781" y="2369896"/>
                  </a:lnTo>
                  <a:lnTo>
                    <a:pt x="1447117" y="2368475"/>
                  </a:lnTo>
                  <a:lnTo>
                    <a:pt x="1447454" y="2367113"/>
                  </a:lnTo>
                  <a:lnTo>
                    <a:pt x="1447790" y="2365682"/>
                  </a:lnTo>
                  <a:lnTo>
                    <a:pt x="1448127" y="2364602"/>
                  </a:lnTo>
                  <a:lnTo>
                    <a:pt x="1448463" y="2363346"/>
                  </a:lnTo>
                  <a:lnTo>
                    <a:pt x="1448800" y="2362301"/>
                  </a:lnTo>
                  <a:lnTo>
                    <a:pt x="1449136" y="2361448"/>
                  </a:lnTo>
                  <a:lnTo>
                    <a:pt x="1449472" y="2360830"/>
                  </a:lnTo>
                  <a:lnTo>
                    <a:pt x="1449809" y="2360500"/>
                  </a:lnTo>
                  <a:lnTo>
                    <a:pt x="1450145" y="2360271"/>
                  </a:lnTo>
                  <a:lnTo>
                    <a:pt x="1450482" y="2359965"/>
                  </a:lnTo>
                  <a:lnTo>
                    <a:pt x="1450818" y="2359804"/>
                  </a:lnTo>
                  <a:lnTo>
                    <a:pt x="1451155" y="2359651"/>
                  </a:lnTo>
                  <a:lnTo>
                    <a:pt x="1451491" y="2359498"/>
                  </a:lnTo>
                  <a:lnTo>
                    <a:pt x="1451828" y="2359345"/>
                  </a:lnTo>
                  <a:lnTo>
                    <a:pt x="1452164" y="2359192"/>
                  </a:lnTo>
                  <a:lnTo>
                    <a:pt x="1452501" y="2359039"/>
                  </a:lnTo>
                  <a:lnTo>
                    <a:pt x="1452837" y="2358817"/>
                  </a:lnTo>
                  <a:lnTo>
                    <a:pt x="1453174" y="2358365"/>
                  </a:lnTo>
                  <a:lnTo>
                    <a:pt x="1453510" y="2357701"/>
                  </a:lnTo>
                  <a:lnTo>
                    <a:pt x="1453846" y="2356689"/>
                  </a:lnTo>
                  <a:lnTo>
                    <a:pt x="1454183" y="2355482"/>
                  </a:lnTo>
                  <a:lnTo>
                    <a:pt x="1454519" y="2354337"/>
                  </a:lnTo>
                  <a:lnTo>
                    <a:pt x="1454856" y="2353207"/>
                  </a:lnTo>
                  <a:lnTo>
                    <a:pt x="1455192" y="2352084"/>
                  </a:lnTo>
                  <a:lnTo>
                    <a:pt x="1455529" y="2351166"/>
                  </a:lnTo>
                  <a:lnTo>
                    <a:pt x="1455865" y="2350281"/>
                  </a:lnTo>
                  <a:lnTo>
                    <a:pt x="1456202" y="2349459"/>
                  </a:lnTo>
                  <a:lnTo>
                    <a:pt x="1456538" y="2348831"/>
                  </a:lnTo>
                  <a:lnTo>
                    <a:pt x="1456875" y="2348452"/>
                  </a:lnTo>
                  <a:lnTo>
                    <a:pt x="1457211" y="2348210"/>
                  </a:lnTo>
                  <a:lnTo>
                    <a:pt x="1457548" y="2348019"/>
                  </a:lnTo>
                  <a:lnTo>
                    <a:pt x="1457884" y="2347915"/>
                  </a:lnTo>
                  <a:lnTo>
                    <a:pt x="1458220" y="2348235"/>
                  </a:lnTo>
                  <a:lnTo>
                    <a:pt x="1458557" y="2349321"/>
                  </a:lnTo>
                  <a:lnTo>
                    <a:pt x="1458893" y="2350844"/>
                  </a:lnTo>
                  <a:lnTo>
                    <a:pt x="1459230" y="2352575"/>
                  </a:lnTo>
                  <a:lnTo>
                    <a:pt x="1459566" y="2354588"/>
                  </a:lnTo>
                  <a:lnTo>
                    <a:pt x="1459903" y="2356425"/>
                  </a:lnTo>
                  <a:lnTo>
                    <a:pt x="1460239" y="2358070"/>
                  </a:lnTo>
                  <a:lnTo>
                    <a:pt x="1460576" y="2359168"/>
                  </a:lnTo>
                  <a:lnTo>
                    <a:pt x="1460912" y="2359785"/>
                  </a:lnTo>
                  <a:lnTo>
                    <a:pt x="1461249" y="2360329"/>
                  </a:lnTo>
                  <a:lnTo>
                    <a:pt x="1461585" y="2360457"/>
                  </a:lnTo>
                  <a:lnTo>
                    <a:pt x="1461921" y="2359629"/>
                  </a:lnTo>
                  <a:lnTo>
                    <a:pt x="1462258" y="2358316"/>
                  </a:lnTo>
                  <a:lnTo>
                    <a:pt x="1462594" y="2356635"/>
                  </a:lnTo>
                  <a:lnTo>
                    <a:pt x="1462931" y="2354789"/>
                  </a:lnTo>
                  <a:lnTo>
                    <a:pt x="1463267" y="2352758"/>
                  </a:lnTo>
                  <a:lnTo>
                    <a:pt x="1463604" y="2350597"/>
                  </a:lnTo>
                  <a:lnTo>
                    <a:pt x="1463940" y="2348495"/>
                  </a:lnTo>
                  <a:lnTo>
                    <a:pt x="1464277" y="2346307"/>
                  </a:lnTo>
                  <a:lnTo>
                    <a:pt x="1464613" y="2344107"/>
                  </a:lnTo>
                  <a:lnTo>
                    <a:pt x="1464950" y="2341963"/>
                  </a:lnTo>
                  <a:lnTo>
                    <a:pt x="1465286" y="2339943"/>
                  </a:lnTo>
                  <a:lnTo>
                    <a:pt x="1465623" y="2338315"/>
                  </a:lnTo>
                  <a:lnTo>
                    <a:pt x="1465959" y="2337080"/>
                  </a:lnTo>
                  <a:lnTo>
                    <a:pt x="1466295" y="2335864"/>
                  </a:lnTo>
                  <a:lnTo>
                    <a:pt x="1466632" y="2334733"/>
                  </a:lnTo>
                  <a:lnTo>
                    <a:pt x="1466968" y="2333639"/>
                  </a:lnTo>
                  <a:lnTo>
                    <a:pt x="1467305" y="2333131"/>
                  </a:lnTo>
                  <a:lnTo>
                    <a:pt x="1467641" y="2332611"/>
                  </a:lnTo>
                  <a:lnTo>
                    <a:pt x="1467978" y="2332194"/>
                  </a:lnTo>
                  <a:lnTo>
                    <a:pt x="1468314" y="2331861"/>
                  </a:lnTo>
                  <a:lnTo>
                    <a:pt x="1468651" y="2331424"/>
                  </a:lnTo>
                  <a:lnTo>
                    <a:pt x="1468987" y="2331077"/>
                  </a:lnTo>
                  <a:lnTo>
                    <a:pt x="1469324" y="2331101"/>
                  </a:lnTo>
                  <a:lnTo>
                    <a:pt x="1469660" y="2331330"/>
                  </a:lnTo>
                  <a:lnTo>
                    <a:pt x="1469997" y="2331829"/>
                  </a:lnTo>
                  <a:lnTo>
                    <a:pt x="1470333" y="2332263"/>
                  </a:lnTo>
                  <a:lnTo>
                    <a:pt x="1470669" y="2332697"/>
                  </a:lnTo>
                  <a:lnTo>
                    <a:pt x="1471006" y="2333089"/>
                  </a:lnTo>
                  <a:lnTo>
                    <a:pt x="1471342" y="2333521"/>
                  </a:lnTo>
                  <a:lnTo>
                    <a:pt x="1471679" y="2334173"/>
                  </a:lnTo>
                  <a:lnTo>
                    <a:pt x="1472015" y="2334824"/>
                  </a:lnTo>
                  <a:lnTo>
                    <a:pt x="1472352" y="2335476"/>
                  </a:lnTo>
                  <a:lnTo>
                    <a:pt x="1472688" y="2335915"/>
                  </a:lnTo>
                  <a:lnTo>
                    <a:pt x="1473025" y="2336320"/>
                  </a:lnTo>
                  <a:lnTo>
                    <a:pt x="1473361" y="2336755"/>
                  </a:lnTo>
                  <a:lnTo>
                    <a:pt x="1473698" y="2337084"/>
                  </a:lnTo>
                  <a:lnTo>
                    <a:pt x="1474034" y="2337527"/>
                  </a:lnTo>
                  <a:lnTo>
                    <a:pt x="1474371" y="2337689"/>
                  </a:lnTo>
                  <a:lnTo>
                    <a:pt x="1474707" y="2337962"/>
                  </a:lnTo>
                  <a:lnTo>
                    <a:pt x="1475043" y="2338066"/>
                  </a:lnTo>
                  <a:lnTo>
                    <a:pt x="1475380" y="2338327"/>
                  </a:lnTo>
                  <a:lnTo>
                    <a:pt x="1475716" y="2338594"/>
                  </a:lnTo>
                  <a:lnTo>
                    <a:pt x="1476053" y="2338637"/>
                  </a:lnTo>
                  <a:lnTo>
                    <a:pt x="1476389" y="2338408"/>
                  </a:lnTo>
                  <a:lnTo>
                    <a:pt x="1476726" y="2338277"/>
                  </a:lnTo>
                  <a:lnTo>
                    <a:pt x="1477062" y="2338064"/>
                  </a:lnTo>
                  <a:lnTo>
                    <a:pt x="1477399" y="2337952"/>
                  </a:lnTo>
                  <a:lnTo>
                    <a:pt x="1477735" y="2338268"/>
                  </a:lnTo>
                  <a:lnTo>
                    <a:pt x="1478072" y="2338518"/>
                  </a:lnTo>
                  <a:lnTo>
                    <a:pt x="1478408" y="2338974"/>
                  </a:lnTo>
                  <a:lnTo>
                    <a:pt x="1478745" y="2339464"/>
                  </a:lnTo>
                  <a:lnTo>
                    <a:pt x="1479081" y="2339973"/>
                  </a:lnTo>
                  <a:lnTo>
                    <a:pt x="1479417" y="2340714"/>
                  </a:lnTo>
                  <a:lnTo>
                    <a:pt x="1479754" y="2341536"/>
                  </a:lnTo>
                  <a:lnTo>
                    <a:pt x="1480090" y="2342266"/>
                  </a:lnTo>
                  <a:lnTo>
                    <a:pt x="1480427" y="2342943"/>
                  </a:lnTo>
                  <a:lnTo>
                    <a:pt x="1480763" y="2343454"/>
                  </a:lnTo>
                  <a:lnTo>
                    <a:pt x="1481100" y="2344111"/>
                  </a:lnTo>
                  <a:lnTo>
                    <a:pt x="1481436" y="2344804"/>
                  </a:lnTo>
                  <a:lnTo>
                    <a:pt x="1481773" y="2345343"/>
                  </a:lnTo>
                  <a:lnTo>
                    <a:pt x="1482109" y="2345935"/>
                  </a:lnTo>
                  <a:lnTo>
                    <a:pt x="1482446" y="2346229"/>
                  </a:lnTo>
                  <a:lnTo>
                    <a:pt x="1482782" y="2346395"/>
                  </a:lnTo>
                  <a:lnTo>
                    <a:pt x="1483119" y="2346574"/>
                  </a:lnTo>
                  <a:lnTo>
                    <a:pt x="1483455" y="2346628"/>
                  </a:lnTo>
                  <a:lnTo>
                    <a:pt x="1483791" y="2346728"/>
                  </a:lnTo>
                  <a:lnTo>
                    <a:pt x="1484128" y="2346975"/>
                  </a:lnTo>
                  <a:lnTo>
                    <a:pt x="1484464" y="2347196"/>
                  </a:lnTo>
                  <a:lnTo>
                    <a:pt x="1484801" y="2347523"/>
                  </a:lnTo>
                  <a:lnTo>
                    <a:pt x="1485137" y="2347889"/>
                  </a:lnTo>
                  <a:lnTo>
                    <a:pt x="1485474" y="2348251"/>
                  </a:lnTo>
                  <a:lnTo>
                    <a:pt x="1485810" y="2348812"/>
                  </a:lnTo>
                  <a:lnTo>
                    <a:pt x="1486147" y="2349523"/>
                  </a:lnTo>
                  <a:lnTo>
                    <a:pt x="1486483" y="2350376"/>
                  </a:lnTo>
                  <a:lnTo>
                    <a:pt x="1486820" y="2351256"/>
                  </a:lnTo>
                  <a:lnTo>
                    <a:pt x="1487156" y="2352247"/>
                  </a:lnTo>
                  <a:lnTo>
                    <a:pt x="1487493" y="2353303"/>
                  </a:lnTo>
                  <a:lnTo>
                    <a:pt x="1487829" y="2354296"/>
                  </a:lnTo>
                  <a:lnTo>
                    <a:pt x="1488165" y="2355437"/>
                  </a:lnTo>
                  <a:lnTo>
                    <a:pt x="1488502" y="2356624"/>
                  </a:lnTo>
                  <a:lnTo>
                    <a:pt x="1488838" y="2357811"/>
                  </a:lnTo>
                  <a:lnTo>
                    <a:pt x="1489175" y="2359055"/>
                  </a:lnTo>
                  <a:lnTo>
                    <a:pt x="1489511" y="2360356"/>
                  </a:lnTo>
                  <a:lnTo>
                    <a:pt x="1489848" y="2361612"/>
                  </a:lnTo>
                  <a:lnTo>
                    <a:pt x="1490184" y="2362893"/>
                  </a:lnTo>
                  <a:lnTo>
                    <a:pt x="1490521" y="2364285"/>
                  </a:lnTo>
                  <a:lnTo>
                    <a:pt x="1490857" y="2365542"/>
                  </a:lnTo>
                  <a:lnTo>
                    <a:pt x="1491194" y="2366888"/>
                  </a:lnTo>
                  <a:lnTo>
                    <a:pt x="1491530" y="2368247"/>
                  </a:lnTo>
                  <a:lnTo>
                    <a:pt x="1491867" y="2369507"/>
                  </a:lnTo>
                  <a:lnTo>
                    <a:pt x="1492203" y="2370615"/>
                  </a:lnTo>
                  <a:lnTo>
                    <a:pt x="1492539" y="2371658"/>
                  </a:lnTo>
                  <a:lnTo>
                    <a:pt x="1492876" y="2372639"/>
                  </a:lnTo>
                  <a:lnTo>
                    <a:pt x="1493212" y="2373593"/>
                  </a:lnTo>
                  <a:lnTo>
                    <a:pt x="1493549" y="2374341"/>
                  </a:lnTo>
                  <a:lnTo>
                    <a:pt x="1493885" y="2375204"/>
                  </a:lnTo>
                  <a:lnTo>
                    <a:pt x="1494222" y="2376102"/>
                  </a:lnTo>
                  <a:lnTo>
                    <a:pt x="1494558" y="2377013"/>
                  </a:lnTo>
                  <a:lnTo>
                    <a:pt x="1494895" y="2377965"/>
                  </a:lnTo>
                  <a:lnTo>
                    <a:pt x="1495231" y="2378948"/>
                  </a:lnTo>
                  <a:lnTo>
                    <a:pt x="1495568" y="2379773"/>
                  </a:lnTo>
                  <a:lnTo>
                    <a:pt x="1495904" y="2380522"/>
                  </a:lnTo>
                  <a:lnTo>
                    <a:pt x="1496240" y="2380915"/>
                  </a:lnTo>
                  <a:lnTo>
                    <a:pt x="1496577" y="2381170"/>
                  </a:lnTo>
                  <a:lnTo>
                    <a:pt x="1496913" y="2381325"/>
                  </a:lnTo>
                  <a:lnTo>
                    <a:pt x="1497250" y="2381471"/>
                  </a:lnTo>
                  <a:lnTo>
                    <a:pt x="1497586" y="2381714"/>
                  </a:lnTo>
                  <a:lnTo>
                    <a:pt x="1497923" y="2381938"/>
                  </a:lnTo>
                  <a:lnTo>
                    <a:pt x="1498259" y="2382055"/>
                  </a:lnTo>
                  <a:lnTo>
                    <a:pt x="1498596" y="2381998"/>
                  </a:lnTo>
                  <a:lnTo>
                    <a:pt x="1498932" y="2381950"/>
                  </a:lnTo>
                  <a:lnTo>
                    <a:pt x="1499269" y="2381794"/>
                  </a:lnTo>
                  <a:lnTo>
                    <a:pt x="1499605" y="2381563"/>
                  </a:lnTo>
                  <a:lnTo>
                    <a:pt x="1499942" y="2381332"/>
                  </a:lnTo>
                  <a:lnTo>
                    <a:pt x="1500278" y="2381132"/>
                  </a:lnTo>
                  <a:lnTo>
                    <a:pt x="1500614" y="2380933"/>
                  </a:lnTo>
                  <a:lnTo>
                    <a:pt x="1500951" y="2380746"/>
                  </a:lnTo>
                  <a:lnTo>
                    <a:pt x="1501287" y="2380680"/>
                  </a:lnTo>
                  <a:lnTo>
                    <a:pt x="1501624" y="2380721"/>
                  </a:lnTo>
                  <a:lnTo>
                    <a:pt x="1501960" y="2381062"/>
                  </a:lnTo>
                  <a:lnTo>
                    <a:pt x="1502297" y="2381408"/>
                  </a:lnTo>
                  <a:lnTo>
                    <a:pt x="1502633" y="2381703"/>
                  </a:lnTo>
                  <a:lnTo>
                    <a:pt x="1502970" y="2382046"/>
                  </a:lnTo>
                  <a:lnTo>
                    <a:pt x="1503306" y="2382395"/>
                  </a:lnTo>
                  <a:lnTo>
                    <a:pt x="1503643" y="2382920"/>
                  </a:lnTo>
                  <a:lnTo>
                    <a:pt x="1503979" y="2383362"/>
                  </a:lnTo>
                  <a:lnTo>
                    <a:pt x="1504316" y="2383799"/>
                  </a:lnTo>
                  <a:lnTo>
                    <a:pt x="1504652" y="2384189"/>
                  </a:lnTo>
                  <a:lnTo>
                    <a:pt x="1504988" y="2384579"/>
                  </a:lnTo>
                  <a:lnTo>
                    <a:pt x="1505325" y="2385035"/>
                  </a:lnTo>
                  <a:lnTo>
                    <a:pt x="1505661" y="2385504"/>
                  </a:lnTo>
                  <a:lnTo>
                    <a:pt x="1505998" y="2385973"/>
                  </a:lnTo>
                  <a:lnTo>
                    <a:pt x="1506334" y="2386442"/>
                  </a:lnTo>
                  <a:lnTo>
                    <a:pt x="1506671" y="2386823"/>
                  </a:lnTo>
                  <a:lnTo>
                    <a:pt x="1507007" y="2387030"/>
                  </a:lnTo>
                  <a:lnTo>
                    <a:pt x="1507344" y="2387212"/>
                  </a:lnTo>
                  <a:lnTo>
                    <a:pt x="1507680" y="2387581"/>
                  </a:lnTo>
                  <a:lnTo>
                    <a:pt x="1508017" y="2388085"/>
                  </a:lnTo>
                  <a:lnTo>
                    <a:pt x="1508353" y="2388624"/>
                  </a:lnTo>
                  <a:lnTo>
                    <a:pt x="1508690" y="2389328"/>
                  </a:lnTo>
                  <a:lnTo>
                    <a:pt x="1509026" y="2389965"/>
                  </a:lnTo>
                  <a:lnTo>
                    <a:pt x="1509362" y="2390516"/>
                  </a:lnTo>
                  <a:lnTo>
                    <a:pt x="1509699" y="2391264"/>
                  </a:lnTo>
                  <a:lnTo>
                    <a:pt x="1510035" y="2391845"/>
                  </a:lnTo>
                  <a:lnTo>
                    <a:pt x="1510372" y="2392636"/>
                  </a:lnTo>
                  <a:lnTo>
                    <a:pt x="1510708" y="2393430"/>
                  </a:lnTo>
                  <a:lnTo>
                    <a:pt x="1511045" y="2394446"/>
                  </a:lnTo>
                  <a:lnTo>
                    <a:pt x="1511381" y="2395580"/>
                  </a:lnTo>
                  <a:lnTo>
                    <a:pt x="1511718" y="2396848"/>
                  </a:lnTo>
                  <a:lnTo>
                    <a:pt x="1512054" y="2398192"/>
                  </a:lnTo>
                  <a:lnTo>
                    <a:pt x="1512391" y="2399522"/>
                  </a:lnTo>
                  <a:lnTo>
                    <a:pt x="1512727" y="2400643"/>
                  </a:lnTo>
                  <a:lnTo>
                    <a:pt x="1513064" y="2401705"/>
                  </a:lnTo>
                  <a:lnTo>
                    <a:pt x="1513400" y="2402570"/>
                  </a:lnTo>
                  <a:lnTo>
                    <a:pt x="1513736" y="2403246"/>
                  </a:lnTo>
                  <a:lnTo>
                    <a:pt x="1514073" y="2403898"/>
                  </a:lnTo>
                  <a:lnTo>
                    <a:pt x="1514409" y="2404509"/>
                  </a:lnTo>
                  <a:lnTo>
                    <a:pt x="1514746" y="2405027"/>
                  </a:lnTo>
                  <a:lnTo>
                    <a:pt x="1515082" y="2405290"/>
                  </a:lnTo>
                  <a:lnTo>
                    <a:pt x="1515419" y="2405228"/>
                  </a:lnTo>
                  <a:lnTo>
                    <a:pt x="1515755" y="2405228"/>
                  </a:lnTo>
                  <a:lnTo>
                    <a:pt x="1516092" y="2405016"/>
                  </a:lnTo>
                  <a:lnTo>
                    <a:pt x="1516428" y="2404645"/>
                  </a:lnTo>
                  <a:lnTo>
                    <a:pt x="1516765" y="2404051"/>
                  </a:lnTo>
                  <a:lnTo>
                    <a:pt x="1517101" y="2403384"/>
                  </a:lnTo>
                  <a:lnTo>
                    <a:pt x="1517438" y="2402610"/>
                  </a:lnTo>
                  <a:lnTo>
                    <a:pt x="1517774" y="2402070"/>
                  </a:lnTo>
                  <a:lnTo>
                    <a:pt x="1518110" y="2401384"/>
                  </a:lnTo>
                  <a:lnTo>
                    <a:pt x="1518447" y="2400573"/>
                  </a:lnTo>
                  <a:lnTo>
                    <a:pt x="1518783" y="2399807"/>
                  </a:lnTo>
                  <a:lnTo>
                    <a:pt x="1519120" y="2399141"/>
                  </a:lnTo>
                  <a:lnTo>
                    <a:pt x="1519456" y="2398529"/>
                  </a:lnTo>
                  <a:lnTo>
                    <a:pt x="1519793" y="2398093"/>
                  </a:lnTo>
                  <a:lnTo>
                    <a:pt x="1520129" y="2398001"/>
                  </a:lnTo>
                  <a:lnTo>
                    <a:pt x="1520466" y="2398165"/>
                  </a:lnTo>
                  <a:lnTo>
                    <a:pt x="1520802" y="2398911"/>
                  </a:lnTo>
                  <a:lnTo>
                    <a:pt x="1521139" y="2399938"/>
                  </a:lnTo>
                  <a:lnTo>
                    <a:pt x="1521475" y="2401178"/>
                  </a:lnTo>
                  <a:lnTo>
                    <a:pt x="1521812" y="2402112"/>
                  </a:lnTo>
                  <a:lnTo>
                    <a:pt x="1522148" y="2402922"/>
                  </a:lnTo>
                  <a:lnTo>
                    <a:pt x="1522484" y="2403608"/>
                  </a:lnTo>
                  <a:lnTo>
                    <a:pt x="1522821" y="2404167"/>
                  </a:lnTo>
                  <a:lnTo>
                    <a:pt x="1523157" y="2404656"/>
                  </a:lnTo>
                  <a:lnTo>
                    <a:pt x="1523494" y="2405081"/>
                  </a:lnTo>
                  <a:lnTo>
                    <a:pt x="1523830" y="2405458"/>
                  </a:lnTo>
                  <a:lnTo>
                    <a:pt x="1524167" y="2405785"/>
                  </a:lnTo>
                  <a:lnTo>
                    <a:pt x="1524503" y="2406028"/>
                  </a:lnTo>
                  <a:lnTo>
                    <a:pt x="1524840" y="2406322"/>
                  </a:lnTo>
                  <a:lnTo>
                    <a:pt x="1525176" y="2406634"/>
                  </a:lnTo>
                  <a:lnTo>
                    <a:pt x="1525513" y="2406672"/>
                  </a:lnTo>
                  <a:lnTo>
                    <a:pt x="1525849" y="2406273"/>
                  </a:lnTo>
                  <a:lnTo>
                    <a:pt x="1526186" y="2405392"/>
                  </a:lnTo>
                  <a:lnTo>
                    <a:pt x="1526522" y="2404191"/>
                  </a:lnTo>
                  <a:lnTo>
                    <a:pt x="1526858" y="2403132"/>
                  </a:lnTo>
                  <a:lnTo>
                    <a:pt x="1527195" y="2402444"/>
                  </a:lnTo>
                  <a:lnTo>
                    <a:pt x="1527531" y="2401984"/>
                  </a:lnTo>
                  <a:lnTo>
                    <a:pt x="1527868" y="2401923"/>
                  </a:lnTo>
                  <a:lnTo>
                    <a:pt x="1528204" y="2402329"/>
                  </a:lnTo>
                  <a:lnTo>
                    <a:pt x="1528541" y="2402770"/>
                  </a:lnTo>
                  <a:lnTo>
                    <a:pt x="1528877" y="2403367"/>
                  </a:lnTo>
                  <a:lnTo>
                    <a:pt x="1529214" y="2404245"/>
                  </a:lnTo>
                  <a:lnTo>
                    <a:pt x="1529550" y="2405398"/>
                  </a:lnTo>
                  <a:lnTo>
                    <a:pt x="1529887" y="2406858"/>
                  </a:lnTo>
                  <a:lnTo>
                    <a:pt x="1530223" y="2408247"/>
                  </a:lnTo>
                  <a:lnTo>
                    <a:pt x="1530559" y="2409483"/>
                  </a:lnTo>
                  <a:lnTo>
                    <a:pt x="1530896" y="2410860"/>
                  </a:lnTo>
                  <a:lnTo>
                    <a:pt x="1531232" y="2412295"/>
                  </a:lnTo>
                  <a:lnTo>
                    <a:pt x="1531569" y="2413883"/>
                  </a:lnTo>
                  <a:lnTo>
                    <a:pt x="1531905" y="2415666"/>
                  </a:lnTo>
                  <a:lnTo>
                    <a:pt x="1532242" y="2417312"/>
                  </a:lnTo>
                  <a:lnTo>
                    <a:pt x="1532578" y="2419210"/>
                  </a:lnTo>
                  <a:lnTo>
                    <a:pt x="1532915" y="2420902"/>
                  </a:lnTo>
                  <a:lnTo>
                    <a:pt x="1533251" y="2422552"/>
                  </a:lnTo>
                  <a:lnTo>
                    <a:pt x="1533588" y="2424272"/>
                  </a:lnTo>
                  <a:lnTo>
                    <a:pt x="1533924" y="2425962"/>
                  </a:lnTo>
                  <a:lnTo>
                    <a:pt x="1534261" y="2427615"/>
                  </a:lnTo>
                  <a:lnTo>
                    <a:pt x="1534597" y="2428681"/>
                  </a:lnTo>
                  <a:lnTo>
                    <a:pt x="1534933" y="2430013"/>
                  </a:lnTo>
                  <a:lnTo>
                    <a:pt x="1535270" y="2431267"/>
                  </a:lnTo>
                  <a:lnTo>
                    <a:pt x="1535606" y="2432496"/>
                  </a:lnTo>
                  <a:lnTo>
                    <a:pt x="1535943" y="2433701"/>
                  </a:lnTo>
                  <a:lnTo>
                    <a:pt x="1536279" y="2434899"/>
                  </a:lnTo>
                  <a:lnTo>
                    <a:pt x="1536616" y="2435824"/>
                  </a:lnTo>
                  <a:lnTo>
                    <a:pt x="1536952" y="2436539"/>
                  </a:lnTo>
                  <a:lnTo>
                    <a:pt x="1537289" y="2436979"/>
                  </a:lnTo>
                  <a:lnTo>
                    <a:pt x="1537625" y="2437319"/>
                  </a:lnTo>
                  <a:lnTo>
                    <a:pt x="1537962" y="2437469"/>
                  </a:lnTo>
                  <a:lnTo>
                    <a:pt x="1538298" y="2437600"/>
                  </a:lnTo>
                  <a:lnTo>
                    <a:pt x="1538635" y="2437602"/>
                  </a:lnTo>
                  <a:lnTo>
                    <a:pt x="1538971" y="2437302"/>
                  </a:lnTo>
                  <a:lnTo>
                    <a:pt x="1539307" y="2437058"/>
                  </a:lnTo>
                  <a:lnTo>
                    <a:pt x="1539644" y="2436795"/>
                  </a:lnTo>
                  <a:lnTo>
                    <a:pt x="1539980" y="2436657"/>
                  </a:lnTo>
                  <a:lnTo>
                    <a:pt x="1540317" y="2436642"/>
                  </a:lnTo>
                  <a:lnTo>
                    <a:pt x="1540653" y="2436644"/>
                  </a:lnTo>
                  <a:lnTo>
                    <a:pt x="1540990" y="2436705"/>
                  </a:lnTo>
                  <a:lnTo>
                    <a:pt x="1541326" y="2436922"/>
                  </a:lnTo>
                  <a:lnTo>
                    <a:pt x="1541663" y="2437447"/>
                  </a:lnTo>
                  <a:lnTo>
                    <a:pt x="1541999" y="2438035"/>
                  </a:lnTo>
                  <a:lnTo>
                    <a:pt x="1542336" y="2438780"/>
                  </a:lnTo>
                  <a:lnTo>
                    <a:pt x="1542672" y="2439338"/>
                  </a:lnTo>
                  <a:lnTo>
                    <a:pt x="1543009" y="2439887"/>
                  </a:lnTo>
                  <a:lnTo>
                    <a:pt x="1543345" y="2440436"/>
                  </a:lnTo>
                  <a:lnTo>
                    <a:pt x="1543681" y="2441296"/>
                  </a:lnTo>
                  <a:lnTo>
                    <a:pt x="1544018" y="2442288"/>
                  </a:lnTo>
                  <a:lnTo>
                    <a:pt x="1544354" y="2443440"/>
                  </a:lnTo>
                  <a:lnTo>
                    <a:pt x="1544691" y="2444577"/>
                  </a:lnTo>
                  <a:lnTo>
                    <a:pt x="1545027" y="2445427"/>
                  </a:lnTo>
                  <a:lnTo>
                    <a:pt x="1545364" y="2446278"/>
                  </a:lnTo>
                  <a:lnTo>
                    <a:pt x="1545700" y="2447089"/>
                  </a:lnTo>
                  <a:lnTo>
                    <a:pt x="1546037" y="2447943"/>
                  </a:lnTo>
                  <a:lnTo>
                    <a:pt x="1546373" y="2448690"/>
                  </a:lnTo>
                  <a:lnTo>
                    <a:pt x="1546710" y="2449282"/>
                  </a:lnTo>
                  <a:lnTo>
                    <a:pt x="1547046" y="2449861"/>
                  </a:lnTo>
                  <a:lnTo>
                    <a:pt x="1547383" y="2450327"/>
                  </a:lnTo>
                  <a:lnTo>
                    <a:pt x="1547719" y="2450911"/>
                  </a:lnTo>
                  <a:lnTo>
                    <a:pt x="1548055" y="2451508"/>
                  </a:lnTo>
                  <a:lnTo>
                    <a:pt x="1548392" y="2452192"/>
                  </a:lnTo>
                  <a:lnTo>
                    <a:pt x="1548728" y="2452915"/>
                  </a:lnTo>
                  <a:lnTo>
                    <a:pt x="1549065" y="2453707"/>
                  </a:lnTo>
                  <a:lnTo>
                    <a:pt x="1549401" y="2454429"/>
                  </a:lnTo>
                  <a:lnTo>
                    <a:pt x="1549738" y="2455108"/>
                  </a:lnTo>
                  <a:lnTo>
                    <a:pt x="1550074" y="2455696"/>
                  </a:lnTo>
                  <a:lnTo>
                    <a:pt x="1550411" y="2456110"/>
                  </a:lnTo>
                  <a:lnTo>
                    <a:pt x="1550747" y="2456569"/>
                  </a:lnTo>
                  <a:lnTo>
                    <a:pt x="1551084" y="2456921"/>
                  </a:lnTo>
                  <a:lnTo>
                    <a:pt x="1551420" y="2457228"/>
                  </a:lnTo>
                  <a:lnTo>
                    <a:pt x="1551757" y="2457534"/>
                  </a:lnTo>
                  <a:lnTo>
                    <a:pt x="1552093" y="2457840"/>
                  </a:lnTo>
                  <a:lnTo>
                    <a:pt x="1552429" y="2458276"/>
                  </a:lnTo>
                  <a:lnTo>
                    <a:pt x="1552766" y="2458735"/>
                  </a:lnTo>
                  <a:lnTo>
                    <a:pt x="1553102" y="2459126"/>
                  </a:lnTo>
                  <a:lnTo>
                    <a:pt x="1553439" y="2459271"/>
                  </a:lnTo>
                  <a:lnTo>
                    <a:pt x="1553775" y="2459195"/>
                  </a:lnTo>
                  <a:lnTo>
                    <a:pt x="1554112" y="2458774"/>
                  </a:lnTo>
                  <a:lnTo>
                    <a:pt x="1554448" y="2458544"/>
                  </a:lnTo>
                  <a:lnTo>
                    <a:pt x="1554785" y="2458364"/>
                  </a:lnTo>
                  <a:lnTo>
                    <a:pt x="1555121" y="2458517"/>
                  </a:lnTo>
                  <a:lnTo>
                    <a:pt x="1555458" y="2458510"/>
                  </a:lnTo>
                  <a:lnTo>
                    <a:pt x="1555794" y="2458226"/>
                  </a:lnTo>
                  <a:lnTo>
                    <a:pt x="1556131" y="2457531"/>
                  </a:lnTo>
                  <a:lnTo>
                    <a:pt x="1556467" y="2456563"/>
                  </a:lnTo>
                  <a:lnTo>
                    <a:pt x="1556803" y="2455657"/>
                  </a:lnTo>
                  <a:lnTo>
                    <a:pt x="1557140" y="2454495"/>
                  </a:lnTo>
                  <a:lnTo>
                    <a:pt x="1557476" y="2453204"/>
                  </a:lnTo>
                  <a:lnTo>
                    <a:pt x="1557813" y="2452037"/>
                  </a:lnTo>
                  <a:lnTo>
                    <a:pt x="1558149" y="2451232"/>
                  </a:lnTo>
                  <a:lnTo>
                    <a:pt x="1558486" y="2450358"/>
                  </a:lnTo>
                  <a:lnTo>
                    <a:pt x="1558822" y="2449529"/>
                  </a:lnTo>
                  <a:lnTo>
                    <a:pt x="1559159" y="2448922"/>
                  </a:lnTo>
                  <a:lnTo>
                    <a:pt x="1559495" y="2448185"/>
                  </a:lnTo>
                  <a:lnTo>
                    <a:pt x="1559832" y="2447160"/>
                  </a:lnTo>
                  <a:lnTo>
                    <a:pt x="1560168" y="2445921"/>
                  </a:lnTo>
                  <a:lnTo>
                    <a:pt x="1560504" y="2444495"/>
                  </a:lnTo>
                  <a:lnTo>
                    <a:pt x="1560841" y="2443050"/>
                  </a:lnTo>
                  <a:lnTo>
                    <a:pt x="1561177" y="2441683"/>
                  </a:lnTo>
                  <a:lnTo>
                    <a:pt x="1561514" y="2440676"/>
                  </a:lnTo>
                  <a:lnTo>
                    <a:pt x="1561850" y="2439691"/>
                  </a:lnTo>
                  <a:lnTo>
                    <a:pt x="1562187" y="2438602"/>
                  </a:lnTo>
                  <a:lnTo>
                    <a:pt x="1562523" y="2437590"/>
                  </a:lnTo>
                  <a:lnTo>
                    <a:pt x="1562860" y="2436467"/>
                  </a:lnTo>
                  <a:lnTo>
                    <a:pt x="1563196" y="2435245"/>
                  </a:lnTo>
                  <a:lnTo>
                    <a:pt x="1563533" y="2433860"/>
                  </a:lnTo>
                  <a:lnTo>
                    <a:pt x="1563869" y="2432486"/>
                  </a:lnTo>
                  <a:lnTo>
                    <a:pt x="1564206" y="2431034"/>
                  </a:lnTo>
                  <a:lnTo>
                    <a:pt x="1564542" y="2429848"/>
                  </a:lnTo>
                  <a:lnTo>
                    <a:pt x="1564878" y="2428504"/>
                  </a:lnTo>
                  <a:lnTo>
                    <a:pt x="1565215" y="2427181"/>
                  </a:lnTo>
                  <a:lnTo>
                    <a:pt x="1565551" y="2425849"/>
                  </a:lnTo>
                  <a:lnTo>
                    <a:pt x="1565888" y="2424643"/>
                  </a:lnTo>
                  <a:lnTo>
                    <a:pt x="1566224" y="2423527"/>
                  </a:lnTo>
                  <a:lnTo>
                    <a:pt x="1566561" y="2422481"/>
                  </a:lnTo>
                  <a:lnTo>
                    <a:pt x="1566897" y="2421482"/>
                  </a:lnTo>
                  <a:lnTo>
                    <a:pt x="1567234" y="2420499"/>
                  </a:lnTo>
                  <a:lnTo>
                    <a:pt x="1567570" y="2419378"/>
                  </a:lnTo>
                  <a:lnTo>
                    <a:pt x="1567907" y="2418192"/>
                  </a:lnTo>
                  <a:lnTo>
                    <a:pt x="1568243" y="2416829"/>
                  </a:lnTo>
                  <a:lnTo>
                    <a:pt x="1568580" y="2415518"/>
                  </a:lnTo>
                  <a:lnTo>
                    <a:pt x="1568916" y="2414084"/>
                  </a:lnTo>
                  <a:lnTo>
                    <a:pt x="1569252" y="2412215"/>
                  </a:lnTo>
                  <a:lnTo>
                    <a:pt x="1569589" y="2410271"/>
                  </a:lnTo>
                  <a:lnTo>
                    <a:pt x="1569925" y="2408632"/>
                  </a:lnTo>
                  <a:lnTo>
                    <a:pt x="1570262" y="2406887"/>
                  </a:lnTo>
                  <a:lnTo>
                    <a:pt x="1570598" y="2405469"/>
                  </a:lnTo>
                  <a:lnTo>
                    <a:pt x="1570935" y="2403774"/>
                  </a:lnTo>
                  <a:lnTo>
                    <a:pt x="1571271" y="2402010"/>
                  </a:lnTo>
                  <a:lnTo>
                    <a:pt x="1571608" y="2400436"/>
                  </a:lnTo>
                  <a:lnTo>
                    <a:pt x="1571944" y="2398983"/>
                  </a:lnTo>
                  <a:lnTo>
                    <a:pt x="1572281" y="2397425"/>
                  </a:lnTo>
                  <a:lnTo>
                    <a:pt x="1572617" y="2395902"/>
                  </a:lnTo>
                  <a:lnTo>
                    <a:pt x="1572954" y="2394316"/>
                  </a:lnTo>
                  <a:lnTo>
                    <a:pt x="1573290" y="2392670"/>
                  </a:lnTo>
                  <a:lnTo>
                    <a:pt x="1573626" y="2391101"/>
                  </a:lnTo>
                  <a:lnTo>
                    <a:pt x="1573963" y="2389570"/>
                  </a:lnTo>
                  <a:lnTo>
                    <a:pt x="1574299" y="2388179"/>
                  </a:lnTo>
                  <a:lnTo>
                    <a:pt x="1574636" y="2386953"/>
                  </a:lnTo>
                  <a:lnTo>
                    <a:pt x="1574972" y="2385734"/>
                  </a:lnTo>
                  <a:lnTo>
                    <a:pt x="1575309" y="2384421"/>
                  </a:lnTo>
                  <a:lnTo>
                    <a:pt x="1575645" y="2383420"/>
                  </a:lnTo>
                  <a:lnTo>
                    <a:pt x="1575982" y="2382712"/>
                  </a:lnTo>
                  <a:lnTo>
                    <a:pt x="1576318" y="2382144"/>
                  </a:lnTo>
                  <a:lnTo>
                    <a:pt x="1576655" y="2381771"/>
                  </a:lnTo>
                  <a:lnTo>
                    <a:pt x="1576991" y="2381420"/>
                  </a:lnTo>
                  <a:lnTo>
                    <a:pt x="1577328" y="2381038"/>
                  </a:lnTo>
                  <a:lnTo>
                    <a:pt x="1577664" y="2380674"/>
                  </a:lnTo>
                  <a:lnTo>
                    <a:pt x="1578000" y="2380083"/>
                  </a:lnTo>
                  <a:lnTo>
                    <a:pt x="1578337" y="2379544"/>
                  </a:lnTo>
                  <a:lnTo>
                    <a:pt x="1578673" y="2378770"/>
                  </a:lnTo>
                  <a:lnTo>
                    <a:pt x="1579010" y="2378188"/>
                  </a:lnTo>
                  <a:lnTo>
                    <a:pt x="1579346" y="2377708"/>
                  </a:lnTo>
                  <a:lnTo>
                    <a:pt x="1579683" y="2377360"/>
                  </a:lnTo>
                  <a:lnTo>
                    <a:pt x="1580019" y="2377326"/>
                  </a:lnTo>
                  <a:lnTo>
                    <a:pt x="1580356" y="2377350"/>
                  </a:lnTo>
                  <a:lnTo>
                    <a:pt x="1580692" y="2377444"/>
                  </a:lnTo>
                  <a:lnTo>
                    <a:pt x="1581029" y="2377696"/>
                  </a:lnTo>
                  <a:lnTo>
                    <a:pt x="1581365" y="2377800"/>
                  </a:lnTo>
                  <a:lnTo>
                    <a:pt x="1581702" y="2377740"/>
                  </a:lnTo>
                  <a:lnTo>
                    <a:pt x="1582038" y="2377717"/>
                  </a:lnTo>
                  <a:lnTo>
                    <a:pt x="1582374" y="2378007"/>
                  </a:lnTo>
                  <a:lnTo>
                    <a:pt x="1582711" y="2378132"/>
                  </a:lnTo>
                  <a:lnTo>
                    <a:pt x="1583047" y="2378435"/>
                  </a:lnTo>
                  <a:lnTo>
                    <a:pt x="1583384" y="2378804"/>
                  </a:lnTo>
                  <a:lnTo>
                    <a:pt x="1583720" y="2379227"/>
                  </a:lnTo>
                  <a:lnTo>
                    <a:pt x="1584057" y="2379798"/>
                  </a:lnTo>
                  <a:lnTo>
                    <a:pt x="1584393" y="2380281"/>
                  </a:lnTo>
                  <a:lnTo>
                    <a:pt x="1584730" y="2380735"/>
                  </a:lnTo>
                  <a:lnTo>
                    <a:pt x="1585066" y="2380867"/>
                  </a:lnTo>
                  <a:lnTo>
                    <a:pt x="1585403" y="2381000"/>
                  </a:lnTo>
                  <a:lnTo>
                    <a:pt x="1585739" y="2381175"/>
                  </a:lnTo>
                  <a:lnTo>
                    <a:pt x="1586076" y="2381253"/>
                  </a:lnTo>
                  <a:lnTo>
                    <a:pt x="1586412" y="2381257"/>
                  </a:lnTo>
                  <a:lnTo>
                    <a:pt x="1586748" y="2381399"/>
                  </a:lnTo>
                  <a:lnTo>
                    <a:pt x="1587085" y="2381468"/>
                  </a:lnTo>
                  <a:lnTo>
                    <a:pt x="1587421" y="2381267"/>
                  </a:lnTo>
                  <a:lnTo>
                    <a:pt x="1587758" y="2381142"/>
                  </a:lnTo>
                  <a:lnTo>
                    <a:pt x="1588094" y="2380863"/>
                  </a:lnTo>
                  <a:lnTo>
                    <a:pt x="1588431" y="2380716"/>
                  </a:lnTo>
                  <a:lnTo>
                    <a:pt x="1588767" y="2380640"/>
                  </a:lnTo>
                  <a:lnTo>
                    <a:pt x="1589104" y="2380478"/>
                  </a:lnTo>
                  <a:lnTo>
                    <a:pt x="1589440" y="2380028"/>
                  </a:lnTo>
                  <a:lnTo>
                    <a:pt x="1589777" y="2379381"/>
                  </a:lnTo>
                  <a:lnTo>
                    <a:pt x="1590113" y="2378561"/>
                  </a:lnTo>
                  <a:lnTo>
                    <a:pt x="1590450" y="2377766"/>
                  </a:lnTo>
                  <a:lnTo>
                    <a:pt x="1590786" y="2377126"/>
                  </a:lnTo>
                  <a:lnTo>
                    <a:pt x="1591122" y="2376582"/>
                  </a:lnTo>
                  <a:lnTo>
                    <a:pt x="1591459" y="2376086"/>
                  </a:lnTo>
                  <a:lnTo>
                    <a:pt x="1591795" y="2375468"/>
                  </a:lnTo>
                  <a:lnTo>
                    <a:pt x="1592132" y="2374324"/>
                  </a:lnTo>
                  <a:lnTo>
                    <a:pt x="1592468" y="2372665"/>
                  </a:lnTo>
                  <a:lnTo>
                    <a:pt x="1592805" y="2370782"/>
                  </a:lnTo>
                  <a:lnTo>
                    <a:pt x="1593141" y="2369031"/>
                  </a:lnTo>
                  <a:lnTo>
                    <a:pt x="1593478" y="2367348"/>
                  </a:lnTo>
                  <a:lnTo>
                    <a:pt x="1593814" y="2365603"/>
                  </a:lnTo>
                  <a:lnTo>
                    <a:pt x="1594151" y="2364059"/>
                  </a:lnTo>
                  <a:lnTo>
                    <a:pt x="1594487" y="2362405"/>
                  </a:lnTo>
                  <a:lnTo>
                    <a:pt x="1594823" y="2360730"/>
                  </a:lnTo>
                  <a:lnTo>
                    <a:pt x="1595160" y="2359028"/>
                  </a:lnTo>
                  <a:lnTo>
                    <a:pt x="1595496" y="2357231"/>
                  </a:lnTo>
                  <a:lnTo>
                    <a:pt x="1595833" y="2355373"/>
                  </a:lnTo>
                  <a:lnTo>
                    <a:pt x="1596169" y="2353424"/>
                  </a:lnTo>
                  <a:lnTo>
                    <a:pt x="1596506" y="2351337"/>
                  </a:lnTo>
                  <a:lnTo>
                    <a:pt x="1596842" y="2349439"/>
                  </a:lnTo>
                  <a:lnTo>
                    <a:pt x="1597179" y="2347846"/>
                  </a:lnTo>
                  <a:lnTo>
                    <a:pt x="1597515" y="2346587"/>
                  </a:lnTo>
                  <a:lnTo>
                    <a:pt x="1597852" y="2345300"/>
                  </a:lnTo>
                  <a:lnTo>
                    <a:pt x="1598188" y="2343298"/>
                  </a:lnTo>
                  <a:lnTo>
                    <a:pt x="1598525" y="2341049"/>
                  </a:lnTo>
                  <a:lnTo>
                    <a:pt x="1598861" y="2338622"/>
                  </a:lnTo>
                  <a:lnTo>
                    <a:pt x="1599197" y="2335582"/>
                  </a:lnTo>
                  <a:lnTo>
                    <a:pt x="1599534" y="2332742"/>
                  </a:lnTo>
                  <a:lnTo>
                    <a:pt x="1599870" y="2330292"/>
                  </a:lnTo>
                  <a:lnTo>
                    <a:pt x="1600207" y="2327555"/>
                  </a:lnTo>
                  <a:lnTo>
                    <a:pt x="1600543" y="2324511"/>
                  </a:lnTo>
                  <a:lnTo>
                    <a:pt x="1600880" y="2321130"/>
                  </a:lnTo>
                  <a:lnTo>
                    <a:pt x="1601216" y="2317837"/>
                  </a:lnTo>
                  <a:lnTo>
                    <a:pt x="1601553" y="2314455"/>
                  </a:lnTo>
                  <a:lnTo>
                    <a:pt x="1601889" y="2311259"/>
                  </a:lnTo>
                  <a:lnTo>
                    <a:pt x="1602226" y="2307751"/>
                  </a:lnTo>
                  <a:lnTo>
                    <a:pt x="1602562" y="2304316"/>
                  </a:lnTo>
                  <a:lnTo>
                    <a:pt x="1602899" y="2300912"/>
                  </a:lnTo>
                  <a:lnTo>
                    <a:pt x="1603235" y="2297962"/>
                  </a:lnTo>
                  <a:lnTo>
                    <a:pt x="1603571" y="2295059"/>
                  </a:lnTo>
                  <a:lnTo>
                    <a:pt x="1603908" y="2292211"/>
                  </a:lnTo>
                  <a:lnTo>
                    <a:pt x="1604244" y="2289642"/>
                  </a:lnTo>
                  <a:lnTo>
                    <a:pt x="1604581" y="2287146"/>
                  </a:lnTo>
                  <a:lnTo>
                    <a:pt x="1604917" y="2284802"/>
                  </a:lnTo>
                  <a:lnTo>
                    <a:pt x="1605254" y="2282563"/>
                  </a:lnTo>
                  <a:lnTo>
                    <a:pt x="1605590" y="2280535"/>
                  </a:lnTo>
                  <a:lnTo>
                    <a:pt x="1605927" y="2278613"/>
                  </a:lnTo>
                  <a:lnTo>
                    <a:pt x="1606263" y="2277160"/>
                  </a:lnTo>
                  <a:lnTo>
                    <a:pt x="1606600" y="2275798"/>
                  </a:lnTo>
                  <a:lnTo>
                    <a:pt x="1606936" y="2274490"/>
                  </a:lnTo>
                  <a:lnTo>
                    <a:pt x="1607273" y="2273307"/>
                  </a:lnTo>
                  <a:lnTo>
                    <a:pt x="1607609" y="2271991"/>
                  </a:lnTo>
                  <a:lnTo>
                    <a:pt x="1607945" y="2270974"/>
                  </a:lnTo>
                  <a:lnTo>
                    <a:pt x="1608282" y="2270158"/>
                  </a:lnTo>
                  <a:lnTo>
                    <a:pt x="1608618" y="2269219"/>
                  </a:lnTo>
                  <a:lnTo>
                    <a:pt x="1608955" y="2268319"/>
                  </a:lnTo>
                  <a:lnTo>
                    <a:pt x="1609291" y="2267374"/>
                  </a:lnTo>
                  <a:lnTo>
                    <a:pt x="1609628" y="2266498"/>
                  </a:lnTo>
                  <a:lnTo>
                    <a:pt x="1609964" y="2265367"/>
                  </a:lnTo>
                  <a:lnTo>
                    <a:pt x="1610301" y="2264016"/>
                  </a:lnTo>
                  <a:lnTo>
                    <a:pt x="1610637" y="2262377"/>
                  </a:lnTo>
                  <a:lnTo>
                    <a:pt x="1610974" y="2260329"/>
                  </a:lnTo>
                  <a:lnTo>
                    <a:pt x="1611310" y="2258391"/>
                  </a:lnTo>
                  <a:lnTo>
                    <a:pt x="1611647" y="2256384"/>
                  </a:lnTo>
                  <a:lnTo>
                    <a:pt x="1611983" y="2254307"/>
                  </a:lnTo>
                  <a:lnTo>
                    <a:pt x="1612319" y="2252130"/>
                  </a:lnTo>
                  <a:lnTo>
                    <a:pt x="1612656" y="2249898"/>
                  </a:lnTo>
                  <a:lnTo>
                    <a:pt x="1612992" y="2247396"/>
                  </a:lnTo>
                  <a:lnTo>
                    <a:pt x="1613329" y="2244737"/>
                  </a:lnTo>
                  <a:lnTo>
                    <a:pt x="1613665" y="2241516"/>
                  </a:lnTo>
                  <a:lnTo>
                    <a:pt x="1614002" y="2238179"/>
                  </a:lnTo>
                  <a:lnTo>
                    <a:pt x="1614338" y="2234877"/>
                  </a:lnTo>
                  <a:lnTo>
                    <a:pt x="1614675" y="2231405"/>
                  </a:lnTo>
                  <a:lnTo>
                    <a:pt x="1615011" y="2227954"/>
                  </a:lnTo>
                  <a:lnTo>
                    <a:pt x="1615348" y="2224646"/>
                  </a:lnTo>
                  <a:lnTo>
                    <a:pt x="1615684" y="2221420"/>
                  </a:lnTo>
                  <a:lnTo>
                    <a:pt x="1616021" y="2218434"/>
                  </a:lnTo>
                  <a:lnTo>
                    <a:pt x="1616357" y="2215656"/>
                  </a:lnTo>
                  <a:lnTo>
                    <a:pt x="1616693" y="2212808"/>
                  </a:lnTo>
                  <a:lnTo>
                    <a:pt x="1617030" y="2210051"/>
                  </a:lnTo>
                  <a:lnTo>
                    <a:pt x="1617366" y="2207399"/>
                  </a:lnTo>
                  <a:lnTo>
                    <a:pt x="1617703" y="2204449"/>
                  </a:lnTo>
                  <a:lnTo>
                    <a:pt x="1618039" y="2201476"/>
                  </a:lnTo>
                  <a:lnTo>
                    <a:pt x="1618376" y="2198736"/>
                  </a:lnTo>
                  <a:lnTo>
                    <a:pt x="1618712" y="2196572"/>
                  </a:lnTo>
                  <a:lnTo>
                    <a:pt x="1619049" y="2194444"/>
                  </a:lnTo>
                  <a:lnTo>
                    <a:pt x="1619385" y="2192377"/>
                  </a:lnTo>
                  <a:lnTo>
                    <a:pt x="1619722" y="2190336"/>
                  </a:lnTo>
                  <a:lnTo>
                    <a:pt x="1620058" y="2188520"/>
                  </a:lnTo>
                  <a:lnTo>
                    <a:pt x="1620395" y="2186817"/>
                  </a:lnTo>
                  <a:lnTo>
                    <a:pt x="1620731" y="2185418"/>
                  </a:lnTo>
                  <a:lnTo>
                    <a:pt x="1621067" y="2184100"/>
                  </a:lnTo>
                  <a:lnTo>
                    <a:pt x="1621404" y="2183333"/>
                  </a:lnTo>
                  <a:lnTo>
                    <a:pt x="1621740" y="2182316"/>
                  </a:lnTo>
                  <a:lnTo>
                    <a:pt x="1622077" y="2181194"/>
                  </a:lnTo>
                  <a:lnTo>
                    <a:pt x="1622413" y="2179989"/>
                  </a:lnTo>
                  <a:lnTo>
                    <a:pt x="1622750" y="2179271"/>
                  </a:lnTo>
                  <a:lnTo>
                    <a:pt x="1623086" y="2178809"/>
                  </a:lnTo>
                  <a:lnTo>
                    <a:pt x="1623423" y="2178811"/>
                  </a:lnTo>
                  <a:lnTo>
                    <a:pt x="1623759" y="2179086"/>
                  </a:lnTo>
                  <a:lnTo>
                    <a:pt x="1624096" y="2179082"/>
                  </a:lnTo>
                  <a:lnTo>
                    <a:pt x="1624432" y="2179655"/>
                  </a:lnTo>
                  <a:lnTo>
                    <a:pt x="1624769" y="2180292"/>
                  </a:lnTo>
                  <a:lnTo>
                    <a:pt x="1625105" y="2180887"/>
                  </a:lnTo>
                  <a:lnTo>
                    <a:pt x="1625441" y="2181075"/>
                  </a:lnTo>
                  <a:lnTo>
                    <a:pt x="1625778" y="2181057"/>
                  </a:lnTo>
                  <a:lnTo>
                    <a:pt x="1626114" y="2180807"/>
                  </a:lnTo>
                  <a:lnTo>
                    <a:pt x="1626451" y="2180349"/>
                  </a:lnTo>
                  <a:lnTo>
                    <a:pt x="1626787" y="2180004"/>
                  </a:lnTo>
                  <a:lnTo>
                    <a:pt x="1627124" y="2179895"/>
                  </a:lnTo>
                  <a:lnTo>
                    <a:pt x="1627460" y="2180022"/>
                  </a:lnTo>
                  <a:lnTo>
                    <a:pt x="1627797" y="2180306"/>
                  </a:lnTo>
                  <a:lnTo>
                    <a:pt x="1628133" y="2180854"/>
                  </a:lnTo>
                  <a:lnTo>
                    <a:pt x="1628470" y="2181268"/>
                  </a:lnTo>
                  <a:lnTo>
                    <a:pt x="1628806" y="2181451"/>
                  </a:lnTo>
                  <a:lnTo>
                    <a:pt x="1629142" y="2181733"/>
                  </a:lnTo>
                  <a:lnTo>
                    <a:pt x="1629479" y="2181951"/>
                  </a:lnTo>
                  <a:lnTo>
                    <a:pt x="1629815" y="2182184"/>
                  </a:lnTo>
                  <a:lnTo>
                    <a:pt x="1630152" y="2182352"/>
                  </a:lnTo>
                  <a:lnTo>
                    <a:pt x="1630488" y="2182657"/>
                  </a:lnTo>
                  <a:lnTo>
                    <a:pt x="1630825" y="2183285"/>
                  </a:lnTo>
                  <a:lnTo>
                    <a:pt x="1631161" y="2184011"/>
                  </a:lnTo>
                  <a:lnTo>
                    <a:pt x="1631498" y="2184907"/>
                  </a:lnTo>
                  <a:lnTo>
                    <a:pt x="1631834" y="2185547"/>
                  </a:lnTo>
                  <a:lnTo>
                    <a:pt x="1632171" y="2186248"/>
                  </a:lnTo>
                  <a:lnTo>
                    <a:pt x="1632507" y="2186928"/>
                  </a:lnTo>
                  <a:lnTo>
                    <a:pt x="1632844" y="2187731"/>
                  </a:lnTo>
                  <a:lnTo>
                    <a:pt x="1633180" y="2188626"/>
                  </a:lnTo>
                  <a:lnTo>
                    <a:pt x="1633516" y="2189521"/>
                  </a:lnTo>
                  <a:lnTo>
                    <a:pt x="1633853" y="2190525"/>
                  </a:lnTo>
                  <a:lnTo>
                    <a:pt x="1634189" y="2191591"/>
                  </a:lnTo>
                  <a:lnTo>
                    <a:pt x="1634526" y="2192640"/>
                  </a:lnTo>
                  <a:lnTo>
                    <a:pt x="1634862" y="2193827"/>
                  </a:lnTo>
                  <a:lnTo>
                    <a:pt x="1635199" y="2194972"/>
                  </a:lnTo>
                  <a:lnTo>
                    <a:pt x="1635535" y="2196248"/>
                  </a:lnTo>
                  <a:lnTo>
                    <a:pt x="1635872" y="2197403"/>
                  </a:lnTo>
                  <a:lnTo>
                    <a:pt x="1636208" y="2198596"/>
                  </a:lnTo>
                  <a:lnTo>
                    <a:pt x="1636545" y="2200071"/>
                  </a:lnTo>
                  <a:lnTo>
                    <a:pt x="1636881" y="2201669"/>
                  </a:lnTo>
                  <a:lnTo>
                    <a:pt x="1637218" y="2203013"/>
                  </a:lnTo>
                  <a:lnTo>
                    <a:pt x="1637554" y="2204415"/>
                  </a:lnTo>
                  <a:lnTo>
                    <a:pt x="1637890" y="2205483"/>
                  </a:lnTo>
                  <a:lnTo>
                    <a:pt x="1638227" y="2206655"/>
                  </a:lnTo>
                  <a:lnTo>
                    <a:pt x="1638563" y="2207952"/>
                  </a:lnTo>
                  <a:lnTo>
                    <a:pt x="1638900" y="2208936"/>
                  </a:lnTo>
                  <a:lnTo>
                    <a:pt x="1639236" y="2209692"/>
                  </a:lnTo>
                  <a:lnTo>
                    <a:pt x="1639573" y="2210506"/>
                  </a:lnTo>
                  <a:lnTo>
                    <a:pt x="1639909" y="2211163"/>
                  </a:lnTo>
                  <a:lnTo>
                    <a:pt x="1640246" y="2212062"/>
                  </a:lnTo>
                  <a:lnTo>
                    <a:pt x="1640582" y="2212674"/>
                  </a:lnTo>
                  <a:lnTo>
                    <a:pt x="1640919" y="2213263"/>
                  </a:lnTo>
                  <a:lnTo>
                    <a:pt x="1641255" y="2213569"/>
                  </a:lnTo>
                  <a:lnTo>
                    <a:pt x="1641592" y="2213449"/>
                  </a:lnTo>
                  <a:lnTo>
                    <a:pt x="1641928" y="2212958"/>
                  </a:lnTo>
                  <a:lnTo>
                    <a:pt x="1642264" y="2212105"/>
                  </a:lnTo>
                  <a:lnTo>
                    <a:pt x="1642601" y="2211079"/>
                  </a:lnTo>
                  <a:lnTo>
                    <a:pt x="1642937" y="2209779"/>
                  </a:lnTo>
                  <a:lnTo>
                    <a:pt x="1643274" y="2208366"/>
                  </a:lnTo>
                  <a:lnTo>
                    <a:pt x="1643610" y="2206539"/>
                  </a:lnTo>
                  <a:lnTo>
                    <a:pt x="1643947" y="2204450"/>
                  </a:lnTo>
                  <a:lnTo>
                    <a:pt x="1644283" y="2202283"/>
                  </a:lnTo>
                  <a:lnTo>
                    <a:pt x="1644620" y="2200132"/>
                  </a:lnTo>
                  <a:lnTo>
                    <a:pt x="1644956" y="2198010"/>
                  </a:lnTo>
                  <a:lnTo>
                    <a:pt x="1645293" y="2196208"/>
                  </a:lnTo>
                  <a:lnTo>
                    <a:pt x="1645629" y="2194300"/>
                  </a:lnTo>
                  <a:lnTo>
                    <a:pt x="1645966" y="2192591"/>
                  </a:lnTo>
                  <a:lnTo>
                    <a:pt x="1646302" y="2190423"/>
                  </a:lnTo>
                  <a:lnTo>
                    <a:pt x="1646638" y="2188514"/>
                  </a:lnTo>
                  <a:lnTo>
                    <a:pt x="1646975" y="2186658"/>
                  </a:lnTo>
                  <a:lnTo>
                    <a:pt x="1647311" y="2184946"/>
                  </a:lnTo>
                  <a:lnTo>
                    <a:pt x="1647648" y="2183523"/>
                  </a:lnTo>
                  <a:lnTo>
                    <a:pt x="1647984" y="2182193"/>
                  </a:lnTo>
                  <a:lnTo>
                    <a:pt x="1648321" y="2180881"/>
                  </a:lnTo>
                  <a:lnTo>
                    <a:pt x="1648657" y="2179660"/>
                  </a:lnTo>
                  <a:lnTo>
                    <a:pt x="1648994" y="2179119"/>
                  </a:lnTo>
                  <a:lnTo>
                    <a:pt x="1649330" y="2178810"/>
                  </a:lnTo>
                  <a:lnTo>
                    <a:pt x="1649667" y="2178642"/>
                  </a:lnTo>
                  <a:lnTo>
                    <a:pt x="1650003" y="2178731"/>
                  </a:lnTo>
                  <a:lnTo>
                    <a:pt x="1650340" y="2178975"/>
                  </a:lnTo>
                  <a:lnTo>
                    <a:pt x="1650676" y="2179216"/>
                  </a:lnTo>
                  <a:lnTo>
                    <a:pt x="1651012" y="2179495"/>
                  </a:lnTo>
                  <a:lnTo>
                    <a:pt x="1651349" y="2179803"/>
                  </a:lnTo>
                  <a:lnTo>
                    <a:pt x="1651685" y="2180155"/>
                  </a:lnTo>
                  <a:lnTo>
                    <a:pt x="1652022" y="2180593"/>
                  </a:lnTo>
                  <a:lnTo>
                    <a:pt x="1652358" y="2181120"/>
                  </a:lnTo>
                  <a:lnTo>
                    <a:pt x="1652695" y="2181622"/>
                  </a:lnTo>
                  <a:lnTo>
                    <a:pt x="1653031" y="2182188"/>
                  </a:lnTo>
                  <a:lnTo>
                    <a:pt x="1653368" y="2182602"/>
                  </a:lnTo>
                  <a:lnTo>
                    <a:pt x="1653704" y="2182828"/>
                  </a:lnTo>
                  <a:lnTo>
                    <a:pt x="1654041" y="2182863"/>
                  </a:lnTo>
                  <a:lnTo>
                    <a:pt x="1654377" y="2182795"/>
                  </a:lnTo>
                  <a:lnTo>
                    <a:pt x="1654714" y="2182639"/>
                  </a:lnTo>
                  <a:lnTo>
                    <a:pt x="1655050" y="2182546"/>
                  </a:lnTo>
                  <a:lnTo>
                    <a:pt x="1655386" y="2182337"/>
                  </a:lnTo>
                  <a:lnTo>
                    <a:pt x="1655723" y="2182024"/>
                  </a:lnTo>
                  <a:lnTo>
                    <a:pt x="1656059" y="2181918"/>
                  </a:lnTo>
                  <a:lnTo>
                    <a:pt x="1656396" y="2182046"/>
                  </a:lnTo>
                  <a:lnTo>
                    <a:pt x="1656732" y="2182451"/>
                  </a:lnTo>
                  <a:lnTo>
                    <a:pt x="1657069" y="2183115"/>
                  </a:lnTo>
                  <a:lnTo>
                    <a:pt x="1657405" y="2184052"/>
                  </a:lnTo>
                  <a:lnTo>
                    <a:pt x="1657742" y="2184959"/>
                  </a:lnTo>
                  <a:lnTo>
                    <a:pt x="1658078" y="2185752"/>
                  </a:lnTo>
                  <a:lnTo>
                    <a:pt x="1658415" y="2186329"/>
                  </a:lnTo>
                  <a:lnTo>
                    <a:pt x="1658751" y="2186979"/>
                  </a:lnTo>
                  <a:lnTo>
                    <a:pt x="1659088" y="2187575"/>
                  </a:lnTo>
                  <a:lnTo>
                    <a:pt x="1659424" y="2188745"/>
                  </a:lnTo>
                  <a:lnTo>
                    <a:pt x="1659760" y="2190264"/>
                  </a:lnTo>
                  <a:lnTo>
                    <a:pt x="1660097" y="2191923"/>
                  </a:lnTo>
                  <a:lnTo>
                    <a:pt x="1660433" y="2193359"/>
                  </a:lnTo>
                  <a:lnTo>
                    <a:pt x="1660770" y="2194804"/>
                  </a:lnTo>
                  <a:lnTo>
                    <a:pt x="1661106" y="2196159"/>
                  </a:lnTo>
                  <a:lnTo>
                    <a:pt x="1661443" y="2196976"/>
                  </a:lnTo>
                  <a:lnTo>
                    <a:pt x="1661779" y="2197857"/>
                  </a:lnTo>
                  <a:lnTo>
                    <a:pt x="1662116" y="2198833"/>
                  </a:lnTo>
                  <a:lnTo>
                    <a:pt x="1662452" y="2199775"/>
                  </a:lnTo>
                  <a:lnTo>
                    <a:pt x="1662789" y="2200553"/>
                  </a:lnTo>
                  <a:lnTo>
                    <a:pt x="1663125" y="2201358"/>
                  </a:lnTo>
                  <a:lnTo>
                    <a:pt x="1663461" y="2202164"/>
                  </a:lnTo>
                  <a:lnTo>
                    <a:pt x="1663798" y="2203233"/>
                  </a:lnTo>
                  <a:lnTo>
                    <a:pt x="1664134" y="2204177"/>
                  </a:lnTo>
                  <a:lnTo>
                    <a:pt x="1664471" y="2204569"/>
                  </a:lnTo>
                  <a:lnTo>
                    <a:pt x="1664807" y="2204628"/>
                  </a:lnTo>
                  <a:lnTo>
                    <a:pt x="1665144" y="2205042"/>
                  </a:lnTo>
                  <a:lnTo>
                    <a:pt x="1665480" y="2205674"/>
                  </a:lnTo>
                  <a:lnTo>
                    <a:pt x="1665817" y="2206150"/>
                  </a:lnTo>
                  <a:lnTo>
                    <a:pt x="1666153" y="2206345"/>
                  </a:lnTo>
                  <a:lnTo>
                    <a:pt x="1666490" y="2207059"/>
                  </a:lnTo>
                  <a:lnTo>
                    <a:pt x="1666826" y="2207323"/>
                  </a:lnTo>
                  <a:lnTo>
                    <a:pt x="1667163" y="2206838"/>
                  </a:lnTo>
                  <a:lnTo>
                    <a:pt x="1667499" y="2206408"/>
                  </a:lnTo>
                  <a:lnTo>
                    <a:pt x="1667835" y="2206249"/>
                  </a:lnTo>
                  <a:lnTo>
                    <a:pt x="1668172" y="2206311"/>
                  </a:lnTo>
                  <a:lnTo>
                    <a:pt x="1668508" y="2206482"/>
                  </a:lnTo>
                  <a:lnTo>
                    <a:pt x="1668845" y="2206033"/>
                  </a:lnTo>
                  <a:lnTo>
                    <a:pt x="1669181" y="2204683"/>
                  </a:lnTo>
                  <a:lnTo>
                    <a:pt x="1669518" y="2203236"/>
                  </a:lnTo>
                  <a:lnTo>
                    <a:pt x="1669854" y="2201415"/>
                  </a:lnTo>
                  <a:lnTo>
                    <a:pt x="1670191" y="2199170"/>
                  </a:lnTo>
                  <a:lnTo>
                    <a:pt x="1670527" y="2196405"/>
                  </a:lnTo>
                  <a:lnTo>
                    <a:pt x="1670864" y="2193713"/>
                  </a:lnTo>
                  <a:lnTo>
                    <a:pt x="1671200" y="2190923"/>
                  </a:lnTo>
                  <a:lnTo>
                    <a:pt x="1671537" y="2187935"/>
                  </a:lnTo>
                  <a:lnTo>
                    <a:pt x="1671873" y="2184828"/>
                  </a:lnTo>
                  <a:lnTo>
                    <a:pt x="1672209" y="2181489"/>
                  </a:lnTo>
                  <a:lnTo>
                    <a:pt x="1672546" y="2177227"/>
                  </a:lnTo>
                  <a:lnTo>
                    <a:pt x="1672882" y="2173717"/>
                  </a:lnTo>
                  <a:lnTo>
                    <a:pt x="1673219" y="2170264"/>
                  </a:lnTo>
                  <a:lnTo>
                    <a:pt x="1673555" y="2166508"/>
                  </a:lnTo>
                  <a:lnTo>
                    <a:pt x="1673892" y="2162777"/>
                  </a:lnTo>
                  <a:lnTo>
                    <a:pt x="1674228" y="2159758"/>
                  </a:lnTo>
                  <a:lnTo>
                    <a:pt x="1674565" y="2157010"/>
                  </a:lnTo>
                  <a:lnTo>
                    <a:pt x="1674901" y="2154516"/>
                  </a:lnTo>
                  <a:lnTo>
                    <a:pt x="1675238" y="2152140"/>
                  </a:lnTo>
                  <a:lnTo>
                    <a:pt x="1675574" y="2150019"/>
                  </a:lnTo>
                  <a:lnTo>
                    <a:pt x="1675911" y="2148746"/>
                  </a:lnTo>
                  <a:lnTo>
                    <a:pt x="1676247" y="2147639"/>
                  </a:lnTo>
                  <a:lnTo>
                    <a:pt x="1676583" y="2146825"/>
                  </a:lnTo>
                  <a:lnTo>
                    <a:pt x="1676920" y="2146336"/>
                  </a:lnTo>
                  <a:lnTo>
                    <a:pt x="1677256" y="2146283"/>
                  </a:lnTo>
                  <a:lnTo>
                    <a:pt x="1677593" y="2146620"/>
                  </a:lnTo>
                  <a:lnTo>
                    <a:pt x="1677929" y="2147518"/>
                  </a:lnTo>
                  <a:lnTo>
                    <a:pt x="1678266" y="2149058"/>
                  </a:lnTo>
                  <a:lnTo>
                    <a:pt x="1678602" y="2150451"/>
                  </a:lnTo>
                  <a:lnTo>
                    <a:pt x="1678939" y="2151844"/>
                  </a:lnTo>
                  <a:lnTo>
                    <a:pt x="1679275" y="2153375"/>
                  </a:lnTo>
                  <a:lnTo>
                    <a:pt x="1679612" y="2155188"/>
                  </a:lnTo>
                  <a:lnTo>
                    <a:pt x="1679948" y="2157169"/>
                  </a:lnTo>
                  <a:lnTo>
                    <a:pt x="1680285" y="2159118"/>
                  </a:lnTo>
                  <a:lnTo>
                    <a:pt x="1680621" y="2160961"/>
                  </a:lnTo>
                  <a:lnTo>
                    <a:pt x="1680957" y="2162967"/>
                  </a:lnTo>
                  <a:lnTo>
                    <a:pt x="1681294" y="2164865"/>
                  </a:lnTo>
                  <a:lnTo>
                    <a:pt x="1681630" y="2166663"/>
                  </a:lnTo>
                  <a:lnTo>
                    <a:pt x="1681967" y="2168142"/>
                  </a:lnTo>
                  <a:lnTo>
                    <a:pt x="1682303" y="2169467"/>
                  </a:lnTo>
                  <a:lnTo>
                    <a:pt x="1682640" y="2170384"/>
                  </a:lnTo>
                  <a:lnTo>
                    <a:pt x="1682976" y="2171227"/>
                  </a:lnTo>
                  <a:lnTo>
                    <a:pt x="1683313" y="2171729"/>
                  </a:lnTo>
                  <a:lnTo>
                    <a:pt x="1683649" y="2172127"/>
                  </a:lnTo>
                  <a:lnTo>
                    <a:pt x="1683986" y="2172437"/>
                  </a:lnTo>
                  <a:lnTo>
                    <a:pt x="1684322" y="2172562"/>
                  </a:lnTo>
                  <a:lnTo>
                    <a:pt x="1684659" y="2172552"/>
                  </a:lnTo>
                  <a:lnTo>
                    <a:pt x="1684995" y="2172914"/>
                  </a:lnTo>
                  <a:lnTo>
                    <a:pt x="1685331" y="2173414"/>
                  </a:lnTo>
                  <a:lnTo>
                    <a:pt x="1685668" y="2173688"/>
                  </a:lnTo>
                  <a:lnTo>
                    <a:pt x="1686004" y="2173498"/>
                  </a:lnTo>
                  <a:lnTo>
                    <a:pt x="1686341" y="2173279"/>
                  </a:lnTo>
                  <a:lnTo>
                    <a:pt x="1686677" y="2173063"/>
                  </a:lnTo>
                  <a:lnTo>
                    <a:pt x="1687014" y="2172957"/>
                  </a:lnTo>
                  <a:lnTo>
                    <a:pt x="1687350" y="2172564"/>
                  </a:lnTo>
                  <a:lnTo>
                    <a:pt x="1687687" y="2172335"/>
                  </a:lnTo>
                  <a:lnTo>
                    <a:pt x="1688023" y="2172237"/>
                  </a:lnTo>
                  <a:lnTo>
                    <a:pt x="1688360" y="2172344"/>
                  </a:lnTo>
                  <a:lnTo>
                    <a:pt x="1688696" y="2172108"/>
                  </a:lnTo>
                  <a:lnTo>
                    <a:pt x="1689033" y="2172200"/>
                  </a:lnTo>
                  <a:lnTo>
                    <a:pt x="1689369" y="2172391"/>
                  </a:lnTo>
                  <a:lnTo>
                    <a:pt x="1689705" y="2172585"/>
                  </a:lnTo>
                  <a:lnTo>
                    <a:pt x="1690042" y="2172152"/>
                  </a:lnTo>
                  <a:lnTo>
                    <a:pt x="1690378" y="2172079"/>
                  </a:lnTo>
                  <a:lnTo>
                    <a:pt x="1690715" y="2172121"/>
                  </a:lnTo>
                  <a:lnTo>
                    <a:pt x="1691051" y="2172205"/>
                  </a:lnTo>
                  <a:lnTo>
                    <a:pt x="1691388" y="2172609"/>
                  </a:lnTo>
                  <a:lnTo>
                    <a:pt x="1691724" y="2172755"/>
                  </a:lnTo>
                  <a:lnTo>
                    <a:pt x="1692061" y="2172736"/>
                  </a:lnTo>
                  <a:lnTo>
                    <a:pt x="1692397" y="2172703"/>
                  </a:lnTo>
                  <a:lnTo>
                    <a:pt x="1692734" y="2172656"/>
                  </a:lnTo>
                  <a:lnTo>
                    <a:pt x="1693070" y="2172715"/>
                  </a:lnTo>
                  <a:lnTo>
                    <a:pt x="1693406" y="2172709"/>
                  </a:lnTo>
                  <a:lnTo>
                    <a:pt x="1693743" y="2172703"/>
                  </a:lnTo>
                  <a:lnTo>
                    <a:pt x="1694079" y="2172629"/>
                  </a:lnTo>
                  <a:lnTo>
                    <a:pt x="1694416" y="2172443"/>
                  </a:lnTo>
                  <a:lnTo>
                    <a:pt x="1694752" y="2172390"/>
                  </a:lnTo>
                  <a:lnTo>
                    <a:pt x="1695089" y="2172531"/>
                  </a:lnTo>
                  <a:lnTo>
                    <a:pt x="1695425" y="2172451"/>
                  </a:lnTo>
                  <a:lnTo>
                    <a:pt x="1695762" y="2172435"/>
                  </a:lnTo>
                  <a:lnTo>
                    <a:pt x="1696098" y="2172365"/>
                  </a:lnTo>
                  <a:lnTo>
                    <a:pt x="1696435" y="2172113"/>
                  </a:lnTo>
                  <a:lnTo>
                    <a:pt x="1696771" y="2171961"/>
                  </a:lnTo>
                  <a:lnTo>
                    <a:pt x="1697108" y="2171593"/>
                  </a:lnTo>
                  <a:lnTo>
                    <a:pt x="1697444" y="2171336"/>
                  </a:lnTo>
                  <a:lnTo>
                    <a:pt x="1697780" y="2171088"/>
                  </a:lnTo>
                  <a:lnTo>
                    <a:pt x="1698117" y="2170856"/>
                  </a:lnTo>
                  <a:lnTo>
                    <a:pt x="1698453" y="2170628"/>
                  </a:lnTo>
                  <a:lnTo>
                    <a:pt x="1698790" y="2170329"/>
                  </a:lnTo>
                  <a:lnTo>
                    <a:pt x="1699126" y="2169990"/>
                  </a:lnTo>
                  <a:lnTo>
                    <a:pt x="1699463" y="2169705"/>
                  </a:lnTo>
                  <a:lnTo>
                    <a:pt x="1699799" y="2169373"/>
                  </a:lnTo>
                  <a:lnTo>
                    <a:pt x="1700136" y="2168848"/>
                  </a:lnTo>
                  <a:lnTo>
                    <a:pt x="1700472" y="2168131"/>
                  </a:lnTo>
                  <a:lnTo>
                    <a:pt x="1700809" y="2167182"/>
                  </a:lnTo>
                  <a:lnTo>
                    <a:pt x="1701145" y="2166146"/>
                  </a:lnTo>
                  <a:lnTo>
                    <a:pt x="1701482" y="2164888"/>
                  </a:lnTo>
                  <a:lnTo>
                    <a:pt x="1701818" y="2163760"/>
                  </a:lnTo>
                  <a:lnTo>
                    <a:pt x="1702154" y="2162839"/>
                  </a:lnTo>
                  <a:lnTo>
                    <a:pt x="1702491" y="2162086"/>
                  </a:lnTo>
                  <a:lnTo>
                    <a:pt x="1702827" y="2161421"/>
                  </a:lnTo>
                  <a:lnTo>
                    <a:pt x="1703164" y="2160844"/>
                  </a:lnTo>
                  <a:lnTo>
                    <a:pt x="1703500" y="2160281"/>
                  </a:lnTo>
                  <a:lnTo>
                    <a:pt x="1703837" y="2159792"/>
                  </a:lnTo>
                  <a:lnTo>
                    <a:pt x="1704173" y="2159410"/>
                  </a:lnTo>
                  <a:lnTo>
                    <a:pt x="1704510" y="2159050"/>
                  </a:lnTo>
                  <a:lnTo>
                    <a:pt x="1704846" y="2158716"/>
                  </a:lnTo>
                  <a:lnTo>
                    <a:pt x="1705183" y="2158454"/>
                  </a:lnTo>
                  <a:lnTo>
                    <a:pt x="1705519" y="2158232"/>
                  </a:lnTo>
                  <a:lnTo>
                    <a:pt x="1705856" y="2158022"/>
                  </a:lnTo>
                  <a:lnTo>
                    <a:pt x="1706192" y="2157913"/>
                  </a:lnTo>
                  <a:lnTo>
                    <a:pt x="1706528" y="2157806"/>
                  </a:lnTo>
                  <a:lnTo>
                    <a:pt x="1706865" y="2157921"/>
                  </a:lnTo>
                  <a:lnTo>
                    <a:pt x="1707201" y="2158025"/>
                  </a:lnTo>
                  <a:lnTo>
                    <a:pt x="1707538" y="2157995"/>
                  </a:lnTo>
                  <a:lnTo>
                    <a:pt x="1707874" y="2158189"/>
                  </a:lnTo>
                  <a:lnTo>
                    <a:pt x="1708211" y="2158178"/>
                  </a:lnTo>
                  <a:lnTo>
                    <a:pt x="1708547" y="2158373"/>
                  </a:lnTo>
                  <a:lnTo>
                    <a:pt x="1708884" y="2158458"/>
                  </a:lnTo>
                  <a:lnTo>
                    <a:pt x="1709220" y="2158675"/>
                  </a:lnTo>
                  <a:lnTo>
                    <a:pt x="1709557" y="2159102"/>
                  </a:lnTo>
                  <a:lnTo>
                    <a:pt x="1709893" y="2159769"/>
                  </a:lnTo>
                  <a:lnTo>
                    <a:pt x="1710230" y="2160604"/>
                  </a:lnTo>
                  <a:lnTo>
                    <a:pt x="1710566" y="2161556"/>
                  </a:lnTo>
                  <a:lnTo>
                    <a:pt x="1710902" y="2163072"/>
                  </a:lnTo>
                  <a:lnTo>
                    <a:pt x="1711239" y="2165030"/>
                  </a:lnTo>
                  <a:lnTo>
                    <a:pt x="1711575" y="2166959"/>
                  </a:lnTo>
                  <a:lnTo>
                    <a:pt x="1711912" y="2168731"/>
                  </a:lnTo>
                  <a:lnTo>
                    <a:pt x="1712248" y="2170624"/>
                  </a:lnTo>
                  <a:lnTo>
                    <a:pt x="1712585" y="2172516"/>
                  </a:lnTo>
                  <a:lnTo>
                    <a:pt x="1712921" y="2174589"/>
                  </a:lnTo>
                  <a:lnTo>
                    <a:pt x="1713258" y="2176760"/>
                  </a:lnTo>
                  <a:lnTo>
                    <a:pt x="1713594" y="2179027"/>
                  </a:lnTo>
                  <a:lnTo>
                    <a:pt x="1713931" y="2181043"/>
                  </a:lnTo>
                  <a:lnTo>
                    <a:pt x="1714267" y="2182934"/>
                  </a:lnTo>
                  <a:lnTo>
                    <a:pt x="1714604" y="2184542"/>
                  </a:lnTo>
                  <a:lnTo>
                    <a:pt x="1714940" y="2185867"/>
                  </a:lnTo>
                  <a:lnTo>
                    <a:pt x="1715276" y="2187098"/>
                  </a:lnTo>
                  <a:lnTo>
                    <a:pt x="1715613" y="2188120"/>
                  </a:lnTo>
                  <a:lnTo>
                    <a:pt x="1715949" y="2188936"/>
                  </a:lnTo>
                  <a:lnTo>
                    <a:pt x="1716286" y="2188866"/>
                  </a:lnTo>
                  <a:lnTo>
                    <a:pt x="1716622" y="2188534"/>
                  </a:lnTo>
                  <a:lnTo>
                    <a:pt x="1716959" y="2187821"/>
                  </a:lnTo>
                  <a:lnTo>
                    <a:pt x="1717295" y="2186930"/>
                  </a:lnTo>
                  <a:lnTo>
                    <a:pt x="1717632" y="2186078"/>
                  </a:lnTo>
                  <a:lnTo>
                    <a:pt x="1717968" y="2185068"/>
                  </a:lnTo>
                  <a:lnTo>
                    <a:pt x="1718305" y="2183870"/>
                  </a:lnTo>
                  <a:lnTo>
                    <a:pt x="1718641" y="2182852"/>
                  </a:lnTo>
                  <a:lnTo>
                    <a:pt x="1718978" y="2181848"/>
                  </a:lnTo>
                  <a:lnTo>
                    <a:pt x="1719314" y="2180649"/>
                  </a:lnTo>
                  <a:lnTo>
                    <a:pt x="1719650" y="2179550"/>
                  </a:lnTo>
                  <a:lnTo>
                    <a:pt x="1719987" y="2178432"/>
                  </a:lnTo>
                  <a:lnTo>
                    <a:pt x="1720323" y="2177070"/>
                  </a:lnTo>
                  <a:lnTo>
                    <a:pt x="1720660" y="2175679"/>
                  </a:lnTo>
                  <a:lnTo>
                    <a:pt x="1720996" y="2174441"/>
                  </a:lnTo>
                  <a:lnTo>
                    <a:pt x="1721333" y="2173142"/>
                  </a:lnTo>
                  <a:lnTo>
                    <a:pt x="1721669" y="2171838"/>
                  </a:lnTo>
                  <a:lnTo>
                    <a:pt x="1722006" y="2170629"/>
                  </a:lnTo>
                  <a:lnTo>
                    <a:pt x="1722342" y="2169240"/>
                  </a:lnTo>
                  <a:lnTo>
                    <a:pt x="1722679" y="2167851"/>
                  </a:lnTo>
                  <a:lnTo>
                    <a:pt x="1723015" y="2166527"/>
                  </a:lnTo>
                  <a:lnTo>
                    <a:pt x="1723352" y="2165036"/>
                  </a:lnTo>
                  <a:lnTo>
                    <a:pt x="1723688" y="2163346"/>
                  </a:lnTo>
                  <a:lnTo>
                    <a:pt x="1724024" y="2161868"/>
                  </a:lnTo>
                  <a:lnTo>
                    <a:pt x="1724361" y="2160898"/>
                  </a:lnTo>
                  <a:lnTo>
                    <a:pt x="1724697" y="2159793"/>
                  </a:lnTo>
                  <a:lnTo>
                    <a:pt x="1725034" y="2158671"/>
                  </a:lnTo>
                  <a:lnTo>
                    <a:pt x="1725370" y="2157857"/>
                  </a:lnTo>
                  <a:lnTo>
                    <a:pt x="1725707" y="2157479"/>
                  </a:lnTo>
                  <a:lnTo>
                    <a:pt x="1726043" y="2157023"/>
                  </a:lnTo>
                  <a:lnTo>
                    <a:pt x="1726380" y="2156978"/>
                  </a:lnTo>
                  <a:lnTo>
                    <a:pt x="1726716" y="2157035"/>
                  </a:lnTo>
                  <a:lnTo>
                    <a:pt x="1727053" y="2157408"/>
                  </a:lnTo>
                  <a:lnTo>
                    <a:pt x="1727389" y="2157804"/>
                  </a:lnTo>
                  <a:lnTo>
                    <a:pt x="1727725" y="2158437"/>
                  </a:lnTo>
                  <a:lnTo>
                    <a:pt x="1728062" y="2159161"/>
                  </a:lnTo>
                  <a:lnTo>
                    <a:pt x="1728398" y="2160099"/>
                  </a:lnTo>
                  <a:lnTo>
                    <a:pt x="1728735" y="2161217"/>
                  </a:lnTo>
                  <a:lnTo>
                    <a:pt x="1729071" y="2162270"/>
                  </a:lnTo>
                  <a:lnTo>
                    <a:pt x="1729408" y="2163212"/>
                  </a:lnTo>
                  <a:lnTo>
                    <a:pt x="1729744" y="2164221"/>
                  </a:lnTo>
                  <a:lnTo>
                    <a:pt x="1730081" y="2165491"/>
                  </a:lnTo>
                  <a:lnTo>
                    <a:pt x="1730417" y="2166838"/>
                  </a:lnTo>
                  <a:lnTo>
                    <a:pt x="1730754" y="2168348"/>
                  </a:lnTo>
                  <a:lnTo>
                    <a:pt x="1731090" y="2169590"/>
                  </a:lnTo>
                  <a:lnTo>
                    <a:pt x="1731427" y="2170874"/>
                  </a:lnTo>
                  <a:lnTo>
                    <a:pt x="1731763" y="2172257"/>
                  </a:lnTo>
                  <a:lnTo>
                    <a:pt x="1732099" y="2173952"/>
                  </a:lnTo>
                  <a:lnTo>
                    <a:pt x="1732436" y="2175583"/>
                  </a:lnTo>
                  <a:lnTo>
                    <a:pt x="1732772" y="2177484"/>
                  </a:lnTo>
                  <a:lnTo>
                    <a:pt x="1733109" y="2179600"/>
                  </a:lnTo>
                  <a:lnTo>
                    <a:pt x="1733445" y="2182093"/>
                  </a:lnTo>
                  <a:lnTo>
                    <a:pt x="1733782" y="2184425"/>
                  </a:lnTo>
                  <a:lnTo>
                    <a:pt x="1734118" y="2186771"/>
                  </a:lnTo>
                  <a:lnTo>
                    <a:pt x="1734455" y="2189157"/>
                  </a:lnTo>
                  <a:lnTo>
                    <a:pt x="1734791" y="2191650"/>
                  </a:lnTo>
                  <a:lnTo>
                    <a:pt x="1735128" y="2193825"/>
                  </a:lnTo>
                  <a:lnTo>
                    <a:pt x="1735464" y="2195824"/>
                  </a:lnTo>
                  <a:lnTo>
                    <a:pt x="1735801" y="2197464"/>
                  </a:lnTo>
                  <a:lnTo>
                    <a:pt x="1736137" y="2199723"/>
                  </a:lnTo>
                  <a:lnTo>
                    <a:pt x="1736473" y="2202653"/>
                  </a:lnTo>
                  <a:lnTo>
                    <a:pt x="1736810" y="2205951"/>
                  </a:lnTo>
                  <a:lnTo>
                    <a:pt x="1737146" y="2209459"/>
                  </a:lnTo>
                  <a:lnTo>
                    <a:pt x="1737483" y="2213182"/>
                  </a:lnTo>
                  <a:lnTo>
                    <a:pt x="1737819" y="2216877"/>
                  </a:lnTo>
                  <a:lnTo>
                    <a:pt x="1738156" y="2220509"/>
                  </a:lnTo>
                  <a:lnTo>
                    <a:pt x="1738492" y="2224344"/>
                  </a:lnTo>
                  <a:lnTo>
                    <a:pt x="1738829" y="2228143"/>
                  </a:lnTo>
                  <a:lnTo>
                    <a:pt x="1739165" y="2232010"/>
                  </a:lnTo>
                  <a:lnTo>
                    <a:pt x="1739502" y="2236291"/>
                  </a:lnTo>
                  <a:lnTo>
                    <a:pt x="1739838" y="2241140"/>
                  </a:lnTo>
                  <a:lnTo>
                    <a:pt x="1740175" y="2245157"/>
                  </a:lnTo>
                  <a:lnTo>
                    <a:pt x="1740511" y="2248985"/>
                  </a:lnTo>
                  <a:lnTo>
                    <a:pt x="1740847" y="2252723"/>
                  </a:lnTo>
                  <a:lnTo>
                    <a:pt x="1741184" y="2256271"/>
                  </a:lnTo>
                  <a:lnTo>
                    <a:pt x="1741520" y="2259147"/>
                  </a:lnTo>
                  <a:lnTo>
                    <a:pt x="1741857" y="2261734"/>
                  </a:lnTo>
                  <a:lnTo>
                    <a:pt x="1742193" y="2264221"/>
                  </a:lnTo>
                  <a:lnTo>
                    <a:pt x="1742530" y="2266588"/>
                  </a:lnTo>
                  <a:lnTo>
                    <a:pt x="1742866" y="2269084"/>
                  </a:lnTo>
                  <a:lnTo>
                    <a:pt x="1743203" y="2270831"/>
                  </a:lnTo>
                  <a:lnTo>
                    <a:pt x="1743539" y="2272119"/>
                  </a:lnTo>
                  <a:lnTo>
                    <a:pt x="1743876" y="2273286"/>
                  </a:lnTo>
                  <a:lnTo>
                    <a:pt x="1744212" y="2274010"/>
                  </a:lnTo>
                  <a:lnTo>
                    <a:pt x="1744549" y="2274448"/>
                  </a:lnTo>
                  <a:lnTo>
                    <a:pt x="1744885" y="2274853"/>
                  </a:lnTo>
                  <a:lnTo>
                    <a:pt x="1745221" y="2275026"/>
                  </a:lnTo>
                  <a:lnTo>
                    <a:pt x="1745558" y="2275133"/>
                  </a:lnTo>
                  <a:lnTo>
                    <a:pt x="1745894" y="2275545"/>
                  </a:lnTo>
                  <a:lnTo>
                    <a:pt x="1746231" y="2276100"/>
                  </a:lnTo>
                  <a:lnTo>
                    <a:pt x="1746567" y="2276655"/>
                  </a:lnTo>
                  <a:lnTo>
                    <a:pt x="1746904" y="2276996"/>
                  </a:lnTo>
                  <a:lnTo>
                    <a:pt x="1747240" y="2277234"/>
                  </a:lnTo>
                  <a:lnTo>
                    <a:pt x="1747577" y="2277554"/>
                  </a:lnTo>
                  <a:lnTo>
                    <a:pt x="1747913" y="2277843"/>
                  </a:lnTo>
                  <a:lnTo>
                    <a:pt x="1748250" y="2278562"/>
                  </a:lnTo>
                  <a:lnTo>
                    <a:pt x="1748586" y="2279646"/>
                  </a:lnTo>
                  <a:lnTo>
                    <a:pt x="1748923" y="2280875"/>
                  </a:lnTo>
                  <a:lnTo>
                    <a:pt x="1749259" y="2282646"/>
                  </a:lnTo>
                  <a:lnTo>
                    <a:pt x="1749595" y="2284360"/>
                  </a:lnTo>
                  <a:lnTo>
                    <a:pt x="1749932" y="2286086"/>
                  </a:lnTo>
                  <a:lnTo>
                    <a:pt x="1750268" y="2287814"/>
                  </a:lnTo>
                  <a:lnTo>
                    <a:pt x="1750605" y="2289551"/>
                  </a:lnTo>
                  <a:lnTo>
                    <a:pt x="1750941" y="2291184"/>
                  </a:lnTo>
                  <a:lnTo>
                    <a:pt x="1751278" y="2292975"/>
                  </a:lnTo>
                  <a:lnTo>
                    <a:pt x="1751614" y="2294860"/>
                  </a:lnTo>
                  <a:lnTo>
                    <a:pt x="1751951" y="2296809"/>
                  </a:lnTo>
                  <a:lnTo>
                    <a:pt x="1752287" y="2298778"/>
                  </a:lnTo>
                  <a:lnTo>
                    <a:pt x="1752624" y="2300807"/>
                  </a:lnTo>
                  <a:lnTo>
                    <a:pt x="1752960" y="2302654"/>
                  </a:lnTo>
                  <a:lnTo>
                    <a:pt x="1753297" y="2304302"/>
                  </a:lnTo>
                  <a:lnTo>
                    <a:pt x="1753633" y="2305895"/>
                  </a:lnTo>
                  <a:lnTo>
                    <a:pt x="1753969" y="2307421"/>
                  </a:lnTo>
                  <a:lnTo>
                    <a:pt x="1754306" y="2308828"/>
                  </a:lnTo>
                  <a:lnTo>
                    <a:pt x="1754642" y="2310254"/>
                  </a:lnTo>
                  <a:lnTo>
                    <a:pt x="1754979" y="2311484"/>
                  </a:lnTo>
                  <a:lnTo>
                    <a:pt x="1755315" y="2312453"/>
                  </a:lnTo>
                  <a:lnTo>
                    <a:pt x="1755652" y="2313389"/>
                  </a:lnTo>
                  <a:lnTo>
                    <a:pt x="1755988" y="2314108"/>
                  </a:lnTo>
                  <a:lnTo>
                    <a:pt x="1756325" y="2314478"/>
                  </a:lnTo>
                  <a:lnTo>
                    <a:pt x="1756661" y="2314864"/>
                  </a:lnTo>
                  <a:lnTo>
                    <a:pt x="1756998" y="2315009"/>
                  </a:lnTo>
                  <a:lnTo>
                    <a:pt x="1757334" y="2315274"/>
                  </a:lnTo>
                  <a:lnTo>
                    <a:pt x="1757671" y="2315290"/>
                  </a:lnTo>
                  <a:lnTo>
                    <a:pt x="1758007" y="2315335"/>
                  </a:lnTo>
                  <a:lnTo>
                    <a:pt x="1758343" y="2315129"/>
                  </a:lnTo>
                  <a:lnTo>
                    <a:pt x="1758680" y="2314725"/>
                  </a:lnTo>
                  <a:lnTo>
                    <a:pt x="1759016" y="2314219"/>
                  </a:lnTo>
                  <a:lnTo>
                    <a:pt x="1759353" y="2313851"/>
                  </a:lnTo>
                  <a:lnTo>
                    <a:pt x="1759689" y="2313550"/>
                  </a:lnTo>
                  <a:lnTo>
                    <a:pt x="1760026" y="2313281"/>
                  </a:lnTo>
                  <a:lnTo>
                    <a:pt x="1760362" y="2313450"/>
                  </a:lnTo>
                  <a:lnTo>
                    <a:pt x="1760699" y="2313747"/>
                  </a:lnTo>
                  <a:lnTo>
                    <a:pt x="1761035" y="2314240"/>
                  </a:lnTo>
                  <a:lnTo>
                    <a:pt x="1761372" y="2314901"/>
                  </a:lnTo>
                  <a:lnTo>
                    <a:pt x="1761708" y="2315580"/>
                  </a:lnTo>
                  <a:lnTo>
                    <a:pt x="1762044" y="2315969"/>
                  </a:lnTo>
                  <a:lnTo>
                    <a:pt x="1762381" y="2316129"/>
                  </a:lnTo>
                  <a:lnTo>
                    <a:pt x="1762717" y="2316247"/>
                  </a:lnTo>
                  <a:lnTo>
                    <a:pt x="1763054" y="2316322"/>
                  </a:lnTo>
                  <a:lnTo>
                    <a:pt x="1763390" y="2316387"/>
                  </a:lnTo>
                  <a:lnTo>
                    <a:pt x="1763727" y="2316598"/>
                  </a:lnTo>
                  <a:lnTo>
                    <a:pt x="1764063" y="2316514"/>
                  </a:lnTo>
                  <a:lnTo>
                    <a:pt x="1764400" y="2315988"/>
                  </a:lnTo>
                  <a:lnTo>
                    <a:pt x="1764736" y="2315445"/>
                  </a:lnTo>
                  <a:lnTo>
                    <a:pt x="1765073" y="2314797"/>
                  </a:lnTo>
                  <a:lnTo>
                    <a:pt x="1765409" y="2313997"/>
                  </a:lnTo>
                  <a:lnTo>
                    <a:pt x="1765746" y="2313020"/>
                  </a:lnTo>
                  <a:lnTo>
                    <a:pt x="1766082" y="2311907"/>
                  </a:lnTo>
                  <a:lnTo>
                    <a:pt x="1766418" y="2310511"/>
                  </a:lnTo>
                  <a:lnTo>
                    <a:pt x="1766755" y="2309026"/>
                  </a:lnTo>
                  <a:lnTo>
                    <a:pt x="1767091" y="2307479"/>
                  </a:lnTo>
                  <a:lnTo>
                    <a:pt x="1767428" y="2305741"/>
                  </a:lnTo>
                  <a:lnTo>
                    <a:pt x="1767764" y="2303794"/>
                  </a:lnTo>
                  <a:lnTo>
                    <a:pt x="1768101" y="2301833"/>
                  </a:lnTo>
                  <a:lnTo>
                    <a:pt x="1768437" y="2300109"/>
                  </a:lnTo>
                  <a:lnTo>
                    <a:pt x="1768774" y="2298658"/>
                  </a:lnTo>
                  <a:lnTo>
                    <a:pt x="1769110" y="2297173"/>
                  </a:lnTo>
                  <a:lnTo>
                    <a:pt x="1769447" y="2295574"/>
                  </a:lnTo>
                  <a:lnTo>
                    <a:pt x="1769783" y="2294368"/>
                  </a:lnTo>
                  <a:lnTo>
                    <a:pt x="1770120" y="2293018"/>
                  </a:lnTo>
                  <a:lnTo>
                    <a:pt x="1770456" y="2291535"/>
                  </a:lnTo>
                  <a:lnTo>
                    <a:pt x="1770792" y="2289983"/>
                  </a:lnTo>
                  <a:lnTo>
                    <a:pt x="1771129" y="2288370"/>
                  </a:lnTo>
                  <a:lnTo>
                    <a:pt x="1771465" y="2286642"/>
                  </a:lnTo>
                  <a:lnTo>
                    <a:pt x="1771802" y="2284887"/>
                  </a:lnTo>
                  <a:lnTo>
                    <a:pt x="1772138" y="2283077"/>
                  </a:lnTo>
                  <a:lnTo>
                    <a:pt x="1772475" y="2281138"/>
                  </a:lnTo>
                  <a:lnTo>
                    <a:pt x="1772811" y="2279044"/>
                  </a:lnTo>
                  <a:lnTo>
                    <a:pt x="1773148" y="2276848"/>
                  </a:lnTo>
                  <a:lnTo>
                    <a:pt x="1773484" y="2274949"/>
                  </a:lnTo>
                  <a:lnTo>
                    <a:pt x="1773821" y="2273602"/>
                  </a:lnTo>
                  <a:lnTo>
                    <a:pt x="1774157" y="2272230"/>
                  </a:lnTo>
                  <a:lnTo>
                    <a:pt x="1774494" y="2270920"/>
                  </a:lnTo>
                  <a:lnTo>
                    <a:pt x="1774830" y="2269485"/>
                  </a:lnTo>
                  <a:lnTo>
                    <a:pt x="1775166" y="2268313"/>
                  </a:lnTo>
                  <a:lnTo>
                    <a:pt x="1775503" y="2267414"/>
                  </a:lnTo>
                  <a:lnTo>
                    <a:pt x="1775839" y="2266619"/>
                  </a:lnTo>
                  <a:lnTo>
                    <a:pt x="1776176" y="2266171"/>
                  </a:lnTo>
                  <a:lnTo>
                    <a:pt x="1776512" y="2265795"/>
                  </a:lnTo>
                  <a:lnTo>
                    <a:pt x="1776849" y="2265546"/>
                  </a:lnTo>
                  <a:lnTo>
                    <a:pt x="1777185" y="2265304"/>
                  </a:lnTo>
                  <a:lnTo>
                    <a:pt x="1777522" y="2265032"/>
                  </a:lnTo>
                  <a:lnTo>
                    <a:pt x="1777858" y="2264553"/>
                  </a:lnTo>
                  <a:lnTo>
                    <a:pt x="1778195" y="2263780"/>
                  </a:lnTo>
                  <a:lnTo>
                    <a:pt x="1778531" y="2262980"/>
                  </a:lnTo>
                  <a:lnTo>
                    <a:pt x="1778868" y="2262233"/>
                  </a:lnTo>
                  <a:lnTo>
                    <a:pt x="1779204" y="2261788"/>
                  </a:lnTo>
                  <a:lnTo>
                    <a:pt x="1779540" y="2261520"/>
                  </a:lnTo>
                  <a:lnTo>
                    <a:pt x="1779877" y="2260974"/>
                  </a:lnTo>
                  <a:lnTo>
                    <a:pt x="1780213" y="2259791"/>
                  </a:lnTo>
                  <a:lnTo>
                    <a:pt x="1780550" y="2258068"/>
                  </a:lnTo>
                  <a:lnTo>
                    <a:pt x="1780886" y="2255943"/>
                  </a:lnTo>
                  <a:lnTo>
                    <a:pt x="1781223" y="2253660"/>
                  </a:lnTo>
                  <a:lnTo>
                    <a:pt x="1781559" y="2250872"/>
                  </a:lnTo>
                  <a:lnTo>
                    <a:pt x="1781896" y="2247957"/>
                  </a:lnTo>
                  <a:lnTo>
                    <a:pt x="1782232" y="2244790"/>
                  </a:lnTo>
                  <a:lnTo>
                    <a:pt x="1782569" y="2241156"/>
                  </a:lnTo>
                  <a:lnTo>
                    <a:pt x="1782905" y="2237594"/>
                  </a:lnTo>
                  <a:lnTo>
                    <a:pt x="1783242" y="2234242"/>
                  </a:lnTo>
                  <a:lnTo>
                    <a:pt x="1783578" y="2230403"/>
                  </a:lnTo>
                  <a:lnTo>
                    <a:pt x="1783914" y="2226826"/>
                  </a:lnTo>
                  <a:lnTo>
                    <a:pt x="1784251" y="2223451"/>
                  </a:lnTo>
                  <a:lnTo>
                    <a:pt x="1784587" y="2220268"/>
                  </a:lnTo>
                  <a:lnTo>
                    <a:pt x="1784924" y="2217054"/>
                  </a:lnTo>
                  <a:lnTo>
                    <a:pt x="1785260" y="2213993"/>
                  </a:lnTo>
                  <a:lnTo>
                    <a:pt x="1785597" y="2211192"/>
                  </a:lnTo>
                  <a:lnTo>
                    <a:pt x="1785933" y="2207508"/>
                  </a:lnTo>
                  <a:lnTo>
                    <a:pt x="1786270" y="2203931"/>
                  </a:lnTo>
                  <a:lnTo>
                    <a:pt x="1786606" y="2200798"/>
                  </a:lnTo>
                  <a:lnTo>
                    <a:pt x="1786943" y="2197946"/>
                  </a:lnTo>
                  <a:lnTo>
                    <a:pt x="1787279" y="2195486"/>
                  </a:lnTo>
                  <a:lnTo>
                    <a:pt x="1787616" y="2193510"/>
                  </a:lnTo>
                  <a:lnTo>
                    <a:pt x="1787952" y="2192034"/>
                  </a:lnTo>
                  <a:lnTo>
                    <a:pt x="1788288" y="2191031"/>
                  </a:lnTo>
                  <a:lnTo>
                    <a:pt x="1788625" y="2190091"/>
                  </a:lnTo>
                  <a:lnTo>
                    <a:pt x="1788961" y="2189240"/>
                  </a:lnTo>
                  <a:lnTo>
                    <a:pt x="1789298" y="2187702"/>
                  </a:lnTo>
                  <a:lnTo>
                    <a:pt x="1789634" y="2185864"/>
                  </a:lnTo>
                  <a:lnTo>
                    <a:pt x="1789971" y="2183890"/>
                  </a:lnTo>
                  <a:lnTo>
                    <a:pt x="1790307" y="2182101"/>
                  </a:lnTo>
                  <a:lnTo>
                    <a:pt x="1790644" y="2180679"/>
                  </a:lnTo>
                  <a:lnTo>
                    <a:pt x="1790980" y="2179832"/>
                  </a:lnTo>
                  <a:lnTo>
                    <a:pt x="1791317" y="2178822"/>
                  </a:lnTo>
                  <a:lnTo>
                    <a:pt x="1791653" y="2177172"/>
                  </a:lnTo>
                  <a:lnTo>
                    <a:pt x="1791990" y="2175417"/>
                  </a:lnTo>
                  <a:lnTo>
                    <a:pt x="1792326" y="2173859"/>
                  </a:lnTo>
                  <a:lnTo>
                    <a:pt x="1792662" y="2172130"/>
                  </a:lnTo>
                  <a:lnTo>
                    <a:pt x="1792999" y="2170320"/>
                  </a:lnTo>
                  <a:lnTo>
                    <a:pt x="1793335" y="2168587"/>
                  </a:lnTo>
                  <a:lnTo>
                    <a:pt x="1793672" y="2166868"/>
                  </a:lnTo>
                  <a:lnTo>
                    <a:pt x="1794008" y="2165216"/>
                  </a:lnTo>
                  <a:lnTo>
                    <a:pt x="1794345" y="2163843"/>
                  </a:lnTo>
                  <a:lnTo>
                    <a:pt x="1794681" y="2162882"/>
                  </a:lnTo>
                  <a:lnTo>
                    <a:pt x="1795018" y="2162116"/>
                  </a:lnTo>
                  <a:lnTo>
                    <a:pt x="1795354" y="2161187"/>
                  </a:lnTo>
                  <a:lnTo>
                    <a:pt x="1795691" y="2160518"/>
                  </a:lnTo>
                  <a:lnTo>
                    <a:pt x="1796027" y="2159758"/>
                  </a:lnTo>
                  <a:lnTo>
                    <a:pt x="1796363" y="2158873"/>
                  </a:lnTo>
                  <a:lnTo>
                    <a:pt x="1796700" y="2158179"/>
                  </a:lnTo>
                  <a:lnTo>
                    <a:pt x="1797036" y="2156993"/>
                  </a:lnTo>
                  <a:lnTo>
                    <a:pt x="1797373" y="2155702"/>
                  </a:lnTo>
                  <a:lnTo>
                    <a:pt x="1797709" y="2154202"/>
                  </a:lnTo>
                  <a:lnTo>
                    <a:pt x="1798046" y="2152561"/>
                  </a:lnTo>
                  <a:lnTo>
                    <a:pt x="1798382" y="2150710"/>
                  </a:lnTo>
                  <a:lnTo>
                    <a:pt x="1798719" y="2148839"/>
                  </a:lnTo>
                  <a:lnTo>
                    <a:pt x="1799055" y="2146884"/>
                  </a:lnTo>
                  <a:lnTo>
                    <a:pt x="1799392" y="2144487"/>
                  </a:lnTo>
                  <a:lnTo>
                    <a:pt x="1799728" y="2141358"/>
                  </a:lnTo>
                  <a:lnTo>
                    <a:pt x="1800065" y="2137953"/>
                  </a:lnTo>
                  <a:lnTo>
                    <a:pt x="1800401" y="2134078"/>
                  </a:lnTo>
                  <a:lnTo>
                    <a:pt x="1800737" y="2129797"/>
                  </a:lnTo>
                  <a:lnTo>
                    <a:pt x="1801074" y="2125584"/>
                  </a:lnTo>
                  <a:lnTo>
                    <a:pt x="1801410" y="2121482"/>
                  </a:lnTo>
                  <a:lnTo>
                    <a:pt x="1801747" y="2117442"/>
                  </a:lnTo>
                  <a:lnTo>
                    <a:pt x="1802083" y="2113479"/>
                  </a:lnTo>
                  <a:lnTo>
                    <a:pt x="1802420" y="2109975"/>
                  </a:lnTo>
                  <a:lnTo>
                    <a:pt x="1802756" y="2105886"/>
                  </a:lnTo>
                  <a:lnTo>
                    <a:pt x="1803093" y="2101561"/>
                  </a:lnTo>
                  <a:lnTo>
                    <a:pt x="1803429" y="2097446"/>
                  </a:lnTo>
                  <a:lnTo>
                    <a:pt x="1803766" y="2093277"/>
                  </a:lnTo>
                  <a:lnTo>
                    <a:pt x="1804102" y="2088927"/>
                  </a:lnTo>
                  <a:lnTo>
                    <a:pt x="1804439" y="2084312"/>
                  </a:lnTo>
                  <a:lnTo>
                    <a:pt x="1804775" y="2079881"/>
                  </a:lnTo>
                  <a:lnTo>
                    <a:pt x="1805111" y="2075553"/>
                  </a:lnTo>
                  <a:lnTo>
                    <a:pt x="1805448" y="2071314"/>
                  </a:lnTo>
                  <a:lnTo>
                    <a:pt x="1805784" y="2066795"/>
                  </a:lnTo>
                  <a:lnTo>
                    <a:pt x="1806121" y="2061999"/>
                  </a:lnTo>
                  <a:lnTo>
                    <a:pt x="1806457" y="2056895"/>
                  </a:lnTo>
                  <a:lnTo>
                    <a:pt x="1806794" y="2051545"/>
                  </a:lnTo>
                  <a:lnTo>
                    <a:pt x="1807130" y="2046729"/>
                  </a:lnTo>
                  <a:lnTo>
                    <a:pt x="1807467" y="2041832"/>
                  </a:lnTo>
                  <a:lnTo>
                    <a:pt x="1807803" y="2037397"/>
                  </a:lnTo>
                  <a:lnTo>
                    <a:pt x="1808140" y="2033440"/>
                  </a:lnTo>
                  <a:lnTo>
                    <a:pt x="1808476" y="2029469"/>
                  </a:lnTo>
                  <a:lnTo>
                    <a:pt x="1808813" y="2025538"/>
                  </a:lnTo>
                  <a:lnTo>
                    <a:pt x="1809149" y="2021613"/>
                  </a:lnTo>
                  <a:lnTo>
                    <a:pt x="1809485" y="2017525"/>
                  </a:lnTo>
                  <a:lnTo>
                    <a:pt x="1809822" y="2013511"/>
                  </a:lnTo>
                  <a:lnTo>
                    <a:pt x="1810158" y="2009383"/>
                  </a:lnTo>
                  <a:lnTo>
                    <a:pt x="1810495" y="2004824"/>
                  </a:lnTo>
                  <a:lnTo>
                    <a:pt x="1810831" y="2001206"/>
                  </a:lnTo>
                  <a:lnTo>
                    <a:pt x="1811168" y="1997826"/>
                  </a:lnTo>
                  <a:lnTo>
                    <a:pt x="1811504" y="1995048"/>
                  </a:lnTo>
                  <a:lnTo>
                    <a:pt x="1811841" y="1992425"/>
                  </a:lnTo>
                  <a:lnTo>
                    <a:pt x="1812177" y="1989482"/>
                  </a:lnTo>
                  <a:lnTo>
                    <a:pt x="1812514" y="1986502"/>
                  </a:lnTo>
                  <a:lnTo>
                    <a:pt x="1812850" y="1983251"/>
                  </a:lnTo>
                  <a:lnTo>
                    <a:pt x="1813187" y="1979635"/>
                  </a:lnTo>
                  <a:lnTo>
                    <a:pt x="1813523" y="1975714"/>
                  </a:lnTo>
                  <a:lnTo>
                    <a:pt x="1813859" y="1971793"/>
                  </a:lnTo>
                  <a:lnTo>
                    <a:pt x="1814196" y="1968163"/>
                  </a:lnTo>
                  <a:lnTo>
                    <a:pt x="1814532" y="1964571"/>
                  </a:lnTo>
                  <a:lnTo>
                    <a:pt x="1814869" y="1960800"/>
                  </a:lnTo>
                  <a:lnTo>
                    <a:pt x="1815205" y="1956632"/>
                  </a:lnTo>
                  <a:lnTo>
                    <a:pt x="1815542" y="1952450"/>
                  </a:lnTo>
                  <a:lnTo>
                    <a:pt x="1815878" y="1947574"/>
                  </a:lnTo>
                  <a:lnTo>
                    <a:pt x="1816215" y="1942052"/>
                  </a:lnTo>
                  <a:lnTo>
                    <a:pt x="1816551" y="1936072"/>
                  </a:lnTo>
                  <a:lnTo>
                    <a:pt x="1816888" y="1931077"/>
                  </a:lnTo>
                  <a:lnTo>
                    <a:pt x="1817224" y="1926392"/>
                  </a:lnTo>
                  <a:lnTo>
                    <a:pt x="1817561" y="1921652"/>
                  </a:lnTo>
                  <a:lnTo>
                    <a:pt x="1817897" y="1917011"/>
                  </a:lnTo>
                  <a:lnTo>
                    <a:pt x="1818233" y="1912200"/>
                  </a:lnTo>
                  <a:lnTo>
                    <a:pt x="1818570" y="1907722"/>
                  </a:lnTo>
                  <a:lnTo>
                    <a:pt x="1818906" y="1903520"/>
                  </a:lnTo>
                  <a:lnTo>
                    <a:pt x="1819243" y="1899242"/>
                  </a:lnTo>
                  <a:lnTo>
                    <a:pt x="1819579" y="1895238"/>
                  </a:lnTo>
                  <a:lnTo>
                    <a:pt x="1819916" y="1891676"/>
                  </a:lnTo>
                  <a:lnTo>
                    <a:pt x="1820252" y="1888976"/>
                  </a:lnTo>
                  <a:lnTo>
                    <a:pt x="1820589" y="1886398"/>
                  </a:lnTo>
                  <a:lnTo>
                    <a:pt x="1820925" y="1883794"/>
                  </a:lnTo>
                  <a:lnTo>
                    <a:pt x="1821262" y="1881452"/>
                  </a:lnTo>
                  <a:lnTo>
                    <a:pt x="1821598" y="1879416"/>
                  </a:lnTo>
                  <a:lnTo>
                    <a:pt x="1821935" y="1877685"/>
                  </a:lnTo>
                  <a:lnTo>
                    <a:pt x="1822271" y="1876076"/>
                  </a:lnTo>
                  <a:lnTo>
                    <a:pt x="1822607" y="1874944"/>
                  </a:lnTo>
                  <a:lnTo>
                    <a:pt x="1822944" y="1874086"/>
                  </a:lnTo>
                  <a:lnTo>
                    <a:pt x="1823280" y="1873919"/>
                  </a:lnTo>
                  <a:lnTo>
                    <a:pt x="1823617" y="1873655"/>
                  </a:lnTo>
                  <a:lnTo>
                    <a:pt x="1823953" y="1873009"/>
                  </a:lnTo>
                  <a:lnTo>
                    <a:pt x="1824290" y="1872356"/>
                  </a:lnTo>
                  <a:lnTo>
                    <a:pt x="1824626" y="1871246"/>
                  </a:lnTo>
                  <a:lnTo>
                    <a:pt x="1824963" y="1869865"/>
                  </a:lnTo>
                  <a:lnTo>
                    <a:pt x="1825299" y="1868277"/>
                  </a:lnTo>
                  <a:lnTo>
                    <a:pt x="1825636" y="1866939"/>
                  </a:lnTo>
                  <a:lnTo>
                    <a:pt x="1825972" y="1865572"/>
                  </a:lnTo>
                  <a:lnTo>
                    <a:pt x="1826308" y="1864496"/>
                  </a:lnTo>
                  <a:lnTo>
                    <a:pt x="1826645" y="1863160"/>
                  </a:lnTo>
                  <a:lnTo>
                    <a:pt x="1826981" y="1861512"/>
                  </a:lnTo>
                  <a:lnTo>
                    <a:pt x="1827318" y="1860197"/>
                  </a:lnTo>
                  <a:lnTo>
                    <a:pt x="1827654" y="1858593"/>
                  </a:lnTo>
                  <a:lnTo>
                    <a:pt x="1827991" y="1856913"/>
                  </a:lnTo>
                  <a:lnTo>
                    <a:pt x="1828327" y="1855004"/>
                  </a:lnTo>
                  <a:lnTo>
                    <a:pt x="1828664" y="1853084"/>
                  </a:lnTo>
                  <a:lnTo>
                    <a:pt x="1829000" y="1851251"/>
                  </a:lnTo>
                  <a:lnTo>
                    <a:pt x="1829337" y="1849317"/>
                  </a:lnTo>
                  <a:lnTo>
                    <a:pt x="1829673" y="1847428"/>
                  </a:lnTo>
                  <a:lnTo>
                    <a:pt x="1830010" y="1845601"/>
                  </a:lnTo>
                  <a:lnTo>
                    <a:pt x="1830346" y="1843533"/>
                  </a:lnTo>
                  <a:lnTo>
                    <a:pt x="1830682" y="1841402"/>
                  </a:lnTo>
                  <a:lnTo>
                    <a:pt x="1831019" y="1839322"/>
                  </a:lnTo>
                  <a:lnTo>
                    <a:pt x="1831355" y="1837687"/>
                  </a:lnTo>
                  <a:lnTo>
                    <a:pt x="1831692" y="1836900"/>
                  </a:lnTo>
                  <a:lnTo>
                    <a:pt x="1832028" y="1836445"/>
                  </a:lnTo>
                  <a:lnTo>
                    <a:pt x="1832365" y="1835854"/>
                  </a:lnTo>
                  <a:lnTo>
                    <a:pt x="1832701" y="1835095"/>
                  </a:lnTo>
                  <a:lnTo>
                    <a:pt x="1833038" y="1834281"/>
                  </a:lnTo>
                  <a:lnTo>
                    <a:pt x="1833374" y="1833521"/>
                  </a:lnTo>
                  <a:lnTo>
                    <a:pt x="1833711" y="1833036"/>
                  </a:lnTo>
                  <a:lnTo>
                    <a:pt x="1834047" y="1832771"/>
                  </a:lnTo>
                  <a:lnTo>
                    <a:pt x="1834384" y="1832953"/>
                  </a:lnTo>
                  <a:lnTo>
                    <a:pt x="1834720" y="1833761"/>
                  </a:lnTo>
                  <a:lnTo>
                    <a:pt x="1835056" y="1835113"/>
                  </a:lnTo>
                  <a:lnTo>
                    <a:pt x="1835393" y="1836781"/>
                  </a:lnTo>
                  <a:lnTo>
                    <a:pt x="1835729" y="1838187"/>
                  </a:lnTo>
                  <a:lnTo>
                    <a:pt x="1836066" y="1839477"/>
                  </a:lnTo>
                  <a:lnTo>
                    <a:pt x="1836402" y="1840529"/>
                  </a:lnTo>
                  <a:lnTo>
                    <a:pt x="1836739" y="1841375"/>
                  </a:lnTo>
                  <a:lnTo>
                    <a:pt x="1837075" y="1841884"/>
                  </a:lnTo>
                  <a:lnTo>
                    <a:pt x="1837412" y="1842558"/>
                  </a:lnTo>
                  <a:lnTo>
                    <a:pt x="1837748" y="1843544"/>
                  </a:lnTo>
                  <a:lnTo>
                    <a:pt x="1838085" y="1844921"/>
                  </a:lnTo>
                  <a:lnTo>
                    <a:pt x="1838421" y="1846276"/>
                  </a:lnTo>
                  <a:lnTo>
                    <a:pt x="1838758" y="1847727"/>
                  </a:lnTo>
                  <a:lnTo>
                    <a:pt x="1839094" y="1848968"/>
                  </a:lnTo>
                  <a:lnTo>
                    <a:pt x="1839430" y="1849850"/>
                  </a:lnTo>
                  <a:lnTo>
                    <a:pt x="1839767" y="1850589"/>
                  </a:lnTo>
                  <a:lnTo>
                    <a:pt x="1840103" y="1851147"/>
                  </a:lnTo>
                  <a:lnTo>
                    <a:pt x="1840440" y="1851858"/>
                  </a:lnTo>
                  <a:lnTo>
                    <a:pt x="1840776" y="1852071"/>
                  </a:lnTo>
                  <a:lnTo>
                    <a:pt x="1841113" y="1851549"/>
                  </a:lnTo>
                  <a:lnTo>
                    <a:pt x="1841449" y="1850766"/>
                  </a:lnTo>
                  <a:lnTo>
                    <a:pt x="1841786" y="1849763"/>
                  </a:lnTo>
                  <a:lnTo>
                    <a:pt x="1842122" y="1848597"/>
                  </a:lnTo>
                  <a:lnTo>
                    <a:pt x="1842459" y="1846701"/>
                  </a:lnTo>
                  <a:lnTo>
                    <a:pt x="1842795" y="1844523"/>
                  </a:lnTo>
                  <a:lnTo>
                    <a:pt x="1843132" y="1842213"/>
                  </a:lnTo>
                  <a:lnTo>
                    <a:pt x="1843468" y="1840033"/>
                  </a:lnTo>
                  <a:lnTo>
                    <a:pt x="1843804" y="1837594"/>
                  </a:lnTo>
                  <a:lnTo>
                    <a:pt x="1844141" y="1835608"/>
                  </a:lnTo>
                  <a:lnTo>
                    <a:pt x="1844477" y="1833460"/>
                  </a:lnTo>
                  <a:lnTo>
                    <a:pt x="1844814" y="1831333"/>
                  </a:lnTo>
                  <a:lnTo>
                    <a:pt x="1845150" y="1828981"/>
                  </a:lnTo>
                  <a:lnTo>
                    <a:pt x="1845487" y="1826482"/>
                  </a:lnTo>
                  <a:lnTo>
                    <a:pt x="1845823" y="1824496"/>
                  </a:lnTo>
                  <a:lnTo>
                    <a:pt x="1846160" y="1822999"/>
                  </a:lnTo>
                  <a:lnTo>
                    <a:pt x="1846496" y="1821635"/>
                  </a:lnTo>
                  <a:lnTo>
                    <a:pt x="1846833" y="1820277"/>
                  </a:lnTo>
                  <a:lnTo>
                    <a:pt x="1847169" y="1818906"/>
                  </a:lnTo>
                  <a:lnTo>
                    <a:pt x="1847506" y="1818405"/>
                  </a:lnTo>
                  <a:lnTo>
                    <a:pt x="1847842" y="1818307"/>
                  </a:lnTo>
                  <a:lnTo>
                    <a:pt x="1848178" y="1818843"/>
                  </a:lnTo>
                  <a:lnTo>
                    <a:pt x="1848515" y="1819474"/>
                  </a:lnTo>
                  <a:lnTo>
                    <a:pt x="1848851" y="1820900"/>
                  </a:lnTo>
                  <a:lnTo>
                    <a:pt x="1849188" y="1822195"/>
                  </a:lnTo>
                  <a:lnTo>
                    <a:pt x="1849524" y="1824146"/>
                  </a:lnTo>
                  <a:lnTo>
                    <a:pt x="1849861" y="1826600"/>
                  </a:lnTo>
                  <a:lnTo>
                    <a:pt x="1850197" y="1829617"/>
                  </a:lnTo>
                  <a:lnTo>
                    <a:pt x="1850534" y="1832739"/>
                  </a:lnTo>
                  <a:lnTo>
                    <a:pt x="1850870" y="1836590"/>
                  </a:lnTo>
                  <a:lnTo>
                    <a:pt x="1851207" y="1839826"/>
                  </a:lnTo>
                  <a:lnTo>
                    <a:pt x="1851543" y="1843111"/>
                  </a:lnTo>
                  <a:lnTo>
                    <a:pt x="1851880" y="1846669"/>
                  </a:lnTo>
                  <a:lnTo>
                    <a:pt x="1852216" y="1850665"/>
                  </a:lnTo>
                  <a:lnTo>
                    <a:pt x="1852552" y="1854894"/>
                  </a:lnTo>
                  <a:lnTo>
                    <a:pt x="1852889" y="1859047"/>
                  </a:lnTo>
                  <a:lnTo>
                    <a:pt x="1853225" y="1863675"/>
                  </a:lnTo>
                  <a:lnTo>
                    <a:pt x="1853562" y="1868133"/>
                  </a:lnTo>
                  <a:lnTo>
                    <a:pt x="1853898" y="1872292"/>
                  </a:lnTo>
                  <a:lnTo>
                    <a:pt x="1854235" y="1876277"/>
                  </a:lnTo>
                  <a:lnTo>
                    <a:pt x="1854571" y="1880005"/>
                  </a:lnTo>
                  <a:lnTo>
                    <a:pt x="1854908" y="1883612"/>
                  </a:lnTo>
                  <a:lnTo>
                    <a:pt x="1855244" y="1886947"/>
                  </a:lnTo>
                  <a:lnTo>
                    <a:pt x="1855581" y="1889820"/>
                  </a:lnTo>
                  <a:lnTo>
                    <a:pt x="1855917" y="1892691"/>
                  </a:lnTo>
                  <a:lnTo>
                    <a:pt x="1856254" y="1895478"/>
                  </a:lnTo>
                  <a:lnTo>
                    <a:pt x="1856590" y="1898870"/>
                  </a:lnTo>
                  <a:lnTo>
                    <a:pt x="1856926" y="1902708"/>
                  </a:lnTo>
                  <a:lnTo>
                    <a:pt x="1857263" y="1906741"/>
                  </a:lnTo>
                  <a:lnTo>
                    <a:pt x="1857599" y="1910574"/>
                  </a:lnTo>
                  <a:lnTo>
                    <a:pt x="1857936" y="1913211"/>
                  </a:lnTo>
                  <a:lnTo>
                    <a:pt x="1858272" y="1915611"/>
                  </a:lnTo>
                  <a:lnTo>
                    <a:pt x="1858609" y="1918039"/>
                  </a:lnTo>
                  <a:lnTo>
                    <a:pt x="1858945" y="1920240"/>
                  </a:lnTo>
                  <a:lnTo>
                    <a:pt x="1859282" y="1922423"/>
                  </a:lnTo>
                  <a:lnTo>
                    <a:pt x="1859618" y="1924204"/>
                  </a:lnTo>
                  <a:lnTo>
                    <a:pt x="1859955" y="1925556"/>
                  </a:lnTo>
                  <a:lnTo>
                    <a:pt x="1860291" y="1926684"/>
                  </a:lnTo>
                  <a:lnTo>
                    <a:pt x="1860627" y="1927267"/>
                  </a:lnTo>
                  <a:lnTo>
                    <a:pt x="1860964" y="1927702"/>
                  </a:lnTo>
                  <a:lnTo>
                    <a:pt x="1861300" y="1927445"/>
                  </a:lnTo>
                  <a:lnTo>
                    <a:pt x="1861637" y="1926856"/>
                  </a:lnTo>
                  <a:lnTo>
                    <a:pt x="1861973" y="1925467"/>
                  </a:lnTo>
                  <a:lnTo>
                    <a:pt x="1862310" y="1923528"/>
                  </a:lnTo>
                  <a:lnTo>
                    <a:pt x="1862646" y="1921499"/>
                  </a:lnTo>
                  <a:lnTo>
                    <a:pt x="1862983" y="1919026"/>
                  </a:lnTo>
                  <a:lnTo>
                    <a:pt x="1863319" y="1916113"/>
                  </a:lnTo>
                  <a:lnTo>
                    <a:pt x="1863656" y="1913530"/>
                  </a:lnTo>
                  <a:lnTo>
                    <a:pt x="1863992" y="1910936"/>
                  </a:lnTo>
                  <a:lnTo>
                    <a:pt x="1864329" y="1908501"/>
                  </a:lnTo>
                  <a:lnTo>
                    <a:pt x="1864665" y="1906494"/>
                  </a:lnTo>
                  <a:lnTo>
                    <a:pt x="1865001" y="1904418"/>
                  </a:lnTo>
                  <a:lnTo>
                    <a:pt x="1865338" y="1901945"/>
                  </a:lnTo>
                  <a:lnTo>
                    <a:pt x="1865674" y="1899480"/>
                  </a:lnTo>
                  <a:lnTo>
                    <a:pt x="1866011" y="1896615"/>
                  </a:lnTo>
                  <a:lnTo>
                    <a:pt x="1866347" y="1893516"/>
                  </a:lnTo>
                  <a:lnTo>
                    <a:pt x="1866684" y="1890512"/>
                  </a:lnTo>
                  <a:lnTo>
                    <a:pt x="1867020" y="1888403"/>
                  </a:lnTo>
                  <a:lnTo>
                    <a:pt x="1867357" y="1886574"/>
                  </a:lnTo>
                  <a:lnTo>
                    <a:pt x="1867693" y="1885453"/>
                  </a:lnTo>
                  <a:lnTo>
                    <a:pt x="1868030" y="1885063"/>
                  </a:lnTo>
                  <a:lnTo>
                    <a:pt x="1868366" y="1884512"/>
                  </a:lnTo>
                  <a:lnTo>
                    <a:pt x="1868703" y="1883904"/>
                  </a:lnTo>
                  <a:lnTo>
                    <a:pt x="1869039" y="1883284"/>
                  </a:lnTo>
                  <a:lnTo>
                    <a:pt x="1869375" y="1882231"/>
                  </a:lnTo>
                  <a:lnTo>
                    <a:pt x="1869712" y="1880758"/>
                  </a:lnTo>
                  <a:lnTo>
                    <a:pt x="1870048" y="1880212"/>
                  </a:lnTo>
                  <a:lnTo>
                    <a:pt x="1870385" y="1879993"/>
                  </a:lnTo>
                  <a:lnTo>
                    <a:pt x="1870721" y="1879968"/>
                  </a:lnTo>
                  <a:lnTo>
                    <a:pt x="1871058" y="1880574"/>
                  </a:lnTo>
                  <a:lnTo>
                    <a:pt x="1871394" y="1881872"/>
                  </a:lnTo>
                  <a:lnTo>
                    <a:pt x="1871731" y="1883530"/>
                  </a:lnTo>
                  <a:lnTo>
                    <a:pt x="1872067" y="1884889"/>
                  </a:lnTo>
                  <a:lnTo>
                    <a:pt x="1872404" y="1886569"/>
                  </a:lnTo>
                  <a:lnTo>
                    <a:pt x="1872740" y="1888217"/>
                  </a:lnTo>
                  <a:lnTo>
                    <a:pt x="1873077" y="1889721"/>
                  </a:lnTo>
                  <a:lnTo>
                    <a:pt x="1873413" y="1892354"/>
                  </a:lnTo>
                  <a:lnTo>
                    <a:pt x="1873749" y="1895860"/>
                  </a:lnTo>
                  <a:lnTo>
                    <a:pt x="1874086" y="1899107"/>
                  </a:lnTo>
                  <a:lnTo>
                    <a:pt x="1874422" y="1902333"/>
                  </a:lnTo>
                  <a:lnTo>
                    <a:pt x="1874759" y="1905593"/>
                  </a:lnTo>
                  <a:lnTo>
                    <a:pt x="1875095" y="1908437"/>
                  </a:lnTo>
                  <a:lnTo>
                    <a:pt x="1875432" y="1911171"/>
                  </a:lnTo>
                  <a:lnTo>
                    <a:pt x="1875768" y="1913807"/>
                  </a:lnTo>
                  <a:lnTo>
                    <a:pt x="1876105" y="1915839"/>
                  </a:lnTo>
                  <a:lnTo>
                    <a:pt x="1876441" y="1917631"/>
                  </a:lnTo>
                  <a:lnTo>
                    <a:pt x="1876778" y="1919506"/>
                  </a:lnTo>
                  <a:lnTo>
                    <a:pt x="1877114" y="1921331"/>
                  </a:lnTo>
                  <a:lnTo>
                    <a:pt x="1877451" y="1922126"/>
                  </a:lnTo>
                  <a:lnTo>
                    <a:pt x="1877787" y="1923376"/>
                  </a:lnTo>
                  <a:lnTo>
                    <a:pt x="1878123" y="1923833"/>
                  </a:lnTo>
                  <a:lnTo>
                    <a:pt x="1878460" y="1923425"/>
                  </a:lnTo>
                  <a:lnTo>
                    <a:pt x="1878796" y="1922364"/>
                  </a:lnTo>
                  <a:lnTo>
                    <a:pt x="1879133" y="1921593"/>
                  </a:lnTo>
                  <a:lnTo>
                    <a:pt x="1879469" y="1920979"/>
                  </a:lnTo>
                  <a:lnTo>
                    <a:pt x="1879806" y="1920612"/>
                  </a:lnTo>
                  <a:lnTo>
                    <a:pt x="1880142" y="1919930"/>
                  </a:lnTo>
                  <a:lnTo>
                    <a:pt x="1880479" y="1918722"/>
                  </a:lnTo>
                  <a:lnTo>
                    <a:pt x="1880815" y="1917769"/>
                  </a:lnTo>
                  <a:lnTo>
                    <a:pt x="1881152" y="1917092"/>
                  </a:lnTo>
                  <a:lnTo>
                    <a:pt x="1881488" y="1915843"/>
                  </a:lnTo>
                  <a:lnTo>
                    <a:pt x="1881825" y="1914495"/>
                  </a:lnTo>
                  <a:lnTo>
                    <a:pt x="1882161" y="1913165"/>
                  </a:lnTo>
                  <a:lnTo>
                    <a:pt x="1882497" y="1912925"/>
                  </a:lnTo>
                  <a:lnTo>
                    <a:pt x="1882834" y="1912818"/>
                  </a:lnTo>
                  <a:lnTo>
                    <a:pt x="1883170" y="1913255"/>
                  </a:lnTo>
                  <a:lnTo>
                    <a:pt x="1883507" y="1914311"/>
                  </a:lnTo>
                  <a:lnTo>
                    <a:pt x="1883843" y="1915589"/>
                  </a:lnTo>
                  <a:lnTo>
                    <a:pt x="1884180" y="1915839"/>
                  </a:lnTo>
                  <a:lnTo>
                    <a:pt x="1884516" y="1915729"/>
                  </a:lnTo>
                  <a:lnTo>
                    <a:pt x="1884853" y="1915472"/>
                  </a:lnTo>
                  <a:lnTo>
                    <a:pt x="1885189" y="1915246"/>
                  </a:lnTo>
                  <a:lnTo>
                    <a:pt x="1885526" y="1915136"/>
                  </a:lnTo>
                  <a:lnTo>
                    <a:pt x="1885862" y="1914587"/>
                  </a:lnTo>
                  <a:lnTo>
                    <a:pt x="1886199" y="1913929"/>
                  </a:lnTo>
                  <a:lnTo>
                    <a:pt x="1886535" y="1913859"/>
                  </a:lnTo>
                  <a:lnTo>
                    <a:pt x="1886871" y="1913285"/>
                  </a:lnTo>
                  <a:lnTo>
                    <a:pt x="1887208" y="1912223"/>
                  </a:lnTo>
                  <a:lnTo>
                    <a:pt x="1887544" y="1909795"/>
                  </a:lnTo>
                  <a:lnTo>
                    <a:pt x="1887881" y="1907009"/>
                  </a:lnTo>
                  <a:lnTo>
                    <a:pt x="1888217" y="1903807"/>
                  </a:lnTo>
                  <a:lnTo>
                    <a:pt x="1888554" y="1900020"/>
                  </a:lnTo>
                  <a:lnTo>
                    <a:pt x="1888890" y="1896863"/>
                  </a:lnTo>
                  <a:lnTo>
                    <a:pt x="1889227" y="1893727"/>
                  </a:lnTo>
                  <a:lnTo>
                    <a:pt x="1889563" y="1890803"/>
                  </a:lnTo>
                  <a:lnTo>
                    <a:pt x="1889900" y="1887523"/>
                  </a:lnTo>
                  <a:lnTo>
                    <a:pt x="1890236" y="1883865"/>
                  </a:lnTo>
                  <a:lnTo>
                    <a:pt x="1890573" y="1880285"/>
                  </a:lnTo>
                  <a:lnTo>
                    <a:pt x="1890909" y="1876882"/>
                  </a:lnTo>
                  <a:lnTo>
                    <a:pt x="1891245" y="1873628"/>
                  </a:lnTo>
                  <a:lnTo>
                    <a:pt x="1891582" y="1870204"/>
                  </a:lnTo>
                  <a:lnTo>
                    <a:pt x="1891918" y="1867387"/>
                  </a:lnTo>
                  <a:lnTo>
                    <a:pt x="1892255" y="1865049"/>
                  </a:lnTo>
                  <a:lnTo>
                    <a:pt x="1892591" y="1863064"/>
                  </a:lnTo>
                  <a:lnTo>
                    <a:pt x="1892928" y="1860766"/>
                  </a:lnTo>
                  <a:lnTo>
                    <a:pt x="1893264" y="1858805"/>
                  </a:lnTo>
                  <a:lnTo>
                    <a:pt x="1893601" y="1856875"/>
                  </a:lnTo>
                  <a:lnTo>
                    <a:pt x="1893937" y="1855243"/>
                  </a:lnTo>
                  <a:lnTo>
                    <a:pt x="1894274" y="1852928"/>
                  </a:lnTo>
                  <a:lnTo>
                    <a:pt x="1894610" y="1850173"/>
                  </a:lnTo>
                  <a:lnTo>
                    <a:pt x="1894946" y="1847052"/>
                  </a:lnTo>
                  <a:lnTo>
                    <a:pt x="1895283" y="1843830"/>
                  </a:lnTo>
                  <a:lnTo>
                    <a:pt x="1895619" y="1840929"/>
                  </a:lnTo>
                  <a:lnTo>
                    <a:pt x="1895956" y="1838185"/>
                  </a:lnTo>
                  <a:lnTo>
                    <a:pt x="1896292" y="1835145"/>
                  </a:lnTo>
                  <a:lnTo>
                    <a:pt x="1896629" y="1831909"/>
                  </a:lnTo>
                  <a:lnTo>
                    <a:pt x="1896965" y="1828247"/>
                  </a:lnTo>
                  <a:lnTo>
                    <a:pt x="1897302" y="1824404"/>
                  </a:lnTo>
                  <a:lnTo>
                    <a:pt x="1897638" y="1821158"/>
                  </a:lnTo>
                  <a:lnTo>
                    <a:pt x="1897975" y="1818737"/>
                  </a:lnTo>
                  <a:lnTo>
                    <a:pt x="1898311" y="1815972"/>
                  </a:lnTo>
                  <a:lnTo>
                    <a:pt x="1898648" y="1813759"/>
                  </a:lnTo>
                  <a:lnTo>
                    <a:pt x="1898984" y="1812093"/>
                  </a:lnTo>
                  <a:lnTo>
                    <a:pt x="1899320" y="1810636"/>
                  </a:lnTo>
                  <a:lnTo>
                    <a:pt x="1899657" y="1809050"/>
                  </a:lnTo>
                  <a:lnTo>
                    <a:pt x="1899993" y="1807307"/>
                  </a:lnTo>
                  <a:lnTo>
                    <a:pt x="1900330" y="1805771"/>
                  </a:lnTo>
                  <a:lnTo>
                    <a:pt x="1900666" y="1803903"/>
                  </a:lnTo>
                  <a:lnTo>
                    <a:pt x="1901003" y="1802153"/>
                  </a:lnTo>
                  <a:lnTo>
                    <a:pt x="1901339" y="1800593"/>
                  </a:lnTo>
                  <a:lnTo>
                    <a:pt x="1901676" y="1798669"/>
                  </a:lnTo>
                  <a:lnTo>
                    <a:pt x="1902012" y="1796702"/>
                  </a:lnTo>
                  <a:lnTo>
                    <a:pt x="1902349" y="1794683"/>
                  </a:lnTo>
                  <a:lnTo>
                    <a:pt x="1902685" y="1792503"/>
                  </a:lnTo>
                  <a:lnTo>
                    <a:pt x="1903022" y="1789987"/>
                  </a:lnTo>
                  <a:lnTo>
                    <a:pt x="1903358" y="1787768"/>
                  </a:lnTo>
                  <a:lnTo>
                    <a:pt x="1903694" y="1785975"/>
                  </a:lnTo>
                  <a:lnTo>
                    <a:pt x="1904031" y="1783537"/>
                  </a:lnTo>
                  <a:lnTo>
                    <a:pt x="1904367" y="1780641"/>
                  </a:lnTo>
                  <a:lnTo>
                    <a:pt x="1904704" y="1777610"/>
                  </a:lnTo>
                  <a:lnTo>
                    <a:pt x="1905040" y="1774474"/>
                  </a:lnTo>
                  <a:lnTo>
                    <a:pt x="1905377" y="1771161"/>
                  </a:lnTo>
                  <a:lnTo>
                    <a:pt x="1905713" y="1767993"/>
                  </a:lnTo>
                  <a:lnTo>
                    <a:pt x="1906050" y="1765401"/>
                  </a:lnTo>
                  <a:lnTo>
                    <a:pt x="1906386" y="1762905"/>
                  </a:lnTo>
                  <a:lnTo>
                    <a:pt x="1906723" y="1760683"/>
                  </a:lnTo>
                  <a:lnTo>
                    <a:pt x="1907059" y="1759138"/>
                  </a:lnTo>
                  <a:lnTo>
                    <a:pt x="1907396" y="1757916"/>
                  </a:lnTo>
                  <a:lnTo>
                    <a:pt x="1907732" y="1756681"/>
                  </a:lnTo>
                  <a:lnTo>
                    <a:pt x="1908068" y="1755469"/>
                  </a:lnTo>
                  <a:lnTo>
                    <a:pt x="1908405" y="1754716"/>
                  </a:lnTo>
                  <a:lnTo>
                    <a:pt x="1908741" y="1753739"/>
                  </a:lnTo>
                  <a:lnTo>
                    <a:pt x="1909078" y="1753324"/>
                  </a:lnTo>
                  <a:lnTo>
                    <a:pt x="1909414" y="1753224"/>
                  </a:lnTo>
                  <a:lnTo>
                    <a:pt x="1909751" y="1754047"/>
                  </a:lnTo>
                  <a:lnTo>
                    <a:pt x="1910087" y="1755221"/>
                  </a:lnTo>
                  <a:lnTo>
                    <a:pt x="1910424" y="1756616"/>
                  </a:lnTo>
                  <a:lnTo>
                    <a:pt x="1910760" y="1758179"/>
                  </a:lnTo>
                  <a:lnTo>
                    <a:pt x="1911097" y="1759642"/>
                  </a:lnTo>
                  <a:lnTo>
                    <a:pt x="1911433" y="1760816"/>
                  </a:lnTo>
                  <a:lnTo>
                    <a:pt x="1911770" y="1761987"/>
                  </a:lnTo>
                  <a:lnTo>
                    <a:pt x="1912106" y="1762466"/>
                  </a:lnTo>
                  <a:lnTo>
                    <a:pt x="1912442" y="1762731"/>
                  </a:lnTo>
                  <a:lnTo>
                    <a:pt x="1912779" y="1763572"/>
                  </a:lnTo>
                  <a:lnTo>
                    <a:pt x="1913115" y="1764166"/>
                  </a:lnTo>
                  <a:lnTo>
                    <a:pt x="1913452" y="1764377"/>
                  </a:lnTo>
                  <a:lnTo>
                    <a:pt x="1913788" y="1764678"/>
                  </a:lnTo>
                  <a:lnTo>
                    <a:pt x="1914125" y="1764870"/>
                  </a:lnTo>
                  <a:lnTo>
                    <a:pt x="1914461" y="1765440"/>
                  </a:lnTo>
                  <a:lnTo>
                    <a:pt x="1914798" y="1765599"/>
                  </a:lnTo>
                  <a:lnTo>
                    <a:pt x="1915134" y="1765811"/>
                  </a:lnTo>
                  <a:lnTo>
                    <a:pt x="1915471" y="1766102"/>
                  </a:lnTo>
                  <a:lnTo>
                    <a:pt x="1915807" y="1766411"/>
                  </a:lnTo>
                  <a:lnTo>
                    <a:pt x="1916144" y="1766479"/>
                  </a:lnTo>
                  <a:lnTo>
                    <a:pt x="1916480" y="1766918"/>
                  </a:lnTo>
                  <a:lnTo>
                    <a:pt x="1916816" y="1766957"/>
                  </a:lnTo>
                  <a:lnTo>
                    <a:pt x="1917153" y="1767080"/>
                  </a:lnTo>
                  <a:lnTo>
                    <a:pt x="1917489" y="1766602"/>
                  </a:lnTo>
                  <a:lnTo>
                    <a:pt x="1917826" y="1765685"/>
                  </a:lnTo>
                  <a:lnTo>
                    <a:pt x="1918162" y="1764484"/>
                  </a:lnTo>
                  <a:lnTo>
                    <a:pt x="1918499" y="1763324"/>
                  </a:lnTo>
                  <a:lnTo>
                    <a:pt x="1918835" y="1761951"/>
                  </a:lnTo>
                  <a:lnTo>
                    <a:pt x="1919172" y="1760014"/>
                  </a:lnTo>
                  <a:lnTo>
                    <a:pt x="1919508" y="1757001"/>
                  </a:lnTo>
                  <a:lnTo>
                    <a:pt x="1919845" y="1753577"/>
                  </a:lnTo>
                  <a:lnTo>
                    <a:pt x="1920181" y="1749444"/>
                  </a:lnTo>
                  <a:lnTo>
                    <a:pt x="1920518" y="1745397"/>
                  </a:lnTo>
                  <a:lnTo>
                    <a:pt x="1920854" y="1740883"/>
                  </a:lnTo>
                  <a:lnTo>
                    <a:pt x="1921190" y="1736606"/>
                  </a:lnTo>
                  <a:lnTo>
                    <a:pt x="1921527" y="1732061"/>
                  </a:lnTo>
                  <a:lnTo>
                    <a:pt x="1921863" y="1726963"/>
                  </a:lnTo>
                  <a:lnTo>
                    <a:pt x="1922200" y="1721447"/>
                  </a:lnTo>
                  <a:lnTo>
                    <a:pt x="1922536" y="1716000"/>
                  </a:lnTo>
                  <a:lnTo>
                    <a:pt x="1922873" y="1710339"/>
                  </a:lnTo>
                  <a:lnTo>
                    <a:pt x="1923209" y="1704992"/>
                  </a:lnTo>
                  <a:lnTo>
                    <a:pt x="1923546" y="1700035"/>
                  </a:lnTo>
                  <a:lnTo>
                    <a:pt x="1923882" y="1695017"/>
                  </a:lnTo>
                  <a:lnTo>
                    <a:pt x="1924219" y="1689623"/>
                  </a:lnTo>
                  <a:lnTo>
                    <a:pt x="1924555" y="1683812"/>
                  </a:lnTo>
                  <a:lnTo>
                    <a:pt x="1924892" y="1677742"/>
                  </a:lnTo>
                  <a:lnTo>
                    <a:pt x="1925228" y="1672079"/>
                  </a:lnTo>
                  <a:lnTo>
                    <a:pt x="1925564" y="1666530"/>
                  </a:lnTo>
                  <a:lnTo>
                    <a:pt x="1925901" y="1661096"/>
                  </a:lnTo>
                  <a:lnTo>
                    <a:pt x="1926237" y="1656152"/>
                  </a:lnTo>
                  <a:lnTo>
                    <a:pt x="1926574" y="1651506"/>
                  </a:lnTo>
                  <a:lnTo>
                    <a:pt x="1926910" y="1647029"/>
                  </a:lnTo>
                  <a:lnTo>
                    <a:pt x="1927247" y="1643301"/>
                  </a:lnTo>
                  <a:lnTo>
                    <a:pt x="1927583" y="1639313"/>
                  </a:lnTo>
                  <a:lnTo>
                    <a:pt x="1927920" y="1635832"/>
                  </a:lnTo>
                  <a:lnTo>
                    <a:pt x="1928256" y="1632361"/>
                  </a:lnTo>
                  <a:lnTo>
                    <a:pt x="1928593" y="1629328"/>
                  </a:lnTo>
                  <a:lnTo>
                    <a:pt x="1928929" y="1626368"/>
                  </a:lnTo>
                  <a:lnTo>
                    <a:pt x="1929265" y="1624246"/>
                  </a:lnTo>
                  <a:lnTo>
                    <a:pt x="1929602" y="1622537"/>
                  </a:lnTo>
                  <a:lnTo>
                    <a:pt x="1929938" y="1620854"/>
                  </a:lnTo>
                  <a:lnTo>
                    <a:pt x="1930275" y="1619293"/>
                  </a:lnTo>
                  <a:lnTo>
                    <a:pt x="1930611" y="1617835"/>
                  </a:lnTo>
                  <a:lnTo>
                    <a:pt x="1930948" y="1615620"/>
                  </a:lnTo>
                  <a:lnTo>
                    <a:pt x="1931284" y="1612955"/>
                  </a:lnTo>
                  <a:lnTo>
                    <a:pt x="1931621" y="1610887"/>
                  </a:lnTo>
                  <a:lnTo>
                    <a:pt x="1931957" y="1609131"/>
                  </a:lnTo>
                  <a:lnTo>
                    <a:pt x="1932294" y="1608051"/>
                  </a:lnTo>
                  <a:lnTo>
                    <a:pt x="1932630" y="1607993"/>
                  </a:lnTo>
                  <a:lnTo>
                    <a:pt x="1932967" y="1608530"/>
                  </a:lnTo>
                  <a:lnTo>
                    <a:pt x="1933303" y="1609462"/>
                  </a:lnTo>
                  <a:lnTo>
                    <a:pt x="1933639" y="1610215"/>
                  </a:lnTo>
                  <a:lnTo>
                    <a:pt x="1933976" y="1611315"/>
                  </a:lnTo>
                  <a:lnTo>
                    <a:pt x="1934312" y="1612364"/>
                  </a:lnTo>
                  <a:lnTo>
                    <a:pt x="1934649" y="1613726"/>
                  </a:lnTo>
                  <a:lnTo>
                    <a:pt x="1934985" y="1615594"/>
                  </a:lnTo>
                  <a:lnTo>
                    <a:pt x="1935322" y="1617684"/>
                  </a:lnTo>
                  <a:lnTo>
                    <a:pt x="1935658" y="1620443"/>
                  </a:lnTo>
                  <a:lnTo>
                    <a:pt x="1935995" y="1624135"/>
                  </a:lnTo>
                  <a:lnTo>
                    <a:pt x="1936331" y="1628359"/>
                  </a:lnTo>
                  <a:lnTo>
                    <a:pt x="1936668" y="1632954"/>
                  </a:lnTo>
                  <a:lnTo>
                    <a:pt x="1937004" y="1637964"/>
                  </a:lnTo>
                  <a:lnTo>
                    <a:pt x="1937341" y="1643181"/>
                  </a:lnTo>
                  <a:lnTo>
                    <a:pt x="1937677" y="1648492"/>
                  </a:lnTo>
                  <a:lnTo>
                    <a:pt x="1938013" y="1653284"/>
                  </a:lnTo>
                  <a:lnTo>
                    <a:pt x="1938350" y="1657634"/>
                  </a:lnTo>
                  <a:lnTo>
                    <a:pt x="1938686" y="1661528"/>
                  </a:lnTo>
                  <a:lnTo>
                    <a:pt x="1939023" y="1665183"/>
                  </a:lnTo>
                  <a:lnTo>
                    <a:pt x="1939359" y="1669060"/>
                  </a:lnTo>
                  <a:lnTo>
                    <a:pt x="1939696" y="1672760"/>
                  </a:lnTo>
                  <a:lnTo>
                    <a:pt x="1940032" y="1676234"/>
                  </a:lnTo>
                  <a:lnTo>
                    <a:pt x="1940369" y="1680092"/>
                  </a:lnTo>
                  <a:lnTo>
                    <a:pt x="1940705" y="1683109"/>
                  </a:lnTo>
                  <a:lnTo>
                    <a:pt x="1941042" y="1685311"/>
                  </a:lnTo>
                  <a:lnTo>
                    <a:pt x="1941378" y="1687452"/>
                  </a:lnTo>
                  <a:lnTo>
                    <a:pt x="1941715" y="1689223"/>
                  </a:lnTo>
                  <a:lnTo>
                    <a:pt x="1942051" y="1690867"/>
                  </a:lnTo>
                  <a:lnTo>
                    <a:pt x="1942387" y="1692420"/>
                  </a:lnTo>
                  <a:lnTo>
                    <a:pt x="1942724" y="1694002"/>
                  </a:lnTo>
                  <a:lnTo>
                    <a:pt x="1943060" y="1695729"/>
                  </a:lnTo>
                  <a:lnTo>
                    <a:pt x="1943397" y="1697681"/>
                  </a:lnTo>
                  <a:lnTo>
                    <a:pt x="1943733" y="1699495"/>
                  </a:lnTo>
                  <a:lnTo>
                    <a:pt x="1944070" y="1701493"/>
                  </a:lnTo>
                  <a:lnTo>
                    <a:pt x="1944406" y="1703314"/>
                  </a:lnTo>
                  <a:lnTo>
                    <a:pt x="1944743" y="1705687"/>
                  </a:lnTo>
                  <a:lnTo>
                    <a:pt x="1945079" y="1708412"/>
                  </a:lnTo>
                  <a:lnTo>
                    <a:pt x="1945416" y="1711075"/>
                  </a:lnTo>
                  <a:lnTo>
                    <a:pt x="1945752" y="1714228"/>
                  </a:lnTo>
                  <a:lnTo>
                    <a:pt x="1946089" y="1717634"/>
                  </a:lnTo>
                  <a:lnTo>
                    <a:pt x="1946425" y="1720925"/>
                  </a:lnTo>
                  <a:lnTo>
                    <a:pt x="1946761" y="1724384"/>
                  </a:lnTo>
                  <a:lnTo>
                    <a:pt x="1947098" y="1727645"/>
                  </a:lnTo>
                  <a:lnTo>
                    <a:pt x="1947434" y="1731426"/>
                  </a:lnTo>
                  <a:lnTo>
                    <a:pt x="1947771" y="1735757"/>
                  </a:lnTo>
                  <a:lnTo>
                    <a:pt x="1948107" y="1740166"/>
                  </a:lnTo>
                  <a:lnTo>
                    <a:pt x="1948444" y="1744459"/>
                  </a:lnTo>
                  <a:lnTo>
                    <a:pt x="1948780" y="1749013"/>
                  </a:lnTo>
                  <a:lnTo>
                    <a:pt x="1949117" y="1753582"/>
                  </a:lnTo>
                  <a:lnTo>
                    <a:pt x="1949453" y="1758289"/>
                  </a:lnTo>
                  <a:lnTo>
                    <a:pt x="1949790" y="1762606"/>
                  </a:lnTo>
                  <a:lnTo>
                    <a:pt x="1950126" y="1766701"/>
                  </a:lnTo>
                  <a:lnTo>
                    <a:pt x="1950463" y="1770841"/>
                  </a:lnTo>
                  <a:lnTo>
                    <a:pt x="1950799" y="1774765"/>
                  </a:lnTo>
                  <a:lnTo>
                    <a:pt x="1951135" y="1778872"/>
                  </a:lnTo>
                  <a:lnTo>
                    <a:pt x="1951472" y="1783126"/>
                  </a:lnTo>
                  <a:lnTo>
                    <a:pt x="1951808" y="1787495"/>
                  </a:lnTo>
                  <a:lnTo>
                    <a:pt x="1952145" y="1791807"/>
                  </a:lnTo>
                  <a:lnTo>
                    <a:pt x="1952481" y="1795982"/>
                  </a:lnTo>
                  <a:lnTo>
                    <a:pt x="1952818" y="1800178"/>
                  </a:lnTo>
                  <a:lnTo>
                    <a:pt x="1953154" y="1804370"/>
                  </a:lnTo>
                  <a:lnTo>
                    <a:pt x="1953491" y="1808342"/>
                  </a:lnTo>
                  <a:lnTo>
                    <a:pt x="1953827" y="1811600"/>
                  </a:lnTo>
                  <a:lnTo>
                    <a:pt x="1954164" y="1815116"/>
                  </a:lnTo>
                  <a:lnTo>
                    <a:pt x="1954500" y="1818623"/>
                  </a:lnTo>
                  <a:lnTo>
                    <a:pt x="1954837" y="1822783"/>
                  </a:lnTo>
                  <a:lnTo>
                    <a:pt x="1955173" y="1827104"/>
                  </a:lnTo>
                  <a:lnTo>
                    <a:pt x="1955509" y="1831698"/>
                  </a:lnTo>
                  <a:lnTo>
                    <a:pt x="1955846" y="1836542"/>
                  </a:lnTo>
                  <a:lnTo>
                    <a:pt x="1956182" y="1840358"/>
                  </a:lnTo>
                  <a:lnTo>
                    <a:pt x="1956519" y="1843755"/>
                  </a:lnTo>
                  <a:lnTo>
                    <a:pt x="1956855" y="1846886"/>
                  </a:lnTo>
                  <a:lnTo>
                    <a:pt x="1957192" y="1850108"/>
                  </a:lnTo>
                  <a:lnTo>
                    <a:pt x="1957528" y="1853453"/>
                  </a:lnTo>
                  <a:lnTo>
                    <a:pt x="1957865" y="1856371"/>
                  </a:lnTo>
                  <a:lnTo>
                    <a:pt x="1958201" y="1859444"/>
                  </a:lnTo>
                  <a:lnTo>
                    <a:pt x="1958538" y="1862847"/>
                  </a:lnTo>
                  <a:lnTo>
                    <a:pt x="1958874" y="1866861"/>
                  </a:lnTo>
                  <a:lnTo>
                    <a:pt x="1959210" y="1870794"/>
                  </a:lnTo>
                  <a:lnTo>
                    <a:pt x="1959547" y="1874524"/>
                  </a:lnTo>
                  <a:lnTo>
                    <a:pt x="1959883" y="1877832"/>
                  </a:lnTo>
                  <a:lnTo>
                    <a:pt x="1960220" y="1881442"/>
                  </a:lnTo>
                  <a:lnTo>
                    <a:pt x="1960556" y="1884827"/>
                  </a:lnTo>
                  <a:lnTo>
                    <a:pt x="1960893" y="1888141"/>
                  </a:lnTo>
                  <a:lnTo>
                    <a:pt x="1961229" y="1891566"/>
                  </a:lnTo>
                  <a:lnTo>
                    <a:pt x="1961566" y="1895997"/>
                  </a:lnTo>
                  <a:lnTo>
                    <a:pt x="1961902" y="1900544"/>
                  </a:lnTo>
                  <a:lnTo>
                    <a:pt x="1962239" y="1905388"/>
                  </a:lnTo>
                  <a:lnTo>
                    <a:pt x="1962575" y="1910375"/>
                  </a:lnTo>
                  <a:lnTo>
                    <a:pt x="1962912" y="1914789"/>
                  </a:lnTo>
                  <a:lnTo>
                    <a:pt x="1963248" y="1918953"/>
                  </a:lnTo>
                  <a:lnTo>
                    <a:pt x="1963584" y="1923251"/>
                  </a:lnTo>
                  <a:lnTo>
                    <a:pt x="1963921" y="1927858"/>
                  </a:lnTo>
                  <a:lnTo>
                    <a:pt x="1964257" y="1932789"/>
                  </a:lnTo>
                  <a:lnTo>
                    <a:pt x="1964594" y="1937813"/>
                  </a:lnTo>
                  <a:lnTo>
                    <a:pt x="1964930" y="1942745"/>
                  </a:lnTo>
                  <a:lnTo>
                    <a:pt x="1965267" y="1947040"/>
                  </a:lnTo>
                  <a:lnTo>
                    <a:pt x="1965603" y="1951511"/>
                  </a:lnTo>
                  <a:lnTo>
                    <a:pt x="1965940" y="1954883"/>
                  </a:lnTo>
                  <a:lnTo>
                    <a:pt x="1966276" y="1957206"/>
                  </a:lnTo>
                  <a:lnTo>
                    <a:pt x="1966613" y="1958687"/>
                  </a:lnTo>
                  <a:lnTo>
                    <a:pt x="1966949" y="1960514"/>
                  </a:lnTo>
                  <a:lnTo>
                    <a:pt x="1967286" y="1962778"/>
                  </a:lnTo>
                  <a:lnTo>
                    <a:pt x="1967622" y="1965007"/>
                  </a:lnTo>
                  <a:lnTo>
                    <a:pt x="1967958" y="1968067"/>
                  </a:lnTo>
                  <a:lnTo>
                    <a:pt x="1968295" y="1970569"/>
                  </a:lnTo>
                  <a:lnTo>
                    <a:pt x="1968631" y="1972495"/>
                  </a:lnTo>
                  <a:lnTo>
                    <a:pt x="1968968" y="1973435"/>
                  </a:lnTo>
                  <a:lnTo>
                    <a:pt x="1969304" y="1973482"/>
                  </a:lnTo>
                  <a:lnTo>
                    <a:pt x="1969641" y="1972767"/>
                  </a:lnTo>
                  <a:lnTo>
                    <a:pt x="1969977" y="1971736"/>
                  </a:lnTo>
                  <a:lnTo>
                    <a:pt x="1970314" y="1970979"/>
                  </a:lnTo>
                  <a:lnTo>
                    <a:pt x="1970650" y="1970098"/>
                  </a:lnTo>
                  <a:lnTo>
                    <a:pt x="1970987" y="1969009"/>
                  </a:lnTo>
                  <a:lnTo>
                    <a:pt x="1971323" y="1968746"/>
                  </a:lnTo>
                  <a:lnTo>
                    <a:pt x="1971660" y="1969125"/>
                  </a:lnTo>
                  <a:lnTo>
                    <a:pt x="1971996" y="1969669"/>
                  </a:lnTo>
                  <a:lnTo>
                    <a:pt x="1972332" y="1970122"/>
                  </a:lnTo>
                  <a:lnTo>
                    <a:pt x="1972669" y="1970499"/>
                  </a:lnTo>
                  <a:lnTo>
                    <a:pt x="1973005" y="1970785"/>
                  </a:lnTo>
                  <a:lnTo>
                    <a:pt x="1973342" y="1970814"/>
                  </a:lnTo>
                  <a:lnTo>
                    <a:pt x="1973678" y="1971440"/>
                  </a:lnTo>
                  <a:lnTo>
                    <a:pt x="1974015" y="1973180"/>
                  </a:lnTo>
                  <a:lnTo>
                    <a:pt x="1974351" y="1975092"/>
                  </a:lnTo>
                  <a:lnTo>
                    <a:pt x="1974688" y="1977520"/>
                  </a:lnTo>
                  <a:lnTo>
                    <a:pt x="1975024" y="1980224"/>
                  </a:lnTo>
                  <a:lnTo>
                    <a:pt x="1975361" y="1982988"/>
                  </a:lnTo>
                  <a:lnTo>
                    <a:pt x="1975697" y="1985318"/>
                  </a:lnTo>
                  <a:lnTo>
                    <a:pt x="1976034" y="1988013"/>
                  </a:lnTo>
                  <a:lnTo>
                    <a:pt x="1976370" y="1990376"/>
                  </a:lnTo>
                  <a:lnTo>
                    <a:pt x="1976706" y="1992697"/>
                  </a:lnTo>
                  <a:lnTo>
                    <a:pt x="1977043" y="1994685"/>
                  </a:lnTo>
                  <a:lnTo>
                    <a:pt x="1977379" y="1996482"/>
                  </a:lnTo>
                  <a:lnTo>
                    <a:pt x="1977716" y="1998125"/>
                  </a:lnTo>
                  <a:lnTo>
                    <a:pt x="1978052" y="1999573"/>
                  </a:lnTo>
                  <a:lnTo>
                    <a:pt x="1978389" y="2001427"/>
                  </a:lnTo>
                  <a:lnTo>
                    <a:pt x="1978725" y="2003199"/>
                  </a:lnTo>
                  <a:lnTo>
                    <a:pt x="1979062" y="2005109"/>
                  </a:lnTo>
                  <a:lnTo>
                    <a:pt x="1979398" y="2007573"/>
                  </a:lnTo>
                  <a:lnTo>
                    <a:pt x="1979735" y="2010445"/>
                  </a:lnTo>
                  <a:lnTo>
                    <a:pt x="1980071" y="2012603"/>
                  </a:lnTo>
                  <a:lnTo>
                    <a:pt x="1980408" y="2014041"/>
                  </a:lnTo>
                  <a:lnTo>
                    <a:pt x="1980744" y="2015755"/>
                  </a:lnTo>
                  <a:lnTo>
                    <a:pt x="1981080" y="2017108"/>
                  </a:lnTo>
                  <a:lnTo>
                    <a:pt x="1981417" y="2018101"/>
                  </a:lnTo>
                  <a:lnTo>
                    <a:pt x="1981753" y="2018662"/>
                  </a:lnTo>
                  <a:lnTo>
                    <a:pt x="1982090" y="2019145"/>
                  </a:lnTo>
                  <a:lnTo>
                    <a:pt x="1982426" y="2019357"/>
                  </a:lnTo>
                  <a:lnTo>
                    <a:pt x="1982763" y="2019355"/>
                  </a:lnTo>
                  <a:lnTo>
                    <a:pt x="1983099" y="2019196"/>
                  </a:lnTo>
                  <a:lnTo>
                    <a:pt x="1983436" y="2018869"/>
                  </a:lnTo>
                  <a:lnTo>
                    <a:pt x="1983772" y="2018306"/>
                  </a:lnTo>
                  <a:lnTo>
                    <a:pt x="1984109" y="2017848"/>
                  </a:lnTo>
                  <a:lnTo>
                    <a:pt x="1984445" y="2017438"/>
                  </a:lnTo>
                  <a:lnTo>
                    <a:pt x="1984782" y="2017217"/>
                  </a:lnTo>
                  <a:lnTo>
                    <a:pt x="1985118" y="2017610"/>
                  </a:lnTo>
                  <a:lnTo>
                    <a:pt x="1985454" y="2018515"/>
                  </a:lnTo>
                  <a:lnTo>
                    <a:pt x="1985791" y="2019676"/>
                  </a:lnTo>
                  <a:lnTo>
                    <a:pt x="1986127" y="2021072"/>
                  </a:lnTo>
                  <a:lnTo>
                    <a:pt x="1986464" y="2022951"/>
                  </a:lnTo>
                  <a:lnTo>
                    <a:pt x="1986800" y="2025384"/>
                  </a:lnTo>
                  <a:lnTo>
                    <a:pt x="1987137" y="2027837"/>
                  </a:lnTo>
                  <a:lnTo>
                    <a:pt x="1987473" y="2031043"/>
                  </a:lnTo>
                  <a:lnTo>
                    <a:pt x="1987810" y="2034066"/>
                  </a:lnTo>
                  <a:lnTo>
                    <a:pt x="1988146" y="2037487"/>
                  </a:lnTo>
                  <a:lnTo>
                    <a:pt x="1988483" y="2040709"/>
                  </a:lnTo>
                  <a:lnTo>
                    <a:pt x="1988819" y="2043885"/>
                  </a:lnTo>
                  <a:lnTo>
                    <a:pt x="1989156" y="2047513"/>
                  </a:lnTo>
                  <a:lnTo>
                    <a:pt x="1989492" y="2051355"/>
                  </a:lnTo>
                  <a:lnTo>
                    <a:pt x="1989828" y="2054898"/>
                  </a:lnTo>
                  <a:lnTo>
                    <a:pt x="1990165" y="2058427"/>
                  </a:lnTo>
                  <a:lnTo>
                    <a:pt x="1990501" y="2061638"/>
                  </a:lnTo>
                  <a:lnTo>
                    <a:pt x="1990838" y="2064280"/>
                  </a:lnTo>
                  <a:lnTo>
                    <a:pt x="1991174" y="2067269"/>
                  </a:lnTo>
                  <a:lnTo>
                    <a:pt x="1991511" y="2070439"/>
                  </a:lnTo>
                  <a:lnTo>
                    <a:pt x="1991847" y="2073759"/>
                  </a:lnTo>
                  <a:lnTo>
                    <a:pt x="1992184" y="2077333"/>
                  </a:lnTo>
                  <a:lnTo>
                    <a:pt x="1992520" y="2081267"/>
                  </a:lnTo>
                  <a:lnTo>
                    <a:pt x="1992857" y="2085125"/>
                  </a:lnTo>
                  <a:lnTo>
                    <a:pt x="1993193" y="2089242"/>
                  </a:lnTo>
                  <a:lnTo>
                    <a:pt x="1993529" y="2093130"/>
                  </a:lnTo>
                  <a:lnTo>
                    <a:pt x="1993866" y="2096811"/>
                  </a:lnTo>
                  <a:lnTo>
                    <a:pt x="1994202" y="2100233"/>
                  </a:lnTo>
                  <a:lnTo>
                    <a:pt x="1994539" y="2102748"/>
                  </a:lnTo>
                  <a:lnTo>
                    <a:pt x="1994875" y="2105408"/>
                  </a:lnTo>
                  <a:lnTo>
                    <a:pt x="1995212" y="2108209"/>
                  </a:lnTo>
                  <a:lnTo>
                    <a:pt x="1995548" y="2110767"/>
                  </a:lnTo>
                  <a:lnTo>
                    <a:pt x="1995885" y="2112971"/>
                  </a:lnTo>
                  <a:lnTo>
                    <a:pt x="1996221" y="2114836"/>
                  </a:lnTo>
                  <a:lnTo>
                    <a:pt x="1996558" y="2115654"/>
                  </a:lnTo>
                  <a:lnTo>
                    <a:pt x="1996894" y="2116506"/>
                  </a:lnTo>
                  <a:lnTo>
                    <a:pt x="1997231" y="2117340"/>
                  </a:lnTo>
                  <a:lnTo>
                    <a:pt x="1997567" y="2117846"/>
                  </a:lnTo>
                  <a:lnTo>
                    <a:pt x="1997903" y="2118610"/>
                  </a:lnTo>
                  <a:lnTo>
                    <a:pt x="1998240" y="2119550"/>
                  </a:lnTo>
                  <a:lnTo>
                    <a:pt x="1998576" y="2120325"/>
                  </a:lnTo>
                  <a:lnTo>
                    <a:pt x="1998913" y="2120609"/>
                  </a:lnTo>
                  <a:lnTo>
                    <a:pt x="1999249" y="2120788"/>
                  </a:lnTo>
                  <a:lnTo>
                    <a:pt x="1999586" y="2121193"/>
                  </a:lnTo>
                  <a:lnTo>
                    <a:pt x="1999922" y="2121138"/>
                  </a:lnTo>
                  <a:lnTo>
                    <a:pt x="2000259" y="2120774"/>
                  </a:lnTo>
                  <a:lnTo>
                    <a:pt x="2000595" y="2119893"/>
                  </a:lnTo>
                  <a:lnTo>
                    <a:pt x="2000932" y="2119659"/>
                  </a:lnTo>
                  <a:lnTo>
                    <a:pt x="2001268" y="2119314"/>
                  </a:lnTo>
                  <a:lnTo>
                    <a:pt x="2001605" y="2118993"/>
                  </a:lnTo>
                  <a:lnTo>
                    <a:pt x="2001941" y="2118380"/>
                  </a:lnTo>
                  <a:lnTo>
                    <a:pt x="2002277" y="2117959"/>
                  </a:lnTo>
                  <a:lnTo>
                    <a:pt x="2002614" y="2117797"/>
                  </a:lnTo>
                  <a:lnTo>
                    <a:pt x="2002950" y="2117184"/>
                  </a:lnTo>
                  <a:lnTo>
                    <a:pt x="2003287" y="2116085"/>
                  </a:lnTo>
                  <a:lnTo>
                    <a:pt x="2003623" y="2114885"/>
                  </a:lnTo>
                  <a:lnTo>
                    <a:pt x="2003960" y="2113853"/>
                  </a:lnTo>
                  <a:lnTo>
                    <a:pt x="2004296" y="2112482"/>
                  </a:lnTo>
                  <a:lnTo>
                    <a:pt x="2004633" y="2110414"/>
                  </a:lnTo>
                  <a:lnTo>
                    <a:pt x="2004969" y="2108289"/>
                  </a:lnTo>
                  <a:lnTo>
                    <a:pt x="2005306" y="2106656"/>
                  </a:lnTo>
                  <a:lnTo>
                    <a:pt x="2005642" y="2105143"/>
                  </a:lnTo>
                  <a:lnTo>
                    <a:pt x="2005979" y="2103719"/>
                  </a:lnTo>
                  <a:lnTo>
                    <a:pt x="2006315" y="2102660"/>
                  </a:lnTo>
                  <a:lnTo>
                    <a:pt x="2006651" y="2101532"/>
                  </a:lnTo>
                  <a:lnTo>
                    <a:pt x="2006988" y="2100258"/>
                  </a:lnTo>
                  <a:lnTo>
                    <a:pt x="2007324" y="2098980"/>
                  </a:lnTo>
                  <a:lnTo>
                    <a:pt x="2007661" y="2097750"/>
                  </a:lnTo>
                  <a:lnTo>
                    <a:pt x="2007997" y="2096751"/>
                  </a:lnTo>
                  <a:lnTo>
                    <a:pt x="2008334" y="2095642"/>
                  </a:lnTo>
                  <a:lnTo>
                    <a:pt x="2008670" y="2094684"/>
                  </a:lnTo>
                  <a:lnTo>
                    <a:pt x="2009007" y="2094084"/>
                  </a:lnTo>
                  <a:lnTo>
                    <a:pt x="2009343" y="2093610"/>
                  </a:lnTo>
                  <a:lnTo>
                    <a:pt x="2009680" y="2093435"/>
                  </a:lnTo>
                  <a:lnTo>
                    <a:pt x="2010016" y="2092849"/>
                  </a:lnTo>
                  <a:lnTo>
                    <a:pt x="2010353" y="2092460"/>
                  </a:lnTo>
                  <a:lnTo>
                    <a:pt x="2010689" y="2091970"/>
                  </a:lnTo>
                  <a:lnTo>
                    <a:pt x="2011025" y="2091281"/>
                  </a:lnTo>
                  <a:lnTo>
                    <a:pt x="2011362" y="2090210"/>
                  </a:lnTo>
                  <a:lnTo>
                    <a:pt x="2011698" y="2089444"/>
                  </a:lnTo>
                  <a:lnTo>
                    <a:pt x="2012035" y="2089085"/>
                  </a:lnTo>
                  <a:lnTo>
                    <a:pt x="2012371" y="2088626"/>
                  </a:lnTo>
                  <a:lnTo>
                    <a:pt x="2012708" y="2088304"/>
                  </a:lnTo>
                  <a:lnTo>
                    <a:pt x="2013044" y="2087952"/>
                  </a:lnTo>
                  <a:lnTo>
                    <a:pt x="2013381" y="2087363"/>
                  </a:lnTo>
                  <a:lnTo>
                    <a:pt x="2013717" y="2086636"/>
                  </a:lnTo>
                  <a:lnTo>
                    <a:pt x="2014054" y="2085579"/>
                  </a:lnTo>
                  <a:lnTo>
                    <a:pt x="2014390" y="2084332"/>
                  </a:lnTo>
                  <a:lnTo>
                    <a:pt x="2014727" y="2082801"/>
                  </a:lnTo>
                  <a:lnTo>
                    <a:pt x="2015063" y="2081087"/>
                  </a:lnTo>
                  <a:lnTo>
                    <a:pt x="2015399" y="2079082"/>
                  </a:lnTo>
                  <a:lnTo>
                    <a:pt x="2015736" y="2076977"/>
                  </a:lnTo>
                  <a:lnTo>
                    <a:pt x="2016072" y="2075423"/>
                  </a:lnTo>
                  <a:lnTo>
                    <a:pt x="2016409" y="2074000"/>
                  </a:lnTo>
                  <a:lnTo>
                    <a:pt x="2016745" y="2072393"/>
                  </a:lnTo>
                  <a:lnTo>
                    <a:pt x="2017082" y="2070670"/>
                  </a:lnTo>
                  <a:lnTo>
                    <a:pt x="2017418" y="2069025"/>
                  </a:lnTo>
                  <a:lnTo>
                    <a:pt x="2017755" y="2067379"/>
                  </a:lnTo>
                  <a:lnTo>
                    <a:pt x="2018091" y="2065936"/>
                  </a:lnTo>
                  <a:lnTo>
                    <a:pt x="2018428" y="2064928"/>
                  </a:lnTo>
                  <a:lnTo>
                    <a:pt x="2018764" y="2064095"/>
                  </a:lnTo>
                  <a:lnTo>
                    <a:pt x="2019101" y="2063660"/>
                  </a:lnTo>
                  <a:lnTo>
                    <a:pt x="2019437" y="2063764"/>
                  </a:lnTo>
                  <a:lnTo>
                    <a:pt x="2019773" y="2064150"/>
                  </a:lnTo>
                  <a:lnTo>
                    <a:pt x="2020110" y="2064753"/>
                  </a:lnTo>
                  <a:lnTo>
                    <a:pt x="2020446" y="2065589"/>
                  </a:lnTo>
                  <a:lnTo>
                    <a:pt x="2020783" y="2066477"/>
                  </a:lnTo>
                  <a:lnTo>
                    <a:pt x="2021119" y="2067658"/>
                  </a:lnTo>
                  <a:lnTo>
                    <a:pt x="2021456" y="2068964"/>
                  </a:lnTo>
                  <a:lnTo>
                    <a:pt x="2021792" y="2070470"/>
                  </a:lnTo>
                  <a:lnTo>
                    <a:pt x="2022129" y="2072057"/>
                  </a:lnTo>
                  <a:lnTo>
                    <a:pt x="2022465" y="2073806"/>
                  </a:lnTo>
                  <a:lnTo>
                    <a:pt x="2022802" y="2075771"/>
                  </a:lnTo>
                  <a:lnTo>
                    <a:pt x="2023138" y="2077646"/>
                  </a:lnTo>
                  <a:lnTo>
                    <a:pt x="2023475" y="2079165"/>
                  </a:lnTo>
                  <a:lnTo>
                    <a:pt x="2023811" y="2080208"/>
                  </a:lnTo>
                  <a:lnTo>
                    <a:pt x="2024147" y="2080193"/>
                  </a:lnTo>
                  <a:lnTo>
                    <a:pt x="2024484" y="2078966"/>
                  </a:lnTo>
                  <a:lnTo>
                    <a:pt x="2024820" y="2076744"/>
                  </a:lnTo>
                  <a:lnTo>
                    <a:pt x="2025157" y="2073733"/>
                  </a:lnTo>
                  <a:lnTo>
                    <a:pt x="2025493" y="2070519"/>
                  </a:lnTo>
                  <a:lnTo>
                    <a:pt x="2025830" y="2067041"/>
                  </a:lnTo>
                  <a:lnTo>
                    <a:pt x="2026166" y="2063229"/>
                  </a:lnTo>
                  <a:lnTo>
                    <a:pt x="2026503" y="2059388"/>
                  </a:lnTo>
                  <a:lnTo>
                    <a:pt x="2026839" y="2055141"/>
                  </a:lnTo>
                  <a:lnTo>
                    <a:pt x="2027176" y="2050896"/>
                  </a:lnTo>
                  <a:lnTo>
                    <a:pt x="2027512" y="2046407"/>
                  </a:lnTo>
                  <a:lnTo>
                    <a:pt x="2027848" y="2041570"/>
                  </a:lnTo>
                  <a:lnTo>
                    <a:pt x="2028185" y="2036496"/>
                  </a:lnTo>
                  <a:lnTo>
                    <a:pt x="2028521" y="2031704"/>
                  </a:lnTo>
                  <a:lnTo>
                    <a:pt x="2028858" y="2027206"/>
                  </a:lnTo>
                  <a:lnTo>
                    <a:pt x="2029194" y="2023705"/>
                  </a:lnTo>
                  <a:lnTo>
                    <a:pt x="2029531" y="2021261"/>
                  </a:lnTo>
                  <a:lnTo>
                    <a:pt x="2029867" y="2019751"/>
                  </a:lnTo>
                  <a:lnTo>
                    <a:pt x="2030204" y="2019175"/>
                  </a:lnTo>
                  <a:lnTo>
                    <a:pt x="2030540" y="2018361"/>
                  </a:lnTo>
                  <a:lnTo>
                    <a:pt x="2030877" y="2017420"/>
                  </a:lnTo>
                  <a:lnTo>
                    <a:pt x="2031213" y="2016084"/>
                  </a:lnTo>
                  <a:lnTo>
                    <a:pt x="2031550" y="2014739"/>
                  </a:lnTo>
                  <a:lnTo>
                    <a:pt x="2031886" y="2013834"/>
                  </a:lnTo>
                  <a:lnTo>
                    <a:pt x="2032222" y="2012706"/>
                  </a:lnTo>
                  <a:lnTo>
                    <a:pt x="2032559" y="2011153"/>
                  </a:lnTo>
                  <a:lnTo>
                    <a:pt x="2032895" y="2009558"/>
                  </a:lnTo>
                  <a:lnTo>
                    <a:pt x="2033232" y="2008027"/>
                  </a:lnTo>
                  <a:lnTo>
                    <a:pt x="2033568" y="2006060"/>
                  </a:lnTo>
                  <a:lnTo>
                    <a:pt x="2033905" y="2004223"/>
                  </a:lnTo>
                  <a:lnTo>
                    <a:pt x="2034241" y="2002210"/>
                  </a:lnTo>
                  <a:lnTo>
                    <a:pt x="2034578" y="2000014"/>
                  </a:lnTo>
                  <a:lnTo>
                    <a:pt x="2034914" y="1997488"/>
                  </a:lnTo>
                  <a:lnTo>
                    <a:pt x="2035251" y="1994396"/>
                  </a:lnTo>
                  <a:lnTo>
                    <a:pt x="2035587" y="1992731"/>
                  </a:lnTo>
                  <a:lnTo>
                    <a:pt x="2035924" y="1991622"/>
                  </a:lnTo>
                  <a:lnTo>
                    <a:pt x="2036260" y="1991936"/>
                  </a:lnTo>
                  <a:lnTo>
                    <a:pt x="2036596" y="1992936"/>
                  </a:lnTo>
                  <a:lnTo>
                    <a:pt x="2036933" y="1994475"/>
                  </a:lnTo>
                  <a:lnTo>
                    <a:pt x="2037269" y="1996323"/>
                  </a:lnTo>
                  <a:lnTo>
                    <a:pt x="2037606" y="1998592"/>
                  </a:lnTo>
                  <a:lnTo>
                    <a:pt x="2037942" y="2000815"/>
                  </a:lnTo>
                  <a:lnTo>
                    <a:pt x="2038279" y="2003296"/>
                  </a:lnTo>
                  <a:lnTo>
                    <a:pt x="2038615" y="2005996"/>
                  </a:lnTo>
                  <a:lnTo>
                    <a:pt x="2038952" y="2008131"/>
                  </a:lnTo>
                  <a:lnTo>
                    <a:pt x="2039288" y="2009952"/>
                  </a:lnTo>
                  <a:lnTo>
                    <a:pt x="2039625" y="2011629"/>
                  </a:lnTo>
                  <a:lnTo>
                    <a:pt x="2039961" y="2013531"/>
                  </a:lnTo>
                  <a:lnTo>
                    <a:pt x="2040298" y="2015818"/>
                  </a:lnTo>
                  <a:lnTo>
                    <a:pt x="2040634" y="2017578"/>
                  </a:lnTo>
                  <a:lnTo>
                    <a:pt x="2040970" y="2018791"/>
                  </a:lnTo>
                  <a:lnTo>
                    <a:pt x="2041307" y="2018806"/>
                  </a:lnTo>
                  <a:lnTo>
                    <a:pt x="2041643" y="2018239"/>
                  </a:lnTo>
                  <a:lnTo>
                    <a:pt x="2041980" y="2016844"/>
                  </a:lnTo>
                  <a:lnTo>
                    <a:pt x="2042316" y="2015166"/>
                  </a:lnTo>
                  <a:lnTo>
                    <a:pt x="2042653" y="2013446"/>
                  </a:lnTo>
                  <a:lnTo>
                    <a:pt x="2042989" y="2012162"/>
                  </a:lnTo>
                  <a:lnTo>
                    <a:pt x="2043326" y="2010965"/>
                  </a:lnTo>
                  <a:lnTo>
                    <a:pt x="2043662" y="2009963"/>
                  </a:lnTo>
                  <a:lnTo>
                    <a:pt x="2043999" y="2009353"/>
                  </a:lnTo>
                  <a:lnTo>
                    <a:pt x="2044335" y="2008856"/>
                  </a:lnTo>
                  <a:lnTo>
                    <a:pt x="2044672" y="2008433"/>
                  </a:lnTo>
                  <a:lnTo>
                    <a:pt x="2045008" y="2007885"/>
                  </a:lnTo>
                  <a:lnTo>
                    <a:pt x="2045344" y="2007225"/>
                  </a:lnTo>
                  <a:lnTo>
                    <a:pt x="2045681" y="2006273"/>
                  </a:lnTo>
                  <a:lnTo>
                    <a:pt x="2046017" y="2004287"/>
                  </a:lnTo>
                  <a:lnTo>
                    <a:pt x="2046354" y="2001941"/>
                  </a:lnTo>
                  <a:lnTo>
                    <a:pt x="2046690" y="1998631"/>
                  </a:lnTo>
                  <a:lnTo>
                    <a:pt x="2047027" y="1994635"/>
                  </a:lnTo>
                  <a:lnTo>
                    <a:pt x="2047363" y="1989805"/>
                  </a:lnTo>
                  <a:lnTo>
                    <a:pt x="2047700" y="1984363"/>
                  </a:lnTo>
                  <a:lnTo>
                    <a:pt x="2048036" y="1977728"/>
                  </a:lnTo>
                  <a:lnTo>
                    <a:pt x="2048373" y="1970220"/>
                  </a:lnTo>
                  <a:lnTo>
                    <a:pt x="2048709" y="1962252"/>
                  </a:lnTo>
                  <a:lnTo>
                    <a:pt x="2049046" y="1954293"/>
                  </a:lnTo>
                  <a:lnTo>
                    <a:pt x="2049382" y="1946532"/>
                  </a:lnTo>
                  <a:lnTo>
                    <a:pt x="2049718" y="1938580"/>
                  </a:lnTo>
                  <a:lnTo>
                    <a:pt x="2050055" y="1930368"/>
                  </a:lnTo>
                  <a:lnTo>
                    <a:pt x="2050391" y="1922294"/>
                  </a:lnTo>
                  <a:lnTo>
                    <a:pt x="2050728" y="1914816"/>
                  </a:lnTo>
                  <a:lnTo>
                    <a:pt x="2051064" y="1908326"/>
                  </a:lnTo>
                  <a:lnTo>
                    <a:pt x="2051401" y="1902425"/>
                  </a:lnTo>
                  <a:lnTo>
                    <a:pt x="2051737" y="1897167"/>
                  </a:lnTo>
                  <a:lnTo>
                    <a:pt x="2052074" y="1892851"/>
                  </a:lnTo>
                  <a:lnTo>
                    <a:pt x="2052410" y="1888771"/>
                  </a:lnTo>
                  <a:lnTo>
                    <a:pt x="2052747" y="1885572"/>
                  </a:lnTo>
                  <a:lnTo>
                    <a:pt x="2053083" y="1882955"/>
                  </a:lnTo>
                  <a:lnTo>
                    <a:pt x="2053420" y="1881103"/>
                  </a:lnTo>
                  <a:lnTo>
                    <a:pt x="2053756" y="1879350"/>
                  </a:lnTo>
                  <a:lnTo>
                    <a:pt x="2054092" y="1877383"/>
                  </a:lnTo>
                  <a:lnTo>
                    <a:pt x="2054429" y="1875477"/>
                  </a:lnTo>
                  <a:lnTo>
                    <a:pt x="2054765" y="1873908"/>
                  </a:lnTo>
                  <a:lnTo>
                    <a:pt x="2055102" y="1872990"/>
                  </a:lnTo>
                  <a:lnTo>
                    <a:pt x="2055438" y="1872401"/>
                  </a:lnTo>
                  <a:lnTo>
                    <a:pt x="2055775" y="1871850"/>
                  </a:lnTo>
                  <a:lnTo>
                    <a:pt x="2056111" y="1871383"/>
                  </a:lnTo>
                  <a:lnTo>
                    <a:pt x="2056448" y="1870916"/>
                  </a:lnTo>
                  <a:lnTo>
                    <a:pt x="2056784" y="1870334"/>
                  </a:lnTo>
                  <a:lnTo>
                    <a:pt x="2057121" y="1869730"/>
                  </a:lnTo>
                  <a:lnTo>
                    <a:pt x="2057457" y="1869025"/>
                  </a:lnTo>
                  <a:lnTo>
                    <a:pt x="2057794" y="1868056"/>
                  </a:lnTo>
                  <a:lnTo>
                    <a:pt x="2058130" y="1867642"/>
                  </a:lnTo>
                  <a:lnTo>
                    <a:pt x="2058466" y="1867071"/>
                  </a:lnTo>
                  <a:lnTo>
                    <a:pt x="2058803" y="1866825"/>
                  </a:lnTo>
                  <a:lnTo>
                    <a:pt x="2059139" y="1866497"/>
                  </a:lnTo>
                  <a:lnTo>
                    <a:pt x="2059476" y="1866161"/>
                  </a:lnTo>
                  <a:lnTo>
                    <a:pt x="2059812" y="1865556"/>
                  </a:lnTo>
                  <a:lnTo>
                    <a:pt x="2060149" y="1864484"/>
                  </a:lnTo>
                  <a:lnTo>
                    <a:pt x="2060485" y="1862678"/>
                  </a:lnTo>
                  <a:lnTo>
                    <a:pt x="2060822" y="1861254"/>
                  </a:lnTo>
                  <a:lnTo>
                    <a:pt x="2061158" y="1860259"/>
                  </a:lnTo>
                  <a:lnTo>
                    <a:pt x="2061495" y="1859357"/>
                  </a:lnTo>
                  <a:lnTo>
                    <a:pt x="2061831" y="1859006"/>
                  </a:lnTo>
                  <a:lnTo>
                    <a:pt x="2062167" y="1858947"/>
                  </a:lnTo>
                  <a:lnTo>
                    <a:pt x="2062504" y="1858589"/>
                  </a:lnTo>
                  <a:lnTo>
                    <a:pt x="2062840" y="1858404"/>
                  </a:lnTo>
                  <a:lnTo>
                    <a:pt x="2063177" y="1858534"/>
                  </a:lnTo>
                  <a:lnTo>
                    <a:pt x="2063513" y="1858735"/>
                  </a:lnTo>
                  <a:lnTo>
                    <a:pt x="2063850" y="1859561"/>
                  </a:lnTo>
                  <a:lnTo>
                    <a:pt x="2064186" y="1860431"/>
                  </a:lnTo>
                  <a:lnTo>
                    <a:pt x="2064523" y="1861435"/>
                  </a:lnTo>
                  <a:lnTo>
                    <a:pt x="2064859" y="1862857"/>
                  </a:lnTo>
                  <a:lnTo>
                    <a:pt x="2065196" y="1864552"/>
                  </a:lnTo>
                  <a:lnTo>
                    <a:pt x="2065532" y="1866919"/>
                  </a:lnTo>
                  <a:lnTo>
                    <a:pt x="2065869" y="1870002"/>
                  </a:lnTo>
                  <a:lnTo>
                    <a:pt x="2066205" y="1873301"/>
                  </a:lnTo>
                  <a:lnTo>
                    <a:pt x="2066541" y="1876611"/>
                  </a:lnTo>
                  <a:lnTo>
                    <a:pt x="2066878" y="1878334"/>
                  </a:lnTo>
                  <a:lnTo>
                    <a:pt x="2067214" y="1879720"/>
                  </a:lnTo>
                  <a:lnTo>
                    <a:pt x="2067551" y="1880701"/>
                  </a:lnTo>
                  <a:lnTo>
                    <a:pt x="2067887" y="1882241"/>
                  </a:lnTo>
                  <a:lnTo>
                    <a:pt x="2068224" y="1883493"/>
                  </a:lnTo>
                  <a:lnTo>
                    <a:pt x="2068560" y="1884649"/>
                  </a:lnTo>
                  <a:lnTo>
                    <a:pt x="2068897" y="1885368"/>
                  </a:lnTo>
                  <a:lnTo>
                    <a:pt x="2069233" y="1886081"/>
                  </a:lnTo>
                  <a:lnTo>
                    <a:pt x="2069570" y="1885737"/>
                  </a:lnTo>
                  <a:lnTo>
                    <a:pt x="2069906" y="1884436"/>
                  </a:lnTo>
                  <a:lnTo>
                    <a:pt x="2070243" y="1883358"/>
                  </a:lnTo>
                  <a:lnTo>
                    <a:pt x="2070579" y="1882350"/>
                  </a:lnTo>
                  <a:lnTo>
                    <a:pt x="2070915" y="1880681"/>
                  </a:lnTo>
                  <a:lnTo>
                    <a:pt x="2071252" y="1878599"/>
                  </a:lnTo>
                  <a:lnTo>
                    <a:pt x="2071588" y="1876816"/>
                  </a:lnTo>
                  <a:lnTo>
                    <a:pt x="2071925" y="1875368"/>
                  </a:lnTo>
                  <a:lnTo>
                    <a:pt x="2072261" y="1873318"/>
                  </a:lnTo>
                  <a:lnTo>
                    <a:pt x="2072598" y="1870932"/>
                  </a:lnTo>
                  <a:lnTo>
                    <a:pt x="2072934" y="1868534"/>
                  </a:lnTo>
                  <a:lnTo>
                    <a:pt x="2073271" y="1866177"/>
                  </a:lnTo>
                  <a:lnTo>
                    <a:pt x="2073607" y="1863726"/>
                  </a:lnTo>
                  <a:lnTo>
                    <a:pt x="2073944" y="1861420"/>
                  </a:lnTo>
                  <a:lnTo>
                    <a:pt x="2074280" y="1859717"/>
                  </a:lnTo>
                  <a:lnTo>
                    <a:pt x="2074617" y="1858166"/>
                  </a:lnTo>
                  <a:lnTo>
                    <a:pt x="2074953" y="1856445"/>
                  </a:lnTo>
                  <a:lnTo>
                    <a:pt x="2075289" y="1854267"/>
                  </a:lnTo>
                  <a:lnTo>
                    <a:pt x="2075626" y="1852708"/>
                  </a:lnTo>
                  <a:lnTo>
                    <a:pt x="2075962" y="1851438"/>
                  </a:lnTo>
                  <a:lnTo>
                    <a:pt x="2076299" y="1850038"/>
                  </a:lnTo>
                  <a:lnTo>
                    <a:pt x="2076635" y="1848485"/>
                  </a:lnTo>
                  <a:lnTo>
                    <a:pt x="2076972" y="1846506"/>
                  </a:lnTo>
                  <a:lnTo>
                    <a:pt x="2077308" y="1845521"/>
                  </a:lnTo>
                  <a:lnTo>
                    <a:pt x="2077645" y="1844487"/>
                  </a:lnTo>
                  <a:lnTo>
                    <a:pt x="2077981" y="1843699"/>
                  </a:lnTo>
                  <a:lnTo>
                    <a:pt x="2078318" y="1843288"/>
                  </a:lnTo>
                  <a:lnTo>
                    <a:pt x="2078654" y="1842906"/>
                  </a:lnTo>
                  <a:lnTo>
                    <a:pt x="2078991" y="1842774"/>
                  </a:lnTo>
                  <a:lnTo>
                    <a:pt x="2079327" y="1842465"/>
                  </a:lnTo>
                  <a:lnTo>
                    <a:pt x="2079663" y="1842109"/>
                  </a:lnTo>
                  <a:lnTo>
                    <a:pt x="2080000" y="1841928"/>
                  </a:lnTo>
                  <a:lnTo>
                    <a:pt x="2080336" y="1842016"/>
                  </a:lnTo>
                  <a:lnTo>
                    <a:pt x="2080673" y="1842107"/>
                  </a:lnTo>
                  <a:lnTo>
                    <a:pt x="2081009" y="1842316"/>
                  </a:lnTo>
                  <a:lnTo>
                    <a:pt x="2081346" y="1842813"/>
                  </a:lnTo>
                  <a:lnTo>
                    <a:pt x="2081682" y="1843416"/>
                  </a:lnTo>
                  <a:lnTo>
                    <a:pt x="2082019" y="1844454"/>
                  </a:lnTo>
                  <a:lnTo>
                    <a:pt x="2082355" y="1845832"/>
                  </a:lnTo>
                  <a:lnTo>
                    <a:pt x="2082692" y="1847427"/>
                  </a:lnTo>
                  <a:lnTo>
                    <a:pt x="2083028" y="1849081"/>
                  </a:lnTo>
                  <a:lnTo>
                    <a:pt x="2083365" y="1850312"/>
                  </a:lnTo>
                  <a:lnTo>
                    <a:pt x="2083701" y="1851712"/>
                  </a:lnTo>
                  <a:lnTo>
                    <a:pt x="2084037" y="1853424"/>
                  </a:lnTo>
                  <a:lnTo>
                    <a:pt x="2084374" y="1855169"/>
                  </a:lnTo>
                  <a:lnTo>
                    <a:pt x="2084710" y="1856814"/>
                  </a:lnTo>
                  <a:lnTo>
                    <a:pt x="2085047" y="1858511"/>
                  </a:lnTo>
                  <a:lnTo>
                    <a:pt x="2085383" y="1860003"/>
                  </a:lnTo>
                  <a:lnTo>
                    <a:pt x="2085720" y="1860830"/>
                  </a:lnTo>
                  <a:lnTo>
                    <a:pt x="2086056" y="1861343"/>
                  </a:lnTo>
                  <a:lnTo>
                    <a:pt x="2086393" y="1861679"/>
                  </a:lnTo>
                  <a:lnTo>
                    <a:pt x="2086729" y="1861810"/>
                  </a:lnTo>
                  <a:lnTo>
                    <a:pt x="2087066" y="1861090"/>
                  </a:lnTo>
                  <a:lnTo>
                    <a:pt x="2087402" y="1859812"/>
                  </a:lnTo>
                  <a:lnTo>
                    <a:pt x="2087739" y="1857883"/>
                  </a:lnTo>
                  <a:lnTo>
                    <a:pt x="2088075" y="1855649"/>
                  </a:lnTo>
                  <a:lnTo>
                    <a:pt x="2088411" y="1853077"/>
                  </a:lnTo>
                  <a:lnTo>
                    <a:pt x="2088748" y="1850192"/>
                  </a:lnTo>
                  <a:lnTo>
                    <a:pt x="2089084" y="1846778"/>
                  </a:lnTo>
                  <a:lnTo>
                    <a:pt x="2089421" y="1843250"/>
                  </a:lnTo>
                  <a:lnTo>
                    <a:pt x="2089757" y="1839500"/>
                  </a:lnTo>
                  <a:lnTo>
                    <a:pt x="2090094" y="1835443"/>
                  </a:lnTo>
                  <a:lnTo>
                    <a:pt x="2090430" y="1831111"/>
                  </a:lnTo>
                  <a:lnTo>
                    <a:pt x="2090767" y="1827361"/>
                  </a:lnTo>
                  <a:lnTo>
                    <a:pt x="2091103" y="1824262"/>
                  </a:lnTo>
                  <a:lnTo>
                    <a:pt x="2091440" y="1822050"/>
                  </a:lnTo>
                  <a:lnTo>
                    <a:pt x="2091776" y="1820971"/>
                  </a:lnTo>
                  <a:lnTo>
                    <a:pt x="2092112" y="1821453"/>
                  </a:lnTo>
                  <a:lnTo>
                    <a:pt x="2092449" y="1823068"/>
                  </a:lnTo>
                  <a:lnTo>
                    <a:pt x="2092785" y="1825303"/>
                  </a:lnTo>
                  <a:lnTo>
                    <a:pt x="2093122" y="1827943"/>
                  </a:lnTo>
                  <a:lnTo>
                    <a:pt x="2093458" y="1830851"/>
                  </a:lnTo>
                  <a:lnTo>
                    <a:pt x="2093795" y="1833798"/>
                  </a:lnTo>
                  <a:lnTo>
                    <a:pt x="2094131" y="1837341"/>
                  </a:lnTo>
                  <a:lnTo>
                    <a:pt x="2094468" y="1841318"/>
                  </a:lnTo>
                  <a:lnTo>
                    <a:pt x="2094804" y="1845562"/>
                  </a:lnTo>
                  <a:lnTo>
                    <a:pt x="2095141" y="1850480"/>
                  </a:lnTo>
                  <a:lnTo>
                    <a:pt x="2095477" y="1855798"/>
                  </a:lnTo>
                  <a:lnTo>
                    <a:pt x="2095814" y="1860874"/>
                  </a:lnTo>
                  <a:lnTo>
                    <a:pt x="2096150" y="1865084"/>
                  </a:lnTo>
                  <a:lnTo>
                    <a:pt x="2096486" y="1868028"/>
                  </a:lnTo>
                  <a:lnTo>
                    <a:pt x="2096823" y="1869606"/>
                  </a:lnTo>
                  <a:lnTo>
                    <a:pt x="2097159" y="1870104"/>
                  </a:lnTo>
                  <a:lnTo>
                    <a:pt x="2097496" y="1869606"/>
                  </a:lnTo>
                  <a:lnTo>
                    <a:pt x="2097832" y="1869105"/>
                  </a:lnTo>
                  <a:lnTo>
                    <a:pt x="2098169" y="1868392"/>
                  </a:lnTo>
                  <a:lnTo>
                    <a:pt x="2098505" y="1867639"/>
                  </a:lnTo>
                  <a:lnTo>
                    <a:pt x="2098842" y="1866441"/>
                  </a:lnTo>
                  <a:lnTo>
                    <a:pt x="2099178" y="1864557"/>
                  </a:lnTo>
                  <a:lnTo>
                    <a:pt x="2099515" y="1862113"/>
                  </a:lnTo>
                  <a:lnTo>
                    <a:pt x="2099851" y="1859293"/>
                  </a:lnTo>
                  <a:lnTo>
                    <a:pt x="2100188" y="1856315"/>
                  </a:lnTo>
                  <a:lnTo>
                    <a:pt x="2100524" y="1853501"/>
                  </a:lnTo>
                  <a:lnTo>
                    <a:pt x="2100860" y="1851359"/>
                  </a:lnTo>
                  <a:lnTo>
                    <a:pt x="2101197" y="1849755"/>
                  </a:lnTo>
                  <a:lnTo>
                    <a:pt x="2101533" y="1848159"/>
                  </a:lnTo>
                  <a:lnTo>
                    <a:pt x="2101870" y="1845869"/>
                  </a:lnTo>
                  <a:lnTo>
                    <a:pt x="2102206" y="1843645"/>
                  </a:lnTo>
                  <a:lnTo>
                    <a:pt x="2102543" y="1841421"/>
                  </a:lnTo>
                  <a:lnTo>
                    <a:pt x="2102879" y="1838964"/>
                  </a:lnTo>
                  <a:lnTo>
                    <a:pt x="2103216" y="1836885"/>
                  </a:lnTo>
                  <a:lnTo>
                    <a:pt x="2103552" y="1834491"/>
                  </a:lnTo>
                  <a:lnTo>
                    <a:pt x="2103889" y="1832388"/>
                  </a:lnTo>
                  <a:lnTo>
                    <a:pt x="2104225" y="1830542"/>
                  </a:lnTo>
                  <a:lnTo>
                    <a:pt x="2104562" y="1829144"/>
                  </a:lnTo>
                  <a:lnTo>
                    <a:pt x="2104898" y="1827721"/>
                  </a:lnTo>
                  <a:lnTo>
                    <a:pt x="2105234" y="1826112"/>
                  </a:lnTo>
                  <a:lnTo>
                    <a:pt x="2105571" y="1824060"/>
                  </a:lnTo>
                  <a:lnTo>
                    <a:pt x="2105907" y="1821847"/>
                  </a:lnTo>
                  <a:lnTo>
                    <a:pt x="2106244" y="1819906"/>
                  </a:lnTo>
                  <a:lnTo>
                    <a:pt x="2106580" y="1818146"/>
                  </a:lnTo>
                  <a:lnTo>
                    <a:pt x="2106917" y="1816955"/>
                  </a:lnTo>
                  <a:lnTo>
                    <a:pt x="2107253" y="1815549"/>
                  </a:lnTo>
                  <a:lnTo>
                    <a:pt x="2107590" y="1813635"/>
                  </a:lnTo>
                  <a:lnTo>
                    <a:pt x="2107926" y="1811147"/>
                  </a:lnTo>
                  <a:lnTo>
                    <a:pt x="2108263" y="1808329"/>
                  </a:lnTo>
                  <a:lnTo>
                    <a:pt x="2108599" y="1805896"/>
                  </a:lnTo>
                  <a:lnTo>
                    <a:pt x="2108936" y="1803296"/>
                  </a:lnTo>
                  <a:lnTo>
                    <a:pt x="2109272" y="1800171"/>
                  </a:lnTo>
                  <a:lnTo>
                    <a:pt x="2109608" y="1796872"/>
                  </a:lnTo>
                  <a:lnTo>
                    <a:pt x="2109945" y="1793412"/>
                  </a:lnTo>
                  <a:lnTo>
                    <a:pt x="2110281" y="1789740"/>
                  </a:lnTo>
                  <a:lnTo>
                    <a:pt x="2110618" y="1786605"/>
                  </a:lnTo>
                  <a:lnTo>
                    <a:pt x="2110954" y="1782913"/>
                  </a:lnTo>
                  <a:lnTo>
                    <a:pt x="2111291" y="1778730"/>
                  </a:lnTo>
                  <a:lnTo>
                    <a:pt x="2111627" y="1774478"/>
                  </a:lnTo>
                  <a:lnTo>
                    <a:pt x="2111964" y="1770205"/>
                  </a:lnTo>
                  <a:lnTo>
                    <a:pt x="2112300" y="1766167"/>
                  </a:lnTo>
                  <a:lnTo>
                    <a:pt x="2112637" y="1762381"/>
                  </a:lnTo>
                  <a:lnTo>
                    <a:pt x="2112973" y="1759032"/>
                  </a:lnTo>
                  <a:lnTo>
                    <a:pt x="2113310" y="1756655"/>
                  </a:lnTo>
                  <a:lnTo>
                    <a:pt x="2113646" y="1754934"/>
                  </a:lnTo>
                  <a:lnTo>
                    <a:pt x="2113982" y="1754780"/>
                  </a:lnTo>
                  <a:lnTo>
                    <a:pt x="2114319" y="1756370"/>
                  </a:lnTo>
                  <a:lnTo>
                    <a:pt x="2114655" y="1759253"/>
                  </a:lnTo>
                  <a:lnTo>
                    <a:pt x="2114992" y="1763206"/>
                  </a:lnTo>
                  <a:lnTo>
                    <a:pt x="2115328" y="1768150"/>
                  </a:lnTo>
                  <a:lnTo>
                    <a:pt x="2115665" y="1773659"/>
                  </a:lnTo>
                  <a:lnTo>
                    <a:pt x="2116001" y="1779658"/>
                  </a:lnTo>
                  <a:lnTo>
                    <a:pt x="2116338" y="1785965"/>
                  </a:lnTo>
                  <a:lnTo>
                    <a:pt x="2116674" y="1792460"/>
                  </a:lnTo>
                  <a:lnTo>
                    <a:pt x="2117011" y="1799343"/>
                  </a:lnTo>
                  <a:lnTo>
                    <a:pt x="2117347" y="1806525"/>
                  </a:lnTo>
                  <a:lnTo>
                    <a:pt x="2117684" y="1813816"/>
                  </a:lnTo>
                  <a:lnTo>
                    <a:pt x="2118020" y="1820741"/>
                  </a:lnTo>
                  <a:lnTo>
                    <a:pt x="2118356" y="1826293"/>
                  </a:lnTo>
                  <a:lnTo>
                    <a:pt x="2118693" y="1831091"/>
                  </a:lnTo>
                  <a:lnTo>
                    <a:pt x="2119029" y="1834870"/>
                  </a:lnTo>
                  <a:lnTo>
                    <a:pt x="2119366" y="1837273"/>
                  </a:lnTo>
                  <a:lnTo>
                    <a:pt x="2119702" y="1838899"/>
                  </a:lnTo>
                  <a:lnTo>
                    <a:pt x="2120039" y="1839235"/>
                  </a:lnTo>
                  <a:lnTo>
                    <a:pt x="2120375" y="1839167"/>
                  </a:lnTo>
                  <a:lnTo>
                    <a:pt x="2120712" y="1838248"/>
                  </a:lnTo>
                  <a:lnTo>
                    <a:pt x="2121048" y="1837022"/>
                  </a:lnTo>
                  <a:lnTo>
                    <a:pt x="2121385" y="1835718"/>
                  </a:lnTo>
                  <a:lnTo>
                    <a:pt x="2121721" y="1833529"/>
                  </a:lnTo>
                  <a:lnTo>
                    <a:pt x="2122058" y="1830697"/>
                  </a:lnTo>
                  <a:lnTo>
                    <a:pt x="2122394" y="1827322"/>
                  </a:lnTo>
                  <a:lnTo>
                    <a:pt x="2122730" y="1823671"/>
                  </a:lnTo>
                  <a:lnTo>
                    <a:pt x="2123067" y="1820074"/>
                  </a:lnTo>
                  <a:lnTo>
                    <a:pt x="2123403" y="1816882"/>
                  </a:lnTo>
                  <a:lnTo>
                    <a:pt x="2123740" y="1813232"/>
                  </a:lnTo>
                  <a:lnTo>
                    <a:pt x="2124076" y="1809673"/>
                  </a:lnTo>
                  <a:lnTo>
                    <a:pt x="2124413" y="1805969"/>
                  </a:lnTo>
                  <a:lnTo>
                    <a:pt x="2124749" y="1802540"/>
                  </a:lnTo>
                  <a:lnTo>
                    <a:pt x="2125086" y="1799494"/>
                  </a:lnTo>
                  <a:lnTo>
                    <a:pt x="2125422" y="1796241"/>
                  </a:lnTo>
                  <a:lnTo>
                    <a:pt x="2125759" y="1793187"/>
                  </a:lnTo>
                  <a:lnTo>
                    <a:pt x="2126095" y="1789544"/>
                  </a:lnTo>
                  <a:lnTo>
                    <a:pt x="2126431" y="1786039"/>
                  </a:lnTo>
                  <a:lnTo>
                    <a:pt x="2126768" y="1782327"/>
                  </a:lnTo>
                  <a:lnTo>
                    <a:pt x="2127104" y="1778010"/>
                  </a:lnTo>
                  <a:lnTo>
                    <a:pt x="2127441" y="1773610"/>
                  </a:lnTo>
                  <a:lnTo>
                    <a:pt x="2127777" y="1769538"/>
                  </a:lnTo>
                  <a:lnTo>
                    <a:pt x="2128114" y="1765085"/>
                  </a:lnTo>
                  <a:lnTo>
                    <a:pt x="2128450" y="1759834"/>
                  </a:lnTo>
                  <a:lnTo>
                    <a:pt x="2128787" y="1755094"/>
                  </a:lnTo>
                  <a:lnTo>
                    <a:pt x="2129123" y="1750100"/>
                  </a:lnTo>
                  <a:lnTo>
                    <a:pt x="2129460" y="1745456"/>
                  </a:lnTo>
                  <a:lnTo>
                    <a:pt x="2129796" y="1740370"/>
                  </a:lnTo>
                  <a:lnTo>
                    <a:pt x="2130133" y="1734510"/>
                  </a:lnTo>
                  <a:lnTo>
                    <a:pt x="2130469" y="1727825"/>
                  </a:lnTo>
                  <a:lnTo>
                    <a:pt x="2130805" y="1720836"/>
                  </a:lnTo>
                  <a:lnTo>
                    <a:pt x="2131142" y="1713756"/>
                  </a:lnTo>
                  <a:lnTo>
                    <a:pt x="2131478" y="1706214"/>
                  </a:lnTo>
                  <a:lnTo>
                    <a:pt x="2131815" y="1698054"/>
                  </a:lnTo>
                  <a:lnTo>
                    <a:pt x="2132151" y="1690576"/>
                  </a:lnTo>
                  <a:lnTo>
                    <a:pt x="2132488" y="1683469"/>
                  </a:lnTo>
                  <a:lnTo>
                    <a:pt x="2132824" y="1675875"/>
                  </a:lnTo>
                  <a:lnTo>
                    <a:pt x="2133161" y="1667755"/>
                  </a:lnTo>
                  <a:lnTo>
                    <a:pt x="2133497" y="1659935"/>
                  </a:lnTo>
                  <a:lnTo>
                    <a:pt x="2133834" y="1651310"/>
                  </a:lnTo>
                  <a:lnTo>
                    <a:pt x="2134170" y="1643870"/>
                  </a:lnTo>
                  <a:lnTo>
                    <a:pt x="2134507" y="1636574"/>
                  </a:lnTo>
                  <a:lnTo>
                    <a:pt x="2134843" y="1630390"/>
                  </a:lnTo>
                  <a:lnTo>
                    <a:pt x="2135179" y="1624635"/>
                  </a:lnTo>
                  <a:lnTo>
                    <a:pt x="2135516" y="1620597"/>
                  </a:lnTo>
                  <a:lnTo>
                    <a:pt x="2135852" y="1616436"/>
                  </a:lnTo>
                  <a:lnTo>
                    <a:pt x="2136189" y="1612514"/>
                  </a:lnTo>
                  <a:lnTo>
                    <a:pt x="2136525" y="1608694"/>
                  </a:lnTo>
                  <a:lnTo>
                    <a:pt x="2136862" y="1606712"/>
                  </a:lnTo>
                  <a:lnTo>
                    <a:pt x="2137198" y="1604793"/>
                  </a:lnTo>
                  <a:lnTo>
                    <a:pt x="2137535" y="1602448"/>
                  </a:lnTo>
                  <a:lnTo>
                    <a:pt x="2137871" y="1599612"/>
                  </a:lnTo>
                  <a:lnTo>
                    <a:pt x="2138208" y="1597347"/>
                  </a:lnTo>
                  <a:lnTo>
                    <a:pt x="2138544" y="1595391"/>
                  </a:lnTo>
                  <a:lnTo>
                    <a:pt x="2138881" y="1593292"/>
                  </a:lnTo>
                  <a:lnTo>
                    <a:pt x="2139217" y="1590661"/>
                  </a:lnTo>
                  <a:lnTo>
                    <a:pt x="2139553" y="1588442"/>
                  </a:lnTo>
                  <a:lnTo>
                    <a:pt x="2139890" y="1586140"/>
                  </a:lnTo>
                  <a:lnTo>
                    <a:pt x="2140226" y="1583217"/>
                  </a:lnTo>
                  <a:lnTo>
                    <a:pt x="2140563" y="1580200"/>
                  </a:lnTo>
                  <a:lnTo>
                    <a:pt x="2140899" y="1576803"/>
                  </a:lnTo>
                  <a:lnTo>
                    <a:pt x="2141236" y="1572765"/>
                  </a:lnTo>
                  <a:lnTo>
                    <a:pt x="2141572" y="1568583"/>
                  </a:lnTo>
                  <a:lnTo>
                    <a:pt x="2141909" y="1564193"/>
                  </a:lnTo>
                  <a:lnTo>
                    <a:pt x="2142245" y="1558749"/>
                  </a:lnTo>
                  <a:lnTo>
                    <a:pt x="2142582" y="1553982"/>
                  </a:lnTo>
                  <a:lnTo>
                    <a:pt x="2142918" y="1549405"/>
                  </a:lnTo>
                  <a:lnTo>
                    <a:pt x="2143255" y="1544346"/>
                  </a:lnTo>
                  <a:lnTo>
                    <a:pt x="2143591" y="1539326"/>
                  </a:lnTo>
                  <a:lnTo>
                    <a:pt x="2143927" y="1534730"/>
                  </a:lnTo>
                  <a:lnTo>
                    <a:pt x="2144264" y="1531423"/>
                  </a:lnTo>
                  <a:lnTo>
                    <a:pt x="2144600" y="1528579"/>
                  </a:lnTo>
                  <a:lnTo>
                    <a:pt x="2144937" y="1525785"/>
                  </a:lnTo>
                  <a:lnTo>
                    <a:pt x="2145273" y="1524363"/>
                  </a:lnTo>
                  <a:lnTo>
                    <a:pt x="2145610" y="1522924"/>
                  </a:lnTo>
                  <a:lnTo>
                    <a:pt x="2145946" y="1522009"/>
                  </a:lnTo>
                  <a:lnTo>
                    <a:pt x="2146283" y="1520925"/>
                  </a:lnTo>
                  <a:lnTo>
                    <a:pt x="2146619" y="1519608"/>
                  </a:lnTo>
                  <a:lnTo>
                    <a:pt x="2146956" y="1518208"/>
                  </a:lnTo>
                  <a:lnTo>
                    <a:pt x="2147292" y="1516697"/>
                  </a:lnTo>
                  <a:lnTo>
                    <a:pt x="2147629" y="1514849"/>
                  </a:lnTo>
                  <a:lnTo>
                    <a:pt x="2147965" y="1513094"/>
                  </a:lnTo>
                  <a:lnTo>
                    <a:pt x="2148301" y="1511427"/>
                  </a:lnTo>
                  <a:lnTo>
                    <a:pt x="2148638" y="1509546"/>
                  </a:lnTo>
                  <a:lnTo>
                    <a:pt x="2148974" y="1507774"/>
                  </a:lnTo>
                  <a:lnTo>
                    <a:pt x="2149311" y="1505482"/>
                  </a:lnTo>
                  <a:lnTo>
                    <a:pt x="2149647" y="1502949"/>
                  </a:lnTo>
                  <a:lnTo>
                    <a:pt x="2149984" y="1499740"/>
                  </a:lnTo>
                  <a:lnTo>
                    <a:pt x="2150320" y="1495756"/>
                  </a:lnTo>
                  <a:lnTo>
                    <a:pt x="2150657" y="1491050"/>
                  </a:lnTo>
                  <a:lnTo>
                    <a:pt x="2150993" y="1486367"/>
                  </a:lnTo>
                  <a:lnTo>
                    <a:pt x="2151330" y="1481570"/>
                  </a:lnTo>
                  <a:lnTo>
                    <a:pt x="2151666" y="1476511"/>
                  </a:lnTo>
                  <a:lnTo>
                    <a:pt x="2152003" y="1470687"/>
                  </a:lnTo>
                  <a:lnTo>
                    <a:pt x="2152339" y="1465743"/>
                  </a:lnTo>
                  <a:lnTo>
                    <a:pt x="2152675" y="1461613"/>
                  </a:lnTo>
                  <a:lnTo>
                    <a:pt x="2153012" y="1457978"/>
                  </a:lnTo>
                  <a:lnTo>
                    <a:pt x="2153348" y="1454402"/>
                  </a:lnTo>
                  <a:lnTo>
                    <a:pt x="2153685" y="1450817"/>
                  </a:lnTo>
                  <a:lnTo>
                    <a:pt x="2154021" y="1446858"/>
                  </a:lnTo>
                  <a:lnTo>
                    <a:pt x="2154358" y="1443657"/>
                  </a:lnTo>
                  <a:lnTo>
                    <a:pt x="2154694" y="1440766"/>
                  </a:lnTo>
                  <a:lnTo>
                    <a:pt x="2155031" y="1438633"/>
                  </a:lnTo>
                  <a:lnTo>
                    <a:pt x="2155367" y="1437313"/>
                  </a:lnTo>
                  <a:lnTo>
                    <a:pt x="2155704" y="1436432"/>
                  </a:lnTo>
                  <a:lnTo>
                    <a:pt x="2156040" y="1435828"/>
                  </a:lnTo>
                  <a:lnTo>
                    <a:pt x="2156377" y="1435739"/>
                  </a:lnTo>
                  <a:lnTo>
                    <a:pt x="2156713" y="1435992"/>
                  </a:lnTo>
                  <a:lnTo>
                    <a:pt x="2157049" y="1436848"/>
                  </a:lnTo>
                  <a:lnTo>
                    <a:pt x="2157386" y="1438119"/>
                  </a:lnTo>
                  <a:lnTo>
                    <a:pt x="2157722" y="1439736"/>
                  </a:lnTo>
                  <a:lnTo>
                    <a:pt x="2158059" y="1441117"/>
                  </a:lnTo>
                  <a:lnTo>
                    <a:pt x="2158395" y="1442661"/>
                  </a:lnTo>
                  <a:lnTo>
                    <a:pt x="2158732" y="1443403"/>
                  </a:lnTo>
                  <a:lnTo>
                    <a:pt x="2159068" y="1444587"/>
                  </a:lnTo>
                  <a:lnTo>
                    <a:pt x="2159405" y="1445207"/>
                  </a:lnTo>
                  <a:lnTo>
                    <a:pt x="2159741" y="1445316"/>
                  </a:lnTo>
                  <a:lnTo>
                    <a:pt x="2160078" y="1444766"/>
                  </a:lnTo>
                  <a:lnTo>
                    <a:pt x="2160414" y="1443629"/>
                  </a:lnTo>
                  <a:lnTo>
                    <a:pt x="2160750" y="1441722"/>
                  </a:lnTo>
                  <a:lnTo>
                    <a:pt x="2161087" y="1439398"/>
                  </a:lnTo>
                  <a:lnTo>
                    <a:pt x="2161423" y="1436319"/>
                  </a:lnTo>
                  <a:lnTo>
                    <a:pt x="2161760" y="1432460"/>
                  </a:lnTo>
                  <a:lnTo>
                    <a:pt x="2162096" y="1427830"/>
                  </a:lnTo>
                  <a:lnTo>
                    <a:pt x="2162433" y="1422423"/>
                  </a:lnTo>
                  <a:lnTo>
                    <a:pt x="2162769" y="1416477"/>
                  </a:lnTo>
                  <a:lnTo>
                    <a:pt x="2163106" y="1410240"/>
                  </a:lnTo>
                  <a:lnTo>
                    <a:pt x="2163442" y="1404618"/>
                  </a:lnTo>
                  <a:lnTo>
                    <a:pt x="2163779" y="1399591"/>
                  </a:lnTo>
                  <a:lnTo>
                    <a:pt x="2164115" y="1395413"/>
                  </a:lnTo>
                  <a:lnTo>
                    <a:pt x="2164452" y="1391264"/>
                  </a:lnTo>
                  <a:lnTo>
                    <a:pt x="2164788" y="1386894"/>
                  </a:lnTo>
                  <a:lnTo>
                    <a:pt x="2165124" y="1382926"/>
                  </a:lnTo>
                  <a:lnTo>
                    <a:pt x="2165461" y="1378305"/>
                  </a:lnTo>
                  <a:lnTo>
                    <a:pt x="2165797" y="1374512"/>
                  </a:lnTo>
                  <a:lnTo>
                    <a:pt x="2166134" y="1372143"/>
                  </a:lnTo>
                  <a:lnTo>
                    <a:pt x="2166470" y="1370718"/>
                  </a:lnTo>
                  <a:lnTo>
                    <a:pt x="2166807" y="1370621"/>
                  </a:lnTo>
                  <a:lnTo>
                    <a:pt x="2167143" y="1372090"/>
                  </a:lnTo>
                  <a:lnTo>
                    <a:pt x="2167480" y="1373871"/>
                  </a:lnTo>
                  <a:lnTo>
                    <a:pt x="2167816" y="1375734"/>
                  </a:lnTo>
                  <a:lnTo>
                    <a:pt x="2168153" y="1377211"/>
                  </a:lnTo>
                  <a:lnTo>
                    <a:pt x="2168489" y="1377758"/>
                  </a:lnTo>
                  <a:lnTo>
                    <a:pt x="2168826" y="1377869"/>
                  </a:lnTo>
                  <a:lnTo>
                    <a:pt x="2169162" y="1378313"/>
                  </a:lnTo>
                  <a:lnTo>
                    <a:pt x="2169498" y="1378660"/>
                  </a:lnTo>
                  <a:lnTo>
                    <a:pt x="2169835" y="1378950"/>
                  </a:lnTo>
                  <a:lnTo>
                    <a:pt x="2170171" y="1378126"/>
                  </a:lnTo>
                  <a:lnTo>
                    <a:pt x="2170508" y="1376321"/>
                  </a:lnTo>
                  <a:lnTo>
                    <a:pt x="2170844" y="1374113"/>
                  </a:lnTo>
                  <a:lnTo>
                    <a:pt x="2171181" y="1371318"/>
                  </a:lnTo>
                  <a:lnTo>
                    <a:pt x="2171517" y="1367941"/>
                  </a:lnTo>
                  <a:lnTo>
                    <a:pt x="2171854" y="1362630"/>
                  </a:lnTo>
                  <a:lnTo>
                    <a:pt x="2172190" y="1356647"/>
                  </a:lnTo>
                  <a:lnTo>
                    <a:pt x="2172527" y="1350997"/>
                  </a:lnTo>
                  <a:lnTo>
                    <a:pt x="2172863" y="1345281"/>
                  </a:lnTo>
                  <a:lnTo>
                    <a:pt x="2173200" y="1339350"/>
                  </a:lnTo>
                  <a:lnTo>
                    <a:pt x="2173536" y="1333812"/>
                  </a:lnTo>
                  <a:lnTo>
                    <a:pt x="2173872" y="1328564"/>
                  </a:lnTo>
                  <a:lnTo>
                    <a:pt x="2174209" y="1322986"/>
                  </a:lnTo>
                  <a:lnTo>
                    <a:pt x="2174545" y="1317320"/>
                  </a:lnTo>
                  <a:lnTo>
                    <a:pt x="2174882" y="1311731"/>
                  </a:lnTo>
                  <a:lnTo>
                    <a:pt x="2175218" y="1307322"/>
                  </a:lnTo>
                  <a:lnTo>
                    <a:pt x="2175555" y="1303538"/>
                  </a:lnTo>
                  <a:lnTo>
                    <a:pt x="2175891" y="1300014"/>
                  </a:lnTo>
                  <a:lnTo>
                    <a:pt x="2176228" y="1297776"/>
                  </a:lnTo>
                  <a:lnTo>
                    <a:pt x="2176564" y="1296471"/>
                  </a:lnTo>
                  <a:lnTo>
                    <a:pt x="2176901" y="1296071"/>
                  </a:lnTo>
                  <a:lnTo>
                    <a:pt x="2177237" y="1295756"/>
                  </a:lnTo>
                  <a:lnTo>
                    <a:pt x="2177574" y="1295159"/>
                  </a:lnTo>
                  <a:lnTo>
                    <a:pt x="2177910" y="1294019"/>
                  </a:lnTo>
                  <a:lnTo>
                    <a:pt x="2178246" y="1293312"/>
                  </a:lnTo>
                  <a:lnTo>
                    <a:pt x="2178583" y="1293023"/>
                  </a:lnTo>
                  <a:lnTo>
                    <a:pt x="2178919" y="1292509"/>
                  </a:lnTo>
                  <a:lnTo>
                    <a:pt x="2179256" y="1291851"/>
                  </a:lnTo>
                  <a:lnTo>
                    <a:pt x="2179592" y="1291086"/>
                  </a:lnTo>
                  <a:lnTo>
                    <a:pt x="2179929" y="1290409"/>
                  </a:lnTo>
                  <a:lnTo>
                    <a:pt x="2180265" y="1289684"/>
                  </a:lnTo>
                  <a:lnTo>
                    <a:pt x="2180602" y="1288908"/>
                  </a:lnTo>
                  <a:lnTo>
                    <a:pt x="2180938" y="1288069"/>
                  </a:lnTo>
                  <a:lnTo>
                    <a:pt x="2181275" y="1287280"/>
                  </a:lnTo>
                  <a:lnTo>
                    <a:pt x="2181611" y="1285131"/>
                  </a:lnTo>
                  <a:lnTo>
                    <a:pt x="2181948" y="1283317"/>
                  </a:lnTo>
                  <a:lnTo>
                    <a:pt x="2182284" y="1281495"/>
                  </a:lnTo>
                  <a:lnTo>
                    <a:pt x="2182620" y="1280112"/>
                  </a:lnTo>
                  <a:lnTo>
                    <a:pt x="2182957" y="1279443"/>
                  </a:lnTo>
                  <a:lnTo>
                    <a:pt x="2183293" y="1279534"/>
                  </a:lnTo>
                  <a:lnTo>
                    <a:pt x="2183630" y="1280031"/>
                  </a:lnTo>
                  <a:lnTo>
                    <a:pt x="2183966" y="1280711"/>
                  </a:lnTo>
                  <a:lnTo>
                    <a:pt x="2184303" y="1282550"/>
                  </a:lnTo>
                  <a:lnTo>
                    <a:pt x="2184639" y="1284726"/>
                  </a:lnTo>
                  <a:lnTo>
                    <a:pt x="2184976" y="1286818"/>
                  </a:lnTo>
                  <a:lnTo>
                    <a:pt x="2185312" y="1288971"/>
                  </a:lnTo>
                  <a:lnTo>
                    <a:pt x="2185649" y="1292212"/>
                  </a:lnTo>
                  <a:lnTo>
                    <a:pt x="2185985" y="1295412"/>
                  </a:lnTo>
                  <a:lnTo>
                    <a:pt x="2186322" y="1298498"/>
                  </a:lnTo>
                  <a:lnTo>
                    <a:pt x="2186658" y="1301781"/>
                  </a:lnTo>
                  <a:lnTo>
                    <a:pt x="2186994" y="1305253"/>
                  </a:lnTo>
                  <a:lnTo>
                    <a:pt x="2187331" y="1308943"/>
                  </a:lnTo>
                  <a:lnTo>
                    <a:pt x="2187667" y="1312279"/>
                  </a:lnTo>
                  <a:lnTo>
                    <a:pt x="2188004" y="1315486"/>
                  </a:lnTo>
                  <a:lnTo>
                    <a:pt x="2188340" y="1318312"/>
                  </a:lnTo>
                  <a:lnTo>
                    <a:pt x="2188677" y="1320940"/>
                  </a:lnTo>
                  <a:lnTo>
                    <a:pt x="2189013" y="1324492"/>
                  </a:lnTo>
                  <a:lnTo>
                    <a:pt x="2189350" y="1328219"/>
                  </a:lnTo>
                  <a:lnTo>
                    <a:pt x="2189686" y="1332114"/>
                  </a:lnTo>
                  <a:lnTo>
                    <a:pt x="2190023" y="1336041"/>
                  </a:lnTo>
                  <a:lnTo>
                    <a:pt x="2190359" y="1339881"/>
                  </a:lnTo>
                  <a:lnTo>
                    <a:pt x="2190695" y="1342922"/>
                  </a:lnTo>
                  <a:lnTo>
                    <a:pt x="2191032" y="1346073"/>
                  </a:lnTo>
                  <a:lnTo>
                    <a:pt x="2191368" y="1349045"/>
                  </a:lnTo>
                  <a:lnTo>
                    <a:pt x="2191705" y="1351629"/>
                  </a:lnTo>
                  <a:lnTo>
                    <a:pt x="2192041" y="1354086"/>
                  </a:lnTo>
                  <a:lnTo>
                    <a:pt x="2192378" y="1355800"/>
                  </a:lnTo>
                  <a:lnTo>
                    <a:pt x="2192714" y="1356365"/>
                  </a:lnTo>
                  <a:lnTo>
                    <a:pt x="2193051" y="1355691"/>
                  </a:lnTo>
                  <a:lnTo>
                    <a:pt x="2193387" y="1354586"/>
                  </a:lnTo>
                  <a:lnTo>
                    <a:pt x="2193724" y="1353131"/>
                  </a:lnTo>
                  <a:lnTo>
                    <a:pt x="2194060" y="1350811"/>
                  </a:lnTo>
                  <a:lnTo>
                    <a:pt x="2194397" y="1349285"/>
                  </a:lnTo>
                  <a:lnTo>
                    <a:pt x="2194733" y="1347916"/>
                  </a:lnTo>
                  <a:lnTo>
                    <a:pt x="2195069" y="1346815"/>
                  </a:lnTo>
                  <a:lnTo>
                    <a:pt x="2195406" y="1345678"/>
                  </a:lnTo>
                  <a:lnTo>
                    <a:pt x="2195742" y="1345926"/>
                  </a:lnTo>
                  <a:lnTo>
                    <a:pt x="2196079" y="1345682"/>
                  </a:lnTo>
                  <a:lnTo>
                    <a:pt x="2196415" y="1346283"/>
                  </a:lnTo>
                  <a:lnTo>
                    <a:pt x="2196752" y="1345876"/>
                  </a:lnTo>
                  <a:lnTo>
                    <a:pt x="2197088" y="1345682"/>
                  </a:lnTo>
                  <a:lnTo>
                    <a:pt x="2197425" y="1347053"/>
                  </a:lnTo>
                  <a:lnTo>
                    <a:pt x="2197761" y="1349214"/>
                  </a:lnTo>
                  <a:lnTo>
                    <a:pt x="2198098" y="1351664"/>
                  </a:lnTo>
                  <a:lnTo>
                    <a:pt x="2198434" y="1354289"/>
                  </a:lnTo>
                  <a:lnTo>
                    <a:pt x="2198771" y="1357081"/>
                  </a:lnTo>
                  <a:lnTo>
                    <a:pt x="2199107" y="1360542"/>
                  </a:lnTo>
                  <a:lnTo>
                    <a:pt x="2199443" y="1363294"/>
                  </a:lnTo>
                  <a:lnTo>
                    <a:pt x="2199780" y="1365529"/>
                  </a:lnTo>
                  <a:lnTo>
                    <a:pt x="2200116" y="1368058"/>
                  </a:lnTo>
                  <a:lnTo>
                    <a:pt x="2200453" y="1370180"/>
                  </a:lnTo>
                  <a:lnTo>
                    <a:pt x="2200789" y="1371415"/>
                  </a:lnTo>
                  <a:lnTo>
                    <a:pt x="2201126" y="1373182"/>
                  </a:lnTo>
                  <a:lnTo>
                    <a:pt x="2201462" y="1373671"/>
                  </a:lnTo>
                  <a:lnTo>
                    <a:pt x="2201799" y="1374735"/>
                  </a:lnTo>
                  <a:lnTo>
                    <a:pt x="2202135" y="1375466"/>
                  </a:lnTo>
                  <a:lnTo>
                    <a:pt x="2202472" y="1376292"/>
                  </a:lnTo>
                  <a:lnTo>
                    <a:pt x="2202808" y="1376332"/>
                  </a:lnTo>
                  <a:lnTo>
                    <a:pt x="2203145" y="1377272"/>
                  </a:lnTo>
                  <a:lnTo>
                    <a:pt x="2203481" y="1378911"/>
                  </a:lnTo>
                  <a:lnTo>
                    <a:pt x="2203817" y="1380514"/>
                  </a:lnTo>
                  <a:lnTo>
                    <a:pt x="2204154" y="1379844"/>
                  </a:lnTo>
                  <a:lnTo>
                    <a:pt x="2204490" y="1379659"/>
                  </a:lnTo>
                  <a:lnTo>
                    <a:pt x="2204827" y="1380007"/>
                  </a:lnTo>
                  <a:lnTo>
                    <a:pt x="2205163" y="1380933"/>
                  </a:lnTo>
                  <a:lnTo>
                    <a:pt x="2205500" y="1381380"/>
                  </a:lnTo>
                  <a:lnTo>
                    <a:pt x="2205836" y="1382124"/>
                  </a:lnTo>
                  <a:lnTo>
                    <a:pt x="2206173" y="1382905"/>
                  </a:lnTo>
                  <a:lnTo>
                    <a:pt x="2206509" y="1384148"/>
                  </a:lnTo>
                  <a:lnTo>
                    <a:pt x="2206846" y="1385308"/>
                  </a:lnTo>
                  <a:lnTo>
                    <a:pt x="2207182" y="1386390"/>
                  </a:lnTo>
                  <a:lnTo>
                    <a:pt x="2207519" y="1387613"/>
                  </a:lnTo>
                  <a:lnTo>
                    <a:pt x="2207855" y="1388354"/>
                  </a:lnTo>
                  <a:lnTo>
                    <a:pt x="2208191" y="1389513"/>
                  </a:lnTo>
                  <a:lnTo>
                    <a:pt x="2208528" y="1390245"/>
                  </a:lnTo>
                  <a:lnTo>
                    <a:pt x="2208864" y="1390659"/>
                  </a:lnTo>
                  <a:lnTo>
                    <a:pt x="2209201" y="1390228"/>
                  </a:lnTo>
                  <a:lnTo>
                    <a:pt x="2209537" y="1390728"/>
                  </a:lnTo>
                  <a:lnTo>
                    <a:pt x="2209874" y="1391741"/>
                  </a:lnTo>
                  <a:lnTo>
                    <a:pt x="2210210" y="1391853"/>
                  </a:lnTo>
                  <a:lnTo>
                    <a:pt x="2210547" y="1391700"/>
                  </a:lnTo>
                  <a:lnTo>
                    <a:pt x="2210883" y="1391366"/>
                  </a:lnTo>
                  <a:lnTo>
                    <a:pt x="2211220" y="1390602"/>
                  </a:lnTo>
                  <a:lnTo>
                    <a:pt x="2211556" y="1389103"/>
                  </a:lnTo>
                  <a:lnTo>
                    <a:pt x="2211893" y="1386889"/>
                  </a:lnTo>
                  <a:lnTo>
                    <a:pt x="2212229" y="1384346"/>
                  </a:lnTo>
                  <a:lnTo>
                    <a:pt x="2212565" y="1380809"/>
                  </a:lnTo>
                  <a:lnTo>
                    <a:pt x="2212902" y="1376811"/>
                  </a:lnTo>
                  <a:lnTo>
                    <a:pt x="2213238" y="1371971"/>
                  </a:lnTo>
                  <a:lnTo>
                    <a:pt x="2213575" y="1365988"/>
                  </a:lnTo>
                  <a:lnTo>
                    <a:pt x="2213911" y="1360851"/>
                  </a:lnTo>
                  <a:lnTo>
                    <a:pt x="2214248" y="1355656"/>
                  </a:lnTo>
                  <a:lnTo>
                    <a:pt x="2214584" y="1348989"/>
                  </a:lnTo>
                  <a:lnTo>
                    <a:pt x="2214921" y="1341605"/>
                  </a:lnTo>
                  <a:lnTo>
                    <a:pt x="2215257" y="1333939"/>
                  </a:lnTo>
                  <a:lnTo>
                    <a:pt x="2215594" y="1325768"/>
                  </a:lnTo>
                  <a:lnTo>
                    <a:pt x="2215930" y="1317497"/>
                  </a:lnTo>
                  <a:lnTo>
                    <a:pt x="2216267" y="1309237"/>
                  </a:lnTo>
                  <a:lnTo>
                    <a:pt x="2216603" y="1300959"/>
                  </a:lnTo>
                  <a:lnTo>
                    <a:pt x="2216939" y="1293195"/>
                  </a:lnTo>
                  <a:lnTo>
                    <a:pt x="2217276" y="1286117"/>
                  </a:lnTo>
                  <a:lnTo>
                    <a:pt x="2217612" y="1279739"/>
                  </a:lnTo>
                  <a:lnTo>
                    <a:pt x="2217949" y="1274052"/>
                  </a:lnTo>
                  <a:lnTo>
                    <a:pt x="2218285" y="1268981"/>
                  </a:lnTo>
                  <a:lnTo>
                    <a:pt x="2218622" y="1265030"/>
                  </a:lnTo>
                  <a:lnTo>
                    <a:pt x="2218958" y="1260901"/>
                  </a:lnTo>
                  <a:lnTo>
                    <a:pt x="2219295" y="1258141"/>
                  </a:lnTo>
                  <a:lnTo>
                    <a:pt x="2219631" y="1255044"/>
                  </a:lnTo>
                  <a:lnTo>
                    <a:pt x="2219968" y="1252672"/>
                  </a:lnTo>
                  <a:lnTo>
                    <a:pt x="2220304" y="1250702"/>
                  </a:lnTo>
                  <a:lnTo>
                    <a:pt x="2220641" y="1249577"/>
                  </a:lnTo>
                  <a:lnTo>
                    <a:pt x="2220977" y="1248625"/>
                  </a:lnTo>
                  <a:lnTo>
                    <a:pt x="2221313" y="1247511"/>
                  </a:lnTo>
                  <a:lnTo>
                    <a:pt x="2221650" y="1245639"/>
                  </a:lnTo>
                  <a:lnTo>
                    <a:pt x="2221986" y="1242292"/>
                  </a:lnTo>
                  <a:lnTo>
                    <a:pt x="2222323" y="1238439"/>
                  </a:lnTo>
                  <a:lnTo>
                    <a:pt x="2222659" y="1233606"/>
                  </a:lnTo>
                  <a:lnTo>
                    <a:pt x="2222996" y="1228089"/>
                  </a:lnTo>
                  <a:lnTo>
                    <a:pt x="2223332" y="1221491"/>
                  </a:lnTo>
                  <a:lnTo>
                    <a:pt x="2223669" y="1213727"/>
                  </a:lnTo>
                  <a:lnTo>
                    <a:pt x="2224005" y="1204704"/>
                  </a:lnTo>
                  <a:lnTo>
                    <a:pt x="2224342" y="1194487"/>
                  </a:lnTo>
                  <a:lnTo>
                    <a:pt x="2224678" y="1183887"/>
                  </a:lnTo>
                  <a:lnTo>
                    <a:pt x="2225014" y="1171900"/>
                  </a:lnTo>
                  <a:lnTo>
                    <a:pt x="2225351" y="1161008"/>
                  </a:lnTo>
                  <a:lnTo>
                    <a:pt x="2225687" y="1149426"/>
                  </a:lnTo>
                  <a:lnTo>
                    <a:pt x="2226024" y="1136951"/>
                  </a:lnTo>
                  <a:lnTo>
                    <a:pt x="2226360" y="1125496"/>
                  </a:lnTo>
                  <a:lnTo>
                    <a:pt x="2226697" y="1115619"/>
                  </a:lnTo>
                  <a:lnTo>
                    <a:pt x="2227033" y="1105649"/>
                  </a:lnTo>
                  <a:lnTo>
                    <a:pt x="2227370" y="1096270"/>
                  </a:lnTo>
                  <a:lnTo>
                    <a:pt x="2227706" y="1087209"/>
                  </a:lnTo>
                  <a:lnTo>
                    <a:pt x="2228043" y="1078984"/>
                  </a:lnTo>
                  <a:lnTo>
                    <a:pt x="2228379" y="1071077"/>
                  </a:lnTo>
                  <a:lnTo>
                    <a:pt x="2228716" y="1065046"/>
                  </a:lnTo>
                  <a:lnTo>
                    <a:pt x="2229052" y="1058936"/>
                  </a:lnTo>
                  <a:lnTo>
                    <a:pt x="2229388" y="1054092"/>
                  </a:lnTo>
                  <a:lnTo>
                    <a:pt x="2229725" y="1049722"/>
                  </a:lnTo>
                  <a:lnTo>
                    <a:pt x="2230061" y="1046565"/>
                  </a:lnTo>
                  <a:lnTo>
                    <a:pt x="2230398" y="1043890"/>
                  </a:lnTo>
                  <a:lnTo>
                    <a:pt x="2230734" y="1041031"/>
                  </a:lnTo>
                  <a:lnTo>
                    <a:pt x="2231071" y="1037978"/>
                  </a:lnTo>
                  <a:lnTo>
                    <a:pt x="2231407" y="1034790"/>
                  </a:lnTo>
                  <a:lnTo>
                    <a:pt x="2231744" y="1031832"/>
                  </a:lnTo>
                  <a:lnTo>
                    <a:pt x="2232080" y="1028852"/>
                  </a:lnTo>
                  <a:lnTo>
                    <a:pt x="2232417" y="1025775"/>
                  </a:lnTo>
                  <a:lnTo>
                    <a:pt x="2232753" y="1023330"/>
                  </a:lnTo>
                  <a:lnTo>
                    <a:pt x="2233090" y="1019925"/>
                  </a:lnTo>
                  <a:lnTo>
                    <a:pt x="2233426" y="1015280"/>
                  </a:lnTo>
                  <a:lnTo>
                    <a:pt x="2233762" y="1010073"/>
                  </a:lnTo>
                  <a:lnTo>
                    <a:pt x="2234099" y="1003920"/>
                  </a:lnTo>
                  <a:lnTo>
                    <a:pt x="2234435" y="997156"/>
                  </a:lnTo>
                  <a:lnTo>
                    <a:pt x="2234772" y="990175"/>
                  </a:lnTo>
                  <a:lnTo>
                    <a:pt x="2235108" y="982901"/>
                  </a:lnTo>
                  <a:lnTo>
                    <a:pt x="2235445" y="976119"/>
                  </a:lnTo>
                  <a:lnTo>
                    <a:pt x="2235781" y="970597"/>
                  </a:lnTo>
                  <a:lnTo>
                    <a:pt x="2236118" y="967365"/>
                  </a:lnTo>
                  <a:lnTo>
                    <a:pt x="2236454" y="965973"/>
                  </a:lnTo>
                  <a:lnTo>
                    <a:pt x="2236791" y="965542"/>
                  </a:lnTo>
                  <a:lnTo>
                    <a:pt x="2237127" y="965373"/>
                  </a:lnTo>
                  <a:lnTo>
                    <a:pt x="2237464" y="966274"/>
                  </a:lnTo>
                  <a:lnTo>
                    <a:pt x="2237800" y="967444"/>
                  </a:lnTo>
                  <a:lnTo>
                    <a:pt x="2238136" y="969023"/>
                  </a:lnTo>
                  <a:lnTo>
                    <a:pt x="2238473" y="971519"/>
                  </a:lnTo>
                  <a:lnTo>
                    <a:pt x="2238809" y="974126"/>
                  </a:lnTo>
                  <a:lnTo>
                    <a:pt x="2239146" y="977807"/>
                  </a:lnTo>
                  <a:lnTo>
                    <a:pt x="2239482" y="981532"/>
                  </a:lnTo>
                  <a:lnTo>
                    <a:pt x="2239819" y="984914"/>
                  </a:lnTo>
                  <a:lnTo>
                    <a:pt x="2240155" y="987717"/>
                  </a:lnTo>
                  <a:lnTo>
                    <a:pt x="2240492" y="990586"/>
                  </a:lnTo>
                  <a:lnTo>
                    <a:pt x="2240828" y="993275"/>
                  </a:lnTo>
                  <a:lnTo>
                    <a:pt x="2241165" y="995141"/>
                  </a:lnTo>
                  <a:lnTo>
                    <a:pt x="2241501" y="995597"/>
                  </a:lnTo>
                  <a:lnTo>
                    <a:pt x="2241838" y="995784"/>
                  </a:lnTo>
                  <a:lnTo>
                    <a:pt x="2242174" y="994007"/>
                  </a:lnTo>
                  <a:lnTo>
                    <a:pt x="2242510" y="990940"/>
                  </a:lnTo>
                  <a:lnTo>
                    <a:pt x="2242847" y="986128"/>
                  </a:lnTo>
                  <a:lnTo>
                    <a:pt x="2243183" y="978084"/>
                  </a:lnTo>
                  <a:lnTo>
                    <a:pt x="2243520" y="966902"/>
                  </a:lnTo>
                  <a:lnTo>
                    <a:pt x="2243856" y="957009"/>
                  </a:lnTo>
                  <a:lnTo>
                    <a:pt x="2244193" y="948411"/>
                  </a:lnTo>
                  <a:lnTo>
                    <a:pt x="2244529" y="941341"/>
                  </a:lnTo>
                  <a:lnTo>
                    <a:pt x="2244866" y="934820"/>
                  </a:lnTo>
                  <a:lnTo>
                    <a:pt x="2245202" y="930391"/>
                  </a:lnTo>
                  <a:lnTo>
                    <a:pt x="2245539" y="926844"/>
                  </a:lnTo>
                  <a:lnTo>
                    <a:pt x="2245875" y="923430"/>
                  </a:lnTo>
                  <a:lnTo>
                    <a:pt x="2246212" y="920491"/>
                  </a:lnTo>
                  <a:lnTo>
                    <a:pt x="2246548" y="917836"/>
                  </a:lnTo>
                  <a:lnTo>
                    <a:pt x="2246884" y="914678"/>
                  </a:lnTo>
                  <a:lnTo>
                    <a:pt x="2247221" y="910754"/>
                  </a:lnTo>
                  <a:lnTo>
                    <a:pt x="2247557" y="906769"/>
                  </a:lnTo>
                  <a:lnTo>
                    <a:pt x="2247894" y="903464"/>
                  </a:lnTo>
                  <a:lnTo>
                    <a:pt x="2248230" y="900929"/>
                  </a:lnTo>
                  <a:lnTo>
                    <a:pt x="2248567" y="899174"/>
                  </a:lnTo>
                  <a:lnTo>
                    <a:pt x="2248903" y="897565"/>
                  </a:lnTo>
                  <a:lnTo>
                    <a:pt x="2249240" y="895185"/>
                  </a:lnTo>
                  <a:lnTo>
                    <a:pt x="2249576" y="892618"/>
                  </a:lnTo>
                  <a:lnTo>
                    <a:pt x="2249913" y="889739"/>
                  </a:lnTo>
                  <a:lnTo>
                    <a:pt x="2250249" y="886908"/>
                  </a:lnTo>
                  <a:lnTo>
                    <a:pt x="2250586" y="884016"/>
                  </a:lnTo>
                  <a:lnTo>
                    <a:pt x="2250922" y="881101"/>
                  </a:lnTo>
                  <a:lnTo>
                    <a:pt x="2251258" y="877337"/>
                  </a:lnTo>
                  <a:lnTo>
                    <a:pt x="2251595" y="872464"/>
                  </a:lnTo>
                  <a:lnTo>
                    <a:pt x="2251931" y="867066"/>
                  </a:lnTo>
                  <a:lnTo>
                    <a:pt x="2252268" y="862335"/>
                  </a:lnTo>
                  <a:lnTo>
                    <a:pt x="2252604" y="857365"/>
                  </a:lnTo>
                  <a:lnTo>
                    <a:pt x="2252941" y="851644"/>
                  </a:lnTo>
                  <a:lnTo>
                    <a:pt x="2253277" y="845175"/>
                  </a:lnTo>
                  <a:lnTo>
                    <a:pt x="2253614" y="838793"/>
                  </a:lnTo>
                  <a:lnTo>
                    <a:pt x="2253950" y="832755"/>
                  </a:lnTo>
                  <a:lnTo>
                    <a:pt x="2254287" y="825796"/>
                  </a:lnTo>
                  <a:lnTo>
                    <a:pt x="2254623" y="818911"/>
                  </a:lnTo>
                  <a:lnTo>
                    <a:pt x="2254960" y="812139"/>
                  </a:lnTo>
                  <a:lnTo>
                    <a:pt x="2255296" y="805048"/>
                  </a:lnTo>
                  <a:lnTo>
                    <a:pt x="2255632" y="797544"/>
                  </a:lnTo>
                  <a:lnTo>
                    <a:pt x="2255969" y="790316"/>
                  </a:lnTo>
                  <a:lnTo>
                    <a:pt x="2256305" y="783285"/>
                  </a:lnTo>
                  <a:lnTo>
                    <a:pt x="2256642" y="776452"/>
                  </a:lnTo>
                  <a:lnTo>
                    <a:pt x="2256978" y="770041"/>
                  </a:lnTo>
                  <a:lnTo>
                    <a:pt x="2257315" y="763201"/>
                  </a:lnTo>
                  <a:lnTo>
                    <a:pt x="2257651" y="756508"/>
                  </a:lnTo>
                  <a:lnTo>
                    <a:pt x="2257988" y="750472"/>
                  </a:lnTo>
                  <a:lnTo>
                    <a:pt x="2258324" y="745152"/>
                  </a:lnTo>
                  <a:lnTo>
                    <a:pt x="2258661" y="739730"/>
                  </a:lnTo>
                  <a:lnTo>
                    <a:pt x="2258997" y="736182"/>
                  </a:lnTo>
                  <a:lnTo>
                    <a:pt x="2259333" y="733557"/>
                  </a:lnTo>
                  <a:lnTo>
                    <a:pt x="2259670" y="731529"/>
                  </a:lnTo>
                  <a:lnTo>
                    <a:pt x="2260006" y="731171"/>
                  </a:lnTo>
                  <a:lnTo>
                    <a:pt x="2260343" y="732426"/>
                  </a:lnTo>
                  <a:lnTo>
                    <a:pt x="2260679" y="735307"/>
                  </a:lnTo>
                  <a:lnTo>
                    <a:pt x="2261016" y="738721"/>
                  </a:lnTo>
                  <a:lnTo>
                    <a:pt x="2261352" y="743131"/>
                  </a:lnTo>
                  <a:lnTo>
                    <a:pt x="2261689" y="747511"/>
                  </a:lnTo>
                  <a:lnTo>
                    <a:pt x="2262025" y="752355"/>
                  </a:lnTo>
                  <a:lnTo>
                    <a:pt x="2262362" y="757520"/>
                  </a:lnTo>
                  <a:lnTo>
                    <a:pt x="2262698" y="763119"/>
                  </a:lnTo>
                  <a:lnTo>
                    <a:pt x="2263035" y="768542"/>
                  </a:lnTo>
                  <a:lnTo>
                    <a:pt x="2263371" y="774465"/>
                  </a:lnTo>
                  <a:lnTo>
                    <a:pt x="2263707" y="779811"/>
                  </a:lnTo>
                  <a:lnTo>
                    <a:pt x="2264044" y="785659"/>
                  </a:lnTo>
                  <a:lnTo>
                    <a:pt x="2264380" y="791394"/>
                  </a:lnTo>
                  <a:lnTo>
                    <a:pt x="2264717" y="796147"/>
                  </a:lnTo>
                  <a:lnTo>
                    <a:pt x="2265053" y="800751"/>
                  </a:lnTo>
                  <a:lnTo>
                    <a:pt x="2265390" y="804661"/>
                  </a:lnTo>
                  <a:lnTo>
                    <a:pt x="2265726" y="807922"/>
                  </a:lnTo>
                  <a:lnTo>
                    <a:pt x="2266063" y="810089"/>
                  </a:lnTo>
                  <a:lnTo>
                    <a:pt x="2266399" y="812353"/>
                  </a:lnTo>
                  <a:lnTo>
                    <a:pt x="2266736" y="814011"/>
                  </a:lnTo>
                  <a:lnTo>
                    <a:pt x="2267072" y="815814"/>
                  </a:lnTo>
                  <a:lnTo>
                    <a:pt x="2267409" y="816706"/>
                  </a:lnTo>
                  <a:lnTo>
                    <a:pt x="2267745" y="817271"/>
                  </a:lnTo>
                  <a:lnTo>
                    <a:pt x="2268081" y="818229"/>
                  </a:lnTo>
                  <a:lnTo>
                    <a:pt x="2268418" y="817647"/>
                  </a:lnTo>
                  <a:lnTo>
                    <a:pt x="2268754" y="817101"/>
                  </a:lnTo>
                  <a:lnTo>
                    <a:pt x="2269091" y="815646"/>
                  </a:lnTo>
                  <a:lnTo>
                    <a:pt x="2269427" y="813323"/>
                  </a:lnTo>
                  <a:lnTo>
                    <a:pt x="2269764" y="809901"/>
                  </a:lnTo>
                  <a:lnTo>
                    <a:pt x="2270100" y="805663"/>
                  </a:lnTo>
                  <a:lnTo>
                    <a:pt x="2270437" y="800885"/>
                  </a:lnTo>
                  <a:lnTo>
                    <a:pt x="2270773" y="795800"/>
                  </a:lnTo>
                  <a:lnTo>
                    <a:pt x="2271110" y="791520"/>
                  </a:lnTo>
                  <a:lnTo>
                    <a:pt x="2271446" y="788207"/>
                  </a:lnTo>
                  <a:lnTo>
                    <a:pt x="2271783" y="784366"/>
                  </a:lnTo>
                  <a:lnTo>
                    <a:pt x="2272119" y="780341"/>
                  </a:lnTo>
                  <a:lnTo>
                    <a:pt x="2272455" y="774838"/>
                  </a:lnTo>
                  <a:lnTo>
                    <a:pt x="2272792" y="769731"/>
                  </a:lnTo>
                  <a:lnTo>
                    <a:pt x="2273128" y="764483"/>
                  </a:lnTo>
                  <a:lnTo>
                    <a:pt x="2273465" y="759981"/>
                  </a:lnTo>
                  <a:lnTo>
                    <a:pt x="2273801" y="754579"/>
                  </a:lnTo>
                  <a:lnTo>
                    <a:pt x="2274138" y="749704"/>
                  </a:lnTo>
                  <a:lnTo>
                    <a:pt x="2274474" y="746041"/>
                  </a:lnTo>
                  <a:lnTo>
                    <a:pt x="2274811" y="742598"/>
                  </a:lnTo>
                  <a:lnTo>
                    <a:pt x="2275147" y="741171"/>
                  </a:lnTo>
                  <a:lnTo>
                    <a:pt x="2275484" y="740287"/>
                  </a:lnTo>
                  <a:lnTo>
                    <a:pt x="2275820" y="740735"/>
                  </a:lnTo>
                  <a:lnTo>
                    <a:pt x="2276157" y="741035"/>
                  </a:lnTo>
                  <a:lnTo>
                    <a:pt x="2276493" y="742793"/>
                  </a:lnTo>
                  <a:lnTo>
                    <a:pt x="2276829" y="744309"/>
                  </a:lnTo>
                  <a:lnTo>
                    <a:pt x="2277166" y="744739"/>
                  </a:lnTo>
                  <a:lnTo>
                    <a:pt x="2277502" y="745420"/>
                  </a:lnTo>
                  <a:lnTo>
                    <a:pt x="2277839" y="747294"/>
                  </a:lnTo>
                  <a:lnTo>
                    <a:pt x="2278175" y="749045"/>
                  </a:lnTo>
                  <a:lnTo>
                    <a:pt x="2278512" y="750489"/>
                  </a:lnTo>
                  <a:lnTo>
                    <a:pt x="2278848" y="751225"/>
                  </a:lnTo>
                  <a:lnTo>
                    <a:pt x="2279185" y="751513"/>
                  </a:lnTo>
                  <a:lnTo>
                    <a:pt x="2279521" y="751921"/>
                  </a:lnTo>
                  <a:lnTo>
                    <a:pt x="2279858" y="751559"/>
                  </a:lnTo>
                  <a:lnTo>
                    <a:pt x="2280194" y="751975"/>
                  </a:lnTo>
                  <a:lnTo>
                    <a:pt x="2280531" y="752301"/>
                  </a:lnTo>
                  <a:lnTo>
                    <a:pt x="2280867" y="752427"/>
                  </a:lnTo>
                  <a:lnTo>
                    <a:pt x="2281203" y="751414"/>
                  </a:lnTo>
                  <a:lnTo>
                    <a:pt x="2281540" y="750824"/>
                  </a:lnTo>
                  <a:lnTo>
                    <a:pt x="2281876" y="751800"/>
                  </a:lnTo>
                  <a:lnTo>
                    <a:pt x="2282213" y="753814"/>
                  </a:lnTo>
                  <a:lnTo>
                    <a:pt x="2282549" y="757131"/>
                  </a:lnTo>
                  <a:lnTo>
                    <a:pt x="2282886" y="761701"/>
                  </a:lnTo>
                  <a:lnTo>
                    <a:pt x="2283222" y="766804"/>
                  </a:lnTo>
                  <a:lnTo>
                    <a:pt x="2283559" y="772083"/>
                  </a:lnTo>
                  <a:lnTo>
                    <a:pt x="2283895" y="778753"/>
                  </a:lnTo>
                  <a:lnTo>
                    <a:pt x="2284232" y="785754"/>
                  </a:lnTo>
                  <a:lnTo>
                    <a:pt x="2284568" y="793464"/>
                  </a:lnTo>
                  <a:lnTo>
                    <a:pt x="2284905" y="801247"/>
                  </a:lnTo>
                  <a:lnTo>
                    <a:pt x="2285241" y="809047"/>
                  </a:lnTo>
                  <a:lnTo>
                    <a:pt x="2285577" y="816766"/>
                  </a:lnTo>
                  <a:lnTo>
                    <a:pt x="2285914" y="823640"/>
                  </a:lnTo>
                  <a:lnTo>
                    <a:pt x="2286250" y="830586"/>
                  </a:lnTo>
                  <a:lnTo>
                    <a:pt x="2286587" y="836607"/>
                  </a:lnTo>
                  <a:lnTo>
                    <a:pt x="2286923" y="841872"/>
                  </a:lnTo>
                  <a:lnTo>
                    <a:pt x="2287260" y="845465"/>
                  </a:lnTo>
                  <a:lnTo>
                    <a:pt x="2287596" y="848465"/>
                  </a:lnTo>
                  <a:lnTo>
                    <a:pt x="2287933" y="850498"/>
                  </a:lnTo>
                  <a:lnTo>
                    <a:pt x="2288269" y="851864"/>
                  </a:lnTo>
                  <a:lnTo>
                    <a:pt x="2288606" y="853598"/>
                  </a:lnTo>
                  <a:lnTo>
                    <a:pt x="2288942" y="856211"/>
                  </a:lnTo>
                  <a:lnTo>
                    <a:pt x="2289279" y="860808"/>
                  </a:lnTo>
                  <a:lnTo>
                    <a:pt x="2289615" y="865932"/>
                  </a:lnTo>
                  <a:lnTo>
                    <a:pt x="2289951" y="871631"/>
                  </a:lnTo>
                  <a:lnTo>
                    <a:pt x="2290288" y="877642"/>
                  </a:lnTo>
                  <a:lnTo>
                    <a:pt x="2290624" y="884373"/>
                  </a:lnTo>
                  <a:lnTo>
                    <a:pt x="2290961" y="891497"/>
                  </a:lnTo>
                  <a:lnTo>
                    <a:pt x="2291297" y="899491"/>
                  </a:lnTo>
                  <a:lnTo>
                    <a:pt x="2291634" y="908264"/>
                  </a:lnTo>
                  <a:lnTo>
                    <a:pt x="2291970" y="917751"/>
                  </a:lnTo>
                  <a:lnTo>
                    <a:pt x="2292307" y="928870"/>
                  </a:lnTo>
                  <a:lnTo>
                    <a:pt x="2292643" y="939052"/>
                  </a:lnTo>
                  <a:lnTo>
                    <a:pt x="2292980" y="949791"/>
                  </a:lnTo>
                  <a:lnTo>
                    <a:pt x="2293316" y="962548"/>
                  </a:lnTo>
                  <a:lnTo>
                    <a:pt x="2293652" y="973687"/>
                  </a:lnTo>
                  <a:lnTo>
                    <a:pt x="2293989" y="983055"/>
                  </a:lnTo>
                  <a:lnTo>
                    <a:pt x="2294325" y="992250"/>
                  </a:lnTo>
                  <a:lnTo>
                    <a:pt x="2294662" y="1000786"/>
                  </a:lnTo>
                  <a:lnTo>
                    <a:pt x="2294998" y="1008525"/>
                  </a:lnTo>
                  <a:lnTo>
                    <a:pt x="2295335" y="1015368"/>
                  </a:lnTo>
                  <a:lnTo>
                    <a:pt x="2295671" y="1022051"/>
                  </a:lnTo>
                  <a:lnTo>
                    <a:pt x="2296008" y="1027369"/>
                  </a:lnTo>
                  <a:lnTo>
                    <a:pt x="2296344" y="1032505"/>
                  </a:lnTo>
                  <a:lnTo>
                    <a:pt x="2296681" y="1036897"/>
                  </a:lnTo>
                  <a:lnTo>
                    <a:pt x="2297017" y="1041673"/>
                  </a:lnTo>
                  <a:lnTo>
                    <a:pt x="2297354" y="1044382"/>
                  </a:lnTo>
                  <a:lnTo>
                    <a:pt x="2297690" y="1045660"/>
                  </a:lnTo>
                  <a:lnTo>
                    <a:pt x="2298026" y="1046964"/>
                  </a:lnTo>
                  <a:lnTo>
                    <a:pt x="2298363" y="1048312"/>
                  </a:lnTo>
                  <a:lnTo>
                    <a:pt x="2298699" y="1048920"/>
                  </a:lnTo>
                  <a:lnTo>
                    <a:pt x="2299036" y="1049339"/>
                  </a:lnTo>
                  <a:lnTo>
                    <a:pt x="2299372" y="1050517"/>
                  </a:lnTo>
                  <a:lnTo>
                    <a:pt x="2299709" y="1052040"/>
                  </a:lnTo>
                  <a:lnTo>
                    <a:pt x="2300045" y="1054685"/>
                  </a:lnTo>
                  <a:lnTo>
                    <a:pt x="2300382" y="1058286"/>
                  </a:lnTo>
                  <a:lnTo>
                    <a:pt x="2300718" y="1062579"/>
                  </a:lnTo>
                  <a:lnTo>
                    <a:pt x="2301055" y="1067281"/>
                  </a:lnTo>
                  <a:lnTo>
                    <a:pt x="2301391" y="1072585"/>
                  </a:lnTo>
                  <a:lnTo>
                    <a:pt x="2301728" y="1077830"/>
                  </a:lnTo>
                  <a:lnTo>
                    <a:pt x="2302064" y="1083241"/>
                  </a:lnTo>
                  <a:lnTo>
                    <a:pt x="2302400" y="1090074"/>
                  </a:lnTo>
                  <a:lnTo>
                    <a:pt x="2302737" y="1097603"/>
                  </a:lnTo>
                  <a:lnTo>
                    <a:pt x="2303073" y="1104893"/>
                  </a:lnTo>
                  <a:lnTo>
                    <a:pt x="2303410" y="1110985"/>
                  </a:lnTo>
                  <a:lnTo>
                    <a:pt x="2303746" y="1115747"/>
                  </a:lnTo>
                  <a:lnTo>
                    <a:pt x="2304083" y="1120167"/>
                  </a:lnTo>
                  <a:lnTo>
                    <a:pt x="2304419" y="1124834"/>
                  </a:lnTo>
                  <a:lnTo>
                    <a:pt x="2304756" y="1129125"/>
                  </a:lnTo>
                  <a:lnTo>
                    <a:pt x="2305092" y="1133238"/>
                  </a:lnTo>
                  <a:lnTo>
                    <a:pt x="2305429" y="1137082"/>
                  </a:lnTo>
                  <a:lnTo>
                    <a:pt x="2305765" y="1139587"/>
                  </a:lnTo>
                  <a:lnTo>
                    <a:pt x="2306102" y="1142046"/>
                  </a:lnTo>
                  <a:lnTo>
                    <a:pt x="2306438" y="1144724"/>
                  </a:lnTo>
                  <a:lnTo>
                    <a:pt x="2306774" y="1147601"/>
                  </a:lnTo>
                  <a:lnTo>
                    <a:pt x="2307111" y="1150399"/>
                  </a:lnTo>
                  <a:lnTo>
                    <a:pt x="2307447" y="1153708"/>
                  </a:lnTo>
                  <a:lnTo>
                    <a:pt x="2307784" y="1156679"/>
                  </a:lnTo>
                  <a:lnTo>
                    <a:pt x="2308120" y="1158864"/>
                  </a:lnTo>
                  <a:lnTo>
                    <a:pt x="2308457" y="1161010"/>
                  </a:lnTo>
                  <a:lnTo>
                    <a:pt x="2308793" y="1163887"/>
                  </a:lnTo>
                  <a:lnTo>
                    <a:pt x="2309130" y="1166663"/>
                  </a:lnTo>
                  <a:lnTo>
                    <a:pt x="2309466" y="1171641"/>
                  </a:lnTo>
                  <a:lnTo>
                    <a:pt x="2309803" y="1177950"/>
                  </a:lnTo>
                  <a:lnTo>
                    <a:pt x="2310139" y="1186920"/>
                  </a:lnTo>
                  <a:lnTo>
                    <a:pt x="2310476" y="1199024"/>
                  </a:lnTo>
                  <a:lnTo>
                    <a:pt x="2310812" y="1212496"/>
                  </a:lnTo>
                  <a:lnTo>
                    <a:pt x="2311148" y="1224675"/>
                  </a:lnTo>
                  <a:lnTo>
                    <a:pt x="2311485" y="1234380"/>
                  </a:lnTo>
                  <a:lnTo>
                    <a:pt x="2311821" y="1242476"/>
                  </a:lnTo>
                  <a:lnTo>
                    <a:pt x="2312158" y="1250695"/>
                  </a:lnTo>
                  <a:lnTo>
                    <a:pt x="2312494" y="1256424"/>
                  </a:lnTo>
                  <a:lnTo>
                    <a:pt x="2312831" y="1260946"/>
                  </a:lnTo>
                  <a:lnTo>
                    <a:pt x="2313167" y="1265346"/>
                  </a:lnTo>
                  <a:lnTo>
                    <a:pt x="2313504" y="1269171"/>
                  </a:lnTo>
                  <a:lnTo>
                    <a:pt x="2313840" y="1273289"/>
                  </a:lnTo>
                  <a:lnTo>
                    <a:pt x="2314177" y="1277992"/>
                  </a:lnTo>
                  <a:lnTo>
                    <a:pt x="2314513" y="1283397"/>
                  </a:lnTo>
                  <a:lnTo>
                    <a:pt x="2314850" y="1288291"/>
                  </a:lnTo>
                  <a:lnTo>
                    <a:pt x="2315186" y="1291977"/>
                  </a:lnTo>
                  <a:lnTo>
                    <a:pt x="2315522" y="1294202"/>
                  </a:lnTo>
                  <a:lnTo>
                    <a:pt x="2315859" y="1295341"/>
                  </a:lnTo>
                  <a:lnTo>
                    <a:pt x="2316195" y="1296766"/>
                  </a:lnTo>
                  <a:lnTo>
                    <a:pt x="2316532" y="1298534"/>
                  </a:lnTo>
                  <a:lnTo>
                    <a:pt x="2316868" y="1300312"/>
                  </a:lnTo>
                  <a:lnTo>
                    <a:pt x="2317205" y="1301757"/>
                  </a:lnTo>
                  <a:lnTo>
                    <a:pt x="2317541" y="1302716"/>
                  </a:lnTo>
                  <a:lnTo>
                    <a:pt x="2317878" y="1303153"/>
                  </a:lnTo>
                  <a:lnTo>
                    <a:pt x="2318214" y="1302637"/>
                  </a:lnTo>
                  <a:lnTo>
                    <a:pt x="2318551" y="1302128"/>
                  </a:lnTo>
                  <a:lnTo>
                    <a:pt x="2318887" y="1300905"/>
                  </a:lnTo>
                  <a:lnTo>
                    <a:pt x="2319224" y="1298746"/>
                  </a:lnTo>
                  <a:lnTo>
                    <a:pt x="2319560" y="1295731"/>
                  </a:lnTo>
                  <a:lnTo>
                    <a:pt x="2319896" y="1293113"/>
                  </a:lnTo>
                  <a:lnTo>
                    <a:pt x="2320233" y="1289941"/>
                  </a:lnTo>
                  <a:lnTo>
                    <a:pt x="2320569" y="1288242"/>
                  </a:lnTo>
                  <a:lnTo>
                    <a:pt x="2320906" y="1286205"/>
                  </a:lnTo>
                  <a:lnTo>
                    <a:pt x="2321242" y="1283338"/>
                  </a:lnTo>
                  <a:lnTo>
                    <a:pt x="2321579" y="1280826"/>
                  </a:lnTo>
                  <a:lnTo>
                    <a:pt x="2321915" y="1278056"/>
                  </a:lnTo>
                  <a:lnTo>
                    <a:pt x="2322252" y="1275089"/>
                  </a:lnTo>
                  <a:lnTo>
                    <a:pt x="2322588" y="1271883"/>
                  </a:lnTo>
                  <a:lnTo>
                    <a:pt x="2322925" y="1268494"/>
                  </a:lnTo>
                  <a:lnTo>
                    <a:pt x="2323261" y="1264232"/>
                  </a:lnTo>
                  <a:lnTo>
                    <a:pt x="2323597" y="1259393"/>
                  </a:lnTo>
                  <a:lnTo>
                    <a:pt x="2323934" y="1254696"/>
                  </a:lnTo>
                  <a:lnTo>
                    <a:pt x="2324270" y="1249855"/>
                  </a:lnTo>
                  <a:lnTo>
                    <a:pt x="2324607" y="1245910"/>
                  </a:lnTo>
                  <a:lnTo>
                    <a:pt x="2324943" y="1241660"/>
                  </a:lnTo>
                  <a:lnTo>
                    <a:pt x="2325280" y="1237199"/>
                  </a:lnTo>
                  <a:lnTo>
                    <a:pt x="2325616" y="1231709"/>
                  </a:lnTo>
                  <a:lnTo>
                    <a:pt x="2325953" y="1226715"/>
                  </a:lnTo>
                  <a:lnTo>
                    <a:pt x="2326289" y="1220702"/>
                  </a:lnTo>
                  <a:lnTo>
                    <a:pt x="2326626" y="1214735"/>
                  </a:lnTo>
                  <a:lnTo>
                    <a:pt x="2326962" y="1208198"/>
                  </a:lnTo>
                  <a:lnTo>
                    <a:pt x="2327299" y="1200736"/>
                  </a:lnTo>
                  <a:lnTo>
                    <a:pt x="2327635" y="1193146"/>
                  </a:lnTo>
                  <a:lnTo>
                    <a:pt x="2327971" y="1185320"/>
                  </a:lnTo>
                  <a:lnTo>
                    <a:pt x="2328308" y="1177787"/>
                  </a:lnTo>
                  <a:lnTo>
                    <a:pt x="2328644" y="1171334"/>
                  </a:lnTo>
                  <a:lnTo>
                    <a:pt x="2328981" y="1165598"/>
                  </a:lnTo>
                  <a:lnTo>
                    <a:pt x="2329317" y="1159491"/>
                  </a:lnTo>
                  <a:lnTo>
                    <a:pt x="2329654" y="1153253"/>
                  </a:lnTo>
                  <a:lnTo>
                    <a:pt x="2329990" y="1146786"/>
                  </a:lnTo>
                  <a:lnTo>
                    <a:pt x="2330327" y="1139726"/>
                  </a:lnTo>
                  <a:lnTo>
                    <a:pt x="2330663" y="1133445"/>
                  </a:lnTo>
                  <a:lnTo>
                    <a:pt x="2331000" y="1127536"/>
                  </a:lnTo>
                  <a:lnTo>
                    <a:pt x="2331336" y="1122242"/>
                  </a:lnTo>
                  <a:lnTo>
                    <a:pt x="2331673" y="1117048"/>
                  </a:lnTo>
                  <a:lnTo>
                    <a:pt x="2332009" y="1112228"/>
                  </a:lnTo>
                  <a:lnTo>
                    <a:pt x="2332345" y="1107085"/>
                  </a:lnTo>
                  <a:lnTo>
                    <a:pt x="2332682" y="1103924"/>
                  </a:lnTo>
                  <a:lnTo>
                    <a:pt x="2333018" y="1102126"/>
                  </a:lnTo>
                  <a:lnTo>
                    <a:pt x="2333355" y="1102470"/>
                  </a:lnTo>
                  <a:lnTo>
                    <a:pt x="2333691" y="1102952"/>
                  </a:lnTo>
                  <a:lnTo>
                    <a:pt x="2334028" y="1104267"/>
                  </a:lnTo>
                  <a:lnTo>
                    <a:pt x="2334364" y="1105839"/>
                  </a:lnTo>
                  <a:lnTo>
                    <a:pt x="2334701" y="1109015"/>
                  </a:lnTo>
                  <a:lnTo>
                    <a:pt x="2335037" y="1113982"/>
                  </a:lnTo>
                  <a:lnTo>
                    <a:pt x="2335374" y="1119173"/>
                  </a:lnTo>
                  <a:lnTo>
                    <a:pt x="2335710" y="1124900"/>
                  </a:lnTo>
                  <a:lnTo>
                    <a:pt x="2336047" y="1130107"/>
                  </a:lnTo>
                  <a:lnTo>
                    <a:pt x="2336383" y="1134097"/>
                  </a:lnTo>
                  <a:lnTo>
                    <a:pt x="2336719" y="1137854"/>
                  </a:lnTo>
                  <a:lnTo>
                    <a:pt x="2337056" y="1141813"/>
                  </a:lnTo>
                  <a:lnTo>
                    <a:pt x="2337392" y="1144997"/>
                  </a:lnTo>
                  <a:lnTo>
                    <a:pt x="2337729" y="1147463"/>
                  </a:lnTo>
                  <a:lnTo>
                    <a:pt x="2338065" y="1149174"/>
                  </a:lnTo>
                  <a:lnTo>
                    <a:pt x="2338402" y="1149977"/>
                  </a:lnTo>
                  <a:lnTo>
                    <a:pt x="2338738" y="1151193"/>
                  </a:lnTo>
                  <a:lnTo>
                    <a:pt x="2339075" y="1153337"/>
                  </a:lnTo>
                  <a:lnTo>
                    <a:pt x="2339411" y="1155384"/>
                  </a:lnTo>
                  <a:lnTo>
                    <a:pt x="2339748" y="1158492"/>
                  </a:lnTo>
                  <a:lnTo>
                    <a:pt x="2340084" y="1161688"/>
                  </a:lnTo>
                  <a:lnTo>
                    <a:pt x="2340421" y="1164185"/>
                  </a:lnTo>
                  <a:lnTo>
                    <a:pt x="2340757" y="1165877"/>
                  </a:lnTo>
                  <a:lnTo>
                    <a:pt x="2341093" y="1169199"/>
                  </a:lnTo>
                  <a:lnTo>
                    <a:pt x="2341430" y="1172899"/>
                  </a:lnTo>
                  <a:lnTo>
                    <a:pt x="2341766" y="1175870"/>
                  </a:lnTo>
                  <a:lnTo>
                    <a:pt x="2342103" y="1179242"/>
                  </a:lnTo>
                  <a:lnTo>
                    <a:pt x="2342439" y="1181654"/>
                  </a:lnTo>
                  <a:lnTo>
                    <a:pt x="2342776" y="1183695"/>
                  </a:lnTo>
                  <a:lnTo>
                    <a:pt x="2343112" y="1185821"/>
                  </a:lnTo>
                  <a:lnTo>
                    <a:pt x="2343449" y="1188054"/>
                  </a:lnTo>
                  <a:lnTo>
                    <a:pt x="2343785" y="1189993"/>
                  </a:lnTo>
                  <a:lnTo>
                    <a:pt x="2344122" y="1192416"/>
                  </a:lnTo>
                  <a:lnTo>
                    <a:pt x="2344458" y="1194879"/>
                  </a:lnTo>
                  <a:lnTo>
                    <a:pt x="2344795" y="1197706"/>
                  </a:lnTo>
                  <a:lnTo>
                    <a:pt x="2345131" y="1198774"/>
                  </a:lnTo>
                  <a:lnTo>
                    <a:pt x="2345467" y="1200522"/>
                  </a:lnTo>
                  <a:lnTo>
                    <a:pt x="2345804" y="1203176"/>
                  </a:lnTo>
                  <a:lnTo>
                    <a:pt x="2346140" y="1205971"/>
                  </a:lnTo>
                  <a:lnTo>
                    <a:pt x="2346477" y="1208925"/>
                  </a:lnTo>
                  <a:lnTo>
                    <a:pt x="2346813" y="1211618"/>
                  </a:lnTo>
                  <a:lnTo>
                    <a:pt x="2347150" y="1214443"/>
                  </a:lnTo>
                  <a:lnTo>
                    <a:pt x="2347486" y="1216752"/>
                  </a:lnTo>
                  <a:lnTo>
                    <a:pt x="2347823" y="1219325"/>
                  </a:lnTo>
                  <a:lnTo>
                    <a:pt x="2348159" y="1222695"/>
                  </a:lnTo>
                  <a:lnTo>
                    <a:pt x="2348496" y="1226557"/>
                  </a:lnTo>
                  <a:lnTo>
                    <a:pt x="2348832" y="1230432"/>
                  </a:lnTo>
                  <a:lnTo>
                    <a:pt x="2349169" y="1234240"/>
                  </a:lnTo>
                  <a:lnTo>
                    <a:pt x="2349505" y="1238221"/>
                  </a:lnTo>
                  <a:lnTo>
                    <a:pt x="2349841" y="1241417"/>
                  </a:lnTo>
                  <a:lnTo>
                    <a:pt x="2350178" y="1244439"/>
                  </a:lnTo>
                  <a:lnTo>
                    <a:pt x="2350514" y="1247539"/>
                  </a:lnTo>
                  <a:lnTo>
                    <a:pt x="2350851" y="1250067"/>
                  </a:lnTo>
                  <a:lnTo>
                    <a:pt x="2351187" y="1251530"/>
                  </a:lnTo>
                  <a:lnTo>
                    <a:pt x="2351524" y="1252305"/>
                  </a:lnTo>
                  <a:lnTo>
                    <a:pt x="2351860" y="1251666"/>
                  </a:lnTo>
                  <a:lnTo>
                    <a:pt x="2352197" y="1251004"/>
                  </a:lnTo>
                  <a:lnTo>
                    <a:pt x="2352533" y="1250558"/>
                  </a:lnTo>
                  <a:lnTo>
                    <a:pt x="2352870" y="1249641"/>
                  </a:lnTo>
                  <a:lnTo>
                    <a:pt x="2353206" y="1248626"/>
                  </a:lnTo>
                  <a:lnTo>
                    <a:pt x="2353543" y="1247916"/>
                  </a:lnTo>
                  <a:lnTo>
                    <a:pt x="2353879" y="1247396"/>
                  </a:lnTo>
                  <a:lnTo>
                    <a:pt x="2354215" y="1246817"/>
                  </a:lnTo>
                  <a:lnTo>
                    <a:pt x="2354552" y="1246253"/>
                  </a:lnTo>
                  <a:lnTo>
                    <a:pt x="2354888" y="1245297"/>
                  </a:lnTo>
                  <a:lnTo>
                    <a:pt x="2355225" y="1244179"/>
                  </a:lnTo>
                  <a:lnTo>
                    <a:pt x="2355561" y="1243410"/>
                  </a:lnTo>
                  <a:lnTo>
                    <a:pt x="2355898" y="1242210"/>
                  </a:lnTo>
                  <a:lnTo>
                    <a:pt x="2356234" y="1240730"/>
                  </a:lnTo>
                  <a:lnTo>
                    <a:pt x="2356571" y="1238819"/>
                  </a:lnTo>
                  <a:lnTo>
                    <a:pt x="2356907" y="1236519"/>
                  </a:lnTo>
                  <a:lnTo>
                    <a:pt x="2357244" y="1233828"/>
                  </a:lnTo>
                  <a:lnTo>
                    <a:pt x="2357580" y="1230434"/>
                  </a:lnTo>
                  <a:lnTo>
                    <a:pt x="2357916" y="1226589"/>
                  </a:lnTo>
                  <a:lnTo>
                    <a:pt x="2358253" y="1222365"/>
                  </a:lnTo>
                  <a:lnTo>
                    <a:pt x="2358589" y="1217187"/>
                  </a:lnTo>
                  <a:lnTo>
                    <a:pt x="2358926" y="1211016"/>
                  </a:lnTo>
                  <a:lnTo>
                    <a:pt x="2359262" y="1203596"/>
                  </a:lnTo>
                  <a:lnTo>
                    <a:pt x="2359599" y="1195623"/>
                  </a:lnTo>
                  <a:lnTo>
                    <a:pt x="2359935" y="1187045"/>
                  </a:lnTo>
                  <a:lnTo>
                    <a:pt x="2360272" y="1177903"/>
                  </a:lnTo>
                  <a:lnTo>
                    <a:pt x="2360608" y="1168246"/>
                  </a:lnTo>
                  <a:lnTo>
                    <a:pt x="2360945" y="1157833"/>
                  </a:lnTo>
                  <a:lnTo>
                    <a:pt x="2361281" y="1147767"/>
                  </a:lnTo>
                  <a:lnTo>
                    <a:pt x="2361618" y="1138222"/>
                  </a:lnTo>
                  <a:lnTo>
                    <a:pt x="2361954" y="1129497"/>
                  </a:lnTo>
                  <a:lnTo>
                    <a:pt x="2362290" y="1122283"/>
                  </a:lnTo>
                  <a:lnTo>
                    <a:pt x="2362627" y="1116211"/>
                  </a:lnTo>
                  <a:lnTo>
                    <a:pt x="2362963" y="1110689"/>
                  </a:lnTo>
                  <a:lnTo>
                    <a:pt x="2363300" y="1106078"/>
                  </a:lnTo>
                  <a:lnTo>
                    <a:pt x="2363636" y="1103253"/>
                  </a:lnTo>
                  <a:lnTo>
                    <a:pt x="2363973" y="1101657"/>
                  </a:lnTo>
                  <a:lnTo>
                    <a:pt x="2364309" y="1100577"/>
                  </a:lnTo>
                  <a:lnTo>
                    <a:pt x="2364646" y="1101033"/>
                  </a:lnTo>
                  <a:lnTo>
                    <a:pt x="2364982" y="1103269"/>
                  </a:lnTo>
                  <a:lnTo>
                    <a:pt x="2365319" y="1105984"/>
                  </a:lnTo>
                  <a:lnTo>
                    <a:pt x="2365655" y="1108409"/>
                  </a:lnTo>
                  <a:lnTo>
                    <a:pt x="2365992" y="1111064"/>
                  </a:lnTo>
                  <a:lnTo>
                    <a:pt x="2366328" y="1113373"/>
                  </a:lnTo>
                  <a:lnTo>
                    <a:pt x="2366664" y="1115612"/>
                  </a:lnTo>
                  <a:lnTo>
                    <a:pt x="2367001" y="1117127"/>
                  </a:lnTo>
                  <a:lnTo>
                    <a:pt x="2367337" y="1117202"/>
                  </a:lnTo>
                  <a:lnTo>
                    <a:pt x="2367674" y="1116716"/>
                  </a:lnTo>
                  <a:lnTo>
                    <a:pt x="2368010" y="1115301"/>
                  </a:lnTo>
                  <a:lnTo>
                    <a:pt x="2368347" y="1112784"/>
                  </a:lnTo>
                  <a:lnTo>
                    <a:pt x="2368683" y="1108604"/>
                  </a:lnTo>
                  <a:lnTo>
                    <a:pt x="2369020" y="1103049"/>
                  </a:lnTo>
                  <a:lnTo>
                    <a:pt x="2369356" y="1096853"/>
                  </a:lnTo>
                  <a:lnTo>
                    <a:pt x="2369693" y="1089888"/>
                  </a:lnTo>
                  <a:lnTo>
                    <a:pt x="2370029" y="1082304"/>
                  </a:lnTo>
                  <a:lnTo>
                    <a:pt x="2370366" y="1074377"/>
                  </a:lnTo>
                  <a:lnTo>
                    <a:pt x="2370702" y="1066014"/>
                  </a:lnTo>
                  <a:lnTo>
                    <a:pt x="2371038" y="1057925"/>
                  </a:lnTo>
                  <a:lnTo>
                    <a:pt x="2371375" y="1049184"/>
                  </a:lnTo>
                  <a:lnTo>
                    <a:pt x="2371711" y="1039242"/>
                  </a:lnTo>
                  <a:lnTo>
                    <a:pt x="2372048" y="1028413"/>
                  </a:lnTo>
                  <a:lnTo>
                    <a:pt x="2372384" y="1017621"/>
                  </a:lnTo>
                  <a:lnTo>
                    <a:pt x="2372721" y="1006853"/>
                  </a:lnTo>
                  <a:lnTo>
                    <a:pt x="2373057" y="997531"/>
                  </a:lnTo>
                  <a:lnTo>
                    <a:pt x="2373394" y="989151"/>
                  </a:lnTo>
                  <a:lnTo>
                    <a:pt x="2373730" y="981505"/>
                  </a:lnTo>
                  <a:lnTo>
                    <a:pt x="2374067" y="974173"/>
                  </a:lnTo>
                  <a:lnTo>
                    <a:pt x="2374403" y="966871"/>
                  </a:lnTo>
                  <a:lnTo>
                    <a:pt x="2374740" y="959447"/>
                  </a:lnTo>
                  <a:lnTo>
                    <a:pt x="2375076" y="952001"/>
                  </a:lnTo>
                  <a:lnTo>
                    <a:pt x="2375412" y="945103"/>
                  </a:lnTo>
                  <a:lnTo>
                    <a:pt x="2375749" y="939465"/>
                  </a:lnTo>
                  <a:lnTo>
                    <a:pt x="2376085" y="935141"/>
                  </a:lnTo>
                  <a:lnTo>
                    <a:pt x="2376422" y="932088"/>
                  </a:lnTo>
                  <a:lnTo>
                    <a:pt x="2376758" y="929898"/>
                  </a:lnTo>
                  <a:lnTo>
                    <a:pt x="2377095" y="927635"/>
                  </a:lnTo>
                  <a:lnTo>
                    <a:pt x="2377431" y="925800"/>
                  </a:lnTo>
                  <a:lnTo>
                    <a:pt x="2377768" y="923949"/>
                  </a:lnTo>
                  <a:lnTo>
                    <a:pt x="2378104" y="922721"/>
                  </a:lnTo>
                  <a:lnTo>
                    <a:pt x="2378441" y="920991"/>
                  </a:lnTo>
                  <a:lnTo>
                    <a:pt x="2378777" y="919651"/>
                  </a:lnTo>
                  <a:lnTo>
                    <a:pt x="2379114" y="919027"/>
                  </a:lnTo>
                  <a:lnTo>
                    <a:pt x="2379450" y="918250"/>
                  </a:lnTo>
                  <a:lnTo>
                    <a:pt x="2379786" y="917794"/>
                  </a:lnTo>
                  <a:lnTo>
                    <a:pt x="2380123" y="917928"/>
                  </a:lnTo>
                  <a:lnTo>
                    <a:pt x="2380459" y="917775"/>
                  </a:lnTo>
                  <a:lnTo>
                    <a:pt x="2380796" y="917454"/>
                  </a:lnTo>
                  <a:lnTo>
                    <a:pt x="2381132" y="915732"/>
                  </a:lnTo>
                  <a:lnTo>
                    <a:pt x="2381469" y="913025"/>
                  </a:lnTo>
                  <a:lnTo>
                    <a:pt x="2381805" y="910269"/>
                  </a:lnTo>
                  <a:lnTo>
                    <a:pt x="2382142" y="907976"/>
                  </a:lnTo>
                  <a:lnTo>
                    <a:pt x="2382478" y="906257"/>
                  </a:lnTo>
                  <a:lnTo>
                    <a:pt x="2382815" y="905114"/>
                  </a:lnTo>
                  <a:lnTo>
                    <a:pt x="2383151" y="902084"/>
                  </a:lnTo>
                  <a:lnTo>
                    <a:pt x="2383488" y="898435"/>
                  </a:lnTo>
                  <a:lnTo>
                    <a:pt x="2383824" y="894344"/>
                  </a:lnTo>
                  <a:lnTo>
                    <a:pt x="2384160" y="890558"/>
                  </a:lnTo>
                  <a:lnTo>
                    <a:pt x="2384497" y="886420"/>
                  </a:lnTo>
                  <a:lnTo>
                    <a:pt x="2384833" y="883320"/>
                  </a:lnTo>
                  <a:lnTo>
                    <a:pt x="2385170" y="880023"/>
                  </a:lnTo>
                  <a:lnTo>
                    <a:pt x="2385506" y="876994"/>
                  </a:lnTo>
                  <a:lnTo>
                    <a:pt x="2385843" y="874301"/>
                  </a:lnTo>
                  <a:lnTo>
                    <a:pt x="2386179" y="872793"/>
                  </a:lnTo>
                  <a:lnTo>
                    <a:pt x="2386516" y="872799"/>
                  </a:lnTo>
                  <a:lnTo>
                    <a:pt x="2386852" y="873191"/>
                  </a:lnTo>
                  <a:lnTo>
                    <a:pt x="2387189" y="872001"/>
                  </a:lnTo>
                  <a:lnTo>
                    <a:pt x="2387525" y="871485"/>
                  </a:lnTo>
                  <a:lnTo>
                    <a:pt x="2387862" y="870477"/>
                  </a:lnTo>
                  <a:lnTo>
                    <a:pt x="2388198" y="870682"/>
                  </a:lnTo>
                  <a:lnTo>
                    <a:pt x="2388534" y="872077"/>
                  </a:lnTo>
                  <a:lnTo>
                    <a:pt x="2388871" y="874240"/>
                  </a:lnTo>
                  <a:lnTo>
                    <a:pt x="2389207" y="877383"/>
                  </a:lnTo>
                  <a:lnTo>
                    <a:pt x="2389544" y="880068"/>
                  </a:lnTo>
                  <a:lnTo>
                    <a:pt x="2389880" y="883054"/>
                  </a:lnTo>
                  <a:lnTo>
                    <a:pt x="2390217" y="885444"/>
                  </a:lnTo>
                  <a:lnTo>
                    <a:pt x="2390553" y="888882"/>
                  </a:lnTo>
                  <a:lnTo>
                    <a:pt x="2390890" y="893205"/>
                  </a:lnTo>
                  <a:lnTo>
                    <a:pt x="2391226" y="897059"/>
                  </a:lnTo>
                  <a:lnTo>
                    <a:pt x="2391563" y="900351"/>
                  </a:lnTo>
                  <a:lnTo>
                    <a:pt x="2391899" y="903529"/>
                  </a:lnTo>
                  <a:lnTo>
                    <a:pt x="2392235" y="907026"/>
                  </a:lnTo>
                  <a:lnTo>
                    <a:pt x="2392572" y="910319"/>
                  </a:lnTo>
                  <a:lnTo>
                    <a:pt x="2392908" y="913455"/>
                  </a:lnTo>
                  <a:lnTo>
                    <a:pt x="2393245" y="916207"/>
                  </a:lnTo>
                  <a:lnTo>
                    <a:pt x="2393581" y="918377"/>
                  </a:lnTo>
                  <a:lnTo>
                    <a:pt x="2393918" y="919224"/>
                  </a:lnTo>
                  <a:lnTo>
                    <a:pt x="2394254" y="920358"/>
                  </a:lnTo>
                  <a:lnTo>
                    <a:pt x="2394591" y="921782"/>
                  </a:lnTo>
                  <a:lnTo>
                    <a:pt x="2394927" y="922783"/>
                  </a:lnTo>
                  <a:lnTo>
                    <a:pt x="2395264" y="922718"/>
                  </a:lnTo>
                  <a:lnTo>
                    <a:pt x="2395600" y="922169"/>
                  </a:lnTo>
                  <a:lnTo>
                    <a:pt x="2395937" y="920379"/>
                  </a:lnTo>
                  <a:lnTo>
                    <a:pt x="2396273" y="917574"/>
                  </a:lnTo>
                  <a:lnTo>
                    <a:pt x="2396609" y="916850"/>
                  </a:lnTo>
                  <a:lnTo>
                    <a:pt x="2396946" y="915411"/>
                  </a:lnTo>
                  <a:lnTo>
                    <a:pt x="2397282" y="913757"/>
                  </a:lnTo>
                  <a:lnTo>
                    <a:pt x="2397619" y="913286"/>
                  </a:lnTo>
                  <a:lnTo>
                    <a:pt x="2397955" y="912908"/>
                  </a:lnTo>
                  <a:lnTo>
                    <a:pt x="2398292" y="911994"/>
                  </a:lnTo>
                  <a:lnTo>
                    <a:pt x="2398628" y="910563"/>
                  </a:lnTo>
                  <a:lnTo>
                    <a:pt x="2398965" y="909951"/>
                  </a:lnTo>
                  <a:lnTo>
                    <a:pt x="2399301" y="909425"/>
                  </a:lnTo>
                  <a:lnTo>
                    <a:pt x="2399638" y="909689"/>
                  </a:lnTo>
                  <a:lnTo>
                    <a:pt x="2399974" y="909358"/>
                  </a:lnTo>
                  <a:lnTo>
                    <a:pt x="2400311" y="908087"/>
                  </a:lnTo>
                  <a:lnTo>
                    <a:pt x="2400647" y="905863"/>
                  </a:lnTo>
                  <a:lnTo>
                    <a:pt x="2400983" y="904025"/>
                  </a:lnTo>
                  <a:lnTo>
                    <a:pt x="2401320" y="902414"/>
                  </a:lnTo>
                  <a:lnTo>
                    <a:pt x="2401656" y="900435"/>
                  </a:lnTo>
                  <a:lnTo>
                    <a:pt x="2401993" y="898183"/>
                  </a:lnTo>
                  <a:lnTo>
                    <a:pt x="2402329" y="895567"/>
                  </a:lnTo>
                  <a:lnTo>
                    <a:pt x="2402666" y="893035"/>
                  </a:lnTo>
                  <a:lnTo>
                    <a:pt x="2403002" y="891791"/>
                  </a:lnTo>
                  <a:lnTo>
                    <a:pt x="2403339" y="891926"/>
                  </a:lnTo>
                  <a:lnTo>
                    <a:pt x="2403675" y="894106"/>
                  </a:lnTo>
                  <a:lnTo>
                    <a:pt x="2404012" y="897342"/>
                  </a:lnTo>
                  <a:lnTo>
                    <a:pt x="2404348" y="901226"/>
                  </a:lnTo>
                  <a:lnTo>
                    <a:pt x="2404685" y="905699"/>
                  </a:lnTo>
                  <a:lnTo>
                    <a:pt x="2405021" y="910307"/>
                  </a:lnTo>
                  <a:lnTo>
                    <a:pt x="2405357" y="915244"/>
                  </a:lnTo>
                  <a:lnTo>
                    <a:pt x="2405694" y="920441"/>
                  </a:lnTo>
                  <a:lnTo>
                    <a:pt x="2406030" y="924909"/>
                  </a:lnTo>
                  <a:lnTo>
                    <a:pt x="2406367" y="928454"/>
                  </a:lnTo>
                  <a:lnTo>
                    <a:pt x="2406703" y="931855"/>
                  </a:lnTo>
                  <a:lnTo>
                    <a:pt x="2407040" y="935292"/>
                  </a:lnTo>
                  <a:lnTo>
                    <a:pt x="2407376" y="938739"/>
                  </a:lnTo>
                  <a:lnTo>
                    <a:pt x="2407713" y="941975"/>
                  </a:lnTo>
                  <a:lnTo>
                    <a:pt x="2408049" y="945161"/>
                  </a:lnTo>
                  <a:lnTo>
                    <a:pt x="2408386" y="947202"/>
                  </a:lnTo>
                  <a:lnTo>
                    <a:pt x="2408722" y="948613"/>
                  </a:lnTo>
                  <a:lnTo>
                    <a:pt x="2409059" y="949676"/>
                  </a:lnTo>
                  <a:lnTo>
                    <a:pt x="2409395" y="950511"/>
                  </a:lnTo>
                  <a:lnTo>
                    <a:pt x="2409731" y="951325"/>
                  </a:lnTo>
                  <a:lnTo>
                    <a:pt x="2410068" y="952634"/>
                  </a:lnTo>
                  <a:lnTo>
                    <a:pt x="2410404" y="954016"/>
                  </a:lnTo>
                  <a:lnTo>
                    <a:pt x="2410741" y="955793"/>
                  </a:lnTo>
                  <a:lnTo>
                    <a:pt x="2411077" y="957731"/>
                  </a:lnTo>
                  <a:lnTo>
                    <a:pt x="2411414" y="960074"/>
                  </a:lnTo>
                  <a:lnTo>
                    <a:pt x="2411750" y="962735"/>
                  </a:lnTo>
                  <a:lnTo>
                    <a:pt x="2412087" y="965459"/>
                  </a:lnTo>
                  <a:lnTo>
                    <a:pt x="2412423" y="968579"/>
                  </a:lnTo>
                  <a:lnTo>
                    <a:pt x="2412760" y="970587"/>
                  </a:lnTo>
                  <a:lnTo>
                    <a:pt x="2413096" y="971317"/>
                  </a:lnTo>
                  <a:lnTo>
                    <a:pt x="2413433" y="971528"/>
                  </a:lnTo>
                  <a:lnTo>
                    <a:pt x="2413769" y="970524"/>
                  </a:lnTo>
                  <a:lnTo>
                    <a:pt x="2414105" y="969264"/>
                  </a:lnTo>
                  <a:lnTo>
                    <a:pt x="2414442" y="967145"/>
                  </a:lnTo>
                  <a:lnTo>
                    <a:pt x="2414778" y="964015"/>
                  </a:lnTo>
                  <a:lnTo>
                    <a:pt x="2415115" y="961395"/>
                  </a:lnTo>
                  <a:lnTo>
                    <a:pt x="2415451" y="958412"/>
                  </a:lnTo>
                  <a:lnTo>
                    <a:pt x="2415788" y="955159"/>
                  </a:lnTo>
                  <a:lnTo>
                    <a:pt x="2416124" y="950057"/>
                  </a:lnTo>
                  <a:lnTo>
                    <a:pt x="2416461" y="944785"/>
                  </a:lnTo>
                  <a:lnTo>
                    <a:pt x="2416797" y="937794"/>
                  </a:lnTo>
                  <a:lnTo>
                    <a:pt x="2417134" y="930284"/>
                  </a:lnTo>
                  <a:lnTo>
                    <a:pt x="2417470" y="922595"/>
                  </a:lnTo>
                  <a:lnTo>
                    <a:pt x="2417807" y="913767"/>
                  </a:lnTo>
                  <a:lnTo>
                    <a:pt x="2418143" y="905230"/>
                  </a:lnTo>
                  <a:lnTo>
                    <a:pt x="2418479" y="896997"/>
                  </a:lnTo>
                  <a:lnTo>
                    <a:pt x="2418816" y="888973"/>
                  </a:lnTo>
                  <a:lnTo>
                    <a:pt x="2419152" y="881800"/>
                  </a:lnTo>
                  <a:lnTo>
                    <a:pt x="2419489" y="875297"/>
                  </a:lnTo>
                  <a:lnTo>
                    <a:pt x="2419825" y="869255"/>
                  </a:lnTo>
                  <a:lnTo>
                    <a:pt x="2420162" y="863643"/>
                  </a:lnTo>
                  <a:lnTo>
                    <a:pt x="2420498" y="857934"/>
                  </a:lnTo>
                  <a:lnTo>
                    <a:pt x="2420835" y="853367"/>
                  </a:lnTo>
                  <a:lnTo>
                    <a:pt x="2421171" y="849646"/>
                  </a:lnTo>
                  <a:lnTo>
                    <a:pt x="2421508" y="846628"/>
                  </a:lnTo>
                  <a:lnTo>
                    <a:pt x="2421844" y="845276"/>
                  </a:lnTo>
                  <a:lnTo>
                    <a:pt x="2422181" y="844998"/>
                  </a:lnTo>
                  <a:lnTo>
                    <a:pt x="2422517" y="845946"/>
                  </a:lnTo>
                  <a:lnTo>
                    <a:pt x="2422853" y="847851"/>
                  </a:lnTo>
                  <a:lnTo>
                    <a:pt x="2423190" y="850614"/>
                  </a:lnTo>
                  <a:lnTo>
                    <a:pt x="2423526" y="852795"/>
                  </a:lnTo>
                  <a:lnTo>
                    <a:pt x="2423863" y="854969"/>
                  </a:lnTo>
                  <a:lnTo>
                    <a:pt x="2424199" y="856713"/>
                  </a:lnTo>
                  <a:lnTo>
                    <a:pt x="2424536" y="858420"/>
                  </a:lnTo>
                  <a:lnTo>
                    <a:pt x="2424872" y="860976"/>
                  </a:lnTo>
                  <a:lnTo>
                    <a:pt x="2425209" y="864153"/>
                  </a:lnTo>
                  <a:lnTo>
                    <a:pt x="2425545" y="868286"/>
                  </a:lnTo>
                  <a:lnTo>
                    <a:pt x="2425882" y="873482"/>
                  </a:lnTo>
                  <a:lnTo>
                    <a:pt x="2426218" y="879705"/>
                  </a:lnTo>
                  <a:lnTo>
                    <a:pt x="2426554" y="886738"/>
                  </a:lnTo>
                  <a:lnTo>
                    <a:pt x="2426891" y="894177"/>
                  </a:lnTo>
                  <a:lnTo>
                    <a:pt x="2427227" y="902144"/>
                  </a:lnTo>
                  <a:lnTo>
                    <a:pt x="2427564" y="910785"/>
                  </a:lnTo>
                  <a:lnTo>
                    <a:pt x="2427900" y="920276"/>
                  </a:lnTo>
                  <a:lnTo>
                    <a:pt x="2428237" y="931212"/>
                  </a:lnTo>
                  <a:lnTo>
                    <a:pt x="2428573" y="943029"/>
                  </a:lnTo>
                  <a:lnTo>
                    <a:pt x="2428910" y="955448"/>
                  </a:lnTo>
                  <a:lnTo>
                    <a:pt x="2429246" y="968023"/>
                  </a:lnTo>
                  <a:lnTo>
                    <a:pt x="2429583" y="980058"/>
                  </a:lnTo>
                  <a:lnTo>
                    <a:pt x="2429919" y="991564"/>
                  </a:lnTo>
                  <a:lnTo>
                    <a:pt x="2430256" y="1002725"/>
                  </a:lnTo>
                  <a:lnTo>
                    <a:pt x="2430592" y="1012891"/>
                  </a:lnTo>
                  <a:lnTo>
                    <a:pt x="2430928" y="1021870"/>
                  </a:lnTo>
                  <a:lnTo>
                    <a:pt x="2431265" y="1029757"/>
                  </a:lnTo>
                  <a:lnTo>
                    <a:pt x="2431601" y="1036544"/>
                  </a:lnTo>
                  <a:lnTo>
                    <a:pt x="2431938" y="1042411"/>
                  </a:lnTo>
                  <a:lnTo>
                    <a:pt x="2432274" y="1046842"/>
                  </a:lnTo>
                  <a:lnTo>
                    <a:pt x="2432611" y="1050231"/>
                  </a:lnTo>
                  <a:lnTo>
                    <a:pt x="2432947" y="1053405"/>
                  </a:lnTo>
                  <a:lnTo>
                    <a:pt x="2433284" y="1056521"/>
                  </a:lnTo>
                  <a:lnTo>
                    <a:pt x="2433620" y="1060057"/>
                  </a:lnTo>
                  <a:lnTo>
                    <a:pt x="2433957" y="1063329"/>
                  </a:lnTo>
                  <a:lnTo>
                    <a:pt x="2434293" y="1066748"/>
                  </a:lnTo>
                  <a:lnTo>
                    <a:pt x="2434630" y="1070745"/>
                  </a:lnTo>
                  <a:lnTo>
                    <a:pt x="2434966" y="1074387"/>
                  </a:lnTo>
                  <a:lnTo>
                    <a:pt x="2435302" y="1077475"/>
                  </a:lnTo>
                  <a:lnTo>
                    <a:pt x="2435639" y="1080243"/>
                  </a:lnTo>
                  <a:lnTo>
                    <a:pt x="2435975" y="1083515"/>
                  </a:lnTo>
                  <a:lnTo>
                    <a:pt x="2436312" y="1087556"/>
                  </a:lnTo>
                  <a:lnTo>
                    <a:pt x="2436648" y="1092790"/>
                  </a:lnTo>
                  <a:lnTo>
                    <a:pt x="2436985" y="1097729"/>
                  </a:lnTo>
                  <a:lnTo>
                    <a:pt x="2437321" y="1102596"/>
                  </a:lnTo>
                  <a:lnTo>
                    <a:pt x="2437658" y="1106460"/>
                  </a:lnTo>
                  <a:lnTo>
                    <a:pt x="2437994" y="1109582"/>
                  </a:lnTo>
                  <a:lnTo>
                    <a:pt x="2438331" y="1111169"/>
                  </a:lnTo>
                  <a:lnTo>
                    <a:pt x="2438667" y="1112025"/>
                  </a:lnTo>
                  <a:lnTo>
                    <a:pt x="2439004" y="1113049"/>
                  </a:lnTo>
                  <a:lnTo>
                    <a:pt x="2439340" y="1114206"/>
                  </a:lnTo>
                  <a:lnTo>
                    <a:pt x="2439676" y="1115573"/>
                  </a:lnTo>
                  <a:lnTo>
                    <a:pt x="2440013" y="1116840"/>
                  </a:lnTo>
                  <a:lnTo>
                    <a:pt x="2440349" y="1117700"/>
                  </a:lnTo>
                  <a:lnTo>
                    <a:pt x="2440686" y="1117992"/>
                  </a:lnTo>
                  <a:lnTo>
                    <a:pt x="2441022" y="1117067"/>
                  </a:lnTo>
                  <a:lnTo>
                    <a:pt x="2441359" y="1115058"/>
                  </a:lnTo>
                  <a:lnTo>
                    <a:pt x="2441695" y="1110404"/>
                  </a:lnTo>
                  <a:lnTo>
                    <a:pt x="2442032" y="1105789"/>
                  </a:lnTo>
                  <a:lnTo>
                    <a:pt x="2442368" y="1101327"/>
                  </a:lnTo>
                  <a:lnTo>
                    <a:pt x="2442705" y="1097149"/>
                  </a:lnTo>
                  <a:lnTo>
                    <a:pt x="2443041" y="1093123"/>
                  </a:lnTo>
                  <a:lnTo>
                    <a:pt x="2443378" y="1091053"/>
                  </a:lnTo>
                  <a:lnTo>
                    <a:pt x="2443714" y="1088460"/>
                  </a:lnTo>
                  <a:lnTo>
                    <a:pt x="2444050" y="1085075"/>
                  </a:lnTo>
                  <a:lnTo>
                    <a:pt x="2444387" y="1081800"/>
                  </a:lnTo>
                  <a:lnTo>
                    <a:pt x="2444723" y="1076596"/>
                  </a:lnTo>
                  <a:lnTo>
                    <a:pt x="2445060" y="1070877"/>
                  </a:lnTo>
                  <a:lnTo>
                    <a:pt x="2445396" y="1065179"/>
                  </a:lnTo>
                  <a:lnTo>
                    <a:pt x="2445733" y="1059887"/>
                  </a:lnTo>
                  <a:lnTo>
                    <a:pt x="2446069" y="1054648"/>
                  </a:lnTo>
                  <a:lnTo>
                    <a:pt x="2446406" y="1049307"/>
                  </a:lnTo>
                  <a:lnTo>
                    <a:pt x="2446742" y="1044039"/>
                  </a:lnTo>
                  <a:lnTo>
                    <a:pt x="2447079" y="1038772"/>
                  </a:lnTo>
                  <a:lnTo>
                    <a:pt x="2447415" y="1033387"/>
                  </a:lnTo>
                  <a:lnTo>
                    <a:pt x="2447752" y="1028261"/>
                  </a:lnTo>
                  <a:lnTo>
                    <a:pt x="2448088" y="1023811"/>
                  </a:lnTo>
                  <a:lnTo>
                    <a:pt x="2448424" y="1020696"/>
                  </a:lnTo>
                  <a:lnTo>
                    <a:pt x="2448761" y="1018346"/>
                  </a:lnTo>
                  <a:lnTo>
                    <a:pt x="2449097" y="1016105"/>
                  </a:lnTo>
                  <a:lnTo>
                    <a:pt x="2449434" y="1012592"/>
                  </a:lnTo>
                  <a:lnTo>
                    <a:pt x="2449770" y="1007815"/>
                  </a:lnTo>
                  <a:lnTo>
                    <a:pt x="2450107" y="1003374"/>
                  </a:lnTo>
                  <a:lnTo>
                    <a:pt x="2450443" y="1000609"/>
                  </a:lnTo>
                  <a:lnTo>
                    <a:pt x="2450780" y="998541"/>
                  </a:lnTo>
                  <a:lnTo>
                    <a:pt x="2451116" y="997595"/>
                  </a:lnTo>
                  <a:lnTo>
                    <a:pt x="2451453" y="996715"/>
                  </a:lnTo>
                  <a:lnTo>
                    <a:pt x="2451789" y="996158"/>
                  </a:lnTo>
                  <a:lnTo>
                    <a:pt x="2452126" y="995446"/>
                  </a:lnTo>
                  <a:lnTo>
                    <a:pt x="2452462" y="994228"/>
                  </a:lnTo>
                  <a:lnTo>
                    <a:pt x="2452798" y="992194"/>
                  </a:lnTo>
                  <a:lnTo>
                    <a:pt x="2453135" y="989242"/>
                  </a:lnTo>
                  <a:lnTo>
                    <a:pt x="2453471" y="985195"/>
                  </a:lnTo>
                  <a:lnTo>
                    <a:pt x="2453808" y="980829"/>
                  </a:lnTo>
                  <a:lnTo>
                    <a:pt x="2454144" y="974663"/>
                  </a:lnTo>
                  <a:lnTo>
                    <a:pt x="2454481" y="969728"/>
                  </a:lnTo>
                  <a:lnTo>
                    <a:pt x="2454817" y="965522"/>
                  </a:lnTo>
                  <a:lnTo>
                    <a:pt x="2455154" y="962345"/>
                  </a:lnTo>
                  <a:lnTo>
                    <a:pt x="2455490" y="958293"/>
                  </a:lnTo>
                  <a:lnTo>
                    <a:pt x="2455827" y="952955"/>
                  </a:lnTo>
                  <a:lnTo>
                    <a:pt x="2456163" y="947971"/>
                  </a:lnTo>
                  <a:lnTo>
                    <a:pt x="2456499" y="941891"/>
                  </a:lnTo>
                  <a:lnTo>
                    <a:pt x="2456836" y="936507"/>
                  </a:lnTo>
                  <a:lnTo>
                    <a:pt x="2457172" y="930603"/>
                  </a:lnTo>
                  <a:lnTo>
                    <a:pt x="2457509" y="926975"/>
                  </a:lnTo>
                  <a:lnTo>
                    <a:pt x="2457845" y="923929"/>
                  </a:lnTo>
                  <a:lnTo>
                    <a:pt x="2458182" y="921292"/>
                  </a:lnTo>
                  <a:lnTo>
                    <a:pt x="2458518" y="918879"/>
                  </a:lnTo>
                  <a:lnTo>
                    <a:pt x="2458855" y="916096"/>
                  </a:lnTo>
                  <a:lnTo>
                    <a:pt x="2459191" y="912482"/>
                  </a:lnTo>
                  <a:lnTo>
                    <a:pt x="2459528" y="908182"/>
                  </a:lnTo>
                  <a:lnTo>
                    <a:pt x="2459864" y="903832"/>
                  </a:lnTo>
                  <a:lnTo>
                    <a:pt x="2460201" y="900452"/>
                  </a:lnTo>
                  <a:lnTo>
                    <a:pt x="2460537" y="897930"/>
                  </a:lnTo>
                  <a:lnTo>
                    <a:pt x="2460873" y="896134"/>
                  </a:lnTo>
                  <a:lnTo>
                    <a:pt x="2461210" y="894416"/>
                  </a:lnTo>
                  <a:lnTo>
                    <a:pt x="2461546" y="892942"/>
                  </a:lnTo>
                  <a:lnTo>
                    <a:pt x="2461883" y="891484"/>
                  </a:lnTo>
                  <a:lnTo>
                    <a:pt x="2462219" y="889822"/>
                  </a:lnTo>
                  <a:lnTo>
                    <a:pt x="2462556" y="888125"/>
                  </a:lnTo>
                  <a:lnTo>
                    <a:pt x="2462892" y="886512"/>
                  </a:lnTo>
                  <a:lnTo>
                    <a:pt x="2463229" y="884978"/>
                  </a:lnTo>
                  <a:lnTo>
                    <a:pt x="2463565" y="884344"/>
                  </a:lnTo>
                  <a:lnTo>
                    <a:pt x="2463902" y="882911"/>
                  </a:lnTo>
                  <a:lnTo>
                    <a:pt x="2464238" y="882605"/>
                  </a:lnTo>
                  <a:lnTo>
                    <a:pt x="2464575" y="882688"/>
                  </a:lnTo>
                  <a:lnTo>
                    <a:pt x="2464911" y="882026"/>
                  </a:lnTo>
                  <a:lnTo>
                    <a:pt x="2465247" y="880341"/>
                  </a:lnTo>
                  <a:lnTo>
                    <a:pt x="2465584" y="876504"/>
                  </a:lnTo>
                  <a:lnTo>
                    <a:pt x="2465920" y="872736"/>
                  </a:lnTo>
                  <a:lnTo>
                    <a:pt x="2466257" y="868936"/>
                  </a:lnTo>
                  <a:lnTo>
                    <a:pt x="2466593" y="865810"/>
                  </a:lnTo>
                  <a:lnTo>
                    <a:pt x="2466930" y="864822"/>
                  </a:lnTo>
                  <a:lnTo>
                    <a:pt x="2467266" y="863705"/>
                  </a:lnTo>
                  <a:lnTo>
                    <a:pt x="2467603" y="863632"/>
                  </a:lnTo>
                  <a:lnTo>
                    <a:pt x="2467939" y="863764"/>
                  </a:lnTo>
                  <a:lnTo>
                    <a:pt x="2468276" y="862837"/>
                  </a:lnTo>
                  <a:lnTo>
                    <a:pt x="2468612" y="861402"/>
                  </a:lnTo>
                  <a:lnTo>
                    <a:pt x="2468949" y="859736"/>
                  </a:lnTo>
                  <a:lnTo>
                    <a:pt x="2469285" y="857545"/>
                  </a:lnTo>
                  <a:lnTo>
                    <a:pt x="2469621" y="855150"/>
                  </a:lnTo>
                  <a:lnTo>
                    <a:pt x="2469958" y="853465"/>
                  </a:lnTo>
                  <a:lnTo>
                    <a:pt x="2470294" y="851691"/>
                  </a:lnTo>
                  <a:lnTo>
                    <a:pt x="2470631" y="850448"/>
                  </a:lnTo>
                  <a:lnTo>
                    <a:pt x="2470967" y="849059"/>
                  </a:lnTo>
                  <a:lnTo>
                    <a:pt x="2471304" y="847027"/>
                  </a:lnTo>
                  <a:lnTo>
                    <a:pt x="2471640" y="844783"/>
                  </a:lnTo>
                  <a:lnTo>
                    <a:pt x="2471977" y="842770"/>
                  </a:lnTo>
                  <a:lnTo>
                    <a:pt x="2472313" y="841183"/>
                  </a:lnTo>
                  <a:lnTo>
                    <a:pt x="2472650" y="838951"/>
                  </a:lnTo>
                  <a:lnTo>
                    <a:pt x="2472986" y="836228"/>
                  </a:lnTo>
                  <a:lnTo>
                    <a:pt x="2473323" y="833697"/>
                  </a:lnTo>
                  <a:lnTo>
                    <a:pt x="2473659" y="831344"/>
                  </a:lnTo>
                  <a:lnTo>
                    <a:pt x="2473995" y="829042"/>
                  </a:lnTo>
                  <a:lnTo>
                    <a:pt x="2474332" y="826787"/>
                  </a:lnTo>
                  <a:lnTo>
                    <a:pt x="2474668" y="824283"/>
                  </a:lnTo>
                  <a:lnTo>
                    <a:pt x="2475005" y="821996"/>
                  </a:lnTo>
                  <a:lnTo>
                    <a:pt x="2475341" y="818887"/>
                  </a:lnTo>
                  <a:lnTo>
                    <a:pt x="2475678" y="815316"/>
                  </a:lnTo>
                  <a:lnTo>
                    <a:pt x="2476014" y="812674"/>
                  </a:lnTo>
                  <a:lnTo>
                    <a:pt x="2476351" y="809654"/>
                  </a:lnTo>
                  <a:lnTo>
                    <a:pt x="2476687" y="805640"/>
                  </a:lnTo>
                  <a:lnTo>
                    <a:pt x="2477024" y="800621"/>
                  </a:lnTo>
                  <a:lnTo>
                    <a:pt x="2477360" y="794292"/>
                  </a:lnTo>
                  <a:lnTo>
                    <a:pt x="2477697" y="787869"/>
                  </a:lnTo>
                  <a:lnTo>
                    <a:pt x="2478033" y="781232"/>
                  </a:lnTo>
                  <a:lnTo>
                    <a:pt x="2478369" y="775295"/>
                  </a:lnTo>
                  <a:lnTo>
                    <a:pt x="2478706" y="768952"/>
                  </a:lnTo>
                  <a:lnTo>
                    <a:pt x="2479042" y="762190"/>
                  </a:lnTo>
                  <a:lnTo>
                    <a:pt x="2479379" y="754758"/>
                  </a:lnTo>
                  <a:lnTo>
                    <a:pt x="2479715" y="748382"/>
                  </a:lnTo>
                  <a:lnTo>
                    <a:pt x="2480052" y="742004"/>
                  </a:lnTo>
                  <a:lnTo>
                    <a:pt x="2480388" y="737121"/>
                  </a:lnTo>
                  <a:lnTo>
                    <a:pt x="2480725" y="733876"/>
                  </a:lnTo>
                  <a:lnTo>
                    <a:pt x="2481061" y="732159"/>
                  </a:lnTo>
                  <a:lnTo>
                    <a:pt x="2481398" y="731770"/>
                  </a:lnTo>
                  <a:lnTo>
                    <a:pt x="2481734" y="733389"/>
                  </a:lnTo>
                  <a:lnTo>
                    <a:pt x="2482071" y="736541"/>
                  </a:lnTo>
                  <a:lnTo>
                    <a:pt x="2482407" y="740078"/>
                  </a:lnTo>
                  <a:lnTo>
                    <a:pt x="2482743" y="743634"/>
                  </a:lnTo>
                  <a:lnTo>
                    <a:pt x="2483080" y="747397"/>
                  </a:lnTo>
                  <a:lnTo>
                    <a:pt x="2483416" y="752952"/>
                  </a:lnTo>
                  <a:lnTo>
                    <a:pt x="2483753" y="758475"/>
                  </a:lnTo>
                  <a:lnTo>
                    <a:pt x="2484089" y="765656"/>
                  </a:lnTo>
                  <a:lnTo>
                    <a:pt x="2484426" y="773025"/>
                  </a:lnTo>
                  <a:lnTo>
                    <a:pt x="2484762" y="779329"/>
                  </a:lnTo>
                  <a:lnTo>
                    <a:pt x="2485099" y="786502"/>
                  </a:lnTo>
                  <a:lnTo>
                    <a:pt x="2485435" y="793523"/>
                  </a:lnTo>
                  <a:lnTo>
                    <a:pt x="2485772" y="799712"/>
                  </a:lnTo>
                  <a:lnTo>
                    <a:pt x="2486108" y="804601"/>
                  </a:lnTo>
                  <a:lnTo>
                    <a:pt x="2486445" y="807684"/>
                  </a:lnTo>
                  <a:lnTo>
                    <a:pt x="2486781" y="809430"/>
                  </a:lnTo>
                  <a:lnTo>
                    <a:pt x="2487117" y="809879"/>
                  </a:lnTo>
                  <a:lnTo>
                    <a:pt x="2487454" y="808876"/>
                  </a:lnTo>
                  <a:lnTo>
                    <a:pt x="2487790" y="807258"/>
                  </a:lnTo>
                  <a:lnTo>
                    <a:pt x="2488127" y="804538"/>
                  </a:lnTo>
                  <a:lnTo>
                    <a:pt x="2488463" y="801164"/>
                  </a:lnTo>
                  <a:lnTo>
                    <a:pt x="2488800" y="797168"/>
                  </a:lnTo>
                  <a:lnTo>
                    <a:pt x="2489136" y="791377"/>
                  </a:lnTo>
                  <a:lnTo>
                    <a:pt x="2489473" y="784541"/>
                  </a:lnTo>
                  <a:lnTo>
                    <a:pt x="2489809" y="776870"/>
                  </a:lnTo>
                  <a:lnTo>
                    <a:pt x="2490146" y="768558"/>
                  </a:lnTo>
                  <a:lnTo>
                    <a:pt x="2490482" y="760132"/>
                  </a:lnTo>
                  <a:lnTo>
                    <a:pt x="2490818" y="752846"/>
                  </a:lnTo>
                  <a:lnTo>
                    <a:pt x="2491155" y="745820"/>
                  </a:lnTo>
                  <a:lnTo>
                    <a:pt x="2491491" y="740194"/>
                  </a:lnTo>
                  <a:lnTo>
                    <a:pt x="2491828" y="735220"/>
                  </a:lnTo>
                  <a:lnTo>
                    <a:pt x="2492164" y="730344"/>
                  </a:lnTo>
                  <a:lnTo>
                    <a:pt x="2492501" y="726616"/>
                  </a:lnTo>
                  <a:lnTo>
                    <a:pt x="2492837" y="723367"/>
                  </a:lnTo>
                  <a:lnTo>
                    <a:pt x="2493174" y="719823"/>
                  </a:lnTo>
                  <a:lnTo>
                    <a:pt x="2493510" y="715698"/>
                  </a:lnTo>
                  <a:lnTo>
                    <a:pt x="2493847" y="711553"/>
                  </a:lnTo>
                  <a:lnTo>
                    <a:pt x="2494183" y="707800"/>
                  </a:lnTo>
                  <a:lnTo>
                    <a:pt x="2494520" y="704106"/>
                  </a:lnTo>
                  <a:lnTo>
                    <a:pt x="2494856" y="700177"/>
                  </a:lnTo>
                  <a:lnTo>
                    <a:pt x="2495192" y="695113"/>
                  </a:lnTo>
                  <a:lnTo>
                    <a:pt x="2495529" y="689194"/>
                  </a:lnTo>
                  <a:lnTo>
                    <a:pt x="2495865" y="681540"/>
                  </a:lnTo>
                  <a:lnTo>
                    <a:pt x="2496202" y="674348"/>
                  </a:lnTo>
                  <a:lnTo>
                    <a:pt x="2496538" y="666304"/>
                  </a:lnTo>
                  <a:lnTo>
                    <a:pt x="2496875" y="657526"/>
                  </a:lnTo>
                  <a:lnTo>
                    <a:pt x="2497211" y="648493"/>
                  </a:lnTo>
                  <a:lnTo>
                    <a:pt x="2497548" y="640529"/>
                  </a:lnTo>
                  <a:lnTo>
                    <a:pt x="2497884" y="632150"/>
                  </a:lnTo>
                  <a:lnTo>
                    <a:pt x="2498221" y="623590"/>
                  </a:lnTo>
                  <a:lnTo>
                    <a:pt x="2498557" y="614726"/>
                  </a:lnTo>
                  <a:lnTo>
                    <a:pt x="2498894" y="606503"/>
                  </a:lnTo>
                  <a:lnTo>
                    <a:pt x="2499230" y="598326"/>
                  </a:lnTo>
                  <a:lnTo>
                    <a:pt x="2499566" y="590788"/>
                  </a:lnTo>
                  <a:lnTo>
                    <a:pt x="2499903" y="583751"/>
                  </a:lnTo>
                  <a:lnTo>
                    <a:pt x="2500239" y="576954"/>
                  </a:lnTo>
                  <a:lnTo>
                    <a:pt x="2500576" y="569931"/>
                  </a:lnTo>
                  <a:lnTo>
                    <a:pt x="2500912" y="562541"/>
                  </a:lnTo>
                  <a:lnTo>
                    <a:pt x="2501249" y="554935"/>
                  </a:lnTo>
                  <a:lnTo>
                    <a:pt x="2501585" y="547148"/>
                  </a:lnTo>
                  <a:lnTo>
                    <a:pt x="2501922" y="539947"/>
                  </a:lnTo>
                  <a:lnTo>
                    <a:pt x="2502258" y="532134"/>
                  </a:lnTo>
                  <a:lnTo>
                    <a:pt x="2502595" y="524370"/>
                  </a:lnTo>
                  <a:lnTo>
                    <a:pt x="2502931" y="518095"/>
                  </a:lnTo>
                  <a:lnTo>
                    <a:pt x="2503268" y="512586"/>
                  </a:lnTo>
                  <a:lnTo>
                    <a:pt x="2503604" y="506212"/>
                  </a:lnTo>
                  <a:lnTo>
                    <a:pt x="2503940" y="499168"/>
                  </a:lnTo>
                  <a:lnTo>
                    <a:pt x="2504277" y="491884"/>
                  </a:lnTo>
                  <a:lnTo>
                    <a:pt x="2504613" y="483920"/>
                  </a:lnTo>
                  <a:lnTo>
                    <a:pt x="2504950" y="477066"/>
                  </a:lnTo>
                  <a:lnTo>
                    <a:pt x="2505286" y="471134"/>
                  </a:lnTo>
                  <a:lnTo>
                    <a:pt x="2505623" y="468225"/>
                  </a:lnTo>
                  <a:lnTo>
                    <a:pt x="2505959" y="466453"/>
                  </a:lnTo>
                  <a:lnTo>
                    <a:pt x="2506296" y="463949"/>
                  </a:lnTo>
                  <a:lnTo>
                    <a:pt x="2506632" y="463323"/>
                  </a:lnTo>
                  <a:lnTo>
                    <a:pt x="2506969" y="461595"/>
                  </a:lnTo>
                  <a:lnTo>
                    <a:pt x="2507305" y="461430"/>
                  </a:lnTo>
                  <a:lnTo>
                    <a:pt x="2507642" y="461565"/>
                  </a:lnTo>
                  <a:lnTo>
                    <a:pt x="2507978" y="461538"/>
                  </a:lnTo>
                  <a:lnTo>
                    <a:pt x="2508314" y="462246"/>
                  </a:lnTo>
                  <a:lnTo>
                    <a:pt x="2508651" y="463522"/>
                  </a:lnTo>
                  <a:lnTo>
                    <a:pt x="2508987" y="468533"/>
                  </a:lnTo>
                  <a:lnTo>
                    <a:pt x="2509324" y="473808"/>
                  </a:lnTo>
                  <a:lnTo>
                    <a:pt x="2509660" y="479677"/>
                  </a:lnTo>
                  <a:lnTo>
                    <a:pt x="2509997" y="484949"/>
                  </a:lnTo>
                  <a:lnTo>
                    <a:pt x="2510333" y="488510"/>
                  </a:lnTo>
                  <a:lnTo>
                    <a:pt x="2510670" y="490023"/>
                  </a:lnTo>
                  <a:lnTo>
                    <a:pt x="2511006" y="492099"/>
                  </a:lnTo>
                  <a:lnTo>
                    <a:pt x="2511343" y="495067"/>
                  </a:lnTo>
                  <a:lnTo>
                    <a:pt x="2511679" y="497149"/>
                  </a:lnTo>
                  <a:lnTo>
                    <a:pt x="2512016" y="500414"/>
                  </a:lnTo>
                  <a:lnTo>
                    <a:pt x="2512352" y="503918"/>
                  </a:lnTo>
                  <a:lnTo>
                    <a:pt x="2512688" y="507606"/>
                  </a:lnTo>
                  <a:lnTo>
                    <a:pt x="2513025" y="511818"/>
                  </a:lnTo>
                  <a:lnTo>
                    <a:pt x="2513361" y="516774"/>
                  </a:lnTo>
                  <a:lnTo>
                    <a:pt x="2513698" y="522552"/>
                  </a:lnTo>
                  <a:lnTo>
                    <a:pt x="2514034" y="528832"/>
                  </a:lnTo>
                  <a:lnTo>
                    <a:pt x="2514371" y="536256"/>
                  </a:lnTo>
                  <a:lnTo>
                    <a:pt x="2514707" y="543751"/>
                  </a:lnTo>
                  <a:lnTo>
                    <a:pt x="2515044" y="552142"/>
                  </a:lnTo>
                  <a:lnTo>
                    <a:pt x="2515380" y="560816"/>
                  </a:lnTo>
                  <a:lnTo>
                    <a:pt x="2515717" y="569416"/>
                  </a:lnTo>
                  <a:lnTo>
                    <a:pt x="2516053" y="578225"/>
                  </a:lnTo>
                  <a:lnTo>
                    <a:pt x="2516390" y="586446"/>
                  </a:lnTo>
                  <a:lnTo>
                    <a:pt x="2516726" y="595726"/>
                  </a:lnTo>
                  <a:lnTo>
                    <a:pt x="2517062" y="605289"/>
                  </a:lnTo>
                  <a:lnTo>
                    <a:pt x="2517399" y="613955"/>
                  </a:lnTo>
                  <a:lnTo>
                    <a:pt x="2517735" y="621832"/>
                  </a:lnTo>
                  <a:lnTo>
                    <a:pt x="2518072" y="628957"/>
                  </a:lnTo>
                  <a:lnTo>
                    <a:pt x="2518408" y="634862"/>
                  </a:lnTo>
                  <a:lnTo>
                    <a:pt x="2518745" y="640376"/>
                  </a:lnTo>
                  <a:lnTo>
                    <a:pt x="2519081" y="645774"/>
                  </a:lnTo>
                  <a:lnTo>
                    <a:pt x="2519418" y="650680"/>
                  </a:lnTo>
                  <a:lnTo>
                    <a:pt x="2519754" y="656183"/>
                  </a:lnTo>
                  <a:lnTo>
                    <a:pt x="2520091" y="662826"/>
                  </a:lnTo>
                  <a:lnTo>
                    <a:pt x="2520427" y="670123"/>
                  </a:lnTo>
                  <a:lnTo>
                    <a:pt x="2520764" y="678010"/>
                  </a:lnTo>
                  <a:lnTo>
                    <a:pt x="2521100" y="685589"/>
                  </a:lnTo>
                  <a:lnTo>
                    <a:pt x="2521436" y="694736"/>
                  </a:lnTo>
                  <a:lnTo>
                    <a:pt x="2521773" y="703749"/>
                  </a:lnTo>
                  <a:lnTo>
                    <a:pt x="2522109" y="712393"/>
                  </a:lnTo>
                  <a:lnTo>
                    <a:pt x="2522446" y="720180"/>
                  </a:lnTo>
                  <a:lnTo>
                    <a:pt x="2522782" y="728625"/>
                  </a:lnTo>
                  <a:lnTo>
                    <a:pt x="2523119" y="738602"/>
                  </a:lnTo>
                  <a:lnTo>
                    <a:pt x="2523455" y="748267"/>
                  </a:lnTo>
                  <a:lnTo>
                    <a:pt x="2523792" y="758599"/>
                  </a:lnTo>
                  <a:lnTo>
                    <a:pt x="2524128" y="769089"/>
                  </a:lnTo>
                  <a:lnTo>
                    <a:pt x="2524465" y="780266"/>
                  </a:lnTo>
                  <a:lnTo>
                    <a:pt x="2524801" y="790675"/>
                  </a:lnTo>
                  <a:lnTo>
                    <a:pt x="2525137" y="800206"/>
                  </a:lnTo>
                  <a:lnTo>
                    <a:pt x="2525474" y="808859"/>
                  </a:lnTo>
                  <a:lnTo>
                    <a:pt x="2525810" y="817191"/>
                  </a:lnTo>
                  <a:lnTo>
                    <a:pt x="2526147" y="825999"/>
                  </a:lnTo>
                  <a:lnTo>
                    <a:pt x="2526483" y="835189"/>
                  </a:lnTo>
                  <a:lnTo>
                    <a:pt x="2526820" y="844954"/>
                  </a:lnTo>
                  <a:lnTo>
                    <a:pt x="2527156" y="855078"/>
                  </a:lnTo>
                  <a:lnTo>
                    <a:pt x="2527493" y="865158"/>
                  </a:lnTo>
                  <a:lnTo>
                    <a:pt x="2527829" y="874710"/>
                  </a:lnTo>
                  <a:lnTo>
                    <a:pt x="2528166" y="884094"/>
                  </a:lnTo>
                  <a:lnTo>
                    <a:pt x="2528502" y="893829"/>
                  </a:lnTo>
                  <a:lnTo>
                    <a:pt x="2528839" y="903537"/>
                  </a:lnTo>
                  <a:lnTo>
                    <a:pt x="2529175" y="913216"/>
                  </a:lnTo>
                  <a:lnTo>
                    <a:pt x="2529511" y="923198"/>
                  </a:lnTo>
                  <a:lnTo>
                    <a:pt x="2529848" y="934010"/>
                  </a:lnTo>
                  <a:lnTo>
                    <a:pt x="2530184" y="944764"/>
                  </a:lnTo>
                  <a:lnTo>
                    <a:pt x="2530521" y="955798"/>
                  </a:lnTo>
                  <a:lnTo>
                    <a:pt x="2530857" y="966267"/>
                  </a:lnTo>
                  <a:lnTo>
                    <a:pt x="2531194" y="975382"/>
                  </a:lnTo>
                  <a:lnTo>
                    <a:pt x="2531530" y="983373"/>
                  </a:lnTo>
                  <a:lnTo>
                    <a:pt x="2531867" y="990693"/>
                  </a:lnTo>
                  <a:lnTo>
                    <a:pt x="2532203" y="997479"/>
                  </a:lnTo>
                  <a:lnTo>
                    <a:pt x="2532540" y="1003919"/>
                  </a:lnTo>
                  <a:lnTo>
                    <a:pt x="2532876" y="1012115"/>
                  </a:lnTo>
                  <a:lnTo>
                    <a:pt x="2533213" y="1019881"/>
                  </a:lnTo>
                  <a:lnTo>
                    <a:pt x="2533549" y="1027525"/>
                  </a:lnTo>
                  <a:lnTo>
                    <a:pt x="2533885" y="1034428"/>
                  </a:lnTo>
                  <a:lnTo>
                    <a:pt x="2534222" y="1039944"/>
                  </a:lnTo>
                  <a:lnTo>
                    <a:pt x="2534558" y="1045907"/>
                  </a:lnTo>
                  <a:lnTo>
                    <a:pt x="2534895" y="1051353"/>
                  </a:lnTo>
                  <a:lnTo>
                    <a:pt x="2535231" y="1056613"/>
                  </a:lnTo>
                  <a:lnTo>
                    <a:pt x="2535568" y="1062295"/>
                  </a:lnTo>
                  <a:lnTo>
                    <a:pt x="2535904" y="1068118"/>
                  </a:lnTo>
                  <a:lnTo>
                    <a:pt x="2536241" y="1074691"/>
                  </a:lnTo>
                  <a:lnTo>
                    <a:pt x="2536577" y="1080824"/>
                  </a:lnTo>
                  <a:lnTo>
                    <a:pt x="2536914" y="1086355"/>
                  </a:lnTo>
                  <a:lnTo>
                    <a:pt x="2537250" y="1090876"/>
                  </a:lnTo>
                  <a:lnTo>
                    <a:pt x="2537587" y="1094413"/>
                  </a:lnTo>
                  <a:lnTo>
                    <a:pt x="2537923" y="1097346"/>
                  </a:lnTo>
                  <a:lnTo>
                    <a:pt x="2538259" y="1100059"/>
                  </a:lnTo>
                  <a:lnTo>
                    <a:pt x="2538596" y="1102806"/>
                  </a:lnTo>
                  <a:lnTo>
                    <a:pt x="2538932" y="1105510"/>
                  </a:lnTo>
                  <a:lnTo>
                    <a:pt x="2539269" y="1108264"/>
                  </a:lnTo>
                  <a:lnTo>
                    <a:pt x="2539605" y="1110853"/>
                  </a:lnTo>
                  <a:lnTo>
                    <a:pt x="2539942" y="1114132"/>
                  </a:lnTo>
                  <a:lnTo>
                    <a:pt x="2540278" y="1117805"/>
                  </a:lnTo>
                  <a:lnTo>
                    <a:pt x="2540615" y="1121278"/>
                  </a:lnTo>
                  <a:lnTo>
                    <a:pt x="2540951" y="1124851"/>
                  </a:lnTo>
                  <a:lnTo>
                    <a:pt x="2541288" y="1128308"/>
                  </a:lnTo>
                  <a:lnTo>
                    <a:pt x="2541624" y="1131975"/>
                  </a:lnTo>
                  <a:lnTo>
                    <a:pt x="2541961" y="1135814"/>
                  </a:lnTo>
                  <a:lnTo>
                    <a:pt x="2542297" y="1140339"/>
                  </a:lnTo>
                  <a:lnTo>
                    <a:pt x="2542633" y="1146314"/>
                  </a:lnTo>
                  <a:lnTo>
                    <a:pt x="2542970" y="1153146"/>
                  </a:lnTo>
                  <a:lnTo>
                    <a:pt x="2543306" y="1159355"/>
                  </a:lnTo>
                  <a:lnTo>
                    <a:pt x="2543643" y="1166622"/>
                  </a:lnTo>
                  <a:lnTo>
                    <a:pt x="2543979" y="1174723"/>
                  </a:lnTo>
                  <a:lnTo>
                    <a:pt x="2544316" y="1182911"/>
                  </a:lnTo>
                  <a:lnTo>
                    <a:pt x="2544652" y="1191704"/>
                  </a:lnTo>
                  <a:lnTo>
                    <a:pt x="2544989" y="1200346"/>
                  </a:lnTo>
                  <a:lnTo>
                    <a:pt x="2545325" y="1208483"/>
                  </a:lnTo>
                  <a:lnTo>
                    <a:pt x="2545662" y="1215416"/>
                  </a:lnTo>
                  <a:lnTo>
                    <a:pt x="2545998" y="1221995"/>
                  </a:lnTo>
                  <a:lnTo>
                    <a:pt x="2546335" y="1228887"/>
                  </a:lnTo>
                  <a:lnTo>
                    <a:pt x="2546671" y="1236228"/>
                  </a:lnTo>
                  <a:lnTo>
                    <a:pt x="2547007" y="1243056"/>
                  </a:lnTo>
                  <a:lnTo>
                    <a:pt x="2547344" y="1250291"/>
                  </a:lnTo>
                  <a:lnTo>
                    <a:pt x="2547680" y="1256651"/>
                  </a:lnTo>
                  <a:lnTo>
                    <a:pt x="2548017" y="1262001"/>
                  </a:lnTo>
                  <a:lnTo>
                    <a:pt x="2548353" y="1266641"/>
                  </a:lnTo>
                  <a:lnTo>
                    <a:pt x="2548690" y="1270283"/>
                  </a:lnTo>
                  <a:lnTo>
                    <a:pt x="2549026" y="1273026"/>
                  </a:lnTo>
                  <a:lnTo>
                    <a:pt x="2549363" y="1275767"/>
                  </a:lnTo>
                  <a:lnTo>
                    <a:pt x="2549699" y="1278075"/>
                  </a:lnTo>
                  <a:lnTo>
                    <a:pt x="2550036" y="1280868"/>
                  </a:lnTo>
                  <a:lnTo>
                    <a:pt x="2550372" y="1283681"/>
                  </a:lnTo>
                  <a:lnTo>
                    <a:pt x="2550709" y="1286136"/>
                  </a:lnTo>
                  <a:lnTo>
                    <a:pt x="2551045" y="1288588"/>
                  </a:lnTo>
                  <a:lnTo>
                    <a:pt x="2551381" y="1290582"/>
                  </a:lnTo>
                  <a:lnTo>
                    <a:pt x="2551718" y="1292615"/>
                  </a:lnTo>
                  <a:lnTo>
                    <a:pt x="2552054" y="1295133"/>
                  </a:lnTo>
                  <a:lnTo>
                    <a:pt x="2552391" y="1297390"/>
                  </a:lnTo>
                  <a:lnTo>
                    <a:pt x="2552727" y="1299847"/>
                  </a:lnTo>
                  <a:lnTo>
                    <a:pt x="2553064" y="1302434"/>
                  </a:lnTo>
                  <a:lnTo>
                    <a:pt x="2553400" y="1305679"/>
                  </a:lnTo>
                  <a:lnTo>
                    <a:pt x="2553737" y="1310455"/>
                  </a:lnTo>
                  <a:lnTo>
                    <a:pt x="2554073" y="1315751"/>
                  </a:lnTo>
                  <a:lnTo>
                    <a:pt x="2554410" y="1321430"/>
                  </a:lnTo>
                  <a:lnTo>
                    <a:pt x="2554746" y="1327805"/>
                  </a:lnTo>
                  <a:lnTo>
                    <a:pt x="2555083" y="1334693"/>
                  </a:lnTo>
                  <a:lnTo>
                    <a:pt x="2555419" y="1341704"/>
                  </a:lnTo>
                  <a:lnTo>
                    <a:pt x="2555755" y="1348883"/>
                  </a:lnTo>
                  <a:lnTo>
                    <a:pt x="2556092" y="1356422"/>
                  </a:lnTo>
                  <a:lnTo>
                    <a:pt x="2556428" y="1364641"/>
                  </a:lnTo>
                  <a:lnTo>
                    <a:pt x="2556765" y="1373129"/>
                  </a:lnTo>
                  <a:lnTo>
                    <a:pt x="2557101" y="1381517"/>
                  </a:lnTo>
                  <a:lnTo>
                    <a:pt x="2557438" y="1390243"/>
                  </a:lnTo>
                  <a:lnTo>
                    <a:pt x="2557774" y="1398401"/>
                  </a:lnTo>
                  <a:lnTo>
                    <a:pt x="2558111" y="1406060"/>
                  </a:lnTo>
                  <a:lnTo>
                    <a:pt x="2558447" y="1413575"/>
                  </a:lnTo>
                  <a:lnTo>
                    <a:pt x="2558784" y="1419772"/>
                  </a:lnTo>
                  <a:lnTo>
                    <a:pt x="2559120" y="1425455"/>
                  </a:lnTo>
                  <a:lnTo>
                    <a:pt x="2559456" y="1431067"/>
                  </a:lnTo>
                  <a:lnTo>
                    <a:pt x="2559793" y="1435105"/>
                  </a:lnTo>
                  <a:lnTo>
                    <a:pt x="2560129" y="1438689"/>
                  </a:lnTo>
                  <a:lnTo>
                    <a:pt x="2560466" y="1442471"/>
                  </a:lnTo>
                  <a:lnTo>
                    <a:pt x="2560802" y="1446710"/>
                  </a:lnTo>
                  <a:lnTo>
                    <a:pt x="2561139" y="1450789"/>
                  </a:lnTo>
                  <a:lnTo>
                    <a:pt x="2561475" y="1454136"/>
                  </a:lnTo>
                  <a:lnTo>
                    <a:pt x="2561812" y="1457231"/>
                  </a:lnTo>
                  <a:lnTo>
                    <a:pt x="2562148" y="1460233"/>
                  </a:lnTo>
                  <a:lnTo>
                    <a:pt x="2562485" y="1463965"/>
                  </a:lnTo>
                  <a:lnTo>
                    <a:pt x="2562821" y="1467832"/>
                  </a:lnTo>
                  <a:lnTo>
                    <a:pt x="2563158" y="1472322"/>
                  </a:lnTo>
                  <a:lnTo>
                    <a:pt x="2563494" y="1476039"/>
                  </a:lnTo>
                  <a:lnTo>
                    <a:pt x="2563830" y="1479362"/>
                  </a:lnTo>
                  <a:lnTo>
                    <a:pt x="2564167" y="1483159"/>
                  </a:lnTo>
                  <a:lnTo>
                    <a:pt x="2564503" y="1487210"/>
                  </a:lnTo>
                  <a:lnTo>
                    <a:pt x="2564840" y="1489651"/>
                  </a:lnTo>
                  <a:lnTo>
                    <a:pt x="2565176" y="1492163"/>
                  </a:lnTo>
                  <a:lnTo>
                    <a:pt x="2565513" y="1493749"/>
                  </a:lnTo>
                  <a:lnTo>
                    <a:pt x="2565849" y="1495782"/>
                  </a:lnTo>
                  <a:lnTo>
                    <a:pt x="2566186" y="1497777"/>
                  </a:lnTo>
                  <a:lnTo>
                    <a:pt x="2566522" y="1500546"/>
                  </a:lnTo>
                  <a:lnTo>
                    <a:pt x="2566859" y="1503813"/>
                  </a:lnTo>
                  <a:lnTo>
                    <a:pt x="2567195" y="1507523"/>
                  </a:lnTo>
                  <a:lnTo>
                    <a:pt x="2567532" y="1511391"/>
                  </a:lnTo>
                  <a:lnTo>
                    <a:pt x="2567868" y="1515812"/>
                  </a:lnTo>
                  <a:lnTo>
                    <a:pt x="2568204" y="1521058"/>
                  </a:lnTo>
                  <a:lnTo>
                    <a:pt x="2568541" y="1526540"/>
                  </a:lnTo>
                  <a:lnTo>
                    <a:pt x="2568877" y="1533104"/>
                  </a:lnTo>
                  <a:lnTo>
                    <a:pt x="2569214" y="1539683"/>
                  </a:lnTo>
                  <a:lnTo>
                    <a:pt x="2569550" y="1547116"/>
                  </a:lnTo>
                  <a:lnTo>
                    <a:pt x="2569887" y="1555362"/>
                  </a:lnTo>
                  <a:lnTo>
                    <a:pt x="2570223" y="1563002"/>
                  </a:lnTo>
                  <a:lnTo>
                    <a:pt x="2570560" y="1571067"/>
                  </a:lnTo>
                  <a:lnTo>
                    <a:pt x="2570896" y="1580088"/>
                  </a:lnTo>
                  <a:lnTo>
                    <a:pt x="2571233" y="1588529"/>
                  </a:lnTo>
                  <a:lnTo>
                    <a:pt x="2571569" y="1597188"/>
                  </a:lnTo>
                  <a:lnTo>
                    <a:pt x="2571906" y="1606083"/>
                  </a:lnTo>
                  <a:lnTo>
                    <a:pt x="2572242" y="1614309"/>
                  </a:lnTo>
                  <a:lnTo>
                    <a:pt x="2572578" y="1622189"/>
                  </a:lnTo>
                  <a:lnTo>
                    <a:pt x="2572915" y="1627642"/>
                  </a:lnTo>
                  <a:lnTo>
                    <a:pt x="2573251" y="1632516"/>
                  </a:lnTo>
                  <a:lnTo>
                    <a:pt x="2573588" y="1639424"/>
                  </a:lnTo>
                  <a:lnTo>
                    <a:pt x="2573924" y="1645061"/>
                  </a:lnTo>
                  <a:lnTo>
                    <a:pt x="2574261" y="1651437"/>
                  </a:lnTo>
                  <a:lnTo>
                    <a:pt x="2574597" y="1656328"/>
                  </a:lnTo>
                  <a:lnTo>
                    <a:pt x="2574934" y="1660252"/>
                  </a:lnTo>
                  <a:lnTo>
                    <a:pt x="2575270" y="1664287"/>
                  </a:lnTo>
                  <a:lnTo>
                    <a:pt x="2575607" y="1668151"/>
                  </a:lnTo>
                  <a:lnTo>
                    <a:pt x="2575943" y="1672092"/>
                  </a:lnTo>
                  <a:lnTo>
                    <a:pt x="2576280" y="1674756"/>
                  </a:lnTo>
                  <a:lnTo>
                    <a:pt x="2576616" y="1677402"/>
                  </a:lnTo>
                  <a:lnTo>
                    <a:pt x="2576952" y="1679654"/>
                  </a:lnTo>
                  <a:lnTo>
                    <a:pt x="2577289" y="1682548"/>
                  </a:lnTo>
                  <a:lnTo>
                    <a:pt x="2577625" y="1686297"/>
                  </a:lnTo>
                  <a:lnTo>
                    <a:pt x="2577962" y="1688943"/>
                  </a:lnTo>
                  <a:lnTo>
                    <a:pt x="2578298" y="1690939"/>
                  </a:lnTo>
                  <a:lnTo>
                    <a:pt x="2578635" y="1692225"/>
                  </a:lnTo>
                  <a:lnTo>
                    <a:pt x="2578971" y="1694032"/>
                  </a:lnTo>
                  <a:lnTo>
                    <a:pt x="2579308" y="1694491"/>
                  </a:lnTo>
                  <a:lnTo>
                    <a:pt x="2579644" y="1694844"/>
                  </a:lnTo>
                  <a:lnTo>
                    <a:pt x="2579981" y="1695289"/>
                  </a:lnTo>
                  <a:lnTo>
                    <a:pt x="2580317" y="1694825"/>
                  </a:lnTo>
                  <a:lnTo>
                    <a:pt x="2580654" y="1693760"/>
                  </a:lnTo>
                  <a:lnTo>
                    <a:pt x="2580990" y="1692218"/>
                  </a:lnTo>
                  <a:lnTo>
                    <a:pt x="2581326" y="1691241"/>
                  </a:lnTo>
                  <a:lnTo>
                    <a:pt x="2581663" y="1688899"/>
                  </a:lnTo>
                  <a:lnTo>
                    <a:pt x="2581999" y="1685978"/>
                  </a:lnTo>
                  <a:lnTo>
                    <a:pt x="2582336" y="1682179"/>
                  </a:lnTo>
                  <a:lnTo>
                    <a:pt x="2582672" y="1677544"/>
                  </a:lnTo>
                  <a:lnTo>
                    <a:pt x="2583009" y="1672385"/>
                  </a:lnTo>
                  <a:lnTo>
                    <a:pt x="2583345" y="1667821"/>
                  </a:lnTo>
                  <a:lnTo>
                    <a:pt x="2583682" y="1663502"/>
                  </a:lnTo>
                  <a:lnTo>
                    <a:pt x="2584018" y="1659371"/>
                  </a:lnTo>
                  <a:lnTo>
                    <a:pt x="2584355" y="1655825"/>
                  </a:lnTo>
                  <a:lnTo>
                    <a:pt x="2584691" y="1653322"/>
                  </a:lnTo>
                  <a:lnTo>
                    <a:pt x="2585028" y="1651855"/>
                  </a:lnTo>
                  <a:lnTo>
                    <a:pt x="2585364" y="1650542"/>
                  </a:lnTo>
                  <a:lnTo>
                    <a:pt x="2585700" y="1649995"/>
                  </a:lnTo>
                  <a:lnTo>
                    <a:pt x="2586037" y="1648818"/>
                  </a:lnTo>
                  <a:lnTo>
                    <a:pt x="2586373" y="1646183"/>
                  </a:lnTo>
                  <a:lnTo>
                    <a:pt x="2586710" y="1642998"/>
                  </a:lnTo>
                  <a:lnTo>
                    <a:pt x="2587046" y="1639430"/>
                  </a:lnTo>
                  <a:lnTo>
                    <a:pt x="2587383" y="1635440"/>
                  </a:lnTo>
                  <a:lnTo>
                    <a:pt x="2587719" y="1631136"/>
                  </a:lnTo>
                  <a:lnTo>
                    <a:pt x="2588056" y="1627229"/>
                  </a:lnTo>
                  <a:lnTo>
                    <a:pt x="2588392" y="1622000"/>
                  </a:lnTo>
                  <a:lnTo>
                    <a:pt x="2588729" y="1617598"/>
                  </a:lnTo>
                  <a:lnTo>
                    <a:pt x="2589065" y="1614471"/>
                  </a:lnTo>
                  <a:lnTo>
                    <a:pt x="2589401" y="1611754"/>
                  </a:lnTo>
                  <a:lnTo>
                    <a:pt x="2589738" y="1611607"/>
                  </a:lnTo>
                  <a:lnTo>
                    <a:pt x="2590074" y="1611104"/>
                  </a:lnTo>
                  <a:lnTo>
                    <a:pt x="2590411" y="1610486"/>
                  </a:lnTo>
                  <a:lnTo>
                    <a:pt x="2590747" y="1609955"/>
                  </a:lnTo>
                  <a:lnTo>
                    <a:pt x="2591084" y="1609034"/>
                  </a:lnTo>
                  <a:lnTo>
                    <a:pt x="2591420" y="1608067"/>
                  </a:lnTo>
                  <a:lnTo>
                    <a:pt x="2591757" y="1607868"/>
                  </a:lnTo>
                  <a:lnTo>
                    <a:pt x="2592093" y="1607581"/>
                  </a:lnTo>
                  <a:lnTo>
                    <a:pt x="2592430" y="1607344"/>
                  </a:lnTo>
                  <a:lnTo>
                    <a:pt x="2592766" y="1606947"/>
                  </a:lnTo>
                  <a:lnTo>
                    <a:pt x="2593103" y="1606740"/>
                  </a:lnTo>
                  <a:lnTo>
                    <a:pt x="2593439" y="1606628"/>
                  </a:lnTo>
                  <a:lnTo>
                    <a:pt x="2593775" y="1606613"/>
                  </a:lnTo>
                  <a:lnTo>
                    <a:pt x="2594112" y="1606409"/>
                  </a:lnTo>
                  <a:lnTo>
                    <a:pt x="2594448" y="1605592"/>
                  </a:lnTo>
                  <a:lnTo>
                    <a:pt x="2594785" y="1604289"/>
                  </a:lnTo>
                  <a:lnTo>
                    <a:pt x="2595121" y="1602782"/>
                  </a:lnTo>
                  <a:lnTo>
                    <a:pt x="2595458" y="1599396"/>
                  </a:lnTo>
                  <a:lnTo>
                    <a:pt x="2595794" y="1594694"/>
                  </a:lnTo>
                  <a:lnTo>
                    <a:pt x="2596131" y="1589449"/>
                  </a:lnTo>
                  <a:lnTo>
                    <a:pt x="2596467" y="1583432"/>
                  </a:lnTo>
                  <a:lnTo>
                    <a:pt x="2596804" y="1576102"/>
                  </a:lnTo>
                  <a:lnTo>
                    <a:pt x="2597140" y="1568349"/>
                  </a:lnTo>
                  <a:lnTo>
                    <a:pt x="2597477" y="1561040"/>
                  </a:lnTo>
                  <a:lnTo>
                    <a:pt x="2597813" y="1553461"/>
                  </a:lnTo>
                  <a:lnTo>
                    <a:pt x="2598149" y="1545769"/>
                  </a:lnTo>
                  <a:lnTo>
                    <a:pt x="2598486" y="1537869"/>
                  </a:lnTo>
                  <a:lnTo>
                    <a:pt x="2598822" y="1530450"/>
                  </a:lnTo>
                  <a:lnTo>
                    <a:pt x="2599159" y="1522633"/>
                  </a:lnTo>
                  <a:lnTo>
                    <a:pt x="2599495" y="1514267"/>
                  </a:lnTo>
                  <a:lnTo>
                    <a:pt x="2599832" y="1506739"/>
                  </a:lnTo>
                  <a:lnTo>
                    <a:pt x="2600168" y="1500272"/>
                  </a:lnTo>
                  <a:lnTo>
                    <a:pt x="2600505" y="1494390"/>
                  </a:lnTo>
                  <a:lnTo>
                    <a:pt x="2600841" y="1488844"/>
                  </a:lnTo>
                  <a:lnTo>
                    <a:pt x="2601178" y="1482990"/>
                  </a:lnTo>
                  <a:lnTo>
                    <a:pt x="2601514" y="1475799"/>
                  </a:lnTo>
                  <a:lnTo>
                    <a:pt x="2601851" y="1468902"/>
                  </a:lnTo>
                  <a:lnTo>
                    <a:pt x="2602187" y="1461778"/>
                  </a:lnTo>
                  <a:lnTo>
                    <a:pt x="2602523" y="1454420"/>
                  </a:lnTo>
                  <a:lnTo>
                    <a:pt x="2602860" y="1447224"/>
                  </a:lnTo>
                  <a:lnTo>
                    <a:pt x="2603196" y="1440165"/>
                  </a:lnTo>
                  <a:lnTo>
                    <a:pt x="2603533" y="1432286"/>
                  </a:lnTo>
                  <a:lnTo>
                    <a:pt x="2603869" y="1424731"/>
                  </a:lnTo>
                  <a:lnTo>
                    <a:pt x="2604206" y="1417460"/>
                  </a:lnTo>
                  <a:lnTo>
                    <a:pt x="2604542" y="1410476"/>
                  </a:lnTo>
                  <a:lnTo>
                    <a:pt x="2604879" y="1403098"/>
                  </a:lnTo>
                  <a:lnTo>
                    <a:pt x="2605215" y="1395991"/>
                  </a:lnTo>
                  <a:lnTo>
                    <a:pt x="2605552" y="1387402"/>
                  </a:lnTo>
                  <a:lnTo>
                    <a:pt x="2605888" y="1379001"/>
                  </a:lnTo>
                  <a:lnTo>
                    <a:pt x="2606225" y="1370234"/>
                  </a:lnTo>
                  <a:lnTo>
                    <a:pt x="2606561" y="1360921"/>
                  </a:lnTo>
                  <a:lnTo>
                    <a:pt x="2606897" y="1351459"/>
                  </a:lnTo>
                  <a:lnTo>
                    <a:pt x="2607234" y="1340993"/>
                  </a:lnTo>
                  <a:lnTo>
                    <a:pt x="2607570" y="1330832"/>
                  </a:lnTo>
                  <a:lnTo>
                    <a:pt x="2607907" y="1320832"/>
                  </a:lnTo>
                  <a:lnTo>
                    <a:pt x="2608243" y="1309881"/>
                  </a:lnTo>
                  <a:lnTo>
                    <a:pt x="2608580" y="1299895"/>
                  </a:lnTo>
                  <a:lnTo>
                    <a:pt x="2608916" y="1290280"/>
                  </a:lnTo>
                  <a:lnTo>
                    <a:pt x="2609253" y="1281116"/>
                  </a:lnTo>
                  <a:lnTo>
                    <a:pt x="2609589" y="1272076"/>
                  </a:lnTo>
                  <a:lnTo>
                    <a:pt x="2609926" y="1262450"/>
                  </a:lnTo>
                  <a:lnTo>
                    <a:pt x="2610262" y="1253533"/>
                  </a:lnTo>
                  <a:lnTo>
                    <a:pt x="2610599" y="1245058"/>
                  </a:lnTo>
                  <a:lnTo>
                    <a:pt x="2610935" y="1237145"/>
                  </a:lnTo>
                  <a:lnTo>
                    <a:pt x="2611271" y="1228495"/>
                  </a:lnTo>
                  <a:lnTo>
                    <a:pt x="2611608" y="1221227"/>
                  </a:lnTo>
                  <a:lnTo>
                    <a:pt x="2611944" y="1214575"/>
                  </a:lnTo>
                  <a:lnTo>
                    <a:pt x="2612281" y="1207606"/>
                  </a:lnTo>
                  <a:lnTo>
                    <a:pt x="2612617" y="1201563"/>
                  </a:lnTo>
                  <a:lnTo>
                    <a:pt x="2612954" y="1195728"/>
                  </a:lnTo>
                  <a:lnTo>
                    <a:pt x="2613290" y="1190304"/>
                  </a:lnTo>
                  <a:lnTo>
                    <a:pt x="2613627" y="1184052"/>
                  </a:lnTo>
                  <a:lnTo>
                    <a:pt x="2613963" y="1177943"/>
                  </a:lnTo>
                  <a:lnTo>
                    <a:pt x="2614300" y="1171829"/>
                  </a:lnTo>
                  <a:lnTo>
                    <a:pt x="2614636" y="1165271"/>
                  </a:lnTo>
                  <a:lnTo>
                    <a:pt x="2614973" y="1158308"/>
                  </a:lnTo>
                  <a:lnTo>
                    <a:pt x="2615309" y="1149957"/>
                  </a:lnTo>
                  <a:lnTo>
                    <a:pt x="2615645" y="1140704"/>
                  </a:lnTo>
                  <a:lnTo>
                    <a:pt x="2615982" y="1132944"/>
                  </a:lnTo>
                  <a:lnTo>
                    <a:pt x="2616318" y="1127679"/>
                  </a:lnTo>
                  <a:lnTo>
                    <a:pt x="2616655" y="1124367"/>
                  </a:lnTo>
                  <a:lnTo>
                    <a:pt x="2616991" y="1122068"/>
                  </a:lnTo>
                  <a:lnTo>
                    <a:pt x="2617328" y="1120696"/>
                  </a:lnTo>
                  <a:lnTo>
                    <a:pt x="2617664" y="1119024"/>
                  </a:lnTo>
                  <a:lnTo>
                    <a:pt x="2618001" y="1117178"/>
                  </a:lnTo>
                  <a:lnTo>
                    <a:pt x="2618337" y="1115250"/>
                  </a:lnTo>
                  <a:lnTo>
                    <a:pt x="2618674" y="1113724"/>
                  </a:lnTo>
                  <a:lnTo>
                    <a:pt x="2619010" y="1111913"/>
                  </a:lnTo>
                  <a:lnTo>
                    <a:pt x="2619347" y="1109984"/>
                  </a:lnTo>
                  <a:lnTo>
                    <a:pt x="2619683" y="1108337"/>
                  </a:lnTo>
                  <a:lnTo>
                    <a:pt x="2620019" y="1106767"/>
                  </a:lnTo>
                  <a:lnTo>
                    <a:pt x="2620356" y="1105763"/>
                  </a:lnTo>
                  <a:lnTo>
                    <a:pt x="2620692" y="1105152"/>
                  </a:lnTo>
                  <a:lnTo>
                    <a:pt x="2621029" y="1104611"/>
                  </a:lnTo>
                  <a:lnTo>
                    <a:pt x="2621365" y="1104188"/>
                  </a:lnTo>
                  <a:lnTo>
                    <a:pt x="2621702" y="1103570"/>
                  </a:lnTo>
                  <a:lnTo>
                    <a:pt x="2622038" y="1102020"/>
                  </a:lnTo>
                  <a:lnTo>
                    <a:pt x="2622375" y="1098290"/>
                  </a:lnTo>
                  <a:lnTo>
                    <a:pt x="2622711" y="1094741"/>
                  </a:lnTo>
                  <a:lnTo>
                    <a:pt x="2623048" y="1091050"/>
                  </a:lnTo>
                  <a:lnTo>
                    <a:pt x="2623384" y="1086910"/>
                  </a:lnTo>
                  <a:lnTo>
                    <a:pt x="2623720" y="1081599"/>
                  </a:lnTo>
                  <a:lnTo>
                    <a:pt x="2624057" y="1075728"/>
                  </a:lnTo>
                  <a:lnTo>
                    <a:pt x="2624393" y="1069778"/>
                  </a:lnTo>
                  <a:lnTo>
                    <a:pt x="2624730" y="1061971"/>
                  </a:lnTo>
                  <a:lnTo>
                    <a:pt x="2625066" y="1054591"/>
                  </a:lnTo>
                  <a:lnTo>
                    <a:pt x="2625403" y="1047141"/>
                  </a:lnTo>
                  <a:lnTo>
                    <a:pt x="2625739" y="1039421"/>
                  </a:lnTo>
                  <a:lnTo>
                    <a:pt x="2626076" y="1032276"/>
                  </a:lnTo>
                  <a:lnTo>
                    <a:pt x="2626412" y="1024847"/>
                  </a:lnTo>
                  <a:lnTo>
                    <a:pt x="2626749" y="1018167"/>
                  </a:lnTo>
                  <a:lnTo>
                    <a:pt x="2627085" y="1012579"/>
                  </a:lnTo>
                  <a:lnTo>
                    <a:pt x="2627422" y="1006616"/>
                  </a:lnTo>
                  <a:lnTo>
                    <a:pt x="2627758" y="1001035"/>
                  </a:lnTo>
                  <a:lnTo>
                    <a:pt x="2628094" y="994708"/>
                  </a:lnTo>
                  <a:lnTo>
                    <a:pt x="2628431" y="988636"/>
                  </a:lnTo>
                  <a:lnTo>
                    <a:pt x="2628767" y="983117"/>
                  </a:lnTo>
                  <a:lnTo>
                    <a:pt x="2629104" y="978289"/>
                  </a:lnTo>
                  <a:lnTo>
                    <a:pt x="2629440" y="973830"/>
                  </a:lnTo>
                  <a:lnTo>
                    <a:pt x="2629777" y="969826"/>
                  </a:lnTo>
                  <a:lnTo>
                    <a:pt x="2630113" y="966409"/>
                  </a:lnTo>
                  <a:lnTo>
                    <a:pt x="2630450" y="963692"/>
                  </a:lnTo>
                  <a:lnTo>
                    <a:pt x="2630786" y="961606"/>
                  </a:lnTo>
                  <a:lnTo>
                    <a:pt x="2631123" y="959949"/>
                  </a:lnTo>
                  <a:lnTo>
                    <a:pt x="2631459" y="958527"/>
                  </a:lnTo>
                  <a:lnTo>
                    <a:pt x="2631796" y="956630"/>
                  </a:lnTo>
                  <a:lnTo>
                    <a:pt x="2632132" y="955210"/>
                  </a:lnTo>
                  <a:lnTo>
                    <a:pt x="2632468" y="953302"/>
                  </a:lnTo>
                  <a:lnTo>
                    <a:pt x="2632805" y="951005"/>
                  </a:lnTo>
                  <a:lnTo>
                    <a:pt x="2633141" y="948240"/>
                  </a:lnTo>
                  <a:lnTo>
                    <a:pt x="2633478" y="944647"/>
                  </a:lnTo>
                  <a:lnTo>
                    <a:pt x="2633814" y="940261"/>
                  </a:lnTo>
                  <a:lnTo>
                    <a:pt x="2634151" y="935261"/>
                  </a:lnTo>
                  <a:lnTo>
                    <a:pt x="2634487" y="929673"/>
                  </a:lnTo>
                  <a:lnTo>
                    <a:pt x="2634824" y="924118"/>
                  </a:lnTo>
                  <a:lnTo>
                    <a:pt x="2635160" y="916479"/>
                  </a:lnTo>
                  <a:lnTo>
                    <a:pt x="2635497" y="908074"/>
                  </a:lnTo>
                  <a:lnTo>
                    <a:pt x="2635833" y="899223"/>
                  </a:lnTo>
                  <a:lnTo>
                    <a:pt x="2636170" y="889526"/>
                  </a:lnTo>
                  <a:lnTo>
                    <a:pt x="2636506" y="879303"/>
                  </a:lnTo>
                  <a:lnTo>
                    <a:pt x="2636842" y="869881"/>
                  </a:lnTo>
                  <a:lnTo>
                    <a:pt x="2637179" y="858949"/>
                  </a:lnTo>
                  <a:lnTo>
                    <a:pt x="2637515" y="849045"/>
                  </a:lnTo>
                  <a:lnTo>
                    <a:pt x="2637852" y="839391"/>
                  </a:lnTo>
                  <a:lnTo>
                    <a:pt x="2638188" y="830476"/>
                  </a:lnTo>
                  <a:lnTo>
                    <a:pt x="2638525" y="823019"/>
                  </a:lnTo>
                  <a:lnTo>
                    <a:pt x="2638861" y="816543"/>
                  </a:lnTo>
                  <a:lnTo>
                    <a:pt x="2639198" y="811288"/>
                  </a:lnTo>
                  <a:lnTo>
                    <a:pt x="2639534" y="807438"/>
                  </a:lnTo>
                  <a:lnTo>
                    <a:pt x="2639871" y="804197"/>
                  </a:lnTo>
                  <a:lnTo>
                    <a:pt x="2640207" y="802385"/>
                  </a:lnTo>
                  <a:lnTo>
                    <a:pt x="2640544" y="801542"/>
                  </a:lnTo>
                  <a:lnTo>
                    <a:pt x="2640880" y="800752"/>
                  </a:lnTo>
                  <a:lnTo>
                    <a:pt x="2641216" y="800599"/>
                  </a:lnTo>
                  <a:lnTo>
                    <a:pt x="2641553" y="801342"/>
                  </a:lnTo>
                  <a:lnTo>
                    <a:pt x="2641889" y="802413"/>
                  </a:lnTo>
                  <a:lnTo>
                    <a:pt x="2642226" y="805037"/>
                  </a:lnTo>
                  <a:lnTo>
                    <a:pt x="2642562" y="807954"/>
                  </a:lnTo>
                  <a:lnTo>
                    <a:pt x="2642899" y="811152"/>
                  </a:lnTo>
                  <a:lnTo>
                    <a:pt x="2643235" y="814928"/>
                  </a:lnTo>
                  <a:lnTo>
                    <a:pt x="2643572" y="818843"/>
                  </a:lnTo>
                  <a:lnTo>
                    <a:pt x="2643908" y="822664"/>
                  </a:lnTo>
                  <a:lnTo>
                    <a:pt x="2644245" y="826389"/>
                  </a:lnTo>
                  <a:lnTo>
                    <a:pt x="2644581" y="829356"/>
                  </a:lnTo>
                  <a:lnTo>
                    <a:pt x="2644918" y="832073"/>
                  </a:lnTo>
                  <a:lnTo>
                    <a:pt x="2645254" y="834662"/>
                  </a:lnTo>
                  <a:lnTo>
                    <a:pt x="2645590" y="836400"/>
                  </a:lnTo>
                  <a:lnTo>
                    <a:pt x="2645927" y="836291"/>
                  </a:lnTo>
                  <a:lnTo>
                    <a:pt x="2646263" y="834930"/>
                  </a:lnTo>
                  <a:lnTo>
                    <a:pt x="2646600" y="832788"/>
                  </a:lnTo>
                  <a:lnTo>
                    <a:pt x="2646936" y="831037"/>
                  </a:lnTo>
                  <a:lnTo>
                    <a:pt x="2647273" y="828520"/>
                  </a:lnTo>
                  <a:lnTo>
                    <a:pt x="2647609" y="826642"/>
                  </a:lnTo>
                  <a:lnTo>
                    <a:pt x="2647946" y="824786"/>
                  </a:lnTo>
                  <a:lnTo>
                    <a:pt x="2648282" y="821901"/>
                  </a:lnTo>
                  <a:lnTo>
                    <a:pt x="2648619" y="817330"/>
                  </a:lnTo>
                  <a:lnTo>
                    <a:pt x="2648955" y="812576"/>
                  </a:lnTo>
                  <a:lnTo>
                    <a:pt x="2649292" y="807763"/>
                  </a:lnTo>
                  <a:lnTo>
                    <a:pt x="2649628" y="802432"/>
                  </a:lnTo>
                  <a:lnTo>
                    <a:pt x="2649964" y="797070"/>
                  </a:lnTo>
                  <a:lnTo>
                    <a:pt x="2650301" y="791575"/>
                  </a:lnTo>
                  <a:lnTo>
                    <a:pt x="2650637" y="785284"/>
                  </a:lnTo>
                  <a:lnTo>
                    <a:pt x="2650974" y="779710"/>
                  </a:lnTo>
                  <a:lnTo>
                    <a:pt x="2651310" y="774504"/>
                  </a:lnTo>
                  <a:lnTo>
                    <a:pt x="2651647" y="770586"/>
                  </a:lnTo>
                  <a:lnTo>
                    <a:pt x="2651983" y="766908"/>
                  </a:lnTo>
                  <a:lnTo>
                    <a:pt x="2652320" y="763256"/>
                  </a:lnTo>
                  <a:lnTo>
                    <a:pt x="2652656" y="758583"/>
                  </a:lnTo>
                  <a:lnTo>
                    <a:pt x="2652993" y="751751"/>
                  </a:lnTo>
                  <a:lnTo>
                    <a:pt x="2653329" y="746291"/>
                  </a:lnTo>
                  <a:lnTo>
                    <a:pt x="2653666" y="742958"/>
                  </a:lnTo>
                  <a:lnTo>
                    <a:pt x="2654002" y="740092"/>
                  </a:lnTo>
                  <a:lnTo>
                    <a:pt x="2654338" y="737820"/>
                  </a:lnTo>
                  <a:lnTo>
                    <a:pt x="2654675" y="736390"/>
                  </a:lnTo>
                  <a:lnTo>
                    <a:pt x="2655011" y="736700"/>
                  </a:lnTo>
                  <a:lnTo>
                    <a:pt x="2655348" y="737906"/>
                  </a:lnTo>
                  <a:lnTo>
                    <a:pt x="2655684" y="741381"/>
                  </a:lnTo>
                  <a:lnTo>
                    <a:pt x="2656021" y="743728"/>
                  </a:lnTo>
                  <a:lnTo>
                    <a:pt x="2656357" y="744346"/>
                  </a:lnTo>
                  <a:lnTo>
                    <a:pt x="2656694" y="743714"/>
                  </a:lnTo>
                  <a:lnTo>
                    <a:pt x="2657030" y="740139"/>
                  </a:lnTo>
                  <a:lnTo>
                    <a:pt x="2657367" y="737134"/>
                  </a:lnTo>
                  <a:lnTo>
                    <a:pt x="2657703" y="733459"/>
                  </a:lnTo>
                  <a:lnTo>
                    <a:pt x="2658039" y="730183"/>
                  </a:lnTo>
                  <a:lnTo>
                    <a:pt x="2658376" y="726629"/>
                  </a:lnTo>
                  <a:lnTo>
                    <a:pt x="2658712" y="722789"/>
                  </a:lnTo>
                  <a:lnTo>
                    <a:pt x="2659049" y="718166"/>
                  </a:lnTo>
                  <a:lnTo>
                    <a:pt x="2659385" y="714386"/>
                  </a:lnTo>
                  <a:lnTo>
                    <a:pt x="2659722" y="710371"/>
                  </a:lnTo>
                  <a:lnTo>
                    <a:pt x="2660058" y="706481"/>
                  </a:lnTo>
                  <a:lnTo>
                    <a:pt x="2660395" y="703004"/>
                  </a:lnTo>
                  <a:lnTo>
                    <a:pt x="2660731" y="699346"/>
                  </a:lnTo>
                  <a:lnTo>
                    <a:pt x="2661068" y="696142"/>
                  </a:lnTo>
                  <a:lnTo>
                    <a:pt x="2661404" y="693759"/>
                  </a:lnTo>
                  <a:lnTo>
                    <a:pt x="2661741" y="692423"/>
                  </a:lnTo>
                  <a:lnTo>
                    <a:pt x="2662077" y="692106"/>
                  </a:lnTo>
                  <a:lnTo>
                    <a:pt x="2662413" y="691896"/>
                  </a:lnTo>
                  <a:lnTo>
                    <a:pt x="2662750" y="693543"/>
                  </a:lnTo>
                  <a:lnTo>
                    <a:pt x="2663086" y="696787"/>
                  </a:lnTo>
                  <a:lnTo>
                    <a:pt x="2663423" y="700887"/>
                  </a:lnTo>
                  <a:lnTo>
                    <a:pt x="2663759" y="706011"/>
                  </a:lnTo>
                  <a:lnTo>
                    <a:pt x="2664096" y="712519"/>
                  </a:lnTo>
                  <a:lnTo>
                    <a:pt x="2664432" y="719439"/>
                  </a:lnTo>
                  <a:lnTo>
                    <a:pt x="2664769" y="726448"/>
                  </a:lnTo>
                  <a:lnTo>
                    <a:pt x="2665105" y="733450"/>
                  </a:lnTo>
                  <a:lnTo>
                    <a:pt x="2665442" y="740445"/>
                  </a:lnTo>
                  <a:lnTo>
                    <a:pt x="2665778" y="747854"/>
                  </a:lnTo>
                  <a:lnTo>
                    <a:pt x="2666115" y="754646"/>
                  </a:lnTo>
                  <a:lnTo>
                    <a:pt x="2666451" y="762116"/>
                  </a:lnTo>
                  <a:lnTo>
                    <a:pt x="2666787" y="769707"/>
                  </a:lnTo>
                  <a:lnTo>
                    <a:pt x="2667124" y="775780"/>
                  </a:lnTo>
                  <a:lnTo>
                    <a:pt x="2667460" y="780188"/>
                  </a:lnTo>
                  <a:lnTo>
                    <a:pt x="2667797" y="785070"/>
                  </a:lnTo>
                  <a:lnTo>
                    <a:pt x="2668133" y="789281"/>
                  </a:lnTo>
                  <a:lnTo>
                    <a:pt x="2668470" y="793580"/>
                  </a:lnTo>
                  <a:lnTo>
                    <a:pt x="2668806" y="798369"/>
                  </a:lnTo>
                  <a:lnTo>
                    <a:pt x="2669143" y="801745"/>
                  </a:lnTo>
                  <a:lnTo>
                    <a:pt x="2669479" y="805279"/>
                  </a:lnTo>
                  <a:lnTo>
                    <a:pt x="2669816" y="809458"/>
                  </a:lnTo>
                  <a:lnTo>
                    <a:pt x="2670152" y="814351"/>
                  </a:lnTo>
                  <a:lnTo>
                    <a:pt x="2670489" y="819584"/>
                  </a:lnTo>
                  <a:lnTo>
                    <a:pt x="2670825" y="825438"/>
                  </a:lnTo>
                  <a:lnTo>
                    <a:pt x="2671161" y="831725"/>
                  </a:lnTo>
                  <a:lnTo>
                    <a:pt x="2671498" y="837914"/>
                  </a:lnTo>
                  <a:lnTo>
                    <a:pt x="2671834" y="844453"/>
                  </a:lnTo>
                  <a:lnTo>
                    <a:pt x="2672171" y="852217"/>
                  </a:lnTo>
                  <a:lnTo>
                    <a:pt x="2672507" y="860236"/>
                  </a:lnTo>
                  <a:lnTo>
                    <a:pt x="2672844" y="869952"/>
                  </a:lnTo>
                  <a:lnTo>
                    <a:pt x="2673180" y="879930"/>
                  </a:lnTo>
                  <a:lnTo>
                    <a:pt x="2673517" y="890226"/>
                  </a:lnTo>
                  <a:lnTo>
                    <a:pt x="2673853" y="900859"/>
                  </a:lnTo>
                  <a:lnTo>
                    <a:pt x="2674190" y="912164"/>
                  </a:lnTo>
                  <a:lnTo>
                    <a:pt x="2674526" y="924692"/>
                  </a:lnTo>
                  <a:lnTo>
                    <a:pt x="2674863" y="937007"/>
                  </a:lnTo>
                  <a:lnTo>
                    <a:pt x="2675199" y="949427"/>
                  </a:lnTo>
                  <a:lnTo>
                    <a:pt x="2675535" y="962756"/>
                  </a:lnTo>
                  <a:lnTo>
                    <a:pt x="2675872" y="975215"/>
                  </a:lnTo>
                  <a:lnTo>
                    <a:pt x="2676208" y="987206"/>
                  </a:lnTo>
                  <a:lnTo>
                    <a:pt x="2676545" y="998437"/>
                  </a:lnTo>
                  <a:lnTo>
                    <a:pt x="2676881" y="1009212"/>
                  </a:lnTo>
                  <a:lnTo>
                    <a:pt x="2677218" y="1019759"/>
                  </a:lnTo>
                  <a:lnTo>
                    <a:pt x="2677554" y="1029540"/>
                  </a:lnTo>
                  <a:lnTo>
                    <a:pt x="2677891" y="1038460"/>
                  </a:lnTo>
                  <a:lnTo>
                    <a:pt x="2678227" y="1045753"/>
                  </a:lnTo>
                  <a:lnTo>
                    <a:pt x="2678564" y="1053794"/>
                  </a:lnTo>
                  <a:lnTo>
                    <a:pt x="2678900" y="1060698"/>
                  </a:lnTo>
                  <a:lnTo>
                    <a:pt x="2679237" y="1066548"/>
                  </a:lnTo>
                  <a:lnTo>
                    <a:pt x="2679573" y="1072531"/>
                  </a:lnTo>
                  <a:lnTo>
                    <a:pt x="2679909" y="1077983"/>
                  </a:lnTo>
                  <a:lnTo>
                    <a:pt x="2680246" y="1083325"/>
                  </a:lnTo>
                  <a:lnTo>
                    <a:pt x="2680582" y="1088536"/>
                  </a:lnTo>
                  <a:lnTo>
                    <a:pt x="2680919" y="1094444"/>
                  </a:lnTo>
                  <a:lnTo>
                    <a:pt x="2681255" y="1099798"/>
                  </a:lnTo>
                  <a:lnTo>
                    <a:pt x="2681592" y="1105331"/>
                  </a:lnTo>
                  <a:lnTo>
                    <a:pt x="2681928" y="1111343"/>
                  </a:lnTo>
                  <a:lnTo>
                    <a:pt x="2682265" y="1117648"/>
                  </a:lnTo>
                  <a:lnTo>
                    <a:pt x="2682601" y="1124897"/>
                  </a:lnTo>
                  <a:lnTo>
                    <a:pt x="2682938" y="1132971"/>
                  </a:lnTo>
                  <a:lnTo>
                    <a:pt x="2683274" y="1139463"/>
                  </a:lnTo>
                  <a:lnTo>
                    <a:pt x="2683611" y="1143612"/>
                  </a:lnTo>
                  <a:lnTo>
                    <a:pt x="2683947" y="1145845"/>
                  </a:lnTo>
                  <a:lnTo>
                    <a:pt x="2684283" y="1146777"/>
                  </a:lnTo>
                  <a:lnTo>
                    <a:pt x="2684620" y="1147041"/>
                  </a:lnTo>
                  <a:lnTo>
                    <a:pt x="2684956" y="1147315"/>
                  </a:lnTo>
                  <a:lnTo>
                    <a:pt x="2685293" y="1148116"/>
                  </a:lnTo>
                  <a:lnTo>
                    <a:pt x="2685629" y="1148768"/>
                  </a:lnTo>
                  <a:lnTo>
                    <a:pt x="2685966" y="1149294"/>
                  </a:lnTo>
                  <a:lnTo>
                    <a:pt x="2686302" y="1150049"/>
                  </a:lnTo>
                  <a:lnTo>
                    <a:pt x="2686639" y="1151184"/>
                  </a:lnTo>
                  <a:lnTo>
                    <a:pt x="2686975" y="1152014"/>
                  </a:lnTo>
                  <a:lnTo>
                    <a:pt x="2687312" y="1152926"/>
                  </a:lnTo>
                  <a:lnTo>
                    <a:pt x="2687648" y="1153785"/>
                  </a:lnTo>
                  <a:lnTo>
                    <a:pt x="2687985" y="1154382"/>
                  </a:lnTo>
                  <a:lnTo>
                    <a:pt x="2688321" y="1154857"/>
                  </a:lnTo>
                  <a:lnTo>
                    <a:pt x="2688657" y="1155189"/>
                  </a:lnTo>
                  <a:lnTo>
                    <a:pt x="2688994" y="1156079"/>
                  </a:lnTo>
                  <a:lnTo>
                    <a:pt x="2689330" y="1157573"/>
                  </a:lnTo>
                  <a:lnTo>
                    <a:pt x="2689667" y="1161378"/>
                  </a:lnTo>
                  <a:lnTo>
                    <a:pt x="2690003" y="1164334"/>
                  </a:lnTo>
                  <a:lnTo>
                    <a:pt x="2690340" y="1167175"/>
                  </a:lnTo>
                  <a:lnTo>
                    <a:pt x="2690676" y="1169977"/>
                  </a:lnTo>
                  <a:lnTo>
                    <a:pt x="2691013" y="1172721"/>
                  </a:lnTo>
                  <a:lnTo>
                    <a:pt x="2691349" y="1176192"/>
                  </a:lnTo>
                  <a:lnTo>
                    <a:pt x="2691686" y="1179872"/>
                  </a:lnTo>
                  <a:lnTo>
                    <a:pt x="2692022" y="1185668"/>
                  </a:lnTo>
                  <a:lnTo>
                    <a:pt x="2692358" y="1192167"/>
                  </a:lnTo>
                  <a:lnTo>
                    <a:pt x="2692695" y="1198435"/>
                  </a:lnTo>
                  <a:lnTo>
                    <a:pt x="2693031" y="1205315"/>
                  </a:lnTo>
                  <a:lnTo>
                    <a:pt x="2693368" y="1212213"/>
                  </a:lnTo>
                  <a:lnTo>
                    <a:pt x="2693704" y="1219578"/>
                  </a:lnTo>
                  <a:lnTo>
                    <a:pt x="2694041" y="1226002"/>
                  </a:lnTo>
                  <a:lnTo>
                    <a:pt x="2694377" y="1231554"/>
                  </a:lnTo>
                  <a:lnTo>
                    <a:pt x="2694714" y="1237325"/>
                  </a:lnTo>
                  <a:lnTo>
                    <a:pt x="2695050" y="1242784"/>
                  </a:lnTo>
                  <a:lnTo>
                    <a:pt x="2695387" y="1249109"/>
                  </a:lnTo>
                  <a:lnTo>
                    <a:pt x="2695723" y="1255709"/>
                  </a:lnTo>
                  <a:lnTo>
                    <a:pt x="2696060" y="1261762"/>
                  </a:lnTo>
                  <a:lnTo>
                    <a:pt x="2696396" y="1267515"/>
                  </a:lnTo>
                  <a:lnTo>
                    <a:pt x="2696732" y="1272656"/>
                  </a:lnTo>
                  <a:lnTo>
                    <a:pt x="2697069" y="1276373"/>
                  </a:lnTo>
                  <a:lnTo>
                    <a:pt x="2697405" y="1278762"/>
                  </a:lnTo>
                  <a:lnTo>
                    <a:pt x="2697742" y="1279610"/>
                  </a:lnTo>
                  <a:lnTo>
                    <a:pt x="2698078" y="1278737"/>
                  </a:lnTo>
                  <a:lnTo>
                    <a:pt x="2698415" y="1277780"/>
                  </a:lnTo>
                  <a:lnTo>
                    <a:pt x="2698751" y="1276759"/>
                  </a:lnTo>
                  <a:lnTo>
                    <a:pt x="2699088" y="1276317"/>
                  </a:lnTo>
                  <a:lnTo>
                    <a:pt x="2699424" y="1276282"/>
                  </a:lnTo>
                  <a:lnTo>
                    <a:pt x="2699761" y="1276822"/>
                  </a:lnTo>
                  <a:lnTo>
                    <a:pt x="2700097" y="1278537"/>
                  </a:lnTo>
                  <a:lnTo>
                    <a:pt x="2700434" y="1279877"/>
                  </a:lnTo>
                  <a:lnTo>
                    <a:pt x="2700770" y="1281324"/>
                  </a:lnTo>
                  <a:lnTo>
                    <a:pt x="2701106" y="1281417"/>
                  </a:lnTo>
                  <a:lnTo>
                    <a:pt x="2701443" y="1281073"/>
                  </a:lnTo>
                  <a:lnTo>
                    <a:pt x="2701779" y="1280909"/>
                  </a:lnTo>
                  <a:lnTo>
                    <a:pt x="2702116" y="1280150"/>
                  </a:lnTo>
                  <a:lnTo>
                    <a:pt x="2702452" y="1281105"/>
                  </a:lnTo>
                  <a:lnTo>
                    <a:pt x="2702789" y="1282777"/>
                  </a:lnTo>
                  <a:lnTo>
                    <a:pt x="2703125" y="1285648"/>
                  </a:lnTo>
                  <a:lnTo>
                    <a:pt x="2703462" y="1288593"/>
                  </a:lnTo>
                  <a:lnTo>
                    <a:pt x="2703798" y="1291143"/>
                  </a:lnTo>
                  <a:lnTo>
                    <a:pt x="2704135" y="1293248"/>
                  </a:lnTo>
                  <a:lnTo>
                    <a:pt x="2704471" y="1297477"/>
                  </a:lnTo>
                  <a:lnTo>
                    <a:pt x="2704808" y="1300906"/>
                  </a:lnTo>
                  <a:lnTo>
                    <a:pt x="2705144" y="1303273"/>
                  </a:lnTo>
                  <a:lnTo>
                    <a:pt x="2705480" y="1305529"/>
                  </a:lnTo>
                  <a:lnTo>
                    <a:pt x="2705817" y="1307786"/>
                  </a:lnTo>
                  <a:lnTo>
                    <a:pt x="2706153" y="1309947"/>
                  </a:lnTo>
                  <a:lnTo>
                    <a:pt x="2706490" y="1311827"/>
                  </a:lnTo>
                  <a:lnTo>
                    <a:pt x="2706826" y="1312699"/>
                  </a:lnTo>
                  <a:lnTo>
                    <a:pt x="2707163" y="1314538"/>
                  </a:lnTo>
                  <a:lnTo>
                    <a:pt x="2707499" y="1316060"/>
                  </a:lnTo>
                  <a:lnTo>
                    <a:pt x="2707836" y="1316953"/>
                  </a:lnTo>
                  <a:lnTo>
                    <a:pt x="2708172" y="1317261"/>
                  </a:lnTo>
                  <a:lnTo>
                    <a:pt x="2708509" y="1316994"/>
                  </a:lnTo>
                  <a:lnTo>
                    <a:pt x="2708845" y="1317125"/>
                  </a:lnTo>
                  <a:lnTo>
                    <a:pt x="2709182" y="1317420"/>
                  </a:lnTo>
                  <a:lnTo>
                    <a:pt x="2709518" y="1316046"/>
                  </a:lnTo>
                  <a:lnTo>
                    <a:pt x="2709854" y="1313529"/>
                  </a:lnTo>
                  <a:lnTo>
                    <a:pt x="2710191" y="1310460"/>
                  </a:lnTo>
                  <a:lnTo>
                    <a:pt x="2710527" y="1307331"/>
                  </a:lnTo>
                  <a:lnTo>
                    <a:pt x="2710864" y="1304514"/>
                  </a:lnTo>
                  <a:lnTo>
                    <a:pt x="2711200" y="1302262"/>
                  </a:lnTo>
                  <a:lnTo>
                    <a:pt x="2711537" y="1300610"/>
                  </a:lnTo>
                  <a:lnTo>
                    <a:pt x="2711873" y="1299411"/>
                  </a:lnTo>
                  <a:lnTo>
                    <a:pt x="2712210" y="1299143"/>
                  </a:lnTo>
                  <a:lnTo>
                    <a:pt x="2712546" y="1299504"/>
                  </a:lnTo>
                  <a:lnTo>
                    <a:pt x="2712883" y="1300899"/>
                  </a:lnTo>
                  <a:lnTo>
                    <a:pt x="2713219" y="1303159"/>
                  </a:lnTo>
                  <a:lnTo>
                    <a:pt x="2713556" y="1305645"/>
                  </a:lnTo>
                  <a:lnTo>
                    <a:pt x="2713892" y="1309722"/>
                  </a:lnTo>
                  <a:lnTo>
                    <a:pt x="2714228" y="1313102"/>
                  </a:lnTo>
                  <a:lnTo>
                    <a:pt x="2714565" y="1316638"/>
                  </a:lnTo>
                  <a:lnTo>
                    <a:pt x="2714901" y="1319822"/>
                  </a:lnTo>
                  <a:lnTo>
                    <a:pt x="2715238" y="1322474"/>
                  </a:lnTo>
                  <a:lnTo>
                    <a:pt x="2715574" y="1324607"/>
                  </a:lnTo>
                  <a:lnTo>
                    <a:pt x="2715911" y="1326259"/>
                  </a:lnTo>
                  <a:lnTo>
                    <a:pt x="2716247" y="1327806"/>
                  </a:lnTo>
                  <a:lnTo>
                    <a:pt x="2716584" y="1329256"/>
                  </a:lnTo>
                  <a:lnTo>
                    <a:pt x="2716920" y="1330722"/>
                  </a:lnTo>
                  <a:lnTo>
                    <a:pt x="2717257" y="1332411"/>
                  </a:lnTo>
                  <a:lnTo>
                    <a:pt x="2717593" y="1334358"/>
                  </a:lnTo>
                  <a:lnTo>
                    <a:pt x="2717930" y="1335594"/>
                  </a:lnTo>
                  <a:lnTo>
                    <a:pt x="2718266" y="1336324"/>
                  </a:lnTo>
                  <a:lnTo>
                    <a:pt x="2718602" y="1336951"/>
                  </a:lnTo>
                  <a:lnTo>
                    <a:pt x="2718939" y="1335381"/>
                  </a:lnTo>
                  <a:lnTo>
                    <a:pt x="2719275" y="1333485"/>
                  </a:lnTo>
                  <a:lnTo>
                    <a:pt x="2719612" y="1332112"/>
                  </a:lnTo>
                  <a:lnTo>
                    <a:pt x="2719948" y="1333178"/>
                  </a:lnTo>
                  <a:lnTo>
                    <a:pt x="2720285" y="1334885"/>
                  </a:lnTo>
                  <a:lnTo>
                    <a:pt x="2720621" y="1336928"/>
                  </a:lnTo>
                  <a:lnTo>
                    <a:pt x="2720958" y="1339316"/>
                  </a:lnTo>
                  <a:lnTo>
                    <a:pt x="2721294" y="1341612"/>
                  </a:lnTo>
                  <a:lnTo>
                    <a:pt x="2721631" y="1344084"/>
                  </a:lnTo>
                  <a:lnTo>
                    <a:pt x="2721967" y="1345561"/>
                  </a:lnTo>
                  <a:lnTo>
                    <a:pt x="2722303" y="1345255"/>
                  </a:lnTo>
                  <a:lnTo>
                    <a:pt x="2722640" y="1345253"/>
                  </a:lnTo>
                  <a:lnTo>
                    <a:pt x="2722976" y="1345450"/>
                  </a:lnTo>
                  <a:lnTo>
                    <a:pt x="2723313" y="1347276"/>
                  </a:lnTo>
                  <a:lnTo>
                    <a:pt x="2723649" y="1349957"/>
                  </a:lnTo>
                  <a:lnTo>
                    <a:pt x="2723986" y="1353330"/>
                  </a:lnTo>
                  <a:lnTo>
                    <a:pt x="2724322" y="1356725"/>
                  </a:lnTo>
                  <a:lnTo>
                    <a:pt x="2724659" y="1359323"/>
                  </a:lnTo>
                  <a:lnTo>
                    <a:pt x="2724995" y="1361669"/>
                  </a:lnTo>
                  <a:lnTo>
                    <a:pt x="2725332" y="1363715"/>
                  </a:lnTo>
                  <a:lnTo>
                    <a:pt x="2725668" y="1366515"/>
                  </a:lnTo>
                  <a:lnTo>
                    <a:pt x="2726005" y="1369977"/>
                  </a:lnTo>
                  <a:lnTo>
                    <a:pt x="2726341" y="1374013"/>
                  </a:lnTo>
                  <a:lnTo>
                    <a:pt x="2726677" y="1377455"/>
                  </a:lnTo>
                  <a:lnTo>
                    <a:pt x="2727014" y="1382045"/>
                  </a:lnTo>
                  <a:lnTo>
                    <a:pt x="2727350" y="1386878"/>
                  </a:lnTo>
                  <a:lnTo>
                    <a:pt x="2727687" y="1391115"/>
                  </a:lnTo>
                  <a:lnTo>
                    <a:pt x="2728023" y="1395901"/>
                  </a:lnTo>
                  <a:lnTo>
                    <a:pt x="2728360" y="1400092"/>
                  </a:lnTo>
                  <a:lnTo>
                    <a:pt x="2728696" y="1403388"/>
                  </a:lnTo>
                  <a:lnTo>
                    <a:pt x="2729033" y="1405970"/>
                  </a:lnTo>
                  <a:lnTo>
                    <a:pt x="2729369" y="1407641"/>
                  </a:lnTo>
                  <a:lnTo>
                    <a:pt x="2729706" y="1409041"/>
                  </a:lnTo>
                  <a:lnTo>
                    <a:pt x="2730042" y="1410499"/>
                  </a:lnTo>
                  <a:lnTo>
                    <a:pt x="2730379" y="1411654"/>
                  </a:lnTo>
                  <a:lnTo>
                    <a:pt x="2730715" y="1412107"/>
                  </a:lnTo>
                  <a:lnTo>
                    <a:pt x="2731051" y="1412089"/>
                  </a:lnTo>
                  <a:lnTo>
                    <a:pt x="2731388" y="1411264"/>
                  </a:lnTo>
                  <a:lnTo>
                    <a:pt x="2731724" y="1410267"/>
                  </a:lnTo>
                  <a:lnTo>
                    <a:pt x="2732061" y="1408726"/>
                  </a:lnTo>
                  <a:lnTo>
                    <a:pt x="2732397" y="1407343"/>
                  </a:lnTo>
                  <a:lnTo>
                    <a:pt x="2732734" y="1406249"/>
                  </a:lnTo>
                  <a:lnTo>
                    <a:pt x="2733070" y="1404903"/>
                  </a:lnTo>
                  <a:lnTo>
                    <a:pt x="2733407" y="1403485"/>
                  </a:lnTo>
                  <a:lnTo>
                    <a:pt x="2733743" y="1402582"/>
                  </a:lnTo>
                  <a:lnTo>
                    <a:pt x="2734080" y="1402269"/>
                  </a:lnTo>
                  <a:lnTo>
                    <a:pt x="2734416" y="1404010"/>
                  </a:lnTo>
                  <a:lnTo>
                    <a:pt x="2734753" y="1407162"/>
                  </a:lnTo>
                  <a:lnTo>
                    <a:pt x="2735089" y="1409646"/>
                  </a:lnTo>
                  <a:lnTo>
                    <a:pt x="2735425" y="1412277"/>
                  </a:lnTo>
                  <a:lnTo>
                    <a:pt x="2735762" y="1414605"/>
                  </a:lnTo>
                  <a:lnTo>
                    <a:pt x="2736098" y="1416608"/>
                  </a:lnTo>
                  <a:lnTo>
                    <a:pt x="2736435" y="1419264"/>
                  </a:lnTo>
                  <a:lnTo>
                    <a:pt x="2736771" y="1421296"/>
                  </a:lnTo>
                  <a:lnTo>
                    <a:pt x="2737108" y="1422579"/>
                  </a:lnTo>
                  <a:lnTo>
                    <a:pt x="2737444" y="1422807"/>
                  </a:lnTo>
                  <a:lnTo>
                    <a:pt x="2737781" y="1422321"/>
                  </a:lnTo>
                  <a:lnTo>
                    <a:pt x="2738117" y="1422079"/>
                  </a:lnTo>
                  <a:lnTo>
                    <a:pt x="2738454" y="1421739"/>
                  </a:lnTo>
                  <a:lnTo>
                    <a:pt x="2738790" y="1421438"/>
                  </a:lnTo>
                  <a:lnTo>
                    <a:pt x="2739127" y="1420888"/>
                  </a:lnTo>
                  <a:lnTo>
                    <a:pt x="2739463" y="1419825"/>
                  </a:lnTo>
                  <a:lnTo>
                    <a:pt x="2739799" y="1418236"/>
                  </a:lnTo>
                  <a:lnTo>
                    <a:pt x="2740136" y="1415634"/>
                  </a:lnTo>
                  <a:lnTo>
                    <a:pt x="2740472" y="1413421"/>
                  </a:lnTo>
                  <a:lnTo>
                    <a:pt x="2740809" y="1411329"/>
                  </a:lnTo>
                  <a:lnTo>
                    <a:pt x="2741145" y="1409478"/>
                  </a:lnTo>
                  <a:lnTo>
                    <a:pt x="2741482" y="1407371"/>
                  </a:lnTo>
                  <a:lnTo>
                    <a:pt x="2741818" y="1405544"/>
                  </a:lnTo>
                  <a:lnTo>
                    <a:pt x="2742155" y="1404022"/>
                  </a:lnTo>
                  <a:lnTo>
                    <a:pt x="2742491" y="1402758"/>
                  </a:lnTo>
                  <a:lnTo>
                    <a:pt x="2742828" y="1401414"/>
                  </a:lnTo>
                  <a:lnTo>
                    <a:pt x="2743164" y="1400077"/>
                  </a:lnTo>
                  <a:lnTo>
                    <a:pt x="2743501" y="1398522"/>
                  </a:lnTo>
                  <a:lnTo>
                    <a:pt x="2743837" y="1397119"/>
                  </a:lnTo>
                  <a:lnTo>
                    <a:pt x="2744173" y="1395783"/>
                  </a:lnTo>
                  <a:lnTo>
                    <a:pt x="2744510" y="1394341"/>
                  </a:lnTo>
                  <a:lnTo>
                    <a:pt x="2744846" y="1392878"/>
                  </a:lnTo>
                  <a:lnTo>
                    <a:pt x="2745183" y="1391516"/>
                  </a:lnTo>
                  <a:lnTo>
                    <a:pt x="2745519" y="1390382"/>
                  </a:lnTo>
                  <a:lnTo>
                    <a:pt x="2745856" y="1389073"/>
                  </a:lnTo>
                  <a:lnTo>
                    <a:pt x="2746192" y="1387475"/>
                  </a:lnTo>
                  <a:lnTo>
                    <a:pt x="2746529" y="1386147"/>
                  </a:lnTo>
                  <a:lnTo>
                    <a:pt x="2746865" y="1384815"/>
                  </a:lnTo>
                  <a:lnTo>
                    <a:pt x="2747202" y="1382884"/>
                  </a:lnTo>
                  <a:lnTo>
                    <a:pt x="2747538" y="1380335"/>
                  </a:lnTo>
                  <a:lnTo>
                    <a:pt x="2747875" y="1377165"/>
                  </a:lnTo>
                  <a:lnTo>
                    <a:pt x="2748211" y="1373957"/>
                  </a:lnTo>
                  <a:lnTo>
                    <a:pt x="2748547" y="1370878"/>
                  </a:lnTo>
                  <a:lnTo>
                    <a:pt x="2748884" y="1367617"/>
                  </a:lnTo>
                  <a:lnTo>
                    <a:pt x="2749220" y="1364535"/>
                  </a:lnTo>
                  <a:lnTo>
                    <a:pt x="2749557" y="1362052"/>
                  </a:lnTo>
                  <a:lnTo>
                    <a:pt x="2749893" y="1359910"/>
                  </a:lnTo>
                  <a:lnTo>
                    <a:pt x="2750230" y="1357179"/>
                  </a:lnTo>
                  <a:lnTo>
                    <a:pt x="2750566" y="1354735"/>
                  </a:lnTo>
                  <a:lnTo>
                    <a:pt x="2750903" y="1351940"/>
                  </a:lnTo>
                  <a:lnTo>
                    <a:pt x="2751239" y="1349399"/>
                  </a:lnTo>
                  <a:lnTo>
                    <a:pt x="2751576" y="1347390"/>
                  </a:lnTo>
                  <a:lnTo>
                    <a:pt x="2751912" y="1344913"/>
                  </a:lnTo>
                  <a:lnTo>
                    <a:pt x="2752249" y="1342360"/>
                  </a:lnTo>
                  <a:lnTo>
                    <a:pt x="2752585" y="1339602"/>
                  </a:lnTo>
                  <a:lnTo>
                    <a:pt x="2752921" y="1337118"/>
                  </a:lnTo>
                  <a:lnTo>
                    <a:pt x="2753258" y="1334572"/>
                  </a:lnTo>
                  <a:lnTo>
                    <a:pt x="2753594" y="1332409"/>
                  </a:lnTo>
                  <a:lnTo>
                    <a:pt x="2753931" y="1329892"/>
                  </a:lnTo>
                  <a:lnTo>
                    <a:pt x="2754267" y="1326759"/>
                  </a:lnTo>
                  <a:lnTo>
                    <a:pt x="2754604" y="1323208"/>
                  </a:lnTo>
                  <a:lnTo>
                    <a:pt x="2754940" y="1319458"/>
                  </a:lnTo>
                  <a:lnTo>
                    <a:pt x="2755277" y="1316570"/>
                  </a:lnTo>
                  <a:lnTo>
                    <a:pt x="2755613" y="1313997"/>
                  </a:lnTo>
                  <a:lnTo>
                    <a:pt x="2755950" y="1311206"/>
                  </a:lnTo>
                  <a:lnTo>
                    <a:pt x="2756286" y="1308592"/>
                  </a:lnTo>
                  <a:lnTo>
                    <a:pt x="2756622" y="1306226"/>
                  </a:lnTo>
                  <a:lnTo>
                    <a:pt x="2756959" y="1303812"/>
                  </a:lnTo>
                  <a:lnTo>
                    <a:pt x="2757295" y="1301974"/>
                  </a:lnTo>
                  <a:lnTo>
                    <a:pt x="2757632" y="1300539"/>
                  </a:lnTo>
                  <a:lnTo>
                    <a:pt x="2757968" y="1299295"/>
                  </a:lnTo>
                  <a:lnTo>
                    <a:pt x="2758305" y="1299320"/>
                  </a:lnTo>
                  <a:lnTo>
                    <a:pt x="2758641" y="1299524"/>
                  </a:lnTo>
                  <a:lnTo>
                    <a:pt x="2758978" y="1299963"/>
                  </a:lnTo>
                  <a:lnTo>
                    <a:pt x="2759314" y="1300051"/>
                  </a:lnTo>
                  <a:lnTo>
                    <a:pt x="2759651" y="1299715"/>
                  </a:lnTo>
                  <a:lnTo>
                    <a:pt x="2759987" y="1299761"/>
                  </a:lnTo>
                  <a:lnTo>
                    <a:pt x="2760324" y="1299234"/>
                  </a:lnTo>
                  <a:lnTo>
                    <a:pt x="2760660" y="1298445"/>
                  </a:lnTo>
                  <a:lnTo>
                    <a:pt x="2760996" y="1297638"/>
                  </a:lnTo>
                  <a:lnTo>
                    <a:pt x="2761333" y="1296602"/>
                  </a:lnTo>
                  <a:lnTo>
                    <a:pt x="2761669" y="1295281"/>
                  </a:lnTo>
                  <a:lnTo>
                    <a:pt x="2762006" y="1294120"/>
                  </a:lnTo>
                  <a:lnTo>
                    <a:pt x="2762342" y="1293251"/>
                  </a:lnTo>
                  <a:lnTo>
                    <a:pt x="2762679" y="1291876"/>
                  </a:lnTo>
                  <a:lnTo>
                    <a:pt x="2763015" y="1290433"/>
                  </a:lnTo>
                  <a:lnTo>
                    <a:pt x="2763352" y="1289592"/>
                  </a:lnTo>
                  <a:lnTo>
                    <a:pt x="2763688" y="1288241"/>
                  </a:lnTo>
                  <a:lnTo>
                    <a:pt x="2764025" y="1287567"/>
                  </a:lnTo>
                  <a:lnTo>
                    <a:pt x="2764361" y="1287603"/>
                  </a:lnTo>
                  <a:lnTo>
                    <a:pt x="2764698" y="1288524"/>
                  </a:lnTo>
                  <a:lnTo>
                    <a:pt x="2765034" y="1290143"/>
                  </a:lnTo>
                  <a:lnTo>
                    <a:pt x="2765370" y="1292959"/>
                  </a:lnTo>
                  <a:lnTo>
                    <a:pt x="2765707" y="1296115"/>
                  </a:lnTo>
                  <a:lnTo>
                    <a:pt x="2766043" y="1299648"/>
                  </a:lnTo>
                  <a:lnTo>
                    <a:pt x="2766380" y="1303735"/>
                  </a:lnTo>
                  <a:lnTo>
                    <a:pt x="2766716" y="1308087"/>
                  </a:lnTo>
                  <a:lnTo>
                    <a:pt x="2767053" y="1313017"/>
                  </a:lnTo>
                  <a:lnTo>
                    <a:pt x="2767389" y="1318367"/>
                  </a:lnTo>
                  <a:lnTo>
                    <a:pt x="2767726" y="1324566"/>
                  </a:lnTo>
                  <a:lnTo>
                    <a:pt x="2768062" y="1331022"/>
                  </a:lnTo>
                  <a:lnTo>
                    <a:pt x="2768399" y="1339501"/>
                  </a:lnTo>
                  <a:lnTo>
                    <a:pt x="2768735" y="1348367"/>
                  </a:lnTo>
                  <a:lnTo>
                    <a:pt x="2769072" y="1356728"/>
                  </a:lnTo>
                  <a:lnTo>
                    <a:pt x="2769408" y="1365262"/>
                  </a:lnTo>
                  <a:lnTo>
                    <a:pt x="2769744" y="1374211"/>
                  </a:lnTo>
                  <a:lnTo>
                    <a:pt x="2770081" y="1383072"/>
                  </a:lnTo>
                  <a:lnTo>
                    <a:pt x="2770417" y="1391447"/>
                  </a:lnTo>
                  <a:lnTo>
                    <a:pt x="2770754" y="1400020"/>
                  </a:lnTo>
                  <a:lnTo>
                    <a:pt x="2771090" y="1408888"/>
                  </a:lnTo>
                  <a:lnTo>
                    <a:pt x="2771427" y="1417680"/>
                  </a:lnTo>
                  <a:lnTo>
                    <a:pt x="2771763" y="1426049"/>
                  </a:lnTo>
                  <a:lnTo>
                    <a:pt x="2772100" y="1434077"/>
                  </a:lnTo>
                  <a:lnTo>
                    <a:pt x="2772436" y="1442409"/>
                  </a:lnTo>
                  <a:lnTo>
                    <a:pt x="2772773" y="1450386"/>
                  </a:lnTo>
                  <a:lnTo>
                    <a:pt x="2773109" y="1457619"/>
                  </a:lnTo>
                  <a:lnTo>
                    <a:pt x="2773446" y="1464091"/>
                  </a:lnTo>
                  <a:lnTo>
                    <a:pt x="2773782" y="1470133"/>
                  </a:lnTo>
                  <a:lnTo>
                    <a:pt x="2774118" y="1476532"/>
                  </a:lnTo>
                  <a:lnTo>
                    <a:pt x="2774455" y="1481994"/>
                  </a:lnTo>
                  <a:lnTo>
                    <a:pt x="2774791" y="1486916"/>
                  </a:lnTo>
                  <a:lnTo>
                    <a:pt x="2775128" y="1492146"/>
                  </a:lnTo>
                  <a:lnTo>
                    <a:pt x="2775464" y="1497395"/>
                  </a:lnTo>
                  <a:lnTo>
                    <a:pt x="2775801" y="1502322"/>
                  </a:lnTo>
                  <a:lnTo>
                    <a:pt x="2776137" y="1506401"/>
                  </a:lnTo>
                  <a:lnTo>
                    <a:pt x="2776474" y="1510093"/>
                  </a:lnTo>
                  <a:lnTo>
                    <a:pt x="2776810" y="1514210"/>
                  </a:lnTo>
                  <a:lnTo>
                    <a:pt x="2777147" y="1519230"/>
                  </a:lnTo>
                  <a:lnTo>
                    <a:pt x="2777483" y="1524701"/>
                  </a:lnTo>
                  <a:lnTo>
                    <a:pt x="2777820" y="1530014"/>
                  </a:lnTo>
                  <a:lnTo>
                    <a:pt x="2778156" y="1535209"/>
                  </a:lnTo>
                  <a:lnTo>
                    <a:pt x="2778492" y="1540047"/>
                  </a:lnTo>
                  <a:lnTo>
                    <a:pt x="2778829" y="1544547"/>
                  </a:lnTo>
                  <a:lnTo>
                    <a:pt x="2779165" y="1549301"/>
                  </a:lnTo>
                  <a:lnTo>
                    <a:pt x="2779502" y="1553440"/>
                  </a:lnTo>
                  <a:lnTo>
                    <a:pt x="2779838" y="1557546"/>
                  </a:lnTo>
                  <a:lnTo>
                    <a:pt x="2780175" y="1561254"/>
                  </a:lnTo>
                  <a:lnTo>
                    <a:pt x="2780511" y="1565359"/>
                  </a:lnTo>
                  <a:lnTo>
                    <a:pt x="2780848" y="1570340"/>
                  </a:lnTo>
                  <a:lnTo>
                    <a:pt x="2781184" y="1574991"/>
                  </a:lnTo>
                  <a:lnTo>
                    <a:pt x="2781521" y="1580119"/>
                  </a:lnTo>
                  <a:lnTo>
                    <a:pt x="2781857" y="1585605"/>
                  </a:lnTo>
                  <a:lnTo>
                    <a:pt x="2782194" y="1591022"/>
                  </a:lnTo>
                  <a:lnTo>
                    <a:pt x="2782530" y="1596552"/>
                  </a:lnTo>
                  <a:lnTo>
                    <a:pt x="2782866" y="1602826"/>
                  </a:lnTo>
                  <a:lnTo>
                    <a:pt x="2783203" y="1610054"/>
                  </a:lnTo>
                  <a:lnTo>
                    <a:pt x="2783539" y="1617783"/>
                  </a:lnTo>
                  <a:lnTo>
                    <a:pt x="2783876" y="1625921"/>
                  </a:lnTo>
                  <a:lnTo>
                    <a:pt x="2784212" y="1634097"/>
                  </a:lnTo>
                  <a:lnTo>
                    <a:pt x="2784549" y="1642159"/>
                  </a:lnTo>
                  <a:lnTo>
                    <a:pt x="2784885" y="1650116"/>
                  </a:lnTo>
                  <a:lnTo>
                    <a:pt x="2785222" y="1658527"/>
                  </a:lnTo>
                  <a:lnTo>
                    <a:pt x="2785558" y="1666603"/>
                  </a:lnTo>
                  <a:lnTo>
                    <a:pt x="2785895" y="1674141"/>
                  </a:lnTo>
                  <a:lnTo>
                    <a:pt x="2786231" y="1682555"/>
                  </a:lnTo>
                  <a:lnTo>
                    <a:pt x="2786568" y="1690278"/>
                  </a:lnTo>
                  <a:lnTo>
                    <a:pt x="2786904" y="1696898"/>
                  </a:lnTo>
                  <a:lnTo>
                    <a:pt x="2787240" y="1702563"/>
                  </a:lnTo>
                  <a:lnTo>
                    <a:pt x="2787577" y="1709696"/>
                  </a:lnTo>
                  <a:lnTo>
                    <a:pt x="2787913" y="1715788"/>
                  </a:lnTo>
                  <a:lnTo>
                    <a:pt x="2788250" y="1720082"/>
                  </a:lnTo>
                  <a:lnTo>
                    <a:pt x="2788586" y="1724421"/>
                  </a:lnTo>
                  <a:lnTo>
                    <a:pt x="2788923" y="1728091"/>
                  </a:lnTo>
                  <a:lnTo>
                    <a:pt x="2789259" y="1732082"/>
                  </a:lnTo>
                  <a:lnTo>
                    <a:pt x="2789596" y="1736295"/>
                  </a:lnTo>
                  <a:lnTo>
                    <a:pt x="2789932" y="1738714"/>
                  </a:lnTo>
                  <a:lnTo>
                    <a:pt x="2790269" y="1740277"/>
                  </a:lnTo>
                  <a:lnTo>
                    <a:pt x="2790605" y="1740638"/>
                  </a:lnTo>
                  <a:lnTo>
                    <a:pt x="2790941" y="1740660"/>
                  </a:lnTo>
                  <a:lnTo>
                    <a:pt x="2791278" y="1740070"/>
                  </a:lnTo>
                  <a:lnTo>
                    <a:pt x="2791614" y="1739738"/>
                  </a:lnTo>
                  <a:lnTo>
                    <a:pt x="2791951" y="1738795"/>
                  </a:lnTo>
                  <a:lnTo>
                    <a:pt x="2792287" y="1737556"/>
                  </a:lnTo>
                  <a:lnTo>
                    <a:pt x="2792624" y="1735318"/>
                  </a:lnTo>
                  <a:lnTo>
                    <a:pt x="2792960" y="1732188"/>
                  </a:lnTo>
                  <a:lnTo>
                    <a:pt x="2793297" y="1728857"/>
                  </a:lnTo>
                  <a:lnTo>
                    <a:pt x="2793633" y="1723891"/>
                  </a:lnTo>
                  <a:lnTo>
                    <a:pt x="2793970" y="1718521"/>
                  </a:lnTo>
                  <a:lnTo>
                    <a:pt x="2794306" y="1712490"/>
                  </a:lnTo>
                  <a:lnTo>
                    <a:pt x="2794643" y="1704982"/>
                  </a:lnTo>
                  <a:lnTo>
                    <a:pt x="2794979" y="1697726"/>
                  </a:lnTo>
                  <a:lnTo>
                    <a:pt x="2795315" y="1689540"/>
                  </a:lnTo>
                  <a:lnTo>
                    <a:pt x="2795652" y="1681047"/>
                  </a:lnTo>
                  <a:lnTo>
                    <a:pt x="2795988" y="1672732"/>
                  </a:lnTo>
                  <a:lnTo>
                    <a:pt x="2796325" y="1665151"/>
                  </a:lnTo>
                  <a:lnTo>
                    <a:pt x="2796661" y="1657982"/>
                  </a:lnTo>
                  <a:lnTo>
                    <a:pt x="2796998" y="1651876"/>
                  </a:lnTo>
                  <a:lnTo>
                    <a:pt x="2797334" y="1646170"/>
                  </a:lnTo>
                  <a:lnTo>
                    <a:pt x="2797671" y="1640785"/>
                  </a:lnTo>
                  <a:lnTo>
                    <a:pt x="2798007" y="1636617"/>
                  </a:lnTo>
                  <a:lnTo>
                    <a:pt x="2798344" y="1633086"/>
                  </a:lnTo>
                  <a:lnTo>
                    <a:pt x="2798680" y="1630461"/>
                  </a:lnTo>
                  <a:lnTo>
                    <a:pt x="2799017" y="1627420"/>
                  </a:lnTo>
                  <a:lnTo>
                    <a:pt x="2799353" y="1624520"/>
                  </a:lnTo>
                  <a:lnTo>
                    <a:pt x="2799689" y="1621908"/>
                  </a:lnTo>
                  <a:lnTo>
                    <a:pt x="2800026" y="1619327"/>
                  </a:lnTo>
                  <a:lnTo>
                    <a:pt x="2800362" y="1617224"/>
                  </a:lnTo>
                  <a:lnTo>
                    <a:pt x="2800699" y="1615459"/>
                  </a:lnTo>
                  <a:lnTo>
                    <a:pt x="2801035" y="1612948"/>
                  </a:lnTo>
                  <a:lnTo>
                    <a:pt x="2801372" y="1610826"/>
                  </a:lnTo>
                  <a:lnTo>
                    <a:pt x="2801708" y="1608220"/>
                  </a:lnTo>
                  <a:lnTo>
                    <a:pt x="2802045" y="1605120"/>
                  </a:lnTo>
                  <a:lnTo>
                    <a:pt x="2802381" y="1601570"/>
                  </a:lnTo>
                  <a:lnTo>
                    <a:pt x="2802718" y="1597941"/>
                  </a:lnTo>
                  <a:lnTo>
                    <a:pt x="2803054" y="1594564"/>
                  </a:lnTo>
                  <a:lnTo>
                    <a:pt x="2803391" y="1591269"/>
                  </a:lnTo>
                  <a:lnTo>
                    <a:pt x="2803727" y="1587873"/>
                  </a:lnTo>
                  <a:lnTo>
                    <a:pt x="2804063" y="1585457"/>
                  </a:lnTo>
                  <a:lnTo>
                    <a:pt x="2804400" y="1583058"/>
                  </a:lnTo>
                  <a:lnTo>
                    <a:pt x="2804736" y="1581334"/>
                  </a:lnTo>
                  <a:lnTo>
                    <a:pt x="2805073" y="1580099"/>
                  </a:lnTo>
                  <a:lnTo>
                    <a:pt x="2805409" y="1579048"/>
                  </a:lnTo>
                  <a:lnTo>
                    <a:pt x="2805746" y="1578474"/>
                  </a:lnTo>
                  <a:lnTo>
                    <a:pt x="2806082" y="1578713"/>
                  </a:lnTo>
                  <a:lnTo>
                    <a:pt x="2806419" y="1579044"/>
                  </a:lnTo>
                  <a:lnTo>
                    <a:pt x="2806755" y="1579025"/>
                  </a:lnTo>
                  <a:lnTo>
                    <a:pt x="2807092" y="1579764"/>
                  </a:lnTo>
                  <a:lnTo>
                    <a:pt x="2807428" y="1581365"/>
                  </a:lnTo>
                  <a:lnTo>
                    <a:pt x="2807765" y="1582727"/>
                  </a:lnTo>
                  <a:lnTo>
                    <a:pt x="2808101" y="1584065"/>
                  </a:lnTo>
                  <a:lnTo>
                    <a:pt x="2808437" y="1585556"/>
                  </a:lnTo>
                  <a:lnTo>
                    <a:pt x="2808774" y="1587043"/>
                  </a:lnTo>
                  <a:lnTo>
                    <a:pt x="2809110" y="1588033"/>
                  </a:lnTo>
                  <a:lnTo>
                    <a:pt x="2809447" y="1588422"/>
                  </a:lnTo>
                  <a:lnTo>
                    <a:pt x="2809783" y="1588154"/>
                  </a:lnTo>
                  <a:lnTo>
                    <a:pt x="2810120" y="1588059"/>
                  </a:lnTo>
                  <a:lnTo>
                    <a:pt x="2810456" y="1587290"/>
                  </a:lnTo>
                  <a:lnTo>
                    <a:pt x="2810793" y="1586336"/>
                  </a:lnTo>
                  <a:lnTo>
                    <a:pt x="2811129" y="1584647"/>
                  </a:lnTo>
                  <a:lnTo>
                    <a:pt x="2811466" y="1583296"/>
                  </a:lnTo>
                  <a:lnTo>
                    <a:pt x="2811802" y="1582786"/>
                  </a:lnTo>
                  <a:lnTo>
                    <a:pt x="2812139" y="1582343"/>
                  </a:lnTo>
                  <a:lnTo>
                    <a:pt x="2812475" y="1582496"/>
                  </a:lnTo>
                  <a:lnTo>
                    <a:pt x="2812811" y="1582926"/>
                  </a:lnTo>
                  <a:lnTo>
                    <a:pt x="2813148" y="1583444"/>
                  </a:lnTo>
                  <a:lnTo>
                    <a:pt x="2813484" y="1584104"/>
                  </a:lnTo>
                  <a:lnTo>
                    <a:pt x="2813821" y="1584895"/>
                  </a:lnTo>
                  <a:lnTo>
                    <a:pt x="2814157" y="1585728"/>
                  </a:lnTo>
                  <a:lnTo>
                    <a:pt x="2814494" y="1587087"/>
                  </a:lnTo>
                  <a:lnTo>
                    <a:pt x="2814830" y="1589333"/>
                  </a:lnTo>
                  <a:lnTo>
                    <a:pt x="2815167" y="1591866"/>
                  </a:lnTo>
                  <a:lnTo>
                    <a:pt x="2815503" y="1594041"/>
                  </a:lnTo>
                  <a:lnTo>
                    <a:pt x="2815840" y="1596244"/>
                  </a:lnTo>
                  <a:lnTo>
                    <a:pt x="2816176" y="1598648"/>
                  </a:lnTo>
                  <a:lnTo>
                    <a:pt x="2816513" y="1600562"/>
                  </a:lnTo>
                  <a:lnTo>
                    <a:pt x="2816849" y="1601988"/>
                  </a:lnTo>
                  <a:lnTo>
                    <a:pt x="2817185" y="1603073"/>
                  </a:lnTo>
                  <a:lnTo>
                    <a:pt x="2817522" y="1603563"/>
                  </a:lnTo>
                  <a:lnTo>
                    <a:pt x="2817858" y="1603295"/>
                  </a:lnTo>
                  <a:lnTo>
                    <a:pt x="2818195" y="1602653"/>
                  </a:lnTo>
                  <a:lnTo>
                    <a:pt x="2818531" y="1600914"/>
                  </a:lnTo>
                  <a:lnTo>
                    <a:pt x="2818868" y="1598704"/>
                  </a:lnTo>
                  <a:lnTo>
                    <a:pt x="2819204" y="1596550"/>
                  </a:lnTo>
                  <a:lnTo>
                    <a:pt x="2819541" y="1594469"/>
                  </a:lnTo>
                  <a:lnTo>
                    <a:pt x="2819877" y="1591788"/>
                  </a:lnTo>
                  <a:lnTo>
                    <a:pt x="2820214" y="1588240"/>
                  </a:lnTo>
                  <a:lnTo>
                    <a:pt x="2820550" y="1584316"/>
                  </a:lnTo>
                  <a:lnTo>
                    <a:pt x="2820887" y="1580089"/>
                  </a:lnTo>
                  <a:lnTo>
                    <a:pt x="2821223" y="1576075"/>
                  </a:lnTo>
                  <a:lnTo>
                    <a:pt x="2821559" y="1573396"/>
                  </a:lnTo>
                  <a:lnTo>
                    <a:pt x="2821896" y="1571254"/>
                  </a:lnTo>
                  <a:lnTo>
                    <a:pt x="2822232" y="1569991"/>
                  </a:lnTo>
                  <a:lnTo>
                    <a:pt x="2822569" y="1569586"/>
                  </a:lnTo>
                  <a:lnTo>
                    <a:pt x="2822905" y="1569906"/>
                  </a:lnTo>
                  <a:lnTo>
                    <a:pt x="2823242" y="1571388"/>
                  </a:lnTo>
                  <a:lnTo>
                    <a:pt x="2823578" y="1573201"/>
                  </a:lnTo>
                  <a:lnTo>
                    <a:pt x="2823915" y="1575019"/>
                  </a:lnTo>
                  <a:lnTo>
                    <a:pt x="2824251" y="1577036"/>
                  </a:lnTo>
                  <a:lnTo>
                    <a:pt x="2824588" y="1579368"/>
                  </a:lnTo>
                  <a:lnTo>
                    <a:pt x="2824924" y="1581569"/>
                  </a:lnTo>
                  <a:lnTo>
                    <a:pt x="2825260" y="1584832"/>
                  </a:lnTo>
                  <a:lnTo>
                    <a:pt x="2825597" y="1588046"/>
                  </a:lnTo>
                  <a:lnTo>
                    <a:pt x="2825933" y="1591062"/>
                  </a:lnTo>
                  <a:lnTo>
                    <a:pt x="2826270" y="1593988"/>
                  </a:lnTo>
                  <a:lnTo>
                    <a:pt x="2826606" y="1595994"/>
                  </a:lnTo>
                  <a:lnTo>
                    <a:pt x="2826943" y="1596539"/>
                  </a:lnTo>
                  <a:lnTo>
                    <a:pt x="2827279" y="1596589"/>
                  </a:lnTo>
                  <a:lnTo>
                    <a:pt x="2827616" y="1596266"/>
                  </a:lnTo>
                  <a:lnTo>
                    <a:pt x="2827952" y="1595353"/>
                  </a:lnTo>
                  <a:lnTo>
                    <a:pt x="2828289" y="1593578"/>
                  </a:lnTo>
                  <a:lnTo>
                    <a:pt x="2828625" y="1591899"/>
                  </a:lnTo>
                  <a:lnTo>
                    <a:pt x="2828962" y="1590581"/>
                  </a:lnTo>
                  <a:lnTo>
                    <a:pt x="2829298" y="1588990"/>
                  </a:lnTo>
                  <a:lnTo>
                    <a:pt x="2829634" y="1586574"/>
                  </a:lnTo>
                  <a:lnTo>
                    <a:pt x="2829971" y="1584378"/>
                  </a:lnTo>
                  <a:lnTo>
                    <a:pt x="2830307" y="1581265"/>
                  </a:lnTo>
                  <a:lnTo>
                    <a:pt x="2830644" y="1577408"/>
                  </a:lnTo>
                  <a:lnTo>
                    <a:pt x="2830980" y="1573535"/>
                  </a:lnTo>
                  <a:lnTo>
                    <a:pt x="2831317" y="1569165"/>
                  </a:lnTo>
                  <a:lnTo>
                    <a:pt x="2831653" y="1564841"/>
                  </a:lnTo>
                  <a:lnTo>
                    <a:pt x="2831990" y="1561405"/>
                  </a:lnTo>
                  <a:lnTo>
                    <a:pt x="2832326" y="1558274"/>
                  </a:lnTo>
                  <a:lnTo>
                    <a:pt x="2832663" y="1554892"/>
                  </a:lnTo>
                  <a:lnTo>
                    <a:pt x="2832999" y="1551340"/>
                  </a:lnTo>
                  <a:lnTo>
                    <a:pt x="2833336" y="1547958"/>
                  </a:lnTo>
                  <a:lnTo>
                    <a:pt x="2833672" y="1544154"/>
                  </a:lnTo>
                  <a:lnTo>
                    <a:pt x="2834008" y="1539975"/>
                  </a:lnTo>
                  <a:lnTo>
                    <a:pt x="2834345" y="1535628"/>
                  </a:lnTo>
                  <a:lnTo>
                    <a:pt x="2834681" y="1531457"/>
                  </a:lnTo>
                  <a:lnTo>
                    <a:pt x="2835018" y="1527546"/>
                  </a:lnTo>
                  <a:lnTo>
                    <a:pt x="2835354" y="1523941"/>
                  </a:lnTo>
                  <a:lnTo>
                    <a:pt x="2835691" y="1520420"/>
                  </a:lnTo>
                  <a:lnTo>
                    <a:pt x="2836027" y="1518316"/>
                  </a:lnTo>
                  <a:lnTo>
                    <a:pt x="2836364" y="1516799"/>
                  </a:lnTo>
                  <a:lnTo>
                    <a:pt x="2836700" y="1515975"/>
                  </a:lnTo>
                  <a:lnTo>
                    <a:pt x="2837037" y="1514949"/>
                  </a:lnTo>
                  <a:lnTo>
                    <a:pt x="2837373" y="1513804"/>
                  </a:lnTo>
                  <a:lnTo>
                    <a:pt x="2837710" y="1512712"/>
                  </a:lnTo>
                  <a:lnTo>
                    <a:pt x="2838046" y="1512038"/>
                  </a:lnTo>
                  <a:lnTo>
                    <a:pt x="2838382" y="1511744"/>
                  </a:lnTo>
                  <a:lnTo>
                    <a:pt x="2838719" y="1511244"/>
                  </a:lnTo>
                  <a:lnTo>
                    <a:pt x="2839055" y="1510635"/>
                  </a:lnTo>
                  <a:lnTo>
                    <a:pt x="2839392" y="1509953"/>
                  </a:lnTo>
                  <a:lnTo>
                    <a:pt x="2839728" y="1509527"/>
                  </a:lnTo>
                  <a:lnTo>
                    <a:pt x="2840065" y="1508966"/>
                  </a:lnTo>
                  <a:lnTo>
                    <a:pt x="2840401" y="1508477"/>
                  </a:lnTo>
                  <a:lnTo>
                    <a:pt x="2840738" y="1508405"/>
                  </a:lnTo>
                  <a:lnTo>
                    <a:pt x="2841074" y="1508137"/>
                  </a:lnTo>
                  <a:lnTo>
                    <a:pt x="2841411" y="1507287"/>
                  </a:lnTo>
                  <a:lnTo>
                    <a:pt x="2841747" y="1504896"/>
                  </a:lnTo>
                  <a:lnTo>
                    <a:pt x="2842084" y="1501995"/>
                  </a:lnTo>
                  <a:lnTo>
                    <a:pt x="2842420" y="1498675"/>
                  </a:lnTo>
                  <a:lnTo>
                    <a:pt x="2842756" y="1495238"/>
                  </a:lnTo>
                  <a:lnTo>
                    <a:pt x="2843093" y="1491779"/>
                  </a:lnTo>
                  <a:lnTo>
                    <a:pt x="2843429" y="1488150"/>
                  </a:lnTo>
                  <a:lnTo>
                    <a:pt x="2843766" y="1484997"/>
                  </a:lnTo>
                  <a:lnTo>
                    <a:pt x="2844102" y="1482007"/>
                  </a:lnTo>
                  <a:lnTo>
                    <a:pt x="2844439" y="1479713"/>
                  </a:lnTo>
                  <a:lnTo>
                    <a:pt x="2844775" y="1477097"/>
                  </a:lnTo>
                  <a:lnTo>
                    <a:pt x="2845112" y="1474446"/>
                  </a:lnTo>
                  <a:lnTo>
                    <a:pt x="2845448" y="1471599"/>
                  </a:lnTo>
                  <a:lnTo>
                    <a:pt x="2845785" y="1469036"/>
                  </a:lnTo>
                  <a:lnTo>
                    <a:pt x="2846121" y="1466274"/>
                  </a:lnTo>
                  <a:lnTo>
                    <a:pt x="2846458" y="1463594"/>
                  </a:lnTo>
                  <a:lnTo>
                    <a:pt x="2846794" y="1461299"/>
                  </a:lnTo>
                  <a:lnTo>
                    <a:pt x="2847130" y="1459440"/>
                  </a:lnTo>
                  <a:lnTo>
                    <a:pt x="2847467" y="1457728"/>
                  </a:lnTo>
                  <a:lnTo>
                    <a:pt x="2847803" y="1456148"/>
                  </a:lnTo>
                  <a:lnTo>
                    <a:pt x="2848140" y="1454421"/>
                  </a:lnTo>
                  <a:lnTo>
                    <a:pt x="2848476" y="1452568"/>
                  </a:lnTo>
                  <a:lnTo>
                    <a:pt x="2848813" y="1450458"/>
                  </a:lnTo>
                  <a:lnTo>
                    <a:pt x="2849149" y="1448244"/>
                  </a:lnTo>
                  <a:lnTo>
                    <a:pt x="2849486" y="1446240"/>
                  </a:lnTo>
                  <a:lnTo>
                    <a:pt x="2849822" y="1444702"/>
                  </a:lnTo>
                  <a:lnTo>
                    <a:pt x="2850159" y="1443605"/>
                  </a:lnTo>
                  <a:lnTo>
                    <a:pt x="2850495" y="1442863"/>
                  </a:lnTo>
                  <a:lnTo>
                    <a:pt x="2850832" y="1441905"/>
                  </a:lnTo>
                  <a:lnTo>
                    <a:pt x="2851168" y="1441117"/>
                  </a:lnTo>
                  <a:lnTo>
                    <a:pt x="2851504" y="1440178"/>
                  </a:lnTo>
                  <a:lnTo>
                    <a:pt x="2851841" y="1438962"/>
                  </a:lnTo>
                  <a:lnTo>
                    <a:pt x="2852177" y="1437511"/>
                  </a:lnTo>
                  <a:lnTo>
                    <a:pt x="2852514" y="1436800"/>
                  </a:lnTo>
                  <a:lnTo>
                    <a:pt x="2852850" y="1436250"/>
                  </a:lnTo>
                  <a:lnTo>
                    <a:pt x="2853187" y="1435675"/>
                  </a:lnTo>
                  <a:lnTo>
                    <a:pt x="2853523" y="1435770"/>
                  </a:lnTo>
                  <a:lnTo>
                    <a:pt x="2853860" y="1436288"/>
                  </a:lnTo>
                  <a:lnTo>
                    <a:pt x="2854196" y="1437238"/>
                  </a:lnTo>
                  <a:lnTo>
                    <a:pt x="2854533" y="1437943"/>
                  </a:lnTo>
                  <a:lnTo>
                    <a:pt x="2854869" y="1438362"/>
                  </a:lnTo>
                  <a:lnTo>
                    <a:pt x="2855205" y="1438909"/>
                  </a:lnTo>
                  <a:lnTo>
                    <a:pt x="2855542" y="1439938"/>
                  </a:lnTo>
                  <a:lnTo>
                    <a:pt x="2855878" y="1440631"/>
                  </a:lnTo>
                  <a:lnTo>
                    <a:pt x="2856215" y="1441756"/>
                  </a:lnTo>
                  <a:lnTo>
                    <a:pt x="2856551" y="1442969"/>
                  </a:lnTo>
                  <a:lnTo>
                    <a:pt x="2856888" y="1444959"/>
                  </a:lnTo>
                  <a:lnTo>
                    <a:pt x="2857224" y="1447536"/>
                  </a:lnTo>
                  <a:lnTo>
                    <a:pt x="2857561" y="1450221"/>
                  </a:lnTo>
                  <a:lnTo>
                    <a:pt x="2857897" y="1452596"/>
                  </a:lnTo>
                  <a:lnTo>
                    <a:pt x="2858234" y="1455510"/>
                  </a:lnTo>
                  <a:lnTo>
                    <a:pt x="2858570" y="1459207"/>
                  </a:lnTo>
                  <a:lnTo>
                    <a:pt x="2858907" y="1462468"/>
                  </a:lnTo>
                  <a:lnTo>
                    <a:pt x="2859243" y="1466597"/>
                  </a:lnTo>
                  <a:lnTo>
                    <a:pt x="2859579" y="1471124"/>
                  </a:lnTo>
                  <a:lnTo>
                    <a:pt x="2859916" y="1476475"/>
                  </a:lnTo>
                  <a:lnTo>
                    <a:pt x="2860252" y="1482344"/>
                  </a:lnTo>
                  <a:lnTo>
                    <a:pt x="2860589" y="1488458"/>
                  </a:lnTo>
                  <a:lnTo>
                    <a:pt x="2860925" y="1496537"/>
                  </a:lnTo>
                  <a:lnTo>
                    <a:pt x="2861262" y="1505033"/>
                  </a:lnTo>
                  <a:lnTo>
                    <a:pt x="2861598" y="1513648"/>
                  </a:lnTo>
                  <a:lnTo>
                    <a:pt x="2861935" y="1523563"/>
                  </a:lnTo>
                  <a:lnTo>
                    <a:pt x="2862271" y="1533397"/>
                  </a:lnTo>
                  <a:lnTo>
                    <a:pt x="2862608" y="1543783"/>
                  </a:lnTo>
                  <a:lnTo>
                    <a:pt x="2862944" y="1554603"/>
                  </a:lnTo>
                  <a:lnTo>
                    <a:pt x="2863281" y="1565484"/>
                  </a:lnTo>
                  <a:lnTo>
                    <a:pt x="2863617" y="1575871"/>
                  </a:lnTo>
                  <a:lnTo>
                    <a:pt x="2863953" y="1586208"/>
                  </a:lnTo>
                  <a:lnTo>
                    <a:pt x="2864290" y="1595759"/>
                  </a:lnTo>
                  <a:lnTo>
                    <a:pt x="2864626" y="1604825"/>
                  </a:lnTo>
                  <a:lnTo>
                    <a:pt x="2864963" y="1613702"/>
                  </a:lnTo>
                  <a:lnTo>
                    <a:pt x="2865299" y="1621846"/>
                  </a:lnTo>
                  <a:lnTo>
                    <a:pt x="2865636" y="1629533"/>
                  </a:lnTo>
                  <a:lnTo>
                    <a:pt x="2865972" y="1636795"/>
                  </a:lnTo>
                  <a:lnTo>
                    <a:pt x="2866309" y="1644436"/>
                  </a:lnTo>
                  <a:lnTo>
                    <a:pt x="2866645" y="1652176"/>
                  </a:lnTo>
                  <a:lnTo>
                    <a:pt x="2866982" y="1659677"/>
                  </a:lnTo>
                  <a:lnTo>
                    <a:pt x="2867318" y="1666980"/>
                  </a:lnTo>
                  <a:lnTo>
                    <a:pt x="2867655" y="1674210"/>
                  </a:lnTo>
                  <a:lnTo>
                    <a:pt x="2867991" y="1681661"/>
                  </a:lnTo>
                  <a:lnTo>
                    <a:pt x="2868327" y="1689492"/>
                  </a:lnTo>
                  <a:lnTo>
                    <a:pt x="2868664" y="1696567"/>
                  </a:lnTo>
                  <a:lnTo>
                    <a:pt x="2869000" y="1702902"/>
                  </a:lnTo>
                  <a:lnTo>
                    <a:pt x="2869337" y="1709319"/>
                  </a:lnTo>
                  <a:lnTo>
                    <a:pt x="2869673" y="1715963"/>
                  </a:lnTo>
                  <a:lnTo>
                    <a:pt x="2870010" y="1722579"/>
                  </a:lnTo>
                  <a:lnTo>
                    <a:pt x="2870346" y="1729307"/>
                  </a:lnTo>
                  <a:lnTo>
                    <a:pt x="2870683" y="1736115"/>
                  </a:lnTo>
                  <a:lnTo>
                    <a:pt x="2871019" y="1742572"/>
                  </a:lnTo>
                  <a:lnTo>
                    <a:pt x="2871356" y="1748300"/>
                  </a:lnTo>
                  <a:lnTo>
                    <a:pt x="2871692" y="1754278"/>
                  </a:lnTo>
                  <a:lnTo>
                    <a:pt x="2872029" y="1759837"/>
                  </a:lnTo>
                  <a:lnTo>
                    <a:pt x="2872365" y="1765092"/>
                  </a:lnTo>
                  <a:lnTo>
                    <a:pt x="2872701" y="1769684"/>
                  </a:lnTo>
                  <a:lnTo>
                    <a:pt x="2873038" y="1773650"/>
                  </a:lnTo>
                  <a:lnTo>
                    <a:pt x="2873374" y="1776991"/>
                  </a:lnTo>
                  <a:lnTo>
                    <a:pt x="2873711" y="1780070"/>
                  </a:lnTo>
                  <a:lnTo>
                    <a:pt x="2874047" y="1783781"/>
                  </a:lnTo>
                  <a:lnTo>
                    <a:pt x="2874384" y="1787052"/>
                  </a:lnTo>
                  <a:lnTo>
                    <a:pt x="2874720" y="1790181"/>
                  </a:lnTo>
                  <a:lnTo>
                    <a:pt x="2875057" y="1792928"/>
                  </a:lnTo>
                  <a:lnTo>
                    <a:pt x="2875393" y="1795324"/>
                  </a:lnTo>
                  <a:lnTo>
                    <a:pt x="2875730" y="1797439"/>
                  </a:lnTo>
                  <a:lnTo>
                    <a:pt x="2876066" y="1799271"/>
                  </a:lnTo>
                  <a:lnTo>
                    <a:pt x="2876403" y="1800678"/>
                  </a:lnTo>
                  <a:lnTo>
                    <a:pt x="2876739" y="1802128"/>
                  </a:lnTo>
                  <a:lnTo>
                    <a:pt x="2877075" y="1803981"/>
                  </a:lnTo>
                  <a:lnTo>
                    <a:pt x="2877412" y="1805563"/>
                  </a:lnTo>
                  <a:lnTo>
                    <a:pt x="2877748" y="1807694"/>
                  </a:lnTo>
                  <a:lnTo>
                    <a:pt x="2878085" y="1809803"/>
                  </a:lnTo>
                  <a:lnTo>
                    <a:pt x="2878421" y="1812484"/>
                  </a:lnTo>
                  <a:lnTo>
                    <a:pt x="2878758" y="1814953"/>
                  </a:lnTo>
                  <a:lnTo>
                    <a:pt x="2879094" y="1816934"/>
                  </a:lnTo>
                  <a:lnTo>
                    <a:pt x="2879431" y="1818823"/>
                  </a:lnTo>
                  <a:lnTo>
                    <a:pt x="2879767" y="1820060"/>
                  </a:lnTo>
                  <a:lnTo>
                    <a:pt x="2880104" y="1821269"/>
                  </a:lnTo>
                  <a:lnTo>
                    <a:pt x="2880440" y="1822526"/>
                  </a:lnTo>
                  <a:lnTo>
                    <a:pt x="2880777" y="1823856"/>
                  </a:lnTo>
                  <a:lnTo>
                    <a:pt x="2881113" y="1825171"/>
                  </a:lnTo>
                  <a:lnTo>
                    <a:pt x="2881449" y="1826488"/>
                  </a:lnTo>
                  <a:lnTo>
                    <a:pt x="2881786" y="1827632"/>
                  </a:lnTo>
                  <a:lnTo>
                    <a:pt x="2882122" y="1828155"/>
                  </a:lnTo>
                  <a:lnTo>
                    <a:pt x="2882459" y="1828822"/>
                  </a:lnTo>
                  <a:lnTo>
                    <a:pt x="2882795" y="1829954"/>
                  </a:lnTo>
                  <a:lnTo>
                    <a:pt x="2883132" y="1831322"/>
                  </a:lnTo>
                  <a:lnTo>
                    <a:pt x="2883468" y="1832725"/>
                  </a:lnTo>
                  <a:lnTo>
                    <a:pt x="2883805" y="1834309"/>
                  </a:lnTo>
                  <a:lnTo>
                    <a:pt x="2884141" y="1835905"/>
                  </a:lnTo>
                  <a:lnTo>
                    <a:pt x="2884478" y="1837973"/>
                  </a:lnTo>
                  <a:lnTo>
                    <a:pt x="2884814" y="1841542"/>
                  </a:lnTo>
                  <a:lnTo>
                    <a:pt x="2885151" y="1846224"/>
                  </a:lnTo>
                  <a:lnTo>
                    <a:pt x="2885487" y="1851647"/>
                  </a:lnTo>
                  <a:lnTo>
                    <a:pt x="2885823" y="1857713"/>
                  </a:lnTo>
                  <a:lnTo>
                    <a:pt x="2886160" y="1864018"/>
                  </a:lnTo>
                  <a:lnTo>
                    <a:pt x="2886496" y="1870608"/>
                  </a:lnTo>
                  <a:lnTo>
                    <a:pt x="2886833" y="1877558"/>
                  </a:lnTo>
                  <a:lnTo>
                    <a:pt x="2887169" y="1885019"/>
                  </a:lnTo>
                  <a:lnTo>
                    <a:pt x="2887506" y="1893532"/>
                  </a:lnTo>
                  <a:lnTo>
                    <a:pt x="2887842" y="1902569"/>
                  </a:lnTo>
                  <a:lnTo>
                    <a:pt x="2888179" y="1911816"/>
                  </a:lnTo>
                  <a:lnTo>
                    <a:pt x="2888515" y="1920774"/>
                  </a:lnTo>
                  <a:lnTo>
                    <a:pt x="2888852" y="1929444"/>
                  </a:lnTo>
                  <a:lnTo>
                    <a:pt x="2889188" y="1937933"/>
                  </a:lnTo>
                  <a:lnTo>
                    <a:pt x="2889524" y="1945752"/>
                  </a:lnTo>
                  <a:lnTo>
                    <a:pt x="2889861" y="1952100"/>
                  </a:lnTo>
                  <a:lnTo>
                    <a:pt x="2890197" y="1957446"/>
                  </a:lnTo>
                  <a:lnTo>
                    <a:pt x="2890534" y="1961938"/>
                  </a:lnTo>
                  <a:lnTo>
                    <a:pt x="2890870" y="1965740"/>
                  </a:lnTo>
                  <a:lnTo>
                    <a:pt x="2891207" y="1969828"/>
                  </a:lnTo>
                  <a:lnTo>
                    <a:pt x="2891543" y="1973663"/>
                  </a:lnTo>
                  <a:lnTo>
                    <a:pt x="2891880" y="1977038"/>
                  </a:lnTo>
                  <a:lnTo>
                    <a:pt x="2892216" y="1980191"/>
                  </a:lnTo>
                  <a:lnTo>
                    <a:pt x="2892553" y="1982235"/>
                  </a:lnTo>
                  <a:lnTo>
                    <a:pt x="2892889" y="1983918"/>
                  </a:lnTo>
                  <a:lnTo>
                    <a:pt x="2893226" y="1985502"/>
                  </a:lnTo>
                  <a:lnTo>
                    <a:pt x="2893562" y="1986763"/>
                  </a:lnTo>
                  <a:lnTo>
                    <a:pt x="2893898" y="1988499"/>
                  </a:lnTo>
                  <a:lnTo>
                    <a:pt x="2894235" y="1991348"/>
                  </a:lnTo>
                  <a:lnTo>
                    <a:pt x="2894571" y="1994618"/>
                  </a:lnTo>
                  <a:lnTo>
                    <a:pt x="2894908" y="1998436"/>
                  </a:lnTo>
                  <a:lnTo>
                    <a:pt x="2895244" y="2002804"/>
                  </a:lnTo>
                  <a:lnTo>
                    <a:pt x="2895581" y="2007752"/>
                  </a:lnTo>
                  <a:lnTo>
                    <a:pt x="2895917" y="2012784"/>
                  </a:lnTo>
                  <a:lnTo>
                    <a:pt x="2896254" y="2017838"/>
                  </a:lnTo>
                  <a:lnTo>
                    <a:pt x="2896590" y="2023049"/>
                  </a:lnTo>
                  <a:lnTo>
                    <a:pt x="2896927" y="2028857"/>
                  </a:lnTo>
                  <a:lnTo>
                    <a:pt x="2897263" y="2035015"/>
                  </a:lnTo>
                  <a:lnTo>
                    <a:pt x="2897600" y="2041844"/>
                  </a:lnTo>
                  <a:lnTo>
                    <a:pt x="2897936" y="2049319"/>
                  </a:lnTo>
                  <a:lnTo>
                    <a:pt x="2898272" y="2057016"/>
                  </a:lnTo>
                  <a:lnTo>
                    <a:pt x="2898609" y="2065197"/>
                  </a:lnTo>
                  <a:lnTo>
                    <a:pt x="2898945" y="2073063"/>
                  </a:lnTo>
                  <a:lnTo>
                    <a:pt x="2899282" y="2079675"/>
                  </a:lnTo>
                  <a:lnTo>
                    <a:pt x="2899618" y="2085787"/>
                  </a:lnTo>
                  <a:lnTo>
                    <a:pt x="2899955" y="2091527"/>
                  </a:lnTo>
                  <a:lnTo>
                    <a:pt x="2900291" y="2096587"/>
                  </a:lnTo>
                  <a:lnTo>
                    <a:pt x="2900628" y="2101057"/>
                  </a:lnTo>
                  <a:lnTo>
                    <a:pt x="2900964" y="2105137"/>
                  </a:lnTo>
                  <a:lnTo>
                    <a:pt x="2901301" y="2109044"/>
                  </a:lnTo>
                  <a:lnTo>
                    <a:pt x="2901637" y="2112712"/>
                  </a:lnTo>
                  <a:lnTo>
                    <a:pt x="2901974" y="2116168"/>
                  </a:lnTo>
                  <a:lnTo>
                    <a:pt x="2902310" y="2119456"/>
                  </a:lnTo>
                  <a:lnTo>
                    <a:pt x="2902646" y="2122436"/>
                  </a:lnTo>
                  <a:lnTo>
                    <a:pt x="2902983" y="2125033"/>
                  </a:lnTo>
                  <a:lnTo>
                    <a:pt x="2903319" y="2126479"/>
                  </a:lnTo>
                  <a:lnTo>
                    <a:pt x="2903656" y="2127232"/>
                  </a:lnTo>
                  <a:lnTo>
                    <a:pt x="2903992" y="2127748"/>
                  </a:lnTo>
                  <a:lnTo>
                    <a:pt x="2904329" y="2128489"/>
                  </a:lnTo>
                  <a:lnTo>
                    <a:pt x="2904665" y="2129268"/>
                  </a:lnTo>
                  <a:lnTo>
                    <a:pt x="2905002" y="2129556"/>
                  </a:lnTo>
                  <a:lnTo>
                    <a:pt x="2905338" y="2129603"/>
                  </a:lnTo>
                  <a:lnTo>
                    <a:pt x="2905675" y="2129506"/>
                  </a:lnTo>
                  <a:lnTo>
                    <a:pt x="2906011" y="2129600"/>
                  </a:lnTo>
                  <a:lnTo>
                    <a:pt x="2906348" y="2129896"/>
                  </a:lnTo>
                  <a:lnTo>
                    <a:pt x="2906684" y="2131099"/>
                  </a:lnTo>
                  <a:lnTo>
                    <a:pt x="2907020" y="2132030"/>
                  </a:lnTo>
                  <a:lnTo>
                    <a:pt x="2907357" y="2133141"/>
                  </a:lnTo>
                  <a:lnTo>
                    <a:pt x="2907693" y="2134234"/>
                  </a:lnTo>
                  <a:lnTo>
                    <a:pt x="2908030" y="2134913"/>
                  </a:lnTo>
                  <a:lnTo>
                    <a:pt x="2908366" y="2135641"/>
                  </a:lnTo>
                  <a:lnTo>
                    <a:pt x="2908703" y="2136697"/>
                  </a:lnTo>
                  <a:lnTo>
                    <a:pt x="2909039" y="2138644"/>
                  </a:lnTo>
                  <a:lnTo>
                    <a:pt x="2909376" y="2141024"/>
                  </a:lnTo>
                  <a:lnTo>
                    <a:pt x="2909712" y="2143724"/>
                  </a:lnTo>
                  <a:lnTo>
                    <a:pt x="2910049" y="2146663"/>
                  </a:lnTo>
                  <a:lnTo>
                    <a:pt x="2910385" y="2150016"/>
                  </a:lnTo>
                  <a:lnTo>
                    <a:pt x="2910722" y="2153640"/>
                  </a:lnTo>
                  <a:lnTo>
                    <a:pt x="2911058" y="2157156"/>
                  </a:lnTo>
                  <a:lnTo>
                    <a:pt x="2911394" y="2160327"/>
                  </a:lnTo>
                  <a:lnTo>
                    <a:pt x="2911731" y="2162714"/>
                  </a:lnTo>
                  <a:lnTo>
                    <a:pt x="2912067" y="2165347"/>
                  </a:lnTo>
                  <a:lnTo>
                    <a:pt x="2912404" y="2167439"/>
                  </a:lnTo>
                  <a:lnTo>
                    <a:pt x="2912740" y="2169742"/>
                  </a:lnTo>
                  <a:lnTo>
                    <a:pt x="2913077" y="2171800"/>
                  </a:lnTo>
                  <a:lnTo>
                    <a:pt x="2913413" y="2173912"/>
                  </a:lnTo>
                  <a:lnTo>
                    <a:pt x="2913750" y="2175673"/>
                  </a:lnTo>
                  <a:lnTo>
                    <a:pt x="2914086" y="2177127"/>
                  </a:lnTo>
                  <a:lnTo>
                    <a:pt x="2914423" y="2178373"/>
                  </a:lnTo>
                  <a:lnTo>
                    <a:pt x="2914759" y="2179626"/>
                  </a:lnTo>
                  <a:lnTo>
                    <a:pt x="2915096" y="2180931"/>
                  </a:lnTo>
                  <a:lnTo>
                    <a:pt x="2915432" y="2182398"/>
                  </a:lnTo>
                  <a:lnTo>
                    <a:pt x="2915768" y="2184036"/>
                  </a:lnTo>
                  <a:lnTo>
                    <a:pt x="2916105" y="2185901"/>
                  </a:lnTo>
                  <a:lnTo>
                    <a:pt x="2916441" y="2188023"/>
                  </a:lnTo>
                  <a:lnTo>
                    <a:pt x="2916778" y="2190188"/>
                  </a:lnTo>
                  <a:lnTo>
                    <a:pt x="2917114" y="2191948"/>
                  </a:lnTo>
                  <a:lnTo>
                    <a:pt x="2917451" y="2193619"/>
                  </a:lnTo>
                  <a:lnTo>
                    <a:pt x="2917787" y="2194599"/>
                  </a:lnTo>
                  <a:lnTo>
                    <a:pt x="2918124" y="2195557"/>
                  </a:lnTo>
                  <a:lnTo>
                    <a:pt x="2918460" y="2196168"/>
                  </a:lnTo>
                  <a:lnTo>
                    <a:pt x="2918797" y="2197169"/>
                  </a:lnTo>
                  <a:lnTo>
                    <a:pt x="2919133" y="2198714"/>
                  </a:lnTo>
                  <a:lnTo>
                    <a:pt x="2919470" y="2200317"/>
                  </a:lnTo>
                  <a:lnTo>
                    <a:pt x="2919806" y="2201419"/>
                  </a:lnTo>
                  <a:lnTo>
                    <a:pt x="2920142" y="2202604"/>
                  </a:lnTo>
                  <a:lnTo>
                    <a:pt x="2920479" y="2204120"/>
                  </a:lnTo>
                  <a:lnTo>
                    <a:pt x="2920815" y="2205403"/>
                  </a:lnTo>
                  <a:lnTo>
                    <a:pt x="2921152" y="2206569"/>
                  </a:lnTo>
                  <a:lnTo>
                    <a:pt x="2921488" y="2207616"/>
                  </a:lnTo>
                  <a:lnTo>
                    <a:pt x="2921825" y="2208810"/>
                  </a:lnTo>
                  <a:lnTo>
                    <a:pt x="2922161" y="2210044"/>
                  </a:lnTo>
                  <a:lnTo>
                    <a:pt x="2922498" y="2211042"/>
                  </a:lnTo>
                  <a:lnTo>
                    <a:pt x="2922834" y="2212723"/>
                  </a:lnTo>
                  <a:lnTo>
                    <a:pt x="2923171" y="2214632"/>
                  </a:lnTo>
                  <a:lnTo>
                    <a:pt x="2923507" y="2216733"/>
                  </a:lnTo>
                  <a:lnTo>
                    <a:pt x="2923843" y="2218923"/>
                  </a:lnTo>
                  <a:lnTo>
                    <a:pt x="2924180" y="2220771"/>
                  </a:lnTo>
                  <a:lnTo>
                    <a:pt x="2924516" y="2222665"/>
                  </a:lnTo>
                  <a:lnTo>
                    <a:pt x="2924853" y="2224581"/>
                  </a:lnTo>
                  <a:lnTo>
                    <a:pt x="2925189" y="2226669"/>
                  </a:lnTo>
                  <a:lnTo>
                    <a:pt x="2925526" y="2228383"/>
                  </a:lnTo>
                  <a:lnTo>
                    <a:pt x="2925862" y="2229649"/>
                  </a:lnTo>
                  <a:lnTo>
                    <a:pt x="2926199" y="2230928"/>
                  </a:lnTo>
                  <a:lnTo>
                    <a:pt x="2926535" y="2232055"/>
                  </a:lnTo>
                  <a:lnTo>
                    <a:pt x="2926872" y="2232927"/>
                  </a:lnTo>
                  <a:lnTo>
                    <a:pt x="2927208" y="2233769"/>
                  </a:lnTo>
                  <a:lnTo>
                    <a:pt x="2927545" y="2234454"/>
                  </a:lnTo>
                  <a:lnTo>
                    <a:pt x="2927881" y="2234634"/>
                  </a:lnTo>
                  <a:lnTo>
                    <a:pt x="2928217" y="2234299"/>
                  </a:lnTo>
                  <a:lnTo>
                    <a:pt x="2928554" y="2233657"/>
                  </a:lnTo>
                  <a:lnTo>
                    <a:pt x="2928890" y="2232684"/>
                  </a:lnTo>
                  <a:lnTo>
                    <a:pt x="2929227" y="2231625"/>
                  </a:lnTo>
                  <a:lnTo>
                    <a:pt x="2929563" y="2230772"/>
                  </a:lnTo>
                  <a:lnTo>
                    <a:pt x="2929900" y="2229770"/>
                  </a:lnTo>
                  <a:lnTo>
                    <a:pt x="2930236" y="2228753"/>
                  </a:lnTo>
                  <a:lnTo>
                    <a:pt x="2930573" y="2227753"/>
                  </a:lnTo>
                  <a:lnTo>
                    <a:pt x="2930909" y="2226642"/>
                  </a:lnTo>
                  <a:lnTo>
                    <a:pt x="2931246" y="2225426"/>
                  </a:lnTo>
                  <a:lnTo>
                    <a:pt x="2931582" y="2224289"/>
                  </a:lnTo>
                  <a:lnTo>
                    <a:pt x="2931919" y="2223098"/>
                  </a:lnTo>
                  <a:lnTo>
                    <a:pt x="2932255" y="2221946"/>
                  </a:lnTo>
                  <a:lnTo>
                    <a:pt x="2932591" y="2220971"/>
                  </a:lnTo>
                  <a:lnTo>
                    <a:pt x="2932928" y="2219855"/>
                  </a:lnTo>
                  <a:lnTo>
                    <a:pt x="2933264" y="2218542"/>
                  </a:lnTo>
                  <a:lnTo>
                    <a:pt x="2933601" y="2217223"/>
                  </a:lnTo>
                  <a:lnTo>
                    <a:pt x="2933937" y="2216160"/>
                  </a:lnTo>
                  <a:lnTo>
                    <a:pt x="2934274" y="2215132"/>
                  </a:lnTo>
                  <a:lnTo>
                    <a:pt x="2934610" y="2214038"/>
                  </a:lnTo>
                  <a:lnTo>
                    <a:pt x="2934947" y="2212954"/>
                  </a:lnTo>
                  <a:lnTo>
                    <a:pt x="2935283" y="2211872"/>
                  </a:lnTo>
                  <a:lnTo>
                    <a:pt x="2935620" y="2210785"/>
                  </a:lnTo>
                  <a:lnTo>
                    <a:pt x="2935956" y="2209860"/>
                  </a:lnTo>
                  <a:lnTo>
                    <a:pt x="2936293" y="2208855"/>
                  </a:lnTo>
                  <a:lnTo>
                    <a:pt x="2936629" y="2207887"/>
                  </a:lnTo>
                  <a:lnTo>
                    <a:pt x="2936965" y="2206951"/>
                  </a:lnTo>
                  <a:lnTo>
                    <a:pt x="2937302" y="2205846"/>
                  </a:lnTo>
                  <a:lnTo>
                    <a:pt x="2937638" y="2204483"/>
                  </a:lnTo>
                  <a:lnTo>
                    <a:pt x="2937975" y="2202973"/>
                  </a:lnTo>
                  <a:lnTo>
                    <a:pt x="2938311" y="2201523"/>
                  </a:lnTo>
                  <a:lnTo>
                    <a:pt x="2938648" y="2199816"/>
                  </a:lnTo>
                  <a:lnTo>
                    <a:pt x="2938984" y="2197928"/>
                  </a:lnTo>
                  <a:lnTo>
                    <a:pt x="2939321" y="2196043"/>
                  </a:lnTo>
                  <a:lnTo>
                    <a:pt x="2939657" y="2193950"/>
                  </a:lnTo>
                  <a:lnTo>
                    <a:pt x="2939994" y="2191881"/>
                  </a:lnTo>
                  <a:lnTo>
                    <a:pt x="2940330" y="2189587"/>
                  </a:lnTo>
                  <a:lnTo>
                    <a:pt x="2940667" y="2187234"/>
                  </a:lnTo>
                  <a:lnTo>
                    <a:pt x="2941003" y="2185136"/>
                  </a:lnTo>
                  <a:lnTo>
                    <a:pt x="2941339" y="2183191"/>
                  </a:lnTo>
                  <a:lnTo>
                    <a:pt x="2941676" y="2181099"/>
                  </a:lnTo>
                  <a:lnTo>
                    <a:pt x="2942012" y="2178956"/>
                  </a:lnTo>
                  <a:lnTo>
                    <a:pt x="2942349" y="2176959"/>
                  </a:lnTo>
                  <a:lnTo>
                    <a:pt x="2942685" y="2175428"/>
                  </a:lnTo>
                  <a:lnTo>
                    <a:pt x="2943022" y="2173956"/>
                  </a:lnTo>
                  <a:lnTo>
                    <a:pt x="2943358" y="2172641"/>
                  </a:lnTo>
                  <a:lnTo>
                    <a:pt x="2943695" y="2171971"/>
                  </a:lnTo>
                  <a:lnTo>
                    <a:pt x="2944031" y="2171558"/>
                  </a:lnTo>
                  <a:lnTo>
                    <a:pt x="2944368" y="2170869"/>
                  </a:lnTo>
                  <a:lnTo>
                    <a:pt x="2944704" y="2170081"/>
                  </a:lnTo>
                  <a:lnTo>
                    <a:pt x="2945041" y="2169113"/>
                  </a:lnTo>
                  <a:lnTo>
                    <a:pt x="2945377" y="2168322"/>
                  </a:lnTo>
                  <a:lnTo>
                    <a:pt x="2945713" y="2167455"/>
                  </a:lnTo>
                  <a:lnTo>
                    <a:pt x="2946050" y="2165917"/>
                  </a:lnTo>
                  <a:lnTo>
                    <a:pt x="2946386" y="2164258"/>
                  </a:lnTo>
                  <a:lnTo>
                    <a:pt x="2946723" y="2162705"/>
                  </a:lnTo>
                  <a:lnTo>
                    <a:pt x="2947059" y="2161300"/>
                  </a:lnTo>
                  <a:lnTo>
                    <a:pt x="2947396" y="2159445"/>
                  </a:lnTo>
                  <a:lnTo>
                    <a:pt x="2947732" y="2157436"/>
                  </a:lnTo>
                  <a:lnTo>
                    <a:pt x="2948069" y="2155313"/>
                  </a:lnTo>
                  <a:lnTo>
                    <a:pt x="2948405" y="2152739"/>
                  </a:lnTo>
                  <a:lnTo>
                    <a:pt x="2948742" y="2149924"/>
                  </a:lnTo>
                  <a:lnTo>
                    <a:pt x="2949078" y="2146771"/>
                  </a:lnTo>
                  <a:lnTo>
                    <a:pt x="2949415" y="2143807"/>
                  </a:lnTo>
                  <a:lnTo>
                    <a:pt x="2949751" y="2140938"/>
                  </a:lnTo>
                  <a:lnTo>
                    <a:pt x="2950087" y="2137646"/>
                  </a:lnTo>
                  <a:lnTo>
                    <a:pt x="2950424" y="2134226"/>
                  </a:lnTo>
                  <a:lnTo>
                    <a:pt x="2950760" y="2130251"/>
                  </a:lnTo>
                  <a:lnTo>
                    <a:pt x="2951097" y="2126560"/>
                  </a:lnTo>
                  <a:lnTo>
                    <a:pt x="2951433" y="2123138"/>
                  </a:lnTo>
                  <a:lnTo>
                    <a:pt x="2951770" y="2119798"/>
                  </a:lnTo>
                  <a:lnTo>
                    <a:pt x="2952106" y="2116173"/>
                  </a:lnTo>
                  <a:lnTo>
                    <a:pt x="2952443" y="2112558"/>
                  </a:lnTo>
                  <a:lnTo>
                    <a:pt x="2952779" y="2107842"/>
                  </a:lnTo>
                  <a:lnTo>
                    <a:pt x="2953116" y="2103195"/>
                  </a:lnTo>
                  <a:lnTo>
                    <a:pt x="2953452" y="2098222"/>
                  </a:lnTo>
                  <a:lnTo>
                    <a:pt x="2953789" y="2093071"/>
                  </a:lnTo>
                  <a:lnTo>
                    <a:pt x="2954125" y="2088041"/>
                  </a:lnTo>
                  <a:lnTo>
                    <a:pt x="2954461" y="2083059"/>
                  </a:lnTo>
                  <a:lnTo>
                    <a:pt x="2954798" y="2077807"/>
                  </a:lnTo>
                  <a:lnTo>
                    <a:pt x="2955134" y="2072533"/>
                  </a:lnTo>
                  <a:lnTo>
                    <a:pt x="2955471" y="2067899"/>
                  </a:lnTo>
                  <a:lnTo>
                    <a:pt x="2955807" y="2063671"/>
                  </a:lnTo>
                  <a:lnTo>
                    <a:pt x="2956144" y="2060156"/>
                  </a:lnTo>
                  <a:lnTo>
                    <a:pt x="2956480" y="2056523"/>
                  </a:lnTo>
                  <a:lnTo>
                    <a:pt x="2956817" y="2052903"/>
                  </a:lnTo>
                  <a:lnTo>
                    <a:pt x="2957153" y="2049418"/>
                  </a:lnTo>
                  <a:lnTo>
                    <a:pt x="2957490" y="2046042"/>
                  </a:lnTo>
                  <a:lnTo>
                    <a:pt x="2957826" y="2043016"/>
                  </a:lnTo>
                  <a:lnTo>
                    <a:pt x="2958162" y="2040250"/>
                  </a:lnTo>
                  <a:lnTo>
                    <a:pt x="2958499" y="2037746"/>
                  </a:lnTo>
                  <a:lnTo>
                    <a:pt x="2958835" y="2035313"/>
                  </a:lnTo>
                  <a:lnTo>
                    <a:pt x="2959172" y="2033018"/>
                  </a:lnTo>
                  <a:lnTo>
                    <a:pt x="2959508" y="2030543"/>
                  </a:lnTo>
                  <a:lnTo>
                    <a:pt x="2959845" y="2028291"/>
                  </a:lnTo>
                  <a:lnTo>
                    <a:pt x="2960181" y="2026296"/>
                  </a:lnTo>
                  <a:lnTo>
                    <a:pt x="2960518" y="2024479"/>
                  </a:lnTo>
                  <a:lnTo>
                    <a:pt x="2960854" y="2022804"/>
                  </a:lnTo>
                  <a:lnTo>
                    <a:pt x="2961191" y="2021214"/>
                  </a:lnTo>
                  <a:lnTo>
                    <a:pt x="2961527" y="2019474"/>
                  </a:lnTo>
                  <a:lnTo>
                    <a:pt x="2961864" y="2017672"/>
                  </a:lnTo>
                  <a:lnTo>
                    <a:pt x="2962200" y="2016244"/>
                  </a:lnTo>
                  <a:lnTo>
                    <a:pt x="2962536" y="2015071"/>
                  </a:lnTo>
                  <a:lnTo>
                    <a:pt x="2962873" y="2014211"/>
                  </a:lnTo>
                  <a:lnTo>
                    <a:pt x="2963209" y="2012931"/>
                  </a:lnTo>
                  <a:lnTo>
                    <a:pt x="2963546" y="2011880"/>
                  </a:lnTo>
                  <a:lnTo>
                    <a:pt x="2963882" y="2010722"/>
                  </a:lnTo>
                  <a:lnTo>
                    <a:pt x="2964219" y="2009821"/>
                  </a:lnTo>
                  <a:lnTo>
                    <a:pt x="2964555" y="2009141"/>
                  </a:lnTo>
                  <a:lnTo>
                    <a:pt x="2964892" y="2008423"/>
                  </a:lnTo>
                  <a:lnTo>
                    <a:pt x="2965228" y="2007227"/>
                  </a:lnTo>
                  <a:lnTo>
                    <a:pt x="2965565" y="2005930"/>
                  </a:lnTo>
                  <a:lnTo>
                    <a:pt x="2965901" y="2004057"/>
                  </a:lnTo>
                  <a:lnTo>
                    <a:pt x="2966238" y="2002060"/>
                  </a:lnTo>
                  <a:lnTo>
                    <a:pt x="2966574" y="2000124"/>
                  </a:lnTo>
                  <a:lnTo>
                    <a:pt x="2966910" y="1998338"/>
                  </a:lnTo>
                  <a:lnTo>
                    <a:pt x="2967247" y="1995678"/>
                  </a:lnTo>
                  <a:lnTo>
                    <a:pt x="2967583" y="1993263"/>
                  </a:lnTo>
                  <a:lnTo>
                    <a:pt x="2967920" y="1990520"/>
                  </a:lnTo>
                  <a:lnTo>
                    <a:pt x="2968256" y="1987937"/>
                  </a:lnTo>
                  <a:lnTo>
                    <a:pt x="2968593" y="1985231"/>
                  </a:lnTo>
                  <a:lnTo>
                    <a:pt x="2968929" y="1982661"/>
                  </a:lnTo>
                  <a:lnTo>
                    <a:pt x="2969266" y="1979993"/>
                  </a:lnTo>
                  <a:lnTo>
                    <a:pt x="2969602" y="1976658"/>
                  </a:lnTo>
                  <a:lnTo>
                    <a:pt x="2969939" y="1973141"/>
                  </a:lnTo>
                  <a:lnTo>
                    <a:pt x="2970275" y="1969704"/>
                  </a:lnTo>
                  <a:lnTo>
                    <a:pt x="2970612" y="1966631"/>
                  </a:lnTo>
                  <a:lnTo>
                    <a:pt x="2970948" y="1964062"/>
                  </a:lnTo>
                  <a:lnTo>
                    <a:pt x="2971284" y="1961688"/>
                  </a:lnTo>
                  <a:lnTo>
                    <a:pt x="2971621" y="1960021"/>
                  </a:lnTo>
                  <a:lnTo>
                    <a:pt x="2971957" y="1958346"/>
                  </a:lnTo>
                  <a:lnTo>
                    <a:pt x="2972294" y="1957171"/>
                  </a:lnTo>
                  <a:lnTo>
                    <a:pt x="2972630" y="1955899"/>
                  </a:lnTo>
                  <a:lnTo>
                    <a:pt x="2972967" y="1954756"/>
                  </a:lnTo>
                  <a:lnTo>
                    <a:pt x="2973303" y="1953697"/>
                  </a:lnTo>
                  <a:lnTo>
                    <a:pt x="2973640" y="1952589"/>
                  </a:lnTo>
                  <a:lnTo>
                    <a:pt x="2973976" y="1951127"/>
                  </a:lnTo>
                  <a:lnTo>
                    <a:pt x="2974313" y="1949781"/>
                  </a:lnTo>
                  <a:lnTo>
                    <a:pt x="2974649" y="1948611"/>
                  </a:lnTo>
                  <a:lnTo>
                    <a:pt x="2974986" y="1947192"/>
                  </a:lnTo>
                  <a:lnTo>
                    <a:pt x="2975322" y="1945846"/>
                  </a:lnTo>
                  <a:lnTo>
                    <a:pt x="2975658" y="1944841"/>
                  </a:lnTo>
                  <a:lnTo>
                    <a:pt x="2975995" y="1944110"/>
                  </a:lnTo>
                  <a:lnTo>
                    <a:pt x="2976331" y="1943068"/>
                  </a:lnTo>
                  <a:lnTo>
                    <a:pt x="2976668" y="1941789"/>
                  </a:lnTo>
                  <a:lnTo>
                    <a:pt x="2977004" y="1940367"/>
                  </a:lnTo>
                  <a:lnTo>
                    <a:pt x="2977341" y="1938317"/>
                  </a:lnTo>
                  <a:lnTo>
                    <a:pt x="2977677" y="1936180"/>
                  </a:lnTo>
                  <a:lnTo>
                    <a:pt x="2978014" y="1933828"/>
                  </a:lnTo>
                  <a:lnTo>
                    <a:pt x="2978350" y="1931498"/>
                  </a:lnTo>
                  <a:lnTo>
                    <a:pt x="2978687" y="1929472"/>
                  </a:lnTo>
                  <a:lnTo>
                    <a:pt x="2979023" y="1927428"/>
                  </a:lnTo>
                  <a:lnTo>
                    <a:pt x="2979360" y="1925184"/>
                  </a:lnTo>
                  <a:lnTo>
                    <a:pt x="2979696" y="1923209"/>
                  </a:lnTo>
                  <a:lnTo>
                    <a:pt x="2980032" y="1920837"/>
                  </a:lnTo>
                  <a:lnTo>
                    <a:pt x="2980369" y="1917921"/>
                  </a:lnTo>
                  <a:lnTo>
                    <a:pt x="2980705" y="1915005"/>
                  </a:lnTo>
                  <a:lnTo>
                    <a:pt x="2981042" y="1912448"/>
                  </a:lnTo>
                  <a:lnTo>
                    <a:pt x="2981378" y="1910038"/>
                  </a:lnTo>
                  <a:lnTo>
                    <a:pt x="2981715" y="1907780"/>
                  </a:lnTo>
                  <a:lnTo>
                    <a:pt x="2982051" y="1905614"/>
                  </a:lnTo>
                  <a:lnTo>
                    <a:pt x="2982388" y="1903387"/>
                  </a:lnTo>
                  <a:lnTo>
                    <a:pt x="2982724" y="1901160"/>
                  </a:lnTo>
                  <a:lnTo>
                    <a:pt x="2983061" y="1899131"/>
                  </a:lnTo>
                  <a:lnTo>
                    <a:pt x="2983397" y="1897180"/>
                  </a:lnTo>
                  <a:lnTo>
                    <a:pt x="2983734" y="1895259"/>
                  </a:lnTo>
                  <a:lnTo>
                    <a:pt x="2984070" y="1893284"/>
                  </a:lnTo>
                  <a:lnTo>
                    <a:pt x="2984406" y="1891968"/>
                  </a:lnTo>
                  <a:lnTo>
                    <a:pt x="2984743" y="1890919"/>
                  </a:lnTo>
                  <a:lnTo>
                    <a:pt x="2985079" y="1890537"/>
                  </a:lnTo>
                  <a:lnTo>
                    <a:pt x="2985416" y="1890927"/>
                  </a:lnTo>
                  <a:lnTo>
                    <a:pt x="2985752" y="1891669"/>
                  </a:lnTo>
                  <a:lnTo>
                    <a:pt x="2986089" y="1892435"/>
                  </a:lnTo>
                  <a:lnTo>
                    <a:pt x="2986425" y="1893277"/>
                  </a:lnTo>
                  <a:lnTo>
                    <a:pt x="2986762" y="1894318"/>
                  </a:lnTo>
                  <a:lnTo>
                    <a:pt x="2987098" y="1895550"/>
                  </a:lnTo>
                  <a:lnTo>
                    <a:pt x="2987435" y="1896603"/>
                  </a:lnTo>
                  <a:lnTo>
                    <a:pt x="2987771" y="1897606"/>
                  </a:lnTo>
                  <a:lnTo>
                    <a:pt x="2988107" y="1898446"/>
                  </a:lnTo>
                  <a:lnTo>
                    <a:pt x="2988444" y="1899195"/>
                  </a:lnTo>
                  <a:lnTo>
                    <a:pt x="2988780" y="1899896"/>
                  </a:lnTo>
                  <a:lnTo>
                    <a:pt x="2989117" y="1900590"/>
                  </a:lnTo>
                  <a:lnTo>
                    <a:pt x="2989453" y="1901167"/>
                  </a:lnTo>
                  <a:lnTo>
                    <a:pt x="2989790" y="1901803"/>
                  </a:lnTo>
                  <a:lnTo>
                    <a:pt x="2990126" y="1902327"/>
                  </a:lnTo>
                  <a:lnTo>
                    <a:pt x="2990463" y="1902763"/>
                  </a:lnTo>
                  <a:lnTo>
                    <a:pt x="2990799" y="1902944"/>
                  </a:lnTo>
                  <a:lnTo>
                    <a:pt x="2991136" y="1902805"/>
                  </a:lnTo>
                  <a:lnTo>
                    <a:pt x="2991472" y="1902620"/>
                  </a:lnTo>
                  <a:lnTo>
                    <a:pt x="2991809" y="1902162"/>
                  </a:lnTo>
                  <a:lnTo>
                    <a:pt x="2992145" y="1900815"/>
                  </a:lnTo>
                  <a:lnTo>
                    <a:pt x="2992481" y="1899518"/>
                  </a:lnTo>
                  <a:lnTo>
                    <a:pt x="2992818" y="1898073"/>
                  </a:lnTo>
                  <a:lnTo>
                    <a:pt x="2993154" y="1896881"/>
                  </a:lnTo>
                  <a:lnTo>
                    <a:pt x="2993491" y="1895986"/>
                  </a:lnTo>
                  <a:lnTo>
                    <a:pt x="2993827" y="1895189"/>
                  </a:lnTo>
                  <a:lnTo>
                    <a:pt x="2994164" y="1894884"/>
                  </a:lnTo>
                  <a:lnTo>
                    <a:pt x="2994500" y="1893999"/>
                  </a:lnTo>
                  <a:lnTo>
                    <a:pt x="2994837" y="1893083"/>
                  </a:lnTo>
                  <a:lnTo>
                    <a:pt x="2995173" y="1891765"/>
                  </a:lnTo>
                  <a:lnTo>
                    <a:pt x="2995510" y="1890195"/>
                  </a:lnTo>
                  <a:lnTo>
                    <a:pt x="2995846" y="1888166"/>
                  </a:lnTo>
                  <a:lnTo>
                    <a:pt x="2996183" y="1886575"/>
                  </a:lnTo>
                  <a:lnTo>
                    <a:pt x="2996519" y="1884833"/>
                  </a:lnTo>
                  <a:lnTo>
                    <a:pt x="2996855" y="1882915"/>
                  </a:lnTo>
                  <a:lnTo>
                    <a:pt x="2997192" y="1881208"/>
                  </a:lnTo>
                  <a:lnTo>
                    <a:pt x="2997528" y="1879584"/>
                  </a:lnTo>
                  <a:lnTo>
                    <a:pt x="2997865" y="1878016"/>
                  </a:lnTo>
                  <a:lnTo>
                    <a:pt x="2998201" y="1876546"/>
                  </a:lnTo>
                  <a:lnTo>
                    <a:pt x="2998538" y="1875041"/>
                  </a:lnTo>
                  <a:lnTo>
                    <a:pt x="2998874" y="1873315"/>
                  </a:lnTo>
                  <a:lnTo>
                    <a:pt x="2999211" y="1871539"/>
                  </a:lnTo>
                  <a:lnTo>
                    <a:pt x="2999547" y="1870079"/>
                  </a:lnTo>
                  <a:lnTo>
                    <a:pt x="2999884" y="1868324"/>
                  </a:lnTo>
                  <a:lnTo>
                    <a:pt x="3000220" y="1867023"/>
                  </a:lnTo>
                  <a:lnTo>
                    <a:pt x="3000557" y="1866310"/>
                  </a:lnTo>
                  <a:lnTo>
                    <a:pt x="3000893" y="1865952"/>
                  </a:lnTo>
                  <a:lnTo>
                    <a:pt x="3001229" y="1865510"/>
                  </a:lnTo>
                  <a:lnTo>
                    <a:pt x="3001566" y="1864808"/>
                  </a:lnTo>
                  <a:lnTo>
                    <a:pt x="3001902" y="1863973"/>
                  </a:lnTo>
                  <a:lnTo>
                    <a:pt x="3002239" y="1863312"/>
                  </a:lnTo>
                  <a:lnTo>
                    <a:pt x="3002575" y="1862595"/>
                  </a:lnTo>
                  <a:lnTo>
                    <a:pt x="3002912" y="1861593"/>
                  </a:lnTo>
                  <a:lnTo>
                    <a:pt x="3003248" y="1860528"/>
                  </a:lnTo>
                  <a:lnTo>
                    <a:pt x="3003585" y="1859750"/>
                  </a:lnTo>
                  <a:lnTo>
                    <a:pt x="3003921" y="1859317"/>
                  </a:lnTo>
                  <a:lnTo>
                    <a:pt x="3004258" y="1859112"/>
                  </a:lnTo>
                  <a:lnTo>
                    <a:pt x="3004594" y="1858993"/>
                  </a:lnTo>
                  <a:lnTo>
                    <a:pt x="3004931" y="1859131"/>
                  </a:lnTo>
                  <a:lnTo>
                    <a:pt x="3005267" y="1859586"/>
                  </a:lnTo>
                  <a:lnTo>
                    <a:pt x="3005603" y="1860255"/>
                  </a:lnTo>
                  <a:lnTo>
                    <a:pt x="3005940" y="1861197"/>
                  </a:lnTo>
                  <a:lnTo>
                    <a:pt x="3006276" y="1862510"/>
                  </a:lnTo>
                  <a:lnTo>
                    <a:pt x="3006613" y="1864020"/>
                  </a:lnTo>
                  <a:lnTo>
                    <a:pt x="3006949" y="1865999"/>
                  </a:lnTo>
                  <a:lnTo>
                    <a:pt x="3007286" y="1867983"/>
                  </a:lnTo>
                  <a:lnTo>
                    <a:pt x="3007622" y="1870239"/>
                  </a:lnTo>
                  <a:lnTo>
                    <a:pt x="3007959" y="1872730"/>
                  </a:lnTo>
                  <a:lnTo>
                    <a:pt x="3008295" y="1874798"/>
                  </a:lnTo>
                  <a:lnTo>
                    <a:pt x="3008632" y="1876597"/>
                  </a:lnTo>
                  <a:lnTo>
                    <a:pt x="3008968" y="1878084"/>
                  </a:lnTo>
                  <a:lnTo>
                    <a:pt x="3009305" y="1879508"/>
                  </a:lnTo>
                  <a:lnTo>
                    <a:pt x="3009641" y="1880717"/>
                  </a:lnTo>
                  <a:lnTo>
                    <a:pt x="3009977" y="1881490"/>
                  </a:lnTo>
                  <a:lnTo>
                    <a:pt x="3010314" y="1882196"/>
                  </a:lnTo>
                  <a:lnTo>
                    <a:pt x="3010650" y="1882762"/>
                  </a:lnTo>
                  <a:lnTo>
                    <a:pt x="3010987" y="1882773"/>
                  </a:lnTo>
                  <a:lnTo>
                    <a:pt x="3011323" y="1882390"/>
                  </a:lnTo>
                  <a:lnTo>
                    <a:pt x="3011660" y="1881636"/>
                  </a:lnTo>
                  <a:lnTo>
                    <a:pt x="3011996" y="1880746"/>
                  </a:lnTo>
                  <a:lnTo>
                    <a:pt x="3012333" y="1879797"/>
                  </a:lnTo>
                  <a:lnTo>
                    <a:pt x="3012669" y="1878526"/>
                  </a:lnTo>
                  <a:lnTo>
                    <a:pt x="3013006" y="1877102"/>
                  </a:lnTo>
                  <a:lnTo>
                    <a:pt x="3013342" y="1875872"/>
                  </a:lnTo>
                  <a:lnTo>
                    <a:pt x="3013679" y="1874403"/>
                  </a:lnTo>
                  <a:lnTo>
                    <a:pt x="3014015" y="1873186"/>
                  </a:lnTo>
                  <a:lnTo>
                    <a:pt x="3014351" y="1871884"/>
                  </a:lnTo>
                  <a:lnTo>
                    <a:pt x="3014688" y="1871207"/>
                  </a:lnTo>
                  <a:lnTo>
                    <a:pt x="3015024" y="1870696"/>
                  </a:lnTo>
                  <a:lnTo>
                    <a:pt x="3015361" y="1870325"/>
                  </a:lnTo>
                  <a:lnTo>
                    <a:pt x="3015697" y="1870291"/>
                  </a:lnTo>
                  <a:lnTo>
                    <a:pt x="3016034" y="1870656"/>
                  </a:lnTo>
                  <a:lnTo>
                    <a:pt x="3016370" y="1871693"/>
                  </a:lnTo>
                  <a:lnTo>
                    <a:pt x="3016707" y="1873415"/>
                  </a:lnTo>
                  <a:lnTo>
                    <a:pt x="3017043" y="1875594"/>
                  </a:lnTo>
                  <a:lnTo>
                    <a:pt x="3017380" y="1878465"/>
                  </a:lnTo>
                  <a:lnTo>
                    <a:pt x="3017716" y="1881834"/>
                  </a:lnTo>
                  <a:lnTo>
                    <a:pt x="3018053" y="1886136"/>
                  </a:lnTo>
                  <a:lnTo>
                    <a:pt x="3018389" y="1890983"/>
                  </a:lnTo>
                  <a:lnTo>
                    <a:pt x="3018725" y="1896046"/>
                  </a:lnTo>
                  <a:lnTo>
                    <a:pt x="3019062" y="1901229"/>
                  </a:lnTo>
                  <a:lnTo>
                    <a:pt x="3019398" y="1906780"/>
                  </a:lnTo>
                  <a:lnTo>
                    <a:pt x="3019735" y="1911837"/>
                  </a:lnTo>
                  <a:lnTo>
                    <a:pt x="3020071" y="1918140"/>
                  </a:lnTo>
                  <a:lnTo>
                    <a:pt x="3020408" y="1924390"/>
                  </a:lnTo>
                  <a:lnTo>
                    <a:pt x="3020744" y="1930910"/>
                  </a:lnTo>
                  <a:lnTo>
                    <a:pt x="3021081" y="1937576"/>
                  </a:lnTo>
                  <a:lnTo>
                    <a:pt x="3021417" y="1943998"/>
                  </a:lnTo>
                  <a:lnTo>
                    <a:pt x="3021754" y="1950313"/>
                  </a:lnTo>
                  <a:lnTo>
                    <a:pt x="3022090" y="1956666"/>
                  </a:lnTo>
                  <a:lnTo>
                    <a:pt x="3022426" y="1962875"/>
                  </a:lnTo>
                  <a:lnTo>
                    <a:pt x="3022763" y="1968241"/>
                  </a:lnTo>
                  <a:lnTo>
                    <a:pt x="3023099" y="1973017"/>
                  </a:lnTo>
                  <a:lnTo>
                    <a:pt x="3023436" y="1976701"/>
                  </a:lnTo>
                  <a:lnTo>
                    <a:pt x="3023772" y="1980379"/>
                  </a:lnTo>
                  <a:lnTo>
                    <a:pt x="3024109" y="1983727"/>
                  </a:lnTo>
                  <a:lnTo>
                    <a:pt x="3024445" y="1986596"/>
                  </a:lnTo>
                  <a:lnTo>
                    <a:pt x="3024782" y="1989226"/>
                  </a:lnTo>
                  <a:lnTo>
                    <a:pt x="3025118" y="1991526"/>
                  </a:lnTo>
                  <a:lnTo>
                    <a:pt x="3025455" y="1993635"/>
                  </a:lnTo>
                  <a:lnTo>
                    <a:pt x="3025791" y="1995196"/>
                  </a:lnTo>
                  <a:lnTo>
                    <a:pt x="3026128" y="1996504"/>
                  </a:lnTo>
                  <a:lnTo>
                    <a:pt x="3026464" y="1997276"/>
                  </a:lnTo>
                  <a:lnTo>
                    <a:pt x="3026800" y="1997815"/>
                  </a:lnTo>
                  <a:lnTo>
                    <a:pt x="3027137" y="1998015"/>
                  </a:lnTo>
                  <a:lnTo>
                    <a:pt x="3027473" y="1998059"/>
                  </a:lnTo>
                  <a:lnTo>
                    <a:pt x="3027810" y="1997864"/>
                  </a:lnTo>
                  <a:lnTo>
                    <a:pt x="3028146" y="1997742"/>
                  </a:lnTo>
                  <a:lnTo>
                    <a:pt x="3028483" y="1997099"/>
                  </a:lnTo>
                  <a:lnTo>
                    <a:pt x="3028819" y="1996257"/>
                  </a:lnTo>
                  <a:lnTo>
                    <a:pt x="3029156" y="1995325"/>
                  </a:lnTo>
                  <a:lnTo>
                    <a:pt x="3029492" y="1993876"/>
                  </a:lnTo>
                  <a:lnTo>
                    <a:pt x="3029829" y="1992388"/>
                  </a:lnTo>
                  <a:lnTo>
                    <a:pt x="3030165" y="1990849"/>
                  </a:lnTo>
                  <a:lnTo>
                    <a:pt x="3030502" y="1989943"/>
                  </a:lnTo>
                  <a:lnTo>
                    <a:pt x="3030838" y="1989002"/>
                  </a:lnTo>
                  <a:lnTo>
                    <a:pt x="3031174" y="1988658"/>
                  </a:lnTo>
                  <a:lnTo>
                    <a:pt x="3031511" y="1988339"/>
                  </a:lnTo>
                  <a:lnTo>
                    <a:pt x="3031847" y="1988082"/>
                  </a:lnTo>
                  <a:lnTo>
                    <a:pt x="3032184" y="1987899"/>
                  </a:lnTo>
                  <a:lnTo>
                    <a:pt x="3032520" y="1988003"/>
                  </a:lnTo>
                  <a:lnTo>
                    <a:pt x="3032857" y="1988251"/>
                  </a:lnTo>
                  <a:lnTo>
                    <a:pt x="3033193" y="1988951"/>
                  </a:lnTo>
                  <a:lnTo>
                    <a:pt x="3033530" y="1990570"/>
                  </a:lnTo>
                  <a:lnTo>
                    <a:pt x="3033866" y="1992527"/>
                  </a:lnTo>
                  <a:lnTo>
                    <a:pt x="3034203" y="1994903"/>
                  </a:lnTo>
                  <a:lnTo>
                    <a:pt x="3034539" y="1998582"/>
                  </a:lnTo>
                  <a:lnTo>
                    <a:pt x="3034876" y="2002871"/>
                  </a:lnTo>
                  <a:lnTo>
                    <a:pt x="3035212" y="2007443"/>
                  </a:lnTo>
                  <a:lnTo>
                    <a:pt x="3035548" y="2011889"/>
                  </a:lnTo>
                  <a:lnTo>
                    <a:pt x="3035885" y="2016592"/>
                  </a:lnTo>
                  <a:lnTo>
                    <a:pt x="3036221" y="2021580"/>
                  </a:lnTo>
                  <a:lnTo>
                    <a:pt x="3036558" y="2026826"/>
                  </a:lnTo>
                  <a:lnTo>
                    <a:pt x="3036894" y="2032476"/>
                  </a:lnTo>
                  <a:lnTo>
                    <a:pt x="3037231" y="2038241"/>
                  </a:lnTo>
                  <a:lnTo>
                    <a:pt x="3037567" y="2043917"/>
                  </a:lnTo>
                  <a:lnTo>
                    <a:pt x="3037904" y="2049140"/>
                  </a:lnTo>
                  <a:lnTo>
                    <a:pt x="3038240" y="2054357"/>
                  </a:lnTo>
                  <a:lnTo>
                    <a:pt x="3038577" y="2059281"/>
                  </a:lnTo>
                  <a:lnTo>
                    <a:pt x="3038913" y="2063490"/>
                  </a:lnTo>
                  <a:lnTo>
                    <a:pt x="3039250" y="2067407"/>
                  </a:lnTo>
                  <a:lnTo>
                    <a:pt x="3039586" y="2070932"/>
                  </a:lnTo>
                  <a:lnTo>
                    <a:pt x="3039922" y="2074225"/>
                  </a:lnTo>
                  <a:lnTo>
                    <a:pt x="3040259" y="2077350"/>
                  </a:lnTo>
                  <a:lnTo>
                    <a:pt x="3040595" y="2080223"/>
                  </a:lnTo>
                  <a:lnTo>
                    <a:pt x="3040932" y="2082846"/>
                  </a:lnTo>
                  <a:lnTo>
                    <a:pt x="3041268" y="2085119"/>
                  </a:lnTo>
                  <a:lnTo>
                    <a:pt x="3041605" y="2087169"/>
                  </a:lnTo>
                  <a:lnTo>
                    <a:pt x="3041941" y="2088753"/>
                  </a:lnTo>
                  <a:lnTo>
                    <a:pt x="3042278" y="2090380"/>
                  </a:lnTo>
                  <a:lnTo>
                    <a:pt x="3042614" y="2091799"/>
                  </a:lnTo>
                  <a:lnTo>
                    <a:pt x="3042951" y="2092826"/>
                  </a:lnTo>
                  <a:lnTo>
                    <a:pt x="3043287" y="2093596"/>
                  </a:lnTo>
                  <a:lnTo>
                    <a:pt x="3043624" y="2094777"/>
                  </a:lnTo>
                  <a:lnTo>
                    <a:pt x="3043960" y="2096270"/>
                  </a:lnTo>
                  <a:lnTo>
                    <a:pt x="3044296" y="2097968"/>
                  </a:lnTo>
                  <a:lnTo>
                    <a:pt x="3044633" y="2100279"/>
                  </a:lnTo>
                  <a:lnTo>
                    <a:pt x="3044969" y="2102369"/>
                  </a:lnTo>
                  <a:lnTo>
                    <a:pt x="3045306" y="2104420"/>
                  </a:lnTo>
                  <a:lnTo>
                    <a:pt x="3045642" y="2106371"/>
                  </a:lnTo>
                  <a:lnTo>
                    <a:pt x="3045979" y="2107933"/>
                  </a:lnTo>
                  <a:lnTo>
                    <a:pt x="3046315" y="2109198"/>
                  </a:lnTo>
                  <a:lnTo>
                    <a:pt x="3046652" y="2110554"/>
                  </a:lnTo>
                  <a:lnTo>
                    <a:pt x="3046988" y="2111684"/>
                  </a:lnTo>
                  <a:lnTo>
                    <a:pt x="3047325" y="2113092"/>
                  </a:lnTo>
                  <a:lnTo>
                    <a:pt x="3047661" y="2114662"/>
                  </a:lnTo>
                  <a:lnTo>
                    <a:pt x="3047998" y="2115908"/>
                  </a:lnTo>
                  <a:lnTo>
                    <a:pt x="3048334" y="2116280"/>
                  </a:lnTo>
                  <a:lnTo>
                    <a:pt x="3048670" y="2115913"/>
                  </a:lnTo>
                  <a:lnTo>
                    <a:pt x="3049007" y="2115094"/>
                  </a:lnTo>
                  <a:lnTo>
                    <a:pt x="3049343" y="2113986"/>
                  </a:lnTo>
                  <a:lnTo>
                    <a:pt x="3049680" y="2112729"/>
                  </a:lnTo>
                  <a:lnTo>
                    <a:pt x="3050016" y="2111801"/>
                  </a:lnTo>
                  <a:lnTo>
                    <a:pt x="3050353" y="2110567"/>
                  </a:lnTo>
                  <a:lnTo>
                    <a:pt x="3050689" y="2109031"/>
                  </a:lnTo>
                  <a:lnTo>
                    <a:pt x="3051026" y="2107401"/>
                  </a:lnTo>
                  <a:lnTo>
                    <a:pt x="3051362" y="2106167"/>
                  </a:lnTo>
                  <a:lnTo>
                    <a:pt x="3051699" y="2104600"/>
                  </a:lnTo>
                  <a:lnTo>
                    <a:pt x="3052035" y="2103089"/>
                  </a:lnTo>
                  <a:lnTo>
                    <a:pt x="3052372" y="2100981"/>
                  </a:lnTo>
                  <a:lnTo>
                    <a:pt x="3052708" y="2098777"/>
                  </a:lnTo>
                  <a:lnTo>
                    <a:pt x="3053044" y="2096993"/>
                  </a:lnTo>
                  <a:lnTo>
                    <a:pt x="3053381" y="2095636"/>
                  </a:lnTo>
                  <a:lnTo>
                    <a:pt x="3053717" y="2094611"/>
                  </a:lnTo>
                  <a:lnTo>
                    <a:pt x="3054054" y="2093921"/>
                  </a:lnTo>
                  <a:lnTo>
                    <a:pt x="3054390" y="2093097"/>
                  </a:lnTo>
                  <a:lnTo>
                    <a:pt x="3054727" y="2092414"/>
                  </a:lnTo>
                  <a:lnTo>
                    <a:pt x="3055063" y="2091612"/>
                  </a:lnTo>
                  <a:lnTo>
                    <a:pt x="3055400" y="2091028"/>
                  </a:lnTo>
                  <a:lnTo>
                    <a:pt x="3055736" y="2090665"/>
                  </a:lnTo>
                  <a:lnTo>
                    <a:pt x="3056073" y="2090493"/>
                  </a:lnTo>
                  <a:lnTo>
                    <a:pt x="3056409" y="2090530"/>
                  </a:lnTo>
                  <a:lnTo>
                    <a:pt x="3056745" y="2090541"/>
                  </a:lnTo>
                  <a:lnTo>
                    <a:pt x="3057082" y="2090519"/>
                  </a:lnTo>
                  <a:lnTo>
                    <a:pt x="3057418" y="2090278"/>
                  </a:lnTo>
                  <a:lnTo>
                    <a:pt x="3057755" y="2089928"/>
                  </a:lnTo>
                  <a:lnTo>
                    <a:pt x="3058091" y="2089551"/>
                  </a:lnTo>
                  <a:lnTo>
                    <a:pt x="3058428" y="2089480"/>
                  </a:lnTo>
                  <a:lnTo>
                    <a:pt x="3058764" y="2089491"/>
                  </a:lnTo>
                  <a:lnTo>
                    <a:pt x="3059101" y="2089563"/>
                  </a:lnTo>
                  <a:lnTo>
                    <a:pt x="3059437" y="2090450"/>
                  </a:lnTo>
                  <a:lnTo>
                    <a:pt x="3059774" y="2091310"/>
                  </a:lnTo>
                  <a:lnTo>
                    <a:pt x="3060110" y="2092480"/>
                  </a:lnTo>
                  <a:lnTo>
                    <a:pt x="3060447" y="2093591"/>
                  </a:lnTo>
                  <a:lnTo>
                    <a:pt x="3060783" y="2094338"/>
                  </a:lnTo>
                  <a:lnTo>
                    <a:pt x="3061119" y="2095039"/>
                  </a:lnTo>
                  <a:lnTo>
                    <a:pt x="3061456" y="2095542"/>
                  </a:lnTo>
                  <a:lnTo>
                    <a:pt x="3061792" y="2096699"/>
                  </a:lnTo>
                  <a:lnTo>
                    <a:pt x="3062129" y="2098013"/>
                  </a:lnTo>
                  <a:lnTo>
                    <a:pt x="3062465" y="2100065"/>
                  </a:lnTo>
                  <a:lnTo>
                    <a:pt x="3062802" y="2102446"/>
                  </a:lnTo>
                  <a:lnTo>
                    <a:pt x="3063138" y="2105372"/>
                  </a:lnTo>
                  <a:lnTo>
                    <a:pt x="3063475" y="2108036"/>
                  </a:lnTo>
                  <a:lnTo>
                    <a:pt x="3063811" y="2110844"/>
                  </a:lnTo>
                  <a:lnTo>
                    <a:pt x="3064148" y="2113636"/>
                  </a:lnTo>
                  <a:lnTo>
                    <a:pt x="3064484" y="2116198"/>
                  </a:lnTo>
                  <a:lnTo>
                    <a:pt x="3064821" y="2118675"/>
                  </a:lnTo>
                  <a:lnTo>
                    <a:pt x="3065157" y="2121043"/>
                  </a:lnTo>
                  <a:lnTo>
                    <a:pt x="3065493" y="2123373"/>
                  </a:lnTo>
                  <a:lnTo>
                    <a:pt x="3065830" y="2125757"/>
                  </a:lnTo>
                  <a:lnTo>
                    <a:pt x="3066166" y="2128224"/>
                  </a:lnTo>
                  <a:lnTo>
                    <a:pt x="3066503" y="2130783"/>
                  </a:lnTo>
                  <a:lnTo>
                    <a:pt x="3066839" y="2132874"/>
                  </a:lnTo>
                  <a:lnTo>
                    <a:pt x="3067176" y="2134693"/>
                  </a:lnTo>
                  <a:lnTo>
                    <a:pt x="3067512" y="2135798"/>
                  </a:lnTo>
                  <a:lnTo>
                    <a:pt x="3067849" y="2136279"/>
                  </a:lnTo>
                  <a:lnTo>
                    <a:pt x="3068185" y="2136116"/>
                  </a:lnTo>
                  <a:lnTo>
                    <a:pt x="3068522" y="2135644"/>
                  </a:lnTo>
                  <a:lnTo>
                    <a:pt x="3068858" y="2135428"/>
                  </a:lnTo>
                  <a:lnTo>
                    <a:pt x="3069195" y="2135471"/>
                  </a:lnTo>
                  <a:lnTo>
                    <a:pt x="3069531" y="2135511"/>
                  </a:lnTo>
                  <a:lnTo>
                    <a:pt x="3069867" y="2135144"/>
                  </a:lnTo>
                  <a:lnTo>
                    <a:pt x="3070204" y="2135052"/>
                  </a:lnTo>
                  <a:lnTo>
                    <a:pt x="3070540" y="2135052"/>
                  </a:lnTo>
                  <a:lnTo>
                    <a:pt x="3070877" y="2134968"/>
                  </a:lnTo>
                  <a:lnTo>
                    <a:pt x="3071213" y="2134715"/>
                  </a:lnTo>
                  <a:lnTo>
                    <a:pt x="3071550" y="2134325"/>
                  </a:lnTo>
                  <a:lnTo>
                    <a:pt x="3071886" y="2134172"/>
                  </a:lnTo>
                  <a:lnTo>
                    <a:pt x="3072223" y="2134631"/>
                  </a:lnTo>
                  <a:lnTo>
                    <a:pt x="3072559" y="2135412"/>
                  </a:lnTo>
                  <a:lnTo>
                    <a:pt x="3072896" y="2136139"/>
                  </a:lnTo>
                  <a:lnTo>
                    <a:pt x="3073232" y="2136973"/>
                  </a:lnTo>
                  <a:lnTo>
                    <a:pt x="3073569" y="2137623"/>
                  </a:lnTo>
                  <a:lnTo>
                    <a:pt x="3073905" y="2138113"/>
                  </a:lnTo>
                  <a:lnTo>
                    <a:pt x="3074241" y="2138220"/>
                  </a:lnTo>
                  <a:lnTo>
                    <a:pt x="3074578" y="2138136"/>
                  </a:lnTo>
                  <a:lnTo>
                    <a:pt x="3074914" y="2137891"/>
                  </a:lnTo>
                  <a:lnTo>
                    <a:pt x="3075251" y="2137547"/>
                  </a:lnTo>
                  <a:lnTo>
                    <a:pt x="3075587" y="2137149"/>
                  </a:lnTo>
                  <a:lnTo>
                    <a:pt x="3075924" y="2136437"/>
                  </a:lnTo>
                  <a:lnTo>
                    <a:pt x="3076260" y="2136054"/>
                  </a:lnTo>
                  <a:lnTo>
                    <a:pt x="3076597" y="2135649"/>
                  </a:lnTo>
                  <a:lnTo>
                    <a:pt x="3076933" y="2135159"/>
                  </a:lnTo>
                  <a:lnTo>
                    <a:pt x="3077270" y="2135011"/>
                  </a:lnTo>
                  <a:lnTo>
                    <a:pt x="3077606" y="2134766"/>
                  </a:lnTo>
                  <a:lnTo>
                    <a:pt x="3077943" y="2134155"/>
                  </a:lnTo>
                  <a:lnTo>
                    <a:pt x="3078279" y="2133626"/>
                  </a:lnTo>
                  <a:lnTo>
                    <a:pt x="3078615" y="2132971"/>
                  </a:lnTo>
                  <a:lnTo>
                    <a:pt x="3078952" y="2132586"/>
                  </a:lnTo>
                  <a:lnTo>
                    <a:pt x="3079288" y="2132581"/>
                  </a:lnTo>
                  <a:lnTo>
                    <a:pt x="3079625" y="2132944"/>
                  </a:lnTo>
                  <a:lnTo>
                    <a:pt x="3079961" y="2133558"/>
                  </a:lnTo>
                  <a:lnTo>
                    <a:pt x="3080298" y="2134468"/>
                  </a:lnTo>
                  <a:lnTo>
                    <a:pt x="3080634" y="2135953"/>
                  </a:lnTo>
                  <a:lnTo>
                    <a:pt x="3080971" y="2138052"/>
                  </a:lnTo>
                  <a:lnTo>
                    <a:pt x="3081307" y="2139943"/>
                  </a:lnTo>
                  <a:lnTo>
                    <a:pt x="3081644" y="2141940"/>
                  </a:lnTo>
                  <a:lnTo>
                    <a:pt x="3081980" y="2143908"/>
                  </a:lnTo>
                  <a:lnTo>
                    <a:pt x="3082317" y="2145975"/>
                  </a:lnTo>
                  <a:lnTo>
                    <a:pt x="3082653" y="2147957"/>
                  </a:lnTo>
                  <a:lnTo>
                    <a:pt x="3082989" y="2150659"/>
                  </a:lnTo>
                  <a:lnTo>
                    <a:pt x="3083326" y="2153613"/>
                  </a:lnTo>
                  <a:lnTo>
                    <a:pt x="3083662" y="2156935"/>
                  </a:lnTo>
                  <a:lnTo>
                    <a:pt x="3083999" y="2160111"/>
                  </a:lnTo>
                  <a:lnTo>
                    <a:pt x="3084335" y="2162943"/>
                  </a:lnTo>
                  <a:lnTo>
                    <a:pt x="3084672" y="2165499"/>
                  </a:lnTo>
                  <a:lnTo>
                    <a:pt x="3085008" y="2167902"/>
                  </a:lnTo>
                  <a:lnTo>
                    <a:pt x="3085345" y="2169900"/>
                  </a:lnTo>
                  <a:lnTo>
                    <a:pt x="3085681" y="2171331"/>
                  </a:lnTo>
                  <a:lnTo>
                    <a:pt x="3086018" y="2172402"/>
                  </a:lnTo>
                  <a:lnTo>
                    <a:pt x="3086354" y="2173344"/>
                  </a:lnTo>
                  <a:lnTo>
                    <a:pt x="3086691" y="2174109"/>
                  </a:lnTo>
                  <a:lnTo>
                    <a:pt x="3087027" y="2174989"/>
                  </a:lnTo>
                  <a:lnTo>
                    <a:pt x="3087363" y="2175686"/>
                  </a:lnTo>
                  <a:lnTo>
                    <a:pt x="3087700" y="2176298"/>
                  </a:lnTo>
                  <a:lnTo>
                    <a:pt x="3088036" y="2176803"/>
                  </a:lnTo>
                  <a:lnTo>
                    <a:pt x="3088373" y="2177285"/>
                  </a:lnTo>
                  <a:lnTo>
                    <a:pt x="3088709" y="2177421"/>
                  </a:lnTo>
                  <a:lnTo>
                    <a:pt x="3089046" y="2177355"/>
                  </a:lnTo>
                  <a:lnTo>
                    <a:pt x="3089382" y="2176970"/>
                  </a:lnTo>
                  <a:lnTo>
                    <a:pt x="3089719" y="2176256"/>
                  </a:lnTo>
                  <a:lnTo>
                    <a:pt x="3090055" y="2175483"/>
                  </a:lnTo>
                  <a:lnTo>
                    <a:pt x="3090392" y="2174715"/>
                  </a:lnTo>
                  <a:lnTo>
                    <a:pt x="3090728" y="2173976"/>
                  </a:lnTo>
                  <a:lnTo>
                    <a:pt x="3091064" y="2173330"/>
                  </a:lnTo>
                  <a:lnTo>
                    <a:pt x="3091401" y="2172836"/>
                  </a:lnTo>
                  <a:lnTo>
                    <a:pt x="3091737" y="2172663"/>
                  </a:lnTo>
                  <a:lnTo>
                    <a:pt x="3092074" y="2172659"/>
                  </a:lnTo>
                  <a:lnTo>
                    <a:pt x="3092410" y="2172625"/>
                  </a:lnTo>
                  <a:lnTo>
                    <a:pt x="3092747" y="2172514"/>
                  </a:lnTo>
                  <a:lnTo>
                    <a:pt x="3093083" y="2172540"/>
                  </a:lnTo>
                  <a:lnTo>
                    <a:pt x="3093420" y="2172522"/>
                  </a:lnTo>
                  <a:lnTo>
                    <a:pt x="3093756" y="2173233"/>
                  </a:lnTo>
                  <a:lnTo>
                    <a:pt x="3094093" y="2174371"/>
                  </a:lnTo>
                  <a:lnTo>
                    <a:pt x="3094429" y="2175887"/>
                  </a:lnTo>
                  <a:lnTo>
                    <a:pt x="3094766" y="2177561"/>
                  </a:lnTo>
                  <a:lnTo>
                    <a:pt x="3095102" y="2179383"/>
                  </a:lnTo>
                  <a:lnTo>
                    <a:pt x="3095438" y="2181498"/>
                  </a:lnTo>
                  <a:lnTo>
                    <a:pt x="3095775" y="2184425"/>
                  </a:lnTo>
                  <a:lnTo>
                    <a:pt x="3096111" y="2187846"/>
                  </a:lnTo>
                  <a:lnTo>
                    <a:pt x="3096448" y="2191397"/>
                  </a:lnTo>
                  <a:lnTo>
                    <a:pt x="3096784" y="2194757"/>
                  </a:lnTo>
                  <a:lnTo>
                    <a:pt x="3097121" y="2198079"/>
                  </a:lnTo>
                  <a:lnTo>
                    <a:pt x="3097457" y="2201194"/>
                  </a:lnTo>
                  <a:lnTo>
                    <a:pt x="3097794" y="2204255"/>
                  </a:lnTo>
                  <a:lnTo>
                    <a:pt x="3098130" y="2207079"/>
                  </a:lnTo>
                  <a:lnTo>
                    <a:pt x="3098467" y="2209478"/>
                  </a:lnTo>
                  <a:lnTo>
                    <a:pt x="3098803" y="2211365"/>
                  </a:lnTo>
                  <a:lnTo>
                    <a:pt x="3099140" y="2212510"/>
                  </a:lnTo>
                  <a:lnTo>
                    <a:pt x="3099476" y="2213227"/>
                  </a:lnTo>
                  <a:lnTo>
                    <a:pt x="3099812" y="2213862"/>
                  </a:lnTo>
                  <a:lnTo>
                    <a:pt x="3100149" y="2214561"/>
                  </a:lnTo>
                  <a:lnTo>
                    <a:pt x="3100485" y="2214885"/>
                  </a:lnTo>
                  <a:lnTo>
                    <a:pt x="3100822" y="2214446"/>
                  </a:lnTo>
                  <a:lnTo>
                    <a:pt x="3101158" y="2213614"/>
                  </a:lnTo>
                  <a:lnTo>
                    <a:pt x="3101495" y="2212324"/>
                  </a:lnTo>
                  <a:lnTo>
                    <a:pt x="3101831" y="2210929"/>
                  </a:lnTo>
                  <a:lnTo>
                    <a:pt x="3102168" y="2209299"/>
                  </a:lnTo>
                  <a:lnTo>
                    <a:pt x="3102504" y="2207462"/>
                  </a:lnTo>
                  <a:lnTo>
                    <a:pt x="3102841" y="2205431"/>
                  </a:lnTo>
                  <a:lnTo>
                    <a:pt x="3103177" y="2203354"/>
                  </a:lnTo>
                  <a:lnTo>
                    <a:pt x="3103514" y="2200764"/>
                  </a:lnTo>
                  <a:lnTo>
                    <a:pt x="3103850" y="2198144"/>
                  </a:lnTo>
                  <a:lnTo>
                    <a:pt x="3104186" y="2195870"/>
                  </a:lnTo>
                  <a:lnTo>
                    <a:pt x="3104523" y="2194049"/>
                  </a:lnTo>
                  <a:lnTo>
                    <a:pt x="3104859" y="2192136"/>
                  </a:lnTo>
                  <a:lnTo>
                    <a:pt x="3105196" y="2190207"/>
                  </a:lnTo>
                  <a:lnTo>
                    <a:pt x="3105532" y="2188600"/>
                  </a:lnTo>
                  <a:lnTo>
                    <a:pt x="3105869" y="2187699"/>
                  </a:lnTo>
                  <a:lnTo>
                    <a:pt x="3106205" y="2186925"/>
                  </a:lnTo>
                  <a:lnTo>
                    <a:pt x="3106542" y="2186512"/>
                  </a:lnTo>
                  <a:lnTo>
                    <a:pt x="3106878" y="2186367"/>
                  </a:lnTo>
                  <a:lnTo>
                    <a:pt x="3107215" y="2186247"/>
                  </a:lnTo>
                  <a:lnTo>
                    <a:pt x="3107551" y="2186421"/>
                  </a:lnTo>
                  <a:lnTo>
                    <a:pt x="3107888" y="2187081"/>
                  </a:lnTo>
                  <a:lnTo>
                    <a:pt x="3108224" y="2188077"/>
                  </a:lnTo>
                  <a:lnTo>
                    <a:pt x="3108560" y="2189373"/>
                  </a:lnTo>
                  <a:lnTo>
                    <a:pt x="3108897" y="2190883"/>
                  </a:lnTo>
                  <a:lnTo>
                    <a:pt x="3109233" y="2192730"/>
                  </a:lnTo>
                  <a:lnTo>
                    <a:pt x="3109570" y="2194702"/>
                  </a:lnTo>
                  <a:lnTo>
                    <a:pt x="3109906" y="2196951"/>
                  </a:lnTo>
                  <a:lnTo>
                    <a:pt x="3110243" y="2199271"/>
                  </a:lnTo>
                  <a:lnTo>
                    <a:pt x="3110579" y="2201607"/>
                  </a:lnTo>
                  <a:lnTo>
                    <a:pt x="3110916" y="2203844"/>
                  </a:lnTo>
                  <a:lnTo>
                    <a:pt x="3111252" y="2206012"/>
                  </a:lnTo>
                  <a:lnTo>
                    <a:pt x="3111589" y="2208011"/>
                  </a:lnTo>
                  <a:lnTo>
                    <a:pt x="3111925" y="2209656"/>
                  </a:lnTo>
                  <a:lnTo>
                    <a:pt x="3112262" y="2211340"/>
                  </a:lnTo>
                  <a:lnTo>
                    <a:pt x="3112598" y="2213108"/>
                  </a:lnTo>
                  <a:lnTo>
                    <a:pt x="3112934" y="2214692"/>
                  </a:lnTo>
                  <a:lnTo>
                    <a:pt x="3113271" y="2216475"/>
                  </a:lnTo>
                  <a:lnTo>
                    <a:pt x="3113607" y="2218547"/>
                  </a:lnTo>
                  <a:lnTo>
                    <a:pt x="3113944" y="2220696"/>
                  </a:lnTo>
                  <a:lnTo>
                    <a:pt x="3114280" y="2223225"/>
                  </a:lnTo>
                  <a:lnTo>
                    <a:pt x="3114617" y="2225789"/>
                  </a:lnTo>
                  <a:lnTo>
                    <a:pt x="3114953" y="2228665"/>
                  </a:lnTo>
                  <a:lnTo>
                    <a:pt x="3115290" y="2231874"/>
                  </a:lnTo>
                  <a:lnTo>
                    <a:pt x="3115626" y="2235604"/>
                  </a:lnTo>
                  <a:lnTo>
                    <a:pt x="3115963" y="2239943"/>
                  </a:lnTo>
                  <a:lnTo>
                    <a:pt x="3116299" y="2244398"/>
                  </a:lnTo>
                  <a:lnTo>
                    <a:pt x="3116636" y="2248950"/>
                  </a:lnTo>
                  <a:lnTo>
                    <a:pt x="3116972" y="2253520"/>
                  </a:lnTo>
                  <a:lnTo>
                    <a:pt x="3117308" y="2257303"/>
                  </a:lnTo>
                  <a:lnTo>
                    <a:pt x="3117645" y="2260872"/>
                  </a:lnTo>
                  <a:lnTo>
                    <a:pt x="3117981" y="2264573"/>
                  </a:lnTo>
                  <a:lnTo>
                    <a:pt x="3118318" y="2268101"/>
                  </a:lnTo>
                  <a:lnTo>
                    <a:pt x="3118654" y="2271180"/>
                  </a:lnTo>
                  <a:lnTo>
                    <a:pt x="3118991" y="2274056"/>
                  </a:lnTo>
                  <a:lnTo>
                    <a:pt x="3119327" y="2276348"/>
                  </a:lnTo>
                  <a:lnTo>
                    <a:pt x="3119664" y="2278785"/>
                  </a:lnTo>
                  <a:lnTo>
                    <a:pt x="3120000" y="2280751"/>
                  </a:lnTo>
                  <a:lnTo>
                    <a:pt x="3120337" y="2282221"/>
                  </a:lnTo>
                  <a:lnTo>
                    <a:pt x="3120673" y="2283120"/>
                  </a:lnTo>
                  <a:lnTo>
                    <a:pt x="3121009" y="2283585"/>
                  </a:lnTo>
                  <a:lnTo>
                    <a:pt x="3121346" y="2283854"/>
                  </a:lnTo>
                  <a:lnTo>
                    <a:pt x="3121682" y="2284212"/>
                  </a:lnTo>
                  <a:lnTo>
                    <a:pt x="3122019" y="2284813"/>
                  </a:lnTo>
                  <a:lnTo>
                    <a:pt x="3122355" y="2285974"/>
                  </a:lnTo>
                  <a:lnTo>
                    <a:pt x="3122692" y="2287402"/>
                  </a:lnTo>
                  <a:lnTo>
                    <a:pt x="3123028" y="2288600"/>
                  </a:lnTo>
                  <a:lnTo>
                    <a:pt x="3123365" y="2289594"/>
                  </a:lnTo>
                  <a:lnTo>
                    <a:pt x="3123701" y="2290172"/>
                  </a:lnTo>
                  <a:lnTo>
                    <a:pt x="3124038" y="2290825"/>
                  </a:lnTo>
                  <a:lnTo>
                    <a:pt x="3124374" y="2291419"/>
                  </a:lnTo>
                  <a:lnTo>
                    <a:pt x="3124711" y="2291978"/>
                  </a:lnTo>
                  <a:lnTo>
                    <a:pt x="3125047" y="2292519"/>
                  </a:lnTo>
                  <a:lnTo>
                    <a:pt x="3125383" y="2293045"/>
                  </a:lnTo>
                  <a:lnTo>
                    <a:pt x="3125720" y="2293576"/>
                  </a:lnTo>
                  <a:lnTo>
                    <a:pt x="3126056" y="2294102"/>
                  </a:lnTo>
                  <a:lnTo>
                    <a:pt x="3126393" y="2294321"/>
                  </a:lnTo>
                  <a:lnTo>
                    <a:pt x="3126729" y="2294283"/>
                  </a:lnTo>
                  <a:lnTo>
                    <a:pt x="3127066" y="2293878"/>
                  </a:lnTo>
                  <a:lnTo>
                    <a:pt x="3127402" y="2293136"/>
                  </a:lnTo>
                  <a:lnTo>
                    <a:pt x="3127739" y="2292169"/>
                  </a:lnTo>
                  <a:lnTo>
                    <a:pt x="3128075" y="2291404"/>
                  </a:lnTo>
                  <a:lnTo>
                    <a:pt x="3128412" y="2290516"/>
                  </a:lnTo>
                  <a:lnTo>
                    <a:pt x="3128748" y="2289682"/>
                  </a:lnTo>
                  <a:lnTo>
                    <a:pt x="3129085" y="2288526"/>
                  </a:lnTo>
                  <a:lnTo>
                    <a:pt x="3129421" y="2287508"/>
                  </a:lnTo>
                  <a:lnTo>
                    <a:pt x="3129757" y="2286452"/>
                  </a:lnTo>
                  <a:lnTo>
                    <a:pt x="3130094" y="2285365"/>
                  </a:lnTo>
                  <a:lnTo>
                    <a:pt x="3130430" y="2284294"/>
                  </a:lnTo>
                  <a:lnTo>
                    <a:pt x="3130767" y="2283146"/>
                  </a:lnTo>
                  <a:lnTo>
                    <a:pt x="3131103" y="2282020"/>
                  </a:lnTo>
                  <a:lnTo>
                    <a:pt x="3131440" y="2281092"/>
                  </a:lnTo>
                  <a:lnTo>
                    <a:pt x="3131776" y="2280478"/>
                  </a:lnTo>
                  <a:lnTo>
                    <a:pt x="3132113" y="2280187"/>
                  </a:lnTo>
                  <a:lnTo>
                    <a:pt x="3132449" y="2279820"/>
                  </a:lnTo>
                  <a:lnTo>
                    <a:pt x="3132786" y="2279436"/>
                  </a:lnTo>
                  <a:lnTo>
                    <a:pt x="3133122" y="2278953"/>
                  </a:lnTo>
                  <a:lnTo>
                    <a:pt x="3133459" y="2278714"/>
                  </a:lnTo>
                  <a:lnTo>
                    <a:pt x="3133795" y="2278647"/>
                  </a:lnTo>
                  <a:lnTo>
                    <a:pt x="3134131" y="2278755"/>
                  </a:lnTo>
                  <a:lnTo>
                    <a:pt x="3134468" y="2279260"/>
                  </a:lnTo>
                  <a:lnTo>
                    <a:pt x="3134804" y="2280113"/>
                  </a:lnTo>
                  <a:lnTo>
                    <a:pt x="3135141" y="2281030"/>
                  </a:lnTo>
                  <a:lnTo>
                    <a:pt x="3135477" y="2282013"/>
                  </a:lnTo>
                  <a:lnTo>
                    <a:pt x="3135814" y="2283073"/>
                  </a:lnTo>
                  <a:lnTo>
                    <a:pt x="3136150" y="2284115"/>
                  </a:lnTo>
                  <a:lnTo>
                    <a:pt x="3136487" y="2285036"/>
                  </a:lnTo>
                  <a:lnTo>
                    <a:pt x="3136823" y="2285746"/>
                  </a:lnTo>
                  <a:lnTo>
                    <a:pt x="3137160" y="2286672"/>
                  </a:lnTo>
                  <a:lnTo>
                    <a:pt x="3137496" y="2287346"/>
                  </a:lnTo>
                  <a:lnTo>
                    <a:pt x="3137833" y="2287576"/>
                  </a:lnTo>
                  <a:lnTo>
                    <a:pt x="3138169" y="2287621"/>
                  </a:lnTo>
                  <a:lnTo>
                    <a:pt x="3138505" y="2287415"/>
                  </a:lnTo>
                  <a:lnTo>
                    <a:pt x="3138842" y="2287162"/>
                  </a:lnTo>
                  <a:lnTo>
                    <a:pt x="3139178" y="2286680"/>
                  </a:lnTo>
                  <a:lnTo>
                    <a:pt x="3139515" y="2285333"/>
                  </a:lnTo>
                  <a:lnTo>
                    <a:pt x="3139851" y="2283313"/>
                  </a:lnTo>
                  <a:lnTo>
                    <a:pt x="3140188" y="2281238"/>
                  </a:lnTo>
                  <a:lnTo>
                    <a:pt x="3140524" y="2279272"/>
                  </a:lnTo>
                  <a:lnTo>
                    <a:pt x="3140861" y="2277358"/>
                  </a:lnTo>
                  <a:lnTo>
                    <a:pt x="3141197" y="2275631"/>
                  </a:lnTo>
                  <a:lnTo>
                    <a:pt x="3141534" y="2273928"/>
                  </a:lnTo>
                  <a:lnTo>
                    <a:pt x="3141870" y="2272434"/>
                  </a:lnTo>
                  <a:lnTo>
                    <a:pt x="3142207" y="2271416"/>
                  </a:lnTo>
                  <a:lnTo>
                    <a:pt x="3142543" y="2270326"/>
                  </a:lnTo>
                  <a:lnTo>
                    <a:pt x="3142879" y="2270026"/>
                  </a:lnTo>
                  <a:lnTo>
                    <a:pt x="3143216" y="2270211"/>
                  </a:lnTo>
                  <a:lnTo>
                    <a:pt x="3143552" y="2270508"/>
                  </a:lnTo>
                  <a:lnTo>
                    <a:pt x="3143889" y="2270960"/>
                  </a:lnTo>
                  <a:lnTo>
                    <a:pt x="3144225" y="2271491"/>
                  </a:lnTo>
                  <a:lnTo>
                    <a:pt x="3144562" y="2271820"/>
                  </a:lnTo>
                  <a:lnTo>
                    <a:pt x="3144898" y="2272310"/>
                  </a:lnTo>
                  <a:lnTo>
                    <a:pt x="3145235" y="2273237"/>
                  </a:lnTo>
                  <a:lnTo>
                    <a:pt x="3145571" y="2274397"/>
                  </a:lnTo>
                  <a:lnTo>
                    <a:pt x="3145908" y="2275927"/>
                  </a:lnTo>
                  <a:lnTo>
                    <a:pt x="3146244" y="2277706"/>
                  </a:lnTo>
                  <a:lnTo>
                    <a:pt x="3146581" y="2279528"/>
                  </a:lnTo>
                  <a:lnTo>
                    <a:pt x="3146917" y="2281120"/>
                  </a:lnTo>
                  <a:lnTo>
                    <a:pt x="3147253" y="2283026"/>
                  </a:lnTo>
                  <a:lnTo>
                    <a:pt x="3147590" y="2284978"/>
                  </a:lnTo>
                  <a:lnTo>
                    <a:pt x="3147926" y="2286573"/>
                  </a:lnTo>
                  <a:lnTo>
                    <a:pt x="3148263" y="2287855"/>
                  </a:lnTo>
                  <a:lnTo>
                    <a:pt x="3148599" y="2288751"/>
                  </a:lnTo>
                  <a:lnTo>
                    <a:pt x="3148936" y="2289586"/>
                  </a:lnTo>
                  <a:lnTo>
                    <a:pt x="3149272" y="2290840"/>
                  </a:lnTo>
                  <a:lnTo>
                    <a:pt x="3149609" y="2292265"/>
                  </a:lnTo>
                  <a:lnTo>
                    <a:pt x="3149945" y="2293969"/>
                  </a:lnTo>
                  <a:lnTo>
                    <a:pt x="3150282" y="2294730"/>
                  </a:lnTo>
                  <a:lnTo>
                    <a:pt x="3150618" y="2294613"/>
                  </a:lnTo>
                  <a:lnTo>
                    <a:pt x="3150955" y="2293438"/>
                  </a:lnTo>
                  <a:lnTo>
                    <a:pt x="3151291" y="2291875"/>
                  </a:lnTo>
                  <a:lnTo>
                    <a:pt x="3151627" y="2290154"/>
                  </a:lnTo>
                  <a:lnTo>
                    <a:pt x="3151964" y="2288319"/>
                  </a:lnTo>
                  <a:lnTo>
                    <a:pt x="3152300" y="2286396"/>
                  </a:lnTo>
                  <a:lnTo>
                    <a:pt x="3152637" y="2284312"/>
                  </a:lnTo>
                  <a:lnTo>
                    <a:pt x="3152973" y="2282523"/>
                  </a:lnTo>
                  <a:lnTo>
                    <a:pt x="3153310" y="2280401"/>
                  </a:lnTo>
                  <a:lnTo>
                    <a:pt x="3153646" y="2278271"/>
                  </a:lnTo>
                  <a:lnTo>
                    <a:pt x="3153983" y="2275855"/>
                  </a:lnTo>
                  <a:lnTo>
                    <a:pt x="3154319" y="2273624"/>
                  </a:lnTo>
                  <a:lnTo>
                    <a:pt x="3154656" y="2271247"/>
                  </a:lnTo>
                  <a:lnTo>
                    <a:pt x="3154992" y="2268937"/>
                  </a:lnTo>
                  <a:lnTo>
                    <a:pt x="3155328" y="2266875"/>
                  </a:lnTo>
                  <a:lnTo>
                    <a:pt x="3155665" y="2264910"/>
                  </a:lnTo>
                  <a:lnTo>
                    <a:pt x="3156001" y="2263704"/>
                  </a:lnTo>
                  <a:lnTo>
                    <a:pt x="3156338" y="2262587"/>
                  </a:lnTo>
                  <a:lnTo>
                    <a:pt x="3156674" y="2261639"/>
                  </a:lnTo>
                  <a:lnTo>
                    <a:pt x="3157011" y="2260901"/>
                  </a:lnTo>
                  <a:lnTo>
                    <a:pt x="3157347" y="2260254"/>
                  </a:lnTo>
                  <a:lnTo>
                    <a:pt x="3157684" y="2260042"/>
                  </a:lnTo>
                  <a:lnTo>
                    <a:pt x="3158020" y="2259747"/>
                  </a:lnTo>
                  <a:lnTo>
                    <a:pt x="3158357" y="2259629"/>
                  </a:lnTo>
                  <a:lnTo>
                    <a:pt x="3158693" y="2259464"/>
                  </a:lnTo>
                  <a:lnTo>
                    <a:pt x="3159030" y="2259166"/>
                  </a:lnTo>
                  <a:lnTo>
                    <a:pt x="3159366" y="2258817"/>
                  </a:lnTo>
                  <a:lnTo>
                    <a:pt x="3159702" y="2258495"/>
                  </a:lnTo>
                  <a:lnTo>
                    <a:pt x="3160039" y="2258110"/>
                  </a:lnTo>
                  <a:lnTo>
                    <a:pt x="3160375" y="2257591"/>
                  </a:lnTo>
                  <a:lnTo>
                    <a:pt x="3160712" y="2257318"/>
                  </a:lnTo>
                  <a:lnTo>
                    <a:pt x="3161048" y="2256403"/>
                  </a:lnTo>
                  <a:lnTo>
                    <a:pt x="3161385" y="2255452"/>
                  </a:lnTo>
                  <a:lnTo>
                    <a:pt x="3161721" y="2254281"/>
                  </a:lnTo>
                  <a:lnTo>
                    <a:pt x="3162058" y="2252982"/>
                  </a:lnTo>
                  <a:lnTo>
                    <a:pt x="3162394" y="2251757"/>
                  </a:lnTo>
                  <a:lnTo>
                    <a:pt x="3162731" y="2249917"/>
                  </a:lnTo>
                  <a:lnTo>
                    <a:pt x="3163067" y="2247633"/>
                  </a:lnTo>
                  <a:lnTo>
                    <a:pt x="3163404" y="2245268"/>
                  </a:lnTo>
                  <a:lnTo>
                    <a:pt x="3163740" y="2243340"/>
                  </a:lnTo>
                  <a:lnTo>
                    <a:pt x="3164076" y="2241924"/>
                  </a:lnTo>
                  <a:lnTo>
                    <a:pt x="3164413" y="2241021"/>
                  </a:lnTo>
                  <a:lnTo>
                    <a:pt x="3164749" y="2240485"/>
                  </a:lnTo>
                  <a:lnTo>
                    <a:pt x="3165086" y="2239956"/>
                  </a:lnTo>
                  <a:lnTo>
                    <a:pt x="3165422" y="2239385"/>
                  </a:lnTo>
                  <a:lnTo>
                    <a:pt x="3165759" y="2238474"/>
                  </a:lnTo>
                  <a:lnTo>
                    <a:pt x="3166095" y="2238041"/>
                  </a:lnTo>
                  <a:lnTo>
                    <a:pt x="3166432" y="2237958"/>
                  </a:lnTo>
                  <a:lnTo>
                    <a:pt x="3166768" y="2238350"/>
                  </a:lnTo>
                  <a:lnTo>
                    <a:pt x="3167105" y="2238773"/>
                  </a:lnTo>
                  <a:lnTo>
                    <a:pt x="3167441" y="2239108"/>
                  </a:lnTo>
                  <a:lnTo>
                    <a:pt x="3167778" y="2239678"/>
                  </a:lnTo>
                  <a:lnTo>
                    <a:pt x="3168114" y="2240502"/>
                  </a:lnTo>
                  <a:lnTo>
                    <a:pt x="3168450" y="2241299"/>
                  </a:lnTo>
                  <a:lnTo>
                    <a:pt x="3168787" y="2242242"/>
                  </a:lnTo>
                  <a:lnTo>
                    <a:pt x="3169123" y="2243060"/>
                  </a:lnTo>
                  <a:lnTo>
                    <a:pt x="3169460" y="2243820"/>
                  </a:lnTo>
                  <a:lnTo>
                    <a:pt x="3169796" y="2244604"/>
                  </a:lnTo>
                  <a:lnTo>
                    <a:pt x="3170133" y="2245771"/>
                  </a:lnTo>
                  <a:lnTo>
                    <a:pt x="3170469" y="2246908"/>
                  </a:lnTo>
                  <a:lnTo>
                    <a:pt x="3170806" y="2248606"/>
                  </a:lnTo>
                  <a:lnTo>
                    <a:pt x="3171142" y="2250240"/>
                  </a:lnTo>
                  <a:lnTo>
                    <a:pt x="3171479" y="2251543"/>
                  </a:lnTo>
                  <a:lnTo>
                    <a:pt x="3171815" y="2252775"/>
                  </a:lnTo>
                  <a:lnTo>
                    <a:pt x="3172152" y="2254240"/>
                  </a:lnTo>
                  <a:lnTo>
                    <a:pt x="3172488" y="2255578"/>
                  </a:lnTo>
                  <a:lnTo>
                    <a:pt x="3172824" y="2256756"/>
                  </a:lnTo>
                  <a:lnTo>
                    <a:pt x="3173161" y="2257395"/>
                  </a:lnTo>
                  <a:lnTo>
                    <a:pt x="3173497" y="2257764"/>
                  </a:lnTo>
                  <a:lnTo>
                    <a:pt x="3173834" y="2258075"/>
                  </a:lnTo>
                  <a:lnTo>
                    <a:pt x="3174170" y="2258251"/>
                  </a:lnTo>
                  <a:lnTo>
                    <a:pt x="3174507" y="2258708"/>
                  </a:lnTo>
                  <a:lnTo>
                    <a:pt x="3174843" y="2259001"/>
                  </a:lnTo>
                  <a:lnTo>
                    <a:pt x="3175180" y="2258833"/>
                  </a:lnTo>
                  <a:lnTo>
                    <a:pt x="3175516" y="2258349"/>
                  </a:lnTo>
                  <a:lnTo>
                    <a:pt x="3175853" y="2257561"/>
                  </a:lnTo>
                  <a:lnTo>
                    <a:pt x="3176189" y="2256714"/>
                  </a:lnTo>
                  <a:lnTo>
                    <a:pt x="3176526" y="2255597"/>
                  </a:lnTo>
                  <a:lnTo>
                    <a:pt x="3176862" y="2254367"/>
                  </a:lnTo>
                  <a:lnTo>
                    <a:pt x="3177198" y="2252793"/>
                  </a:lnTo>
                  <a:lnTo>
                    <a:pt x="3177535" y="2251178"/>
                  </a:lnTo>
                  <a:lnTo>
                    <a:pt x="3177871" y="2249580"/>
                  </a:lnTo>
                  <a:lnTo>
                    <a:pt x="3178208" y="2248134"/>
                  </a:lnTo>
                  <a:lnTo>
                    <a:pt x="3178544" y="2246839"/>
                  </a:lnTo>
                  <a:lnTo>
                    <a:pt x="3178881" y="2245779"/>
                  </a:lnTo>
                  <a:lnTo>
                    <a:pt x="3179217" y="2244896"/>
                  </a:lnTo>
                  <a:lnTo>
                    <a:pt x="3179554" y="2243920"/>
                  </a:lnTo>
                  <a:lnTo>
                    <a:pt x="3179890" y="2242619"/>
                  </a:lnTo>
                  <a:lnTo>
                    <a:pt x="3180227" y="2241548"/>
                  </a:lnTo>
                  <a:lnTo>
                    <a:pt x="3180563" y="2240813"/>
                  </a:lnTo>
                  <a:lnTo>
                    <a:pt x="3180900" y="2240270"/>
                  </a:lnTo>
                  <a:lnTo>
                    <a:pt x="3181236" y="2239818"/>
                  </a:lnTo>
                  <a:lnTo>
                    <a:pt x="3181572" y="2239596"/>
                  </a:lnTo>
                  <a:lnTo>
                    <a:pt x="3181909" y="2239481"/>
                  </a:lnTo>
                  <a:lnTo>
                    <a:pt x="3182245" y="2239474"/>
                  </a:lnTo>
                  <a:lnTo>
                    <a:pt x="3182582" y="2239321"/>
                  </a:lnTo>
                  <a:lnTo>
                    <a:pt x="3182918" y="2239267"/>
                  </a:lnTo>
                  <a:lnTo>
                    <a:pt x="3183255" y="2239152"/>
                  </a:lnTo>
                  <a:lnTo>
                    <a:pt x="3183591" y="2238846"/>
                  </a:lnTo>
                  <a:lnTo>
                    <a:pt x="3183928" y="2238486"/>
                  </a:lnTo>
                  <a:lnTo>
                    <a:pt x="3184264" y="2238234"/>
                  </a:lnTo>
                  <a:lnTo>
                    <a:pt x="3184601" y="2238371"/>
                  </a:lnTo>
                  <a:lnTo>
                    <a:pt x="3184937" y="2238647"/>
                  </a:lnTo>
                  <a:lnTo>
                    <a:pt x="3185274" y="2238716"/>
                  </a:lnTo>
                  <a:lnTo>
                    <a:pt x="3185610" y="2238563"/>
                  </a:lnTo>
                  <a:lnTo>
                    <a:pt x="3185946" y="2238165"/>
                  </a:lnTo>
                  <a:lnTo>
                    <a:pt x="3186283" y="2237399"/>
                  </a:lnTo>
                  <a:lnTo>
                    <a:pt x="3186619" y="2236473"/>
                  </a:lnTo>
                  <a:lnTo>
                    <a:pt x="3186956" y="2235126"/>
                  </a:lnTo>
                  <a:lnTo>
                    <a:pt x="3187292" y="2233910"/>
                  </a:lnTo>
                  <a:lnTo>
                    <a:pt x="3187629" y="2232838"/>
                  </a:lnTo>
                  <a:lnTo>
                    <a:pt x="3187965" y="2231682"/>
                  </a:lnTo>
                  <a:lnTo>
                    <a:pt x="3188302" y="2230465"/>
                  </a:lnTo>
                  <a:lnTo>
                    <a:pt x="3188638" y="2229302"/>
                  </a:lnTo>
                  <a:lnTo>
                    <a:pt x="3188975" y="2228078"/>
                  </a:lnTo>
                  <a:lnTo>
                    <a:pt x="3189311" y="2226919"/>
                  </a:lnTo>
                  <a:lnTo>
                    <a:pt x="3189647" y="2225239"/>
                  </a:lnTo>
                  <a:lnTo>
                    <a:pt x="3189984" y="2223237"/>
                  </a:lnTo>
                  <a:lnTo>
                    <a:pt x="3190320" y="2221377"/>
                  </a:lnTo>
                  <a:lnTo>
                    <a:pt x="3190657" y="2219693"/>
                  </a:lnTo>
                  <a:lnTo>
                    <a:pt x="3190993" y="2218478"/>
                  </a:lnTo>
                  <a:lnTo>
                    <a:pt x="3191330" y="2217693"/>
                  </a:lnTo>
                  <a:lnTo>
                    <a:pt x="3191666" y="2217304"/>
                  </a:lnTo>
                  <a:lnTo>
                    <a:pt x="3192003" y="2217496"/>
                  </a:lnTo>
                  <a:lnTo>
                    <a:pt x="3192339" y="2217983"/>
                  </a:lnTo>
                  <a:lnTo>
                    <a:pt x="3192676" y="2218430"/>
                  </a:lnTo>
                  <a:lnTo>
                    <a:pt x="3193012" y="2218910"/>
                  </a:lnTo>
                  <a:lnTo>
                    <a:pt x="3193349" y="2219357"/>
                  </a:lnTo>
                  <a:lnTo>
                    <a:pt x="3193685" y="2219878"/>
                  </a:lnTo>
                  <a:lnTo>
                    <a:pt x="3194021" y="2220341"/>
                  </a:lnTo>
                  <a:lnTo>
                    <a:pt x="3194358" y="2221069"/>
                  </a:lnTo>
                  <a:lnTo>
                    <a:pt x="3194694" y="2221835"/>
                  </a:lnTo>
                  <a:lnTo>
                    <a:pt x="3195031" y="2222697"/>
                  </a:lnTo>
                  <a:lnTo>
                    <a:pt x="3195367" y="2223426"/>
                  </a:lnTo>
                  <a:lnTo>
                    <a:pt x="3195704" y="2224171"/>
                  </a:lnTo>
                  <a:lnTo>
                    <a:pt x="3196040" y="2224580"/>
                  </a:lnTo>
                  <a:lnTo>
                    <a:pt x="3196377" y="2224422"/>
                  </a:lnTo>
                  <a:lnTo>
                    <a:pt x="3196713" y="2223660"/>
                  </a:lnTo>
                  <a:lnTo>
                    <a:pt x="3197050" y="2222400"/>
                  </a:lnTo>
                  <a:lnTo>
                    <a:pt x="3197386" y="2220778"/>
                  </a:lnTo>
                  <a:lnTo>
                    <a:pt x="3197723" y="2219174"/>
                  </a:lnTo>
                  <a:lnTo>
                    <a:pt x="3198059" y="2217556"/>
                  </a:lnTo>
                  <a:lnTo>
                    <a:pt x="3198395" y="2215695"/>
                  </a:lnTo>
                  <a:lnTo>
                    <a:pt x="3198732" y="2213154"/>
                  </a:lnTo>
                  <a:lnTo>
                    <a:pt x="3199068" y="2210552"/>
                  </a:lnTo>
                  <a:lnTo>
                    <a:pt x="3199405" y="2207835"/>
                  </a:lnTo>
                  <a:lnTo>
                    <a:pt x="3199741" y="2205194"/>
                  </a:lnTo>
                  <a:lnTo>
                    <a:pt x="3200078" y="2202454"/>
                  </a:lnTo>
                  <a:lnTo>
                    <a:pt x="3200414" y="2199852"/>
                  </a:lnTo>
                  <a:lnTo>
                    <a:pt x="3200751" y="2197304"/>
                  </a:lnTo>
                  <a:lnTo>
                    <a:pt x="3201087" y="2194939"/>
                  </a:lnTo>
                  <a:lnTo>
                    <a:pt x="3201424" y="2193094"/>
                  </a:lnTo>
                  <a:lnTo>
                    <a:pt x="3201760" y="2191701"/>
                  </a:lnTo>
                  <a:lnTo>
                    <a:pt x="3202097" y="2190561"/>
                  </a:lnTo>
                  <a:lnTo>
                    <a:pt x="3202433" y="2189828"/>
                  </a:lnTo>
                  <a:lnTo>
                    <a:pt x="3202769" y="2189164"/>
                  </a:lnTo>
                  <a:lnTo>
                    <a:pt x="3203106" y="2188685"/>
                  </a:lnTo>
                  <a:lnTo>
                    <a:pt x="3203442" y="2188518"/>
                  </a:lnTo>
                  <a:lnTo>
                    <a:pt x="3203779" y="2188559"/>
                  </a:lnTo>
                  <a:lnTo>
                    <a:pt x="3204115" y="2188911"/>
                  </a:lnTo>
                  <a:lnTo>
                    <a:pt x="3204452" y="2189621"/>
                  </a:lnTo>
                  <a:lnTo>
                    <a:pt x="3204788" y="2190610"/>
                  </a:lnTo>
                  <a:lnTo>
                    <a:pt x="3205125" y="2191796"/>
                  </a:lnTo>
                  <a:lnTo>
                    <a:pt x="3205461" y="2192839"/>
                  </a:lnTo>
                  <a:lnTo>
                    <a:pt x="3205798" y="2193497"/>
                  </a:lnTo>
                  <a:lnTo>
                    <a:pt x="3206134" y="2193772"/>
                  </a:lnTo>
                  <a:lnTo>
                    <a:pt x="3206471" y="2194208"/>
                  </a:lnTo>
                  <a:lnTo>
                    <a:pt x="3206807" y="2194860"/>
                  </a:lnTo>
                  <a:lnTo>
                    <a:pt x="3207143" y="2195457"/>
                  </a:lnTo>
                  <a:lnTo>
                    <a:pt x="3207480" y="2195577"/>
                  </a:lnTo>
                  <a:lnTo>
                    <a:pt x="3207816" y="2195122"/>
                  </a:lnTo>
                  <a:lnTo>
                    <a:pt x="3208153" y="2193970"/>
                  </a:lnTo>
                  <a:lnTo>
                    <a:pt x="3208489" y="2192344"/>
                  </a:lnTo>
                  <a:lnTo>
                    <a:pt x="3208826" y="2190729"/>
                  </a:lnTo>
                  <a:lnTo>
                    <a:pt x="3209162" y="2188621"/>
                  </a:lnTo>
                  <a:lnTo>
                    <a:pt x="3209499" y="2186023"/>
                  </a:lnTo>
                  <a:lnTo>
                    <a:pt x="3209835" y="2183065"/>
                  </a:lnTo>
                  <a:lnTo>
                    <a:pt x="3210172" y="2179421"/>
                  </a:lnTo>
                  <a:lnTo>
                    <a:pt x="3210508" y="2175331"/>
                  </a:lnTo>
                  <a:lnTo>
                    <a:pt x="3210845" y="2170874"/>
                  </a:lnTo>
                  <a:lnTo>
                    <a:pt x="3211181" y="2166392"/>
                  </a:lnTo>
                  <a:lnTo>
                    <a:pt x="3211517" y="2162042"/>
                  </a:lnTo>
                  <a:lnTo>
                    <a:pt x="3211854" y="2157057"/>
                  </a:lnTo>
                  <a:lnTo>
                    <a:pt x="3212190" y="2152304"/>
                  </a:lnTo>
                  <a:lnTo>
                    <a:pt x="3212527" y="2147977"/>
                  </a:lnTo>
                  <a:lnTo>
                    <a:pt x="3212863" y="2144114"/>
                  </a:lnTo>
                  <a:lnTo>
                    <a:pt x="3213200" y="2140432"/>
                  </a:lnTo>
                  <a:lnTo>
                    <a:pt x="3213536" y="2135790"/>
                  </a:lnTo>
                  <a:lnTo>
                    <a:pt x="3213873" y="2131937"/>
                  </a:lnTo>
                  <a:lnTo>
                    <a:pt x="3214209" y="2127795"/>
                  </a:lnTo>
                  <a:lnTo>
                    <a:pt x="3214546" y="2124241"/>
                  </a:lnTo>
                  <a:lnTo>
                    <a:pt x="3214882" y="2120937"/>
                  </a:lnTo>
                  <a:lnTo>
                    <a:pt x="3215219" y="2118023"/>
                  </a:lnTo>
                  <a:lnTo>
                    <a:pt x="3215555" y="2115036"/>
                  </a:lnTo>
                  <a:lnTo>
                    <a:pt x="3215891" y="2112446"/>
                  </a:lnTo>
                  <a:lnTo>
                    <a:pt x="3216228" y="2110226"/>
                  </a:lnTo>
                  <a:lnTo>
                    <a:pt x="3216564" y="2107469"/>
                  </a:lnTo>
                  <a:lnTo>
                    <a:pt x="3216901" y="2104267"/>
                  </a:lnTo>
                  <a:lnTo>
                    <a:pt x="3217237" y="2100899"/>
                  </a:lnTo>
                  <a:lnTo>
                    <a:pt x="3217574" y="2097357"/>
                  </a:lnTo>
                  <a:lnTo>
                    <a:pt x="3217910" y="2093557"/>
                  </a:lnTo>
                  <a:lnTo>
                    <a:pt x="3218247" y="2089844"/>
                  </a:lnTo>
                  <a:lnTo>
                    <a:pt x="3218583" y="2086295"/>
                  </a:lnTo>
                  <a:lnTo>
                    <a:pt x="3218920" y="2082093"/>
                  </a:lnTo>
                  <a:lnTo>
                    <a:pt x="3219256" y="2077994"/>
                  </a:lnTo>
                  <a:lnTo>
                    <a:pt x="3219592" y="2073647"/>
                  </a:lnTo>
                  <a:lnTo>
                    <a:pt x="3219929" y="2069425"/>
                  </a:lnTo>
                  <a:lnTo>
                    <a:pt x="3220265" y="2065282"/>
                  </a:lnTo>
                  <a:lnTo>
                    <a:pt x="3220602" y="2061201"/>
                  </a:lnTo>
                  <a:lnTo>
                    <a:pt x="3220938" y="2057173"/>
                  </a:lnTo>
                  <a:lnTo>
                    <a:pt x="3221275" y="2053551"/>
                  </a:lnTo>
                  <a:lnTo>
                    <a:pt x="3221611" y="2049966"/>
                  </a:lnTo>
                  <a:lnTo>
                    <a:pt x="3221948" y="2046920"/>
                  </a:lnTo>
                  <a:lnTo>
                    <a:pt x="3222284" y="2044067"/>
                  </a:lnTo>
                  <a:lnTo>
                    <a:pt x="3222621" y="2041908"/>
                  </a:lnTo>
                  <a:lnTo>
                    <a:pt x="3222957" y="2040729"/>
                  </a:lnTo>
                  <a:lnTo>
                    <a:pt x="3223294" y="2039921"/>
                  </a:lnTo>
                  <a:lnTo>
                    <a:pt x="3223630" y="2039761"/>
                  </a:lnTo>
                  <a:lnTo>
                    <a:pt x="3223966" y="2039838"/>
                  </a:lnTo>
                  <a:lnTo>
                    <a:pt x="3224303" y="2039840"/>
                  </a:lnTo>
                  <a:lnTo>
                    <a:pt x="3224639" y="2040198"/>
                  </a:lnTo>
                  <a:lnTo>
                    <a:pt x="3224976" y="2040542"/>
                  </a:lnTo>
                  <a:lnTo>
                    <a:pt x="3225312" y="2040748"/>
                  </a:lnTo>
                  <a:lnTo>
                    <a:pt x="3225649" y="2040978"/>
                  </a:lnTo>
                  <a:lnTo>
                    <a:pt x="3225985" y="2041614"/>
                  </a:lnTo>
                  <a:lnTo>
                    <a:pt x="3226322" y="2042321"/>
                  </a:lnTo>
                  <a:lnTo>
                    <a:pt x="3226658" y="2042828"/>
                  </a:lnTo>
                  <a:lnTo>
                    <a:pt x="3226995" y="2043039"/>
                  </a:lnTo>
                  <a:lnTo>
                    <a:pt x="3227331" y="2043305"/>
                  </a:lnTo>
                  <a:lnTo>
                    <a:pt x="3227668" y="2043705"/>
                  </a:lnTo>
                  <a:lnTo>
                    <a:pt x="3228004" y="2044089"/>
                  </a:lnTo>
                  <a:lnTo>
                    <a:pt x="3228340" y="2044889"/>
                  </a:lnTo>
                  <a:lnTo>
                    <a:pt x="3228677" y="2045621"/>
                  </a:lnTo>
                  <a:lnTo>
                    <a:pt x="3229013" y="2046646"/>
                  </a:lnTo>
                  <a:lnTo>
                    <a:pt x="3229350" y="2047917"/>
                  </a:lnTo>
                  <a:lnTo>
                    <a:pt x="3229686" y="2049042"/>
                  </a:lnTo>
                  <a:lnTo>
                    <a:pt x="3230023" y="2050343"/>
                  </a:lnTo>
                  <a:lnTo>
                    <a:pt x="3230359" y="2051828"/>
                  </a:lnTo>
                  <a:lnTo>
                    <a:pt x="3230696" y="2052915"/>
                  </a:lnTo>
                  <a:lnTo>
                    <a:pt x="3231032" y="2053489"/>
                  </a:lnTo>
                  <a:lnTo>
                    <a:pt x="3231369" y="2053902"/>
                  </a:lnTo>
                  <a:lnTo>
                    <a:pt x="3231705" y="2054069"/>
                  </a:lnTo>
                  <a:lnTo>
                    <a:pt x="3232042" y="2054384"/>
                  </a:lnTo>
                  <a:lnTo>
                    <a:pt x="3232378" y="2054607"/>
                  </a:lnTo>
                  <a:lnTo>
                    <a:pt x="3232714" y="2055024"/>
                  </a:lnTo>
                  <a:lnTo>
                    <a:pt x="3233051" y="2055806"/>
                  </a:lnTo>
                  <a:lnTo>
                    <a:pt x="3233387" y="2056300"/>
                  </a:lnTo>
                  <a:lnTo>
                    <a:pt x="3233724" y="2056880"/>
                  </a:lnTo>
                  <a:lnTo>
                    <a:pt x="3234060" y="2056963"/>
                  </a:lnTo>
                  <a:lnTo>
                    <a:pt x="3234397" y="2056861"/>
                  </a:lnTo>
                  <a:lnTo>
                    <a:pt x="3234733" y="2056649"/>
                  </a:lnTo>
                  <a:lnTo>
                    <a:pt x="3235070" y="2056071"/>
                  </a:lnTo>
                  <a:lnTo>
                    <a:pt x="3235406" y="2055423"/>
                  </a:lnTo>
                  <a:lnTo>
                    <a:pt x="3235743" y="2055001"/>
                  </a:lnTo>
                  <a:lnTo>
                    <a:pt x="3236079" y="2054264"/>
                  </a:lnTo>
                  <a:lnTo>
                    <a:pt x="3236416" y="2053094"/>
                  </a:lnTo>
                  <a:lnTo>
                    <a:pt x="3236752" y="2051416"/>
                  </a:lnTo>
                  <a:lnTo>
                    <a:pt x="3237088" y="2049415"/>
                  </a:lnTo>
                  <a:lnTo>
                    <a:pt x="3237425" y="2047996"/>
                  </a:lnTo>
                  <a:lnTo>
                    <a:pt x="3237761" y="2046458"/>
                  </a:lnTo>
                  <a:lnTo>
                    <a:pt x="3238098" y="2044567"/>
                  </a:lnTo>
                  <a:lnTo>
                    <a:pt x="3238434" y="2042368"/>
                  </a:lnTo>
                  <a:lnTo>
                    <a:pt x="3238771" y="2039925"/>
                  </a:lnTo>
                  <a:lnTo>
                    <a:pt x="3239107" y="2037492"/>
                  </a:lnTo>
                  <a:lnTo>
                    <a:pt x="3239444" y="2034972"/>
                  </a:lnTo>
                  <a:lnTo>
                    <a:pt x="3239780" y="2032567"/>
                  </a:lnTo>
                  <a:lnTo>
                    <a:pt x="3240117" y="2030393"/>
                  </a:lnTo>
                  <a:lnTo>
                    <a:pt x="3240453" y="2028142"/>
                  </a:lnTo>
                  <a:lnTo>
                    <a:pt x="3240790" y="2026225"/>
                  </a:lnTo>
                  <a:lnTo>
                    <a:pt x="3241126" y="2024492"/>
                  </a:lnTo>
                  <a:lnTo>
                    <a:pt x="3241462" y="2023111"/>
                  </a:lnTo>
                  <a:lnTo>
                    <a:pt x="3241799" y="2021901"/>
                  </a:lnTo>
                  <a:lnTo>
                    <a:pt x="3242135" y="2020986"/>
                  </a:lnTo>
                  <a:lnTo>
                    <a:pt x="3242472" y="2020363"/>
                  </a:lnTo>
                  <a:lnTo>
                    <a:pt x="3242808" y="2020065"/>
                  </a:lnTo>
                  <a:lnTo>
                    <a:pt x="3243145" y="2019710"/>
                  </a:lnTo>
                  <a:lnTo>
                    <a:pt x="3243481" y="2019667"/>
                  </a:lnTo>
                  <a:lnTo>
                    <a:pt x="3243818" y="2020223"/>
                  </a:lnTo>
                  <a:lnTo>
                    <a:pt x="3244154" y="2020974"/>
                  </a:lnTo>
                  <a:lnTo>
                    <a:pt x="3244491" y="2022104"/>
                  </a:lnTo>
                  <a:lnTo>
                    <a:pt x="3244827" y="2023519"/>
                  </a:lnTo>
                  <a:lnTo>
                    <a:pt x="3245164" y="2024964"/>
                  </a:lnTo>
                  <a:lnTo>
                    <a:pt x="3245500" y="2026131"/>
                  </a:lnTo>
                  <a:lnTo>
                    <a:pt x="3245836" y="2026911"/>
                  </a:lnTo>
                  <a:lnTo>
                    <a:pt x="3246173" y="2027327"/>
                  </a:lnTo>
                  <a:lnTo>
                    <a:pt x="3246509" y="2027207"/>
                  </a:lnTo>
                  <a:lnTo>
                    <a:pt x="3246846" y="2026944"/>
                  </a:lnTo>
                  <a:lnTo>
                    <a:pt x="3247182" y="2026492"/>
                  </a:lnTo>
                  <a:lnTo>
                    <a:pt x="3247519" y="2025597"/>
                  </a:lnTo>
                  <a:lnTo>
                    <a:pt x="3247855" y="2024455"/>
                  </a:lnTo>
                  <a:lnTo>
                    <a:pt x="3248192" y="2023085"/>
                  </a:lnTo>
                  <a:lnTo>
                    <a:pt x="3248528" y="2021722"/>
                  </a:lnTo>
                  <a:lnTo>
                    <a:pt x="3248865" y="2019903"/>
                  </a:lnTo>
                  <a:lnTo>
                    <a:pt x="3249201" y="2017537"/>
                  </a:lnTo>
                  <a:lnTo>
                    <a:pt x="3249538" y="2015155"/>
                  </a:lnTo>
                  <a:lnTo>
                    <a:pt x="3249874" y="2012339"/>
                  </a:lnTo>
                  <a:lnTo>
                    <a:pt x="3250210" y="2009093"/>
                  </a:lnTo>
                  <a:lnTo>
                    <a:pt x="3250547" y="2005863"/>
                  </a:lnTo>
                  <a:lnTo>
                    <a:pt x="3250883" y="2002887"/>
                  </a:lnTo>
                  <a:lnTo>
                    <a:pt x="3251220" y="1999911"/>
                  </a:lnTo>
                  <a:lnTo>
                    <a:pt x="3251556" y="1997083"/>
                  </a:lnTo>
                  <a:lnTo>
                    <a:pt x="3251893" y="1994424"/>
                  </a:lnTo>
                  <a:lnTo>
                    <a:pt x="3252229" y="1992086"/>
                  </a:lnTo>
                  <a:lnTo>
                    <a:pt x="3252566" y="1990387"/>
                  </a:lnTo>
                  <a:lnTo>
                    <a:pt x="3252902" y="1988653"/>
                  </a:lnTo>
                  <a:lnTo>
                    <a:pt x="3253239" y="1987059"/>
                  </a:lnTo>
                  <a:lnTo>
                    <a:pt x="3253575" y="1986283"/>
                  </a:lnTo>
                  <a:lnTo>
                    <a:pt x="3253911" y="1985895"/>
                  </a:lnTo>
                  <a:lnTo>
                    <a:pt x="3254248" y="1986101"/>
                  </a:lnTo>
                  <a:lnTo>
                    <a:pt x="3254584" y="1986408"/>
                  </a:lnTo>
                  <a:lnTo>
                    <a:pt x="3254921" y="1986964"/>
                  </a:lnTo>
                  <a:lnTo>
                    <a:pt x="3255257" y="1987550"/>
                  </a:lnTo>
                  <a:lnTo>
                    <a:pt x="3255594" y="1988351"/>
                  </a:lnTo>
                  <a:lnTo>
                    <a:pt x="3255930" y="1989202"/>
                  </a:lnTo>
                  <a:lnTo>
                    <a:pt x="3256267" y="1990113"/>
                  </a:lnTo>
                  <a:lnTo>
                    <a:pt x="3256603" y="1990944"/>
                  </a:lnTo>
                  <a:lnTo>
                    <a:pt x="3256940" y="1991830"/>
                  </a:lnTo>
                  <a:lnTo>
                    <a:pt x="3257276" y="1992853"/>
                  </a:lnTo>
                  <a:lnTo>
                    <a:pt x="3257613" y="1993696"/>
                  </a:lnTo>
                  <a:lnTo>
                    <a:pt x="3257949" y="1994442"/>
                  </a:lnTo>
                  <a:lnTo>
                    <a:pt x="3258285" y="1995069"/>
                  </a:lnTo>
                  <a:lnTo>
                    <a:pt x="3258622" y="1994906"/>
                  </a:lnTo>
                  <a:lnTo>
                    <a:pt x="3258958" y="1994425"/>
                  </a:lnTo>
                  <a:lnTo>
                    <a:pt x="3259295" y="1993563"/>
                  </a:lnTo>
                  <a:lnTo>
                    <a:pt x="3259631" y="1992326"/>
                  </a:lnTo>
                  <a:lnTo>
                    <a:pt x="3259968" y="1991335"/>
                  </a:lnTo>
                  <a:lnTo>
                    <a:pt x="3260304" y="1990519"/>
                  </a:lnTo>
                  <a:lnTo>
                    <a:pt x="3260641" y="1989765"/>
                  </a:lnTo>
                  <a:lnTo>
                    <a:pt x="3260977" y="1989107"/>
                  </a:lnTo>
                  <a:lnTo>
                    <a:pt x="3261314" y="1988888"/>
                  </a:lnTo>
                  <a:lnTo>
                    <a:pt x="3261650" y="1988895"/>
                  </a:lnTo>
                  <a:lnTo>
                    <a:pt x="3261987" y="1989047"/>
                  </a:lnTo>
                  <a:lnTo>
                    <a:pt x="3262323" y="1989066"/>
                  </a:lnTo>
                  <a:lnTo>
                    <a:pt x="3262659" y="1989270"/>
                  </a:lnTo>
                  <a:lnTo>
                    <a:pt x="3262996" y="1989689"/>
                  </a:lnTo>
                  <a:lnTo>
                    <a:pt x="3263332" y="1990443"/>
                  </a:lnTo>
                  <a:lnTo>
                    <a:pt x="3263669" y="1991948"/>
                  </a:lnTo>
                  <a:lnTo>
                    <a:pt x="3264005" y="1994019"/>
                  </a:lnTo>
                  <a:lnTo>
                    <a:pt x="3264342" y="1996503"/>
                  </a:lnTo>
                  <a:lnTo>
                    <a:pt x="3264678" y="1999212"/>
                  </a:lnTo>
                  <a:lnTo>
                    <a:pt x="3265015" y="2001888"/>
                  </a:lnTo>
                  <a:lnTo>
                    <a:pt x="3265351" y="2004332"/>
                  </a:lnTo>
                  <a:lnTo>
                    <a:pt x="3265688" y="2006775"/>
                  </a:lnTo>
                  <a:lnTo>
                    <a:pt x="3266024" y="2009576"/>
                  </a:lnTo>
                  <a:lnTo>
                    <a:pt x="3266361" y="2012140"/>
                  </a:lnTo>
                  <a:lnTo>
                    <a:pt x="3266697" y="2014513"/>
                  </a:lnTo>
                  <a:lnTo>
                    <a:pt x="3267033" y="2016847"/>
                  </a:lnTo>
                  <a:lnTo>
                    <a:pt x="3267370" y="2019434"/>
                  </a:lnTo>
                  <a:lnTo>
                    <a:pt x="3267706" y="2022013"/>
                  </a:lnTo>
                  <a:lnTo>
                    <a:pt x="3268043" y="2024431"/>
                  </a:lnTo>
                  <a:lnTo>
                    <a:pt x="3268379" y="2026505"/>
                  </a:lnTo>
                  <a:lnTo>
                    <a:pt x="3268716" y="2027998"/>
                  </a:lnTo>
                  <a:lnTo>
                    <a:pt x="3269052" y="2029077"/>
                  </a:lnTo>
                  <a:lnTo>
                    <a:pt x="3269389" y="2029911"/>
                  </a:lnTo>
                  <a:lnTo>
                    <a:pt x="3269725" y="2030364"/>
                  </a:lnTo>
                  <a:lnTo>
                    <a:pt x="3270062" y="2030730"/>
                  </a:lnTo>
                  <a:lnTo>
                    <a:pt x="3270398" y="2030838"/>
                  </a:lnTo>
                  <a:lnTo>
                    <a:pt x="3270735" y="2030788"/>
                  </a:lnTo>
                  <a:lnTo>
                    <a:pt x="3271071" y="2030813"/>
                  </a:lnTo>
                  <a:lnTo>
                    <a:pt x="3271407" y="2030706"/>
                  </a:lnTo>
                  <a:lnTo>
                    <a:pt x="3271744" y="2030478"/>
                  </a:lnTo>
                  <a:lnTo>
                    <a:pt x="3272080" y="2030244"/>
                  </a:lnTo>
                  <a:lnTo>
                    <a:pt x="3272417" y="2030238"/>
                  </a:lnTo>
                  <a:lnTo>
                    <a:pt x="3272753" y="2030454"/>
                  </a:lnTo>
                  <a:lnTo>
                    <a:pt x="3273090" y="2031071"/>
                  </a:lnTo>
                  <a:lnTo>
                    <a:pt x="3273426" y="2032058"/>
                  </a:lnTo>
                  <a:lnTo>
                    <a:pt x="3273763" y="2032912"/>
                  </a:lnTo>
                  <a:lnTo>
                    <a:pt x="3274099" y="2033814"/>
                  </a:lnTo>
                  <a:lnTo>
                    <a:pt x="3274436" y="2035053"/>
                  </a:lnTo>
                  <a:lnTo>
                    <a:pt x="3274772" y="2036737"/>
                  </a:lnTo>
                  <a:lnTo>
                    <a:pt x="3275109" y="2038668"/>
                  </a:lnTo>
                  <a:lnTo>
                    <a:pt x="3275445" y="2041309"/>
                  </a:lnTo>
                  <a:lnTo>
                    <a:pt x="3275781" y="2043762"/>
                  </a:lnTo>
                  <a:lnTo>
                    <a:pt x="3276118" y="2045888"/>
                  </a:lnTo>
                  <a:lnTo>
                    <a:pt x="3276454" y="2048314"/>
                  </a:lnTo>
                  <a:lnTo>
                    <a:pt x="3276791" y="2050378"/>
                  </a:lnTo>
                  <a:lnTo>
                    <a:pt x="3277127" y="2052069"/>
                  </a:lnTo>
                  <a:lnTo>
                    <a:pt x="3277464" y="2053671"/>
                  </a:lnTo>
                  <a:lnTo>
                    <a:pt x="3277800" y="2055587"/>
                  </a:lnTo>
                  <a:lnTo>
                    <a:pt x="3278137" y="2057889"/>
                  </a:lnTo>
                  <a:lnTo>
                    <a:pt x="3278473" y="2059980"/>
                  </a:lnTo>
                  <a:lnTo>
                    <a:pt x="3278810" y="2062420"/>
                  </a:lnTo>
                  <a:lnTo>
                    <a:pt x="3279146" y="2065491"/>
                  </a:lnTo>
                  <a:lnTo>
                    <a:pt x="3279483" y="2068359"/>
                  </a:lnTo>
                  <a:lnTo>
                    <a:pt x="3279819" y="2070846"/>
                  </a:lnTo>
                  <a:lnTo>
                    <a:pt x="3280155" y="2072812"/>
                  </a:lnTo>
                  <a:lnTo>
                    <a:pt x="3280492" y="2074524"/>
                  </a:lnTo>
                  <a:lnTo>
                    <a:pt x="3280828" y="2076445"/>
                  </a:lnTo>
                  <a:lnTo>
                    <a:pt x="3281165" y="2077510"/>
                  </a:lnTo>
                  <a:lnTo>
                    <a:pt x="3281501" y="2078704"/>
                  </a:lnTo>
                  <a:lnTo>
                    <a:pt x="3281838" y="2078802"/>
                  </a:lnTo>
                  <a:lnTo>
                    <a:pt x="3282174" y="2079643"/>
                  </a:lnTo>
                  <a:lnTo>
                    <a:pt x="3282511" y="2080439"/>
                  </a:lnTo>
                  <a:lnTo>
                    <a:pt x="3282847" y="2081268"/>
                  </a:lnTo>
                  <a:lnTo>
                    <a:pt x="3283184" y="2081564"/>
                  </a:lnTo>
                  <a:lnTo>
                    <a:pt x="3283520" y="2081121"/>
                  </a:lnTo>
                  <a:lnTo>
                    <a:pt x="3283857" y="2079740"/>
                  </a:lnTo>
                  <a:lnTo>
                    <a:pt x="3284193" y="2077702"/>
                  </a:lnTo>
                  <a:lnTo>
                    <a:pt x="3284529" y="2075202"/>
                  </a:lnTo>
                  <a:lnTo>
                    <a:pt x="3284866" y="2072996"/>
                  </a:lnTo>
                  <a:lnTo>
                    <a:pt x="3285202" y="2071737"/>
                  </a:lnTo>
                  <a:lnTo>
                    <a:pt x="3285539" y="2071266"/>
                  </a:lnTo>
                  <a:lnTo>
                    <a:pt x="3285875" y="2070776"/>
                  </a:lnTo>
                  <a:lnTo>
                    <a:pt x="3286212" y="2071139"/>
                  </a:lnTo>
                  <a:lnTo>
                    <a:pt x="3286548" y="2071600"/>
                  </a:lnTo>
                  <a:lnTo>
                    <a:pt x="3286885" y="2072957"/>
                  </a:lnTo>
                  <a:lnTo>
                    <a:pt x="3287221" y="2073981"/>
                  </a:lnTo>
                  <a:lnTo>
                    <a:pt x="3287558" y="2074683"/>
                  </a:lnTo>
                  <a:lnTo>
                    <a:pt x="3287894" y="2075123"/>
                  </a:lnTo>
                  <a:lnTo>
                    <a:pt x="3288230" y="2075747"/>
                  </a:lnTo>
                  <a:lnTo>
                    <a:pt x="3288567" y="2076810"/>
                  </a:lnTo>
                  <a:lnTo>
                    <a:pt x="3288903" y="2078730"/>
                  </a:lnTo>
                  <a:lnTo>
                    <a:pt x="3289240" y="2081077"/>
                  </a:lnTo>
                  <a:lnTo>
                    <a:pt x="3289576" y="2083928"/>
                  </a:lnTo>
                  <a:lnTo>
                    <a:pt x="3289913" y="2086074"/>
                  </a:lnTo>
                  <a:lnTo>
                    <a:pt x="3290249" y="2086663"/>
                  </a:lnTo>
                  <a:lnTo>
                    <a:pt x="3290586" y="2086146"/>
                  </a:lnTo>
                  <a:lnTo>
                    <a:pt x="3290922" y="2084764"/>
                  </a:lnTo>
                  <a:lnTo>
                    <a:pt x="3291259" y="2082905"/>
                  </a:lnTo>
                  <a:lnTo>
                    <a:pt x="3291595" y="2080773"/>
                  </a:lnTo>
                  <a:lnTo>
                    <a:pt x="3291932" y="2077763"/>
                  </a:lnTo>
                  <a:lnTo>
                    <a:pt x="3292268" y="2074765"/>
                  </a:lnTo>
                  <a:lnTo>
                    <a:pt x="3292604" y="2071596"/>
                  </a:lnTo>
                  <a:lnTo>
                    <a:pt x="3292941" y="2067333"/>
                  </a:lnTo>
                  <a:lnTo>
                    <a:pt x="3293277" y="2062022"/>
                  </a:lnTo>
                  <a:lnTo>
                    <a:pt x="3293614" y="2056427"/>
                  </a:lnTo>
                  <a:lnTo>
                    <a:pt x="3293950" y="2050939"/>
                  </a:lnTo>
                  <a:lnTo>
                    <a:pt x="3294287" y="2045980"/>
                  </a:lnTo>
                  <a:lnTo>
                    <a:pt x="3294623" y="2041204"/>
                  </a:lnTo>
                  <a:lnTo>
                    <a:pt x="3294960" y="2036696"/>
                  </a:lnTo>
                  <a:lnTo>
                    <a:pt x="3295296" y="2032701"/>
                  </a:lnTo>
                  <a:lnTo>
                    <a:pt x="3295633" y="2029219"/>
                  </a:lnTo>
                  <a:lnTo>
                    <a:pt x="3295969" y="2026180"/>
                  </a:lnTo>
                  <a:lnTo>
                    <a:pt x="3296306" y="2022951"/>
                  </a:lnTo>
                  <a:lnTo>
                    <a:pt x="3296642" y="2019721"/>
                  </a:lnTo>
                  <a:lnTo>
                    <a:pt x="3296978" y="2016927"/>
                  </a:lnTo>
                  <a:lnTo>
                    <a:pt x="3297315" y="2014187"/>
                  </a:lnTo>
                  <a:lnTo>
                    <a:pt x="3297651" y="2011746"/>
                  </a:lnTo>
                  <a:lnTo>
                    <a:pt x="3297988" y="2010284"/>
                  </a:lnTo>
                  <a:lnTo>
                    <a:pt x="3298324" y="2009327"/>
                  </a:lnTo>
                  <a:lnTo>
                    <a:pt x="3298661" y="2008470"/>
                  </a:lnTo>
                  <a:lnTo>
                    <a:pt x="3298997" y="2007559"/>
                  </a:lnTo>
                  <a:lnTo>
                    <a:pt x="3299334" y="2006113"/>
                  </a:lnTo>
                  <a:lnTo>
                    <a:pt x="3299670" y="2004391"/>
                  </a:lnTo>
                  <a:lnTo>
                    <a:pt x="3300007" y="2002378"/>
                  </a:lnTo>
                  <a:lnTo>
                    <a:pt x="3300343" y="2000205"/>
                  </a:lnTo>
                  <a:lnTo>
                    <a:pt x="3300680" y="1997748"/>
                  </a:lnTo>
                  <a:lnTo>
                    <a:pt x="3301016" y="1995857"/>
                  </a:lnTo>
                  <a:lnTo>
                    <a:pt x="3301352" y="1994665"/>
                  </a:lnTo>
                  <a:lnTo>
                    <a:pt x="3301689" y="1993846"/>
                  </a:lnTo>
                  <a:lnTo>
                    <a:pt x="3302025" y="1993194"/>
                  </a:lnTo>
                  <a:lnTo>
                    <a:pt x="3302362" y="1992570"/>
                  </a:lnTo>
                  <a:lnTo>
                    <a:pt x="3302698" y="1991992"/>
                  </a:lnTo>
                  <a:lnTo>
                    <a:pt x="3303035" y="1991557"/>
                  </a:lnTo>
                  <a:lnTo>
                    <a:pt x="3303371" y="1991730"/>
                  </a:lnTo>
                  <a:lnTo>
                    <a:pt x="3303708" y="1992447"/>
                  </a:lnTo>
                  <a:lnTo>
                    <a:pt x="3304044" y="1993821"/>
                  </a:lnTo>
                  <a:lnTo>
                    <a:pt x="3304381" y="1995977"/>
                  </a:lnTo>
                  <a:lnTo>
                    <a:pt x="3304717" y="1997953"/>
                  </a:lnTo>
                  <a:lnTo>
                    <a:pt x="3305054" y="2000343"/>
                  </a:lnTo>
                  <a:lnTo>
                    <a:pt x="3305390" y="2002880"/>
                  </a:lnTo>
                  <a:lnTo>
                    <a:pt x="3305726" y="2005794"/>
                  </a:lnTo>
                  <a:lnTo>
                    <a:pt x="3306063" y="2009061"/>
                  </a:lnTo>
                  <a:lnTo>
                    <a:pt x="3306399" y="2011966"/>
                  </a:lnTo>
                  <a:lnTo>
                    <a:pt x="3306736" y="2014423"/>
                  </a:lnTo>
                  <a:lnTo>
                    <a:pt x="3307072" y="2016723"/>
                  </a:lnTo>
                  <a:lnTo>
                    <a:pt x="3307409" y="2018966"/>
                  </a:lnTo>
                  <a:lnTo>
                    <a:pt x="3307745" y="2021080"/>
                  </a:lnTo>
                  <a:lnTo>
                    <a:pt x="3308082" y="2022638"/>
                  </a:lnTo>
                  <a:lnTo>
                    <a:pt x="3308418" y="2023935"/>
                  </a:lnTo>
                  <a:lnTo>
                    <a:pt x="3308755" y="2024746"/>
                  </a:lnTo>
                  <a:lnTo>
                    <a:pt x="3309091" y="2024588"/>
                  </a:lnTo>
                  <a:lnTo>
                    <a:pt x="3309428" y="2023847"/>
                  </a:lnTo>
                  <a:lnTo>
                    <a:pt x="3309764" y="2022660"/>
                  </a:lnTo>
                  <a:lnTo>
                    <a:pt x="3310100" y="2021307"/>
                  </a:lnTo>
                  <a:lnTo>
                    <a:pt x="3310437" y="2020114"/>
                  </a:lnTo>
                  <a:lnTo>
                    <a:pt x="3310773" y="2018719"/>
                  </a:lnTo>
                  <a:lnTo>
                    <a:pt x="3311110" y="2016893"/>
                  </a:lnTo>
                  <a:lnTo>
                    <a:pt x="3311446" y="2015055"/>
                  </a:lnTo>
                  <a:lnTo>
                    <a:pt x="3311783" y="2013238"/>
                  </a:lnTo>
                  <a:lnTo>
                    <a:pt x="3312119" y="2010977"/>
                  </a:lnTo>
                  <a:lnTo>
                    <a:pt x="3312456" y="2008456"/>
                  </a:lnTo>
                  <a:lnTo>
                    <a:pt x="3312792" y="2006398"/>
                  </a:lnTo>
                  <a:lnTo>
                    <a:pt x="3313129" y="2004488"/>
                  </a:lnTo>
                  <a:lnTo>
                    <a:pt x="3313465" y="2002490"/>
                  </a:lnTo>
                  <a:lnTo>
                    <a:pt x="3313802" y="2001107"/>
                  </a:lnTo>
                  <a:lnTo>
                    <a:pt x="3314138" y="2000142"/>
                  </a:lnTo>
                  <a:lnTo>
                    <a:pt x="3314474" y="1999572"/>
                  </a:lnTo>
                  <a:lnTo>
                    <a:pt x="3314811" y="1999220"/>
                  </a:lnTo>
                  <a:lnTo>
                    <a:pt x="3315147" y="1998629"/>
                  </a:lnTo>
                  <a:lnTo>
                    <a:pt x="3315484" y="1997939"/>
                  </a:lnTo>
                  <a:lnTo>
                    <a:pt x="3315820" y="1997150"/>
                  </a:lnTo>
                  <a:lnTo>
                    <a:pt x="3316157" y="1996559"/>
                  </a:lnTo>
                  <a:lnTo>
                    <a:pt x="3316493" y="1996261"/>
                  </a:lnTo>
                  <a:lnTo>
                    <a:pt x="3316830" y="1995812"/>
                  </a:lnTo>
                  <a:lnTo>
                    <a:pt x="3317166" y="1996139"/>
                  </a:lnTo>
                  <a:lnTo>
                    <a:pt x="3317503" y="1996829"/>
                  </a:lnTo>
                  <a:lnTo>
                    <a:pt x="3317839" y="1997550"/>
                  </a:lnTo>
                  <a:lnTo>
                    <a:pt x="3318176" y="1998449"/>
                  </a:lnTo>
                  <a:lnTo>
                    <a:pt x="3318512" y="1999355"/>
                  </a:lnTo>
                  <a:lnTo>
                    <a:pt x="3318848" y="2000152"/>
                  </a:lnTo>
                  <a:lnTo>
                    <a:pt x="3319185" y="2000660"/>
                  </a:lnTo>
                  <a:lnTo>
                    <a:pt x="3319521" y="2001140"/>
                  </a:lnTo>
                  <a:lnTo>
                    <a:pt x="3319858" y="2001452"/>
                  </a:lnTo>
                  <a:lnTo>
                    <a:pt x="3320194" y="2002257"/>
                  </a:lnTo>
                  <a:lnTo>
                    <a:pt x="3320531" y="2003322"/>
                  </a:lnTo>
                  <a:lnTo>
                    <a:pt x="3320867" y="2003991"/>
                  </a:lnTo>
                  <a:lnTo>
                    <a:pt x="3321204" y="2004564"/>
                  </a:lnTo>
                  <a:lnTo>
                    <a:pt x="3321540" y="2005133"/>
                  </a:lnTo>
                  <a:lnTo>
                    <a:pt x="3321877" y="2005565"/>
                  </a:lnTo>
                  <a:lnTo>
                    <a:pt x="3322213" y="2005715"/>
                  </a:lnTo>
                  <a:lnTo>
                    <a:pt x="3322549" y="2006202"/>
                  </a:lnTo>
                  <a:lnTo>
                    <a:pt x="3322886" y="2006693"/>
                  </a:lnTo>
                  <a:lnTo>
                    <a:pt x="3323222" y="2007112"/>
                  </a:lnTo>
                  <a:lnTo>
                    <a:pt x="3323559" y="2007474"/>
                  </a:lnTo>
                  <a:lnTo>
                    <a:pt x="3323895" y="2007726"/>
                  </a:lnTo>
                  <a:lnTo>
                    <a:pt x="3324232" y="2008429"/>
                  </a:lnTo>
                  <a:lnTo>
                    <a:pt x="3324568" y="2009112"/>
                  </a:lnTo>
                  <a:lnTo>
                    <a:pt x="3324905" y="2009944"/>
                  </a:lnTo>
                  <a:lnTo>
                    <a:pt x="3325241" y="2010583"/>
                  </a:lnTo>
                  <a:lnTo>
                    <a:pt x="3325578" y="2011003"/>
                  </a:lnTo>
                  <a:lnTo>
                    <a:pt x="3325914" y="2011630"/>
                  </a:lnTo>
                  <a:lnTo>
                    <a:pt x="3326251" y="2012278"/>
                  </a:lnTo>
                  <a:lnTo>
                    <a:pt x="3326587" y="2012772"/>
                  </a:lnTo>
                  <a:lnTo>
                    <a:pt x="3326923" y="2013354"/>
                  </a:lnTo>
                  <a:lnTo>
                    <a:pt x="3327260" y="2013760"/>
                  </a:lnTo>
                  <a:lnTo>
                    <a:pt x="3327596" y="2013874"/>
                  </a:lnTo>
                  <a:lnTo>
                    <a:pt x="3327933" y="2013813"/>
                  </a:lnTo>
                  <a:lnTo>
                    <a:pt x="3328269" y="2013538"/>
                  </a:lnTo>
                  <a:lnTo>
                    <a:pt x="3328606" y="2013094"/>
                  </a:lnTo>
                  <a:lnTo>
                    <a:pt x="3328942" y="2012359"/>
                  </a:lnTo>
                  <a:lnTo>
                    <a:pt x="3329279" y="2011441"/>
                  </a:lnTo>
                  <a:lnTo>
                    <a:pt x="3329615" y="2010645"/>
                  </a:lnTo>
                  <a:lnTo>
                    <a:pt x="3329952" y="2009864"/>
                  </a:lnTo>
                  <a:lnTo>
                    <a:pt x="3330288" y="2008976"/>
                  </a:lnTo>
                  <a:lnTo>
                    <a:pt x="3330625" y="2008173"/>
                  </a:lnTo>
                  <a:lnTo>
                    <a:pt x="3330961" y="2007277"/>
                  </a:lnTo>
                  <a:lnTo>
                    <a:pt x="3331297" y="2006045"/>
                  </a:lnTo>
                  <a:lnTo>
                    <a:pt x="3331634" y="2004063"/>
                  </a:lnTo>
                  <a:lnTo>
                    <a:pt x="3331970" y="2001621"/>
                  </a:lnTo>
                  <a:lnTo>
                    <a:pt x="3332307" y="1998843"/>
                  </a:lnTo>
                  <a:lnTo>
                    <a:pt x="3332643" y="1996348"/>
                  </a:lnTo>
                  <a:lnTo>
                    <a:pt x="3332980" y="1993861"/>
                  </a:lnTo>
                  <a:lnTo>
                    <a:pt x="3333316" y="1991649"/>
                  </a:lnTo>
                  <a:lnTo>
                    <a:pt x="3333653" y="1989506"/>
                  </a:lnTo>
                  <a:lnTo>
                    <a:pt x="3333989" y="1987455"/>
                  </a:lnTo>
                  <a:lnTo>
                    <a:pt x="3334326" y="1984822"/>
                  </a:lnTo>
                  <a:lnTo>
                    <a:pt x="3334662" y="1981967"/>
                  </a:lnTo>
                  <a:lnTo>
                    <a:pt x="3334999" y="1978959"/>
                  </a:lnTo>
                  <a:lnTo>
                    <a:pt x="3335335" y="1975890"/>
                  </a:lnTo>
                  <a:lnTo>
                    <a:pt x="3335671" y="1972561"/>
                  </a:lnTo>
                  <a:lnTo>
                    <a:pt x="3336008" y="1969048"/>
                  </a:lnTo>
                  <a:lnTo>
                    <a:pt x="3336344" y="1965175"/>
                  </a:lnTo>
                  <a:lnTo>
                    <a:pt x="3336681" y="1961203"/>
                  </a:lnTo>
                  <a:lnTo>
                    <a:pt x="3337017" y="1957336"/>
                  </a:lnTo>
                  <a:lnTo>
                    <a:pt x="3337354" y="1953937"/>
                  </a:lnTo>
                  <a:lnTo>
                    <a:pt x="3337690" y="1950611"/>
                  </a:lnTo>
                  <a:lnTo>
                    <a:pt x="3338027" y="1947438"/>
                  </a:lnTo>
                  <a:lnTo>
                    <a:pt x="3338363" y="1944356"/>
                  </a:lnTo>
                  <a:lnTo>
                    <a:pt x="3338700" y="1941256"/>
                  </a:lnTo>
                  <a:lnTo>
                    <a:pt x="3339036" y="1937927"/>
                  </a:lnTo>
                  <a:lnTo>
                    <a:pt x="3339373" y="1934923"/>
                  </a:lnTo>
                  <a:lnTo>
                    <a:pt x="3339709" y="1932128"/>
                  </a:lnTo>
                  <a:lnTo>
                    <a:pt x="3340045" y="1929513"/>
                  </a:lnTo>
                  <a:lnTo>
                    <a:pt x="3340382" y="1927018"/>
                  </a:lnTo>
                  <a:lnTo>
                    <a:pt x="3340718" y="1925100"/>
                  </a:lnTo>
                  <a:lnTo>
                    <a:pt x="3341055" y="1923308"/>
                  </a:lnTo>
                  <a:lnTo>
                    <a:pt x="3341391" y="1922138"/>
                  </a:lnTo>
                  <a:lnTo>
                    <a:pt x="3341728" y="1921111"/>
                  </a:lnTo>
                  <a:lnTo>
                    <a:pt x="3342064" y="1920010"/>
                  </a:lnTo>
                  <a:lnTo>
                    <a:pt x="3342401" y="1919289"/>
                  </a:lnTo>
                  <a:lnTo>
                    <a:pt x="3342737" y="1918577"/>
                  </a:lnTo>
                  <a:lnTo>
                    <a:pt x="3343074" y="1918412"/>
                  </a:lnTo>
                  <a:lnTo>
                    <a:pt x="3343410" y="1918600"/>
                  </a:lnTo>
                  <a:lnTo>
                    <a:pt x="3343747" y="1918874"/>
                  </a:lnTo>
                  <a:lnTo>
                    <a:pt x="3344083" y="1919758"/>
                  </a:lnTo>
                  <a:lnTo>
                    <a:pt x="3344419" y="1921465"/>
                  </a:lnTo>
                  <a:lnTo>
                    <a:pt x="3344756" y="1923751"/>
                  </a:lnTo>
                  <a:lnTo>
                    <a:pt x="3345092" y="1926061"/>
                  </a:lnTo>
                  <a:lnTo>
                    <a:pt x="3345429" y="1928338"/>
                  </a:lnTo>
                  <a:lnTo>
                    <a:pt x="3345765" y="1930970"/>
                  </a:lnTo>
                  <a:lnTo>
                    <a:pt x="3346102" y="1933179"/>
                  </a:lnTo>
                  <a:lnTo>
                    <a:pt x="3346438" y="1935552"/>
                  </a:lnTo>
                  <a:lnTo>
                    <a:pt x="3346775" y="1938221"/>
                  </a:lnTo>
                  <a:lnTo>
                    <a:pt x="3347111" y="1941035"/>
                  </a:lnTo>
                  <a:lnTo>
                    <a:pt x="3347448" y="1943982"/>
                  </a:lnTo>
                  <a:lnTo>
                    <a:pt x="3347784" y="1946698"/>
                  </a:lnTo>
                  <a:lnTo>
                    <a:pt x="3348121" y="1949884"/>
                  </a:lnTo>
                  <a:lnTo>
                    <a:pt x="3348457" y="1952958"/>
                  </a:lnTo>
                  <a:lnTo>
                    <a:pt x="3348793" y="1956246"/>
                  </a:lnTo>
                  <a:lnTo>
                    <a:pt x="3349130" y="1959731"/>
                  </a:lnTo>
                  <a:lnTo>
                    <a:pt x="3349466" y="1962227"/>
                  </a:lnTo>
                  <a:lnTo>
                    <a:pt x="3349803" y="1964476"/>
                  </a:lnTo>
                  <a:lnTo>
                    <a:pt x="3350139" y="1966802"/>
                  </a:lnTo>
                  <a:lnTo>
                    <a:pt x="3350476" y="1969605"/>
                  </a:lnTo>
                  <a:lnTo>
                    <a:pt x="3350812" y="1972807"/>
                  </a:lnTo>
                  <a:lnTo>
                    <a:pt x="3351149" y="1976978"/>
                  </a:lnTo>
                  <a:lnTo>
                    <a:pt x="3351485" y="1982181"/>
                  </a:lnTo>
                  <a:lnTo>
                    <a:pt x="3351822" y="1987831"/>
                  </a:lnTo>
                  <a:lnTo>
                    <a:pt x="3352158" y="1993774"/>
                  </a:lnTo>
                  <a:lnTo>
                    <a:pt x="3352494" y="1999315"/>
                  </a:lnTo>
                  <a:lnTo>
                    <a:pt x="3352831" y="2004444"/>
                  </a:lnTo>
                  <a:lnTo>
                    <a:pt x="3353167" y="2009598"/>
                  </a:lnTo>
                  <a:lnTo>
                    <a:pt x="3353504" y="2014765"/>
                  </a:lnTo>
                  <a:lnTo>
                    <a:pt x="3353840" y="2019759"/>
                  </a:lnTo>
                  <a:lnTo>
                    <a:pt x="3354177" y="2023960"/>
                  </a:lnTo>
                  <a:lnTo>
                    <a:pt x="3354513" y="2028538"/>
                  </a:lnTo>
                  <a:lnTo>
                    <a:pt x="3354850" y="2033108"/>
                  </a:lnTo>
                  <a:lnTo>
                    <a:pt x="3355186" y="2038148"/>
                  </a:lnTo>
                  <a:lnTo>
                    <a:pt x="3355523" y="2042923"/>
                  </a:lnTo>
                  <a:lnTo>
                    <a:pt x="3355859" y="2047017"/>
                  </a:lnTo>
                  <a:lnTo>
                    <a:pt x="3356196" y="2050092"/>
                  </a:lnTo>
                  <a:lnTo>
                    <a:pt x="3356532" y="2052478"/>
                  </a:lnTo>
                  <a:lnTo>
                    <a:pt x="3356868" y="2054195"/>
                  </a:lnTo>
                  <a:lnTo>
                    <a:pt x="3357205" y="2055619"/>
                  </a:lnTo>
                  <a:lnTo>
                    <a:pt x="3357541" y="2057348"/>
                  </a:lnTo>
                  <a:lnTo>
                    <a:pt x="3357878" y="2059522"/>
                  </a:lnTo>
                  <a:lnTo>
                    <a:pt x="3358214" y="2062093"/>
                  </a:lnTo>
                  <a:lnTo>
                    <a:pt x="3358551" y="2065032"/>
                  </a:lnTo>
                  <a:lnTo>
                    <a:pt x="3358887" y="2068545"/>
                  </a:lnTo>
                  <a:lnTo>
                    <a:pt x="3359224" y="2072693"/>
                  </a:lnTo>
                  <a:lnTo>
                    <a:pt x="3359560" y="2076673"/>
                  </a:lnTo>
                  <a:lnTo>
                    <a:pt x="3359897" y="2081128"/>
                  </a:lnTo>
                  <a:lnTo>
                    <a:pt x="3360233" y="2086485"/>
                  </a:lnTo>
                  <a:lnTo>
                    <a:pt x="3360570" y="2092585"/>
                  </a:lnTo>
                  <a:lnTo>
                    <a:pt x="3360906" y="2099029"/>
                  </a:lnTo>
                  <a:lnTo>
                    <a:pt x="3361242" y="2105619"/>
                  </a:lnTo>
                  <a:lnTo>
                    <a:pt x="3361579" y="2111887"/>
                  </a:lnTo>
                  <a:lnTo>
                    <a:pt x="3361915" y="2117957"/>
                  </a:lnTo>
                  <a:lnTo>
                    <a:pt x="3362252" y="2123729"/>
                  </a:lnTo>
                  <a:lnTo>
                    <a:pt x="3362588" y="2128945"/>
                  </a:lnTo>
                  <a:lnTo>
                    <a:pt x="3362925" y="2133347"/>
                  </a:lnTo>
                  <a:lnTo>
                    <a:pt x="3363261" y="2137304"/>
                  </a:lnTo>
                  <a:lnTo>
                    <a:pt x="3363598" y="2140871"/>
                  </a:lnTo>
                  <a:lnTo>
                    <a:pt x="3363934" y="2143861"/>
                  </a:lnTo>
                  <a:lnTo>
                    <a:pt x="3364271" y="2146201"/>
                  </a:lnTo>
                  <a:lnTo>
                    <a:pt x="3364607" y="2148475"/>
                  </a:lnTo>
                  <a:lnTo>
                    <a:pt x="3364944" y="2150168"/>
                  </a:lnTo>
                  <a:lnTo>
                    <a:pt x="3365280" y="2151079"/>
                  </a:lnTo>
                  <a:lnTo>
                    <a:pt x="3365616" y="2151612"/>
                  </a:lnTo>
                  <a:lnTo>
                    <a:pt x="3365953" y="2151998"/>
                  </a:lnTo>
                  <a:lnTo>
                    <a:pt x="3366289" y="2151729"/>
                  </a:lnTo>
                  <a:lnTo>
                    <a:pt x="3366626" y="2151519"/>
                  </a:lnTo>
                  <a:lnTo>
                    <a:pt x="3366962" y="2151470"/>
                  </a:lnTo>
                  <a:lnTo>
                    <a:pt x="3367299" y="2151528"/>
                  </a:lnTo>
                  <a:lnTo>
                    <a:pt x="3367635" y="2151201"/>
                  </a:lnTo>
                  <a:lnTo>
                    <a:pt x="3367972" y="2150748"/>
                  </a:lnTo>
                  <a:lnTo>
                    <a:pt x="3368308" y="2149651"/>
                  </a:lnTo>
                  <a:lnTo>
                    <a:pt x="3368645" y="2148532"/>
                  </a:lnTo>
                  <a:lnTo>
                    <a:pt x="3368981" y="2147538"/>
                  </a:lnTo>
                  <a:lnTo>
                    <a:pt x="3369318" y="2146747"/>
                  </a:lnTo>
                  <a:lnTo>
                    <a:pt x="3369654" y="2146348"/>
                  </a:lnTo>
                  <a:lnTo>
                    <a:pt x="3369990" y="2146185"/>
                  </a:lnTo>
                  <a:lnTo>
                    <a:pt x="3370327" y="2145817"/>
                  </a:lnTo>
                  <a:lnTo>
                    <a:pt x="3370663" y="2145121"/>
                  </a:lnTo>
                  <a:lnTo>
                    <a:pt x="3371000" y="2143969"/>
                  </a:lnTo>
                  <a:lnTo>
                    <a:pt x="3371336" y="2143169"/>
                  </a:lnTo>
                  <a:lnTo>
                    <a:pt x="3371673" y="2142649"/>
                  </a:lnTo>
                  <a:lnTo>
                    <a:pt x="3372009" y="2141919"/>
                  </a:lnTo>
                  <a:lnTo>
                    <a:pt x="3372346" y="2140963"/>
                  </a:lnTo>
                  <a:lnTo>
                    <a:pt x="3372682" y="2140358"/>
                  </a:lnTo>
                  <a:lnTo>
                    <a:pt x="3373019" y="2140205"/>
                  </a:lnTo>
                  <a:lnTo>
                    <a:pt x="3373355" y="2140114"/>
                  </a:lnTo>
                  <a:lnTo>
                    <a:pt x="3373692" y="2139885"/>
                  </a:lnTo>
                  <a:lnTo>
                    <a:pt x="3374028" y="2139939"/>
                  </a:lnTo>
                  <a:lnTo>
                    <a:pt x="3374364" y="2140237"/>
                  </a:lnTo>
                  <a:lnTo>
                    <a:pt x="3374701" y="2140291"/>
                  </a:lnTo>
                  <a:lnTo>
                    <a:pt x="3375037" y="2140360"/>
                  </a:lnTo>
                  <a:lnTo>
                    <a:pt x="3375374" y="2140666"/>
                  </a:lnTo>
                  <a:lnTo>
                    <a:pt x="3375710" y="2141113"/>
                  </a:lnTo>
                  <a:lnTo>
                    <a:pt x="3376047" y="2141721"/>
                  </a:lnTo>
                  <a:lnTo>
                    <a:pt x="3376383" y="2142645"/>
                  </a:lnTo>
                  <a:lnTo>
                    <a:pt x="3376720" y="2143568"/>
                  </a:lnTo>
                  <a:lnTo>
                    <a:pt x="3377056" y="2144742"/>
                  </a:lnTo>
                  <a:lnTo>
                    <a:pt x="3377393" y="2146023"/>
                  </a:lnTo>
                  <a:lnTo>
                    <a:pt x="3377729" y="2147574"/>
                  </a:lnTo>
                  <a:lnTo>
                    <a:pt x="3378066" y="2149062"/>
                  </a:lnTo>
                  <a:lnTo>
                    <a:pt x="3378402" y="2150777"/>
                  </a:lnTo>
                  <a:lnTo>
                    <a:pt x="3378738" y="2152529"/>
                  </a:lnTo>
                  <a:lnTo>
                    <a:pt x="3379075" y="2154099"/>
                  </a:lnTo>
                  <a:lnTo>
                    <a:pt x="3379411" y="2155807"/>
                  </a:lnTo>
                  <a:lnTo>
                    <a:pt x="3379748" y="2157665"/>
                  </a:lnTo>
                  <a:lnTo>
                    <a:pt x="3380084" y="2159219"/>
                  </a:lnTo>
                  <a:lnTo>
                    <a:pt x="3380421" y="2160933"/>
                  </a:lnTo>
                  <a:lnTo>
                    <a:pt x="3380757" y="2162812"/>
                  </a:lnTo>
                  <a:lnTo>
                    <a:pt x="3381094" y="2164706"/>
                  </a:lnTo>
                  <a:lnTo>
                    <a:pt x="3381430" y="2166405"/>
                  </a:lnTo>
                  <a:lnTo>
                    <a:pt x="3381767" y="2168345"/>
                  </a:lnTo>
                  <a:lnTo>
                    <a:pt x="3382103" y="2170359"/>
                  </a:lnTo>
                  <a:lnTo>
                    <a:pt x="3382440" y="2172520"/>
                  </a:lnTo>
                  <a:lnTo>
                    <a:pt x="3382776" y="2174856"/>
                  </a:lnTo>
                  <a:lnTo>
                    <a:pt x="3383112" y="2177306"/>
                  </a:lnTo>
                  <a:lnTo>
                    <a:pt x="3383449" y="2179784"/>
                  </a:lnTo>
                  <a:lnTo>
                    <a:pt x="3383785" y="2182487"/>
                  </a:lnTo>
                  <a:lnTo>
                    <a:pt x="3384122" y="2185326"/>
                  </a:lnTo>
                  <a:lnTo>
                    <a:pt x="3384458" y="2187968"/>
                  </a:lnTo>
                  <a:lnTo>
                    <a:pt x="3384795" y="2190654"/>
                  </a:lnTo>
                  <a:lnTo>
                    <a:pt x="3385131" y="2193324"/>
                  </a:lnTo>
                  <a:lnTo>
                    <a:pt x="3385468" y="2195707"/>
                  </a:lnTo>
                  <a:lnTo>
                    <a:pt x="3385804" y="2198206"/>
                  </a:lnTo>
                  <a:lnTo>
                    <a:pt x="3386141" y="2200695"/>
                  </a:lnTo>
                  <a:lnTo>
                    <a:pt x="3386477" y="2203152"/>
                  </a:lnTo>
                  <a:lnTo>
                    <a:pt x="3386813" y="2205347"/>
                  </a:lnTo>
                  <a:lnTo>
                    <a:pt x="3387150" y="2207139"/>
                  </a:lnTo>
                  <a:lnTo>
                    <a:pt x="3387486" y="2208681"/>
                  </a:lnTo>
                  <a:lnTo>
                    <a:pt x="3387823" y="2210067"/>
                  </a:lnTo>
                  <a:lnTo>
                    <a:pt x="3388159" y="2211452"/>
                  </a:lnTo>
                  <a:lnTo>
                    <a:pt x="3388496" y="2212806"/>
                  </a:lnTo>
                  <a:lnTo>
                    <a:pt x="3388832" y="2213990"/>
                  </a:lnTo>
                  <a:lnTo>
                    <a:pt x="3389169" y="2214989"/>
                  </a:lnTo>
                  <a:lnTo>
                    <a:pt x="3389505" y="2215599"/>
                  </a:lnTo>
                  <a:lnTo>
                    <a:pt x="3389842" y="2215681"/>
                  </a:lnTo>
                  <a:lnTo>
                    <a:pt x="3390178" y="2215606"/>
                  </a:lnTo>
                  <a:lnTo>
                    <a:pt x="3390515" y="2215393"/>
                  </a:lnTo>
                  <a:lnTo>
                    <a:pt x="3390851" y="2215037"/>
                  </a:lnTo>
                  <a:lnTo>
                    <a:pt x="3391187" y="2214486"/>
                  </a:lnTo>
                  <a:lnTo>
                    <a:pt x="3391524" y="2213674"/>
                  </a:lnTo>
                  <a:lnTo>
                    <a:pt x="3391860" y="2212898"/>
                  </a:lnTo>
                  <a:lnTo>
                    <a:pt x="3392197" y="2212149"/>
                  </a:lnTo>
                  <a:lnTo>
                    <a:pt x="3392533" y="2211537"/>
                  </a:lnTo>
                  <a:lnTo>
                    <a:pt x="3392870" y="2210956"/>
                  </a:lnTo>
                  <a:lnTo>
                    <a:pt x="3393206" y="2210404"/>
                  </a:lnTo>
                  <a:lnTo>
                    <a:pt x="3393543" y="2209578"/>
                  </a:lnTo>
                  <a:lnTo>
                    <a:pt x="3393879" y="2208728"/>
                  </a:lnTo>
                  <a:lnTo>
                    <a:pt x="3394216" y="2207588"/>
                  </a:lnTo>
                  <a:lnTo>
                    <a:pt x="3394552" y="2206425"/>
                  </a:lnTo>
                  <a:lnTo>
                    <a:pt x="3394889" y="2205575"/>
                  </a:lnTo>
                  <a:lnTo>
                    <a:pt x="3395225" y="2204871"/>
                  </a:lnTo>
                  <a:lnTo>
                    <a:pt x="3395561" y="2204481"/>
                  </a:lnTo>
                  <a:lnTo>
                    <a:pt x="3395898" y="2204136"/>
                  </a:lnTo>
                  <a:lnTo>
                    <a:pt x="3396234" y="2204022"/>
                  </a:lnTo>
                  <a:lnTo>
                    <a:pt x="3396571" y="2204022"/>
                  </a:lnTo>
                  <a:lnTo>
                    <a:pt x="3396907" y="2203800"/>
                  </a:lnTo>
                  <a:lnTo>
                    <a:pt x="3397244" y="2203447"/>
                  </a:lnTo>
                  <a:lnTo>
                    <a:pt x="3397580" y="2202988"/>
                  </a:lnTo>
                  <a:lnTo>
                    <a:pt x="3397917" y="2202498"/>
                  </a:lnTo>
                  <a:lnTo>
                    <a:pt x="3398253" y="2202146"/>
                  </a:lnTo>
                  <a:lnTo>
                    <a:pt x="3398590" y="2202353"/>
                  </a:lnTo>
                  <a:lnTo>
                    <a:pt x="3398926" y="2203371"/>
                  </a:lnTo>
                  <a:lnTo>
                    <a:pt x="3399263" y="2205361"/>
                  </a:lnTo>
                  <a:lnTo>
                    <a:pt x="3399599" y="2207971"/>
                  </a:lnTo>
                  <a:lnTo>
                    <a:pt x="3399935" y="2210558"/>
                  </a:lnTo>
                  <a:lnTo>
                    <a:pt x="3400272" y="2213382"/>
                  </a:lnTo>
                  <a:lnTo>
                    <a:pt x="3400608" y="2216091"/>
                  </a:lnTo>
                  <a:lnTo>
                    <a:pt x="3400945" y="2218969"/>
                  </a:lnTo>
                  <a:lnTo>
                    <a:pt x="3401281" y="2221732"/>
                  </a:lnTo>
                  <a:lnTo>
                    <a:pt x="3401618" y="2224977"/>
                  </a:lnTo>
                  <a:lnTo>
                    <a:pt x="3401954" y="2228566"/>
                  </a:lnTo>
                  <a:lnTo>
                    <a:pt x="3402291" y="2232393"/>
                  </a:lnTo>
                  <a:lnTo>
                    <a:pt x="3402627" y="2236227"/>
                  </a:lnTo>
                  <a:lnTo>
                    <a:pt x="3402964" y="2240299"/>
                  </a:lnTo>
                  <a:lnTo>
                    <a:pt x="3403300" y="2244233"/>
                  </a:lnTo>
                  <a:lnTo>
                    <a:pt x="3403637" y="2248213"/>
                  </a:lnTo>
                  <a:lnTo>
                    <a:pt x="3403973" y="2252070"/>
                  </a:lnTo>
                  <a:lnTo>
                    <a:pt x="3404309" y="2255675"/>
                  </a:lnTo>
                  <a:lnTo>
                    <a:pt x="3404646" y="2258851"/>
                  </a:lnTo>
                  <a:lnTo>
                    <a:pt x="3404982" y="2262284"/>
                  </a:lnTo>
                  <a:lnTo>
                    <a:pt x="3405319" y="2265025"/>
                  </a:lnTo>
                  <a:lnTo>
                    <a:pt x="3405655" y="2267062"/>
                  </a:lnTo>
                  <a:lnTo>
                    <a:pt x="3405992" y="2268693"/>
                  </a:lnTo>
                  <a:lnTo>
                    <a:pt x="3406328" y="2270557"/>
                  </a:lnTo>
                  <a:lnTo>
                    <a:pt x="3406665" y="2271850"/>
                  </a:lnTo>
                  <a:lnTo>
                    <a:pt x="3407001" y="2272914"/>
                  </a:lnTo>
                  <a:lnTo>
                    <a:pt x="3407338" y="2273809"/>
                  </a:lnTo>
                  <a:lnTo>
                    <a:pt x="3407674" y="2274733"/>
                  </a:lnTo>
                  <a:lnTo>
                    <a:pt x="3408011" y="2274936"/>
                  </a:lnTo>
                  <a:lnTo>
                    <a:pt x="3408347" y="2275224"/>
                  </a:lnTo>
                  <a:lnTo>
                    <a:pt x="3408683" y="2275051"/>
                  </a:lnTo>
                  <a:lnTo>
                    <a:pt x="3409020" y="2274739"/>
                  </a:lnTo>
                  <a:lnTo>
                    <a:pt x="3409356" y="2274459"/>
                  </a:lnTo>
                  <a:lnTo>
                    <a:pt x="3409693" y="2273878"/>
                  </a:lnTo>
                  <a:lnTo>
                    <a:pt x="3410029" y="2273233"/>
                  </a:lnTo>
                  <a:lnTo>
                    <a:pt x="3410366" y="2272700"/>
                  </a:lnTo>
                  <a:lnTo>
                    <a:pt x="3410702" y="2272215"/>
                  </a:lnTo>
                  <a:lnTo>
                    <a:pt x="3411039" y="2271790"/>
                  </a:lnTo>
                  <a:lnTo>
                    <a:pt x="3411375" y="2271546"/>
                  </a:lnTo>
                  <a:lnTo>
                    <a:pt x="3411712" y="2271463"/>
                  </a:lnTo>
                  <a:lnTo>
                    <a:pt x="3412048" y="2270793"/>
                  </a:lnTo>
                  <a:lnTo>
                    <a:pt x="3412385" y="2269676"/>
                  </a:lnTo>
                  <a:lnTo>
                    <a:pt x="3412721" y="2267864"/>
                  </a:lnTo>
                  <a:lnTo>
                    <a:pt x="3413057" y="2265970"/>
                  </a:lnTo>
                  <a:lnTo>
                    <a:pt x="3413394" y="2263952"/>
                  </a:lnTo>
                  <a:lnTo>
                    <a:pt x="3413730" y="2261530"/>
                  </a:lnTo>
                  <a:lnTo>
                    <a:pt x="3414067" y="2258924"/>
                  </a:lnTo>
                  <a:lnTo>
                    <a:pt x="3414403" y="2256211"/>
                  </a:lnTo>
                  <a:lnTo>
                    <a:pt x="3414740" y="2253474"/>
                  </a:lnTo>
                  <a:lnTo>
                    <a:pt x="3415076" y="2251164"/>
                  </a:lnTo>
                  <a:lnTo>
                    <a:pt x="3415413" y="2249037"/>
                  </a:lnTo>
                  <a:lnTo>
                    <a:pt x="3415749" y="2246965"/>
                  </a:lnTo>
                  <a:lnTo>
                    <a:pt x="3416086" y="2245128"/>
                  </a:lnTo>
                  <a:lnTo>
                    <a:pt x="3416422" y="2243184"/>
                  </a:lnTo>
                  <a:lnTo>
                    <a:pt x="3416759" y="2240970"/>
                  </a:lnTo>
                  <a:lnTo>
                    <a:pt x="3417095" y="2238669"/>
                  </a:lnTo>
                  <a:lnTo>
                    <a:pt x="3417431" y="2236652"/>
                  </a:lnTo>
                  <a:lnTo>
                    <a:pt x="3417768" y="2234749"/>
                  </a:lnTo>
                  <a:lnTo>
                    <a:pt x="3418104" y="2232718"/>
                  </a:lnTo>
                  <a:lnTo>
                    <a:pt x="3418441" y="2230542"/>
                  </a:lnTo>
                  <a:lnTo>
                    <a:pt x="3418777" y="2228418"/>
                  </a:lnTo>
                  <a:lnTo>
                    <a:pt x="3419114" y="2226121"/>
                  </a:lnTo>
                  <a:lnTo>
                    <a:pt x="3419450" y="2223580"/>
                  </a:lnTo>
                  <a:lnTo>
                    <a:pt x="3419787" y="2221148"/>
                  </a:lnTo>
                  <a:lnTo>
                    <a:pt x="3420123" y="2218264"/>
                  </a:lnTo>
                  <a:lnTo>
                    <a:pt x="3420460" y="2215115"/>
                  </a:lnTo>
                  <a:lnTo>
                    <a:pt x="3420796" y="2211988"/>
                  </a:lnTo>
                  <a:lnTo>
                    <a:pt x="3421132" y="2209023"/>
                  </a:lnTo>
                  <a:lnTo>
                    <a:pt x="3421469" y="2206115"/>
                  </a:lnTo>
                  <a:lnTo>
                    <a:pt x="3421805" y="2203528"/>
                  </a:lnTo>
                  <a:lnTo>
                    <a:pt x="3422142" y="2201425"/>
                  </a:lnTo>
                  <a:lnTo>
                    <a:pt x="3422478" y="2199470"/>
                  </a:lnTo>
                  <a:lnTo>
                    <a:pt x="3422815" y="2197373"/>
                  </a:lnTo>
                  <a:lnTo>
                    <a:pt x="3423151" y="2195476"/>
                  </a:lnTo>
                  <a:lnTo>
                    <a:pt x="3423488" y="2193840"/>
                  </a:lnTo>
                  <a:lnTo>
                    <a:pt x="3423824" y="2192143"/>
                  </a:lnTo>
                  <a:lnTo>
                    <a:pt x="3424161" y="2190379"/>
                  </a:lnTo>
                  <a:lnTo>
                    <a:pt x="3424497" y="2188535"/>
                  </a:lnTo>
                  <a:lnTo>
                    <a:pt x="3424834" y="2186897"/>
                  </a:lnTo>
                  <a:lnTo>
                    <a:pt x="3425170" y="2185129"/>
                  </a:lnTo>
                  <a:lnTo>
                    <a:pt x="3425506" y="2183369"/>
                  </a:lnTo>
                  <a:lnTo>
                    <a:pt x="3425843" y="2181410"/>
                  </a:lnTo>
                  <a:lnTo>
                    <a:pt x="3426179" y="2179075"/>
                  </a:lnTo>
                  <a:lnTo>
                    <a:pt x="3426516" y="2176626"/>
                  </a:lnTo>
                  <a:lnTo>
                    <a:pt x="3426852" y="2173970"/>
                  </a:lnTo>
                  <a:lnTo>
                    <a:pt x="3427189" y="2171215"/>
                  </a:lnTo>
                  <a:lnTo>
                    <a:pt x="3427525" y="2168552"/>
                  </a:lnTo>
                  <a:lnTo>
                    <a:pt x="3427862" y="2166179"/>
                  </a:lnTo>
                  <a:lnTo>
                    <a:pt x="3428198" y="2164036"/>
                  </a:lnTo>
                  <a:lnTo>
                    <a:pt x="3428535" y="2161893"/>
                  </a:lnTo>
                  <a:lnTo>
                    <a:pt x="3428871" y="2159812"/>
                  </a:lnTo>
                  <a:lnTo>
                    <a:pt x="3429208" y="2157943"/>
                  </a:lnTo>
                  <a:lnTo>
                    <a:pt x="3429544" y="2156472"/>
                  </a:lnTo>
                  <a:lnTo>
                    <a:pt x="3429880" y="2155136"/>
                  </a:lnTo>
                  <a:lnTo>
                    <a:pt x="3430217" y="2154546"/>
                  </a:lnTo>
                  <a:lnTo>
                    <a:pt x="3430553" y="2154155"/>
                  </a:lnTo>
                  <a:lnTo>
                    <a:pt x="3430890" y="2154392"/>
                  </a:lnTo>
                  <a:lnTo>
                    <a:pt x="3431226" y="2155206"/>
                  </a:lnTo>
                  <a:lnTo>
                    <a:pt x="3431563" y="2156126"/>
                  </a:lnTo>
                  <a:lnTo>
                    <a:pt x="3431899" y="2157243"/>
                  </a:lnTo>
                  <a:lnTo>
                    <a:pt x="3432236" y="2158413"/>
                  </a:lnTo>
                  <a:lnTo>
                    <a:pt x="3432572" y="2159223"/>
                  </a:lnTo>
                  <a:lnTo>
                    <a:pt x="3432909" y="2159747"/>
                  </a:lnTo>
                  <a:lnTo>
                    <a:pt x="3433245" y="2159781"/>
                  </a:lnTo>
                  <a:lnTo>
                    <a:pt x="3433582" y="2159722"/>
                  </a:lnTo>
                  <a:lnTo>
                    <a:pt x="3433918" y="2159633"/>
                  </a:lnTo>
                  <a:lnTo>
                    <a:pt x="3434254" y="2159139"/>
                  </a:lnTo>
                  <a:lnTo>
                    <a:pt x="3434591" y="2158545"/>
                  </a:lnTo>
                  <a:lnTo>
                    <a:pt x="3434927" y="2157984"/>
                  </a:lnTo>
                  <a:lnTo>
                    <a:pt x="3435264" y="2157687"/>
                  </a:lnTo>
                  <a:lnTo>
                    <a:pt x="3435600" y="2156978"/>
                  </a:lnTo>
                  <a:lnTo>
                    <a:pt x="3435937" y="2155125"/>
                  </a:lnTo>
                  <a:lnTo>
                    <a:pt x="3436273" y="2152783"/>
                  </a:lnTo>
                  <a:lnTo>
                    <a:pt x="3436610" y="2150299"/>
                  </a:lnTo>
                  <a:lnTo>
                    <a:pt x="3436946" y="2147496"/>
                  </a:lnTo>
                  <a:lnTo>
                    <a:pt x="3437283" y="2144479"/>
                  </a:lnTo>
                  <a:lnTo>
                    <a:pt x="3437619" y="2141975"/>
                  </a:lnTo>
                  <a:lnTo>
                    <a:pt x="3437956" y="2139828"/>
                  </a:lnTo>
                  <a:lnTo>
                    <a:pt x="3438292" y="2138280"/>
                  </a:lnTo>
                  <a:lnTo>
                    <a:pt x="3438628" y="2136773"/>
                  </a:lnTo>
                  <a:lnTo>
                    <a:pt x="3438965" y="2134709"/>
                  </a:lnTo>
                  <a:lnTo>
                    <a:pt x="3439301" y="2132979"/>
                  </a:lnTo>
                  <a:lnTo>
                    <a:pt x="3439638" y="2131433"/>
                  </a:lnTo>
                  <a:lnTo>
                    <a:pt x="3439974" y="2129918"/>
                  </a:lnTo>
                  <a:lnTo>
                    <a:pt x="3440311" y="2127981"/>
                  </a:lnTo>
                  <a:lnTo>
                    <a:pt x="3440647" y="2126390"/>
                  </a:lnTo>
                  <a:lnTo>
                    <a:pt x="3440984" y="2125877"/>
                  </a:lnTo>
                  <a:lnTo>
                    <a:pt x="3441320" y="2125731"/>
                  </a:lnTo>
                  <a:lnTo>
                    <a:pt x="3441657" y="2125793"/>
                  </a:lnTo>
                  <a:lnTo>
                    <a:pt x="3441993" y="2125923"/>
                  </a:lnTo>
                  <a:lnTo>
                    <a:pt x="3442330" y="2126076"/>
                  </a:lnTo>
                  <a:lnTo>
                    <a:pt x="3442666" y="2125976"/>
                  </a:lnTo>
                  <a:lnTo>
                    <a:pt x="3443002" y="2125552"/>
                  </a:lnTo>
                  <a:lnTo>
                    <a:pt x="3443339" y="2125255"/>
                  </a:lnTo>
                  <a:lnTo>
                    <a:pt x="3443675" y="2125087"/>
                  </a:lnTo>
                  <a:lnTo>
                    <a:pt x="3444012" y="2125321"/>
                  </a:lnTo>
                  <a:lnTo>
                    <a:pt x="3444348" y="2125565"/>
                  </a:lnTo>
                  <a:lnTo>
                    <a:pt x="3444685" y="2125630"/>
                  </a:lnTo>
                  <a:lnTo>
                    <a:pt x="3445021" y="2125279"/>
                  </a:lnTo>
                  <a:lnTo>
                    <a:pt x="3445358" y="2124666"/>
                  </a:lnTo>
                  <a:lnTo>
                    <a:pt x="3445694" y="2123713"/>
                  </a:lnTo>
                  <a:lnTo>
                    <a:pt x="3446031" y="2122513"/>
                  </a:lnTo>
                  <a:lnTo>
                    <a:pt x="3446367" y="2120893"/>
                  </a:lnTo>
                  <a:lnTo>
                    <a:pt x="3446704" y="2119158"/>
                  </a:lnTo>
                  <a:lnTo>
                    <a:pt x="3447040" y="2117769"/>
                  </a:lnTo>
                  <a:lnTo>
                    <a:pt x="3447376" y="2116405"/>
                  </a:lnTo>
                  <a:lnTo>
                    <a:pt x="3447713" y="2115048"/>
                  </a:lnTo>
                  <a:lnTo>
                    <a:pt x="3448049" y="2113865"/>
                  </a:lnTo>
                  <a:lnTo>
                    <a:pt x="3448386" y="2112513"/>
                  </a:lnTo>
                  <a:lnTo>
                    <a:pt x="3448722" y="2110860"/>
                  </a:lnTo>
                  <a:lnTo>
                    <a:pt x="3449059" y="2108411"/>
                  </a:lnTo>
                  <a:lnTo>
                    <a:pt x="3449395" y="2105418"/>
                  </a:lnTo>
                  <a:lnTo>
                    <a:pt x="3449732" y="2102120"/>
                  </a:lnTo>
                  <a:lnTo>
                    <a:pt x="3450068" y="2098347"/>
                  </a:lnTo>
                  <a:lnTo>
                    <a:pt x="3450405" y="2094566"/>
                  </a:lnTo>
                  <a:lnTo>
                    <a:pt x="3450741" y="2091419"/>
                  </a:lnTo>
                  <a:lnTo>
                    <a:pt x="3451078" y="2087954"/>
                  </a:lnTo>
                  <a:lnTo>
                    <a:pt x="3451414" y="2084525"/>
                  </a:lnTo>
                  <a:lnTo>
                    <a:pt x="3451750" y="2080632"/>
                  </a:lnTo>
                  <a:lnTo>
                    <a:pt x="3452087" y="2076242"/>
                  </a:lnTo>
                  <a:lnTo>
                    <a:pt x="3452423" y="2071687"/>
                  </a:lnTo>
                  <a:lnTo>
                    <a:pt x="3452760" y="2066881"/>
                  </a:lnTo>
                  <a:lnTo>
                    <a:pt x="3453096" y="2061487"/>
                  </a:lnTo>
                  <a:lnTo>
                    <a:pt x="3453433" y="2056107"/>
                  </a:lnTo>
                  <a:lnTo>
                    <a:pt x="3453769" y="2051038"/>
                  </a:lnTo>
                  <a:lnTo>
                    <a:pt x="3454106" y="2046284"/>
                  </a:lnTo>
                  <a:lnTo>
                    <a:pt x="3454442" y="2041901"/>
                  </a:lnTo>
                  <a:lnTo>
                    <a:pt x="3454779" y="2037752"/>
                  </a:lnTo>
                  <a:lnTo>
                    <a:pt x="3455115" y="2034025"/>
                  </a:lnTo>
                  <a:lnTo>
                    <a:pt x="3455451" y="2030134"/>
                  </a:lnTo>
                  <a:lnTo>
                    <a:pt x="3455788" y="2026013"/>
                  </a:lnTo>
                  <a:lnTo>
                    <a:pt x="3456124" y="2021908"/>
                  </a:lnTo>
                  <a:lnTo>
                    <a:pt x="3456461" y="2017063"/>
                  </a:lnTo>
                  <a:lnTo>
                    <a:pt x="3456797" y="2013053"/>
                  </a:lnTo>
                  <a:lnTo>
                    <a:pt x="3457134" y="2009586"/>
                  </a:lnTo>
                  <a:lnTo>
                    <a:pt x="3457470" y="2006502"/>
                  </a:lnTo>
                  <a:lnTo>
                    <a:pt x="3457807" y="2004083"/>
                  </a:lnTo>
                  <a:lnTo>
                    <a:pt x="3458143" y="2001955"/>
                  </a:lnTo>
                  <a:lnTo>
                    <a:pt x="3458480" y="2000379"/>
                  </a:lnTo>
                  <a:lnTo>
                    <a:pt x="3458816" y="1998715"/>
                  </a:lnTo>
                  <a:lnTo>
                    <a:pt x="3459153" y="1997404"/>
                  </a:lnTo>
                  <a:lnTo>
                    <a:pt x="3459489" y="1996076"/>
                  </a:lnTo>
                  <a:lnTo>
                    <a:pt x="3459825" y="1994844"/>
                  </a:lnTo>
                  <a:lnTo>
                    <a:pt x="3460162" y="1993769"/>
                  </a:lnTo>
                  <a:lnTo>
                    <a:pt x="3460498" y="1993114"/>
                  </a:lnTo>
                  <a:lnTo>
                    <a:pt x="3460835" y="1993100"/>
                  </a:lnTo>
                  <a:lnTo>
                    <a:pt x="3461171" y="1993336"/>
                  </a:lnTo>
                  <a:lnTo>
                    <a:pt x="3461508" y="1994154"/>
                  </a:lnTo>
                  <a:lnTo>
                    <a:pt x="3461844" y="1995048"/>
                  </a:lnTo>
                  <a:lnTo>
                    <a:pt x="3462181" y="1995778"/>
                  </a:lnTo>
                  <a:lnTo>
                    <a:pt x="3462517" y="1996498"/>
                  </a:lnTo>
                  <a:lnTo>
                    <a:pt x="3462854" y="1997104"/>
                  </a:lnTo>
                  <a:lnTo>
                    <a:pt x="3463190" y="1997758"/>
                  </a:lnTo>
                  <a:lnTo>
                    <a:pt x="3463527" y="1998241"/>
                  </a:lnTo>
                  <a:lnTo>
                    <a:pt x="3463863" y="1998708"/>
                  </a:lnTo>
                  <a:lnTo>
                    <a:pt x="3464199" y="1999323"/>
                  </a:lnTo>
                  <a:lnTo>
                    <a:pt x="3464536" y="2000081"/>
                  </a:lnTo>
                  <a:lnTo>
                    <a:pt x="3464872" y="2000812"/>
                  </a:lnTo>
                  <a:lnTo>
                    <a:pt x="3465209" y="2001436"/>
                  </a:lnTo>
                  <a:lnTo>
                    <a:pt x="3465545" y="2001854"/>
                  </a:lnTo>
                  <a:lnTo>
                    <a:pt x="3465882" y="2002077"/>
                  </a:lnTo>
                  <a:lnTo>
                    <a:pt x="3466218" y="2002150"/>
                  </a:lnTo>
                  <a:lnTo>
                    <a:pt x="3466555" y="2001721"/>
                  </a:lnTo>
                  <a:lnTo>
                    <a:pt x="3466891" y="2001111"/>
                  </a:lnTo>
                  <a:lnTo>
                    <a:pt x="3467228" y="2000218"/>
                  </a:lnTo>
                  <a:lnTo>
                    <a:pt x="3467564" y="1999363"/>
                  </a:lnTo>
                  <a:lnTo>
                    <a:pt x="3467901" y="1998557"/>
                  </a:lnTo>
                  <a:lnTo>
                    <a:pt x="3468237" y="1997837"/>
                  </a:lnTo>
                  <a:lnTo>
                    <a:pt x="3468573" y="1997510"/>
                  </a:lnTo>
                  <a:lnTo>
                    <a:pt x="3468910" y="1997550"/>
                  </a:lnTo>
                  <a:lnTo>
                    <a:pt x="3469246" y="1997642"/>
                  </a:lnTo>
                  <a:lnTo>
                    <a:pt x="3469583" y="1997558"/>
                  </a:lnTo>
                  <a:lnTo>
                    <a:pt x="3469919" y="1997519"/>
                  </a:lnTo>
                  <a:lnTo>
                    <a:pt x="3470256" y="1997389"/>
                  </a:lnTo>
                  <a:lnTo>
                    <a:pt x="3470592" y="1997496"/>
                  </a:lnTo>
                  <a:lnTo>
                    <a:pt x="3470929" y="1997734"/>
                  </a:lnTo>
                  <a:lnTo>
                    <a:pt x="3471265" y="1998154"/>
                  </a:lnTo>
                  <a:lnTo>
                    <a:pt x="3471602" y="1998606"/>
                  </a:lnTo>
                  <a:lnTo>
                    <a:pt x="3471938" y="1999058"/>
                  </a:lnTo>
                  <a:lnTo>
                    <a:pt x="3472275" y="1999084"/>
                  </a:lnTo>
                  <a:lnTo>
                    <a:pt x="3472611" y="1999427"/>
                  </a:lnTo>
                  <a:lnTo>
                    <a:pt x="3472947" y="2000253"/>
                  </a:lnTo>
                  <a:lnTo>
                    <a:pt x="3473284" y="2001408"/>
                  </a:lnTo>
                  <a:lnTo>
                    <a:pt x="3473620" y="2002559"/>
                  </a:lnTo>
                  <a:lnTo>
                    <a:pt x="3473957" y="2004006"/>
                  </a:lnTo>
                  <a:lnTo>
                    <a:pt x="3474293" y="2005451"/>
                  </a:lnTo>
                  <a:lnTo>
                    <a:pt x="3474630" y="2006999"/>
                  </a:lnTo>
                  <a:lnTo>
                    <a:pt x="3474966" y="2008099"/>
                  </a:lnTo>
                  <a:lnTo>
                    <a:pt x="3475303" y="2009417"/>
                  </a:lnTo>
                  <a:lnTo>
                    <a:pt x="3475639" y="2010656"/>
                  </a:lnTo>
                  <a:lnTo>
                    <a:pt x="3475976" y="2011861"/>
                  </a:lnTo>
                  <a:lnTo>
                    <a:pt x="3476312" y="2013047"/>
                  </a:lnTo>
                  <a:lnTo>
                    <a:pt x="3476649" y="2014400"/>
                  </a:lnTo>
                  <a:lnTo>
                    <a:pt x="3476985" y="2015995"/>
                  </a:lnTo>
                  <a:lnTo>
                    <a:pt x="3477321" y="2017937"/>
                  </a:lnTo>
                  <a:lnTo>
                    <a:pt x="3477658" y="2019542"/>
                  </a:lnTo>
                  <a:lnTo>
                    <a:pt x="3477994" y="2020793"/>
                  </a:lnTo>
                  <a:lnTo>
                    <a:pt x="3478331" y="2021776"/>
                  </a:lnTo>
                  <a:lnTo>
                    <a:pt x="3478667" y="2022361"/>
                  </a:lnTo>
                  <a:lnTo>
                    <a:pt x="3479004" y="2022373"/>
                  </a:lnTo>
                  <a:lnTo>
                    <a:pt x="3479340" y="2022578"/>
                  </a:lnTo>
                  <a:lnTo>
                    <a:pt x="3479677" y="2023283"/>
                  </a:lnTo>
                  <a:lnTo>
                    <a:pt x="3480013" y="2025074"/>
                  </a:lnTo>
                  <a:lnTo>
                    <a:pt x="3480350" y="2026796"/>
                  </a:lnTo>
                  <a:lnTo>
                    <a:pt x="3480686" y="2028304"/>
                  </a:lnTo>
                  <a:lnTo>
                    <a:pt x="3481023" y="2029949"/>
                  </a:lnTo>
                  <a:lnTo>
                    <a:pt x="3481359" y="2031465"/>
                  </a:lnTo>
                  <a:lnTo>
                    <a:pt x="3481695" y="2032636"/>
                  </a:lnTo>
                  <a:lnTo>
                    <a:pt x="3482032" y="2033676"/>
                  </a:lnTo>
                  <a:lnTo>
                    <a:pt x="3482368" y="2034442"/>
                  </a:lnTo>
                  <a:lnTo>
                    <a:pt x="3482705" y="2034985"/>
                  </a:lnTo>
                  <a:lnTo>
                    <a:pt x="3483041" y="2035774"/>
                  </a:lnTo>
                  <a:lnTo>
                    <a:pt x="3483378" y="2036600"/>
                  </a:lnTo>
                  <a:lnTo>
                    <a:pt x="3483714" y="2037695"/>
                  </a:lnTo>
                  <a:lnTo>
                    <a:pt x="3484051" y="2039294"/>
                  </a:lnTo>
                  <a:lnTo>
                    <a:pt x="3484387" y="2041016"/>
                  </a:lnTo>
                  <a:lnTo>
                    <a:pt x="3484724" y="2042317"/>
                  </a:lnTo>
                  <a:lnTo>
                    <a:pt x="3485060" y="2043129"/>
                  </a:lnTo>
                  <a:lnTo>
                    <a:pt x="3485396" y="2043902"/>
                  </a:lnTo>
                  <a:lnTo>
                    <a:pt x="3485733" y="2044912"/>
                  </a:lnTo>
                  <a:lnTo>
                    <a:pt x="3486069" y="2045777"/>
                  </a:lnTo>
                  <a:lnTo>
                    <a:pt x="3486406" y="2046886"/>
                  </a:lnTo>
                  <a:lnTo>
                    <a:pt x="3486742" y="2048425"/>
                  </a:lnTo>
                  <a:lnTo>
                    <a:pt x="3487079" y="2050001"/>
                  </a:lnTo>
                  <a:lnTo>
                    <a:pt x="3487415" y="2052167"/>
                  </a:lnTo>
                  <a:lnTo>
                    <a:pt x="3487752" y="2054662"/>
                  </a:lnTo>
                  <a:lnTo>
                    <a:pt x="3488088" y="2056958"/>
                  </a:lnTo>
                  <a:lnTo>
                    <a:pt x="3488425" y="2059132"/>
                  </a:lnTo>
                  <a:lnTo>
                    <a:pt x="3488761" y="2061252"/>
                  </a:lnTo>
                  <a:lnTo>
                    <a:pt x="3489098" y="2063012"/>
                  </a:lnTo>
                  <a:lnTo>
                    <a:pt x="3489434" y="2064252"/>
                  </a:lnTo>
                  <a:lnTo>
                    <a:pt x="3489770" y="2065339"/>
                  </a:lnTo>
                  <a:lnTo>
                    <a:pt x="3490107" y="2066938"/>
                  </a:lnTo>
                  <a:lnTo>
                    <a:pt x="3490443" y="2068324"/>
                  </a:lnTo>
                  <a:lnTo>
                    <a:pt x="3490780" y="2069326"/>
                  </a:lnTo>
                  <a:lnTo>
                    <a:pt x="3491116" y="2070115"/>
                  </a:lnTo>
                  <a:lnTo>
                    <a:pt x="3491453" y="2070765"/>
                  </a:lnTo>
                  <a:lnTo>
                    <a:pt x="3491789" y="2071332"/>
                  </a:lnTo>
                  <a:lnTo>
                    <a:pt x="3492126" y="2071722"/>
                  </a:lnTo>
                  <a:lnTo>
                    <a:pt x="3492462" y="2072028"/>
                  </a:lnTo>
                  <a:lnTo>
                    <a:pt x="3492799" y="2072434"/>
                  </a:lnTo>
                  <a:lnTo>
                    <a:pt x="3493135" y="2072954"/>
                  </a:lnTo>
                  <a:lnTo>
                    <a:pt x="3493472" y="2073536"/>
                  </a:lnTo>
                  <a:lnTo>
                    <a:pt x="3493808" y="2074378"/>
                  </a:lnTo>
                  <a:lnTo>
                    <a:pt x="3494144" y="2075408"/>
                  </a:lnTo>
                  <a:lnTo>
                    <a:pt x="3494481" y="2076675"/>
                  </a:lnTo>
                  <a:lnTo>
                    <a:pt x="3494817" y="2078121"/>
                  </a:lnTo>
                  <a:lnTo>
                    <a:pt x="3495154" y="2078897"/>
                  </a:lnTo>
                  <a:lnTo>
                    <a:pt x="3495490" y="2079486"/>
                  </a:lnTo>
                  <a:lnTo>
                    <a:pt x="3495827" y="2080373"/>
                  </a:lnTo>
                  <a:lnTo>
                    <a:pt x="3496163" y="2081509"/>
                  </a:lnTo>
                  <a:lnTo>
                    <a:pt x="3496500" y="2082343"/>
                  </a:lnTo>
                  <a:lnTo>
                    <a:pt x="3496836" y="2082754"/>
                  </a:lnTo>
                  <a:lnTo>
                    <a:pt x="3497173" y="2083037"/>
                  </a:lnTo>
                  <a:lnTo>
                    <a:pt x="3497509" y="2082527"/>
                  </a:lnTo>
                  <a:lnTo>
                    <a:pt x="3497846" y="2081854"/>
                  </a:lnTo>
                  <a:lnTo>
                    <a:pt x="3498182" y="2081092"/>
                  </a:lnTo>
                  <a:lnTo>
                    <a:pt x="3498518" y="2080145"/>
                  </a:lnTo>
                  <a:lnTo>
                    <a:pt x="3498855" y="2079346"/>
                  </a:lnTo>
                  <a:lnTo>
                    <a:pt x="3499191" y="2078277"/>
                  </a:lnTo>
                  <a:lnTo>
                    <a:pt x="3499528" y="2077083"/>
                  </a:lnTo>
                  <a:lnTo>
                    <a:pt x="3499864" y="2076361"/>
                  </a:lnTo>
                  <a:lnTo>
                    <a:pt x="3500201" y="2075976"/>
                  </a:lnTo>
                  <a:lnTo>
                    <a:pt x="3500537" y="2076090"/>
                  </a:lnTo>
                  <a:lnTo>
                    <a:pt x="3500874" y="2076490"/>
                  </a:lnTo>
                  <a:lnTo>
                    <a:pt x="3501210" y="2075778"/>
                  </a:lnTo>
                  <a:lnTo>
                    <a:pt x="3501547" y="2076331"/>
                  </a:lnTo>
                  <a:lnTo>
                    <a:pt x="3501883" y="2077245"/>
                  </a:lnTo>
                  <a:lnTo>
                    <a:pt x="3502220" y="2078658"/>
                  </a:lnTo>
                  <a:lnTo>
                    <a:pt x="3502556" y="2080763"/>
                  </a:lnTo>
                  <a:lnTo>
                    <a:pt x="3502892" y="2083370"/>
                  </a:lnTo>
                  <a:lnTo>
                    <a:pt x="3503229" y="2086562"/>
                  </a:lnTo>
                  <a:lnTo>
                    <a:pt x="3503565" y="2089685"/>
                  </a:lnTo>
                  <a:lnTo>
                    <a:pt x="3503902" y="2092464"/>
                  </a:lnTo>
                  <a:lnTo>
                    <a:pt x="3504238" y="2095346"/>
                  </a:lnTo>
                  <a:lnTo>
                    <a:pt x="3504575" y="2098011"/>
                  </a:lnTo>
                  <a:lnTo>
                    <a:pt x="3504911" y="2100343"/>
                  </a:lnTo>
                  <a:lnTo>
                    <a:pt x="3505248" y="2102351"/>
                  </a:lnTo>
                  <a:lnTo>
                    <a:pt x="3505584" y="2103820"/>
                  </a:lnTo>
                  <a:lnTo>
                    <a:pt x="3505921" y="2104815"/>
                  </a:lnTo>
                  <a:lnTo>
                    <a:pt x="3506257" y="2105892"/>
                  </a:lnTo>
                  <a:lnTo>
                    <a:pt x="3506594" y="2106341"/>
                  </a:lnTo>
                  <a:lnTo>
                    <a:pt x="3506930" y="2106647"/>
                  </a:lnTo>
                  <a:lnTo>
                    <a:pt x="3507266" y="2106339"/>
                  </a:lnTo>
                  <a:lnTo>
                    <a:pt x="3507603" y="2105989"/>
                  </a:lnTo>
                  <a:lnTo>
                    <a:pt x="3507939" y="2105211"/>
                  </a:lnTo>
                  <a:lnTo>
                    <a:pt x="3508276" y="2103531"/>
                  </a:lnTo>
                  <a:lnTo>
                    <a:pt x="3508612" y="2101593"/>
                  </a:lnTo>
                  <a:lnTo>
                    <a:pt x="3508949" y="2099806"/>
                  </a:lnTo>
                  <a:lnTo>
                    <a:pt x="3509285" y="2097989"/>
                  </a:lnTo>
                  <a:lnTo>
                    <a:pt x="3509622" y="2095956"/>
                  </a:lnTo>
                  <a:lnTo>
                    <a:pt x="3509958" y="2093974"/>
                  </a:lnTo>
                  <a:lnTo>
                    <a:pt x="3510295" y="2091850"/>
                  </a:lnTo>
                  <a:lnTo>
                    <a:pt x="3510631" y="2089585"/>
                  </a:lnTo>
                  <a:lnTo>
                    <a:pt x="3510968" y="2087307"/>
                  </a:lnTo>
                  <a:lnTo>
                    <a:pt x="3511304" y="2084692"/>
                  </a:lnTo>
                  <a:lnTo>
                    <a:pt x="3511640" y="2082508"/>
                  </a:lnTo>
                  <a:lnTo>
                    <a:pt x="3511977" y="2080647"/>
                  </a:lnTo>
                  <a:lnTo>
                    <a:pt x="3512313" y="2078563"/>
                  </a:lnTo>
                  <a:lnTo>
                    <a:pt x="3512650" y="2076802"/>
                  </a:lnTo>
                  <a:lnTo>
                    <a:pt x="3512986" y="2075105"/>
                  </a:lnTo>
                  <a:lnTo>
                    <a:pt x="3513323" y="2073616"/>
                  </a:lnTo>
                  <a:lnTo>
                    <a:pt x="3513659" y="2072626"/>
                  </a:lnTo>
                  <a:lnTo>
                    <a:pt x="3513996" y="2071873"/>
                  </a:lnTo>
                  <a:lnTo>
                    <a:pt x="3514332" y="2070772"/>
                  </a:lnTo>
                  <a:lnTo>
                    <a:pt x="3514669" y="2070198"/>
                  </a:lnTo>
                  <a:lnTo>
                    <a:pt x="3515005" y="2069880"/>
                  </a:lnTo>
                  <a:lnTo>
                    <a:pt x="3515342" y="2069717"/>
                  </a:lnTo>
                  <a:lnTo>
                    <a:pt x="3515678" y="2069825"/>
                  </a:lnTo>
                  <a:lnTo>
                    <a:pt x="3516014" y="2070630"/>
                  </a:lnTo>
                  <a:lnTo>
                    <a:pt x="3516351" y="2072331"/>
                  </a:lnTo>
                  <a:lnTo>
                    <a:pt x="3516687" y="2074693"/>
                  </a:lnTo>
                  <a:lnTo>
                    <a:pt x="3517024" y="2077402"/>
                  </a:lnTo>
                  <a:lnTo>
                    <a:pt x="3517360" y="2080776"/>
                  </a:lnTo>
                  <a:lnTo>
                    <a:pt x="3517697" y="2084518"/>
                  </a:lnTo>
                  <a:lnTo>
                    <a:pt x="3518033" y="2087721"/>
                  </a:lnTo>
                  <a:lnTo>
                    <a:pt x="3518370" y="2091304"/>
                  </a:lnTo>
                  <a:lnTo>
                    <a:pt x="3518706" y="2094887"/>
                  </a:lnTo>
                  <a:lnTo>
                    <a:pt x="3519043" y="2098413"/>
                  </a:lnTo>
                  <a:lnTo>
                    <a:pt x="3519379" y="2101985"/>
                  </a:lnTo>
                  <a:lnTo>
                    <a:pt x="3519715" y="2104856"/>
                  </a:lnTo>
                  <a:lnTo>
                    <a:pt x="3520052" y="2107611"/>
                  </a:lnTo>
                  <a:lnTo>
                    <a:pt x="3520388" y="2110777"/>
                  </a:lnTo>
                  <a:lnTo>
                    <a:pt x="3520725" y="2113861"/>
                  </a:lnTo>
                  <a:lnTo>
                    <a:pt x="3521061" y="2116597"/>
                  </a:lnTo>
                  <a:lnTo>
                    <a:pt x="3521398" y="2118993"/>
                  </a:lnTo>
                  <a:lnTo>
                    <a:pt x="3521734" y="2121065"/>
                  </a:lnTo>
                  <a:lnTo>
                    <a:pt x="3522071" y="2122313"/>
                  </a:lnTo>
                  <a:lnTo>
                    <a:pt x="3522407" y="2122566"/>
                  </a:lnTo>
                  <a:lnTo>
                    <a:pt x="3522744" y="2122377"/>
                  </a:lnTo>
                  <a:lnTo>
                    <a:pt x="3523080" y="2122166"/>
                  </a:lnTo>
                  <a:lnTo>
                    <a:pt x="3523417" y="2121840"/>
                  </a:lnTo>
                  <a:lnTo>
                    <a:pt x="3523753" y="2122069"/>
                  </a:lnTo>
                  <a:lnTo>
                    <a:pt x="3524089" y="2122069"/>
                  </a:lnTo>
                  <a:lnTo>
                    <a:pt x="3524426" y="2122146"/>
                  </a:lnTo>
                  <a:lnTo>
                    <a:pt x="3524762" y="2122628"/>
                  </a:lnTo>
                  <a:lnTo>
                    <a:pt x="3525099" y="2122919"/>
                  </a:lnTo>
                  <a:lnTo>
                    <a:pt x="3525435" y="2123302"/>
                  </a:lnTo>
                  <a:lnTo>
                    <a:pt x="3525772" y="2123248"/>
                  </a:lnTo>
                  <a:lnTo>
                    <a:pt x="3526108" y="2123129"/>
                  </a:lnTo>
                  <a:lnTo>
                    <a:pt x="3526445" y="2122227"/>
                  </a:lnTo>
                  <a:lnTo>
                    <a:pt x="3526781" y="2121214"/>
                  </a:lnTo>
                  <a:lnTo>
                    <a:pt x="3527118" y="2120601"/>
                  </a:lnTo>
                  <a:lnTo>
                    <a:pt x="3527454" y="2120513"/>
                  </a:lnTo>
                  <a:lnTo>
                    <a:pt x="3527791" y="2120777"/>
                  </a:lnTo>
                  <a:lnTo>
                    <a:pt x="3528127" y="2120838"/>
                  </a:lnTo>
                  <a:lnTo>
                    <a:pt x="3528463" y="2120855"/>
                  </a:lnTo>
                  <a:lnTo>
                    <a:pt x="3528800" y="2120771"/>
                  </a:lnTo>
                  <a:lnTo>
                    <a:pt x="3529136" y="2120267"/>
                  </a:lnTo>
                  <a:lnTo>
                    <a:pt x="3529473" y="2119622"/>
                  </a:lnTo>
                  <a:lnTo>
                    <a:pt x="3529809" y="2118786"/>
                  </a:lnTo>
                  <a:lnTo>
                    <a:pt x="3530146" y="2117768"/>
                  </a:lnTo>
                  <a:lnTo>
                    <a:pt x="3530482" y="2116624"/>
                  </a:lnTo>
                  <a:lnTo>
                    <a:pt x="3530819" y="2115628"/>
                  </a:lnTo>
                  <a:lnTo>
                    <a:pt x="3531155" y="2114671"/>
                  </a:lnTo>
                  <a:lnTo>
                    <a:pt x="3531492" y="2113949"/>
                  </a:lnTo>
                  <a:lnTo>
                    <a:pt x="3531828" y="2113298"/>
                  </a:lnTo>
                  <a:lnTo>
                    <a:pt x="3532165" y="2112766"/>
                  </a:lnTo>
                  <a:lnTo>
                    <a:pt x="3532501" y="2111943"/>
                  </a:lnTo>
                  <a:lnTo>
                    <a:pt x="3532837" y="2110905"/>
                  </a:lnTo>
                  <a:lnTo>
                    <a:pt x="3533174" y="2109756"/>
                  </a:lnTo>
                  <a:lnTo>
                    <a:pt x="3533510" y="2108458"/>
                  </a:lnTo>
                  <a:lnTo>
                    <a:pt x="3533847" y="2106752"/>
                  </a:lnTo>
                  <a:lnTo>
                    <a:pt x="3534183" y="2105058"/>
                  </a:lnTo>
                  <a:lnTo>
                    <a:pt x="3534520" y="2103288"/>
                  </a:lnTo>
                  <a:lnTo>
                    <a:pt x="3534856" y="2101036"/>
                  </a:lnTo>
                  <a:lnTo>
                    <a:pt x="3535193" y="2098244"/>
                  </a:lnTo>
                  <a:lnTo>
                    <a:pt x="3535529" y="2095070"/>
                  </a:lnTo>
                  <a:lnTo>
                    <a:pt x="3535866" y="2091513"/>
                  </a:lnTo>
                  <a:lnTo>
                    <a:pt x="3536202" y="2087529"/>
                  </a:lnTo>
                  <a:lnTo>
                    <a:pt x="3536539" y="2083071"/>
                  </a:lnTo>
                  <a:lnTo>
                    <a:pt x="3536875" y="2078359"/>
                  </a:lnTo>
                  <a:lnTo>
                    <a:pt x="3537211" y="2073348"/>
                  </a:lnTo>
                  <a:lnTo>
                    <a:pt x="3537548" y="2068318"/>
                  </a:lnTo>
                  <a:lnTo>
                    <a:pt x="3537884" y="2063534"/>
                  </a:lnTo>
                  <a:lnTo>
                    <a:pt x="3538221" y="2058693"/>
                  </a:lnTo>
                  <a:lnTo>
                    <a:pt x="3538557" y="2053913"/>
                  </a:lnTo>
                  <a:lnTo>
                    <a:pt x="3538894" y="2049447"/>
                  </a:lnTo>
                  <a:lnTo>
                    <a:pt x="3539230" y="2044799"/>
                  </a:lnTo>
                  <a:lnTo>
                    <a:pt x="3539567" y="2040144"/>
                  </a:lnTo>
                  <a:lnTo>
                    <a:pt x="3539903" y="2035641"/>
                  </a:lnTo>
                  <a:lnTo>
                    <a:pt x="3540240" y="2031329"/>
                  </a:lnTo>
                  <a:lnTo>
                    <a:pt x="3540576" y="2027487"/>
                  </a:lnTo>
                  <a:lnTo>
                    <a:pt x="3540913" y="2023731"/>
                  </a:lnTo>
                  <a:lnTo>
                    <a:pt x="3541249" y="2019959"/>
                  </a:lnTo>
                  <a:lnTo>
                    <a:pt x="3541585" y="2016269"/>
                  </a:lnTo>
                  <a:lnTo>
                    <a:pt x="3541922" y="2012947"/>
                  </a:lnTo>
                  <a:lnTo>
                    <a:pt x="3542258" y="2009864"/>
                  </a:lnTo>
                  <a:lnTo>
                    <a:pt x="3542595" y="2007200"/>
                  </a:lnTo>
                  <a:lnTo>
                    <a:pt x="3542931" y="2004178"/>
                  </a:lnTo>
                  <a:lnTo>
                    <a:pt x="3543268" y="2001122"/>
                  </a:lnTo>
                  <a:lnTo>
                    <a:pt x="3543604" y="1997950"/>
                  </a:lnTo>
                  <a:lnTo>
                    <a:pt x="3543941" y="1995373"/>
                  </a:lnTo>
                  <a:lnTo>
                    <a:pt x="3544277" y="1994037"/>
                  </a:lnTo>
                  <a:lnTo>
                    <a:pt x="3544614" y="1993113"/>
                  </a:lnTo>
                  <a:lnTo>
                    <a:pt x="3544950" y="1992695"/>
                  </a:lnTo>
                  <a:lnTo>
                    <a:pt x="3545287" y="1992650"/>
                  </a:lnTo>
                  <a:lnTo>
                    <a:pt x="3545623" y="1992755"/>
                  </a:lnTo>
                  <a:lnTo>
                    <a:pt x="3545959" y="1992877"/>
                  </a:lnTo>
                  <a:lnTo>
                    <a:pt x="3546296" y="1993108"/>
                  </a:lnTo>
                  <a:lnTo>
                    <a:pt x="3546632" y="1993251"/>
                  </a:lnTo>
                  <a:lnTo>
                    <a:pt x="3546969" y="1993090"/>
                  </a:lnTo>
                  <a:lnTo>
                    <a:pt x="3547305" y="1992383"/>
                  </a:lnTo>
                  <a:lnTo>
                    <a:pt x="3547642" y="1991512"/>
                  </a:lnTo>
                  <a:lnTo>
                    <a:pt x="3547978" y="1991036"/>
                  </a:lnTo>
                  <a:lnTo>
                    <a:pt x="3548315" y="1990554"/>
                  </a:lnTo>
                  <a:lnTo>
                    <a:pt x="3548651" y="1989982"/>
                  </a:lnTo>
                  <a:lnTo>
                    <a:pt x="3548988" y="1989693"/>
                  </a:lnTo>
                  <a:lnTo>
                    <a:pt x="3549324" y="1989523"/>
                  </a:lnTo>
                  <a:lnTo>
                    <a:pt x="3549661" y="1989299"/>
                  </a:lnTo>
                  <a:lnTo>
                    <a:pt x="3549997" y="1989376"/>
                  </a:lnTo>
                  <a:lnTo>
                    <a:pt x="3550333" y="1989202"/>
                  </a:lnTo>
                  <a:lnTo>
                    <a:pt x="3550670" y="1989060"/>
                  </a:lnTo>
                  <a:lnTo>
                    <a:pt x="3551006" y="1988693"/>
                  </a:lnTo>
                  <a:lnTo>
                    <a:pt x="3551343" y="1988021"/>
                  </a:lnTo>
                  <a:lnTo>
                    <a:pt x="3551679" y="1986975"/>
                  </a:lnTo>
                  <a:lnTo>
                    <a:pt x="3552016" y="1985442"/>
                  </a:lnTo>
                  <a:lnTo>
                    <a:pt x="3552352" y="1984280"/>
                  </a:lnTo>
                  <a:lnTo>
                    <a:pt x="3552689" y="1982511"/>
                  </a:lnTo>
                  <a:lnTo>
                    <a:pt x="3553025" y="1980590"/>
                  </a:lnTo>
                  <a:lnTo>
                    <a:pt x="3553362" y="1978587"/>
                  </a:lnTo>
                  <a:lnTo>
                    <a:pt x="3553698" y="1976876"/>
                  </a:lnTo>
                  <a:lnTo>
                    <a:pt x="3554034" y="1974747"/>
                  </a:lnTo>
                  <a:lnTo>
                    <a:pt x="3554371" y="1972054"/>
                  </a:lnTo>
                  <a:lnTo>
                    <a:pt x="3554707" y="1969437"/>
                  </a:lnTo>
                  <a:lnTo>
                    <a:pt x="3555044" y="1966490"/>
                  </a:lnTo>
                  <a:lnTo>
                    <a:pt x="3555380" y="1963611"/>
                  </a:lnTo>
                  <a:lnTo>
                    <a:pt x="3555717" y="1960740"/>
                  </a:lnTo>
                  <a:lnTo>
                    <a:pt x="3556053" y="1958206"/>
                  </a:lnTo>
                  <a:lnTo>
                    <a:pt x="3556390" y="1955374"/>
                  </a:lnTo>
                  <a:lnTo>
                    <a:pt x="3556726" y="1952377"/>
                  </a:lnTo>
                  <a:lnTo>
                    <a:pt x="3557063" y="1949463"/>
                  </a:lnTo>
                  <a:lnTo>
                    <a:pt x="3557399" y="1946637"/>
                  </a:lnTo>
                  <a:lnTo>
                    <a:pt x="3557736" y="1943782"/>
                  </a:lnTo>
                  <a:lnTo>
                    <a:pt x="3558072" y="1940761"/>
                  </a:lnTo>
                  <a:lnTo>
                    <a:pt x="3558408" y="1937768"/>
                  </a:lnTo>
                  <a:lnTo>
                    <a:pt x="3558745" y="1934933"/>
                  </a:lnTo>
                  <a:lnTo>
                    <a:pt x="3559081" y="1932554"/>
                  </a:lnTo>
                  <a:lnTo>
                    <a:pt x="3559418" y="1929728"/>
                  </a:lnTo>
                  <a:lnTo>
                    <a:pt x="3559754" y="1927531"/>
                  </a:lnTo>
                  <a:lnTo>
                    <a:pt x="3560091" y="1925120"/>
                  </a:lnTo>
                  <a:lnTo>
                    <a:pt x="3560427" y="1921993"/>
                  </a:lnTo>
                  <a:lnTo>
                    <a:pt x="3560764" y="1919538"/>
                  </a:lnTo>
                  <a:lnTo>
                    <a:pt x="3561100" y="1916694"/>
                  </a:lnTo>
                  <a:lnTo>
                    <a:pt x="3561437" y="1914005"/>
                  </a:lnTo>
                  <a:lnTo>
                    <a:pt x="3561773" y="1911212"/>
                  </a:lnTo>
                  <a:lnTo>
                    <a:pt x="3562110" y="1907965"/>
                  </a:lnTo>
                  <a:lnTo>
                    <a:pt x="3562446" y="1904337"/>
                  </a:lnTo>
                  <a:lnTo>
                    <a:pt x="3562782" y="1900709"/>
                  </a:lnTo>
                  <a:lnTo>
                    <a:pt x="3563119" y="1896373"/>
                  </a:lnTo>
                  <a:lnTo>
                    <a:pt x="3563455" y="1892020"/>
                  </a:lnTo>
                  <a:lnTo>
                    <a:pt x="3563792" y="1887681"/>
                  </a:lnTo>
                  <a:lnTo>
                    <a:pt x="3564128" y="1882485"/>
                  </a:lnTo>
                  <a:lnTo>
                    <a:pt x="3564465" y="1877389"/>
                  </a:lnTo>
                  <a:lnTo>
                    <a:pt x="3564801" y="1872837"/>
                  </a:lnTo>
                  <a:lnTo>
                    <a:pt x="3565138" y="1867753"/>
                  </a:lnTo>
                  <a:lnTo>
                    <a:pt x="3565474" y="1862927"/>
                  </a:lnTo>
                  <a:lnTo>
                    <a:pt x="3565811" y="1858344"/>
                  </a:lnTo>
                  <a:lnTo>
                    <a:pt x="3566147" y="1853322"/>
                  </a:lnTo>
                  <a:lnTo>
                    <a:pt x="3566484" y="1848494"/>
                  </a:lnTo>
                  <a:lnTo>
                    <a:pt x="3566820" y="1843842"/>
                  </a:lnTo>
                  <a:lnTo>
                    <a:pt x="3567156" y="1839317"/>
                  </a:lnTo>
                  <a:lnTo>
                    <a:pt x="3567493" y="1834446"/>
                  </a:lnTo>
                  <a:lnTo>
                    <a:pt x="3567829" y="1830031"/>
                  </a:lnTo>
                  <a:lnTo>
                    <a:pt x="3568166" y="1825893"/>
                  </a:lnTo>
                  <a:lnTo>
                    <a:pt x="3568502" y="1822786"/>
                  </a:lnTo>
                  <a:lnTo>
                    <a:pt x="3568839" y="1819665"/>
                  </a:lnTo>
                  <a:lnTo>
                    <a:pt x="3569175" y="1816767"/>
                  </a:lnTo>
                  <a:lnTo>
                    <a:pt x="3569512" y="1814397"/>
                  </a:lnTo>
                  <a:lnTo>
                    <a:pt x="3569848" y="1811774"/>
                  </a:lnTo>
                  <a:lnTo>
                    <a:pt x="3570185" y="1808959"/>
                  </a:lnTo>
                  <a:lnTo>
                    <a:pt x="3570521" y="1806399"/>
                  </a:lnTo>
                  <a:lnTo>
                    <a:pt x="3570858" y="1804044"/>
                  </a:lnTo>
                  <a:lnTo>
                    <a:pt x="3571194" y="1802274"/>
                  </a:lnTo>
                  <a:lnTo>
                    <a:pt x="3571530" y="1800475"/>
                  </a:lnTo>
                  <a:lnTo>
                    <a:pt x="3571867" y="1798793"/>
                  </a:lnTo>
                  <a:lnTo>
                    <a:pt x="3572203" y="1797004"/>
                  </a:lnTo>
                  <a:lnTo>
                    <a:pt x="3572540" y="1795199"/>
                  </a:lnTo>
                  <a:lnTo>
                    <a:pt x="3572876" y="1793210"/>
                  </a:lnTo>
                  <a:lnTo>
                    <a:pt x="3573213" y="1791389"/>
                  </a:lnTo>
                  <a:lnTo>
                    <a:pt x="3573549" y="1789619"/>
                  </a:lnTo>
                  <a:lnTo>
                    <a:pt x="3573886" y="1787837"/>
                  </a:lnTo>
                  <a:lnTo>
                    <a:pt x="3574222" y="1785544"/>
                  </a:lnTo>
                  <a:lnTo>
                    <a:pt x="3574559" y="1783024"/>
                  </a:lnTo>
                  <a:lnTo>
                    <a:pt x="3574895" y="1780376"/>
                  </a:lnTo>
                  <a:lnTo>
                    <a:pt x="3575232" y="1777892"/>
                  </a:lnTo>
                  <a:lnTo>
                    <a:pt x="3575568" y="1774972"/>
                  </a:lnTo>
                  <a:lnTo>
                    <a:pt x="3575904" y="1771942"/>
                  </a:lnTo>
                  <a:lnTo>
                    <a:pt x="3576241" y="1768291"/>
                  </a:lnTo>
                  <a:lnTo>
                    <a:pt x="3576577" y="1764537"/>
                  </a:lnTo>
                  <a:lnTo>
                    <a:pt x="3576914" y="1760960"/>
                  </a:lnTo>
                  <a:lnTo>
                    <a:pt x="3577250" y="1757077"/>
                  </a:lnTo>
                  <a:lnTo>
                    <a:pt x="3577587" y="1753168"/>
                  </a:lnTo>
                  <a:lnTo>
                    <a:pt x="3577923" y="1749633"/>
                  </a:lnTo>
                  <a:lnTo>
                    <a:pt x="3578260" y="1745598"/>
                  </a:lnTo>
                  <a:lnTo>
                    <a:pt x="3578596" y="1741487"/>
                  </a:lnTo>
                  <a:lnTo>
                    <a:pt x="3578933" y="1737331"/>
                  </a:lnTo>
                  <a:lnTo>
                    <a:pt x="3579269" y="1732784"/>
                  </a:lnTo>
                  <a:lnTo>
                    <a:pt x="3579606" y="1728976"/>
                  </a:lnTo>
                  <a:lnTo>
                    <a:pt x="3579942" y="1724752"/>
                  </a:lnTo>
                  <a:lnTo>
                    <a:pt x="3580278" y="1721024"/>
                  </a:lnTo>
                  <a:lnTo>
                    <a:pt x="3580615" y="1716922"/>
                  </a:lnTo>
                  <a:lnTo>
                    <a:pt x="3580951" y="1712944"/>
                  </a:lnTo>
                  <a:lnTo>
                    <a:pt x="3581288" y="1709042"/>
                  </a:lnTo>
                  <a:lnTo>
                    <a:pt x="3581624" y="1705127"/>
                  </a:lnTo>
                  <a:lnTo>
                    <a:pt x="3581961" y="1700577"/>
                  </a:lnTo>
                  <a:lnTo>
                    <a:pt x="3582297" y="1696337"/>
                  </a:lnTo>
                  <a:lnTo>
                    <a:pt x="3582634" y="1692331"/>
                  </a:lnTo>
                  <a:lnTo>
                    <a:pt x="3582970" y="1688292"/>
                  </a:lnTo>
                  <a:lnTo>
                    <a:pt x="3583307" y="1683576"/>
                  </a:lnTo>
                  <a:lnTo>
                    <a:pt x="3583643" y="1678477"/>
                  </a:lnTo>
                  <a:lnTo>
                    <a:pt x="3583980" y="1672756"/>
                  </a:lnTo>
                  <a:lnTo>
                    <a:pt x="3584316" y="1665785"/>
                  </a:lnTo>
                  <a:lnTo>
                    <a:pt x="3584652" y="1658676"/>
                  </a:lnTo>
                  <a:lnTo>
                    <a:pt x="3584989" y="1651046"/>
                  </a:lnTo>
                  <a:lnTo>
                    <a:pt x="3585325" y="1643673"/>
                  </a:lnTo>
                  <a:lnTo>
                    <a:pt x="3585662" y="1636720"/>
                  </a:lnTo>
                  <a:lnTo>
                    <a:pt x="3585998" y="1630213"/>
                  </a:lnTo>
                  <a:lnTo>
                    <a:pt x="3586335" y="1624657"/>
                  </a:lnTo>
                  <a:lnTo>
                    <a:pt x="3586671" y="1620218"/>
                  </a:lnTo>
                  <a:lnTo>
                    <a:pt x="3587008" y="1617585"/>
                  </a:lnTo>
                  <a:lnTo>
                    <a:pt x="3587344" y="1615641"/>
                  </a:lnTo>
                  <a:lnTo>
                    <a:pt x="3587681" y="1614110"/>
                  </a:lnTo>
                  <a:lnTo>
                    <a:pt x="3588017" y="1612970"/>
                  </a:lnTo>
                  <a:lnTo>
                    <a:pt x="3588353" y="1611960"/>
                  </a:lnTo>
                  <a:lnTo>
                    <a:pt x="3588690" y="1611102"/>
                  </a:lnTo>
                  <a:lnTo>
                    <a:pt x="3589026" y="1611140"/>
                  </a:lnTo>
                  <a:lnTo>
                    <a:pt x="3589363" y="1611875"/>
                  </a:lnTo>
                  <a:lnTo>
                    <a:pt x="3589699" y="1613186"/>
                  </a:lnTo>
                  <a:lnTo>
                    <a:pt x="3590036" y="1615077"/>
                  </a:lnTo>
                  <a:lnTo>
                    <a:pt x="3590372" y="1617250"/>
                  </a:lnTo>
                  <a:lnTo>
                    <a:pt x="3590709" y="1619237"/>
                  </a:lnTo>
                  <a:lnTo>
                    <a:pt x="3591045" y="1621302"/>
                  </a:lnTo>
                  <a:lnTo>
                    <a:pt x="3591382" y="1623014"/>
                  </a:lnTo>
                  <a:lnTo>
                    <a:pt x="3591718" y="1624071"/>
                  </a:lnTo>
                  <a:lnTo>
                    <a:pt x="3592055" y="1623665"/>
                  </a:lnTo>
                  <a:lnTo>
                    <a:pt x="3592391" y="1622896"/>
                  </a:lnTo>
                  <a:lnTo>
                    <a:pt x="3592727" y="1622013"/>
                  </a:lnTo>
                  <a:lnTo>
                    <a:pt x="3593064" y="1620519"/>
                  </a:lnTo>
                  <a:lnTo>
                    <a:pt x="3593400" y="1619111"/>
                  </a:lnTo>
                  <a:lnTo>
                    <a:pt x="3593737" y="1618106"/>
                  </a:lnTo>
                  <a:lnTo>
                    <a:pt x="3594073" y="1616805"/>
                  </a:lnTo>
                  <a:lnTo>
                    <a:pt x="3594410" y="1615066"/>
                  </a:lnTo>
                  <a:lnTo>
                    <a:pt x="3594746" y="1612705"/>
                  </a:lnTo>
                  <a:lnTo>
                    <a:pt x="3595083" y="1609773"/>
                  </a:lnTo>
                  <a:lnTo>
                    <a:pt x="3595419" y="1606409"/>
                  </a:lnTo>
                  <a:lnTo>
                    <a:pt x="3595756" y="1602569"/>
                  </a:lnTo>
                  <a:lnTo>
                    <a:pt x="3596092" y="1597976"/>
                  </a:lnTo>
                  <a:lnTo>
                    <a:pt x="3596429" y="1593325"/>
                  </a:lnTo>
                  <a:lnTo>
                    <a:pt x="3596765" y="1588550"/>
                  </a:lnTo>
                  <a:lnTo>
                    <a:pt x="3597101" y="1584322"/>
                  </a:lnTo>
                  <a:lnTo>
                    <a:pt x="3597438" y="1579210"/>
                  </a:lnTo>
                  <a:lnTo>
                    <a:pt x="3597774" y="1574410"/>
                  </a:lnTo>
                  <a:lnTo>
                    <a:pt x="3598111" y="1570127"/>
                  </a:lnTo>
                  <a:lnTo>
                    <a:pt x="3598447" y="1565883"/>
                  </a:lnTo>
                  <a:lnTo>
                    <a:pt x="3598784" y="1561718"/>
                  </a:lnTo>
                  <a:lnTo>
                    <a:pt x="3599120" y="1557776"/>
                  </a:lnTo>
                  <a:lnTo>
                    <a:pt x="3599457" y="1553967"/>
                  </a:lnTo>
                  <a:lnTo>
                    <a:pt x="3599793" y="1550522"/>
                  </a:lnTo>
                  <a:lnTo>
                    <a:pt x="3600130" y="1547496"/>
                  </a:lnTo>
                  <a:lnTo>
                    <a:pt x="3600466" y="1544262"/>
                  </a:lnTo>
                  <a:lnTo>
                    <a:pt x="3600803" y="1541453"/>
                  </a:lnTo>
                  <a:lnTo>
                    <a:pt x="3601139" y="1539548"/>
                  </a:lnTo>
                  <a:lnTo>
                    <a:pt x="3601475" y="1537391"/>
                  </a:lnTo>
                  <a:lnTo>
                    <a:pt x="3601812" y="1535547"/>
                  </a:lnTo>
                  <a:lnTo>
                    <a:pt x="3602148" y="1534568"/>
                  </a:lnTo>
                  <a:lnTo>
                    <a:pt x="3602485" y="1534389"/>
                  </a:lnTo>
                  <a:lnTo>
                    <a:pt x="3602821" y="1534123"/>
                  </a:lnTo>
                  <a:lnTo>
                    <a:pt x="3603158" y="1533107"/>
                  </a:lnTo>
                  <a:lnTo>
                    <a:pt x="3603494" y="1531298"/>
                  </a:lnTo>
                  <a:lnTo>
                    <a:pt x="3603831" y="1527872"/>
                  </a:lnTo>
                  <a:lnTo>
                    <a:pt x="3604167" y="1524165"/>
                  </a:lnTo>
                  <a:lnTo>
                    <a:pt x="3604504" y="1520428"/>
                  </a:lnTo>
                  <a:lnTo>
                    <a:pt x="3604840" y="1516221"/>
                  </a:lnTo>
                  <a:lnTo>
                    <a:pt x="3605177" y="1511416"/>
                  </a:lnTo>
                  <a:lnTo>
                    <a:pt x="3605513" y="1506322"/>
                  </a:lnTo>
                  <a:lnTo>
                    <a:pt x="3605849" y="1501083"/>
                  </a:lnTo>
                  <a:lnTo>
                    <a:pt x="3606186" y="1495906"/>
                  </a:lnTo>
                  <a:lnTo>
                    <a:pt x="3606522" y="1491240"/>
                  </a:lnTo>
                  <a:lnTo>
                    <a:pt x="3606859" y="1486650"/>
                  </a:lnTo>
                  <a:lnTo>
                    <a:pt x="3607195" y="1481417"/>
                  </a:lnTo>
                  <a:lnTo>
                    <a:pt x="3607532" y="1475757"/>
                  </a:lnTo>
                  <a:lnTo>
                    <a:pt x="3607868" y="1469573"/>
                  </a:lnTo>
                  <a:lnTo>
                    <a:pt x="3608205" y="1463808"/>
                  </a:lnTo>
                  <a:lnTo>
                    <a:pt x="3608541" y="1458281"/>
                  </a:lnTo>
                  <a:lnTo>
                    <a:pt x="3608878" y="1453606"/>
                  </a:lnTo>
                  <a:lnTo>
                    <a:pt x="3609214" y="1448869"/>
                  </a:lnTo>
                  <a:lnTo>
                    <a:pt x="3609551" y="1445813"/>
                  </a:lnTo>
                  <a:lnTo>
                    <a:pt x="3609887" y="1442893"/>
                  </a:lnTo>
                  <a:lnTo>
                    <a:pt x="3610223" y="1440574"/>
                  </a:lnTo>
                  <a:lnTo>
                    <a:pt x="3610560" y="1438803"/>
                  </a:lnTo>
                  <a:lnTo>
                    <a:pt x="3610896" y="1437648"/>
                  </a:lnTo>
                  <a:lnTo>
                    <a:pt x="3611233" y="1435708"/>
                  </a:lnTo>
                  <a:lnTo>
                    <a:pt x="3611569" y="1432442"/>
                  </a:lnTo>
                  <a:lnTo>
                    <a:pt x="3611906" y="1428662"/>
                  </a:lnTo>
                  <a:lnTo>
                    <a:pt x="3612242" y="1424923"/>
                  </a:lnTo>
                  <a:lnTo>
                    <a:pt x="3612579" y="1421357"/>
                  </a:lnTo>
                  <a:lnTo>
                    <a:pt x="3612915" y="1418335"/>
                  </a:lnTo>
                  <a:lnTo>
                    <a:pt x="3613252" y="1415465"/>
                  </a:lnTo>
                  <a:lnTo>
                    <a:pt x="3613588" y="1412393"/>
                  </a:lnTo>
                  <a:lnTo>
                    <a:pt x="3613925" y="1409312"/>
                  </a:lnTo>
                  <a:lnTo>
                    <a:pt x="3614261" y="1406798"/>
                  </a:lnTo>
                  <a:lnTo>
                    <a:pt x="3614597" y="1403878"/>
                  </a:lnTo>
                  <a:lnTo>
                    <a:pt x="3614934" y="1400909"/>
                  </a:lnTo>
                  <a:lnTo>
                    <a:pt x="3615270" y="1397933"/>
                  </a:lnTo>
                  <a:lnTo>
                    <a:pt x="3615607" y="1394991"/>
                  </a:lnTo>
                  <a:lnTo>
                    <a:pt x="3615943" y="1391863"/>
                  </a:lnTo>
                  <a:lnTo>
                    <a:pt x="3616280" y="1388672"/>
                  </a:lnTo>
                  <a:lnTo>
                    <a:pt x="3616616" y="1385345"/>
                  </a:lnTo>
                  <a:lnTo>
                    <a:pt x="3616953" y="1382037"/>
                  </a:lnTo>
                  <a:lnTo>
                    <a:pt x="3617289" y="1378566"/>
                  </a:lnTo>
                  <a:lnTo>
                    <a:pt x="3617626" y="1374728"/>
                  </a:lnTo>
                  <a:lnTo>
                    <a:pt x="3617962" y="1370579"/>
                  </a:lnTo>
                  <a:lnTo>
                    <a:pt x="3618298" y="1366410"/>
                  </a:lnTo>
                  <a:lnTo>
                    <a:pt x="3618635" y="1362203"/>
                  </a:lnTo>
                  <a:lnTo>
                    <a:pt x="3618971" y="1358392"/>
                  </a:lnTo>
                  <a:lnTo>
                    <a:pt x="3619308" y="1353845"/>
                  </a:lnTo>
                  <a:lnTo>
                    <a:pt x="3619644" y="1348905"/>
                  </a:lnTo>
                  <a:lnTo>
                    <a:pt x="3619981" y="1345140"/>
                  </a:lnTo>
                  <a:lnTo>
                    <a:pt x="3620317" y="1341266"/>
                  </a:lnTo>
                  <a:lnTo>
                    <a:pt x="3620654" y="1337807"/>
                  </a:lnTo>
                  <a:lnTo>
                    <a:pt x="3620990" y="1334279"/>
                  </a:lnTo>
                  <a:lnTo>
                    <a:pt x="3621327" y="1330253"/>
                  </a:lnTo>
                  <a:lnTo>
                    <a:pt x="3621663" y="1327014"/>
                  </a:lnTo>
                  <a:lnTo>
                    <a:pt x="3622000" y="1323394"/>
                  </a:lnTo>
                  <a:lnTo>
                    <a:pt x="3622336" y="1320771"/>
                  </a:lnTo>
                  <a:lnTo>
                    <a:pt x="3622672" y="1318045"/>
                  </a:lnTo>
                  <a:lnTo>
                    <a:pt x="3623009" y="1315997"/>
                  </a:lnTo>
                  <a:lnTo>
                    <a:pt x="3623345" y="1314196"/>
                  </a:lnTo>
                  <a:lnTo>
                    <a:pt x="3623682" y="1312599"/>
                  </a:lnTo>
                  <a:lnTo>
                    <a:pt x="3624018" y="1311098"/>
                  </a:lnTo>
                  <a:lnTo>
                    <a:pt x="3624355" y="1310165"/>
                  </a:lnTo>
                  <a:lnTo>
                    <a:pt x="3624691" y="1308908"/>
                  </a:lnTo>
                  <a:lnTo>
                    <a:pt x="3625028" y="1307838"/>
                  </a:lnTo>
                  <a:lnTo>
                    <a:pt x="3625364" y="1306964"/>
                  </a:lnTo>
                  <a:lnTo>
                    <a:pt x="3625701" y="1306340"/>
                  </a:lnTo>
                  <a:lnTo>
                    <a:pt x="3626037" y="1305815"/>
                  </a:lnTo>
                  <a:lnTo>
                    <a:pt x="3626374" y="1305373"/>
                  </a:lnTo>
                  <a:lnTo>
                    <a:pt x="3626710" y="1305017"/>
                  </a:lnTo>
                  <a:lnTo>
                    <a:pt x="3627046" y="1304234"/>
                  </a:lnTo>
                  <a:lnTo>
                    <a:pt x="3627383" y="1303677"/>
                  </a:lnTo>
                  <a:lnTo>
                    <a:pt x="3627719" y="1303396"/>
                  </a:lnTo>
                  <a:lnTo>
                    <a:pt x="3628056" y="1302663"/>
                  </a:lnTo>
                  <a:lnTo>
                    <a:pt x="3628392" y="1301241"/>
                  </a:lnTo>
                  <a:lnTo>
                    <a:pt x="3628729" y="1300065"/>
                  </a:lnTo>
                  <a:lnTo>
                    <a:pt x="3629065" y="1298519"/>
                  </a:lnTo>
                  <a:lnTo>
                    <a:pt x="3629402" y="1296673"/>
                  </a:lnTo>
                  <a:lnTo>
                    <a:pt x="3629738" y="1295452"/>
                  </a:lnTo>
                  <a:lnTo>
                    <a:pt x="3630075" y="1293811"/>
                  </a:lnTo>
                  <a:lnTo>
                    <a:pt x="3630411" y="1292548"/>
                  </a:lnTo>
                  <a:lnTo>
                    <a:pt x="3630748" y="1291331"/>
                  </a:lnTo>
                  <a:lnTo>
                    <a:pt x="3631084" y="1290044"/>
                  </a:lnTo>
                  <a:lnTo>
                    <a:pt x="3631420" y="1289651"/>
                  </a:lnTo>
                  <a:lnTo>
                    <a:pt x="3631757" y="1289832"/>
                  </a:lnTo>
                  <a:lnTo>
                    <a:pt x="3632093" y="1289521"/>
                  </a:lnTo>
                  <a:lnTo>
                    <a:pt x="3632430" y="1290073"/>
                  </a:lnTo>
                  <a:lnTo>
                    <a:pt x="3632766" y="1290360"/>
                  </a:lnTo>
                  <a:lnTo>
                    <a:pt x="3633103" y="1290101"/>
                  </a:lnTo>
                  <a:lnTo>
                    <a:pt x="3633439" y="1291492"/>
                  </a:lnTo>
                  <a:lnTo>
                    <a:pt x="3633776" y="1292420"/>
                  </a:lnTo>
                  <a:lnTo>
                    <a:pt x="3634112" y="1293805"/>
                  </a:lnTo>
                  <a:lnTo>
                    <a:pt x="3634449" y="1295051"/>
                  </a:lnTo>
                  <a:lnTo>
                    <a:pt x="3634785" y="1296610"/>
                  </a:lnTo>
                  <a:lnTo>
                    <a:pt x="3635122" y="1297726"/>
                  </a:lnTo>
                  <a:lnTo>
                    <a:pt x="3635458" y="1298989"/>
                  </a:lnTo>
                  <a:lnTo>
                    <a:pt x="3635794" y="1300696"/>
                  </a:lnTo>
                  <a:lnTo>
                    <a:pt x="3636131" y="1301444"/>
                  </a:lnTo>
                  <a:lnTo>
                    <a:pt x="3636467" y="1302261"/>
                  </a:lnTo>
                  <a:lnTo>
                    <a:pt x="3636804" y="1302567"/>
                  </a:lnTo>
                  <a:lnTo>
                    <a:pt x="3637140" y="1302973"/>
                  </a:lnTo>
                  <a:lnTo>
                    <a:pt x="3637477" y="1303475"/>
                  </a:lnTo>
                  <a:lnTo>
                    <a:pt x="3637813" y="1304069"/>
                  </a:lnTo>
                  <a:lnTo>
                    <a:pt x="3638150" y="1305062"/>
                  </a:lnTo>
                  <a:lnTo>
                    <a:pt x="3638486" y="1306087"/>
                  </a:lnTo>
                  <a:lnTo>
                    <a:pt x="3638823" y="1307268"/>
                  </a:lnTo>
                  <a:lnTo>
                    <a:pt x="3639159" y="1308820"/>
                  </a:lnTo>
                  <a:lnTo>
                    <a:pt x="3639496" y="1310427"/>
                  </a:lnTo>
                  <a:lnTo>
                    <a:pt x="3639832" y="1311950"/>
                  </a:lnTo>
                  <a:lnTo>
                    <a:pt x="3640168" y="1313742"/>
                  </a:lnTo>
                  <a:lnTo>
                    <a:pt x="3640505" y="1315087"/>
                  </a:lnTo>
                  <a:lnTo>
                    <a:pt x="3640841" y="1316630"/>
                  </a:lnTo>
                  <a:lnTo>
                    <a:pt x="3641178" y="1318499"/>
                  </a:lnTo>
                  <a:lnTo>
                    <a:pt x="3641514" y="1321053"/>
                  </a:lnTo>
                  <a:lnTo>
                    <a:pt x="3641851" y="1323988"/>
                  </a:lnTo>
                  <a:lnTo>
                    <a:pt x="3642187" y="1326995"/>
                  </a:lnTo>
                  <a:lnTo>
                    <a:pt x="3642524" y="1329926"/>
                  </a:lnTo>
                  <a:lnTo>
                    <a:pt x="3642860" y="1332908"/>
                  </a:lnTo>
                  <a:lnTo>
                    <a:pt x="3643197" y="1335712"/>
                  </a:lnTo>
                  <a:lnTo>
                    <a:pt x="3643533" y="1338140"/>
                  </a:lnTo>
                  <a:lnTo>
                    <a:pt x="3643870" y="1340513"/>
                  </a:lnTo>
                  <a:lnTo>
                    <a:pt x="3644206" y="1342687"/>
                  </a:lnTo>
                  <a:lnTo>
                    <a:pt x="3644542" y="1345298"/>
                  </a:lnTo>
                  <a:lnTo>
                    <a:pt x="3644879" y="1348284"/>
                  </a:lnTo>
                  <a:lnTo>
                    <a:pt x="3645215" y="1350966"/>
                  </a:lnTo>
                  <a:lnTo>
                    <a:pt x="3645552" y="1354524"/>
                  </a:lnTo>
                  <a:lnTo>
                    <a:pt x="3645888" y="1358269"/>
                  </a:lnTo>
                  <a:lnTo>
                    <a:pt x="3646225" y="1361753"/>
                  </a:lnTo>
                  <a:lnTo>
                    <a:pt x="3646561" y="1365498"/>
                  </a:lnTo>
                  <a:lnTo>
                    <a:pt x="3646898" y="1368961"/>
                  </a:lnTo>
                  <a:lnTo>
                    <a:pt x="3647234" y="1372583"/>
                  </a:lnTo>
                  <a:lnTo>
                    <a:pt x="3647571" y="1375376"/>
                  </a:lnTo>
                  <a:lnTo>
                    <a:pt x="3647907" y="1379007"/>
                  </a:lnTo>
                  <a:lnTo>
                    <a:pt x="3648244" y="1382857"/>
                  </a:lnTo>
                  <a:lnTo>
                    <a:pt x="3648580" y="1387237"/>
                  </a:lnTo>
                  <a:lnTo>
                    <a:pt x="3648916" y="1391625"/>
                  </a:lnTo>
                  <a:lnTo>
                    <a:pt x="3649253" y="1396436"/>
                  </a:lnTo>
                  <a:lnTo>
                    <a:pt x="3649589" y="1400788"/>
                  </a:lnTo>
                  <a:lnTo>
                    <a:pt x="3649926" y="1404582"/>
                  </a:lnTo>
                  <a:lnTo>
                    <a:pt x="3650262" y="1407701"/>
                  </a:lnTo>
                  <a:lnTo>
                    <a:pt x="3650599" y="1410525"/>
                  </a:lnTo>
                  <a:lnTo>
                    <a:pt x="3650935" y="1412966"/>
                  </a:lnTo>
                  <a:lnTo>
                    <a:pt x="3651272" y="1415498"/>
                  </a:lnTo>
                  <a:lnTo>
                    <a:pt x="3651608" y="1418850"/>
                  </a:lnTo>
                  <a:lnTo>
                    <a:pt x="3651945" y="1421659"/>
                  </a:lnTo>
                  <a:lnTo>
                    <a:pt x="3652281" y="1424254"/>
                  </a:lnTo>
                  <a:lnTo>
                    <a:pt x="3652617" y="1426909"/>
                  </a:lnTo>
                  <a:lnTo>
                    <a:pt x="3652954" y="1429190"/>
                  </a:lnTo>
                  <a:lnTo>
                    <a:pt x="3653290" y="1431004"/>
                  </a:lnTo>
                  <a:lnTo>
                    <a:pt x="3653627" y="1431984"/>
                  </a:lnTo>
                  <a:lnTo>
                    <a:pt x="3653963" y="1431907"/>
                  </a:lnTo>
                  <a:lnTo>
                    <a:pt x="3654300" y="1429986"/>
                  </a:lnTo>
                  <a:lnTo>
                    <a:pt x="3654636" y="1427124"/>
                  </a:lnTo>
                  <a:lnTo>
                    <a:pt x="3654973" y="1423664"/>
                  </a:lnTo>
                  <a:lnTo>
                    <a:pt x="3655309" y="1420549"/>
                  </a:lnTo>
                  <a:lnTo>
                    <a:pt x="3655646" y="1418943"/>
                  </a:lnTo>
                  <a:lnTo>
                    <a:pt x="3655982" y="1417635"/>
                  </a:lnTo>
                  <a:lnTo>
                    <a:pt x="3656319" y="1415603"/>
                  </a:lnTo>
                  <a:lnTo>
                    <a:pt x="3656655" y="1413406"/>
                  </a:lnTo>
                  <a:lnTo>
                    <a:pt x="3656991" y="1410680"/>
                  </a:lnTo>
                  <a:lnTo>
                    <a:pt x="3657328" y="1408085"/>
                  </a:lnTo>
                  <a:lnTo>
                    <a:pt x="3657664" y="1405020"/>
                  </a:lnTo>
                  <a:lnTo>
                    <a:pt x="3658001" y="1401894"/>
                  </a:lnTo>
                  <a:lnTo>
                    <a:pt x="3658337" y="1398859"/>
                  </a:lnTo>
                  <a:lnTo>
                    <a:pt x="3658674" y="1396176"/>
                  </a:lnTo>
                  <a:lnTo>
                    <a:pt x="3659010" y="1393712"/>
                  </a:lnTo>
                  <a:lnTo>
                    <a:pt x="3659347" y="1392240"/>
                  </a:lnTo>
                  <a:lnTo>
                    <a:pt x="3659683" y="1391382"/>
                  </a:lnTo>
                  <a:lnTo>
                    <a:pt x="3660020" y="1390821"/>
                  </a:lnTo>
                  <a:lnTo>
                    <a:pt x="3660356" y="1390728"/>
                  </a:lnTo>
                  <a:lnTo>
                    <a:pt x="3660693" y="1389964"/>
                  </a:lnTo>
                  <a:lnTo>
                    <a:pt x="3661029" y="1388559"/>
                  </a:lnTo>
                  <a:lnTo>
                    <a:pt x="3661365" y="1386899"/>
                  </a:lnTo>
                  <a:lnTo>
                    <a:pt x="3661702" y="1384759"/>
                  </a:lnTo>
                  <a:lnTo>
                    <a:pt x="3662038" y="1382936"/>
                  </a:lnTo>
                  <a:lnTo>
                    <a:pt x="3662375" y="1381384"/>
                  </a:lnTo>
                  <a:lnTo>
                    <a:pt x="3662711" y="1379950"/>
                  </a:lnTo>
                  <a:lnTo>
                    <a:pt x="3663048" y="1378763"/>
                  </a:lnTo>
                  <a:lnTo>
                    <a:pt x="3663384" y="1378835"/>
                  </a:lnTo>
                  <a:lnTo>
                    <a:pt x="3663721" y="1378760"/>
                  </a:lnTo>
                  <a:lnTo>
                    <a:pt x="3664057" y="1378762"/>
                  </a:lnTo>
                  <a:lnTo>
                    <a:pt x="3664394" y="1378613"/>
                  </a:lnTo>
                  <a:lnTo>
                    <a:pt x="3664730" y="1379257"/>
                  </a:lnTo>
                  <a:lnTo>
                    <a:pt x="3665067" y="1378848"/>
                  </a:lnTo>
                  <a:lnTo>
                    <a:pt x="3665403" y="1377944"/>
                  </a:lnTo>
                  <a:lnTo>
                    <a:pt x="3665739" y="1377532"/>
                  </a:lnTo>
                  <a:lnTo>
                    <a:pt x="3666076" y="1377187"/>
                  </a:lnTo>
                  <a:lnTo>
                    <a:pt x="3666412" y="1376961"/>
                  </a:lnTo>
                  <a:lnTo>
                    <a:pt x="3666749" y="1377415"/>
                  </a:lnTo>
                  <a:lnTo>
                    <a:pt x="3667085" y="1378253"/>
                  </a:lnTo>
                  <a:lnTo>
                    <a:pt x="3667422" y="1378866"/>
                  </a:lnTo>
                  <a:lnTo>
                    <a:pt x="3667758" y="1379395"/>
                  </a:lnTo>
                  <a:lnTo>
                    <a:pt x="3668095" y="1379776"/>
                  </a:lnTo>
                  <a:lnTo>
                    <a:pt x="3668431" y="1378877"/>
                  </a:lnTo>
                  <a:lnTo>
                    <a:pt x="3668768" y="1379113"/>
                  </a:lnTo>
                  <a:lnTo>
                    <a:pt x="3669104" y="1379342"/>
                  </a:lnTo>
                  <a:lnTo>
                    <a:pt x="3669441" y="1378806"/>
                  </a:lnTo>
                  <a:lnTo>
                    <a:pt x="3669777" y="1377837"/>
                  </a:lnTo>
                  <a:lnTo>
                    <a:pt x="3670113" y="1378040"/>
                  </a:lnTo>
                  <a:lnTo>
                    <a:pt x="3670450" y="1378746"/>
                  </a:lnTo>
                  <a:lnTo>
                    <a:pt x="3670786" y="1380099"/>
                  </a:lnTo>
                  <a:lnTo>
                    <a:pt x="3671123" y="1383573"/>
                  </a:lnTo>
                  <a:lnTo>
                    <a:pt x="3671459" y="1387806"/>
                  </a:lnTo>
                  <a:lnTo>
                    <a:pt x="3671796" y="1392997"/>
                  </a:lnTo>
                  <a:lnTo>
                    <a:pt x="3672132" y="1398545"/>
                  </a:lnTo>
                  <a:lnTo>
                    <a:pt x="3672469" y="1405297"/>
                  </a:lnTo>
                  <a:lnTo>
                    <a:pt x="3672805" y="1412842"/>
                  </a:lnTo>
                  <a:lnTo>
                    <a:pt x="3673142" y="1420821"/>
                  </a:lnTo>
                  <a:lnTo>
                    <a:pt x="3673478" y="1428552"/>
                  </a:lnTo>
                  <a:lnTo>
                    <a:pt x="3673815" y="1435736"/>
                  </a:lnTo>
                  <a:lnTo>
                    <a:pt x="3674151" y="1442748"/>
                  </a:lnTo>
                  <a:lnTo>
                    <a:pt x="3674487" y="1450436"/>
                  </a:lnTo>
                  <a:lnTo>
                    <a:pt x="3674824" y="1458691"/>
                  </a:lnTo>
                  <a:lnTo>
                    <a:pt x="3675160" y="1467094"/>
                  </a:lnTo>
                  <a:lnTo>
                    <a:pt x="3675497" y="1475212"/>
                  </a:lnTo>
                  <a:lnTo>
                    <a:pt x="3675833" y="1483305"/>
                  </a:lnTo>
                  <a:lnTo>
                    <a:pt x="3676170" y="1490450"/>
                  </a:lnTo>
                  <a:lnTo>
                    <a:pt x="3676506" y="1497341"/>
                  </a:lnTo>
                  <a:lnTo>
                    <a:pt x="3676843" y="1502858"/>
                  </a:lnTo>
                  <a:lnTo>
                    <a:pt x="3677179" y="1507697"/>
                  </a:lnTo>
                  <a:lnTo>
                    <a:pt x="3677516" y="1512310"/>
                  </a:lnTo>
                  <a:lnTo>
                    <a:pt x="3677852" y="1516182"/>
                  </a:lnTo>
                  <a:lnTo>
                    <a:pt x="3678189" y="1519139"/>
                  </a:lnTo>
                  <a:lnTo>
                    <a:pt x="3678525" y="1521766"/>
                  </a:lnTo>
                  <a:lnTo>
                    <a:pt x="3678861" y="1523964"/>
                  </a:lnTo>
                  <a:lnTo>
                    <a:pt x="3679198" y="1524728"/>
                  </a:lnTo>
                  <a:lnTo>
                    <a:pt x="3679534" y="1524751"/>
                  </a:lnTo>
                  <a:lnTo>
                    <a:pt x="3679871" y="1523885"/>
                  </a:lnTo>
                  <a:lnTo>
                    <a:pt x="3680207" y="1521637"/>
                  </a:lnTo>
                  <a:lnTo>
                    <a:pt x="3680544" y="1518232"/>
                  </a:lnTo>
                  <a:lnTo>
                    <a:pt x="3680880" y="1514429"/>
                  </a:lnTo>
                  <a:lnTo>
                    <a:pt x="3681217" y="1510081"/>
                  </a:lnTo>
                  <a:lnTo>
                    <a:pt x="3681553" y="1503924"/>
                  </a:lnTo>
                  <a:lnTo>
                    <a:pt x="3681890" y="1497042"/>
                  </a:lnTo>
                  <a:lnTo>
                    <a:pt x="3682226" y="1489594"/>
                  </a:lnTo>
                  <a:lnTo>
                    <a:pt x="3682563" y="1483834"/>
                  </a:lnTo>
                  <a:lnTo>
                    <a:pt x="3682899" y="1478014"/>
                  </a:lnTo>
                  <a:lnTo>
                    <a:pt x="3683235" y="1472156"/>
                  </a:lnTo>
                  <a:lnTo>
                    <a:pt x="3683572" y="1466209"/>
                  </a:lnTo>
                  <a:lnTo>
                    <a:pt x="3683908" y="1460879"/>
                  </a:lnTo>
                  <a:lnTo>
                    <a:pt x="3684245" y="1456401"/>
                  </a:lnTo>
                  <a:lnTo>
                    <a:pt x="3684581" y="1452039"/>
                  </a:lnTo>
                  <a:lnTo>
                    <a:pt x="3684918" y="1448363"/>
                  </a:lnTo>
                  <a:lnTo>
                    <a:pt x="3685254" y="1445201"/>
                  </a:lnTo>
                  <a:lnTo>
                    <a:pt x="3685591" y="1443056"/>
                  </a:lnTo>
                  <a:lnTo>
                    <a:pt x="3685927" y="1441472"/>
                  </a:lnTo>
                  <a:lnTo>
                    <a:pt x="3686264" y="1440202"/>
                  </a:lnTo>
                  <a:lnTo>
                    <a:pt x="3686600" y="1441336"/>
                  </a:lnTo>
                  <a:lnTo>
                    <a:pt x="3686936" y="1443745"/>
                  </a:lnTo>
                  <a:lnTo>
                    <a:pt x="3687273" y="1445699"/>
                  </a:lnTo>
                  <a:lnTo>
                    <a:pt x="3687609" y="1447228"/>
                  </a:lnTo>
                  <a:lnTo>
                    <a:pt x="3687946" y="1447777"/>
                  </a:lnTo>
                  <a:lnTo>
                    <a:pt x="3688282" y="1448355"/>
                  </a:lnTo>
                  <a:lnTo>
                    <a:pt x="3688619" y="1449925"/>
                  </a:lnTo>
                  <a:lnTo>
                    <a:pt x="3688955" y="1450844"/>
                  </a:lnTo>
                  <a:lnTo>
                    <a:pt x="3689292" y="1452084"/>
                  </a:lnTo>
                  <a:lnTo>
                    <a:pt x="3689628" y="1452885"/>
                  </a:lnTo>
                  <a:lnTo>
                    <a:pt x="3689965" y="1454074"/>
                  </a:lnTo>
                  <a:lnTo>
                    <a:pt x="3690301" y="1454493"/>
                  </a:lnTo>
                  <a:lnTo>
                    <a:pt x="3690638" y="1454221"/>
                  </a:lnTo>
                  <a:lnTo>
                    <a:pt x="3690974" y="1453881"/>
                  </a:lnTo>
                  <a:lnTo>
                    <a:pt x="3691310" y="1454295"/>
                  </a:lnTo>
                  <a:lnTo>
                    <a:pt x="3691647" y="1453795"/>
                  </a:lnTo>
                  <a:lnTo>
                    <a:pt x="3691983" y="1453621"/>
                  </a:lnTo>
                  <a:lnTo>
                    <a:pt x="3692320" y="1454508"/>
                  </a:lnTo>
                  <a:lnTo>
                    <a:pt x="3692656" y="1455687"/>
                  </a:lnTo>
                  <a:lnTo>
                    <a:pt x="3692993" y="1456784"/>
                  </a:lnTo>
                  <a:lnTo>
                    <a:pt x="3693329" y="1458087"/>
                  </a:lnTo>
                  <a:lnTo>
                    <a:pt x="3693666" y="1459451"/>
                  </a:lnTo>
                  <a:lnTo>
                    <a:pt x="3694002" y="1461676"/>
                  </a:lnTo>
                  <a:lnTo>
                    <a:pt x="3694339" y="1463690"/>
                  </a:lnTo>
                  <a:lnTo>
                    <a:pt x="3694675" y="1465460"/>
                  </a:lnTo>
                  <a:lnTo>
                    <a:pt x="3695012" y="1467626"/>
                  </a:lnTo>
                  <a:lnTo>
                    <a:pt x="3695348" y="1469861"/>
                  </a:lnTo>
                  <a:lnTo>
                    <a:pt x="3695684" y="1472952"/>
                  </a:lnTo>
                  <a:lnTo>
                    <a:pt x="3696021" y="1475899"/>
                  </a:lnTo>
                  <a:lnTo>
                    <a:pt x="3696357" y="1479623"/>
                  </a:lnTo>
                  <a:lnTo>
                    <a:pt x="3696694" y="1484060"/>
                  </a:lnTo>
                  <a:lnTo>
                    <a:pt x="3697030" y="1488825"/>
                  </a:lnTo>
                  <a:lnTo>
                    <a:pt x="3697367" y="1493463"/>
                  </a:lnTo>
                  <a:lnTo>
                    <a:pt x="3697703" y="1498030"/>
                  </a:lnTo>
                  <a:lnTo>
                    <a:pt x="3698040" y="1502020"/>
                  </a:lnTo>
                  <a:lnTo>
                    <a:pt x="3698376" y="1506162"/>
                  </a:lnTo>
                  <a:lnTo>
                    <a:pt x="3698713" y="1510322"/>
                  </a:lnTo>
                  <a:lnTo>
                    <a:pt x="3699049" y="1513890"/>
                  </a:lnTo>
                  <a:lnTo>
                    <a:pt x="3699386" y="1517710"/>
                  </a:lnTo>
                  <a:lnTo>
                    <a:pt x="3699722" y="1521588"/>
                  </a:lnTo>
                  <a:lnTo>
                    <a:pt x="3700058" y="1525253"/>
                  </a:lnTo>
                  <a:lnTo>
                    <a:pt x="3700395" y="1528953"/>
                  </a:lnTo>
                  <a:lnTo>
                    <a:pt x="3700731" y="1531163"/>
                  </a:lnTo>
                  <a:lnTo>
                    <a:pt x="3701068" y="1533430"/>
                  </a:lnTo>
                  <a:lnTo>
                    <a:pt x="3701404" y="1535504"/>
                  </a:lnTo>
                  <a:lnTo>
                    <a:pt x="3701741" y="1537115"/>
                  </a:lnTo>
                  <a:lnTo>
                    <a:pt x="3702077" y="1538636"/>
                  </a:lnTo>
                  <a:lnTo>
                    <a:pt x="3702414" y="1539885"/>
                  </a:lnTo>
                  <a:lnTo>
                    <a:pt x="3702750" y="1541314"/>
                  </a:lnTo>
                  <a:lnTo>
                    <a:pt x="3703087" y="1542526"/>
                  </a:lnTo>
                  <a:lnTo>
                    <a:pt x="3703423" y="1543527"/>
                  </a:lnTo>
                  <a:lnTo>
                    <a:pt x="3703760" y="1544333"/>
                  </a:lnTo>
                  <a:lnTo>
                    <a:pt x="3704096" y="1544795"/>
                  </a:lnTo>
                  <a:lnTo>
                    <a:pt x="3704432" y="1544643"/>
                  </a:lnTo>
                  <a:lnTo>
                    <a:pt x="3704769" y="1544367"/>
                  </a:lnTo>
                  <a:lnTo>
                    <a:pt x="3705105" y="1544184"/>
                  </a:lnTo>
                  <a:lnTo>
                    <a:pt x="3705442" y="1543375"/>
                  </a:lnTo>
                  <a:lnTo>
                    <a:pt x="3705778" y="1542505"/>
                  </a:lnTo>
                  <a:lnTo>
                    <a:pt x="3706115" y="1541620"/>
                  </a:lnTo>
                  <a:lnTo>
                    <a:pt x="3706451" y="1540306"/>
                  </a:lnTo>
                  <a:lnTo>
                    <a:pt x="3706788" y="1538823"/>
                  </a:lnTo>
                  <a:lnTo>
                    <a:pt x="3707124" y="1538116"/>
                  </a:lnTo>
                  <a:lnTo>
                    <a:pt x="3707461" y="1537147"/>
                  </a:lnTo>
                  <a:lnTo>
                    <a:pt x="3707797" y="1536441"/>
                  </a:lnTo>
                  <a:lnTo>
                    <a:pt x="3708134" y="1535567"/>
                  </a:lnTo>
                  <a:lnTo>
                    <a:pt x="3708470" y="1534759"/>
                  </a:lnTo>
                  <a:lnTo>
                    <a:pt x="3708806" y="1533766"/>
                  </a:lnTo>
                  <a:lnTo>
                    <a:pt x="3709143" y="1532925"/>
                  </a:lnTo>
                  <a:lnTo>
                    <a:pt x="3709479" y="1532158"/>
                  </a:lnTo>
                  <a:lnTo>
                    <a:pt x="3709816" y="1530797"/>
                  </a:lnTo>
                  <a:lnTo>
                    <a:pt x="3710152" y="1530144"/>
                  </a:lnTo>
                  <a:lnTo>
                    <a:pt x="3710489" y="1529668"/>
                  </a:lnTo>
                  <a:lnTo>
                    <a:pt x="3710825" y="1529691"/>
                  </a:lnTo>
                  <a:lnTo>
                    <a:pt x="3711162" y="1530162"/>
                  </a:lnTo>
                  <a:lnTo>
                    <a:pt x="3711498" y="1530950"/>
                  </a:lnTo>
                  <a:lnTo>
                    <a:pt x="3711835" y="1531957"/>
                  </a:lnTo>
                  <a:lnTo>
                    <a:pt x="3712171" y="1532414"/>
                  </a:lnTo>
                  <a:lnTo>
                    <a:pt x="3712508" y="1532652"/>
                  </a:lnTo>
                  <a:lnTo>
                    <a:pt x="3712844" y="1532822"/>
                  </a:lnTo>
                  <a:lnTo>
                    <a:pt x="3713180" y="1531473"/>
                  </a:lnTo>
                  <a:lnTo>
                    <a:pt x="3713517" y="1529300"/>
                  </a:lnTo>
                  <a:lnTo>
                    <a:pt x="3713853" y="1528177"/>
                  </a:lnTo>
                  <a:lnTo>
                    <a:pt x="3714190" y="1526993"/>
                  </a:lnTo>
                  <a:lnTo>
                    <a:pt x="3714526" y="1525994"/>
                  </a:lnTo>
                  <a:lnTo>
                    <a:pt x="3714863" y="1525737"/>
                  </a:lnTo>
                  <a:lnTo>
                    <a:pt x="3715199" y="1525423"/>
                  </a:lnTo>
                  <a:lnTo>
                    <a:pt x="3715536" y="1524933"/>
                  </a:lnTo>
                  <a:lnTo>
                    <a:pt x="3715872" y="1524043"/>
                  </a:lnTo>
                  <a:lnTo>
                    <a:pt x="3716209" y="1523654"/>
                  </a:lnTo>
                  <a:lnTo>
                    <a:pt x="3716545" y="1523097"/>
                  </a:lnTo>
                  <a:lnTo>
                    <a:pt x="3716882" y="1522770"/>
                  </a:lnTo>
                  <a:lnTo>
                    <a:pt x="3717218" y="1522878"/>
                  </a:lnTo>
                  <a:lnTo>
                    <a:pt x="3717554" y="1523652"/>
                  </a:lnTo>
                  <a:lnTo>
                    <a:pt x="3717891" y="1524746"/>
                  </a:lnTo>
                  <a:lnTo>
                    <a:pt x="3718227" y="1526194"/>
                  </a:lnTo>
                  <a:lnTo>
                    <a:pt x="3718564" y="1527958"/>
                  </a:lnTo>
                  <a:lnTo>
                    <a:pt x="3718900" y="1530286"/>
                  </a:lnTo>
                  <a:lnTo>
                    <a:pt x="3719237" y="1533509"/>
                  </a:lnTo>
                  <a:lnTo>
                    <a:pt x="3719573" y="1537029"/>
                  </a:lnTo>
                  <a:lnTo>
                    <a:pt x="3719910" y="1540305"/>
                  </a:lnTo>
                  <a:lnTo>
                    <a:pt x="3720246" y="1543482"/>
                  </a:lnTo>
                  <a:lnTo>
                    <a:pt x="3720583" y="1546666"/>
                  </a:lnTo>
                  <a:lnTo>
                    <a:pt x="3720919" y="1550183"/>
                  </a:lnTo>
                  <a:lnTo>
                    <a:pt x="3721255" y="1553873"/>
                  </a:lnTo>
                  <a:lnTo>
                    <a:pt x="3721592" y="1557894"/>
                  </a:lnTo>
                  <a:lnTo>
                    <a:pt x="3721928" y="1562187"/>
                  </a:lnTo>
                  <a:lnTo>
                    <a:pt x="3722265" y="1566739"/>
                  </a:lnTo>
                  <a:lnTo>
                    <a:pt x="3722601" y="1570255"/>
                  </a:lnTo>
                  <a:lnTo>
                    <a:pt x="3722938" y="1572458"/>
                  </a:lnTo>
                  <a:lnTo>
                    <a:pt x="3723274" y="1574067"/>
                  </a:lnTo>
                  <a:lnTo>
                    <a:pt x="3723611" y="1576347"/>
                  </a:lnTo>
                  <a:lnTo>
                    <a:pt x="3723947" y="1578934"/>
                  </a:lnTo>
                  <a:lnTo>
                    <a:pt x="3724284" y="1581783"/>
                  </a:lnTo>
                  <a:lnTo>
                    <a:pt x="3724620" y="1584473"/>
                  </a:lnTo>
                  <a:lnTo>
                    <a:pt x="3724957" y="1587523"/>
                  </a:lnTo>
                  <a:lnTo>
                    <a:pt x="3725293" y="1590633"/>
                  </a:lnTo>
                  <a:lnTo>
                    <a:pt x="3725629" y="1593612"/>
                  </a:lnTo>
                  <a:lnTo>
                    <a:pt x="3725966" y="1596277"/>
                  </a:lnTo>
                  <a:lnTo>
                    <a:pt x="3726302" y="1598991"/>
                  </a:lnTo>
                  <a:lnTo>
                    <a:pt x="3726639" y="1601490"/>
                  </a:lnTo>
                  <a:lnTo>
                    <a:pt x="3726975" y="1603530"/>
                  </a:lnTo>
                  <a:lnTo>
                    <a:pt x="3727312" y="1605300"/>
                  </a:lnTo>
                  <a:lnTo>
                    <a:pt x="3727648" y="1607213"/>
                  </a:lnTo>
                  <a:lnTo>
                    <a:pt x="3727985" y="1609920"/>
                  </a:lnTo>
                  <a:lnTo>
                    <a:pt x="3728321" y="1613316"/>
                  </a:lnTo>
                  <a:lnTo>
                    <a:pt x="3728658" y="1617495"/>
                  </a:lnTo>
                  <a:lnTo>
                    <a:pt x="3728994" y="1622131"/>
                  </a:lnTo>
                  <a:lnTo>
                    <a:pt x="3729331" y="1626719"/>
                  </a:lnTo>
                  <a:lnTo>
                    <a:pt x="3729667" y="1631124"/>
                  </a:lnTo>
                  <a:lnTo>
                    <a:pt x="3730003" y="1635655"/>
                  </a:lnTo>
                  <a:lnTo>
                    <a:pt x="3730340" y="1640842"/>
                  </a:lnTo>
                  <a:lnTo>
                    <a:pt x="3730676" y="1645793"/>
                  </a:lnTo>
                  <a:lnTo>
                    <a:pt x="3731013" y="1650620"/>
                  </a:lnTo>
                  <a:lnTo>
                    <a:pt x="3731349" y="1655006"/>
                  </a:lnTo>
                  <a:lnTo>
                    <a:pt x="3731686" y="1659575"/>
                  </a:lnTo>
                  <a:lnTo>
                    <a:pt x="3732022" y="1664777"/>
                  </a:lnTo>
                  <a:lnTo>
                    <a:pt x="3732359" y="1671003"/>
                  </a:lnTo>
                  <a:lnTo>
                    <a:pt x="3732695" y="1677197"/>
                  </a:lnTo>
                  <a:lnTo>
                    <a:pt x="3733032" y="1682799"/>
                  </a:lnTo>
                  <a:lnTo>
                    <a:pt x="3733368" y="1687874"/>
                  </a:lnTo>
                  <a:lnTo>
                    <a:pt x="3733705" y="1692549"/>
                  </a:lnTo>
                  <a:lnTo>
                    <a:pt x="3734041" y="1696365"/>
                  </a:lnTo>
                  <a:lnTo>
                    <a:pt x="3734377" y="1699947"/>
                  </a:lnTo>
                  <a:lnTo>
                    <a:pt x="3734714" y="1703677"/>
                  </a:lnTo>
                  <a:lnTo>
                    <a:pt x="3735050" y="1707590"/>
                  </a:lnTo>
                  <a:lnTo>
                    <a:pt x="3735387" y="1711104"/>
                  </a:lnTo>
                  <a:lnTo>
                    <a:pt x="3735723" y="1715008"/>
                  </a:lnTo>
                  <a:lnTo>
                    <a:pt x="3736060" y="1717527"/>
                  </a:lnTo>
                  <a:lnTo>
                    <a:pt x="3736396" y="1719819"/>
                  </a:lnTo>
                  <a:lnTo>
                    <a:pt x="3736733" y="1722632"/>
                  </a:lnTo>
                  <a:lnTo>
                    <a:pt x="3737069" y="1725297"/>
                  </a:lnTo>
                  <a:lnTo>
                    <a:pt x="3737406" y="1726317"/>
                  </a:lnTo>
                  <a:lnTo>
                    <a:pt x="3737742" y="1726981"/>
                  </a:lnTo>
                  <a:lnTo>
                    <a:pt x="3738079" y="1727763"/>
                  </a:lnTo>
                  <a:lnTo>
                    <a:pt x="3738415" y="1727848"/>
                  </a:lnTo>
                  <a:lnTo>
                    <a:pt x="3738751" y="1727043"/>
                  </a:lnTo>
                  <a:lnTo>
                    <a:pt x="3739088" y="1724638"/>
                  </a:lnTo>
                  <a:lnTo>
                    <a:pt x="3739424" y="1721892"/>
                  </a:lnTo>
                  <a:lnTo>
                    <a:pt x="3739761" y="1717696"/>
                  </a:lnTo>
                  <a:lnTo>
                    <a:pt x="3740097" y="1713811"/>
                  </a:lnTo>
                  <a:lnTo>
                    <a:pt x="3740434" y="1709175"/>
                  </a:lnTo>
                  <a:lnTo>
                    <a:pt x="3740770" y="1704424"/>
                  </a:lnTo>
                  <a:lnTo>
                    <a:pt x="3741107" y="1700646"/>
                  </a:lnTo>
                  <a:lnTo>
                    <a:pt x="3741443" y="1696524"/>
                  </a:lnTo>
                  <a:lnTo>
                    <a:pt x="3741780" y="1692048"/>
                  </a:lnTo>
                  <a:lnTo>
                    <a:pt x="3742116" y="1687877"/>
                  </a:lnTo>
                  <a:lnTo>
                    <a:pt x="3742453" y="1683558"/>
                  </a:lnTo>
                  <a:lnTo>
                    <a:pt x="3742789" y="1679308"/>
                  </a:lnTo>
                  <a:lnTo>
                    <a:pt x="3743125" y="1674810"/>
                  </a:lnTo>
                  <a:lnTo>
                    <a:pt x="3743462" y="1670212"/>
                  </a:lnTo>
                  <a:lnTo>
                    <a:pt x="3743798" y="1665339"/>
                  </a:lnTo>
                  <a:lnTo>
                    <a:pt x="3744135" y="1660754"/>
                  </a:lnTo>
                  <a:lnTo>
                    <a:pt x="3744471" y="1656600"/>
                  </a:lnTo>
                  <a:lnTo>
                    <a:pt x="3744808" y="1652449"/>
                  </a:lnTo>
                  <a:lnTo>
                    <a:pt x="3745144" y="1647889"/>
                  </a:lnTo>
                  <a:lnTo>
                    <a:pt x="3745481" y="1644257"/>
                  </a:lnTo>
                  <a:lnTo>
                    <a:pt x="3745817" y="1640884"/>
                  </a:lnTo>
                  <a:lnTo>
                    <a:pt x="3746154" y="1638425"/>
                  </a:lnTo>
                  <a:lnTo>
                    <a:pt x="3746490" y="1637600"/>
                  </a:lnTo>
                  <a:lnTo>
                    <a:pt x="3746827" y="1636715"/>
                  </a:lnTo>
                  <a:lnTo>
                    <a:pt x="3747163" y="1636308"/>
                  </a:lnTo>
                  <a:lnTo>
                    <a:pt x="3747499" y="1636690"/>
                  </a:lnTo>
                  <a:lnTo>
                    <a:pt x="3747836" y="1638810"/>
                  </a:lnTo>
                  <a:lnTo>
                    <a:pt x="3748172" y="1641910"/>
                  </a:lnTo>
                  <a:lnTo>
                    <a:pt x="3748509" y="1646179"/>
                  </a:lnTo>
                  <a:lnTo>
                    <a:pt x="3748845" y="1652690"/>
                  </a:lnTo>
                  <a:lnTo>
                    <a:pt x="3749182" y="1660722"/>
                  </a:lnTo>
                  <a:lnTo>
                    <a:pt x="3749518" y="1669117"/>
                  </a:lnTo>
                  <a:lnTo>
                    <a:pt x="3749855" y="1676464"/>
                  </a:lnTo>
                  <a:lnTo>
                    <a:pt x="3750191" y="1684034"/>
                  </a:lnTo>
                  <a:lnTo>
                    <a:pt x="3750528" y="1691744"/>
                  </a:lnTo>
                  <a:lnTo>
                    <a:pt x="3750864" y="1699339"/>
                  </a:lnTo>
                  <a:lnTo>
                    <a:pt x="3751200" y="1706375"/>
                  </a:lnTo>
                  <a:lnTo>
                    <a:pt x="3751537" y="1712981"/>
                  </a:lnTo>
                  <a:lnTo>
                    <a:pt x="3751873" y="1719662"/>
                  </a:lnTo>
                  <a:lnTo>
                    <a:pt x="3752210" y="1726380"/>
                  </a:lnTo>
                  <a:lnTo>
                    <a:pt x="3752546" y="1732631"/>
                  </a:lnTo>
                  <a:lnTo>
                    <a:pt x="3752883" y="1737881"/>
                  </a:lnTo>
                  <a:lnTo>
                    <a:pt x="3753219" y="1742467"/>
                  </a:lnTo>
                  <a:lnTo>
                    <a:pt x="3753556" y="1746685"/>
                  </a:lnTo>
                  <a:lnTo>
                    <a:pt x="3753892" y="1749934"/>
                  </a:lnTo>
                  <a:lnTo>
                    <a:pt x="3754229" y="1752344"/>
                  </a:lnTo>
                  <a:lnTo>
                    <a:pt x="3754565" y="1754897"/>
                  </a:lnTo>
                  <a:lnTo>
                    <a:pt x="3754902" y="1757722"/>
                  </a:lnTo>
                  <a:lnTo>
                    <a:pt x="3755238" y="1761453"/>
                  </a:lnTo>
                  <a:lnTo>
                    <a:pt x="3755574" y="1765086"/>
                  </a:lnTo>
                  <a:lnTo>
                    <a:pt x="3755911" y="1768354"/>
                  </a:lnTo>
                  <a:lnTo>
                    <a:pt x="3756247" y="1772157"/>
                  </a:lnTo>
                  <a:lnTo>
                    <a:pt x="3756584" y="1775837"/>
                  </a:lnTo>
                  <a:lnTo>
                    <a:pt x="3756920" y="1779051"/>
                  </a:lnTo>
                  <a:lnTo>
                    <a:pt x="3757257" y="1781680"/>
                  </a:lnTo>
                  <a:lnTo>
                    <a:pt x="3757593" y="1784201"/>
                  </a:lnTo>
                  <a:lnTo>
                    <a:pt x="3757930" y="1786263"/>
                  </a:lnTo>
                  <a:lnTo>
                    <a:pt x="3758266" y="1788671"/>
                  </a:lnTo>
                  <a:lnTo>
                    <a:pt x="3758603" y="1790110"/>
                  </a:lnTo>
                  <a:lnTo>
                    <a:pt x="3758939" y="1791252"/>
                  </a:lnTo>
                  <a:lnTo>
                    <a:pt x="3759276" y="1791765"/>
                  </a:lnTo>
                  <a:lnTo>
                    <a:pt x="3759612" y="1790825"/>
                  </a:lnTo>
                  <a:lnTo>
                    <a:pt x="3759948" y="1789545"/>
                  </a:lnTo>
                  <a:lnTo>
                    <a:pt x="3760285" y="1787981"/>
                  </a:lnTo>
                  <a:lnTo>
                    <a:pt x="3760621" y="1785965"/>
                  </a:lnTo>
                  <a:lnTo>
                    <a:pt x="3760958" y="1783270"/>
                  </a:lnTo>
                  <a:lnTo>
                    <a:pt x="3761294" y="1780448"/>
                  </a:lnTo>
                  <a:lnTo>
                    <a:pt x="3761631" y="1777451"/>
                  </a:lnTo>
                  <a:lnTo>
                    <a:pt x="3761967" y="1775036"/>
                  </a:lnTo>
                  <a:lnTo>
                    <a:pt x="3762304" y="1773035"/>
                  </a:lnTo>
                  <a:lnTo>
                    <a:pt x="3762640" y="1770513"/>
                  </a:lnTo>
                  <a:lnTo>
                    <a:pt x="3762977" y="1767695"/>
                  </a:lnTo>
                  <a:lnTo>
                    <a:pt x="3763313" y="1764473"/>
                  </a:lnTo>
                  <a:lnTo>
                    <a:pt x="3763650" y="1760729"/>
                  </a:lnTo>
                  <a:lnTo>
                    <a:pt x="3763986" y="1757406"/>
                  </a:lnTo>
                  <a:lnTo>
                    <a:pt x="3764322" y="1753764"/>
                  </a:lnTo>
                  <a:lnTo>
                    <a:pt x="3764659" y="1750428"/>
                  </a:lnTo>
                  <a:lnTo>
                    <a:pt x="3764995" y="1747099"/>
                  </a:lnTo>
                  <a:lnTo>
                    <a:pt x="3765332" y="1744150"/>
                  </a:lnTo>
                  <a:lnTo>
                    <a:pt x="3765668" y="1741187"/>
                  </a:lnTo>
                  <a:lnTo>
                    <a:pt x="3766005" y="1738459"/>
                  </a:lnTo>
                  <a:lnTo>
                    <a:pt x="3766341" y="1735279"/>
                  </a:lnTo>
                  <a:lnTo>
                    <a:pt x="3766678" y="1732677"/>
                  </a:lnTo>
                  <a:lnTo>
                    <a:pt x="3767014" y="1729621"/>
                  </a:lnTo>
                  <a:lnTo>
                    <a:pt x="3767351" y="1725841"/>
                  </a:lnTo>
                  <a:lnTo>
                    <a:pt x="3767687" y="1722072"/>
                  </a:lnTo>
                  <a:lnTo>
                    <a:pt x="3768024" y="1718457"/>
                  </a:lnTo>
                  <a:lnTo>
                    <a:pt x="3768360" y="1715339"/>
                  </a:lnTo>
                  <a:lnTo>
                    <a:pt x="3768696" y="1712146"/>
                  </a:lnTo>
                  <a:lnTo>
                    <a:pt x="3769033" y="1710028"/>
                  </a:lnTo>
                  <a:lnTo>
                    <a:pt x="3769369" y="1707715"/>
                  </a:lnTo>
                  <a:lnTo>
                    <a:pt x="3769706" y="1706106"/>
                  </a:lnTo>
                  <a:lnTo>
                    <a:pt x="3770042" y="1704139"/>
                  </a:lnTo>
                  <a:lnTo>
                    <a:pt x="3770379" y="1702456"/>
                  </a:lnTo>
                  <a:lnTo>
                    <a:pt x="3770715" y="1701412"/>
                  </a:lnTo>
                  <a:lnTo>
                    <a:pt x="3771052" y="1699846"/>
                  </a:lnTo>
                  <a:lnTo>
                    <a:pt x="3771388" y="1698197"/>
                  </a:lnTo>
                  <a:lnTo>
                    <a:pt x="3771725" y="1697241"/>
                  </a:lnTo>
                  <a:lnTo>
                    <a:pt x="3772061" y="1696268"/>
                  </a:lnTo>
                  <a:lnTo>
                    <a:pt x="3772398" y="1694948"/>
                  </a:lnTo>
                  <a:lnTo>
                    <a:pt x="3772734" y="1694219"/>
                  </a:lnTo>
                  <a:lnTo>
                    <a:pt x="3773070" y="1693179"/>
                  </a:lnTo>
                  <a:lnTo>
                    <a:pt x="3773407" y="1692347"/>
                  </a:lnTo>
                  <a:lnTo>
                    <a:pt x="3773743" y="1691008"/>
                  </a:lnTo>
                  <a:lnTo>
                    <a:pt x="3774080" y="1689391"/>
                  </a:lnTo>
                  <a:lnTo>
                    <a:pt x="3774416" y="1686956"/>
                  </a:lnTo>
                  <a:lnTo>
                    <a:pt x="3774753" y="1684054"/>
                  </a:lnTo>
                  <a:lnTo>
                    <a:pt x="3775089" y="1681065"/>
                  </a:lnTo>
                  <a:lnTo>
                    <a:pt x="3775426" y="1677237"/>
                  </a:lnTo>
                  <a:lnTo>
                    <a:pt x="3775762" y="1671615"/>
                  </a:lnTo>
                  <a:lnTo>
                    <a:pt x="3776099" y="1665643"/>
                  </a:lnTo>
                  <a:lnTo>
                    <a:pt x="3776435" y="1659834"/>
                  </a:lnTo>
                  <a:lnTo>
                    <a:pt x="3776772" y="1653781"/>
                  </a:lnTo>
                  <a:lnTo>
                    <a:pt x="3777108" y="1647925"/>
                  </a:lnTo>
                  <a:lnTo>
                    <a:pt x="3777444" y="1641341"/>
                  </a:lnTo>
                  <a:lnTo>
                    <a:pt x="3777781" y="1635237"/>
                  </a:lnTo>
                  <a:lnTo>
                    <a:pt x="3778117" y="1629219"/>
                  </a:lnTo>
                  <a:lnTo>
                    <a:pt x="3778454" y="1622730"/>
                  </a:lnTo>
                  <a:lnTo>
                    <a:pt x="3778790" y="1615980"/>
                  </a:lnTo>
                  <a:lnTo>
                    <a:pt x="3779127" y="1608873"/>
                  </a:lnTo>
                  <a:lnTo>
                    <a:pt x="3779463" y="1601991"/>
                  </a:lnTo>
                  <a:lnTo>
                    <a:pt x="3779800" y="1595782"/>
                  </a:lnTo>
                  <a:lnTo>
                    <a:pt x="3780136" y="1589997"/>
                  </a:lnTo>
                  <a:lnTo>
                    <a:pt x="3780473" y="1586616"/>
                  </a:lnTo>
                  <a:lnTo>
                    <a:pt x="3780809" y="1585432"/>
                  </a:lnTo>
                  <a:lnTo>
                    <a:pt x="3781146" y="1583906"/>
                  </a:lnTo>
                  <a:lnTo>
                    <a:pt x="3781482" y="1582791"/>
                  </a:lnTo>
                  <a:lnTo>
                    <a:pt x="3781818" y="1581744"/>
                  </a:lnTo>
                  <a:lnTo>
                    <a:pt x="3782155" y="1580324"/>
                  </a:lnTo>
                  <a:lnTo>
                    <a:pt x="3782491" y="1578736"/>
                  </a:lnTo>
                  <a:lnTo>
                    <a:pt x="3782828" y="1576861"/>
                  </a:lnTo>
                  <a:lnTo>
                    <a:pt x="3783164" y="1574846"/>
                  </a:lnTo>
                  <a:lnTo>
                    <a:pt x="3783501" y="1573170"/>
                  </a:lnTo>
                  <a:lnTo>
                    <a:pt x="3783837" y="1572093"/>
                  </a:lnTo>
                  <a:lnTo>
                    <a:pt x="3784174" y="1570806"/>
                  </a:lnTo>
                  <a:lnTo>
                    <a:pt x="3784510" y="1569394"/>
                  </a:lnTo>
                  <a:lnTo>
                    <a:pt x="3784847" y="1567436"/>
                  </a:lnTo>
                  <a:lnTo>
                    <a:pt x="3785183" y="1565548"/>
                  </a:lnTo>
                  <a:lnTo>
                    <a:pt x="3785519" y="1563489"/>
                  </a:lnTo>
                  <a:lnTo>
                    <a:pt x="3785856" y="1560493"/>
                  </a:lnTo>
                  <a:lnTo>
                    <a:pt x="3786192" y="1557261"/>
                  </a:lnTo>
                  <a:lnTo>
                    <a:pt x="3786529" y="1553559"/>
                  </a:lnTo>
                  <a:lnTo>
                    <a:pt x="3786865" y="1549598"/>
                  </a:lnTo>
                  <a:lnTo>
                    <a:pt x="3787202" y="1545745"/>
                  </a:lnTo>
                  <a:lnTo>
                    <a:pt x="3787538" y="1542319"/>
                  </a:lnTo>
                  <a:lnTo>
                    <a:pt x="3787875" y="1538887"/>
                  </a:lnTo>
                  <a:lnTo>
                    <a:pt x="3788211" y="1535968"/>
                  </a:lnTo>
                  <a:lnTo>
                    <a:pt x="3788548" y="1533398"/>
                  </a:lnTo>
                  <a:lnTo>
                    <a:pt x="3788884" y="1531326"/>
                  </a:lnTo>
                  <a:lnTo>
                    <a:pt x="3789221" y="1529266"/>
                  </a:lnTo>
                  <a:lnTo>
                    <a:pt x="3789557" y="1527239"/>
                  </a:lnTo>
                  <a:lnTo>
                    <a:pt x="3789893" y="1525654"/>
                  </a:lnTo>
                  <a:lnTo>
                    <a:pt x="3790230" y="1523596"/>
                  </a:lnTo>
                  <a:lnTo>
                    <a:pt x="3790566" y="1521235"/>
                  </a:lnTo>
                  <a:lnTo>
                    <a:pt x="3790903" y="1518086"/>
                  </a:lnTo>
                  <a:lnTo>
                    <a:pt x="3791239" y="1514758"/>
                  </a:lnTo>
                  <a:lnTo>
                    <a:pt x="3791576" y="1511494"/>
                  </a:lnTo>
                  <a:lnTo>
                    <a:pt x="3791912" y="1508066"/>
                  </a:lnTo>
                  <a:lnTo>
                    <a:pt x="3792249" y="1505286"/>
                  </a:lnTo>
                  <a:lnTo>
                    <a:pt x="3792585" y="1502628"/>
                  </a:lnTo>
                  <a:lnTo>
                    <a:pt x="3792922" y="1499599"/>
                  </a:lnTo>
                  <a:lnTo>
                    <a:pt x="3793258" y="1496106"/>
                  </a:lnTo>
                  <a:lnTo>
                    <a:pt x="3793595" y="1492206"/>
                  </a:lnTo>
                  <a:lnTo>
                    <a:pt x="3793931" y="1487874"/>
                  </a:lnTo>
                  <a:lnTo>
                    <a:pt x="3794267" y="1483983"/>
                  </a:lnTo>
                  <a:lnTo>
                    <a:pt x="3794604" y="1480024"/>
                  </a:lnTo>
                  <a:lnTo>
                    <a:pt x="3794940" y="1475443"/>
                  </a:lnTo>
                  <a:lnTo>
                    <a:pt x="3795277" y="1470418"/>
                  </a:lnTo>
                  <a:lnTo>
                    <a:pt x="3795613" y="1464801"/>
                  </a:lnTo>
                  <a:lnTo>
                    <a:pt x="3795950" y="1458390"/>
                  </a:lnTo>
                  <a:lnTo>
                    <a:pt x="3796286" y="1451590"/>
                  </a:lnTo>
                  <a:lnTo>
                    <a:pt x="3796623" y="1443798"/>
                  </a:lnTo>
                  <a:lnTo>
                    <a:pt x="3796959" y="1435821"/>
                  </a:lnTo>
                  <a:lnTo>
                    <a:pt x="3797296" y="1427530"/>
                  </a:lnTo>
                  <a:lnTo>
                    <a:pt x="3797632" y="1418398"/>
                  </a:lnTo>
                  <a:lnTo>
                    <a:pt x="3797969" y="1408582"/>
                  </a:lnTo>
                  <a:lnTo>
                    <a:pt x="3798305" y="1400114"/>
                  </a:lnTo>
                  <a:lnTo>
                    <a:pt x="3798641" y="1391436"/>
                  </a:lnTo>
                  <a:lnTo>
                    <a:pt x="3798978" y="1382956"/>
                  </a:lnTo>
                  <a:lnTo>
                    <a:pt x="3799314" y="1374023"/>
                  </a:lnTo>
                  <a:lnTo>
                    <a:pt x="3799651" y="1364968"/>
                  </a:lnTo>
                  <a:lnTo>
                    <a:pt x="3799987" y="1356421"/>
                  </a:lnTo>
                  <a:lnTo>
                    <a:pt x="3800324" y="1347529"/>
                  </a:lnTo>
                  <a:lnTo>
                    <a:pt x="3800660" y="1339186"/>
                  </a:lnTo>
                  <a:lnTo>
                    <a:pt x="3800997" y="1331356"/>
                  </a:lnTo>
                  <a:lnTo>
                    <a:pt x="3801333" y="1323609"/>
                  </a:lnTo>
                  <a:lnTo>
                    <a:pt x="3801670" y="1316160"/>
                  </a:lnTo>
                  <a:lnTo>
                    <a:pt x="3802006" y="1309006"/>
                  </a:lnTo>
                  <a:lnTo>
                    <a:pt x="3802343" y="1301521"/>
                  </a:lnTo>
                  <a:lnTo>
                    <a:pt x="3802679" y="1294692"/>
                  </a:lnTo>
                  <a:lnTo>
                    <a:pt x="3803015" y="1288914"/>
                  </a:lnTo>
                  <a:lnTo>
                    <a:pt x="3803352" y="1283259"/>
                  </a:lnTo>
                  <a:lnTo>
                    <a:pt x="3803688" y="1278255"/>
                  </a:lnTo>
                  <a:lnTo>
                    <a:pt x="3804025" y="1273015"/>
                  </a:lnTo>
                  <a:lnTo>
                    <a:pt x="3804361" y="1265769"/>
                  </a:lnTo>
                  <a:lnTo>
                    <a:pt x="3804698" y="1259728"/>
                  </a:lnTo>
                  <a:lnTo>
                    <a:pt x="3805034" y="1254918"/>
                  </a:lnTo>
                  <a:lnTo>
                    <a:pt x="3805371" y="1251068"/>
                  </a:lnTo>
                  <a:lnTo>
                    <a:pt x="3805707" y="1247993"/>
                  </a:lnTo>
                  <a:lnTo>
                    <a:pt x="3806044" y="1245478"/>
                  </a:lnTo>
                  <a:lnTo>
                    <a:pt x="3806380" y="1243692"/>
                  </a:lnTo>
                  <a:lnTo>
                    <a:pt x="3806717" y="1242625"/>
                  </a:lnTo>
                  <a:lnTo>
                    <a:pt x="3807053" y="1243077"/>
                  </a:lnTo>
                  <a:lnTo>
                    <a:pt x="3807389" y="1243673"/>
                  </a:lnTo>
                  <a:lnTo>
                    <a:pt x="3807726" y="1244791"/>
                  </a:lnTo>
                  <a:lnTo>
                    <a:pt x="3808062" y="1245566"/>
                  </a:lnTo>
                  <a:lnTo>
                    <a:pt x="3808399" y="1246072"/>
                  </a:lnTo>
                  <a:lnTo>
                    <a:pt x="3808735" y="1246696"/>
                  </a:lnTo>
                  <a:lnTo>
                    <a:pt x="3809072" y="1248367"/>
                  </a:lnTo>
                  <a:lnTo>
                    <a:pt x="3809408" y="1250497"/>
                  </a:lnTo>
                  <a:lnTo>
                    <a:pt x="3809745" y="1253180"/>
                  </a:lnTo>
                  <a:lnTo>
                    <a:pt x="3810081" y="1255464"/>
                  </a:lnTo>
                  <a:lnTo>
                    <a:pt x="3810418" y="1257594"/>
                  </a:lnTo>
                  <a:lnTo>
                    <a:pt x="3810754" y="1259922"/>
                  </a:lnTo>
                  <a:lnTo>
                    <a:pt x="3811091" y="1262941"/>
                  </a:lnTo>
                  <a:lnTo>
                    <a:pt x="3811427" y="1266112"/>
                  </a:lnTo>
                  <a:lnTo>
                    <a:pt x="3811763" y="1269760"/>
                  </a:lnTo>
                  <a:lnTo>
                    <a:pt x="3812100" y="1273337"/>
                  </a:lnTo>
                  <a:lnTo>
                    <a:pt x="3812436" y="1277190"/>
                  </a:lnTo>
                  <a:lnTo>
                    <a:pt x="3812773" y="1280739"/>
                  </a:lnTo>
                  <a:lnTo>
                    <a:pt x="3813109" y="1284365"/>
                  </a:lnTo>
                  <a:lnTo>
                    <a:pt x="3813446" y="1287077"/>
                  </a:lnTo>
                  <a:lnTo>
                    <a:pt x="3813782" y="1289396"/>
                  </a:lnTo>
                  <a:lnTo>
                    <a:pt x="3814119" y="1291430"/>
                  </a:lnTo>
                  <a:lnTo>
                    <a:pt x="3814455" y="1293393"/>
                  </a:lnTo>
                  <a:lnTo>
                    <a:pt x="3814792" y="1295286"/>
                  </a:lnTo>
                  <a:lnTo>
                    <a:pt x="3815128" y="1296009"/>
                  </a:lnTo>
                  <a:lnTo>
                    <a:pt x="3815465" y="1296239"/>
                  </a:lnTo>
                  <a:lnTo>
                    <a:pt x="3815801" y="1296039"/>
                  </a:lnTo>
                  <a:lnTo>
                    <a:pt x="3816137" y="1295140"/>
                  </a:lnTo>
                  <a:lnTo>
                    <a:pt x="3816474" y="1293798"/>
                  </a:lnTo>
                  <a:lnTo>
                    <a:pt x="3816810" y="1292673"/>
                  </a:lnTo>
                  <a:lnTo>
                    <a:pt x="3817147" y="1290479"/>
                  </a:lnTo>
                  <a:lnTo>
                    <a:pt x="3817483" y="1287884"/>
                  </a:lnTo>
                  <a:lnTo>
                    <a:pt x="3817820" y="1285027"/>
                  </a:lnTo>
                  <a:lnTo>
                    <a:pt x="3818156" y="1281325"/>
                  </a:lnTo>
                  <a:lnTo>
                    <a:pt x="3818493" y="1277356"/>
                  </a:lnTo>
                  <a:lnTo>
                    <a:pt x="3818829" y="1272658"/>
                  </a:lnTo>
                  <a:lnTo>
                    <a:pt x="3819166" y="1266325"/>
                  </a:lnTo>
                  <a:lnTo>
                    <a:pt x="3819502" y="1259158"/>
                  </a:lnTo>
                  <a:lnTo>
                    <a:pt x="3819838" y="1251575"/>
                  </a:lnTo>
                  <a:lnTo>
                    <a:pt x="3820175" y="1244273"/>
                  </a:lnTo>
                  <a:lnTo>
                    <a:pt x="3820511" y="1237349"/>
                  </a:lnTo>
                  <a:lnTo>
                    <a:pt x="3820848" y="1230157"/>
                  </a:lnTo>
                  <a:lnTo>
                    <a:pt x="3821184" y="1222878"/>
                  </a:lnTo>
                  <a:lnTo>
                    <a:pt x="3821521" y="1216238"/>
                  </a:lnTo>
                  <a:lnTo>
                    <a:pt x="3821857" y="1209582"/>
                  </a:lnTo>
                  <a:lnTo>
                    <a:pt x="3822194" y="1203660"/>
                  </a:lnTo>
                  <a:lnTo>
                    <a:pt x="3822530" y="1198430"/>
                  </a:lnTo>
                  <a:lnTo>
                    <a:pt x="3822867" y="1194108"/>
                  </a:lnTo>
                  <a:lnTo>
                    <a:pt x="3823203" y="1190664"/>
                  </a:lnTo>
                  <a:lnTo>
                    <a:pt x="3823540" y="1187924"/>
                  </a:lnTo>
                  <a:lnTo>
                    <a:pt x="3823876" y="1185768"/>
                  </a:lnTo>
                  <a:lnTo>
                    <a:pt x="3824212" y="1184582"/>
                  </a:lnTo>
                  <a:lnTo>
                    <a:pt x="3824549" y="1184455"/>
                  </a:lnTo>
                  <a:lnTo>
                    <a:pt x="3824885" y="1185241"/>
                  </a:lnTo>
                  <a:lnTo>
                    <a:pt x="3825222" y="1187380"/>
                  </a:lnTo>
                  <a:lnTo>
                    <a:pt x="3825558" y="1189786"/>
                  </a:lnTo>
                  <a:lnTo>
                    <a:pt x="3825895" y="1193020"/>
                  </a:lnTo>
                  <a:lnTo>
                    <a:pt x="3826231" y="1197052"/>
                  </a:lnTo>
                  <a:lnTo>
                    <a:pt x="3826568" y="1201370"/>
                  </a:lnTo>
                  <a:lnTo>
                    <a:pt x="3826904" y="1206259"/>
                  </a:lnTo>
                  <a:lnTo>
                    <a:pt x="3827241" y="1211251"/>
                  </a:lnTo>
                  <a:lnTo>
                    <a:pt x="3827577" y="1216474"/>
                  </a:lnTo>
                  <a:lnTo>
                    <a:pt x="3827914" y="1221796"/>
                  </a:lnTo>
                  <a:lnTo>
                    <a:pt x="3828250" y="1227417"/>
                  </a:lnTo>
                  <a:lnTo>
                    <a:pt x="3828586" y="1232787"/>
                  </a:lnTo>
                  <a:lnTo>
                    <a:pt x="3828923" y="1238435"/>
                  </a:lnTo>
                  <a:lnTo>
                    <a:pt x="3829259" y="1243701"/>
                  </a:lnTo>
                  <a:lnTo>
                    <a:pt x="3829596" y="1248879"/>
                  </a:lnTo>
                  <a:lnTo>
                    <a:pt x="3829932" y="1254444"/>
                  </a:lnTo>
                  <a:lnTo>
                    <a:pt x="3830269" y="1259983"/>
                  </a:lnTo>
                  <a:lnTo>
                    <a:pt x="3830605" y="1265564"/>
                  </a:lnTo>
                  <a:lnTo>
                    <a:pt x="3830942" y="1270616"/>
                  </a:lnTo>
                  <a:lnTo>
                    <a:pt x="3831278" y="1273998"/>
                  </a:lnTo>
                  <a:lnTo>
                    <a:pt x="3831615" y="1277048"/>
                  </a:lnTo>
                  <a:lnTo>
                    <a:pt x="3831951" y="1280121"/>
                  </a:lnTo>
                  <a:lnTo>
                    <a:pt x="3832288" y="1283173"/>
                  </a:lnTo>
                  <a:lnTo>
                    <a:pt x="3832624" y="1285754"/>
                  </a:lnTo>
                  <a:lnTo>
                    <a:pt x="3832960" y="1288182"/>
                  </a:lnTo>
                  <a:lnTo>
                    <a:pt x="3833297" y="1289409"/>
                  </a:lnTo>
                  <a:lnTo>
                    <a:pt x="3833633" y="1289742"/>
                  </a:lnTo>
                  <a:lnTo>
                    <a:pt x="3833970" y="1288218"/>
                  </a:lnTo>
                  <a:lnTo>
                    <a:pt x="3834306" y="1285591"/>
                  </a:lnTo>
                  <a:lnTo>
                    <a:pt x="3834643" y="1282406"/>
                  </a:lnTo>
                  <a:lnTo>
                    <a:pt x="3834979" y="1277593"/>
                  </a:lnTo>
                  <a:lnTo>
                    <a:pt x="3835316" y="1271901"/>
                  </a:lnTo>
                  <a:lnTo>
                    <a:pt x="3835652" y="1265944"/>
                  </a:lnTo>
                  <a:lnTo>
                    <a:pt x="3835989" y="1260052"/>
                  </a:lnTo>
                  <a:lnTo>
                    <a:pt x="3836325" y="1252964"/>
                  </a:lnTo>
                  <a:lnTo>
                    <a:pt x="3836662" y="1245276"/>
                  </a:lnTo>
                  <a:lnTo>
                    <a:pt x="3836998" y="1235956"/>
                  </a:lnTo>
                  <a:lnTo>
                    <a:pt x="3837334" y="1225438"/>
                  </a:lnTo>
                  <a:lnTo>
                    <a:pt x="3837671" y="1213341"/>
                  </a:lnTo>
                  <a:lnTo>
                    <a:pt x="3838007" y="1199606"/>
                  </a:lnTo>
                  <a:lnTo>
                    <a:pt x="3838344" y="1185638"/>
                  </a:lnTo>
                  <a:lnTo>
                    <a:pt x="3838680" y="1172742"/>
                  </a:lnTo>
                  <a:lnTo>
                    <a:pt x="3839017" y="1159322"/>
                  </a:lnTo>
                  <a:lnTo>
                    <a:pt x="3839353" y="1145766"/>
                  </a:lnTo>
                  <a:lnTo>
                    <a:pt x="3839690" y="1132273"/>
                  </a:lnTo>
                  <a:lnTo>
                    <a:pt x="3840026" y="1119500"/>
                  </a:lnTo>
                  <a:lnTo>
                    <a:pt x="3840363" y="1106885"/>
                  </a:lnTo>
                  <a:lnTo>
                    <a:pt x="3840699" y="1092739"/>
                  </a:lnTo>
                  <a:lnTo>
                    <a:pt x="3841036" y="1077757"/>
                  </a:lnTo>
                  <a:lnTo>
                    <a:pt x="3841372" y="1063284"/>
                  </a:lnTo>
                  <a:lnTo>
                    <a:pt x="3841708" y="1048749"/>
                  </a:lnTo>
                  <a:lnTo>
                    <a:pt x="3842045" y="1038351"/>
                  </a:lnTo>
                  <a:lnTo>
                    <a:pt x="3842381" y="1028398"/>
                  </a:lnTo>
                  <a:lnTo>
                    <a:pt x="3842718" y="1019588"/>
                  </a:lnTo>
                  <a:lnTo>
                    <a:pt x="3843054" y="1014187"/>
                  </a:lnTo>
                  <a:lnTo>
                    <a:pt x="3843391" y="1009060"/>
                  </a:lnTo>
                  <a:lnTo>
                    <a:pt x="3843727" y="1002973"/>
                  </a:lnTo>
                  <a:lnTo>
                    <a:pt x="3844064" y="997010"/>
                  </a:lnTo>
                  <a:lnTo>
                    <a:pt x="3844400" y="991516"/>
                  </a:lnTo>
                  <a:lnTo>
                    <a:pt x="3844737" y="987120"/>
                  </a:lnTo>
                  <a:lnTo>
                    <a:pt x="3845073" y="982691"/>
                  </a:lnTo>
                  <a:lnTo>
                    <a:pt x="3845410" y="978634"/>
                  </a:lnTo>
                  <a:lnTo>
                    <a:pt x="3845746" y="975595"/>
                  </a:lnTo>
                  <a:lnTo>
                    <a:pt x="3846082" y="973992"/>
                  </a:lnTo>
                  <a:lnTo>
                    <a:pt x="3846419" y="972995"/>
                  </a:lnTo>
                  <a:lnTo>
                    <a:pt x="3846755" y="972490"/>
                  </a:lnTo>
                  <a:lnTo>
                    <a:pt x="3847092" y="970948"/>
                  </a:lnTo>
                  <a:lnTo>
                    <a:pt x="3847428" y="968014"/>
                  </a:lnTo>
                  <a:lnTo>
                    <a:pt x="3847765" y="965060"/>
                  </a:lnTo>
                  <a:lnTo>
                    <a:pt x="3848101" y="961076"/>
                  </a:lnTo>
                  <a:lnTo>
                    <a:pt x="3848438" y="956861"/>
                  </a:lnTo>
                  <a:lnTo>
                    <a:pt x="3848774" y="952828"/>
                  </a:lnTo>
                  <a:lnTo>
                    <a:pt x="3849111" y="949022"/>
                  </a:lnTo>
                  <a:lnTo>
                    <a:pt x="3849447" y="945812"/>
                  </a:lnTo>
                  <a:lnTo>
                    <a:pt x="3849784" y="941384"/>
                  </a:lnTo>
                  <a:lnTo>
                    <a:pt x="3850120" y="937327"/>
                  </a:lnTo>
                  <a:lnTo>
                    <a:pt x="3850456" y="933658"/>
                  </a:lnTo>
                  <a:lnTo>
                    <a:pt x="3850793" y="929166"/>
                  </a:lnTo>
                  <a:lnTo>
                    <a:pt x="3851129" y="923618"/>
                  </a:lnTo>
                  <a:lnTo>
                    <a:pt x="3851466" y="918317"/>
                  </a:lnTo>
                  <a:lnTo>
                    <a:pt x="3851802" y="913381"/>
                  </a:lnTo>
                  <a:lnTo>
                    <a:pt x="3852139" y="909880"/>
                  </a:lnTo>
                  <a:lnTo>
                    <a:pt x="3852475" y="906568"/>
                  </a:lnTo>
                  <a:lnTo>
                    <a:pt x="3852812" y="903643"/>
                  </a:lnTo>
                  <a:lnTo>
                    <a:pt x="3853148" y="902301"/>
                  </a:lnTo>
                  <a:lnTo>
                    <a:pt x="3853485" y="901750"/>
                  </a:lnTo>
                  <a:lnTo>
                    <a:pt x="3853821" y="901174"/>
                  </a:lnTo>
                  <a:lnTo>
                    <a:pt x="3854157" y="901376"/>
                  </a:lnTo>
                  <a:lnTo>
                    <a:pt x="3854494" y="901878"/>
                  </a:lnTo>
                  <a:lnTo>
                    <a:pt x="3854830" y="902180"/>
                  </a:lnTo>
                  <a:lnTo>
                    <a:pt x="3855167" y="902394"/>
                  </a:lnTo>
                  <a:lnTo>
                    <a:pt x="3855503" y="902162"/>
                  </a:lnTo>
                  <a:lnTo>
                    <a:pt x="3855840" y="901133"/>
                  </a:lnTo>
                  <a:lnTo>
                    <a:pt x="3856176" y="900776"/>
                  </a:lnTo>
                  <a:lnTo>
                    <a:pt x="3856513" y="900739"/>
                  </a:lnTo>
                  <a:lnTo>
                    <a:pt x="3856849" y="900312"/>
                  </a:lnTo>
                  <a:lnTo>
                    <a:pt x="3857186" y="899292"/>
                  </a:lnTo>
                  <a:lnTo>
                    <a:pt x="3857522" y="898273"/>
                  </a:lnTo>
                  <a:lnTo>
                    <a:pt x="3857859" y="896591"/>
                  </a:lnTo>
                  <a:lnTo>
                    <a:pt x="3858195" y="894821"/>
                  </a:lnTo>
                  <a:lnTo>
                    <a:pt x="3858531" y="892716"/>
                  </a:lnTo>
                  <a:lnTo>
                    <a:pt x="3858868" y="890813"/>
                  </a:lnTo>
                  <a:lnTo>
                    <a:pt x="3859204" y="888953"/>
                  </a:lnTo>
                  <a:lnTo>
                    <a:pt x="3859541" y="886929"/>
                  </a:lnTo>
                  <a:lnTo>
                    <a:pt x="3859877" y="885089"/>
                  </a:lnTo>
                  <a:lnTo>
                    <a:pt x="3860214" y="883569"/>
                  </a:lnTo>
                  <a:lnTo>
                    <a:pt x="3860550" y="882542"/>
                  </a:lnTo>
                  <a:lnTo>
                    <a:pt x="3860887" y="882174"/>
                  </a:lnTo>
                  <a:lnTo>
                    <a:pt x="3861223" y="881790"/>
                  </a:lnTo>
                  <a:lnTo>
                    <a:pt x="3861560" y="880509"/>
                  </a:lnTo>
                  <a:lnTo>
                    <a:pt x="3861896" y="879646"/>
                  </a:lnTo>
                  <a:lnTo>
                    <a:pt x="3862233" y="879388"/>
                  </a:lnTo>
                  <a:lnTo>
                    <a:pt x="3862569" y="879510"/>
                  </a:lnTo>
                  <a:lnTo>
                    <a:pt x="3862905" y="880013"/>
                  </a:lnTo>
                  <a:lnTo>
                    <a:pt x="3863242" y="881433"/>
                  </a:lnTo>
                  <a:lnTo>
                    <a:pt x="3863578" y="882955"/>
                  </a:lnTo>
                  <a:lnTo>
                    <a:pt x="3863915" y="884645"/>
                  </a:lnTo>
                  <a:lnTo>
                    <a:pt x="3864251" y="885479"/>
                  </a:lnTo>
                  <a:lnTo>
                    <a:pt x="3864588" y="887588"/>
                  </a:lnTo>
                  <a:lnTo>
                    <a:pt x="3864924" y="891065"/>
                  </a:lnTo>
                  <a:lnTo>
                    <a:pt x="3865261" y="895294"/>
                  </a:lnTo>
                  <a:lnTo>
                    <a:pt x="3865597" y="898836"/>
                  </a:lnTo>
                  <a:lnTo>
                    <a:pt x="3865934" y="903155"/>
                  </a:lnTo>
                  <a:lnTo>
                    <a:pt x="3866270" y="907440"/>
                  </a:lnTo>
                  <a:lnTo>
                    <a:pt x="3866607" y="910920"/>
                  </a:lnTo>
                  <a:lnTo>
                    <a:pt x="3866943" y="914244"/>
                  </a:lnTo>
                  <a:lnTo>
                    <a:pt x="3867279" y="917610"/>
                  </a:lnTo>
                  <a:lnTo>
                    <a:pt x="3867616" y="921406"/>
                  </a:lnTo>
                  <a:lnTo>
                    <a:pt x="3867952" y="924655"/>
                  </a:lnTo>
                  <a:lnTo>
                    <a:pt x="3868289" y="927155"/>
                  </a:lnTo>
                  <a:lnTo>
                    <a:pt x="3868625" y="930259"/>
                  </a:lnTo>
                  <a:lnTo>
                    <a:pt x="3868962" y="932886"/>
                  </a:lnTo>
                  <a:lnTo>
                    <a:pt x="3869298" y="935256"/>
                  </a:lnTo>
                  <a:lnTo>
                    <a:pt x="3869635" y="937478"/>
                  </a:lnTo>
                  <a:lnTo>
                    <a:pt x="3869971" y="938882"/>
                  </a:lnTo>
                  <a:lnTo>
                    <a:pt x="3870308" y="938954"/>
                  </a:lnTo>
                  <a:lnTo>
                    <a:pt x="3870644" y="938721"/>
                  </a:lnTo>
                  <a:lnTo>
                    <a:pt x="3870981" y="938642"/>
                  </a:lnTo>
                  <a:lnTo>
                    <a:pt x="3871317" y="938504"/>
                  </a:lnTo>
                  <a:lnTo>
                    <a:pt x="3871653" y="940961"/>
                  </a:lnTo>
                  <a:lnTo>
                    <a:pt x="3871990" y="943093"/>
                  </a:lnTo>
                  <a:lnTo>
                    <a:pt x="3872326" y="944320"/>
                  </a:lnTo>
                  <a:lnTo>
                    <a:pt x="3872663" y="944983"/>
                  </a:lnTo>
                  <a:lnTo>
                    <a:pt x="3872999" y="945029"/>
                  </a:lnTo>
                  <a:lnTo>
                    <a:pt x="3873336" y="945472"/>
                  </a:lnTo>
                  <a:lnTo>
                    <a:pt x="3873672" y="945438"/>
                  </a:lnTo>
                  <a:lnTo>
                    <a:pt x="3874009" y="945524"/>
                  </a:lnTo>
                  <a:lnTo>
                    <a:pt x="3874345" y="944729"/>
                  </a:lnTo>
                  <a:lnTo>
                    <a:pt x="3874682" y="943915"/>
                  </a:lnTo>
                  <a:lnTo>
                    <a:pt x="3875018" y="942766"/>
                  </a:lnTo>
                  <a:lnTo>
                    <a:pt x="3875355" y="942813"/>
                  </a:lnTo>
                  <a:lnTo>
                    <a:pt x="3875691" y="942442"/>
                  </a:lnTo>
                  <a:lnTo>
                    <a:pt x="3876027" y="941500"/>
                  </a:lnTo>
                  <a:lnTo>
                    <a:pt x="3876364" y="939489"/>
                  </a:lnTo>
                  <a:lnTo>
                    <a:pt x="3876700" y="935699"/>
                  </a:lnTo>
                  <a:lnTo>
                    <a:pt x="3877037" y="930877"/>
                  </a:lnTo>
                  <a:lnTo>
                    <a:pt x="3877373" y="925661"/>
                  </a:lnTo>
                  <a:lnTo>
                    <a:pt x="3877710" y="919998"/>
                  </a:lnTo>
                  <a:lnTo>
                    <a:pt x="3878046" y="913249"/>
                  </a:lnTo>
                  <a:lnTo>
                    <a:pt x="3878383" y="906523"/>
                  </a:lnTo>
                  <a:lnTo>
                    <a:pt x="3878719" y="899117"/>
                  </a:lnTo>
                  <a:lnTo>
                    <a:pt x="3879056" y="890031"/>
                  </a:lnTo>
                  <a:lnTo>
                    <a:pt x="3879392" y="880101"/>
                  </a:lnTo>
                  <a:lnTo>
                    <a:pt x="3879729" y="869387"/>
                  </a:lnTo>
                  <a:lnTo>
                    <a:pt x="3880065" y="858766"/>
                  </a:lnTo>
                  <a:lnTo>
                    <a:pt x="3880401" y="847809"/>
                  </a:lnTo>
                  <a:lnTo>
                    <a:pt x="3880738" y="838118"/>
                  </a:lnTo>
                  <a:lnTo>
                    <a:pt x="3881074" y="828919"/>
                  </a:lnTo>
                  <a:lnTo>
                    <a:pt x="3881411" y="822652"/>
                  </a:lnTo>
                  <a:lnTo>
                    <a:pt x="3881747" y="818313"/>
                  </a:lnTo>
                  <a:lnTo>
                    <a:pt x="3882084" y="813749"/>
                  </a:lnTo>
                  <a:lnTo>
                    <a:pt x="3882420" y="810398"/>
                  </a:lnTo>
                  <a:lnTo>
                    <a:pt x="3882757" y="807223"/>
                  </a:lnTo>
                  <a:lnTo>
                    <a:pt x="3883093" y="803853"/>
                  </a:lnTo>
                  <a:lnTo>
                    <a:pt x="3883430" y="801228"/>
                  </a:lnTo>
                  <a:lnTo>
                    <a:pt x="3883766" y="798701"/>
                  </a:lnTo>
                  <a:lnTo>
                    <a:pt x="3884102" y="796389"/>
                  </a:lnTo>
                  <a:lnTo>
                    <a:pt x="3884439" y="795505"/>
                  </a:lnTo>
                  <a:lnTo>
                    <a:pt x="3884775" y="794957"/>
                  </a:lnTo>
                  <a:lnTo>
                    <a:pt x="3885112" y="794823"/>
                  </a:lnTo>
                  <a:lnTo>
                    <a:pt x="3885448" y="796036"/>
                  </a:lnTo>
                  <a:lnTo>
                    <a:pt x="3885785" y="796854"/>
                  </a:lnTo>
                  <a:lnTo>
                    <a:pt x="3886121" y="798501"/>
                  </a:lnTo>
                  <a:lnTo>
                    <a:pt x="3886458" y="801406"/>
                  </a:lnTo>
                  <a:lnTo>
                    <a:pt x="3886794" y="804384"/>
                  </a:lnTo>
                  <a:lnTo>
                    <a:pt x="3887131" y="806980"/>
                  </a:lnTo>
                  <a:lnTo>
                    <a:pt x="3887467" y="809673"/>
                  </a:lnTo>
                  <a:lnTo>
                    <a:pt x="3887804" y="812441"/>
                  </a:lnTo>
                  <a:lnTo>
                    <a:pt x="3888140" y="815637"/>
                  </a:lnTo>
                  <a:lnTo>
                    <a:pt x="3888476" y="818917"/>
                  </a:lnTo>
                  <a:lnTo>
                    <a:pt x="3888813" y="820771"/>
                  </a:lnTo>
                  <a:lnTo>
                    <a:pt x="3889149" y="822090"/>
                  </a:lnTo>
                  <a:lnTo>
                    <a:pt x="3889486" y="822889"/>
                  </a:lnTo>
                  <a:lnTo>
                    <a:pt x="3889822" y="823010"/>
                  </a:lnTo>
                  <a:lnTo>
                    <a:pt x="3890159" y="821966"/>
                  </a:lnTo>
                  <a:lnTo>
                    <a:pt x="3890495" y="820318"/>
                  </a:lnTo>
                  <a:lnTo>
                    <a:pt x="3890832" y="818203"/>
                  </a:lnTo>
                  <a:lnTo>
                    <a:pt x="3891168" y="815844"/>
                  </a:lnTo>
                  <a:lnTo>
                    <a:pt x="3891505" y="813050"/>
                  </a:lnTo>
                  <a:lnTo>
                    <a:pt x="3891841" y="809490"/>
                  </a:lnTo>
                  <a:lnTo>
                    <a:pt x="3892178" y="805309"/>
                  </a:lnTo>
                  <a:lnTo>
                    <a:pt x="3892514" y="800040"/>
                  </a:lnTo>
                  <a:lnTo>
                    <a:pt x="3892850" y="794769"/>
                  </a:lnTo>
                  <a:lnTo>
                    <a:pt x="3893187" y="788774"/>
                  </a:lnTo>
                  <a:lnTo>
                    <a:pt x="3893523" y="783231"/>
                  </a:lnTo>
                  <a:lnTo>
                    <a:pt x="3893860" y="778861"/>
                  </a:lnTo>
                  <a:lnTo>
                    <a:pt x="3894196" y="774676"/>
                  </a:lnTo>
                  <a:lnTo>
                    <a:pt x="3894533" y="770587"/>
                  </a:lnTo>
                  <a:lnTo>
                    <a:pt x="3894869" y="766850"/>
                  </a:lnTo>
                  <a:lnTo>
                    <a:pt x="3895206" y="763453"/>
                  </a:lnTo>
                  <a:lnTo>
                    <a:pt x="3895542" y="759874"/>
                  </a:lnTo>
                  <a:lnTo>
                    <a:pt x="3895879" y="756553"/>
                  </a:lnTo>
                  <a:lnTo>
                    <a:pt x="3896215" y="753463"/>
                  </a:lnTo>
                  <a:lnTo>
                    <a:pt x="3896552" y="750084"/>
                  </a:lnTo>
                  <a:lnTo>
                    <a:pt x="3896888" y="746683"/>
                  </a:lnTo>
                  <a:lnTo>
                    <a:pt x="3897224" y="743215"/>
                  </a:lnTo>
                  <a:lnTo>
                    <a:pt x="3897561" y="740144"/>
                  </a:lnTo>
                  <a:lnTo>
                    <a:pt x="3897897" y="737493"/>
                  </a:lnTo>
                  <a:lnTo>
                    <a:pt x="3898234" y="735645"/>
                  </a:lnTo>
                  <a:lnTo>
                    <a:pt x="3898570" y="734721"/>
                  </a:lnTo>
                  <a:lnTo>
                    <a:pt x="3898907" y="734475"/>
                  </a:lnTo>
                  <a:lnTo>
                    <a:pt x="3899243" y="734267"/>
                  </a:lnTo>
                  <a:lnTo>
                    <a:pt x="3899580" y="734108"/>
                  </a:lnTo>
                  <a:lnTo>
                    <a:pt x="3899916" y="734481"/>
                  </a:lnTo>
                  <a:lnTo>
                    <a:pt x="3900253" y="735019"/>
                  </a:lnTo>
                  <a:lnTo>
                    <a:pt x="3900589" y="736233"/>
                  </a:lnTo>
                  <a:lnTo>
                    <a:pt x="3900926" y="738737"/>
                  </a:lnTo>
                  <a:lnTo>
                    <a:pt x="3901262" y="742093"/>
                  </a:lnTo>
                  <a:lnTo>
                    <a:pt x="3901598" y="746374"/>
                  </a:lnTo>
                  <a:lnTo>
                    <a:pt x="3901935" y="751794"/>
                  </a:lnTo>
                  <a:lnTo>
                    <a:pt x="3902271" y="758748"/>
                  </a:lnTo>
                  <a:lnTo>
                    <a:pt x="3902608" y="766970"/>
                  </a:lnTo>
                  <a:lnTo>
                    <a:pt x="3902944" y="774889"/>
                  </a:lnTo>
                  <a:lnTo>
                    <a:pt x="3903281" y="782894"/>
                  </a:lnTo>
                  <a:lnTo>
                    <a:pt x="3903617" y="791212"/>
                  </a:lnTo>
                  <a:lnTo>
                    <a:pt x="3903954" y="799981"/>
                  </a:lnTo>
                  <a:lnTo>
                    <a:pt x="3904290" y="809632"/>
                  </a:lnTo>
                  <a:lnTo>
                    <a:pt x="3904627" y="820493"/>
                  </a:lnTo>
                  <a:lnTo>
                    <a:pt x="3904963" y="832679"/>
                  </a:lnTo>
                  <a:lnTo>
                    <a:pt x="3905300" y="846402"/>
                  </a:lnTo>
                  <a:lnTo>
                    <a:pt x="3905636" y="860648"/>
                  </a:lnTo>
                  <a:lnTo>
                    <a:pt x="3905972" y="874144"/>
                  </a:lnTo>
                  <a:lnTo>
                    <a:pt x="3906309" y="887840"/>
                  </a:lnTo>
                  <a:lnTo>
                    <a:pt x="3906645" y="901838"/>
                  </a:lnTo>
                  <a:lnTo>
                    <a:pt x="3906982" y="916199"/>
                  </a:lnTo>
                  <a:lnTo>
                    <a:pt x="3907318" y="929251"/>
                  </a:lnTo>
                  <a:lnTo>
                    <a:pt x="3907655" y="941590"/>
                  </a:lnTo>
                  <a:lnTo>
                    <a:pt x="3907991" y="954665"/>
                  </a:lnTo>
                  <a:lnTo>
                    <a:pt x="3908328" y="969237"/>
                  </a:lnTo>
                  <a:lnTo>
                    <a:pt x="3908664" y="982820"/>
                  </a:lnTo>
                  <a:lnTo>
                    <a:pt x="3909001" y="996640"/>
                  </a:lnTo>
                  <a:lnTo>
                    <a:pt x="3909337" y="1007158"/>
                  </a:lnTo>
                  <a:lnTo>
                    <a:pt x="3909674" y="1016245"/>
                  </a:lnTo>
                  <a:lnTo>
                    <a:pt x="3910010" y="1024589"/>
                  </a:lnTo>
                  <a:lnTo>
                    <a:pt x="3910346" y="1030829"/>
                  </a:lnTo>
                  <a:lnTo>
                    <a:pt x="3910683" y="1035781"/>
                  </a:lnTo>
                  <a:lnTo>
                    <a:pt x="3911019" y="1041528"/>
                  </a:lnTo>
                  <a:lnTo>
                    <a:pt x="3911356" y="1048192"/>
                  </a:lnTo>
                  <a:lnTo>
                    <a:pt x="3911692" y="1054282"/>
                  </a:lnTo>
                  <a:lnTo>
                    <a:pt x="3912029" y="1059402"/>
                  </a:lnTo>
                  <a:lnTo>
                    <a:pt x="3912365" y="1063817"/>
                  </a:lnTo>
                  <a:lnTo>
                    <a:pt x="3912702" y="1067689"/>
                  </a:lnTo>
                  <a:lnTo>
                    <a:pt x="3913038" y="1070749"/>
                  </a:lnTo>
                  <a:lnTo>
                    <a:pt x="3913375" y="1072631"/>
                  </a:lnTo>
                  <a:lnTo>
                    <a:pt x="3913711" y="1074518"/>
                  </a:lnTo>
                  <a:lnTo>
                    <a:pt x="3914048" y="1076420"/>
                  </a:lnTo>
                  <a:lnTo>
                    <a:pt x="3914384" y="1078769"/>
                  </a:lnTo>
                  <a:lnTo>
                    <a:pt x="3914720" y="1081828"/>
                  </a:lnTo>
                  <a:lnTo>
                    <a:pt x="3915057" y="1083411"/>
                  </a:lnTo>
                  <a:lnTo>
                    <a:pt x="3915393" y="1084984"/>
                  </a:lnTo>
                  <a:lnTo>
                    <a:pt x="3915730" y="1085274"/>
                  </a:lnTo>
                  <a:lnTo>
                    <a:pt x="3916066" y="1084306"/>
                  </a:lnTo>
                  <a:lnTo>
                    <a:pt x="3916403" y="1081623"/>
                  </a:lnTo>
                  <a:lnTo>
                    <a:pt x="3916739" y="1078041"/>
                  </a:lnTo>
                  <a:lnTo>
                    <a:pt x="3917076" y="1074682"/>
                  </a:lnTo>
                  <a:lnTo>
                    <a:pt x="3917412" y="1071128"/>
                  </a:lnTo>
                  <a:lnTo>
                    <a:pt x="3917749" y="1067203"/>
                  </a:lnTo>
                  <a:lnTo>
                    <a:pt x="3918085" y="1062540"/>
                  </a:lnTo>
                  <a:lnTo>
                    <a:pt x="3918421" y="1057260"/>
                  </a:lnTo>
                  <a:lnTo>
                    <a:pt x="3918758" y="1051145"/>
                  </a:lnTo>
                  <a:lnTo>
                    <a:pt x="3919094" y="1044450"/>
                  </a:lnTo>
                  <a:lnTo>
                    <a:pt x="3919431" y="1037620"/>
                  </a:lnTo>
                  <a:lnTo>
                    <a:pt x="3919767" y="1031576"/>
                  </a:lnTo>
                  <a:lnTo>
                    <a:pt x="3920104" y="1025384"/>
                  </a:lnTo>
                  <a:lnTo>
                    <a:pt x="3920440" y="1018398"/>
                  </a:lnTo>
                  <a:lnTo>
                    <a:pt x="3920777" y="1010906"/>
                  </a:lnTo>
                  <a:lnTo>
                    <a:pt x="3921113" y="1003595"/>
                  </a:lnTo>
                  <a:lnTo>
                    <a:pt x="3921450" y="996577"/>
                  </a:lnTo>
                  <a:lnTo>
                    <a:pt x="3921786" y="988475"/>
                  </a:lnTo>
                  <a:lnTo>
                    <a:pt x="3922123" y="981090"/>
                  </a:lnTo>
                  <a:lnTo>
                    <a:pt x="3922459" y="972758"/>
                  </a:lnTo>
                  <a:lnTo>
                    <a:pt x="3922795" y="965437"/>
                  </a:lnTo>
                  <a:lnTo>
                    <a:pt x="3923132" y="959519"/>
                  </a:lnTo>
                  <a:lnTo>
                    <a:pt x="3923468" y="953814"/>
                  </a:lnTo>
                  <a:lnTo>
                    <a:pt x="3923805" y="950725"/>
                  </a:lnTo>
                  <a:lnTo>
                    <a:pt x="3924141" y="948798"/>
                  </a:lnTo>
                  <a:lnTo>
                    <a:pt x="3924478" y="947814"/>
                  </a:lnTo>
                  <a:lnTo>
                    <a:pt x="3924814" y="947485"/>
                  </a:lnTo>
                  <a:lnTo>
                    <a:pt x="3925151" y="948977"/>
                  </a:lnTo>
                  <a:lnTo>
                    <a:pt x="3925487" y="951649"/>
                  </a:lnTo>
                  <a:lnTo>
                    <a:pt x="3925824" y="954832"/>
                  </a:lnTo>
                  <a:lnTo>
                    <a:pt x="3926160" y="958291"/>
                  </a:lnTo>
                  <a:lnTo>
                    <a:pt x="3926497" y="962566"/>
                  </a:lnTo>
                  <a:lnTo>
                    <a:pt x="3926833" y="966170"/>
                  </a:lnTo>
                  <a:lnTo>
                    <a:pt x="3927169" y="969355"/>
                  </a:lnTo>
                  <a:lnTo>
                    <a:pt x="3927506" y="972426"/>
                  </a:lnTo>
                  <a:lnTo>
                    <a:pt x="3927842" y="975551"/>
                  </a:lnTo>
                  <a:lnTo>
                    <a:pt x="3928179" y="978720"/>
                  </a:lnTo>
                  <a:lnTo>
                    <a:pt x="3928515" y="982320"/>
                  </a:lnTo>
                  <a:lnTo>
                    <a:pt x="3928852" y="985970"/>
                  </a:lnTo>
                  <a:lnTo>
                    <a:pt x="3929188" y="988865"/>
                  </a:lnTo>
                  <a:lnTo>
                    <a:pt x="3929525" y="991364"/>
                  </a:lnTo>
                  <a:lnTo>
                    <a:pt x="3929861" y="993416"/>
                  </a:lnTo>
                  <a:lnTo>
                    <a:pt x="3930198" y="994891"/>
                  </a:lnTo>
                  <a:lnTo>
                    <a:pt x="3930534" y="994824"/>
                  </a:lnTo>
                  <a:lnTo>
                    <a:pt x="3930871" y="994811"/>
                  </a:lnTo>
                  <a:lnTo>
                    <a:pt x="3931207" y="993931"/>
                  </a:lnTo>
                  <a:lnTo>
                    <a:pt x="3931543" y="993220"/>
                  </a:lnTo>
                  <a:lnTo>
                    <a:pt x="3931880" y="991129"/>
                  </a:lnTo>
                  <a:lnTo>
                    <a:pt x="3932216" y="987064"/>
                  </a:lnTo>
                  <a:lnTo>
                    <a:pt x="3932553" y="982406"/>
                  </a:lnTo>
                  <a:lnTo>
                    <a:pt x="3932889" y="976844"/>
                  </a:lnTo>
                  <a:lnTo>
                    <a:pt x="3933226" y="971446"/>
                  </a:lnTo>
                  <a:lnTo>
                    <a:pt x="3933562" y="964254"/>
                  </a:lnTo>
                  <a:lnTo>
                    <a:pt x="3933899" y="957581"/>
                  </a:lnTo>
                  <a:lnTo>
                    <a:pt x="3934235" y="951229"/>
                  </a:lnTo>
                  <a:lnTo>
                    <a:pt x="3934572" y="942894"/>
                  </a:lnTo>
                  <a:lnTo>
                    <a:pt x="3934908" y="934700"/>
                  </a:lnTo>
                  <a:lnTo>
                    <a:pt x="3935245" y="926356"/>
                  </a:lnTo>
                  <a:lnTo>
                    <a:pt x="3935581" y="918176"/>
                  </a:lnTo>
                  <a:lnTo>
                    <a:pt x="3935917" y="908749"/>
                  </a:lnTo>
                  <a:lnTo>
                    <a:pt x="3936254" y="899135"/>
                  </a:lnTo>
                  <a:lnTo>
                    <a:pt x="3936590" y="889057"/>
                  </a:lnTo>
                  <a:lnTo>
                    <a:pt x="3936927" y="879165"/>
                  </a:lnTo>
                  <a:lnTo>
                    <a:pt x="3937263" y="870791"/>
                  </a:lnTo>
                  <a:lnTo>
                    <a:pt x="3937600" y="862851"/>
                  </a:lnTo>
                  <a:lnTo>
                    <a:pt x="3937936" y="855417"/>
                  </a:lnTo>
                  <a:lnTo>
                    <a:pt x="3938273" y="848102"/>
                  </a:lnTo>
                  <a:lnTo>
                    <a:pt x="3938609" y="840856"/>
                  </a:lnTo>
                  <a:lnTo>
                    <a:pt x="3938946" y="833633"/>
                  </a:lnTo>
                  <a:lnTo>
                    <a:pt x="3939282" y="826309"/>
                  </a:lnTo>
                  <a:lnTo>
                    <a:pt x="3939619" y="819528"/>
                  </a:lnTo>
                  <a:lnTo>
                    <a:pt x="3939955" y="812542"/>
                  </a:lnTo>
                  <a:lnTo>
                    <a:pt x="3940291" y="804537"/>
                  </a:lnTo>
                  <a:lnTo>
                    <a:pt x="3940628" y="795815"/>
                  </a:lnTo>
                  <a:lnTo>
                    <a:pt x="3940964" y="787675"/>
                  </a:lnTo>
                  <a:lnTo>
                    <a:pt x="3941301" y="780192"/>
                  </a:lnTo>
                  <a:lnTo>
                    <a:pt x="3941637" y="774094"/>
                  </a:lnTo>
                  <a:lnTo>
                    <a:pt x="3941974" y="768123"/>
                  </a:lnTo>
                  <a:lnTo>
                    <a:pt x="3942310" y="762728"/>
                  </a:lnTo>
                  <a:lnTo>
                    <a:pt x="3942647" y="756256"/>
                  </a:lnTo>
                  <a:lnTo>
                    <a:pt x="3942983" y="750084"/>
                  </a:lnTo>
                  <a:lnTo>
                    <a:pt x="3943320" y="745255"/>
                  </a:lnTo>
                  <a:lnTo>
                    <a:pt x="3943656" y="740062"/>
                  </a:lnTo>
                  <a:lnTo>
                    <a:pt x="3943993" y="735136"/>
                  </a:lnTo>
                  <a:lnTo>
                    <a:pt x="3944329" y="732059"/>
                  </a:lnTo>
                  <a:lnTo>
                    <a:pt x="3944665" y="729326"/>
                  </a:lnTo>
                  <a:lnTo>
                    <a:pt x="3945002" y="728443"/>
                  </a:lnTo>
                  <a:lnTo>
                    <a:pt x="3945338" y="729622"/>
                  </a:lnTo>
                  <a:lnTo>
                    <a:pt x="3945675" y="730837"/>
                  </a:lnTo>
                  <a:lnTo>
                    <a:pt x="3946011" y="732744"/>
                  </a:lnTo>
                  <a:lnTo>
                    <a:pt x="3946348" y="735228"/>
                  </a:lnTo>
                  <a:lnTo>
                    <a:pt x="3946684" y="738141"/>
                  </a:lnTo>
                  <a:lnTo>
                    <a:pt x="3947021" y="740936"/>
                  </a:lnTo>
                  <a:lnTo>
                    <a:pt x="3947357" y="742725"/>
                  </a:lnTo>
                  <a:lnTo>
                    <a:pt x="3947694" y="744559"/>
                  </a:lnTo>
                  <a:lnTo>
                    <a:pt x="3948030" y="745048"/>
                  </a:lnTo>
                  <a:lnTo>
                    <a:pt x="3948367" y="742664"/>
                  </a:lnTo>
                  <a:lnTo>
                    <a:pt x="3948703" y="738359"/>
                  </a:lnTo>
                  <a:lnTo>
                    <a:pt x="3949039" y="732176"/>
                  </a:lnTo>
                  <a:lnTo>
                    <a:pt x="3949376" y="724216"/>
                  </a:lnTo>
                  <a:lnTo>
                    <a:pt x="3949712" y="715556"/>
                  </a:lnTo>
                  <a:lnTo>
                    <a:pt x="3950049" y="705743"/>
                  </a:lnTo>
                  <a:lnTo>
                    <a:pt x="3950385" y="695468"/>
                  </a:lnTo>
                  <a:lnTo>
                    <a:pt x="3950722" y="684423"/>
                  </a:lnTo>
                  <a:lnTo>
                    <a:pt x="3951058" y="673219"/>
                  </a:lnTo>
                  <a:lnTo>
                    <a:pt x="3951395" y="662658"/>
                  </a:lnTo>
                  <a:lnTo>
                    <a:pt x="3951731" y="649891"/>
                  </a:lnTo>
                  <a:lnTo>
                    <a:pt x="3952068" y="636936"/>
                  </a:lnTo>
                  <a:lnTo>
                    <a:pt x="3952404" y="626727"/>
                  </a:lnTo>
                  <a:lnTo>
                    <a:pt x="3952740" y="615932"/>
                  </a:lnTo>
                  <a:lnTo>
                    <a:pt x="3953077" y="605980"/>
                  </a:lnTo>
                  <a:lnTo>
                    <a:pt x="3953413" y="596214"/>
                  </a:lnTo>
                  <a:lnTo>
                    <a:pt x="3953750" y="586299"/>
                  </a:lnTo>
                  <a:lnTo>
                    <a:pt x="3954086" y="578145"/>
                  </a:lnTo>
                  <a:lnTo>
                    <a:pt x="3954423" y="570854"/>
                  </a:lnTo>
                  <a:lnTo>
                    <a:pt x="3954759" y="562543"/>
                  </a:lnTo>
                  <a:lnTo>
                    <a:pt x="3955096" y="553713"/>
                  </a:lnTo>
                  <a:lnTo>
                    <a:pt x="3955432" y="544010"/>
                  </a:lnTo>
                  <a:lnTo>
                    <a:pt x="3955769" y="533664"/>
                  </a:lnTo>
                  <a:lnTo>
                    <a:pt x="3956105" y="523828"/>
                  </a:lnTo>
                  <a:lnTo>
                    <a:pt x="3956442" y="514191"/>
                  </a:lnTo>
                  <a:lnTo>
                    <a:pt x="3956778" y="504947"/>
                  </a:lnTo>
                  <a:lnTo>
                    <a:pt x="3957114" y="495630"/>
                  </a:lnTo>
                  <a:lnTo>
                    <a:pt x="3957451" y="486724"/>
                  </a:lnTo>
                  <a:lnTo>
                    <a:pt x="3957787" y="477814"/>
                  </a:lnTo>
                  <a:lnTo>
                    <a:pt x="3958124" y="469106"/>
                  </a:lnTo>
                  <a:lnTo>
                    <a:pt x="3958460" y="458644"/>
                  </a:lnTo>
                  <a:lnTo>
                    <a:pt x="3958797" y="448458"/>
                  </a:lnTo>
                  <a:lnTo>
                    <a:pt x="3959133" y="439340"/>
                  </a:lnTo>
                  <a:lnTo>
                    <a:pt x="3959470" y="430649"/>
                  </a:lnTo>
                  <a:lnTo>
                    <a:pt x="3959806" y="423355"/>
                  </a:lnTo>
                  <a:lnTo>
                    <a:pt x="3960143" y="416274"/>
                  </a:lnTo>
                  <a:lnTo>
                    <a:pt x="3960479" y="408026"/>
                  </a:lnTo>
                  <a:lnTo>
                    <a:pt x="3960816" y="400297"/>
                  </a:lnTo>
                  <a:lnTo>
                    <a:pt x="3961152" y="392322"/>
                  </a:lnTo>
                  <a:lnTo>
                    <a:pt x="3961488" y="384247"/>
                  </a:lnTo>
                  <a:lnTo>
                    <a:pt x="3961825" y="376235"/>
                  </a:lnTo>
                  <a:lnTo>
                    <a:pt x="3962161" y="368446"/>
                  </a:lnTo>
                  <a:lnTo>
                    <a:pt x="3962498" y="360884"/>
                  </a:lnTo>
                  <a:lnTo>
                    <a:pt x="3962834" y="354467"/>
                  </a:lnTo>
                  <a:lnTo>
                    <a:pt x="3963171" y="348352"/>
                  </a:lnTo>
                  <a:lnTo>
                    <a:pt x="3963507" y="341890"/>
                  </a:lnTo>
                  <a:lnTo>
                    <a:pt x="3963844" y="334585"/>
                  </a:lnTo>
                  <a:lnTo>
                    <a:pt x="3964180" y="326145"/>
                  </a:lnTo>
                  <a:lnTo>
                    <a:pt x="3964517" y="319285"/>
                  </a:lnTo>
                  <a:lnTo>
                    <a:pt x="3964853" y="312020"/>
                  </a:lnTo>
                  <a:lnTo>
                    <a:pt x="3965190" y="304551"/>
                  </a:lnTo>
                  <a:lnTo>
                    <a:pt x="3965526" y="297602"/>
                  </a:lnTo>
                  <a:lnTo>
                    <a:pt x="3965862" y="291420"/>
                  </a:lnTo>
                  <a:lnTo>
                    <a:pt x="3966199" y="284591"/>
                  </a:lnTo>
                  <a:lnTo>
                    <a:pt x="3966535" y="277075"/>
                  </a:lnTo>
                  <a:lnTo>
                    <a:pt x="3966872" y="269108"/>
                  </a:lnTo>
                  <a:lnTo>
                    <a:pt x="3967208" y="260281"/>
                  </a:lnTo>
                  <a:lnTo>
                    <a:pt x="3967545" y="250917"/>
                  </a:lnTo>
                  <a:lnTo>
                    <a:pt x="3967881" y="241408"/>
                  </a:lnTo>
                  <a:lnTo>
                    <a:pt x="3968218" y="231109"/>
                  </a:lnTo>
                  <a:lnTo>
                    <a:pt x="3968554" y="220721"/>
                  </a:lnTo>
                  <a:lnTo>
                    <a:pt x="3968891" y="211731"/>
                  </a:lnTo>
                  <a:lnTo>
                    <a:pt x="3969227" y="203433"/>
                  </a:lnTo>
                  <a:lnTo>
                    <a:pt x="3969564" y="194593"/>
                  </a:lnTo>
                  <a:lnTo>
                    <a:pt x="3969900" y="185247"/>
                  </a:lnTo>
                  <a:lnTo>
                    <a:pt x="3970236" y="175645"/>
                  </a:lnTo>
                  <a:lnTo>
                    <a:pt x="3970573" y="165522"/>
                  </a:lnTo>
                  <a:lnTo>
                    <a:pt x="3970909" y="155897"/>
                  </a:lnTo>
                  <a:lnTo>
                    <a:pt x="3971246" y="145504"/>
                  </a:lnTo>
                  <a:lnTo>
                    <a:pt x="3971582" y="136709"/>
                  </a:lnTo>
                  <a:lnTo>
                    <a:pt x="3971919" y="129158"/>
                  </a:lnTo>
                  <a:lnTo>
                    <a:pt x="3972255" y="122746"/>
                  </a:lnTo>
                  <a:lnTo>
                    <a:pt x="3972592" y="117479"/>
                  </a:lnTo>
                  <a:lnTo>
                    <a:pt x="3972928" y="113123"/>
                  </a:lnTo>
                  <a:lnTo>
                    <a:pt x="3973265" y="109704"/>
                  </a:lnTo>
                  <a:lnTo>
                    <a:pt x="3973601" y="107140"/>
                  </a:lnTo>
                  <a:lnTo>
                    <a:pt x="3973938" y="104458"/>
                  </a:lnTo>
                  <a:lnTo>
                    <a:pt x="3974274" y="102443"/>
                  </a:lnTo>
                  <a:lnTo>
                    <a:pt x="3974610" y="102360"/>
                  </a:lnTo>
                  <a:lnTo>
                    <a:pt x="3974947" y="103735"/>
                  </a:lnTo>
                  <a:lnTo>
                    <a:pt x="3975283" y="105378"/>
                  </a:lnTo>
                  <a:lnTo>
                    <a:pt x="3975620" y="107383"/>
                  </a:lnTo>
                  <a:lnTo>
                    <a:pt x="3975956" y="111089"/>
                  </a:lnTo>
                  <a:lnTo>
                    <a:pt x="3976293" y="114842"/>
                  </a:lnTo>
                  <a:lnTo>
                    <a:pt x="3976629" y="117819"/>
                  </a:lnTo>
                  <a:lnTo>
                    <a:pt x="3976966" y="120583"/>
                  </a:lnTo>
                  <a:lnTo>
                    <a:pt x="3977302" y="123748"/>
                  </a:lnTo>
                  <a:lnTo>
                    <a:pt x="3977639" y="125559"/>
                  </a:lnTo>
                  <a:lnTo>
                    <a:pt x="3977975" y="128231"/>
                  </a:lnTo>
                  <a:lnTo>
                    <a:pt x="3978312" y="129627"/>
                  </a:lnTo>
                  <a:lnTo>
                    <a:pt x="3978648" y="128820"/>
                  </a:lnTo>
                  <a:lnTo>
                    <a:pt x="3978984" y="127165"/>
                  </a:lnTo>
                  <a:lnTo>
                    <a:pt x="3979321" y="124867"/>
                  </a:lnTo>
                  <a:lnTo>
                    <a:pt x="3979657" y="121946"/>
                  </a:lnTo>
                  <a:lnTo>
                    <a:pt x="3979994" y="118303"/>
                  </a:lnTo>
                  <a:lnTo>
                    <a:pt x="3980330" y="114067"/>
                  </a:lnTo>
                  <a:lnTo>
                    <a:pt x="3980667" y="108810"/>
                  </a:lnTo>
                  <a:lnTo>
                    <a:pt x="3981003" y="102138"/>
                  </a:lnTo>
                  <a:lnTo>
                    <a:pt x="3981340" y="96197"/>
                  </a:lnTo>
                  <a:lnTo>
                    <a:pt x="3981676" y="89835"/>
                  </a:lnTo>
                  <a:lnTo>
                    <a:pt x="3982013" y="85293"/>
                  </a:lnTo>
                  <a:lnTo>
                    <a:pt x="3982349" y="81070"/>
                  </a:lnTo>
                  <a:lnTo>
                    <a:pt x="3982686" y="77241"/>
                  </a:lnTo>
                  <a:lnTo>
                    <a:pt x="3983022" y="74143"/>
                  </a:lnTo>
                  <a:lnTo>
                    <a:pt x="3983358" y="72649"/>
                  </a:lnTo>
                  <a:lnTo>
                    <a:pt x="3983695" y="72837"/>
                  </a:lnTo>
                  <a:lnTo>
                    <a:pt x="3984031" y="73307"/>
                  </a:lnTo>
                  <a:lnTo>
                    <a:pt x="3984368" y="73665"/>
                  </a:lnTo>
                  <a:lnTo>
                    <a:pt x="3984704" y="73514"/>
                  </a:lnTo>
                  <a:lnTo>
                    <a:pt x="3985041" y="73123"/>
                  </a:lnTo>
                  <a:lnTo>
                    <a:pt x="3985377" y="74065"/>
                  </a:lnTo>
                  <a:lnTo>
                    <a:pt x="3985714" y="76157"/>
                  </a:lnTo>
                  <a:lnTo>
                    <a:pt x="3986050" y="78806"/>
                  </a:lnTo>
                  <a:lnTo>
                    <a:pt x="3986387" y="82011"/>
                  </a:lnTo>
                  <a:lnTo>
                    <a:pt x="3986723" y="84973"/>
                  </a:lnTo>
                  <a:lnTo>
                    <a:pt x="3987059" y="86708"/>
                  </a:lnTo>
                  <a:lnTo>
                    <a:pt x="3987396" y="87679"/>
                  </a:lnTo>
                  <a:lnTo>
                    <a:pt x="3987732" y="88172"/>
                  </a:lnTo>
                  <a:lnTo>
                    <a:pt x="3988069" y="87071"/>
                  </a:lnTo>
                  <a:lnTo>
                    <a:pt x="3988405" y="86834"/>
                  </a:lnTo>
                  <a:lnTo>
                    <a:pt x="3988742" y="86459"/>
                  </a:lnTo>
                  <a:lnTo>
                    <a:pt x="3989078" y="86878"/>
                  </a:lnTo>
                  <a:lnTo>
                    <a:pt x="3989415" y="86832"/>
                  </a:lnTo>
                  <a:lnTo>
                    <a:pt x="3989751" y="89033"/>
                  </a:lnTo>
                  <a:lnTo>
                    <a:pt x="3990088" y="90246"/>
                  </a:lnTo>
                  <a:lnTo>
                    <a:pt x="3990424" y="90639"/>
                  </a:lnTo>
                  <a:lnTo>
                    <a:pt x="3990761" y="89646"/>
                  </a:lnTo>
                  <a:lnTo>
                    <a:pt x="3991097" y="86192"/>
                  </a:lnTo>
                  <a:lnTo>
                    <a:pt x="3991433" y="82266"/>
                  </a:lnTo>
                  <a:lnTo>
                    <a:pt x="3991770" y="77544"/>
                  </a:lnTo>
                  <a:lnTo>
                    <a:pt x="3992106" y="73302"/>
                  </a:lnTo>
                  <a:lnTo>
                    <a:pt x="3992443" y="69327"/>
                  </a:lnTo>
                  <a:lnTo>
                    <a:pt x="3992779" y="64462"/>
                  </a:lnTo>
                  <a:lnTo>
                    <a:pt x="3993116" y="59230"/>
                  </a:lnTo>
                  <a:lnTo>
                    <a:pt x="3993452" y="53482"/>
                  </a:lnTo>
                  <a:lnTo>
                    <a:pt x="3993789" y="46832"/>
                  </a:lnTo>
                  <a:lnTo>
                    <a:pt x="3994125" y="40373"/>
                  </a:lnTo>
                  <a:lnTo>
                    <a:pt x="3994462" y="34388"/>
                  </a:lnTo>
                  <a:lnTo>
                    <a:pt x="3994798" y="29373"/>
                  </a:lnTo>
                  <a:lnTo>
                    <a:pt x="3995135" y="24114"/>
                  </a:lnTo>
                  <a:lnTo>
                    <a:pt x="3995471" y="19756"/>
                  </a:lnTo>
                  <a:lnTo>
                    <a:pt x="3995807" y="15722"/>
                  </a:lnTo>
                  <a:lnTo>
                    <a:pt x="3996144" y="12086"/>
                  </a:lnTo>
                  <a:lnTo>
                    <a:pt x="3996480" y="8743"/>
                  </a:lnTo>
                  <a:lnTo>
                    <a:pt x="3996817" y="6284"/>
                  </a:lnTo>
                  <a:lnTo>
                    <a:pt x="3997153" y="3199"/>
                  </a:lnTo>
                  <a:lnTo>
                    <a:pt x="3997490" y="971"/>
                  </a:lnTo>
                  <a:lnTo>
                    <a:pt x="3997826" y="148"/>
                  </a:lnTo>
                  <a:lnTo>
                    <a:pt x="3998163" y="0"/>
                  </a:lnTo>
                  <a:lnTo>
                    <a:pt x="3998499" y="1512"/>
                  </a:lnTo>
                  <a:lnTo>
                    <a:pt x="3998836" y="3993"/>
                  </a:lnTo>
                  <a:lnTo>
                    <a:pt x="3999172" y="7516"/>
                  </a:lnTo>
                  <a:lnTo>
                    <a:pt x="3999509" y="12596"/>
                  </a:lnTo>
                  <a:lnTo>
                    <a:pt x="3999845" y="17613"/>
                  </a:lnTo>
                  <a:lnTo>
                    <a:pt x="4000181" y="23865"/>
                  </a:lnTo>
                  <a:lnTo>
                    <a:pt x="4000518" y="29976"/>
                  </a:lnTo>
                  <a:lnTo>
                    <a:pt x="4000854" y="37675"/>
                  </a:lnTo>
                  <a:lnTo>
                    <a:pt x="4001191" y="45462"/>
                  </a:lnTo>
                  <a:lnTo>
                    <a:pt x="4001527" y="52887"/>
                  </a:lnTo>
                  <a:lnTo>
                    <a:pt x="4001864" y="61004"/>
                  </a:lnTo>
                  <a:lnTo>
                    <a:pt x="4002200" y="69092"/>
                  </a:lnTo>
                  <a:lnTo>
                    <a:pt x="4002537" y="77277"/>
                  </a:lnTo>
                  <a:lnTo>
                    <a:pt x="4002873" y="85301"/>
                  </a:lnTo>
                  <a:lnTo>
                    <a:pt x="4003210" y="94566"/>
                  </a:lnTo>
                  <a:lnTo>
                    <a:pt x="4003546" y="103578"/>
                  </a:lnTo>
                  <a:lnTo>
                    <a:pt x="4003883" y="112694"/>
                  </a:lnTo>
                  <a:lnTo>
                    <a:pt x="4004219" y="122017"/>
                  </a:lnTo>
                  <a:lnTo>
                    <a:pt x="4004555" y="130023"/>
                  </a:lnTo>
                  <a:lnTo>
                    <a:pt x="4004892" y="138163"/>
                  </a:lnTo>
                  <a:lnTo>
                    <a:pt x="4005228" y="146038"/>
                  </a:lnTo>
                  <a:lnTo>
                    <a:pt x="4005565" y="152973"/>
                  </a:lnTo>
                  <a:lnTo>
                    <a:pt x="4005901" y="159981"/>
                  </a:lnTo>
                  <a:lnTo>
                    <a:pt x="4006238" y="166832"/>
                  </a:lnTo>
                  <a:lnTo>
                    <a:pt x="4006574" y="173915"/>
                  </a:lnTo>
                  <a:lnTo>
                    <a:pt x="4006911" y="181139"/>
                  </a:lnTo>
                  <a:lnTo>
                    <a:pt x="4007247" y="188510"/>
                  </a:lnTo>
                  <a:lnTo>
                    <a:pt x="4007584" y="197098"/>
                  </a:lnTo>
                  <a:lnTo>
                    <a:pt x="4007920" y="205812"/>
                  </a:lnTo>
                  <a:lnTo>
                    <a:pt x="4008257" y="213917"/>
                  </a:lnTo>
                  <a:lnTo>
                    <a:pt x="4008593" y="221260"/>
                  </a:lnTo>
                  <a:lnTo>
                    <a:pt x="4008929" y="226719"/>
                  </a:lnTo>
                  <a:lnTo>
                    <a:pt x="4009266" y="231553"/>
                  </a:lnTo>
                  <a:lnTo>
                    <a:pt x="4009602" y="236352"/>
                  </a:lnTo>
                  <a:lnTo>
                    <a:pt x="4009939" y="241615"/>
                  </a:lnTo>
                  <a:lnTo>
                    <a:pt x="4010275" y="246765"/>
                  </a:lnTo>
                  <a:lnTo>
                    <a:pt x="4010612" y="251829"/>
                  </a:lnTo>
                  <a:lnTo>
                    <a:pt x="4010948" y="258030"/>
                  </a:lnTo>
                  <a:lnTo>
                    <a:pt x="4011285" y="264613"/>
                  </a:lnTo>
                  <a:lnTo>
                    <a:pt x="4011621" y="270095"/>
                  </a:lnTo>
                  <a:lnTo>
                    <a:pt x="4011958" y="275914"/>
                  </a:lnTo>
                  <a:lnTo>
                    <a:pt x="4012294" y="280017"/>
                  </a:lnTo>
                  <a:lnTo>
                    <a:pt x="4012631" y="284087"/>
                  </a:lnTo>
                  <a:lnTo>
                    <a:pt x="4012967" y="287686"/>
                  </a:lnTo>
                  <a:lnTo>
                    <a:pt x="4013303" y="291168"/>
                  </a:lnTo>
                  <a:lnTo>
                    <a:pt x="4013640" y="296027"/>
                  </a:lnTo>
                  <a:lnTo>
                    <a:pt x="4013976" y="301171"/>
                  </a:lnTo>
                  <a:lnTo>
                    <a:pt x="4014313" y="307572"/>
                  </a:lnTo>
                  <a:lnTo>
                    <a:pt x="4014649" y="313949"/>
                  </a:lnTo>
                  <a:lnTo>
                    <a:pt x="4014986" y="320504"/>
                  </a:lnTo>
                  <a:lnTo>
                    <a:pt x="4015322" y="328354"/>
                  </a:lnTo>
                  <a:lnTo>
                    <a:pt x="4015659" y="338619"/>
                  </a:lnTo>
                  <a:lnTo>
                    <a:pt x="4015995" y="348643"/>
                  </a:lnTo>
                  <a:lnTo>
                    <a:pt x="4016332" y="358727"/>
                  </a:lnTo>
                  <a:lnTo>
                    <a:pt x="4016668" y="370970"/>
                  </a:lnTo>
                  <a:lnTo>
                    <a:pt x="4017004" y="383151"/>
                  </a:lnTo>
                  <a:lnTo>
                    <a:pt x="4017341" y="396580"/>
                  </a:lnTo>
                  <a:lnTo>
                    <a:pt x="4017677" y="410609"/>
                  </a:lnTo>
                  <a:lnTo>
                    <a:pt x="4018014" y="424691"/>
                  </a:lnTo>
                  <a:lnTo>
                    <a:pt x="4018350" y="439156"/>
                  </a:lnTo>
                  <a:lnTo>
                    <a:pt x="4018687" y="453350"/>
                  </a:lnTo>
                  <a:lnTo>
                    <a:pt x="4019023" y="469008"/>
                  </a:lnTo>
                  <a:lnTo>
                    <a:pt x="4019360" y="485071"/>
                  </a:lnTo>
                  <a:lnTo>
                    <a:pt x="4019696" y="499343"/>
                  </a:lnTo>
                  <a:lnTo>
                    <a:pt x="4020033" y="514302"/>
                  </a:lnTo>
                  <a:lnTo>
                    <a:pt x="4020369" y="529122"/>
                  </a:lnTo>
                  <a:lnTo>
                    <a:pt x="4020706" y="543600"/>
                  </a:lnTo>
                  <a:lnTo>
                    <a:pt x="4021042" y="558105"/>
                  </a:lnTo>
                  <a:lnTo>
                    <a:pt x="4021378" y="570774"/>
                  </a:lnTo>
                  <a:lnTo>
                    <a:pt x="4021715" y="583167"/>
                  </a:lnTo>
                  <a:lnTo>
                    <a:pt x="4022051" y="595714"/>
                  </a:lnTo>
                  <a:lnTo>
                    <a:pt x="4022388" y="607275"/>
                  </a:lnTo>
                  <a:lnTo>
                    <a:pt x="4022724" y="618148"/>
                  </a:lnTo>
                  <a:lnTo>
                    <a:pt x="4023061" y="628577"/>
                  </a:lnTo>
                  <a:lnTo>
                    <a:pt x="4023397" y="638646"/>
                  </a:lnTo>
                  <a:lnTo>
                    <a:pt x="4023734" y="648862"/>
                  </a:lnTo>
                  <a:lnTo>
                    <a:pt x="4024070" y="658056"/>
                  </a:lnTo>
                  <a:lnTo>
                    <a:pt x="4024407" y="666008"/>
                  </a:lnTo>
                  <a:lnTo>
                    <a:pt x="4024743" y="673479"/>
                  </a:lnTo>
                  <a:lnTo>
                    <a:pt x="4025080" y="679582"/>
                  </a:lnTo>
                  <a:lnTo>
                    <a:pt x="4025416" y="684641"/>
                  </a:lnTo>
                  <a:lnTo>
                    <a:pt x="4025752" y="690781"/>
                  </a:lnTo>
                  <a:lnTo>
                    <a:pt x="4026089" y="695800"/>
                  </a:lnTo>
                  <a:lnTo>
                    <a:pt x="4026425" y="700123"/>
                  </a:lnTo>
                  <a:lnTo>
                    <a:pt x="4026762" y="702586"/>
                  </a:lnTo>
                  <a:lnTo>
                    <a:pt x="4027098" y="703970"/>
                  </a:lnTo>
                  <a:lnTo>
                    <a:pt x="4027435" y="705804"/>
                  </a:lnTo>
                  <a:lnTo>
                    <a:pt x="4027771" y="709858"/>
                  </a:lnTo>
                  <a:lnTo>
                    <a:pt x="4028108" y="713583"/>
                  </a:lnTo>
                  <a:lnTo>
                    <a:pt x="4028444" y="716499"/>
                  </a:lnTo>
                  <a:lnTo>
                    <a:pt x="4028781" y="719431"/>
                  </a:lnTo>
                  <a:lnTo>
                    <a:pt x="4029117" y="721893"/>
                  </a:lnTo>
                  <a:lnTo>
                    <a:pt x="4029454" y="723513"/>
                  </a:lnTo>
                  <a:lnTo>
                    <a:pt x="4029790" y="725552"/>
                  </a:lnTo>
                  <a:lnTo>
                    <a:pt x="4030126" y="726534"/>
                  </a:lnTo>
                  <a:lnTo>
                    <a:pt x="4030463" y="726878"/>
                  </a:lnTo>
                  <a:lnTo>
                    <a:pt x="4030799" y="727316"/>
                  </a:lnTo>
                  <a:lnTo>
                    <a:pt x="4031136" y="728789"/>
                  </a:lnTo>
                  <a:lnTo>
                    <a:pt x="4031472" y="731160"/>
                  </a:lnTo>
                  <a:lnTo>
                    <a:pt x="4031809" y="731960"/>
                  </a:lnTo>
                  <a:lnTo>
                    <a:pt x="4032145" y="733001"/>
                  </a:lnTo>
                  <a:lnTo>
                    <a:pt x="4032482" y="733824"/>
                  </a:lnTo>
                  <a:lnTo>
                    <a:pt x="4032818" y="733865"/>
                  </a:lnTo>
                  <a:lnTo>
                    <a:pt x="4033155" y="732098"/>
                  </a:lnTo>
                  <a:lnTo>
                    <a:pt x="4033491" y="731148"/>
                  </a:lnTo>
                  <a:lnTo>
                    <a:pt x="4033828" y="730009"/>
                  </a:lnTo>
                  <a:lnTo>
                    <a:pt x="4034164" y="728331"/>
                  </a:lnTo>
                  <a:lnTo>
                    <a:pt x="4034500" y="727837"/>
                  </a:lnTo>
                  <a:lnTo>
                    <a:pt x="4034837" y="727302"/>
                  </a:lnTo>
                  <a:lnTo>
                    <a:pt x="4035173" y="727176"/>
                  </a:lnTo>
                  <a:lnTo>
                    <a:pt x="4035510" y="728108"/>
                  </a:lnTo>
                  <a:lnTo>
                    <a:pt x="4035846" y="729853"/>
                  </a:lnTo>
                  <a:lnTo>
                    <a:pt x="4036183" y="730957"/>
                  </a:lnTo>
                  <a:lnTo>
                    <a:pt x="4036519" y="732584"/>
                  </a:lnTo>
                  <a:lnTo>
                    <a:pt x="4036856" y="735367"/>
                  </a:lnTo>
                  <a:lnTo>
                    <a:pt x="4037192" y="739289"/>
                  </a:lnTo>
                  <a:lnTo>
                    <a:pt x="4037529" y="743802"/>
                  </a:lnTo>
                  <a:lnTo>
                    <a:pt x="4037865" y="748305"/>
                  </a:lnTo>
                  <a:lnTo>
                    <a:pt x="4038202" y="753394"/>
                  </a:lnTo>
                  <a:lnTo>
                    <a:pt x="4038538" y="759611"/>
                  </a:lnTo>
                  <a:lnTo>
                    <a:pt x="4038874" y="763790"/>
                  </a:lnTo>
                  <a:lnTo>
                    <a:pt x="4039211" y="769008"/>
                  </a:lnTo>
                  <a:lnTo>
                    <a:pt x="4039547" y="773302"/>
                  </a:lnTo>
                  <a:lnTo>
                    <a:pt x="4039884" y="776609"/>
                  </a:lnTo>
                  <a:lnTo>
                    <a:pt x="4040220" y="778718"/>
                  </a:lnTo>
                  <a:lnTo>
                    <a:pt x="4040557" y="780277"/>
                  </a:lnTo>
                  <a:lnTo>
                    <a:pt x="4040893" y="780614"/>
                  </a:lnTo>
                  <a:lnTo>
                    <a:pt x="4041230" y="781080"/>
                  </a:lnTo>
                  <a:lnTo>
                    <a:pt x="4041566" y="780764"/>
                  </a:lnTo>
                  <a:lnTo>
                    <a:pt x="4041903" y="778978"/>
                  </a:lnTo>
                  <a:lnTo>
                    <a:pt x="4042239" y="776564"/>
                  </a:lnTo>
                  <a:lnTo>
                    <a:pt x="4042576" y="774839"/>
                  </a:lnTo>
                  <a:lnTo>
                    <a:pt x="4042912" y="772996"/>
                  </a:lnTo>
                  <a:lnTo>
                    <a:pt x="4043248" y="770611"/>
                  </a:lnTo>
                  <a:lnTo>
                    <a:pt x="4043585" y="768899"/>
                  </a:lnTo>
                  <a:lnTo>
                    <a:pt x="4043921" y="768125"/>
                  </a:lnTo>
                  <a:lnTo>
                    <a:pt x="4044258" y="768681"/>
                  </a:lnTo>
                  <a:lnTo>
                    <a:pt x="4044594" y="769234"/>
                  </a:lnTo>
                  <a:lnTo>
                    <a:pt x="4044931" y="771774"/>
                  </a:lnTo>
                  <a:lnTo>
                    <a:pt x="4045267" y="773645"/>
                  </a:lnTo>
                  <a:lnTo>
                    <a:pt x="4045604" y="775556"/>
                  </a:lnTo>
                  <a:lnTo>
                    <a:pt x="4045940" y="777272"/>
                  </a:lnTo>
                  <a:lnTo>
                    <a:pt x="4046277" y="779766"/>
                  </a:lnTo>
                  <a:lnTo>
                    <a:pt x="4046613" y="782599"/>
                  </a:lnTo>
                  <a:lnTo>
                    <a:pt x="4046950" y="785452"/>
                  </a:lnTo>
                  <a:lnTo>
                    <a:pt x="4047286" y="788015"/>
                  </a:lnTo>
                  <a:lnTo>
                    <a:pt x="4047622" y="790122"/>
                  </a:lnTo>
                  <a:lnTo>
                    <a:pt x="4047959" y="794104"/>
                  </a:lnTo>
                  <a:lnTo>
                    <a:pt x="4048295" y="798050"/>
                  </a:lnTo>
                  <a:lnTo>
                    <a:pt x="4048632" y="800006"/>
                  </a:lnTo>
                  <a:lnTo>
                    <a:pt x="4048968" y="801930"/>
                  </a:lnTo>
                  <a:lnTo>
                    <a:pt x="4049305" y="801499"/>
                  </a:lnTo>
                  <a:lnTo>
                    <a:pt x="4049641" y="800272"/>
                  </a:lnTo>
                  <a:lnTo>
                    <a:pt x="4049978" y="795074"/>
                  </a:lnTo>
                  <a:lnTo>
                    <a:pt x="4050314" y="789743"/>
                  </a:lnTo>
                  <a:lnTo>
                    <a:pt x="4050651" y="783921"/>
                  </a:lnTo>
                  <a:lnTo>
                    <a:pt x="4050987" y="777542"/>
                  </a:lnTo>
                  <a:lnTo>
                    <a:pt x="4051323" y="770710"/>
                  </a:lnTo>
                  <a:lnTo>
                    <a:pt x="4051660" y="764153"/>
                  </a:lnTo>
                  <a:lnTo>
                    <a:pt x="4051996" y="757666"/>
                  </a:lnTo>
                  <a:lnTo>
                    <a:pt x="4052333" y="750999"/>
                  </a:lnTo>
                  <a:lnTo>
                    <a:pt x="4052669" y="743275"/>
                  </a:lnTo>
                  <a:lnTo>
                    <a:pt x="4053006" y="734401"/>
                  </a:lnTo>
                  <a:lnTo>
                    <a:pt x="4053342" y="725106"/>
                  </a:lnTo>
                  <a:lnTo>
                    <a:pt x="4053679" y="711975"/>
                  </a:lnTo>
                  <a:lnTo>
                    <a:pt x="4054015" y="698273"/>
                  </a:lnTo>
                  <a:lnTo>
                    <a:pt x="4054352" y="684752"/>
                  </a:lnTo>
                  <a:lnTo>
                    <a:pt x="4054688" y="675932"/>
                  </a:lnTo>
                  <a:lnTo>
                    <a:pt x="4055025" y="669321"/>
                  </a:lnTo>
                  <a:lnTo>
                    <a:pt x="4055361" y="665361"/>
                  </a:lnTo>
                  <a:lnTo>
                    <a:pt x="4055697" y="661335"/>
                  </a:lnTo>
                  <a:lnTo>
                    <a:pt x="4056034" y="657158"/>
                  </a:lnTo>
                  <a:lnTo>
                    <a:pt x="4056370" y="652682"/>
                  </a:lnTo>
                  <a:lnTo>
                    <a:pt x="4056707" y="648527"/>
                  </a:lnTo>
                  <a:lnTo>
                    <a:pt x="4057043" y="644260"/>
                  </a:lnTo>
                  <a:lnTo>
                    <a:pt x="4057380" y="640454"/>
                  </a:lnTo>
                  <a:lnTo>
                    <a:pt x="4057716" y="636921"/>
                  </a:lnTo>
                  <a:lnTo>
                    <a:pt x="4058053" y="633883"/>
                  </a:lnTo>
                  <a:lnTo>
                    <a:pt x="4058389" y="630460"/>
                  </a:lnTo>
                  <a:lnTo>
                    <a:pt x="4058726" y="627160"/>
                  </a:lnTo>
                  <a:lnTo>
                    <a:pt x="4059062" y="624474"/>
                  </a:lnTo>
                  <a:lnTo>
                    <a:pt x="4059399" y="622258"/>
                  </a:lnTo>
                  <a:lnTo>
                    <a:pt x="4059735" y="619721"/>
                  </a:lnTo>
                  <a:lnTo>
                    <a:pt x="4060071" y="616538"/>
                  </a:lnTo>
                  <a:lnTo>
                    <a:pt x="4060408" y="613354"/>
                  </a:lnTo>
                  <a:lnTo>
                    <a:pt x="4060744" y="608049"/>
                  </a:lnTo>
                  <a:lnTo>
                    <a:pt x="4061081" y="602745"/>
                  </a:lnTo>
                  <a:lnTo>
                    <a:pt x="4061417" y="598457"/>
                  </a:lnTo>
                  <a:lnTo>
                    <a:pt x="4061754" y="593903"/>
                  </a:lnTo>
                  <a:lnTo>
                    <a:pt x="4062090" y="588407"/>
                  </a:lnTo>
                  <a:lnTo>
                    <a:pt x="4062427" y="583868"/>
                  </a:lnTo>
                  <a:lnTo>
                    <a:pt x="4062763" y="579279"/>
                  </a:lnTo>
                  <a:lnTo>
                    <a:pt x="4063100" y="575418"/>
                  </a:lnTo>
                  <a:lnTo>
                    <a:pt x="4063436" y="572717"/>
                  </a:lnTo>
                  <a:lnTo>
                    <a:pt x="4063773" y="570759"/>
                  </a:lnTo>
                  <a:lnTo>
                    <a:pt x="4064109" y="569285"/>
                  </a:lnTo>
                  <a:lnTo>
                    <a:pt x="4064445" y="568861"/>
                  </a:lnTo>
                  <a:lnTo>
                    <a:pt x="4064782" y="568989"/>
                  </a:lnTo>
                  <a:lnTo>
                    <a:pt x="4065118" y="570254"/>
                  </a:lnTo>
                  <a:lnTo>
                    <a:pt x="4065455" y="572196"/>
                  </a:lnTo>
                  <a:lnTo>
                    <a:pt x="4065791" y="575028"/>
                  </a:lnTo>
                  <a:lnTo>
                    <a:pt x="4066128" y="578581"/>
                  </a:lnTo>
                  <a:lnTo>
                    <a:pt x="4066464" y="582014"/>
                  </a:lnTo>
                  <a:lnTo>
                    <a:pt x="4066801" y="585653"/>
                  </a:lnTo>
                  <a:lnTo>
                    <a:pt x="4067137" y="589984"/>
                  </a:lnTo>
                  <a:lnTo>
                    <a:pt x="4067474" y="594594"/>
                  </a:lnTo>
                  <a:lnTo>
                    <a:pt x="4067810" y="599122"/>
                  </a:lnTo>
                  <a:lnTo>
                    <a:pt x="4068147" y="602570"/>
                  </a:lnTo>
                  <a:lnTo>
                    <a:pt x="4068483" y="605623"/>
                  </a:lnTo>
                  <a:lnTo>
                    <a:pt x="4068819" y="608494"/>
                  </a:lnTo>
                  <a:lnTo>
                    <a:pt x="4069156" y="611391"/>
                  </a:lnTo>
                  <a:lnTo>
                    <a:pt x="4069492" y="613787"/>
                  </a:lnTo>
                  <a:lnTo>
                    <a:pt x="4069829" y="616025"/>
                  </a:lnTo>
                  <a:lnTo>
                    <a:pt x="4070165" y="618027"/>
                  </a:lnTo>
                  <a:lnTo>
                    <a:pt x="4070502" y="619095"/>
                  </a:lnTo>
                  <a:lnTo>
                    <a:pt x="4070838" y="619741"/>
                  </a:lnTo>
                  <a:lnTo>
                    <a:pt x="4071175" y="619874"/>
                  </a:lnTo>
                  <a:lnTo>
                    <a:pt x="4071511" y="619623"/>
                  </a:lnTo>
                  <a:lnTo>
                    <a:pt x="4071848" y="619299"/>
                  </a:lnTo>
                  <a:lnTo>
                    <a:pt x="4072184" y="619914"/>
                  </a:lnTo>
                  <a:lnTo>
                    <a:pt x="4072521" y="621726"/>
                  </a:lnTo>
                  <a:lnTo>
                    <a:pt x="4072857" y="624566"/>
                  </a:lnTo>
                  <a:lnTo>
                    <a:pt x="4073193" y="627796"/>
                  </a:lnTo>
                  <a:lnTo>
                    <a:pt x="4073530" y="631294"/>
                  </a:lnTo>
                  <a:lnTo>
                    <a:pt x="4073866" y="634932"/>
                  </a:lnTo>
                  <a:lnTo>
                    <a:pt x="4074203" y="638236"/>
                  </a:lnTo>
                  <a:lnTo>
                    <a:pt x="4074539" y="641408"/>
                  </a:lnTo>
                  <a:lnTo>
                    <a:pt x="4074876" y="644591"/>
                  </a:lnTo>
                  <a:lnTo>
                    <a:pt x="4075212" y="648194"/>
                  </a:lnTo>
                  <a:lnTo>
                    <a:pt x="4075549" y="652589"/>
                  </a:lnTo>
                  <a:lnTo>
                    <a:pt x="4075885" y="657074"/>
                  </a:lnTo>
                  <a:lnTo>
                    <a:pt x="4076222" y="662239"/>
                  </a:lnTo>
                  <a:lnTo>
                    <a:pt x="4076558" y="667264"/>
                  </a:lnTo>
                  <a:lnTo>
                    <a:pt x="4076895" y="671960"/>
                  </a:lnTo>
                  <a:lnTo>
                    <a:pt x="4077231" y="676917"/>
                  </a:lnTo>
                  <a:lnTo>
                    <a:pt x="4077567" y="681483"/>
                  </a:lnTo>
                  <a:lnTo>
                    <a:pt x="4077904" y="685199"/>
                  </a:lnTo>
                  <a:lnTo>
                    <a:pt x="4078240" y="688165"/>
                  </a:lnTo>
                  <a:lnTo>
                    <a:pt x="4078577" y="690276"/>
                  </a:lnTo>
                  <a:lnTo>
                    <a:pt x="4078913" y="691339"/>
                  </a:lnTo>
                  <a:lnTo>
                    <a:pt x="4079250" y="691464"/>
                  </a:lnTo>
                  <a:lnTo>
                    <a:pt x="4079586" y="690960"/>
                  </a:lnTo>
                  <a:lnTo>
                    <a:pt x="4079923" y="689185"/>
                  </a:lnTo>
                  <a:lnTo>
                    <a:pt x="4080259" y="687224"/>
                  </a:lnTo>
                  <a:lnTo>
                    <a:pt x="4080596" y="685608"/>
                  </a:lnTo>
                  <a:lnTo>
                    <a:pt x="4080932" y="683181"/>
                  </a:lnTo>
                  <a:lnTo>
                    <a:pt x="4081269" y="681457"/>
                  </a:lnTo>
                  <a:lnTo>
                    <a:pt x="4081605" y="679885"/>
                  </a:lnTo>
                  <a:lnTo>
                    <a:pt x="4081941" y="679108"/>
                  </a:lnTo>
                  <a:lnTo>
                    <a:pt x="4082278" y="678082"/>
                  </a:lnTo>
                  <a:lnTo>
                    <a:pt x="4082614" y="676275"/>
                  </a:lnTo>
                  <a:lnTo>
                    <a:pt x="4082951" y="674296"/>
                  </a:lnTo>
                  <a:lnTo>
                    <a:pt x="4083287" y="671883"/>
                  </a:lnTo>
                  <a:lnTo>
                    <a:pt x="4083624" y="669556"/>
                  </a:lnTo>
                  <a:lnTo>
                    <a:pt x="4083960" y="667519"/>
                  </a:lnTo>
                  <a:lnTo>
                    <a:pt x="4084297" y="665930"/>
                  </a:lnTo>
                  <a:lnTo>
                    <a:pt x="4084633" y="665086"/>
                  </a:lnTo>
                  <a:lnTo>
                    <a:pt x="4084970" y="664645"/>
                  </a:lnTo>
                  <a:lnTo>
                    <a:pt x="4085306" y="664224"/>
                  </a:lnTo>
                  <a:lnTo>
                    <a:pt x="4085642" y="663342"/>
                  </a:lnTo>
                  <a:lnTo>
                    <a:pt x="4085979" y="662728"/>
                  </a:lnTo>
                  <a:lnTo>
                    <a:pt x="4086315" y="661709"/>
                  </a:lnTo>
                  <a:lnTo>
                    <a:pt x="4086652" y="661150"/>
                  </a:lnTo>
                  <a:lnTo>
                    <a:pt x="4086988" y="660223"/>
                  </a:lnTo>
                  <a:lnTo>
                    <a:pt x="4087325" y="659244"/>
                  </a:lnTo>
                  <a:lnTo>
                    <a:pt x="4087661" y="658195"/>
                  </a:lnTo>
                  <a:lnTo>
                    <a:pt x="4087998" y="656994"/>
                  </a:lnTo>
                  <a:lnTo>
                    <a:pt x="4088334" y="656155"/>
                  </a:lnTo>
                  <a:lnTo>
                    <a:pt x="4088671" y="655711"/>
                  </a:lnTo>
                  <a:lnTo>
                    <a:pt x="4089007" y="655587"/>
                  </a:lnTo>
                  <a:lnTo>
                    <a:pt x="4089344" y="656081"/>
                  </a:lnTo>
                  <a:lnTo>
                    <a:pt x="4089680" y="657706"/>
                  </a:lnTo>
                  <a:lnTo>
                    <a:pt x="4090016" y="660749"/>
                  </a:lnTo>
                  <a:lnTo>
                    <a:pt x="4090353" y="664918"/>
                  </a:lnTo>
                  <a:lnTo>
                    <a:pt x="4090689" y="669692"/>
                  </a:lnTo>
                  <a:lnTo>
                    <a:pt x="4091026" y="674461"/>
                  </a:lnTo>
                  <a:lnTo>
                    <a:pt x="4091362" y="679931"/>
                  </a:lnTo>
                  <a:lnTo>
                    <a:pt x="4091699" y="686284"/>
                  </a:lnTo>
                  <a:lnTo>
                    <a:pt x="4092035" y="692662"/>
                  </a:lnTo>
                  <a:lnTo>
                    <a:pt x="4092372" y="700283"/>
                  </a:lnTo>
                  <a:lnTo>
                    <a:pt x="4092708" y="708016"/>
                  </a:lnTo>
                  <a:lnTo>
                    <a:pt x="4093045" y="715971"/>
                  </a:lnTo>
                  <a:lnTo>
                    <a:pt x="4093381" y="722996"/>
                  </a:lnTo>
                  <a:lnTo>
                    <a:pt x="4093718" y="728846"/>
                  </a:lnTo>
                  <a:lnTo>
                    <a:pt x="4094054" y="735116"/>
                  </a:lnTo>
                  <a:lnTo>
                    <a:pt x="4094390" y="741369"/>
                  </a:lnTo>
                  <a:lnTo>
                    <a:pt x="4094727" y="745998"/>
                  </a:lnTo>
                  <a:lnTo>
                    <a:pt x="4095063" y="750400"/>
                  </a:lnTo>
                  <a:lnTo>
                    <a:pt x="4095400" y="754421"/>
                  </a:lnTo>
                  <a:lnTo>
                    <a:pt x="4095736" y="758563"/>
                  </a:lnTo>
                  <a:lnTo>
                    <a:pt x="4096073" y="762668"/>
                  </a:lnTo>
                  <a:lnTo>
                    <a:pt x="4096409" y="766828"/>
                  </a:lnTo>
                  <a:lnTo>
                    <a:pt x="4096746" y="770831"/>
                  </a:lnTo>
                  <a:lnTo>
                    <a:pt x="4097082" y="773714"/>
                  </a:lnTo>
                  <a:lnTo>
                    <a:pt x="4097419" y="775912"/>
                  </a:lnTo>
                  <a:lnTo>
                    <a:pt x="4097755" y="778245"/>
                  </a:lnTo>
                  <a:lnTo>
                    <a:pt x="4098092" y="780226"/>
                  </a:lnTo>
                  <a:lnTo>
                    <a:pt x="4098428" y="782340"/>
                  </a:lnTo>
                  <a:lnTo>
                    <a:pt x="4098764" y="784763"/>
                  </a:lnTo>
                  <a:lnTo>
                    <a:pt x="4099101" y="786585"/>
                  </a:lnTo>
                  <a:lnTo>
                    <a:pt x="4099437" y="788327"/>
                  </a:lnTo>
                  <a:lnTo>
                    <a:pt x="4099774" y="790181"/>
                  </a:lnTo>
                  <a:lnTo>
                    <a:pt x="4100110" y="791623"/>
                  </a:lnTo>
                  <a:lnTo>
                    <a:pt x="4100447" y="793301"/>
                  </a:lnTo>
                  <a:lnTo>
                    <a:pt x="4100783" y="793976"/>
                  </a:lnTo>
                  <a:lnTo>
                    <a:pt x="4101120" y="796296"/>
                  </a:lnTo>
                  <a:lnTo>
                    <a:pt x="4101456" y="799395"/>
                  </a:lnTo>
                  <a:lnTo>
                    <a:pt x="4101793" y="803139"/>
                  </a:lnTo>
                  <a:lnTo>
                    <a:pt x="4102129" y="809492"/>
                  </a:lnTo>
                  <a:lnTo>
                    <a:pt x="4102466" y="817139"/>
                  </a:lnTo>
                  <a:lnTo>
                    <a:pt x="4102802" y="825425"/>
                  </a:lnTo>
                  <a:lnTo>
                    <a:pt x="4103138" y="833657"/>
                  </a:lnTo>
                  <a:lnTo>
                    <a:pt x="4103475" y="841706"/>
                  </a:lnTo>
                  <a:lnTo>
                    <a:pt x="4103811" y="848708"/>
                  </a:lnTo>
                  <a:lnTo>
                    <a:pt x="4104148" y="855273"/>
                  </a:lnTo>
                  <a:lnTo>
                    <a:pt x="4104484" y="861104"/>
                  </a:lnTo>
                  <a:lnTo>
                    <a:pt x="4104821" y="866998"/>
                  </a:lnTo>
                  <a:lnTo>
                    <a:pt x="4105157" y="873283"/>
                  </a:lnTo>
                  <a:lnTo>
                    <a:pt x="4105494" y="878936"/>
                  </a:lnTo>
                  <a:lnTo>
                    <a:pt x="4105830" y="884676"/>
                  </a:lnTo>
                  <a:lnTo>
                    <a:pt x="4106167" y="891156"/>
                  </a:lnTo>
                  <a:lnTo>
                    <a:pt x="4106503" y="895461"/>
                  </a:lnTo>
                  <a:lnTo>
                    <a:pt x="4106840" y="899403"/>
                  </a:lnTo>
                  <a:lnTo>
                    <a:pt x="4107176" y="903187"/>
                  </a:lnTo>
                  <a:lnTo>
                    <a:pt x="4107512" y="907253"/>
                  </a:lnTo>
                  <a:lnTo>
                    <a:pt x="4107849" y="910159"/>
                  </a:lnTo>
                  <a:lnTo>
                    <a:pt x="4108185" y="912999"/>
                  </a:lnTo>
                  <a:lnTo>
                    <a:pt x="4108522" y="915457"/>
                  </a:lnTo>
                  <a:lnTo>
                    <a:pt x="4108858" y="917804"/>
                  </a:lnTo>
                  <a:lnTo>
                    <a:pt x="4109195" y="920113"/>
                  </a:lnTo>
                  <a:lnTo>
                    <a:pt x="4109531" y="922129"/>
                  </a:lnTo>
                  <a:lnTo>
                    <a:pt x="4109868" y="924026"/>
                  </a:lnTo>
                  <a:lnTo>
                    <a:pt x="4110204" y="926100"/>
                  </a:lnTo>
                  <a:lnTo>
                    <a:pt x="4110541" y="927624"/>
                  </a:lnTo>
                  <a:lnTo>
                    <a:pt x="4110877" y="928755"/>
                  </a:lnTo>
                  <a:lnTo>
                    <a:pt x="4111214" y="929622"/>
                  </a:lnTo>
                  <a:lnTo>
                    <a:pt x="4111550" y="930176"/>
                  </a:lnTo>
                  <a:lnTo>
                    <a:pt x="4111886" y="930872"/>
                  </a:lnTo>
                  <a:lnTo>
                    <a:pt x="4112223" y="931294"/>
                  </a:lnTo>
                  <a:lnTo>
                    <a:pt x="4112559" y="932332"/>
                  </a:lnTo>
                  <a:lnTo>
                    <a:pt x="4112896" y="934517"/>
                  </a:lnTo>
                  <a:lnTo>
                    <a:pt x="4113232" y="938207"/>
                  </a:lnTo>
                  <a:lnTo>
                    <a:pt x="4113569" y="942485"/>
                  </a:lnTo>
                  <a:lnTo>
                    <a:pt x="4113905" y="947629"/>
                  </a:lnTo>
                  <a:lnTo>
                    <a:pt x="4114242" y="953377"/>
                  </a:lnTo>
                  <a:lnTo>
                    <a:pt x="4114578" y="960196"/>
                  </a:lnTo>
                  <a:lnTo>
                    <a:pt x="4114915" y="967379"/>
                  </a:lnTo>
                  <a:lnTo>
                    <a:pt x="4115251" y="972735"/>
                  </a:lnTo>
                  <a:lnTo>
                    <a:pt x="4115588" y="979422"/>
                  </a:lnTo>
                  <a:lnTo>
                    <a:pt x="4115924" y="986319"/>
                  </a:lnTo>
                  <a:lnTo>
                    <a:pt x="4116260" y="994233"/>
                  </a:lnTo>
                  <a:lnTo>
                    <a:pt x="4116597" y="1002632"/>
                  </a:lnTo>
                  <a:lnTo>
                    <a:pt x="4116933" y="1011898"/>
                  </a:lnTo>
                  <a:lnTo>
                    <a:pt x="4117270" y="1024569"/>
                  </a:lnTo>
                  <a:lnTo>
                    <a:pt x="4117606" y="1037779"/>
                  </a:lnTo>
                  <a:lnTo>
                    <a:pt x="4117943" y="1050679"/>
                  </a:lnTo>
                  <a:lnTo>
                    <a:pt x="4118279" y="1064173"/>
                  </a:lnTo>
                  <a:lnTo>
                    <a:pt x="4118616" y="1078346"/>
                  </a:lnTo>
                  <a:lnTo>
                    <a:pt x="4118952" y="1092584"/>
                  </a:lnTo>
                  <a:lnTo>
                    <a:pt x="4119289" y="1107276"/>
                  </a:lnTo>
                  <a:lnTo>
                    <a:pt x="4119625" y="1122276"/>
                  </a:lnTo>
                  <a:lnTo>
                    <a:pt x="4119961" y="1137428"/>
                  </a:lnTo>
                  <a:lnTo>
                    <a:pt x="4120298" y="1153880"/>
                  </a:lnTo>
                  <a:lnTo>
                    <a:pt x="4120634" y="1170810"/>
                  </a:lnTo>
                  <a:lnTo>
                    <a:pt x="4120971" y="1191341"/>
                  </a:lnTo>
                  <a:lnTo>
                    <a:pt x="4121307" y="1211457"/>
                  </a:lnTo>
                  <a:lnTo>
                    <a:pt x="4121644" y="1231949"/>
                  </a:lnTo>
                  <a:lnTo>
                    <a:pt x="4121980" y="1249768"/>
                  </a:lnTo>
                  <a:lnTo>
                    <a:pt x="4122317" y="1266572"/>
                  </a:lnTo>
                  <a:lnTo>
                    <a:pt x="4122653" y="1283010"/>
                  </a:lnTo>
                  <a:lnTo>
                    <a:pt x="4122990" y="1298755"/>
                  </a:lnTo>
                  <a:lnTo>
                    <a:pt x="4123326" y="1314054"/>
                  </a:lnTo>
                  <a:lnTo>
                    <a:pt x="4123663" y="1329374"/>
                  </a:lnTo>
                  <a:lnTo>
                    <a:pt x="4123999" y="1343475"/>
                  </a:lnTo>
                  <a:lnTo>
                    <a:pt x="4124335" y="1356065"/>
                  </a:lnTo>
                  <a:lnTo>
                    <a:pt x="4124672" y="1367903"/>
                  </a:lnTo>
                  <a:lnTo>
                    <a:pt x="4125008" y="1379272"/>
                  </a:lnTo>
                  <a:lnTo>
                    <a:pt x="4125345" y="1390267"/>
                  </a:lnTo>
                  <a:lnTo>
                    <a:pt x="4125681" y="1401424"/>
                  </a:lnTo>
                  <a:lnTo>
                    <a:pt x="4126018" y="1411810"/>
                  </a:lnTo>
                  <a:lnTo>
                    <a:pt x="4126354" y="1421676"/>
                  </a:lnTo>
                  <a:lnTo>
                    <a:pt x="4126691" y="1430410"/>
                  </a:lnTo>
                  <a:lnTo>
                    <a:pt x="4127027" y="1438598"/>
                  </a:lnTo>
                  <a:lnTo>
                    <a:pt x="4127364" y="1447263"/>
                  </a:lnTo>
                  <a:lnTo>
                    <a:pt x="4127700" y="1455984"/>
                  </a:lnTo>
                  <a:lnTo>
                    <a:pt x="4128037" y="1467170"/>
                  </a:lnTo>
                  <a:lnTo>
                    <a:pt x="4128373" y="1478464"/>
                  </a:lnTo>
                  <a:lnTo>
                    <a:pt x="4128709" y="1488884"/>
                  </a:lnTo>
                  <a:lnTo>
                    <a:pt x="4129046" y="1499785"/>
                  </a:lnTo>
                  <a:lnTo>
                    <a:pt x="4129382" y="1511151"/>
                  </a:lnTo>
                  <a:lnTo>
                    <a:pt x="4129719" y="1522010"/>
                  </a:lnTo>
                  <a:lnTo>
                    <a:pt x="4130055" y="1531762"/>
                  </a:lnTo>
                  <a:lnTo>
                    <a:pt x="4130392" y="1539968"/>
                  </a:lnTo>
                  <a:lnTo>
                    <a:pt x="4130728" y="1546779"/>
                  </a:lnTo>
                  <a:lnTo>
                    <a:pt x="4131065" y="1553275"/>
                  </a:lnTo>
                  <a:lnTo>
                    <a:pt x="4131401" y="1558226"/>
                  </a:lnTo>
                  <a:lnTo>
                    <a:pt x="4131738" y="1562781"/>
                  </a:lnTo>
                  <a:lnTo>
                    <a:pt x="4132074" y="1566785"/>
                  </a:lnTo>
                  <a:lnTo>
                    <a:pt x="4132411" y="1569516"/>
                  </a:lnTo>
                  <a:lnTo>
                    <a:pt x="4132747" y="1570928"/>
                  </a:lnTo>
                  <a:lnTo>
                    <a:pt x="4133083" y="1571312"/>
                  </a:lnTo>
                  <a:lnTo>
                    <a:pt x="4133420" y="1571105"/>
                  </a:lnTo>
                  <a:lnTo>
                    <a:pt x="4133756" y="1570568"/>
                  </a:lnTo>
                  <a:lnTo>
                    <a:pt x="4134093" y="1569425"/>
                  </a:lnTo>
                  <a:lnTo>
                    <a:pt x="4134429" y="1568024"/>
                  </a:lnTo>
                  <a:lnTo>
                    <a:pt x="4134766" y="1566087"/>
                  </a:lnTo>
                  <a:lnTo>
                    <a:pt x="4135102" y="1564214"/>
                  </a:lnTo>
                  <a:lnTo>
                    <a:pt x="4135439" y="1562712"/>
                  </a:lnTo>
                  <a:lnTo>
                    <a:pt x="4135775" y="1562056"/>
                  </a:lnTo>
                  <a:lnTo>
                    <a:pt x="4136112" y="1561137"/>
                  </a:lnTo>
                  <a:lnTo>
                    <a:pt x="4136448" y="1560229"/>
                  </a:lnTo>
                  <a:lnTo>
                    <a:pt x="4136785" y="1559303"/>
                  </a:lnTo>
                  <a:lnTo>
                    <a:pt x="4137121" y="1558128"/>
                  </a:lnTo>
                  <a:lnTo>
                    <a:pt x="4137457" y="1557172"/>
                  </a:lnTo>
                  <a:lnTo>
                    <a:pt x="4137794" y="1556550"/>
                  </a:lnTo>
                  <a:lnTo>
                    <a:pt x="4138130" y="1556459"/>
                  </a:lnTo>
                  <a:lnTo>
                    <a:pt x="4138467" y="1556747"/>
                  </a:lnTo>
                  <a:lnTo>
                    <a:pt x="4138803" y="1557051"/>
                  </a:lnTo>
                  <a:lnTo>
                    <a:pt x="4139140" y="1557028"/>
                  </a:lnTo>
                  <a:lnTo>
                    <a:pt x="4139476" y="1555948"/>
                  </a:lnTo>
                  <a:lnTo>
                    <a:pt x="4139813" y="1553776"/>
                  </a:lnTo>
                  <a:lnTo>
                    <a:pt x="4140149" y="1550580"/>
                  </a:lnTo>
                  <a:lnTo>
                    <a:pt x="4140486" y="1547408"/>
                  </a:lnTo>
                  <a:lnTo>
                    <a:pt x="4140822" y="1543326"/>
                  </a:lnTo>
                  <a:lnTo>
                    <a:pt x="4141159" y="1539316"/>
                  </a:lnTo>
                  <a:lnTo>
                    <a:pt x="4141495" y="1536085"/>
                  </a:lnTo>
                  <a:lnTo>
                    <a:pt x="4141831" y="1532341"/>
                  </a:lnTo>
                  <a:lnTo>
                    <a:pt x="4142168" y="1528592"/>
                  </a:lnTo>
                  <a:lnTo>
                    <a:pt x="4142504" y="1525191"/>
                  </a:lnTo>
                  <a:lnTo>
                    <a:pt x="4142841" y="1521533"/>
                  </a:lnTo>
                  <a:lnTo>
                    <a:pt x="4143177" y="1518028"/>
                  </a:lnTo>
                  <a:lnTo>
                    <a:pt x="4143514" y="1514777"/>
                  </a:lnTo>
                  <a:lnTo>
                    <a:pt x="4143850" y="1512138"/>
                  </a:lnTo>
                  <a:lnTo>
                    <a:pt x="4144187" y="1509819"/>
                  </a:lnTo>
                  <a:lnTo>
                    <a:pt x="4144523" y="1507485"/>
                  </a:lnTo>
                  <a:lnTo>
                    <a:pt x="4144860" y="1505870"/>
                  </a:lnTo>
                  <a:lnTo>
                    <a:pt x="4145196" y="1505166"/>
                  </a:lnTo>
                  <a:lnTo>
                    <a:pt x="4145533" y="1505007"/>
                  </a:lnTo>
                  <a:lnTo>
                    <a:pt x="4145869" y="1505943"/>
                  </a:lnTo>
                  <a:lnTo>
                    <a:pt x="4146205" y="1507899"/>
                  </a:lnTo>
                  <a:lnTo>
                    <a:pt x="4146542" y="1510539"/>
                  </a:lnTo>
                  <a:lnTo>
                    <a:pt x="4146878" y="1514369"/>
                  </a:lnTo>
                  <a:lnTo>
                    <a:pt x="4147215" y="1518614"/>
                  </a:lnTo>
                  <a:lnTo>
                    <a:pt x="4147551" y="1522917"/>
                  </a:lnTo>
                  <a:lnTo>
                    <a:pt x="4147888" y="1527224"/>
                  </a:lnTo>
                  <a:lnTo>
                    <a:pt x="4148224" y="1531745"/>
                  </a:lnTo>
                  <a:lnTo>
                    <a:pt x="4148561" y="1535394"/>
                  </a:lnTo>
                  <a:lnTo>
                    <a:pt x="4148897" y="1538738"/>
                  </a:lnTo>
                  <a:lnTo>
                    <a:pt x="4149234" y="1542059"/>
                  </a:lnTo>
                  <a:lnTo>
                    <a:pt x="4149570" y="1545142"/>
                  </a:lnTo>
                  <a:lnTo>
                    <a:pt x="4149906" y="1547958"/>
                  </a:lnTo>
                  <a:lnTo>
                    <a:pt x="4150243" y="1550674"/>
                  </a:lnTo>
                  <a:lnTo>
                    <a:pt x="4150579" y="1553585"/>
                  </a:lnTo>
                  <a:lnTo>
                    <a:pt x="4150916" y="1556614"/>
                  </a:lnTo>
                  <a:lnTo>
                    <a:pt x="4151252" y="1558898"/>
                  </a:lnTo>
                  <a:lnTo>
                    <a:pt x="4151589" y="1560390"/>
                  </a:lnTo>
                  <a:lnTo>
                    <a:pt x="4151925" y="1560931"/>
                  </a:lnTo>
                  <a:lnTo>
                    <a:pt x="4152262" y="1560916"/>
                  </a:lnTo>
                  <a:lnTo>
                    <a:pt x="4152598" y="1561236"/>
                  </a:lnTo>
                  <a:lnTo>
                    <a:pt x="4152935" y="1561726"/>
                  </a:lnTo>
                  <a:lnTo>
                    <a:pt x="4153271" y="1561404"/>
                  </a:lnTo>
                  <a:lnTo>
                    <a:pt x="4153608" y="1561090"/>
                  </a:lnTo>
                  <a:lnTo>
                    <a:pt x="4153944" y="1560103"/>
                  </a:lnTo>
                  <a:lnTo>
                    <a:pt x="4154280" y="1558600"/>
                  </a:lnTo>
                  <a:lnTo>
                    <a:pt x="4154617" y="1556910"/>
                  </a:lnTo>
                  <a:lnTo>
                    <a:pt x="4154953" y="1554829"/>
                  </a:lnTo>
                  <a:lnTo>
                    <a:pt x="4155290" y="1552798"/>
                  </a:lnTo>
                  <a:lnTo>
                    <a:pt x="4155626" y="1550933"/>
                  </a:lnTo>
                  <a:lnTo>
                    <a:pt x="4155963" y="1549293"/>
                  </a:lnTo>
                  <a:lnTo>
                    <a:pt x="4156299" y="1547213"/>
                  </a:lnTo>
                  <a:lnTo>
                    <a:pt x="4156636" y="1545221"/>
                  </a:lnTo>
                  <a:lnTo>
                    <a:pt x="4156972" y="1543550"/>
                  </a:lnTo>
                  <a:lnTo>
                    <a:pt x="4157309" y="1541187"/>
                  </a:lnTo>
                  <a:lnTo>
                    <a:pt x="4157645" y="1538787"/>
                  </a:lnTo>
                  <a:lnTo>
                    <a:pt x="4157982" y="1535703"/>
                  </a:lnTo>
                  <a:lnTo>
                    <a:pt x="4158318" y="1532784"/>
                  </a:lnTo>
                  <a:lnTo>
                    <a:pt x="4158654" y="1529482"/>
                  </a:lnTo>
                  <a:lnTo>
                    <a:pt x="4158991" y="1526168"/>
                  </a:lnTo>
                  <a:lnTo>
                    <a:pt x="4159327" y="1522928"/>
                  </a:lnTo>
                  <a:lnTo>
                    <a:pt x="4159664" y="1518514"/>
                  </a:lnTo>
                  <a:lnTo>
                    <a:pt x="4160000" y="1514261"/>
                  </a:lnTo>
                  <a:lnTo>
                    <a:pt x="4160337" y="1509195"/>
                  </a:lnTo>
                  <a:lnTo>
                    <a:pt x="4160673" y="1504796"/>
                  </a:lnTo>
                  <a:lnTo>
                    <a:pt x="4161010" y="1500422"/>
                  </a:lnTo>
                  <a:lnTo>
                    <a:pt x="4161346" y="1496926"/>
                  </a:lnTo>
                  <a:lnTo>
                    <a:pt x="4161683" y="1494000"/>
                  </a:lnTo>
                  <a:lnTo>
                    <a:pt x="4162019" y="1491110"/>
                  </a:lnTo>
                  <a:lnTo>
                    <a:pt x="4162356" y="1486464"/>
                  </a:lnTo>
                  <a:lnTo>
                    <a:pt x="4162692" y="1480066"/>
                  </a:lnTo>
                  <a:lnTo>
                    <a:pt x="4163028" y="1473262"/>
                  </a:lnTo>
                  <a:lnTo>
                    <a:pt x="4163365" y="1466073"/>
                  </a:lnTo>
                  <a:lnTo>
                    <a:pt x="4163701" y="1458837"/>
                  </a:lnTo>
                  <a:lnTo>
                    <a:pt x="4164038" y="1452340"/>
                  </a:lnTo>
                  <a:lnTo>
                    <a:pt x="4164374" y="1446184"/>
                  </a:lnTo>
                  <a:lnTo>
                    <a:pt x="4164711" y="1441548"/>
                  </a:lnTo>
                  <a:lnTo>
                    <a:pt x="4165047" y="1436335"/>
                  </a:lnTo>
                  <a:lnTo>
                    <a:pt x="4165384" y="1431755"/>
                  </a:lnTo>
                  <a:lnTo>
                    <a:pt x="4165720" y="1425938"/>
                  </a:lnTo>
                  <a:lnTo>
                    <a:pt x="4166057" y="1417670"/>
                  </a:lnTo>
                  <a:lnTo>
                    <a:pt x="4166393" y="1409093"/>
                  </a:lnTo>
                  <a:lnTo>
                    <a:pt x="4166730" y="1401558"/>
                  </a:lnTo>
                  <a:lnTo>
                    <a:pt x="4167066" y="1394482"/>
                  </a:lnTo>
                  <a:lnTo>
                    <a:pt x="4167402" y="1388683"/>
                  </a:lnTo>
                  <a:lnTo>
                    <a:pt x="4167739" y="1384092"/>
                  </a:lnTo>
                  <a:lnTo>
                    <a:pt x="4168075" y="1380871"/>
                  </a:lnTo>
                  <a:lnTo>
                    <a:pt x="4168412" y="1376507"/>
                  </a:lnTo>
                  <a:lnTo>
                    <a:pt x="4168748" y="1373049"/>
                  </a:lnTo>
                  <a:lnTo>
                    <a:pt x="4169085" y="1368375"/>
                  </a:lnTo>
                  <a:lnTo>
                    <a:pt x="4169421" y="1360020"/>
                  </a:lnTo>
                  <a:lnTo>
                    <a:pt x="4169758" y="1350143"/>
                  </a:lnTo>
                  <a:lnTo>
                    <a:pt x="4170094" y="1339786"/>
                  </a:lnTo>
                  <a:lnTo>
                    <a:pt x="4170431" y="1329317"/>
                  </a:lnTo>
                  <a:lnTo>
                    <a:pt x="4170767" y="1319336"/>
                  </a:lnTo>
                  <a:lnTo>
                    <a:pt x="4171104" y="1310737"/>
                  </a:lnTo>
                  <a:lnTo>
                    <a:pt x="4171440" y="1302725"/>
                  </a:lnTo>
                  <a:lnTo>
                    <a:pt x="4171776" y="1294832"/>
                  </a:lnTo>
                  <a:lnTo>
                    <a:pt x="4172113" y="1287015"/>
                  </a:lnTo>
                  <a:lnTo>
                    <a:pt x="4172449" y="1277778"/>
                  </a:lnTo>
                  <a:lnTo>
                    <a:pt x="4172786" y="1267709"/>
                  </a:lnTo>
                  <a:lnTo>
                    <a:pt x="4173122" y="1256504"/>
                  </a:lnTo>
                  <a:lnTo>
                    <a:pt x="4173459" y="1244350"/>
                  </a:lnTo>
                  <a:lnTo>
                    <a:pt x="4173795" y="1231570"/>
                  </a:lnTo>
                  <a:lnTo>
                    <a:pt x="4174132" y="1220865"/>
                  </a:lnTo>
                  <a:lnTo>
                    <a:pt x="4174468" y="1210223"/>
                  </a:lnTo>
                  <a:lnTo>
                    <a:pt x="4174805" y="1199345"/>
                  </a:lnTo>
                  <a:lnTo>
                    <a:pt x="4175141" y="1189258"/>
                  </a:lnTo>
                  <a:lnTo>
                    <a:pt x="4175478" y="1179915"/>
                  </a:lnTo>
                  <a:lnTo>
                    <a:pt x="4175814" y="1170649"/>
                  </a:lnTo>
                  <a:lnTo>
                    <a:pt x="4176150" y="1160136"/>
                  </a:lnTo>
                  <a:lnTo>
                    <a:pt x="4176487" y="1149082"/>
                  </a:lnTo>
                  <a:lnTo>
                    <a:pt x="4176823" y="1139396"/>
                  </a:lnTo>
                  <a:lnTo>
                    <a:pt x="4177160" y="1129485"/>
                  </a:lnTo>
                  <a:lnTo>
                    <a:pt x="4177496" y="1119740"/>
                  </a:lnTo>
                  <a:lnTo>
                    <a:pt x="4177833" y="1110443"/>
                  </a:lnTo>
                  <a:lnTo>
                    <a:pt x="4178169" y="1101530"/>
                  </a:lnTo>
                  <a:lnTo>
                    <a:pt x="4178506" y="1091809"/>
                  </a:lnTo>
                  <a:lnTo>
                    <a:pt x="4178842" y="1082810"/>
                  </a:lnTo>
                  <a:lnTo>
                    <a:pt x="4179179" y="1073539"/>
                  </a:lnTo>
                  <a:lnTo>
                    <a:pt x="4179515" y="1063806"/>
                  </a:lnTo>
                  <a:lnTo>
                    <a:pt x="4179852" y="1053819"/>
                  </a:lnTo>
                  <a:lnTo>
                    <a:pt x="4180188" y="1043592"/>
                  </a:lnTo>
                  <a:lnTo>
                    <a:pt x="4180524" y="1033745"/>
                  </a:lnTo>
                  <a:lnTo>
                    <a:pt x="4180861" y="1023339"/>
                  </a:lnTo>
                  <a:lnTo>
                    <a:pt x="4181197" y="1014385"/>
                  </a:lnTo>
                  <a:lnTo>
                    <a:pt x="4181534" y="1006011"/>
                  </a:lnTo>
                  <a:lnTo>
                    <a:pt x="4181870" y="997555"/>
                  </a:lnTo>
                  <a:lnTo>
                    <a:pt x="4182207" y="990550"/>
                  </a:lnTo>
                  <a:lnTo>
                    <a:pt x="4182543" y="984929"/>
                  </a:lnTo>
                  <a:lnTo>
                    <a:pt x="4182880" y="979124"/>
                  </a:lnTo>
                  <a:lnTo>
                    <a:pt x="4183216" y="973412"/>
                  </a:lnTo>
                  <a:lnTo>
                    <a:pt x="4183553" y="967619"/>
                  </a:lnTo>
                  <a:lnTo>
                    <a:pt x="4183889" y="961874"/>
                  </a:lnTo>
                  <a:lnTo>
                    <a:pt x="4184225" y="955959"/>
                  </a:lnTo>
                  <a:lnTo>
                    <a:pt x="4184562" y="949678"/>
                  </a:lnTo>
                  <a:lnTo>
                    <a:pt x="4184898" y="943313"/>
                  </a:lnTo>
                  <a:lnTo>
                    <a:pt x="4185235" y="936861"/>
                  </a:lnTo>
                  <a:lnTo>
                    <a:pt x="4185571" y="930139"/>
                  </a:lnTo>
                  <a:lnTo>
                    <a:pt x="4185908" y="923530"/>
                  </a:lnTo>
                  <a:lnTo>
                    <a:pt x="4186244" y="916392"/>
                  </a:lnTo>
                  <a:lnTo>
                    <a:pt x="4186581" y="908707"/>
                  </a:lnTo>
                  <a:lnTo>
                    <a:pt x="4186917" y="901483"/>
                  </a:lnTo>
                  <a:lnTo>
                    <a:pt x="4187254" y="893854"/>
                  </a:lnTo>
                  <a:lnTo>
                    <a:pt x="4187590" y="885355"/>
                  </a:lnTo>
                  <a:lnTo>
                    <a:pt x="4187927" y="876437"/>
                  </a:lnTo>
                  <a:lnTo>
                    <a:pt x="4188263" y="866945"/>
                  </a:lnTo>
                  <a:lnTo>
                    <a:pt x="4188599" y="857569"/>
                  </a:lnTo>
                  <a:lnTo>
                    <a:pt x="4188936" y="849379"/>
                  </a:lnTo>
                  <a:lnTo>
                    <a:pt x="4189272" y="839864"/>
                  </a:lnTo>
                  <a:lnTo>
                    <a:pt x="4189609" y="828746"/>
                  </a:lnTo>
                  <a:lnTo>
                    <a:pt x="4189945" y="819952"/>
                  </a:lnTo>
                  <a:lnTo>
                    <a:pt x="4190282" y="811673"/>
                  </a:lnTo>
                  <a:lnTo>
                    <a:pt x="4190618" y="805176"/>
                  </a:lnTo>
                  <a:lnTo>
                    <a:pt x="4190955" y="798899"/>
                  </a:lnTo>
                  <a:lnTo>
                    <a:pt x="4191291" y="792984"/>
                  </a:lnTo>
                  <a:lnTo>
                    <a:pt x="4191628" y="787242"/>
                  </a:lnTo>
                  <a:lnTo>
                    <a:pt x="4191964" y="782124"/>
                  </a:lnTo>
                  <a:lnTo>
                    <a:pt x="4192301" y="777973"/>
                  </a:lnTo>
                  <a:lnTo>
                    <a:pt x="4192637" y="774492"/>
                  </a:lnTo>
                  <a:lnTo>
                    <a:pt x="4192973" y="771581"/>
                  </a:lnTo>
                  <a:lnTo>
                    <a:pt x="4193310" y="768968"/>
                  </a:lnTo>
                  <a:lnTo>
                    <a:pt x="4193646" y="766353"/>
                  </a:lnTo>
                  <a:lnTo>
                    <a:pt x="4193983" y="763841"/>
                  </a:lnTo>
                  <a:lnTo>
                    <a:pt x="4194319" y="760776"/>
                  </a:lnTo>
                  <a:lnTo>
                    <a:pt x="4194656" y="757333"/>
                  </a:lnTo>
                  <a:lnTo>
                    <a:pt x="4194992" y="753264"/>
                  </a:lnTo>
                  <a:lnTo>
                    <a:pt x="4195329" y="748714"/>
                  </a:lnTo>
                  <a:lnTo>
                    <a:pt x="4195665" y="744398"/>
                  </a:lnTo>
                  <a:lnTo>
                    <a:pt x="4196002" y="740220"/>
                  </a:lnTo>
                  <a:lnTo>
                    <a:pt x="4196338" y="735635"/>
                  </a:lnTo>
                  <a:lnTo>
                    <a:pt x="4196675" y="732081"/>
                  </a:lnTo>
                  <a:lnTo>
                    <a:pt x="4197011" y="728019"/>
                  </a:lnTo>
                  <a:lnTo>
                    <a:pt x="4197347" y="723837"/>
                  </a:lnTo>
                  <a:lnTo>
                    <a:pt x="4197684" y="720376"/>
                  </a:lnTo>
                  <a:lnTo>
                    <a:pt x="4198020" y="716681"/>
                  </a:lnTo>
                  <a:lnTo>
                    <a:pt x="4198357" y="711942"/>
                  </a:lnTo>
                  <a:lnTo>
                    <a:pt x="4198693" y="708282"/>
                  </a:lnTo>
                  <a:lnTo>
                    <a:pt x="4199030" y="706083"/>
                  </a:lnTo>
                  <a:lnTo>
                    <a:pt x="4199366" y="704735"/>
                  </a:lnTo>
                  <a:lnTo>
                    <a:pt x="4199703" y="703613"/>
                  </a:lnTo>
                  <a:lnTo>
                    <a:pt x="4200039" y="703602"/>
                  </a:lnTo>
                  <a:lnTo>
                    <a:pt x="4200376" y="703421"/>
                  </a:lnTo>
                  <a:lnTo>
                    <a:pt x="4200712" y="701968"/>
                  </a:lnTo>
                  <a:lnTo>
                    <a:pt x="4201049" y="700111"/>
                  </a:lnTo>
                  <a:lnTo>
                    <a:pt x="4201385" y="697318"/>
                  </a:lnTo>
                  <a:lnTo>
                    <a:pt x="4201721" y="694104"/>
                  </a:lnTo>
                  <a:lnTo>
                    <a:pt x="4202058" y="690458"/>
                  </a:lnTo>
                  <a:lnTo>
                    <a:pt x="4202394" y="686978"/>
                  </a:lnTo>
                  <a:lnTo>
                    <a:pt x="4202731" y="683865"/>
                  </a:lnTo>
                  <a:lnTo>
                    <a:pt x="4203067" y="680981"/>
                  </a:lnTo>
                  <a:lnTo>
                    <a:pt x="4203404" y="678502"/>
                  </a:lnTo>
                  <a:lnTo>
                    <a:pt x="4203740" y="675864"/>
                  </a:lnTo>
                  <a:lnTo>
                    <a:pt x="4204077" y="672800"/>
                  </a:lnTo>
                  <a:lnTo>
                    <a:pt x="4204413" y="669359"/>
                  </a:lnTo>
                  <a:lnTo>
                    <a:pt x="4204750" y="665422"/>
                  </a:lnTo>
                  <a:lnTo>
                    <a:pt x="4205086" y="661535"/>
                  </a:lnTo>
                  <a:lnTo>
                    <a:pt x="4205423" y="657577"/>
                  </a:lnTo>
                  <a:lnTo>
                    <a:pt x="4205759" y="653281"/>
                  </a:lnTo>
                  <a:lnTo>
                    <a:pt x="4206095" y="648048"/>
                  </a:lnTo>
                  <a:lnTo>
                    <a:pt x="4206432" y="642598"/>
                  </a:lnTo>
                  <a:lnTo>
                    <a:pt x="4206768" y="635526"/>
                  </a:lnTo>
                  <a:lnTo>
                    <a:pt x="4207105" y="628567"/>
                  </a:lnTo>
                  <a:lnTo>
                    <a:pt x="4207441" y="619796"/>
                  </a:lnTo>
                  <a:lnTo>
                    <a:pt x="4207778" y="610017"/>
                  </a:lnTo>
                  <a:lnTo>
                    <a:pt x="4208114" y="599950"/>
                  </a:lnTo>
                  <a:lnTo>
                    <a:pt x="4208451" y="589147"/>
                  </a:lnTo>
                  <a:lnTo>
                    <a:pt x="4208787" y="577951"/>
                  </a:lnTo>
                  <a:lnTo>
                    <a:pt x="4209124" y="567721"/>
                  </a:lnTo>
                  <a:lnTo>
                    <a:pt x="4209460" y="561009"/>
                  </a:lnTo>
                  <a:lnTo>
                    <a:pt x="4209797" y="554493"/>
                  </a:lnTo>
                  <a:lnTo>
                    <a:pt x="4210133" y="547857"/>
                  </a:lnTo>
                  <a:lnTo>
                    <a:pt x="4210469" y="540949"/>
                  </a:lnTo>
                  <a:lnTo>
                    <a:pt x="4210806" y="535224"/>
                  </a:lnTo>
                  <a:lnTo>
                    <a:pt x="4211142" y="530970"/>
                  </a:lnTo>
                  <a:lnTo>
                    <a:pt x="4211479" y="527527"/>
                  </a:lnTo>
                  <a:lnTo>
                    <a:pt x="4211815" y="524179"/>
                  </a:lnTo>
                  <a:lnTo>
                    <a:pt x="4212152" y="520061"/>
                  </a:lnTo>
                  <a:lnTo>
                    <a:pt x="4212488" y="515154"/>
                  </a:lnTo>
                  <a:lnTo>
                    <a:pt x="4212825" y="509861"/>
                  </a:lnTo>
                  <a:lnTo>
                    <a:pt x="4213161" y="504488"/>
                  </a:lnTo>
                  <a:lnTo>
                    <a:pt x="4213498" y="499003"/>
                  </a:lnTo>
                  <a:lnTo>
                    <a:pt x="4213834" y="493345"/>
                  </a:lnTo>
                  <a:lnTo>
                    <a:pt x="4214171" y="488186"/>
                  </a:lnTo>
                  <a:lnTo>
                    <a:pt x="4214507" y="482880"/>
                  </a:lnTo>
                  <a:lnTo>
                    <a:pt x="4214843" y="478296"/>
                  </a:lnTo>
                  <a:lnTo>
                    <a:pt x="4215180" y="473535"/>
                  </a:lnTo>
                  <a:lnTo>
                    <a:pt x="4215516" y="468303"/>
                  </a:lnTo>
                  <a:lnTo>
                    <a:pt x="4215853" y="463361"/>
                  </a:lnTo>
                  <a:lnTo>
                    <a:pt x="4216189" y="457696"/>
                  </a:lnTo>
                  <a:lnTo>
                    <a:pt x="4216526" y="451754"/>
                  </a:lnTo>
                  <a:lnTo>
                    <a:pt x="4216862" y="445980"/>
                  </a:lnTo>
                  <a:lnTo>
                    <a:pt x="4217199" y="440516"/>
                  </a:lnTo>
                  <a:lnTo>
                    <a:pt x="4217535" y="435620"/>
                  </a:lnTo>
                  <a:lnTo>
                    <a:pt x="4217872" y="431376"/>
                  </a:lnTo>
                  <a:lnTo>
                    <a:pt x="4218208" y="427579"/>
                  </a:lnTo>
                  <a:lnTo>
                    <a:pt x="4218544" y="424835"/>
                  </a:lnTo>
                  <a:lnTo>
                    <a:pt x="4218881" y="423176"/>
                  </a:lnTo>
                  <a:lnTo>
                    <a:pt x="4219217" y="421843"/>
                  </a:lnTo>
                  <a:lnTo>
                    <a:pt x="4219554" y="421114"/>
                  </a:lnTo>
                  <a:lnTo>
                    <a:pt x="4219890" y="419553"/>
                  </a:lnTo>
                  <a:lnTo>
                    <a:pt x="4220227" y="417764"/>
                  </a:lnTo>
                  <a:lnTo>
                    <a:pt x="4220563" y="416321"/>
                  </a:lnTo>
                  <a:lnTo>
                    <a:pt x="4220900" y="415537"/>
                  </a:lnTo>
                  <a:lnTo>
                    <a:pt x="4221236" y="415342"/>
                  </a:lnTo>
                  <a:lnTo>
                    <a:pt x="4221573" y="415427"/>
                  </a:lnTo>
                  <a:lnTo>
                    <a:pt x="4221909" y="415277"/>
                  </a:lnTo>
                  <a:lnTo>
                    <a:pt x="4222246" y="415901"/>
                  </a:lnTo>
                  <a:lnTo>
                    <a:pt x="4222582" y="416565"/>
                  </a:lnTo>
                  <a:lnTo>
                    <a:pt x="4222918" y="417068"/>
                  </a:lnTo>
                  <a:lnTo>
                    <a:pt x="4223255" y="417384"/>
                  </a:lnTo>
                  <a:lnTo>
                    <a:pt x="4223591" y="418112"/>
                  </a:lnTo>
                  <a:lnTo>
                    <a:pt x="4223928" y="418828"/>
                  </a:lnTo>
                  <a:lnTo>
                    <a:pt x="4224264" y="419372"/>
                  </a:lnTo>
                  <a:lnTo>
                    <a:pt x="4224601" y="420741"/>
                  </a:lnTo>
                  <a:lnTo>
                    <a:pt x="4224937" y="421887"/>
                  </a:lnTo>
                  <a:lnTo>
                    <a:pt x="4225274" y="424211"/>
                  </a:lnTo>
                  <a:lnTo>
                    <a:pt x="4225610" y="426815"/>
                  </a:lnTo>
                  <a:lnTo>
                    <a:pt x="4225947" y="429782"/>
                  </a:lnTo>
                  <a:lnTo>
                    <a:pt x="4226283" y="433106"/>
                  </a:lnTo>
                  <a:lnTo>
                    <a:pt x="4226620" y="437133"/>
                  </a:lnTo>
                  <a:lnTo>
                    <a:pt x="4226956" y="442567"/>
                  </a:lnTo>
                  <a:lnTo>
                    <a:pt x="4227292" y="448524"/>
                  </a:lnTo>
                  <a:lnTo>
                    <a:pt x="4227629" y="455186"/>
                  </a:lnTo>
                  <a:lnTo>
                    <a:pt x="4227965" y="462267"/>
                  </a:lnTo>
                  <a:lnTo>
                    <a:pt x="4228302" y="470324"/>
                  </a:lnTo>
                  <a:lnTo>
                    <a:pt x="4228638" y="478301"/>
                  </a:lnTo>
                  <a:lnTo>
                    <a:pt x="4228975" y="485517"/>
                  </a:lnTo>
                  <a:lnTo>
                    <a:pt x="4229311" y="493339"/>
                  </a:lnTo>
                  <a:lnTo>
                    <a:pt x="4229648" y="502165"/>
                  </a:lnTo>
                  <a:lnTo>
                    <a:pt x="4229984" y="512259"/>
                  </a:lnTo>
                  <a:lnTo>
                    <a:pt x="4230321" y="522039"/>
                  </a:lnTo>
                  <a:lnTo>
                    <a:pt x="4230657" y="531412"/>
                  </a:lnTo>
                  <a:lnTo>
                    <a:pt x="4230994" y="540266"/>
                  </a:lnTo>
                  <a:lnTo>
                    <a:pt x="4231330" y="548662"/>
                  </a:lnTo>
                  <a:lnTo>
                    <a:pt x="4231666" y="556151"/>
                  </a:lnTo>
                  <a:lnTo>
                    <a:pt x="4232003" y="562489"/>
                  </a:lnTo>
                  <a:lnTo>
                    <a:pt x="4232339" y="569561"/>
                  </a:lnTo>
                  <a:lnTo>
                    <a:pt x="4232676" y="575954"/>
                  </a:lnTo>
                  <a:lnTo>
                    <a:pt x="4233012" y="583107"/>
                  </a:lnTo>
                  <a:lnTo>
                    <a:pt x="4233349" y="592771"/>
                  </a:lnTo>
                  <a:lnTo>
                    <a:pt x="4233685" y="602973"/>
                  </a:lnTo>
                  <a:lnTo>
                    <a:pt x="4234022" y="612081"/>
                  </a:lnTo>
                  <a:lnTo>
                    <a:pt x="4234358" y="620140"/>
                  </a:lnTo>
                  <a:lnTo>
                    <a:pt x="4234695" y="626835"/>
                  </a:lnTo>
                  <a:lnTo>
                    <a:pt x="4235031" y="633070"/>
                  </a:lnTo>
                  <a:lnTo>
                    <a:pt x="4235368" y="637850"/>
                  </a:lnTo>
                  <a:lnTo>
                    <a:pt x="4235704" y="643622"/>
                  </a:lnTo>
                  <a:lnTo>
                    <a:pt x="4236040" y="648035"/>
                  </a:lnTo>
                  <a:lnTo>
                    <a:pt x="4236377" y="653082"/>
                  </a:lnTo>
                  <a:lnTo>
                    <a:pt x="4236713" y="659630"/>
                  </a:lnTo>
                  <a:lnTo>
                    <a:pt x="4237050" y="666925"/>
                  </a:lnTo>
                  <a:lnTo>
                    <a:pt x="4237386" y="673568"/>
                  </a:lnTo>
                  <a:lnTo>
                    <a:pt x="4237723" y="679919"/>
                  </a:lnTo>
                  <a:lnTo>
                    <a:pt x="4238059" y="685931"/>
                  </a:lnTo>
                  <a:lnTo>
                    <a:pt x="4238396" y="690574"/>
                  </a:lnTo>
                  <a:lnTo>
                    <a:pt x="4238732" y="694880"/>
                  </a:lnTo>
                  <a:lnTo>
                    <a:pt x="4239069" y="699098"/>
                  </a:lnTo>
                  <a:lnTo>
                    <a:pt x="4239405" y="703317"/>
                  </a:lnTo>
                  <a:lnTo>
                    <a:pt x="4239742" y="709141"/>
                  </a:lnTo>
                  <a:lnTo>
                    <a:pt x="4240078" y="715534"/>
                  </a:lnTo>
                  <a:lnTo>
                    <a:pt x="4240414" y="722257"/>
                  </a:lnTo>
                  <a:lnTo>
                    <a:pt x="4240751" y="729714"/>
                  </a:lnTo>
                  <a:lnTo>
                    <a:pt x="4241087" y="739335"/>
                  </a:lnTo>
                  <a:lnTo>
                    <a:pt x="4241424" y="747066"/>
                  </a:lnTo>
                  <a:lnTo>
                    <a:pt x="4241760" y="754521"/>
                  </a:lnTo>
                  <a:lnTo>
                    <a:pt x="4242097" y="761955"/>
                  </a:lnTo>
                  <a:lnTo>
                    <a:pt x="4242433" y="769165"/>
                  </a:lnTo>
                  <a:lnTo>
                    <a:pt x="4242770" y="776378"/>
                  </a:lnTo>
                  <a:lnTo>
                    <a:pt x="4243106" y="784958"/>
                  </a:lnTo>
                  <a:lnTo>
                    <a:pt x="4243443" y="795106"/>
                  </a:lnTo>
                  <a:lnTo>
                    <a:pt x="4243779" y="805684"/>
                  </a:lnTo>
                  <a:lnTo>
                    <a:pt x="4244116" y="815071"/>
                  </a:lnTo>
                  <a:lnTo>
                    <a:pt x="4244452" y="824288"/>
                  </a:lnTo>
                  <a:lnTo>
                    <a:pt x="4244788" y="833108"/>
                  </a:lnTo>
                  <a:lnTo>
                    <a:pt x="4245125" y="840800"/>
                  </a:lnTo>
                  <a:lnTo>
                    <a:pt x="4245461" y="847136"/>
                  </a:lnTo>
                  <a:lnTo>
                    <a:pt x="4245798" y="854149"/>
                  </a:lnTo>
                  <a:lnTo>
                    <a:pt x="4246134" y="861079"/>
                  </a:lnTo>
                  <a:lnTo>
                    <a:pt x="4246471" y="868716"/>
                  </a:lnTo>
                  <a:lnTo>
                    <a:pt x="4246807" y="876865"/>
                  </a:lnTo>
                  <a:lnTo>
                    <a:pt x="4247144" y="885840"/>
                  </a:lnTo>
                  <a:lnTo>
                    <a:pt x="4247480" y="894993"/>
                  </a:lnTo>
                  <a:lnTo>
                    <a:pt x="4247817" y="904289"/>
                  </a:lnTo>
                  <a:lnTo>
                    <a:pt x="4248153" y="913702"/>
                  </a:lnTo>
                  <a:lnTo>
                    <a:pt x="4248489" y="920733"/>
                  </a:lnTo>
                  <a:lnTo>
                    <a:pt x="4248826" y="927979"/>
                  </a:lnTo>
                  <a:lnTo>
                    <a:pt x="4249162" y="935261"/>
                  </a:lnTo>
                  <a:lnTo>
                    <a:pt x="4249499" y="941218"/>
                  </a:lnTo>
                  <a:lnTo>
                    <a:pt x="4249835" y="946597"/>
                  </a:lnTo>
                  <a:lnTo>
                    <a:pt x="4250172" y="951864"/>
                  </a:lnTo>
                  <a:lnTo>
                    <a:pt x="4250508" y="956929"/>
                  </a:lnTo>
                  <a:lnTo>
                    <a:pt x="4250845" y="961608"/>
                  </a:lnTo>
                  <a:lnTo>
                    <a:pt x="4251181" y="965384"/>
                  </a:lnTo>
                  <a:lnTo>
                    <a:pt x="4251518" y="969234"/>
                  </a:lnTo>
                  <a:lnTo>
                    <a:pt x="4251854" y="973024"/>
                  </a:lnTo>
                  <a:lnTo>
                    <a:pt x="4252191" y="976345"/>
                  </a:lnTo>
                  <a:lnTo>
                    <a:pt x="4252527" y="979856"/>
                  </a:lnTo>
                  <a:lnTo>
                    <a:pt x="4252863" y="982699"/>
                  </a:lnTo>
                  <a:lnTo>
                    <a:pt x="4253200" y="984183"/>
                  </a:lnTo>
                  <a:lnTo>
                    <a:pt x="4253536" y="987159"/>
                  </a:lnTo>
                  <a:lnTo>
                    <a:pt x="4253873" y="989577"/>
                  </a:lnTo>
                  <a:lnTo>
                    <a:pt x="4254209" y="990116"/>
                  </a:lnTo>
                  <a:lnTo>
                    <a:pt x="4254546" y="990563"/>
                  </a:lnTo>
                  <a:lnTo>
                    <a:pt x="4254882" y="991655"/>
                  </a:lnTo>
                  <a:lnTo>
                    <a:pt x="4255219" y="992964"/>
                  </a:lnTo>
                  <a:lnTo>
                    <a:pt x="4255555" y="994705"/>
                  </a:lnTo>
                  <a:lnTo>
                    <a:pt x="4255892" y="996679"/>
                  </a:lnTo>
                  <a:lnTo>
                    <a:pt x="4256228" y="996523"/>
                  </a:lnTo>
                  <a:lnTo>
                    <a:pt x="4256565" y="996075"/>
                  </a:lnTo>
                  <a:lnTo>
                    <a:pt x="4256901" y="996694"/>
                  </a:lnTo>
                  <a:lnTo>
                    <a:pt x="4257237" y="994115"/>
                  </a:lnTo>
                  <a:lnTo>
                    <a:pt x="4257574" y="990852"/>
                  </a:lnTo>
                  <a:lnTo>
                    <a:pt x="4257910" y="985535"/>
                  </a:lnTo>
                  <a:lnTo>
                    <a:pt x="4258247" y="979914"/>
                  </a:lnTo>
                  <a:lnTo>
                    <a:pt x="4258583" y="975385"/>
                  </a:lnTo>
                  <a:lnTo>
                    <a:pt x="4258920" y="969786"/>
                  </a:lnTo>
                  <a:lnTo>
                    <a:pt x="4259256" y="965525"/>
                  </a:lnTo>
                  <a:lnTo>
                    <a:pt x="4259593" y="960802"/>
                  </a:lnTo>
                  <a:lnTo>
                    <a:pt x="4259929" y="956593"/>
                  </a:lnTo>
                  <a:lnTo>
                    <a:pt x="4260266" y="952898"/>
                  </a:lnTo>
                  <a:lnTo>
                    <a:pt x="4260602" y="949414"/>
                  </a:lnTo>
                  <a:lnTo>
                    <a:pt x="4260939" y="946125"/>
                  </a:lnTo>
                  <a:lnTo>
                    <a:pt x="4261275" y="943550"/>
                  </a:lnTo>
                  <a:lnTo>
                    <a:pt x="4261611" y="942194"/>
                  </a:lnTo>
                  <a:lnTo>
                    <a:pt x="4261948" y="940666"/>
                  </a:lnTo>
                  <a:lnTo>
                    <a:pt x="4262284" y="940362"/>
                  </a:lnTo>
                  <a:lnTo>
                    <a:pt x="4262621" y="940092"/>
                  </a:lnTo>
                  <a:lnTo>
                    <a:pt x="4262957" y="939680"/>
                  </a:lnTo>
                  <a:lnTo>
                    <a:pt x="4263294" y="939153"/>
                  </a:lnTo>
                  <a:lnTo>
                    <a:pt x="4263630" y="938411"/>
                  </a:lnTo>
                  <a:lnTo>
                    <a:pt x="4263967" y="936325"/>
                  </a:lnTo>
                  <a:lnTo>
                    <a:pt x="4264303" y="933862"/>
                  </a:lnTo>
                  <a:lnTo>
                    <a:pt x="4264640" y="931119"/>
                  </a:lnTo>
                  <a:lnTo>
                    <a:pt x="4264976" y="928486"/>
                  </a:lnTo>
                  <a:lnTo>
                    <a:pt x="4265313" y="926015"/>
                  </a:lnTo>
                  <a:lnTo>
                    <a:pt x="4265649" y="924534"/>
                  </a:lnTo>
                  <a:lnTo>
                    <a:pt x="4265985" y="922592"/>
                  </a:lnTo>
                  <a:lnTo>
                    <a:pt x="4266322" y="919389"/>
                  </a:lnTo>
                  <a:lnTo>
                    <a:pt x="4266658" y="915901"/>
                  </a:lnTo>
                  <a:lnTo>
                    <a:pt x="4266995" y="912981"/>
                  </a:lnTo>
                  <a:lnTo>
                    <a:pt x="4267331" y="909408"/>
                  </a:lnTo>
                  <a:lnTo>
                    <a:pt x="4267668" y="906736"/>
                  </a:lnTo>
                  <a:lnTo>
                    <a:pt x="4268004" y="904700"/>
                  </a:lnTo>
                  <a:lnTo>
                    <a:pt x="4268341" y="904033"/>
                  </a:lnTo>
                  <a:lnTo>
                    <a:pt x="4268677" y="904632"/>
                  </a:lnTo>
                  <a:lnTo>
                    <a:pt x="4269014" y="906178"/>
                  </a:lnTo>
                  <a:lnTo>
                    <a:pt x="4269350" y="907911"/>
                  </a:lnTo>
                  <a:lnTo>
                    <a:pt x="4269687" y="909156"/>
                  </a:lnTo>
                  <a:lnTo>
                    <a:pt x="4270023" y="909501"/>
                  </a:lnTo>
                  <a:lnTo>
                    <a:pt x="4270359" y="908965"/>
                  </a:lnTo>
                  <a:lnTo>
                    <a:pt x="4270696" y="908012"/>
                  </a:lnTo>
                  <a:lnTo>
                    <a:pt x="4271032" y="907337"/>
                  </a:lnTo>
                  <a:lnTo>
                    <a:pt x="4271369" y="907332"/>
                  </a:lnTo>
                  <a:lnTo>
                    <a:pt x="4271705" y="907471"/>
                  </a:lnTo>
                  <a:lnTo>
                    <a:pt x="4272042" y="906753"/>
                  </a:lnTo>
                  <a:lnTo>
                    <a:pt x="4272378" y="904804"/>
                  </a:lnTo>
                  <a:lnTo>
                    <a:pt x="4272715" y="902353"/>
                  </a:lnTo>
                  <a:lnTo>
                    <a:pt x="4273051" y="900041"/>
                  </a:lnTo>
                  <a:lnTo>
                    <a:pt x="4273388" y="898809"/>
                  </a:lnTo>
                  <a:lnTo>
                    <a:pt x="4273724" y="897796"/>
                  </a:lnTo>
                  <a:lnTo>
                    <a:pt x="4274061" y="898319"/>
                  </a:lnTo>
                  <a:lnTo>
                    <a:pt x="4274397" y="898617"/>
                  </a:lnTo>
                  <a:lnTo>
                    <a:pt x="4274733" y="902203"/>
                  </a:lnTo>
                  <a:lnTo>
                    <a:pt x="4275070" y="905618"/>
                  </a:lnTo>
                  <a:lnTo>
                    <a:pt x="4275406" y="909814"/>
                  </a:lnTo>
                  <a:lnTo>
                    <a:pt x="4275743" y="913471"/>
                  </a:lnTo>
                  <a:lnTo>
                    <a:pt x="4276079" y="915999"/>
                  </a:lnTo>
                  <a:lnTo>
                    <a:pt x="4276416" y="917281"/>
                  </a:lnTo>
                  <a:lnTo>
                    <a:pt x="4276752" y="915390"/>
                  </a:lnTo>
                  <a:lnTo>
                    <a:pt x="4277089" y="915768"/>
                  </a:lnTo>
                  <a:lnTo>
                    <a:pt x="4277425" y="917719"/>
                  </a:lnTo>
                  <a:lnTo>
                    <a:pt x="4277762" y="921047"/>
                  </a:lnTo>
                  <a:lnTo>
                    <a:pt x="4278098" y="922973"/>
                  </a:lnTo>
                  <a:lnTo>
                    <a:pt x="4278435" y="922883"/>
                  </a:lnTo>
                  <a:lnTo>
                    <a:pt x="4278771" y="922459"/>
                  </a:lnTo>
                  <a:lnTo>
                    <a:pt x="4279107" y="922967"/>
                  </a:lnTo>
                  <a:lnTo>
                    <a:pt x="4279444" y="923252"/>
                  </a:lnTo>
                  <a:lnTo>
                    <a:pt x="4279780" y="924428"/>
                  </a:lnTo>
                  <a:lnTo>
                    <a:pt x="4280117" y="927065"/>
                  </a:lnTo>
                  <a:lnTo>
                    <a:pt x="4280453" y="929953"/>
                  </a:lnTo>
                  <a:lnTo>
                    <a:pt x="4280790" y="932466"/>
                  </a:lnTo>
                  <a:lnTo>
                    <a:pt x="4281126" y="935890"/>
                  </a:lnTo>
                  <a:lnTo>
                    <a:pt x="4281463" y="938732"/>
                  </a:lnTo>
                  <a:lnTo>
                    <a:pt x="4281799" y="941301"/>
                  </a:lnTo>
                  <a:lnTo>
                    <a:pt x="4282136" y="943292"/>
                  </a:lnTo>
                  <a:lnTo>
                    <a:pt x="4282472" y="944650"/>
                  </a:lnTo>
                  <a:lnTo>
                    <a:pt x="4282808" y="945755"/>
                  </a:lnTo>
                  <a:lnTo>
                    <a:pt x="4283145" y="946398"/>
                  </a:lnTo>
                  <a:lnTo>
                    <a:pt x="4283481" y="947705"/>
                  </a:lnTo>
                  <a:lnTo>
                    <a:pt x="4283818" y="949077"/>
                  </a:lnTo>
                  <a:lnTo>
                    <a:pt x="4284154" y="949806"/>
                  </a:lnTo>
                  <a:lnTo>
                    <a:pt x="4284491" y="950459"/>
                  </a:lnTo>
                  <a:lnTo>
                    <a:pt x="4284827" y="949937"/>
                  </a:lnTo>
                  <a:lnTo>
                    <a:pt x="4285164" y="948246"/>
                  </a:lnTo>
                  <a:lnTo>
                    <a:pt x="4285500" y="944556"/>
                  </a:lnTo>
                  <a:lnTo>
                    <a:pt x="4285837" y="939572"/>
                  </a:lnTo>
                  <a:lnTo>
                    <a:pt x="4286173" y="934358"/>
                  </a:lnTo>
                  <a:lnTo>
                    <a:pt x="4286510" y="928748"/>
                  </a:lnTo>
                  <a:lnTo>
                    <a:pt x="4286846" y="922321"/>
                  </a:lnTo>
                  <a:lnTo>
                    <a:pt x="4287182" y="915289"/>
                  </a:lnTo>
                  <a:lnTo>
                    <a:pt x="4287519" y="908875"/>
                  </a:lnTo>
                  <a:lnTo>
                    <a:pt x="4287855" y="901882"/>
                  </a:lnTo>
                  <a:lnTo>
                    <a:pt x="4288192" y="894418"/>
                  </a:lnTo>
                  <a:lnTo>
                    <a:pt x="4288528" y="887356"/>
                  </a:lnTo>
                  <a:lnTo>
                    <a:pt x="4288865" y="880103"/>
                  </a:lnTo>
                  <a:lnTo>
                    <a:pt x="4289201" y="873443"/>
                  </a:lnTo>
                  <a:lnTo>
                    <a:pt x="4289538" y="866611"/>
                  </a:lnTo>
                  <a:lnTo>
                    <a:pt x="4289874" y="860986"/>
                  </a:lnTo>
                  <a:lnTo>
                    <a:pt x="4290211" y="855844"/>
                  </a:lnTo>
                  <a:lnTo>
                    <a:pt x="4290547" y="851698"/>
                  </a:lnTo>
                  <a:lnTo>
                    <a:pt x="4290884" y="847915"/>
                  </a:lnTo>
                  <a:lnTo>
                    <a:pt x="4291220" y="844563"/>
                  </a:lnTo>
                  <a:lnTo>
                    <a:pt x="4291556" y="841693"/>
                  </a:lnTo>
                  <a:lnTo>
                    <a:pt x="4291893" y="840117"/>
                  </a:lnTo>
                  <a:lnTo>
                    <a:pt x="4292229" y="838980"/>
                  </a:lnTo>
                  <a:lnTo>
                    <a:pt x="4292566" y="837499"/>
                  </a:lnTo>
                  <a:lnTo>
                    <a:pt x="4292902" y="835680"/>
                  </a:lnTo>
                  <a:lnTo>
                    <a:pt x="4293239" y="833715"/>
                  </a:lnTo>
                  <a:lnTo>
                    <a:pt x="4293575" y="830324"/>
                  </a:lnTo>
                  <a:lnTo>
                    <a:pt x="4293912" y="825696"/>
                  </a:lnTo>
                  <a:lnTo>
                    <a:pt x="4294248" y="819448"/>
                  </a:lnTo>
                  <a:lnTo>
                    <a:pt x="4294585" y="812066"/>
                  </a:lnTo>
                  <a:lnTo>
                    <a:pt x="4294921" y="804539"/>
                  </a:lnTo>
                  <a:lnTo>
                    <a:pt x="4295258" y="795740"/>
                  </a:lnTo>
                  <a:lnTo>
                    <a:pt x="4295594" y="785514"/>
                  </a:lnTo>
                  <a:lnTo>
                    <a:pt x="4295930" y="774649"/>
                  </a:lnTo>
                  <a:lnTo>
                    <a:pt x="4296267" y="764996"/>
                  </a:lnTo>
                  <a:lnTo>
                    <a:pt x="4296603" y="754228"/>
                  </a:lnTo>
                  <a:lnTo>
                    <a:pt x="4296940" y="744219"/>
                  </a:lnTo>
                  <a:lnTo>
                    <a:pt x="4297276" y="735271"/>
                  </a:lnTo>
                  <a:lnTo>
                    <a:pt x="4297613" y="726341"/>
                  </a:lnTo>
                  <a:lnTo>
                    <a:pt x="4297949" y="718586"/>
                  </a:lnTo>
                  <a:lnTo>
                    <a:pt x="4298286" y="711089"/>
                  </a:lnTo>
                  <a:lnTo>
                    <a:pt x="4298622" y="704291"/>
                  </a:lnTo>
                  <a:lnTo>
                    <a:pt x="4298959" y="698538"/>
                  </a:lnTo>
                  <a:lnTo>
                    <a:pt x="4299295" y="693251"/>
                  </a:lnTo>
                  <a:lnTo>
                    <a:pt x="4299632" y="687709"/>
                  </a:lnTo>
                  <a:lnTo>
                    <a:pt x="4299968" y="682515"/>
                  </a:lnTo>
                  <a:lnTo>
                    <a:pt x="4300304" y="678187"/>
                  </a:lnTo>
                  <a:lnTo>
                    <a:pt x="4300641" y="674307"/>
                  </a:lnTo>
                  <a:lnTo>
                    <a:pt x="4300977" y="670540"/>
                  </a:lnTo>
                  <a:lnTo>
                    <a:pt x="4301314" y="665772"/>
                  </a:lnTo>
                  <a:lnTo>
                    <a:pt x="4301650" y="661483"/>
                  </a:lnTo>
                  <a:lnTo>
                    <a:pt x="4301987" y="656805"/>
                  </a:lnTo>
                  <a:lnTo>
                    <a:pt x="4302323" y="650475"/>
                  </a:lnTo>
                  <a:lnTo>
                    <a:pt x="4302660" y="644618"/>
                  </a:lnTo>
                  <a:lnTo>
                    <a:pt x="4302996" y="636790"/>
                  </a:lnTo>
                  <a:lnTo>
                    <a:pt x="4303333" y="629623"/>
                  </a:lnTo>
                  <a:lnTo>
                    <a:pt x="4303669" y="621886"/>
                  </a:lnTo>
                  <a:lnTo>
                    <a:pt x="4304006" y="613060"/>
                  </a:lnTo>
                  <a:lnTo>
                    <a:pt x="4304342" y="604323"/>
                  </a:lnTo>
                  <a:lnTo>
                    <a:pt x="4304678" y="596027"/>
                  </a:lnTo>
                  <a:lnTo>
                    <a:pt x="4305015" y="588503"/>
                  </a:lnTo>
                  <a:lnTo>
                    <a:pt x="4305351" y="580353"/>
                  </a:lnTo>
                  <a:lnTo>
                    <a:pt x="4305688" y="572138"/>
                  </a:lnTo>
                  <a:lnTo>
                    <a:pt x="4306024" y="564836"/>
                  </a:lnTo>
                  <a:lnTo>
                    <a:pt x="4306361" y="558043"/>
                  </a:lnTo>
                  <a:lnTo>
                    <a:pt x="4306697" y="551995"/>
                  </a:lnTo>
                  <a:lnTo>
                    <a:pt x="4307034" y="548271"/>
                  </a:lnTo>
                  <a:lnTo>
                    <a:pt x="4307370" y="544576"/>
                  </a:lnTo>
                  <a:lnTo>
                    <a:pt x="4307707" y="542356"/>
                  </a:lnTo>
                  <a:lnTo>
                    <a:pt x="4308043" y="539395"/>
                  </a:lnTo>
                  <a:lnTo>
                    <a:pt x="4308380" y="535130"/>
                  </a:lnTo>
                  <a:lnTo>
                    <a:pt x="4308716" y="531297"/>
                  </a:lnTo>
                  <a:lnTo>
                    <a:pt x="4309052" y="527854"/>
                  </a:lnTo>
                  <a:lnTo>
                    <a:pt x="4309389" y="525393"/>
                  </a:lnTo>
                  <a:lnTo>
                    <a:pt x="4309725" y="523702"/>
                  </a:lnTo>
                  <a:lnTo>
                    <a:pt x="4310062" y="521862"/>
                  </a:lnTo>
                  <a:lnTo>
                    <a:pt x="4310398" y="519551"/>
                  </a:lnTo>
                  <a:lnTo>
                    <a:pt x="4310735" y="516772"/>
                  </a:lnTo>
                  <a:lnTo>
                    <a:pt x="4311071" y="514191"/>
                  </a:lnTo>
                  <a:lnTo>
                    <a:pt x="4311408" y="510884"/>
                  </a:lnTo>
                  <a:lnTo>
                    <a:pt x="4311744" y="507070"/>
                  </a:lnTo>
                  <a:lnTo>
                    <a:pt x="4312081" y="502361"/>
                  </a:lnTo>
                  <a:lnTo>
                    <a:pt x="4312417" y="498034"/>
                  </a:lnTo>
                  <a:lnTo>
                    <a:pt x="4312754" y="494928"/>
                  </a:lnTo>
                  <a:lnTo>
                    <a:pt x="4313090" y="491629"/>
                  </a:lnTo>
                  <a:lnTo>
                    <a:pt x="4313426" y="486970"/>
                  </a:lnTo>
                  <a:lnTo>
                    <a:pt x="4313763" y="480824"/>
                  </a:lnTo>
                  <a:lnTo>
                    <a:pt x="4314099" y="474070"/>
                  </a:lnTo>
                  <a:lnTo>
                    <a:pt x="4314436" y="466627"/>
                  </a:lnTo>
                  <a:lnTo>
                    <a:pt x="4314772" y="459450"/>
                  </a:lnTo>
                  <a:lnTo>
                    <a:pt x="4315109" y="451461"/>
                  </a:lnTo>
                  <a:lnTo>
                    <a:pt x="4315445" y="442978"/>
                  </a:lnTo>
                  <a:lnTo>
                    <a:pt x="4315782" y="434538"/>
                  </a:lnTo>
                  <a:lnTo>
                    <a:pt x="4316118" y="425638"/>
                  </a:lnTo>
                  <a:lnTo>
                    <a:pt x="4316455" y="416598"/>
                  </a:lnTo>
                  <a:lnTo>
                    <a:pt x="4316791" y="408351"/>
                  </a:lnTo>
                  <a:lnTo>
                    <a:pt x="4317127" y="400307"/>
                  </a:lnTo>
                  <a:lnTo>
                    <a:pt x="4317464" y="392492"/>
                  </a:lnTo>
                  <a:lnTo>
                    <a:pt x="4317800" y="385973"/>
                  </a:lnTo>
                  <a:lnTo>
                    <a:pt x="4318137" y="379915"/>
                  </a:lnTo>
                  <a:lnTo>
                    <a:pt x="4318473" y="375310"/>
                  </a:lnTo>
                  <a:lnTo>
                    <a:pt x="4318810" y="370998"/>
                  </a:lnTo>
                  <a:lnTo>
                    <a:pt x="4319146" y="365408"/>
                  </a:lnTo>
                  <a:lnTo>
                    <a:pt x="4319483" y="361673"/>
                  </a:lnTo>
                  <a:lnTo>
                    <a:pt x="4319819" y="356879"/>
                  </a:lnTo>
                  <a:lnTo>
                    <a:pt x="4320156" y="354068"/>
                  </a:lnTo>
                  <a:lnTo>
                    <a:pt x="4320492" y="352773"/>
                  </a:lnTo>
                  <a:lnTo>
                    <a:pt x="4320829" y="351300"/>
                  </a:lnTo>
                  <a:lnTo>
                    <a:pt x="4321165" y="351773"/>
                  </a:lnTo>
                  <a:lnTo>
                    <a:pt x="4321501" y="353153"/>
                  </a:lnTo>
                  <a:lnTo>
                    <a:pt x="4321838" y="355909"/>
                  </a:lnTo>
                  <a:lnTo>
                    <a:pt x="4322174" y="358306"/>
                  </a:lnTo>
                  <a:lnTo>
                    <a:pt x="4322511" y="360642"/>
                  </a:lnTo>
                  <a:lnTo>
                    <a:pt x="4322847" y="362355"/>
                  </a:lnTo>
                  <a:lnTo>
                    <a:pt x="4323184" y="364808"/>
                  </a:lnTo>
                  <a:lnTo>
                    <a:pt x="4323520" y="368237"/>
                  </a:lnTo>
                  <a:lnTo>
                    <a:pt x="4323857" y="372190"/>
                  </a:lnTo>
                  <a:lnTo>
                    <a:pt x="4324193" y="376315"/>
                  </a:lnTo>
                  <a:lnTo>
                    <a:pt x="4324530" y="379720"/>
                  </a:lnTo>
                  <a:lnTo>
                    <a:pt x="4324866" y="383440"/>
                  </a:lnTo>
                  <a:lnTo>
                    <a:pt x="4325203" y="386539"/>
                  </a:lnTo>
                  <a:lnTo>
                    <a:pt x="4325539" y="389972"/>
                  </a:lnTo>
                  <a:lnTo>
                    <a:pt x="4325875" y="391951"/>
                  </a:lnTo>
                  <a:lnTo>
                    <a:pt x="4326212" y="394149"/>
                  </a:lnTo>
                  <a:lnTo>
                    <a:pt x="4326548" y="394148"/>
                  </a:lnTo>
                  <a:lnTo>
                    <a:pt x="4326885" y="392792"/>
                  </a:lnTo>
                  <a:lnTo>
                    <a:pt x="4327221" y="391079"/>
                  </a:lnTo>
                  <a:lnTo>
                    <a:pt x="4327558" y="388596"/>
                  </a:lnTo>
                  <a:lnTo>
                    <a:pt x="4327894" y="385508"/>
                  </a:lnTo>
                  <a:lnTo>
                    <a:pt x="4328231" y="381557"/>
                  </a:lnTo>
                  <a:lnTo>
                    <a:pt x="4328567" y="376541"/>
                  </a:lnTo>
                  <a:lnTo>
                    <a:pt x="4328904" y="370936"/>
                  </a:lnTo>
                  <a:lnTo>
                    <a:pt x="4329240" y="365127"/>
                  </a:lnTo>
                  <a:lnTo>
                    <a:pt x="4329577" y="357585"/>
                  </a:lnTo>
                  <a:lnTo>
                    <a:pt x="4329913" y="350155"/>
                  </a:lnTo>
                  <a:lnTo>
                    <a:pt x="4330249" y="342271"/>
                  </a:lnTo>
                  <a:lnTo>
                    <a:pt x="4330586" y="335955"/>
                  </a:lnTo>
                  <a:lnTo>
                    <a:pt x="4330922" y="329942"/>
                  </a:lnTo>
                  <a:lnTo>
                    <a:pt x="4331259" y="324928"/>
                  </a:lnTo>
                  <a:lnTo>
                    <a:pt x="4331595" y="323175"/>
                  </a:lnTo>
                  <a:lnTo>
                    <a:pt x="4331932" y="322077"/>
                  </a:lnTo>
                  <a:lnTo>
                    <a:pt x="4332268" y="319912"/>
                  </a:lnTo>
                  <a:lnTo>
                    <a:pt x="4332605" y="318535"/>
                  </a:lnTo>
                  <a:lnTo>
                    <a:pt x="4332941" y="316810"/>
                  </a:lnTo>
                  <a:lnTo>
                    <a:pt x="4333278" y="315591"/>
                  </a:lnTo>
                  <a:lnTo>
                    <a:pt x="4333614" y="314982"/>
                  </a:lnTo>
                  <a:lnTo>
                    <a:pt x="4333951" y="313809"/>
                  </a:lnTo>
                  <a:lnTo>
                    <a:pt x="4334287" y="312506"/>
                  </a:lnTo>
                  <a:lnTo>
                    <a:pt x="4334623" y="311853"/>
                  </a:lnTo>
                  <a:lnTo>
                    <a:pt x="4334960" y="310797"/>
                  </a:lnTo>
                  <a:lnTo>
                    <a:pt x="4335296" y="311489"/>
                  </a:lnTo>
                  <a:lnTo>
                    <a:pt x="4335633" y="311462"/>
                  </a:lnTo>
                  <a:lnTo>
                    <a:pt x="4335969" y="311203"/>
                  </a:lnTo>
                  <a:lnTo>
                    <a:pt x="4336306" y="308587"/>
                  </a:lnTo>
                  <a:lnTo>
                    <a:pt x="4336642" y="304316"/>
                  </a:lnTo>
                  <a:lnTo>
                    <a:pt x="4336979" y="300283"/>
                  </a:lnTo>
                  <a:lnTo>
                    <a:pt x="4337315" y="296234"/>
                  </a:lnTo>
                  <a:lnTo>
                    <a:pt x="4337652" y="291780"/>
                  </a:lnTo>
                  <a:lnTo>
                    <a:pt x="4337988" y="286507"/>
                  </a:lnTo>
                  <a:lnTo>
                    <a:pt x="4338325" y="282647"/>
                  </a:lnTo>
                  <a:lnTo>
                    <a:pt x="4338661" y="278724"/>
                  </a:lnTo>
                  <a:lnTo>
                    <a:pt x="4338997" y="276283"/>
                  </a:lnTo>
                  <a:lnTo>
                    <a:pt x="4339334" y="275079"/>
                  </a:lnTo>
                  <a:lnTo>
                    <a:pt x="4339670" y="274912"/>
                  </a:lnTo>
                  <a:lnTo>
                    <a:pt x="4340007" y="276012"/>
                  </a:lnTo>
                  <a:lnTo>
                    <a:pt x="4340343" y="277431"/>
                  </a:lnTo>
                  <a:lnTo>
                    <a:pt x="4340680" y="279868"/>
                  </a:lnTo>
                  <a:lnTo>
                    <a:pt x="4341016" y="283538"/>
                  </a:lnTo>
                  <a:lnTo>
                    <a:pt x="4341353" y="287647"/>
                  </a:lnTo>
                  <a:lnTo>
                    <a:pt x="4341689" y="292195"/>
                  </a:lnTo>
                  <a:lnTo>
                    <a:pt x="4342026" y="295618"/>
                  </a:lnTo>
                  <a:lnTo>
                    <a:pt x="4342362" y="300157"/>
                  </a:lnTo>
                  <a:lnTo>
                    <a:pt x="4342699" y="305033"/>
                  </a:lnTo>
                  <a:lnTo>
                    <a:pt x="4343035" y="311126"/>
                  </a:lnTo>
                  <a:lnTo>
                    <a:pt x="4343371" y="318164"/>
                  </a:lnTo>
                  <a:lnTo>
                    <a:pt x="4343708" y="326945"/>
                  </a:lnTo>
                  <a:lnTo>
                    <a:pt x="4344044" y="335718"/>
                  </a:lnTo>
                  <a:lnTo>
                    <a:pt x="4344381" y="341544"/>
                  </a:lnTo>
                  <a:lnTo>
                    <a:pt x="4344717" y="345434"/>
                  </a:lnTo>
                  <a:lnTo>
                    <a:pt x="4345054" y="347258"/>
                  </a:lnTo>
                  <a:lnTo>
                    <a:pt x="4345390" y="348168"/>
                  </a:lnTo>
                  <a:lnTo>
                    <a:pt x="4345727" y="348815"/>
                  </a:lnTo>
                  <a:lnTo>
                    <a:pt x="4346063" y="347239"/>
                  </a:lnTo>
                  <a:lnTo>
                    <a:pt x="4346400" y="342629"/>
                  </a:lnTo>
                  <a:lnTo>
                    <a:pt x="4346736" y="339269"/>
                  </a:lnTo>
                  <a:lnTo>
                    <a:pt x="4347073" y="335811"/>
                  </a:lnTo>
                  <a:lnTo>
                    <a:pt x="4347409" y="330901"/>
                  </a:lnTo>
                  <a:lnTo>
                    <a:pt x="4347745" y="325115"/>
                  </a:lnTo>
                  <a:lnTo>
                    <a:pt x="4348082" y="321554"/>
                  </a:lnTo>
                  <a:lnTo>
                    <a:pt x="4348418" y="317690"/>
                  </a:lnTo>
                  <a:lnTo>
                    <a:pt x="4348755" y="313541"/>
                  </a:lnTo>
                  <a:lnTo>
                    <a:pt x="4349091" y="309458"/>
                  </a:lnTo>
                  <a:lnTo>
                    <a:pt x="4349428" y="305148"/>
                  </a:lnTo>
                  <a:lnTo>
                    <a:pt x="4349764" y="301345"/>
                  </a:lnTo>
                  <a:lnTo>
                    <a:pt x="4350101" y="297911"/>
                  </a:lnTo>
                  <a:lnTo>
                    <a:pt x="4350437" y="295774"/>
                  </a:lnTo>
                  <a:lnTo>
                    <a:pt x="4350774" y="294126"/>
                  </a:lnTo>
                  <a:lnTo>
                    <a:pt x="4351110" y="292860"/>
                  </a:lnTo>
                  <a:lnTo>
                    <a:pt x="4351446" y="292698"/>
                  </a:lnTo>
                  <a:lnTo>
                    <a:pt x="4351783" y="292654"/>
                  </a:lnTo>
                  <a:lnTo>
                    <a:pt x="4352119" y="293702"/>
                  </a:lnTo>
                  <a:lnTo>
                    <a:pt x="4352456" y="295661"/>
                  </a:lnTo>
                  <a:lnTo>
                    <a:pt x="4352792" y="298724"/>
                  </a:lnTo>
                  <a:lnTo>
                    <a:pt x="4353129" y="302235"/>
                  </a:lnTo>
                  <a:lnTo>
                    <a:pt x="4353465" y="304896"/>
                  </a:lnTo>
                  <a:lnTo>
                    <a:pt x="4353802" y="307776"/>
                  </a:lnTo>
                  <a:lnTo>
                    <a:pt x="4354138" y="311064"/>
                  </a:lnTo>
                  <a:lnTo>
                    <a:pt x="4354475" y="315265"/>
                  </a:lnTo>
                  <a:lnTo>
                    <a:pt x="4354811" y="319583"/>
                  </a:lnTo>
                  <a:lnTo>
                    <a:pt x="4355148" y="324099"/>
                  </a:lnTo>
                  <a:lnTo>
                    <a:pt x="4355484" y="329313"/>
                  </a:lnTo>
                  <a:lnTo>
                    <a:pt x="4355820" y="334249"/>
                  </a:lnTo>
                  <a:lnTo>
                    <a:pt x="4356157" y="339234"/>
                  </a:lnTo>
                  <a:lnTo>
                    <a:pt x="4356493" y="343888"/>
                  </a:lnTo>
                  <a:lnTo>
                    <a:pt x="4356830" y="348993"/>
                  </a:lnTo>
                  <a:lnTo>
                    <a:pt x="4357166" y="352748"/>
                  </a:lnTo>
                  <a:lnTo>
                    <a:pt x="4357503" y="356725"/>
                  </a:lnTo>
                  <a:lnTo>
                    <a:pt x="4357839" y="359607"/>
                  </a:lnTo>
                  <a:lnTo>
                    <a:pt x="4358176" y="362246"/>
                  </a:lnTo>
                  <a:lnTo>
                    <a:pt x="4358512" y="364419"/>
                  </a:lnTo>
                  <a:lnTo>
                    <a:pt x="4358849" y="366423"/>
                  </a:lnTo>
                  <a:lnTo>
                    <a:pt x="4359185" y="366778"/>
                  </a:lnTo>
                  <a:lnTo>
                    <a:pt x="4359522" y="367420"/>
                  </a:lnTo>
                  <a:lnTo>
                    <a:pt x="4359858" y="368025"/>
                  </a:lnTo>
                  <a:lnTo>
                    <a:pt x="4360194" y="368509"/>
                  </a:lnTo>
                  <a:lnTo>
                    <a:pt x="4360531" y="369672"/>
                  </a:lnTo>
                  <a:lnTo>
                    <a:pt x="4360867" y="371593"/>
                  </a:lnTo>
                  <a:lnTo>
                    <a:pt x="4361204" y="374050"/>
                  </a:lnTo>
                  <a:lnTo>
                    <a:pt x="4361540" y="377787"/>
                  </a:lnTo>
                  <a:lnTo>
                    <a:pt x="4361877" y="381760"/>
                  </a:lnTo>
                  <a:lnTo>
                    <a:pt x="4362213" y="385952"/>
                  </a:lnTo>
                  <a:lnTo>
                    <a:pt x="4362550" y="391758"/>
                  </a:lnTo>
                  <a:lnTo>
                    <a:pt x="4362886" y="398597"/>
                  </a:lnTo>
                  <a:lnTo>
                    <a:pt x="4363223" y="406208"/>
                  </a:lnTo>
                  <a:lnTo>
                    <a:pt x="4363559" y="412249"/>
                  </a:lnTo>
                  <a:lnTo>
                    <a:pt x="4363896" y="419705"/>
                  </a:lnTo>
                  <a:lnTo>
                    <a:pt x="4364232" y="426125"/>
                  </a:lnTo>
                  <a:lnTo>
                    <a:pt x="4364568" y="430832"/>
                  </a:lnTo>
                  <a:lnTo>
                    <a:pt x="4364905" y="434091"/>
                  </a:lnTo>
                  <a:lnTo>
                    <a:pt x="4365241" y="436243"/>
                  </a:lnTo>
                  <a:lnTo>
                    <a:pt x="4365578" y="438092"/>
                  </a:lnTo>
                  <a:lnTo>
                    <a:pt x="4365914" y="438237"/>
                  </a:lnTo>
                  <a:lnTo>
                    <a:pt x="4366251" y="438212"/>
                  </a:lnTo>
                  <a:lnTo>
                    <a:pt x="4366587" y="438102"/>
                  </a:lnTo>
                  <a:lnTo>
                    <a:pt x="4366924" y="438757"/>
                  </a:lnTo>
                  <a:lnTo>
                    <a:pt x="4367260" y="439723"/>
                  </a:lnTo>
                  <a:lnTo>
                    <a:pt x="4367597" y="440289"/>
                  </a:lnTo>
                  <a:lnTo>
                    <a:pt x="4367933" y="439673"/>
                  </a:lnTo>
                  <a:lnTo>
                    <a:pt x="4368270" y="439250"/>
                  </a:lnTo>
                  <a:lnTo>
                    <a:pt x="4368606" y="440191"/>
                  </a:lnTo>
                  <a:lnTo>
                    <a:pt x="4368942" y="442030"/>
                  </a:lnTo>
                  <a:lnTo>
                    <a:pt x="4369279" y="444522"/>
                  </a:lnTo>
                  <a:lnTo>
                    <a:pt x="4369615" y="448551"/>
                  </a:lnTo>
                  <a:lnTo>
                    <a:pt x="4369952" y="452414"/>
                  </a:lnTo>
                  <a:lnTo>
                    <a:pt x="4370288" y="458118"/>
                  </a:lnTo>
                  <a:lnTo>
                    <a:pt x="4370625" y="462582"/>
                  </a:lnTo>
                  <a:lnTo>
                    <a:pt x="4370961" y="468165"/>
                  </a:lnTo>
                  <a:lnTo>
                    <a:pt x="4371298" y="474980"/>
                  </a:lnTo>
                  <a:lnTo>
                    <a:pt x="4371634" y="481266"/>
                  </a:lnTo>
                  <a:lnTo>
                    <a:pt x="4371971" y="487861"/>
                  </a:lnTo>
                  <a:lnTo>
                    <a:pt x="4372307" y="493100"/>
                  </a:lnTo>
                  <a:lnTo>
                    <a:pt x="4372644" y="498811"/>
                  </a:lnTo>
                  <a:lnTo>
                    <a:pt x="4372980" y="504925"/>
                  </a:lnTo>
                  <a:lnTo>
                    <a:pt x="4373316" y="510142"/>
                  </a:lnTo>
                  <a:lnTo>
                    <a:pt x="4373653" y="514363"/>
                  </a:lnTo>
                  <a:lnTo>
                    <a:pt x="4373989" y="516834"/>
                  </a:lnTo>
                  <a:lnTo>
                    <a:pt x="4374326" y="516661"/>
                  </a:lnTo>
                  <a:lnTo>
                    <a:pt x="4374662" y="516531"/>
                  </a:lnTo>
                  <a:lnTo>
                    <a:pt x="4374999" y="516240"/>
                  </a:lnTo>
                  <a:lnTo>
                    <a:pt x="4375335" y="516324"/>
                  </a:lnTo>
                  <a:lnTo>
                    <a:pt x="4375672" y="516127"/>
                  </a:lnTo>
                  <a:lnTo>
                    <a:pt x="4376008" y="513979"/>
                  </a:lnTo>
                  <a:lnTo>
                    <a:pt x="4376345" y="512369"/>
                  </a:lnTo>
                  <a:lnTo>
                    <a:pt x="4376681" y="510119"/>
                  </a:lnTo>
                  <a:lnTo>
                    <a:pt x="4377018" y="507759"/>
                  </a:lnTo>
                  <a:lnTo>
                    <a:pt x="4377354" y="505340"/>
                  </a:lnTo>
                  <a:lnTo>
                    <a:pt x="4377690" y="501540"/>
                  </a:lnTo>
                  <a:lnTo>
                    <a:pt x="4378027" y="499251"/>
                  </a:lnTo>
                  <a:lnTo>
                    <a:pt x="4378363" y="497320"/>
                  </a:lnTo>
                  <a:lnTo>
                    <a:pt x="4378700" y="495667"/>
                  </a:lnTo>
                  <a:lnTo>
                    <a:pt x="4379036" y="495480"/>
                  </a:lnTo>
                  <a:lnTo>
                    <a:pt x="4379373" y="496005"/>
                  </a:lnTo>
                  <a:lnTo>
                    <a:pt x="4379709" y="497318"/>
                  </a:lnTo>
                  <a:lnTo>
                    <a:pt x="4380046" y="499096"/>
                  </a:lnTo>
                  <a:lnTo>
                    <a:pt x="4380382" y="501493"/>
                  </a:lnTo>
                  <a:lnTo>
                    <a:pt x="4380719" y="505714"/>
                  </a:lnTo>
                  <a:lnTo>
                    <a:pt x="4381055" y="510709"/>
                  </a:lnTo>
                  <a:lnTo>
                    <a:pt x="4381391" y="516184"/>
                  </a:lnTo>
                  <a:lnTo>
                    <a:pt x="4381728" y="522120"/>
                  </a:lnTo>
                  <a:lnTo>
                    <a:pt x="4382064" y="527652"/>
                  </a:lnTo>
                  <a:lnTo>
                    <a:pt x="4382401" y="534418"/>
                  </a:lnTo>
                  <a:lnTo>
                    <a:pt x="4382737" y="542394"/>
                  </a:lnTo>
                  <a:lnTo>
                    <a:pt x="4383074" y="551382"/>
                  </a:lnTo>
                  <a:lnTo>
                    <a:pt x="4383410" y="559997"/>
                  </a:lnTo>
                  <a:lnTo>
                    <a:pt x="4383747" y="569738"/>
                  </a:lnTo>
                  <a:lnTo>
                    <a:pt x="4384083" y="579286"/>
                  </a:lnTo>
                  <a:lnTo>
                    <a:pt x="4384420" y="588573"/>
                  </a:lnTo>
                  <a:lnTo>
                    <a:pt x="4384756" y="597345"/>
                  </a:lnTo>
                  <a:lnTo>
                    <a:pt x="4385093" y="605236"/>
                  </a:lnTo>
                  <a:lnTo>
                    <a:pt x="4385429" y="612409"/>
                  </a:lnTo>
                  <a:lnTo>
                    <a:pt x="4385765" y="618953"/>
                  </a:lnTo>
                  <a:lnTo>
                    <a:pt x="4386102" y="625474"/>
                  </a:lnTo>
                  <a:lnTo>
                    <a:pt x="4386438" y="633363"/>
                  </a:lnTo>
                  <a:lnTo>
                    <a:pt x="4386775" y="639491"/>
                  </a:lnTo>
                  <a:lnTo>
                    <a:pt x="4387111" y="646412"/>
                  </a:lnTo>
                  <a:lnTo>
                    <a:pt x="4387448" y="651691"/>
                  </a:lnTo>
                  <a:lnTo>
                    <a:pt x="4387784" y="656198"/>
                  </a:lnTo>
                  <a:lnTo>
                    <a:pt x="4388121" y="660217"/>
                  </a:lnTo>
                  <a:lnTo>
                    <a:pt x="4388457" y="662125"/>
                  </a:lnTo>
                  <a:lnTo>
                    <a:pt x="4388794" y="664459"/>
                  </a:lnTo>
                  <a:lnTo>
                    <a:pt x="4389130" y="665387"/>
                  </a:lnTo>
                  <a:lnTo>
                    <a:pt x="4389467" y="666772"/>
                  </a:lnTo>
                  <a:lnTo>
                    <a:pt x="4389803" y="667392"/>
                  </a:lnTo>
                  <a:lnTo>
                    <a:pt x="4390139" y="668769"/>
                  </a:lnTo>
                  <a:lnTo>
                    <a:pt x="4390476" y="669475"/>
                  </a:lnTo>
                  <a:lnTo>
                    <a:pt x="4390812" y="670017"/>
                  </a:lnTo>
                  <a:lnTo>
                    <a:pt x="4391149" y="669516"/>
                  </a:lnTo>
                  <a:lnTo>
                    <a:pt x="4391485" y="668997"/>
                  </a:lnTo>
                  <a:lnTo>
                    <a:pt x="4391822" y="667394"/>
                  </a:lnTo>
                  <a:lnTo>
                    <a:pt x="4392158" y="664831"/>
                  </a:lnTo>
                  <a:lnTo>
                    <a:pt x="4392495" y="663253"/>
                  </a:lnTo>
                  <a:lnTo>
                    <a:pt x="4392831" y="661582"/>
                  </a:lnTo>
                  <a:lnTo>
                    <a:pt x="4393168" y="660292"/>
                  </a:lnTo>
                  <a:lnTo>
                    <a:pt x="4393504" y="661124"/>
                  </a:lnTo>
                  <a:lnTo>
                    <a:pt x="4393841" y="663447"/>
                  </a:lnTo>
                  <a:lnTo>
                    <a:pt x="4394177" y="667125"/>
                  </a:lnTo>
                  <a:lnTo>
                    <a:pt x="4394513" y="671578"/>
                  </a:lnTo>
                  <a:lnTo>
                    <a:pt x="4394850" y="676783"/>
                  </a:lnTo>
                  <a:lnTo>
                    <a:pt x="4395186" y="682679"/>
                  </a:lnTo>
                  <a:lnTo>
                    <a:pt x="4395523" y="690325"/>
                  </a:lnTo>
                  <a:lnTo>
                    <a:pt x="4395859" y="697827"/>
                  </a:lnTo>
                  <a:lnTo>
                    <a:pt x="4396196" y="705092"/>
                  </a:lnTo>
                  <a:lnTo>
                    <a:pt x="4396532" y="711731"/>
                  </a:lnTo>
                  <a:lnTo>
                    <a:pt x="4396869" y="720402"/>
                  </a:lnTo>
                  <a:lnTo>
                    <a:pt x="4397205" y="729898"/>
                  </a:lnTo>
                  <a:lnTo>
                    <a:pt x="4397542" y="739747"/>
                  </a:lnTo>
                  <a:lnTo>
                    <a:pt x="4397878" y="747731"/>
                  </a:lnTo>
                  <a:lnTo>
                    <a:pt x="4398215" y="755098"/>
                  </a:lnTo>
                  <a:lnTo>
                    <a:pt x="4398551" y="760383"/>
                  </a:lnTo>
                  <a:lnTo>
                    <a:pt x="4398887" y="762344"/>
                  </a:lnTo>
                  <a:lnTo>
                    <a:pt x="4399224" y="762992"/>
                  </a:lnTo>
                  <a:lnTo>
                    <a:pt x="4399560" y="763253"/>
                  </a:lnTo>
                  <a:lnTo>
                    <a:pt x="4399897" y="762024"/>
                  </a:lnTo>
                  <a:lnTo>
                    <a:pt x="4400233" y="760972"/>
                  </a:lnTo>
                  <a:lnTo>
                    <a:pt x="4400570" y="759207"/>
                  </a:lnTo>
                  <a:lnTo>
                    <a:pt x="4400906" y="758740"/>
                  </a:lnTo>
                  <a:lnTo>
                    <a:pt x="4401243" y="758876"/>
                  </a:lnTo>
                  <a:lnTo>
                    <a:pt x="4401579" y="760062"/>
                  </a:lnTo>
                  <a:lnTo>
                    <a:pt x="4401916" y="759350"/>
                  </a:lnTo>
                  <a:lnTo>
                    <a:pt x="4402252" y="759196"/>
                  </a:lnTo>
                  <a:lnTo>
                    <a:pt x="4402589" y="756482"/>
                  </a:lnTo>
                  <a:lnTo>
                    <a:pt x="4402925" y="753349"/>
                  </a:lnTo>
                  <a:lnTo>
                    <a:pt x="4403261" y="750198"/>
                  </a:lnTo>
                  <a:lnTo>
                    <a:pt x="4403598" y="749258"/>
                  </a:lnTo>
                  <a:lnTo>
                    <a:pt x="4403934" y="749886"/>
                  </a:lnTo>
                  <a:lnTo>
                    <a:pt x="4404271" y="751431"/>
                  </a:lnTo>
                  <a:lnTo>
                    <a:pt x="4404607" y="753975"/>
                  </a:lnTo>
                  <a:lnTo>
                    <a:pt x="4404944" y="757602"/>
                  </a:lnTo>
                  <a:lnTo>
                    <a:pt x="4405280" y="762686"/>
                  </a:lnTo>
                  <a:lnTo>
                    <a:pt x="4405617" y="766106"/>
                  </a:lnTo>
                  <a:lnTo>
                    <a:pt x="4405953" y="768858"/>
                  </a:lnTo>
                  <a:lnTo>
                    <a:pt x="4406290" y="770254"/>
                  </a:lnTo>
                  <a:lnTo>
                    <a:pt x="4406626" y="769860"/>
                  </a:lnTo>
                  <a:lnTo>
                    <a:pt x="4406963" y="770263"/>
                  </a:lnTo>
                  <a:lnTo>
                    <a:pt x="4407299" y="769942"/>
                  </a:lnTo>
                  <a:lnTo>
                    <a:pt x="4407635" y="769318"/>
                  </a:lnTo>
                  <a:lnTo>
                    <a:pt x="4407972" y="768572"/>
                  </a:lnTo>
                  <a:lnTo>
                    <a:pt x="4408308" y="767097"/>
                  </a:lnTo>
                  <a:lnTo>
                    <a:pt x="4408645" y="766080"/>
                  </a:lnTo>
                  <a:lnTo>
                    <a:pt x="4408981" y="765943"/>
                  </a:lnTo>
                  <a:lnTo>
                    <a:pt x="4409318" y="766085"/>
                  </a:lnTo>
                  <a:lnTo>
                    <a:pt x="4409654" y="766431"/>
                  </a:lnTo>
                  <a:lnTo>
                    <a:pt x="4409991" y="766516"/>
                  </a:lnTo>
                  <a:lnTo>
                    <a:pt x="4410327" y="767041"/>
                  </a:lnTo>
                  <a:lnTo>
                    <a:pt x="4410664" y="767226"/>
                  </a:lnTo>
                  <a:lnTo>
                    <a:pt x="4411000" y="767257"/>
                  </a:lnTo>
                  <a:lnTo>
                    <a:pt x="4411337" y="767966"/>
                  </a:lnTo>
                  <a:lnTo>
                    <a:pt x="4411673" y="768915"/>
                  </a:lnTo>
                  <a:lnTo>
                    <a:pt x="4412009" y="770285"/>
                  </a:lnTo>
                  <a:lnTo>
                    <a:pt x="4412346" y="772071"/>
                  </a:lnTo>
                  <a:lnTo>
                    <a:pt x="4412682" y="774839"/>
                  </a:lnTo>
                  <a:lnTo>
                    <a:pt x="4413019" y="777028"/>
                  </a:lnTo>
                  <a:lnTo>
                    <a:pt x="4413355" y="779876"/>
                  </a:lnTo>
                  <a:lnTo>
                    <a:pt x="4413692" y="784400"/>
                  </a:lnTo>
                  <a:lnTo>
                    <a:pt x="4414028" y="788619"/>
                  </a:lnTo>
                  <a:lnTo>
                    <a:pt x="4414365" y="792231"/>
                  </a:lnTo>
                  <a:lnTo>
                    <a:pt x="4414701" y="795530"/>
                  </a:lnTo>
                  <a:lnTo>
                    <a:pt x="4415038" y="799400"/>
                  </a:lnTo>
                  <a:lnTo>
                    <a:pt x="4415374" y="800576"/>
                  </a:lnTo>
                  <a:lnTo>
                    <a:pt x="4415710" y="801661"/>
                  </a:lnTo>
                  <a:lnTo>
                    <a:pt x="4416047" y="803312"/>
                  </a:lnTo>
                  <a:lnTo>
                    <a:pt x="4416383" y="804903"/>
                  </a:lnTo>
                  <a:lnTo>
                    <a:pt x="4416720" y="807261"/>
                  </a:lnTo>
                  <a:lnTo>
                    <a:pt x="4417056" y="809015"/>
                  </a:lnTo>
                  <a:lnTo>
                    <a:pt x="4417393" y="811603"/>
                  </a:lnTo>
                  <a:lnTo>
                    <a:pt x="4417729" y="813646"/>
                  </a:lnTo>
                  <a:lnTo>
                    <a:pt x="4418066" y="815772"/>
                  </a:lnTo>
                  <a:lnTo>
                    <a:pt x="4418402" y="817451"/>
                  </a:lnTo>
                  <a:lnTo>
                    <a:pt x="4418739" y="819104"/>
                  </a:lnTo>
                  <a:lnTo>
                    <a:pt x="4419075" y="820619"/>
                  </a:lnTo>
                  <a:lnTo>
                    <a:pt x="4419412" y="822293"/>
                  </a:lnTo>
                  <a:lnTo>
                    <a:pt x="4419748" y="823406"/>
                  </a:lnTo>
                  <a:lnTo>
                    <a:pt x="4420084" y="825205"/>
                  </a:lnTo>
                  <a:lnTo>
                    <a:pt x="4420421" y="827240"/>
                  </a:lnTo>
                  <a:lnTo>
                    <a:pt x="4420757" y="830080"/>
                  </a:lnTo>
                  <a:lnTo>
                    <a:pt x="4421094" y="833044"/>
                  </a:lnTo>
                  <a:lnTo>
                    <a:pt x="4421430" y="836517"/>
                  </a:lnTo>
                  <a:lnTo>
                    <a:pt x="4421767" y="839196"/>
                  </a:lnTo>
                  <a:lnTo>
                    <a:pt x="4422103" y="841301"/>
                  </a:lnTo>
                  <a:lnTo>
                    <a:pt x="4422440" y="843955"/>
                  </a:lnTo>
                  <a:lnTo>
                    <a:pt x="4422776" y="846002"/>
                  </a:lnTo>
                  <a:lnTo>
                    <a:pt x="4423113" y="847203"/>
                  </a:lnTo>
                  <a:lnTo>
                    <a:pt x="4423449" y="847566"/>
                  </a:lnTo>
                  <a:lnTo>
                    <a:pt x="4423786" y="847961"/>
                  </a:lnTo>
                  <a:lnTo>
                    <a:pt x="4424122" y="847861"/>
                  </a:lnTo>
                  <a:lnTo>
                    <a:pt x="4424458" y="847072"/>
                  </a:lnTo>
                  <a:lnTo>
                    <a:pt x="4424795" y="845987"/>
                  </a:lnTo>
                  <a:lnTo>
                    <a:pt x="4425131" y="844838"/>
                  </a:lnTo>
                  <a:lnTo>
                    <a:pt x="4425468" y="843549"/>
                  </a:lnTo>
                  <a:lnTo>
                    <a:pt x="4425804" y="842200"/>
                  </a:lnTo>
                  <a:lnTo>
                    <a:pt x="4426141" y="840456"/>
                  </a:lnTo>
                  <a:lnTo>
                    <a:pt x="4426477" y="839256"/>
                  </a:lnTo>
                  <a:lnTo>
                    <a:pt x="4426814" y="837745"/>
                  </a:lnTo>
                  <a:lnTo>
                    <a:pt x="4427150" y="835564"/>
                  </a:lnTo>
                  <a:lnTo>
                    <a:pt x="4427487" y="833120"/>
                  </a:lnTo>
                  <a:lnTo>
                    <a:pt x="4427823" y="829919"/>
                  </a:lnTo>
                  <a:lnTo>
                    <a:pt x="4428160" y="827071"/>
                  </a:lnTo>
                  <a:lnTo>
                    <a:pt x="4428496" y="825112"/>
                  </a:lnTo>
                  <a:lnTo>
                    <a:pt x="4428832" y="822245"/>
                  </a:lnTo>
                  <a:lnTo>
                    <a:pt x="4429169" y="820184"/>
                  </a:lnTo>
                  <a:lnTo>
                    <a:pt x="4429505" y="818934"/>
                  </a:lnTo>
                  <a:lnTo>
                    <a:pt x="4429842" y="817236"/>
                  </a:lnTo>
                  <a:lnTo>
                    <a:pt x="4430178" y="815838"/>
                  </a:lnTo>
                  <a:lnTo>
                    <a:pt x="4430515" y="814714"/>
                  </a:lnTo>
                  <a:lnTo>
                    <a:pt x="4430851" y="813781"/>
                  </a:lnTo>
                  <a:lnTo>
                    <a:pt x="4431188" y="813099"/>
                  </a:lnTo>
                  <a:lnTo>
                    <a:pt x="4431524" y="812320"/>
                  </a:lnTo>
                  <a:lnTo>
                    <a:pt x="4431861" y="812984"/>
                  </a:lnTo>
                  <a:lnTo>
                    <a:pt x="4432197" y="814942"/>
                  </a:lnTo>
                  <a:lnTo>
                    <a:pt x="4432534" y="817878"/>
                  </a:lnTo>
                  <a:lnTo>
                    <a:pt x="4432870" y="821890"/>
                  </a:lnTo>
                  <a:lnTo>
                    <a:pt x="4433206" y="827438"/>
                  </a:lnTo>
                  <a:lnTo>
                    <a:pt x="4433543" y="832996"/>
                  </a:lnTo>
                  <a:lnTo>
                    <a:pt x="4433879" y="838232"/>
                  </a:lnTo>
                  <a:lnTo>
                    <a:pt x="4434216" y="842926"/>
                  </a:lnTo>
                  <a:lnTo>
                    <a:pt x="4434552" y="847071"/>
                  </a:lnTo>
                  <a:lnTo>
                    <a:pt x="4434889" y="851618"/>
                  </a:lnTo>
                  <a:lnTo>
                    <a:pt x="4435225" y="856445"/>
                  </a:lnTo>
                  <a:lnTo>
                    <a:pt x="4435562" y="861786"/>
                  </a:lnTo>
                  <a:lnTo>
                    <a:pt x="4435898" y="866927"/>
                  </a:lnTo>
                  <a:lnTo>
                    <a:pt x="4436235" y="871502"/>
                  </a:lnTo>
                  <a:lnTo>
                    <a:pt x="4436571" y="876413"/>
                  </a:lnTo>
                  <a:lnTo>
                    <a:pt x="4436908" y="881483"/>
                  </a:lnTo>
                  <a:lnTo>
                    <a:pt x="4437244" y="886962"/>
                  </a:lnTo>
                  <a:lnTo>
                    <a:pt x="4437580" y="892259"/>
                  </a:lnTo>
                  <a:lnTo>
                    <a:pt x="4437917" y="898941"/>
                  </a:lnTo>
                  <a:lnTo>
                    <a:pt x="4438253" y="904527"/>
                  </a:lnTo>
                  <a:lnTo>
                    <a:pt x="4438590" y="909699"/>
                  </a:lnTo>
                  <a:lnTo>
                    <a:pt x="4438926" y="914987"/>
                  </a:lnTo>
                  <a:lnTo>
                    <a:pt x="4439263" y="920160"/>
                  </a:lnTo>
                  <a:lnTo>
                    <a:pt x="4439599" y="925777"/>
                  </a:lnTo>
                  <a:lnTo>
                    <a:pt x="4439936" y="931253"/>
                  </a:lnTo>
                  <a:lnTo>
                    <a:pt x="4440272" y="935997"/>
                  </a:lnTo>
                  <a:lnTo>
                    <a:pt x="4440609" y="940469"/>
                  </a:lnTo>
                  <a:lnTo>
                    <a:pt x="4440945" y="944957"/>
                  </a:lnTo>
                  <a:lnTo>
                    <a:pt x="4441282" y="950703"/>
                  </a:lnTo>
                  <a:lnTo>
                    <a:pt x="4441618" y="955733"/>
                  </a:lnTo>
                  <a:lnTo>
                    <a:pt x="4441954" y="960774"/>
                  </a:lnTo>
                  <a:lnTo>
                    <a:pt x="4442291" y="965755"/>
                  </a:lnTo>
                  <a:lnTo>
                    <a:pt x="4442627" y="970866"/>
                  </a:lnTo>
                  <a:lnTo>
                    <a:pt x="4442964" y="976001"/>
                  </a:lnTo>
                  <a:lnTo>
                    <a:pt x="4443300" y="982192"/>
                  </a:lnTo>
                  <a:lnTo>
                    <a:pt x="4443637" y="988149"/>
                  </a:lnTo>
                  <a:lnTo>
                    <a:pt x="4443973" y="992860"/>
                  </a:lnTo>
                  <a:lnTo>
                    <a:pt x="4444310" y="996929"/>
                  </a:lnTo>
                  <a:lnTo>
                    <a:pt x="4444646" y="1001497"/>
                  </a:lnTo>
                  <a:lnTo>
                    <a:pt x="4444983" y="1006945"/>
                  </a:lnTo>
                  <a:lnTo>
                    <a:pt x="4445319" y="1011057"/>
                  </a:lnTo>
                  <a:lnTo>
                    <a:pt x="4445656" y="1013490"/>
                  </a:lnTo>
                  <a:lnTo>
                    <a:pt x="4445992" y="1016339"/>
                  </a:lnTo>
                  <a:lnTo>
                    <a:pt x="4446328" y="1019773"/>
                  </a:lnTo>
                  <a:lnTo>
                    <a:pt x="4446665" y="1023316"/>
                  </a:lnTo>
                  <a:lnTo>
                    <a:pt x="4447001" y="1026676"/>
                  </a:lnTo>
                  <a:lnTo>
                    <a:pt x="4447338" y="1028546"/>
                  </a:lnTo>
                  <a:lnTo>
                    <a:pt x="4447674" y="1029755"/>
                  </a:lnTo>
                  <a:lnTo>
                    <a:pt x="4448011" y="1029401"/>
                  </a:lnTo>
                  <a:lnTo>
                    <a:pt x="4448347" y="1029544"/>
                  </a:lnTo>
                  <a:lnTo>
                    <a:pt x="4448684" y="1029244"/>
                  </a:lnTo>
                  <a:lnTo>
                    <a:pt x="4449020" y="1028340"/>
                  </a:lnTo>
                  <a:lnTo>
                    <a:pt x="4449357" y="1027017"/>
                  </a:lnTo>
                  <a:lnTo>
                    <a:pt x="4449693" y="1024077"/>
                  </a:lnTo>
                  <a:lnTo>
                    <a:pt x="4450029" y="1019898"/>
                  </a:lnTo>
                  <a:lnTo>
                    <a:pt x="4450366" y="1014993"/>
                  </a:lnTo>
                  <a:lnTo>
                    <a:pt x="4450702" y="1011488"/>
                  </a:lnTo>
                  <a:lnTo>
                    <a:pt x="4451039" y="1006910"/>
                  </a:lnTo>
                  <a:lnTo>
                    <a:pt x="4451375" y="1001220"/>
                  </a:lnTo>
                  <a:lnTo>
                    <a:pt x="4451712" y="994711"/>
                  </a:lnTo>
                  <a:lnTo>
                    <a:pt x="4452048" y="988033"/>
                  </a:lnTo>
                  <a:lnTo>
                    <a:pt x="4452385" y="982108"/>
                  </a:lnTo>
                  <a:lnTo>
                    <a:pt x="4452721" y="976427"/>
                  </a:lnTo>
                  <a:lnTo>
                    <a:pt x="4453058" y="971785"/>
                  </a:lnTo>
                  <a:lnTo>
                    <a:pt x="4453394" y="967406"/>
                  </a:lnTo>
                  <a:lnTo>
                    <a:pt x="4453731" y="963401"/>
                  </a:lnTo>
                  <a:lnTo>
                    <a:pt x="4454067" y="959834"/>
                  </a:lnTo>
                  <a:lnTo>
                    <a:pt x="4454403" y="956729"/>
                  </a:lnTo>
                  <a:lnTo>
                    <a:pt x="4454740" y="954121"/>
                  </a:lnTo>
                  <a:lnTo>
                    <a:pt x="4455076" y="951987"/>
                  </a:lnTo>
                  <a:lnTo>
                    <a:pt x="4455413" y="949758"/>
                  </a:lnTo>
                  <a:lnTo>
                    <a:pt x="4455749" y="948420"/>
                  </a:lnTo>
                  <a:lnTo>
                    <a:pt x="4456086" y="947966"/>
                  </a:lnTo>
                  <a:lnTo>
                    <a:pt x="4456422" y="948186"/>
                  </a:lnTo>
                  <a:lnTo>
                    <a:pt x="4456759" y="949207"/>
                  </a:lnTo>
                  <a:lnTo>
                    <a:pt x="4457095" y="951021"/>
                  </a:lnTo>
                  <a:lnTo>
                    <a:pt x="4457432" y="952693"/>
                  </a:lnTo>
                  <a:lnTo>
                    <a:pt x="4457768" y="954614"/>
                  </a:lnTo>
                  <a:lnTo>
                    <a:pt x="4458105" y="956018"/>
                  </a:lnTo>
                  <a:lnTo>
                    <a:pt x="4458441" y="958439"/>
                  </a:lnTo>
                  <a:lnTo>
                    <a:pt x="4458777" y="961013"/>
                  </a:lnTo>
                  <a:lnTo>
                    <a:pt x="4459114" y="965897"/>
                  </a:lnTo>
                  <a:lnTo>
                    <a:pt x="4459450" y="971478"/>
                  </a:lnTo>
                  <a:lnTo>
                    <a:pt x="4459787" y="977242"/>
                  </a:lnTo>
                  <a:lnTo>
                    <a:pt x="4460123" y="982766"/>
                  </a:lnTo>
                  <a:lnTo>
                    <a:pt x="4460460" y="989038"/>
                  </a:lnTo>
                  <a:lnTo>
                    <a:pt x="4460796" y="994516"/>
                  </a:lnTo>
                  <a:lnTo>
                    <a:pt x="4461133" y="998905"/>
                  </a:lnTo>
                  <a:lnTo>
                    <a:pt x="4461469" y="1003768"/>
                  </a:lnTo>
                  <a:lnTo>
                    <a:pt x="4461806" y="1007743"/>
                  </a:lnTo>
                  <a:lnTo>
                    <a:pt x="4462142" y="1010982"/>
                  </a:lnTo>
                  <a:lnTo>
                    <a:pt x="4462479" y="1013315"/>
                  </a:lnTo>
                  <a:lnTo>
                    <a:pt x="4462815" y="1014463"/>
                  </a:lnTo>
                  <a:lnTo>
                    <a:pt x="4463151" y="1015974"/>
                  </a:lnTo>
                  <a:lnTo>
                    <a:pt x="4463488" y="1017728"/>
                  </a:lnTo>
                  <a:lnTo>
                    <a:pt x="4463824" y="1020803"/>
                  </a:lnTo>
                  <a:lnTo>
                    <a:pt x="4464161" y="1022588"/>
                  </a:lnTo>
                  <a:lnTo>
                    <a:pt x="4464497" y="1023430"/>
                  </a:lnTo>
                  <a:lnTo>
                    <a:pt x="4464834" y="1024323"/>
                  </a:lnTo>
                  <a:lnTo>
                    <a:pt x="4465170" y="1024989"/>
                  </a:lnTo>
                  <a:lnTo>
                    <a:pt x="4465507" y="1025655"/>
                  </a:lnTo>
                  <a:lnTo>
                    <a:pt x="4465843" y="1026996"/>
                  </a:lnTo>
                  <a:lnTo>
                    <a:pt x="4466180" y="1028147"/>
                  </a:lnTo>
                  <a:lnTo>
                    <a:pt x="4466516" y="1029623"/>
                  </a:lnTo>
                  <a:lnTo>
                    <a:pt x="4466853" y="1031475"/>
                  </a:lnTo>
                  <a:lnTo>
                    <a:pt x="4467189" y="1033906"/>
                  </a:lnTo>
                  <a:lnTo>
                    <a:pt x="4467525" y="1036046"/>
                  </a:lnTo>
                  <a:lnTo>
                    <a:pt x="4467862" y="1038748"/>
                  </a:lnTo>
                  <a:lnTo>
                    <a:pt x="4468198" y="1039455"/>
                  </a:lnTo>
                  <a:lnTo>
                    <a:pt x="4468535" y="1038200"/>
                  </a:lnTo>
                  <a:lnTo>
                    <a:pt x="4468871" y="1034014"/>
                  </a:lnTo>
                  <a:lnTo>
                    <a:pt x="4469208" y="1029437"/>
                  </a:lnTo>
                  <a:lnTo>
                    <a:pt x="4469544" y="1025581"/>
                  </a:lnTo>
                  <a:lnTo>
                    <a:pt x="4469881" y="1021525"/>
                  </a:lnTo>
                  <a:lnTo>
                    <a:pt x="4470217" y="1017647"/>
                  </a:lnTo>
                  <a:lnTo>
                    <a:pt x="4470554" y="1015187"/>
                  </a:lnTo>
                  <a:lnTo>
                    <a:pt x="4470890" y="1011962"/>
                  </a:lnTo>
                  <a:lnTo>
                    <a:pt x="4471227" y="1009562"/>
                  </a:lnTo>
                  <a:lnTo>
                    <a:pt x="4471563" y="1006707"/>
                  </a:lnTo>
                  <a:lnTo>
                    <a:pt x="4471899" y="1003929"/>
                  </a:lnTo>
                  <a:lnTo>
                    <a:pt x="4472236" y="1000875"/>
                  </a:lnTo>
                  <a:lnTo>
                    <a:pt x="4472572" y="997071"/>
                  </a:lnTo>
                  <a:lnTo>
                    <a:pt x="4472909" y="993752"/>
                  </a:lnTo>
                  <a:lnTo>
                    <a:pt x="4473245" y="991419"/>
                  </a:lnTo>
                  <a:lnTo>
                    <a:pt x="4473582" y="990053"/>
                  </a:lnTo>
                  <a:lnTo>
                    <a:pt x="4473918" y="991247"/>
                  </a:lnTo>
                  <a:lnTo>
                    <a:pt x="4474255" y="991961"/>
                  </a:lnTo>
                  <a:lnTo>
                    <a:pt x="4474591" y="991024"/>
                  </a:lnTo>
                  <a:lnTo>
                    <a:pt x="4474928" y="990600"/>
                  </a:lnTo>
                  <a:lnTo>
                    <a:pt x="4475264" y="988961"/>
                  </a:lnTo>
                  <a:lnTo>
                    <a:pt x="4475601" y="985611"/>
                  </a:lnTo>
                  <a:lnTo>
                    <a:pt x="4475937" y="982793"/>
                  </a:lnTo>
                  <a:lnTo>
                    <a:pt x="4476273" y="979011"/>
                  </a:lnTo>
                  <a:lnTo>
                    <a:pt x="4476610" y="974715"/>
                  </a:lnTo>
                  <a:lnTo>
                    <a:pt x="4476946" y="969693"/>
                  </a:lnTo>
                  <a:lnTo>
                    <a:pt x="4477283" y="964373"/>
                  </a:lnTo>
                  <a:lnTo>
                    <a:pt x="4477619" y="958952"/>
                  </a:lnTo>
                  <a:lnTo>
                    <a:pt x="4477956" y="953252"/>
                  </a:lnTo>
                  <a:lnTo>
                    <a:pt x="4478292" y="946349"/>
                  </a:lnTo>
                  <a:lnTo>
                    <a:pt x="4478629" y="938770"/>
                  </a:lnTo>
                  <a:lnTo>
                    <a:pt x="4478965" y="929077"/>
                  </a:lnTo>
                  <a:lnTo>
                    <a:pt x="4479302" y="920114"/>
                  </a:lnTo>
                  <a:lnTo>
                    <a:pt x="4479638" y="912081"/>
                  </a:lnTo>
                  <a:lnTo>
                    <a:pt x="4479975" y="903906"/>
                  </a:lnTo>
                  <a:lnTo>
                    <a:pt x="4480311" y="896967"/>
                  </a:lnTo>
                  <a:lnTo>
                    <a:pt x="4480647" y="890466"/>
                  </a:lnTo>
                  <a:lnTo>
                    <a:pt x="4480984" y="883455"/>
                  </a:lnTo>
                  <a:lnTo>
                    <a:pt x="4481320" y="875493"/>
                  </a:lnTo>
                  <a:lnTo>
                    <a:pt x="4481657" y="867473"/>
                  </a:lnTo>
                  <a:lnTo>
                    <a:pt x="4481993" y="859918"/>
                  </a:lnTo>
                  <a:lnTo>
                    <a:pt x="4482330" y="852336"/>
                  </a:lnTo>
                  <a:lnTo>
                    <a:pt x="4482666" y="845054"/>
                  </a:lnTo>
                  <a:lnTo>
                    <a:pt x="4483003" y="837944"/>
                  </a:lnTo>
                  <a:lnTo>
                    <a:pt x="4483339" y="830257"/>
                  </a:lnTo>
                  <a:lnTo>
                    <a:pt x="4483676" y="824499"/>
                  </a:lnTo>
                  <a:lnTo>
                    <a:pt x="4484012" y="818013"/>
                  </a:lnTo>
                  <a:lnTo>
                    <a:pt x="4484348" y="811339"/>
                  </a:lnTo>
                  <a:lnTo>
                    <a:pt x="4484685" y="804655"/>
                  </a:lnTo>
                  <a:lnTo>
                    <a:pt x="4485021" y="798292"/>
                  </a:lnTo>
                  <a:lnTo>
                    <a:pt x="4485358" y="791551"/>
                  </a:lnTo>
                  <a:lnTo>
                    <a:pt x="4485694" y="785516"/>
                  </a:lnTo>
                  <a:lnTo>
                    <a:pt x="4486031" y="779487"/>
                  </a:lnTo>
                  <a:lnTo>
                    <a:pt x="4486367" y="773371"/>
                  </a:lnTo>
                  <a:lnTo>
                    <a:pt x="4486704" y="767539"/>
                  </a:lnTo>
                  <a:lnTo>
                    <a:pt x="4487040" y="762669"/>
                  </a:lnTo>
                  <a:lnTo>
                    <a:pt x="4487377" y="757964"/>
                  </a:lnTo>
                  <a:lnTo>
                    <a:pt x="4487713" y="753804"/>
                  </a:lnTo>
                  <a:lnTo>
                    <a:pt x="4488050" y="749098"/>
                  </a:lnTo>
                  <a:lnTo>
                    <a:pt x="4488386" y="746632"/>
                  </a:lnTo>
                  <a:lnTo>
                    <a:pt x="4488722" y="743765"/>
                  </a:lnTo>
                  <a:lnTo>
                    <a:pt x="4489059" y="742241"/>
                  </a:lnTo>
                  <a:lnTo>
                    <a:pt x="4489395" y="741490"/>
                  </a:lnTo>
                  <a:lnTo>
                    <a:pt x="4489732" y="740287"/>
                  </a:lnTo>
                  <a:lnTo>
                    <a:pt x="4490068" y="739457"/>
                  </a:lnTo>
                  <a:lnTo>
                    <a:pt x="4490405" y="738832"/>
                  </a:lnTo>
                  <a:lnTo>
                    <a:pt x="4490741" y="738932"/>
                  </a:lnTo>
                  <a:lnTo>
                    <a:pt x="4491078" y="739042"/>
                  </a:lnTo>
                  <a:lnTo>
                    <a:pt x="4491414" y="739312"/>
                  </a:lnTo>
                  <a:lnTo>
                    <a:pt x="4491751" y="740582"/>
                  </a:lnTo>
                  <a:lnTo>
                    <a:pt x="4492087" y="741516"/>
                  </a:lnTo>
                  <a:lnTo>
                    <a:pt x="4492424" y="742633"/>
                  </a:lnTo>
                  <a:lnTo>
                    <a:pt x="4492760" y="743619"/>
                  </a:lnTo>
                  <a:lnTo>
                    <a:pt x="4493096" y="744668"/>
                  </a:lnTo>
                  <a:lnTo>
                    <a:pt x="4493433" y="745498"/>
                  </a:lnTo>
                  <a:lnTo>
                    <a:pt x="4493769" y="746161"/>
                  </a:lnTo>
                  <a:lnTo>
                    <a:pt x="4494106" y="746557"/>
                  </a:lnTo>
                  <a:lnTo>
                    <a:pt x="4494442" y="746704"/>
                  </a:lnTo>
                  <a:lnTo>
                    <a:pt x="4494779" y="746849"/>
                  </a:lnTo>
                  <a:lnTo>
                    <a:pt x="4495115" y="745979"/>
                  </a:lnTo>
                  <a:lnTo>
                    <a:pt x="4495452" y="745091"/>
                  </a:lnTo>
                  <a:lnTo>
                    <a:pt x="4495788" y="742894"/>
                  </a:lnTo>
                  <a:lnTo>
                    <a:pt x="4496125" y="741722"/>
                  </a:lnTo>
                  <a:lnTo>
                    <a:pt x="4496461" y="740136"/>
                  </a:lnTo>
                  <a:lnTo>
                    <a:pt x="4496798" y="738227"/>
                  </a:lnTo>
                  <a:lnTo>
                    <a:pt x="4497134" y="736839"/>
                  </a:lnTo>
                  <a:lnTo>
                    <a:pt x="4497470" y="735738"/>
                  </a:lnTo>
                  <a:lnTo>
                    <a:pt x="4497807" y="734265"/>
                  </a:lnTo>
                  <a:lnTo>
                    <a:pt x="4498143" y="733197"/>
                  </a:lnTo>
                  <a:lnTo>
                    <a:pt x="4498480" y="730223"/>
                  </a:lnTo>
                  <a:lnTo>
                    <a:pt x="4498816" y="726867"/>
                  </a:lnTo>
                  <a:lnTo>
                    <a:pt x="4499153" y="722704"/>
                  </a:lnTo>
                  <a:lnTo>
                    <a:pt x="4499489" y="718892"/>
                  </a:lnTo>
                  <a:lnTo>
                    <a:pt x="4499826" y="714408"/>
                  </a:lnTo>
                  <a:lnTo>
                    <a:pt x="4500162" y="710311"/>
                  </a:lnTo>
                  <a:lnTo>
                    <a:pt x="4500499" y="705978"/>
                  </a:lnTo>
                  <a:lnTo>
                    <a:pt x="4500835" y="701755"/>
                  </a:lnTo>
                  <a:lnTo>
                    <a:pt x="4501172" y="696912"/>
                  </a:lnTo>
                  <a:lnTo>
                    <a:pt x="4501508" y="691771"/>
                  </a:lnTo>
                  <a:lnTo>
                    <a:pt x="4501844" y="686582"/>
                  </a:lnTo>
                  <a:lnTo>
                    <a:pt x="4502181" y="680076"/>
                  </a:lnTo>
                  <a:lnTo>
                    <a:pt x="4502517" y="673714"/>
                  </a:lnTo>
                  <a:lnTo>
                    <a:pt x="4502854" y="664537"/>
                  </a:lnTo>
                  <a:lnTo>
                    <a:pt x="4503190" y="656604"/>
                  </a:lnTo>
                  <a:lnTo>
                    <a:pt x="4503527" y="648432"/>
                  </a:lnTo>
                  <a:lnTo>
                    <a:pt x="4503863" y="640521"/>
                  </a:lnTo>
                  <a:lnTo>
                    <a:pt x="4504200" y="632608"/>
                  </a:lnTo>
                  <a:lnTo>
                    <a:pt x="4504536" y="624608"/>
                  </a:lnTo>
                  <a:lnTo>
                    <a:pt x="4504873" y="616111"/>
                  </a:lnTo>
                  <a:lnTo>
                    <a:pt x="4505209" y="607266"/>
                  </a:lnTo>
                  <a:lnTo>
                    <a:pt x="4505546" y="599949"/>
                  </a:lnTo>
                  <a:lnTo>
                    <a:pt x="4505882" y="593287"/>
                  </a:lnTo>
                  <a:lnTo>
                    <a:pt x="4506218" y="586977"/>
                  </a:lnTo>
                  <a:lnTo>
                    <a:pt x="4506555" y="580260"/>
                  </a:lnTo>
                  <a:lnTo>
                    <a:pt x="4506891" y="573763"/>
                  </a:lnTo>
                  <a:lnTo>
                    <a:pt x="4507228" y="567609"/>
                  </a:lnTo>
                  <a:lnTo>
                    <a:pt x="4507564" y="561181"/>
                  </a:lnTo>
                  <a:lnTo>
                    <a:pt x="4507901" y="555632"/>
                  </a:lnTo>
                  <a:lnTo>
                    <a:pt x="4508237" y="550660"/>
                  </a:lnTo>
                  <a:lnTo>
                    <a:pt x="4508574" y="546138"/>
                  </a:lnTo>
                  <a:lnTo>
                    <a:pt x="4508910" y="543231"/>
                  </a:lnTo>
                  <a:lnTo>
                    <a:pt x="4509247" y="540640"/>
                  </a:lnTo>
                  <a:lnTo>
                    <a:pt x="4509583" y="537178"/>
                  </a:lnTo>
                  <a:lnTo>
                    <a:pt x="4509920" y="533904"/>
                  </a:lnTo>
                  <a:lnTo>
                    <a:pt x="4510256" y="530537"/>
                  </a:lnTo>
                  <a:lnTo>
                    <a:pt x="4510592" y="526331"/>
                  </a:lnTo>
                  <a:lnTo>
                    <a:pt x="4510929" y="521758"/>
                  </a:lnTo>
                  <a:lnTo>
                    <a:pt x="4511265" y="518461"/>
                  </a:lnTo>
                  <a:lnTo>
                    <a:pt x="4511602" y="515944"/>
                  </a:lnTo>
                  <a:lnTo>
                    <a:pt x="4511938" y="513579"/>
                  </a:lnTo>
                  <a:lnTo>
                    <a:pt x="4512275" y="511511"/>
                  </a:lnTo>
                  <a:lnTo>
                    <a:pt x="4512611" y="510279"/>
                  </a:lnTo>
                  <a:lnTo>
                    <a:pt x="4512948" y="510113"/>
                  </a:lnTo>
                  <a:lnTo>
                    <a:pt x="4513284" y="509904"/>
                  </a:lnTo>
                  <a:lnTo>
                    <a:pt x="4513621" y="508231"/>
                  </a:lnTo>
                  <a:lnTo>
                    <a:pt x="4513957" y="506018"/>
                  </a:lnTo>
                  <a:lnTo>
                    <a:pt x="4514293" y="503592"/>
                  </a:lnTo>
                  <a:lnTo>
                    <a:pt x="4514630" y="502342"/>
                  </a:lnTo>
                  <a:lnTo>
                    <a:pt x="4514966" y="502419"/>
                  </a:lnTo>
                  <a:lnTo>
                    <a:pt x="4515303" y="503621"/>
                  </a:lnTo>
                  <a:lnTo>
                    <a:pt x="4515639" y="504225"/>
                  </a:lnTo>
                  <a:lnTo>
                    <a:pt x="4515976" y="503905"/>
                  </a:lnTo>
                  <a:lnTo>
                    <a:pt x="4516312" y="503313"/>
                  </a:lnTo>
                  <a:lnTo>
                    <a:pt x="4516649" y="503375"/>
                  </a:lnTo>
                  <a:lnTo>
                    <a:pt x="4516985" y="503426"/>
                  </a:lnTo>
                  <a:lnTo>
                    <a:pt x="4517322" y="503528"/>
                  </a:lnTo>
                  <a:lnTo>
                    <a:pt x="4517658" y="503533"/>
                  </a:lnTo>
                  <a:lnTo>
                    <a:pt x="4517995" y="503338"/>
                  </a:lnTo>
                  <a:lnTo>
                    <a:pt x="4518331" y="503724"/>
                  </a:lnTo>
                  <a:lnTo>
                    <a:pt x="4518667" y="505174"/>
                  </a:lnTo>
                  <a:lnTo>
                    <a:pt x="4519004" y="507931"/>
                  </a:lnTo>
                  <a:lnTo>
                    <a:pt x="4519340" y="511417"/>
                  </a:lnTo>
                  <a:lnTo>
                    <a:pt x="4519677" y="514456"/>
                  </a:lnTo>
                  <a:lnTo>
                    <a:pt x="4520013" y="517566"/>
                  </a:lnTo>
                  <a:lnTo>
                    <a:pt x="4520350" y="519245"/>
                  </a:lnTo>
                  <a:lnTo>
                    <a:pt x="4520686" y="520756"/>
                  </a:lnTo>
                  <a:lnTo>
                    <a:pt x="4521023" y="523579"/>
                  </a:lnTo>
                  <a:lnTo>
                    <a:pt x="4521359" y="526349"/>
                  </a:lnTo>
                  <a:lnTo>
                    <a:pt x="4521696" y="528450"/>
                  </a:lnTo>
                  <a:lnTo>
                    <a:pt x="4522032" y="530464"/>
                  </a:lnTo>
                  <a:lnTo>
                    <a:pt x="4522369" y="532527"/>
                  </a:lnTo>
                  <a:lnTo>
                    <a:pt x="4522705" y="534139"/>
                  </a:lnTo>
                  <a:lnTo>
                    <a:pt x="4523041" y="534102"/>
                  </a:lnTo>
                  <a:lnTo>
                    <a:pt x="4523378" y="532140"/>
                  </a:lnTo>
                  <a:lnTo>
                    <a:pt x="4523714" y="529672"/>
                  </a:lnTo>
                  <a:lnTo>
                    <a:pt x="4524051" y="526002"/>
                  </a:lnTo>
                  <a:lnTo>
                    <a:pt x="4524387" y="522454"/>
                  </a:lnTo>
                  <a:lnTo>
                    <a:pt x="4524724" y="518295"/>
                  </a:lnTo>
                  <a:lnTo>
                    <a:pt x="4525060" y="513684"/>
                  </a:lnTo>
                  <a:lnTo>
                    <a:pt x="4525397" y="509264"/>
                  </a:lnTo>
                  <a:lnTo>
                    <a:pt x="4525733" y="504133"/>
                  </a:lnTo>
                  <a:lnTo>
                    <a:pt x="4526070" y="498007"/>
                  </a:lnTo>
                  <a:lnTo>
                    <a:pt x="4526406" y="491058"/>
                  </a:lnTo>
                  <a:lnTo>
                    <a:pt x="4526743" y="486030"/>
                  </a:lnTo>
                  <a:lnTo>
                    <a:pt x="4527079" y="480461"/>
                  </a:lnTo>
                  <a:lnTo>
                    <a:pt x="4527415" y="476098"/>
                  </a:lnTo>
                  <a:lnTo>
                    <a:pt x="4527752" y="471696"/>
                  </a:lnTo>
                  <a:lnTo>
                    <a:pt x="4528088" y="467798"/>
                  </a:lnTo>
                  <a:lnTo>
                    <a:pt x="4528425" y="464876"/>
                  </a:lnTo>
                  <a:lnTo>
                    <a:pt x="4528761" y="461535"/>
                  </a:lnTo>
                  <a:lnTo>
                    <a:pt x="4529098" y="457962"/>
                  </a:lnTo>
                  <a:lnTo>
                    <a:pt x="4529434" y="453895"/>
                  </a:lnTo>
                  <a:lnTo>
                    <a:pt x="4529771" y="450533"/>
                  </a:lnTo>
                  <a:lnTo>
                    <a:pt x="4530107" y="447451"/>
                  </a:lnTo>
                  <a:lnTo>
                    <a:pt x="4530444" y="444546"/>
                  </a:lnTo>
                  <a:lnTo>
                    <a:pt x="4530780" y="441796"/>
                  </a:lnTo>
                  <a:lnTo>
                    <a:pt x="4531117" y="439558"/>
                  </a:lnTo>
                  <a:lnTo>
                    <a:pt x="4531453" y="438386"/>
                  </a:lnTo>
                  <a:lnTo>
                    <a:pt x="4531789" y="437490"/>
                  </a:lnTo>
                  <a:lnTo>
                    <a:pt x="4532126" y="436332"/>
                  </a:lnTo>
                  <a:lnTo>
                    <a:pt x="4532462" y="435154"/>
                  </a:lnTo>
                  <a:lnTo>
                    <a:pt x="4532799" y="435015"/>
                  </a:lnTo>
                  <a:lnTo>
                    <a:pt x="4533135" y="435139"/>
                  </a:lnTo>
                  <a:lnTo>
                    <a:pt x="4533472" y="436167"/>
                  </a:lnTo>
                  <a:lnTo>
                    <a:pt x="4533808" y="438275"/>
                  </a:lnTo>
                  <a:lnTo>
                    <a:pt x="4534145" y="441090"/>
                  </a:lnTo>
                  <a:lnTo>
                    <a:pt x="4534481" y="444386"/>
                  </a:lnTo>
                  <a:lnTo>
                    <a:pt x="4534818" y="448175"/>
                  </a:lnTo>
                  <a:lnTo>
                    <a:pt x="4535154" y="451702"/>
                  </a:lnTo>
                  <a:lnTo>
                    <a:pt x="4535491" y="455627"/>
                  </a:lnTo>
                  <a:lnTo>
                    <a:pt x="4535827" y="461086"/>
                  </a:lnTo>
                  <a:lnTo>
                    <a:pt x="4536163" y="468077"/>
                  </a:lnTo>
                  <a:lnTo>
                    <a:pt x="4536500" y="476621"/>
                  </a:lnTo>
                  <a:lnTo>
                    <a:pt x="4536836" y="483373"/>
                  </a:lnTo>
                  <a:lnTo>
                    <a:pt x="4537173" y="490608"/>
                  </a:lnTo>
                  <a:lnTo>
                    <a:pt x="4537509" y="496873"/>
                  </a:lnTo>
                  <a:lnTo>
                    <a:pt x="4537846" y="500738"/>
                  </a:lnTo>
                  <a:lnTo>
                    <a:pt x="4538182" y="505815"/>
                  </a:lnTo>
                  <a:lnTo>
                    <a:pt x="4538519" y="510347"/>
                  </a:lnTo>
                  <a:lnTo>
                    <a:pt x="4538855" y="515012"/>
                  </a:lnTo>
                  <a:lnTo>
                    <a:pt x="4539192" y="519602"/>
                  </a:lnTo>
                  <a:lnTo>
                    <a:pt x="4539528" y="524824"/>
                  </a:lnTo>
                  <a:lnTo>
                    <a:pt x="4539865" y="530563"/>
                  </a:lnTo>
                  <a:lnTo>
                    <a:pt x="4540201" y="536281"/>
                  </a:lnTo>
                  <a:lnTo>
                    <a:pt x="4540537" y="541507"/>
                  </a:lnTo>
                  <a:lnTo>
                    <a:pt x="4540874" y="546704"/>
                  </a:lnTo>
                  <a:lnTo>
                    <a:pt x="4541210" y="551136"/>
                  </a:lnTo>
                  <a:lnTo>
                    <a:pt x="4541547" y="555174"/>
                  </a:lnTo>
                  <a:lnTo>
                    <a:pt x="4541883" y="560754"/>
                  </a:lnTo>
                  <a:lnTo>
                    <a:pt x="4542220" y="566370"/>
                  </a:lnTo>
                  <a:lnTo>
                    <a:pt x="4542556" y="572907"/>
                  </a:lnTo>
                  <a:lnTo>
                    <a:pt x="4542893" y="581367"/>
                  </a:lnTo>
                  <a:lnTo>
                    <a:pt x="4543229" y="589054"/>
                  </a:lnTo>
                  <a:lnTo>
                    <a:pt x="4543566" y="596573"/>
                  </a:lnTo>
                  <a:lnTo>
                    <a:pt x="4543902" y="604637"/>
                  </a:lnTo>
                  <a:lnTo>
                    <a:pt x="4544239" y="612246"/>
                  </a:lnTo>
                  <a:lnTo>
                    <a:pt x="4544575" y="620394"/>
                  </a:lnTo>
                  <a:lnTo>
                    <a:pt x="4544911" y="627947"/>
                  </a:lnTo>
                  <a:lnTo>
                    <a:pt x="4545248" y="635392"/>
                  </a:lnTo>
                  <a:lnTo>
                    <a:pt x="4545584" y="643933"/>
                  </a:lnTo>
                  <a:lnTo>
                    <a:pt x="4545921" y="652519"/>
                  </a:lnTo>
                  <a:lnTo>
                    <a:pt x="4546257" y="662844"/>
                  </a:lnTo>
                  <a:lnTo>
                    <a:pt x="4546594" y="673153"/>
                  </a:lnTo>
                  <a:lnTo>
                    <a:pt x="4546930" y="683646"/>
                  </a:lnTo>
                  <a:lnTo>
                    <a:pt x="4547267" y="694812"/>
                  </a:lnTo>
                  <a:lnTo>
                    <a:pt x="4547603" y="705680"/>
                  </a:lnTo>
                  <a:lnTo>
                    <a:pt x="4547940" y="717497"/>
                  </a:lnTo>
                  <a:lnTo>
                    <a:pt x="4548276" y="729659"/>
                  </a:lnTo>
                  <a:lnTo>
                    <a:pt x="4548612" y="742945"/>
                  </a:lnTo>
                  <a:lnTo>
                    <a:pt x="4548949" y="756431"/>
                  </a:lnTo>
                  <a:lnTo>
                    <a:pt x="4549285" y="770111"/>
                  </a:lnTo>
                  <a:lnTo>
                    <a:pt x="4549622" y="783753"/>
                  </a:lnTo>
                  <a:lnTo>
                    <a:pt x="4549958" y="798205"/>
                  </a:lnTo>
                  <a:lnTo>
                    <a:pt x="4550295" y="812437"/>
                  </a:lnTo>
                  <a:lnTo>
                    <a:pt x="4550631" y="827139"/>
                  </a:lnTo>
                  <a:lnTo>
                    <a:pt x="4550968" y="840031"/>
                  </a:lnTo>
                  <a:lnTo>
                    <a:pt x="4551304" y="852662"/>
                  </a:lnTo>
                  <a:lnTo>
                    <a:pt x="4551641" y="865648"/>
                  </a:lnTo>
                  <a:lnTo>
                    <a:pt x="4551977" y="877640"/>
                  </a:lnTo>
                  <a:lnTo>
                    <a:pt x="4552314" y="889038"/>
                  </a:lnTo>
                  <a:lnTo>
                    <a:pt x="4552650" y="900345"/>
                  </a:lnTo>
                  <a:lnTo>
                    <a:pt x="4552986" y="911004"/>
                  </a:lnTo>
                  <a:lnTo>
                    <a:pt x="4553323" y="921542"/>
                  </a:lnTo>
                  <a:lnTo>
                    <a:pt x="4553659" y="932108"/>
                  </a:lnTo>
                  <a:lnTo>
                    <a:pt x="4553996" y="941909"/>
                  </a:lnTo>
                  <a:lnTo>
                    <a:pt x="4554332" y="950778"/>
                  </a:lnTo>
                  <a:lnTo>
                    <a:pt x="4554669" y="959566"/>
                  </a:lnTo>
                  <a:lnTo>
                    <a:pt x="4555005" y="967898"/>
                  </a:lnTo>
                  <a:lnTo>
                    <a:pt x="4555342" y="975630"/>
                  </a:lnTo>
                  <a:lnTo>
                    <a:pt x="4555678" y="981336"/>
                  </a:lnTo>
                  <a:lnTo>
                    <a:pt x="4556015" y="986503"/>
                  </a:lnTo>
                  <a:lnTo>
                    <a:pt x="4556351" y="990456"/>
                  </a:lnTo>
                  <a:lnTo>
                    <a:pt x="4556688" y="992047"/>
                  </a:lnTo>
                  <a:lnTo>
                    <a:pt x="4557024" y="993934"/>
                  </a:lnTo>
                  <a:lnTo>
                    <a:pt x="4557360" y="994615"/>
                  </a:lnTo>
                  <a:lnTo>
                    <a:pt x="4557697" y="995463"/>
                  </a:lnTo>
                  <a:lnTo>
                    <a:pt x="4558033" y="996546"/>
                  </a:lnTo>
                  <a:lnTo>
                    <a:pt x="4558370" y="997318"/>
                  </a:lnTo>
                  <a:lnTo>
                    <a:pt x="4558706" y="997590"/>
                  </a:lnTo>
                  <a:lnTo>
                    <a:pt x="4559043" y="997987"/>
                  </a:lnTo>
                  <a:lnTo>
                    <a:pt x="4559379" y="998127"/>
                  </a:lnTo>
                  <a:lnTo>
                    <a:pt x="4559716" y="998153"/>
                  </a:lnTo>
                  <a:lnTo>
                    <a:pt x="4560052" y="998344"/>
                  </a:lnTo>
                  <a:lnTo>
                    <a:pt x="4560389" y="998565"/>
                  </a:lnTo>
                  <a:lnTo>
                    <a:pt x="4560725" y="998706"/>
                  </a:lnTo>
                  <a:lnTo>
                    <a:pt x="4561062" y="998306"/>
                  </a:lnTo>
                  <a:lnTo>
                    <a:pt x="4561398" y="998493"/>
                  </a:lnTo>
                  <a:lnTo>
                    <a:pt x="4561734" y="999537"/>
                  </a:lnTo>
                  <a:lnTo>
                    <a:pt x="4562071" y="1000620"/>
                  </a:lnTo>
                  <a:lnTo>
                    <a:pt x="4562407" y="1003128"/>
                  </a:lnTo>
                  <a:lnTo>
                    <a:pt x="4562744" y="1005613"/>
                  </a:lnTo>
                  <a:lnTo>
                    <a:pt x="4563080" y="1008687"/>
                  </a:lnTo>
                  <a:lnTo>
                    <a:pt x="4563417" y="1011576"/>
                  </a:lnTo>
                  <a:lnTo>
                    <a:pt x="4563753" y="1014892"/>
                  </a:lnTo>
                  <a:lnTo>
                    <a:pt x="4564090" y="1017758"/>
                  </a:lnTo>
                  <a:lnTo>
                    <a:pt x="4564426" y="1019502"/>
                  </a:lnTo>
                  <a:lnTo>
                    <a:pt x="4564763" y="1021458"/>
                  </a:lnTo>
                  <a:lnTo>
                    <a:pt x="4565099" y="1023492"/>
                  </a:lnTo>
                  <a:lnTo>
                    <a:pt x="4565436" y="1027904"/>
                  </a:lnTo>
                  <a:lnTo>
                    <a:pt x="4565772" y="1034429"/>
                  </a:lnTo>
                  <a:lnTo>
                    <a:pt x="4566108" y="1041801"/>
                  </a:lnTo>
                  <a:lnTo>
                    <a:pt x="4566445" y="1049237"/>
                  </a:lnTo>
                  <a:lnTo>
                    <a:pt x="4566781" y="1056829"/>
                  </a:lnTo>
                  <a:lnTo>
                    <a:pt x="4567118" y="1064662"/>
                  </a:lnTo>
                  <a:lnTo>
                    <a:pt x="4567454" y="1071687"/>
                  </a:lnTo>
                  <a:lnTo>
                    <a:pt x="4567791" y="1078495"/>
                  </a:lnTo>
                  <a:lnTo>
                    <a:pt x="4568127" y="1084907"/>
                  </a:lnTo>
                  <a:lnTo>
                    <a:pt x="4568464" y="1092035"/>
                  </a:lnTo>
                  <a:lnTo>
                    <a:pt x="4568800" y="1098973"/>
                  </a:lnTo>
                  <a:lnTo>
                    <a:pt x="4569137" y="1106105"/>
                  </a:lnTo>
                  <a:lnTo>
                    <a:pt x="4569473" y="1113920"/>
                  </a:lnTo>
                  <a:lnTo>
                    <a:pt x="4569810" y="1121734"/>
                  </a:lnTo>
                  <a:lnTo>
                    <a:pt x="4570146" y="1131838"/>
                  </a:lnTo>
                  <a:lnTo>
                    <a:pt x="4570482" y="1140751"/>
                  </a:lnTo>
                  <a:lnTo>
                    <a:pt x="4570819" y="1149685"/>
                  </a:lnTo>
                  <a:lnTo>
                    <a:pt x="4571155" y="1158486"/>
                  </a:lnTo>
                  <a:lnTo>
                    <a:pt x="4571492" y="1167497"/>
                  </a:lnTo>
                  <a:lnTo>
                    <a:pt x="4571828" y="1176512"/>
                  </a:lnTo>
                  <a:lnTo>
                    <a:pt x="4572165" y="1185691"/>
                  </a:lnTo>
                  <a:lnTo>
                    <a:pt x="4572501" y="1195094"/>
                  </a:lnTo>
                  <a:lnTo>
                    <a:pt x="4572838" y="1202312"/>
                  </a:lnTo>
                  <a:lnTo>
                    <a:pt x="4573174" y="1208566"/>
                  </a:lnTo>
                  <a:lnTo>
                    <a:pt x="4573511" y="1213933"/>
                  </a:lnTo>
                  <a:lnTo>
                    <a:pt x="4573847" y="1219766"/>
                  </a:lnTo>
                  <a:lnTo>
                    <a:pt x="4574184" y="1225972"/>
                  </a:lnTo>
                  <a:lnTo>
                    <a:pt x="4574520" y="1231165"/>
                  </a:lnTo>
                  <a:lnTo>
                    <a:pt x="4574856" y="1236869"/>
                  </a:lnTo>
                  <a:lnTo>
                    <a:pt x="4575193" y="1242027"/>
                  </a:lnTo>
                  <a:lnTo>
                    <a:pt x="4575529" y="1247165"/>
                  </a:lnTo>
                  <a:lnTo>
                    <a:pt x="4575866" y="1250869"/>
                  </a:lnTo>
                  <a:lnTo>
                    <a:pt x="4576202" y="1253837"/>
                  </a:lnTo>
                  <a:lnTo>
                    <a:pt x="4576539" y="1255657"/>
                  </a:lnTo>
                  <a:lnTo>
                    <a:pt x="4576875" y="1257429"/>
                  </a:lnTo>
                  <a:lnTo>
                    <a:pt x="4577212" y="1259694"/>
                  </a:lnTo>
                  <a:lnTo>
                    <a:pt x="4577548" y="1261926"/>
                  </a:lnTo>
                  <a:lnTo>
                    <a:pt x="4577885" y="1265520"/>
                  </a:lnTo>
                  <a:lnTo>
                    <a:pt x="4578221" y="1268692"/>
                  </a:lnTo>
                  <a:lnTo>
                    <a:pt x="4578558" y="1271936"/>
                  </a:lnTo>
                  <a:lnTo>
                    <a:pt x="4578894" y="1274737"/>
                  </a:lnTo>
                  <a:lnTo>
                    <a:pt x="4579230" y="1276630"/>
                  </a:lnTo>
                  <a:lnTo>
                    <a:pt x="4579567" y="1278192"/>
                  </a:lnTo>
                  <a:lnTo>
                    <a:pt x="4579903" y="1278416"/>
                  </a:lnTo>
                  <a:lnTo>
                    <a:pt x="4580240" y="1278920"/>
                  </a:lnTo>
                  <a:lnTo>
                    <a:pt x="4580576" y="1279018"/>
                  </a:lnTo>
                  <a:lnTo>
                    <a:pt x="4580913" y="1278886"/>
                  </a:lnTo>
                  <a:lnTo>
                    <a:pt x="4581249" y="1278217"/>
                  </a:lnTo>
                  <a:lnTo>
                    <a:pt x="4581586" y="1277903"/>
                  </a:lnTo>
                  <a:lnTo>
                    <a:pt x="4581922" y="1277327"/>
                  </a:lnTo>
                  <a:lnTo>
                    <a:pt x="4582259" y="1276415"/>
                  </a:lnTo>
                  <a:lnTo>
                    <a:pt x="4582595" y="1274876"/>
                  </a:lnTo>
                  <a:lnTo>
                    <a:pt x="4582931" y="1272267"/>
                  </a:lnTo>
                  <a:lnTo>
                    <a:pt x="4583268" y="1271015"/>
                  </a:lnTo>
                  <a:lnTo>
                    <a:pt x="4583604" y="1270458"/>
                  </a:lnTo>
                  <a:lnTo>
                    <a:pt x="4583941" y="1269264"/>
                  </a:lnTo>
                  <a:lnTo>
                    <a:pt x="4584277" y="1268696"/>
                  </a:lnTo>
                  <a:lnTo>
                    <a:pt x="4584614" y="1269100"/>
                  </a:lnTo>
                  <a:lnTo>
                    <a:pt x="4584950" y="1269994"/>
                  </a:lnTo>
                  <a:lnTo>
                    <a:pt x="4585287" y="1270417"/>
                  </a:lnTo>
                  <a:lnTo>
                    <a:pt x="4585623" y="1270492"/>
                  </a:lnTo>
                  <a:lnTo>
                    <a:pt x="4585960" y="1270964"/>
                  </a:lnTo>
                  <a:lnTo>
                    <a:pt x="4586296" y="1271356"/>
                  </a:lnTo>
                  <a:lnTo>
                    <a:pt x="4586633" y="1271376"/>
                  </a:lnTo>
                  <a:lnTo>
                    <a:pt x="4586969" y="1271491"/>
                  </a:lnTo>
                  <a:lnTo>
                    <a:pt x="4587305" y="1271580"/>
                  </a:lnTo>
                  <a:lnTo>
                    <a:pt x="4587642" y="1272744"/>
                  </a:lnTo>
                  <a:lnTo>
                    <a:pt x="4587978" y="1274304"/>
                  </a:lnTo>
                  <a:lnTo>
                    <a:pt x="4588315" y="1274928"/>
                  </a:lnTo>
                  <a:lnTo>
                    <a:pt x="4588651" y="1275077"/>
                  </a:lnTo>
                  <a:lnTo>
                    <a:pt x="4588988" y="1276447"/>
                  </a:lnTo>
                  <a:lnTo>
                    <a:pt x="4589324" y="1278065"/>
                  </a:lnTo>
                  <a:lnTo>
                    <a:pt x="4589661" y="1279808"/>
                  </a:lnTo>
                  <a:lnTo>
                    <a:pt x="4589997" y="1282303"/>
                  </a:lnTo>
                  <a:lnTo>
                    <a:pt x="4590334" y="1287080"/>
                  </a:lnTo>
                  <a:lnTo>
                    <a:pt x="4590670" y="1292497"/>
                  </a:lnTo>
                  <a:lnTo>
                    <a:pt x="4591007" y="1298682"/>
                  </a:lnTo>
                  <a:lnTo>
                    <a:pt x="4591343" y="1305276"/>
                  </a:lnTo>
                  <a:lnTo>
                    <a:pt x="4591679" y="1312249"/>
                  </a:lnTo>
                  <a:lnTo>
                    <a:pt x="4592016" y="1319915"/>
                  </a:lnTo>
                  <a:lnTo>
                    <a:pt x="4592352" y="1328253"/>
                  </a:lnTo>
                  <a:lnTo>
                    <a:pt x="4592689" y="1337332"/>
                  </a:lnTo>
                  <a:lnTo>
                    <a:pt x="4593025" y="1347657"/>
                  </a:lnTo>
                  <a:lnTo>
                    <a:pt x="4593362" y="1359004"/>
                  </a:lnTo>
                  <a:lnTo>
                    <a:pt x="4593698" y="1370639"/>
                  </a:lnTo>
                  <a:lnTo>
                    <a:pt x="4594035" y="1380307"/>
                  </a:lnTo>
                  <a:lnTo>
                    <a:pt x="4594371" y="1390168"/>
                  </a:lnTo>
                  <a:lnTo>
                    <a:pt x="4594708" y="1399189"/>
                  </a:lnTo>
                  <a:lnTo>
                    <a:pt x="4595044" y="1407811"/>
                  </a:lnTo>
                  <a:lnTo>
                    <a:pt x="4595381" y="1415070"/>
                  </a:lnTo>
                  <a:lnTo>
                    <a:pt x="4595717" y="1420674"/>
                  </a:lnTo>
                  <a:lnTo>
                    <a:pt x="4596053" y="1424725"/>
                  </a:lnTo>
                  <a:lnTo>
                    <a:pt x="4596390" y="1428260"/>
                  </a:lnTo>
                  <a:lnTo>
                    <a:pt x="4596726" y="1432025"/>
                  </a:lnTo>
                  <a:lnTo>
                    <a:pt x="4597063" y="1435845"/>
                  </a:lnTo>
                  <a:lnTo>
                    <a:pt x="4597399" y="1439716"/>
                  </a:lnTo>
                  <a:lnTo>
                    <a:pt x="4597736" y="1443247"/>
                  </a:lnTo>
                  <a:lnTo>
                    <a:pt x="4598072" y="1446270"/>
                  </a:lnTo>
                  <a:lnTo>
                    <a:pt x="4598409" y="1448379"/>
                  </a:lnTo>
                  <a:lnTo>
                    <a:pt x="4598745" y="1449578"/>
                  </a:lnTo>
                  <a:lnTo>
                    <a:pt x="4599082" y="1450293"/>
                  </a:lnTo>
                  <a:lnTo>
                    <a:pt x="4599418" y="1451655"/>
                  </a:lnTo>
                  <a:lnTo>
                    <a:pt x="4599755" y="1453056"/>
                  </a:lnTo>
                  <a:lnTo>
                    <a:pt x="4600091" y="1452965"/>
                  </a:lnTo>
                  <a:lnTo>
                    <a:pt x="4600427" y="1453002"/>
                  </a:lnTo>
                  <a:lnTo>
                    <a:pt x="4600764" y="1453661"/>
                  </a:lnTo>
                  <a:lnTo>
                    <a:pt x="4601100" y="1454441"/>
                  </a:lnTo>
                  <a:lnTo>
                    <a:pt x="4601437" y="1455047"/>
                  </a:lnTo>
                  <a:lnTo>
                    <a:pt x="4601773" y="1455123"/>
                  </a:lnTo>
                  <a:lnTo>
                    <a:pt x="4602110" y="1455207"/>
                  </a:lnTo>
                  <a:lnTo>
                    <a:pt x="4602446" y="1454612"/>
                  </a:lnTo>
                  <a:lnTo>
                    <a:pt x="4602783" y="1453162"/>
                  </a:lnTo>
                  <a:lnTo>
                    <a:pt x="4603119" y="1450847"/>
                  </a:lnTo>
                  <a:lnTo>
                    <a:pt x="4603456" y="1447829"/>
                  </a:lnTo>
                  <a:lnTo>
                    <a:pt x="4603792" y="1445124"/>
                  </a:lnTo>
                  <a:lnTo>
                    <a:pt x="4604129" y="1442605"/>
                  </a:lnTo>
                  <a:lnTo>
                    <a:pt x="4604465" y="1440540"/>
                  </a:lnTo>
                  <a:lnTo>
                    <a:pt x="4604801" y="1439541"/>
                  </a:lnTo>
                  <a:lnTo>
                    <a:pt x="4605138" y="1439361"/>
                  </a:lnTo>
                  <a:lnTo>
                    <a:pt x="4605474" y="1437992"/>
                  </a:lnTo>
                  <a:lnTo>
                    <a:pt x="4605811" y="1436706"/>
                  </a:lnTo>
                  <a:lnTo>
                    <a:pt x="4606147" y="1434389"/>
                  </a:lnTo>
                  <a:lnTo>
                    <a:pt x="4606484" y="1431694"/>
                  </a:lnTo>
                  <a:lnTo>
                    <a:pt x="4606820" y="1427855"/>
                  </a:lnTo>
                  <a:lnTo>
                    <a:pt x="4607157" y="1423741"/>
                  </a:lnTo>
                  <a:lnTo>
                    <a:pt x="4607493" y="1419931"/>
                  </a:lnTo>
                  <a:lnTo>
                    <a:pt x="4607830" y="1416412"/>
                  </a:lnTo>
                  <a:lnTo>
                    <a:pt x="4608166" y="1412675"/>
                  </a:lnTo>
                  <a:lnTo>
                    <a:pt x="4608503" y="1409121"/>
                  </a:lnTo>
                  <a:lnTo>
                    <a:pt x="4608839" y="1404915"/>
                  </a:lnTo>
                  <a:lnTo>
                    <a:pt x="4609175" y="1399567"/>
                  </a:lnTo>
                  <a:lnTo>
                    <a:pt x="4609512" y="1394265"/>
                  </a:lnTo>
                  <a:lnTo>
                    <a:pt x="4609848" y="1388012"/>
                  </a:lnTo>
                  <a:lnTo>
                    <a:pt x="4610185" y="1380934"/>
                  </a:lnTo>
                  <a:lnTo>
                    <a:pt x="4610521" y="1374300"/>
                  </a:lnTo>
                  <a:lnTo>
                    <a:pt x="4610858" y="1368253"/>
                  </a:lnTo>
                  <a:lnTo>
                    <a:pt x="4611194" y="1362234"/>
                  </a:lnTo>
                  <a:lnTo>
                    <a:pt x="4611531" y="1356820"/>
                  </a:lnTo>
                  <a:lnTo>
                    <a:pt x="4611867" y="1349747"/>
                  </a:lnTo>
                  <a:lnTo>
                    <a:pt x="4612204" y="1343264"/>
                  </a:lnTo>
                  <a:lnTo>
                    <a:pt x="4612540" y="1337730"/>
                  </a:lnTo>
                  <a:lnTo>
                    <a:pt x="4612877" y="1331685"/>
                  </a:lnTo>
                  <a:lnTo>
                    <a:pt x="4613213" y="1324101"/>
                  </a:lnTo>
                  <a:lnTo>
                    <a:pt x="4613549" y="1317519"/>
                  </a:lnTo>
                  <a:lnTo>
                    <a:pt x="4613886" y="1311358"/>
                  </a:lnTo>
                  <a:lnTo>
                    <a:pt x="4614222" y="1305250"/>
                  </a:lnTo>
                  <a:lnTo>
                    <a:pt x="4614559" y="1299648"/>
                  </a:lnTo>
                  <a:lnTo>
                    <a:pt x="4614895" y="1294964"/>
                  </a:lnTo>
                  <a:lnTo>
                    <a:pt x="4615232" y="1289805"/>
                  </a:lnTo>
                  <a:lnTo>
                    <a:pt x="4615568" y="1284762"/>
                  </a:lnTo>
                  <a:lnTo>
                    <a:pt x="4615905" y="1279588"/>
                  </a:lnTo>
                  <a:lnTo>
                    <a:pt x="4616241" y="1275600"/>
                  </a:lnTo>
                  <a:lnTo>
                    <a:pt x="4616578" y="1272543"/>
                  </a:lnTo>
                  <a:lnTo>
                    <a:pt x="4616914" y="1270442"/>
                  </a:lnTo>
                  <a:lnTo>
                    <a:pt x="4617250" y="1267632"/>
                  </a:lnTo>
                  <a:lnTo>
                    <a:pt x="4617587" y="1263464"/>
                  </a:lnTo>
                  <a:lnTo>
                    <a:pt x="4617923" y="1259314"/>
                  </a:lnTo>
                  <a:lnTo>
                    <a:pt x="4618260" y="1256480"/>
                  </a:lnTo>
                  <a:lnTo>
                    <a:pt x="4618596" y="1254232"/>
                  </a:lnTo>
                  <a:lnTo>
                    <a:pt x="4618933" y="1252805"/>
                  </a:lnTo>
                  <a:lnTo>
                    <a:pt x="4619269" y="1251313"/>
                  </a:lnTo>
                  <a:lnTo>
                    <a:pt x="4619606" y="1250094"/>
                  </a:lnTo>
                  <a:lnTo>
                    <a:pt x="4619942" y="1248861"/>
                  </a:lnTo>
                  <a:lnTo>
                    <a:pt x="4620279" y="1247827"/>
                  </a:lnTo>
                  <a:lnTo>
                    <a:pt x="4620615" y="1246425"/>
                  </a:lnTo>
                  <a:lnTo>
                    <a:pt x="4620952" y="1244557"/>
                  </a:lnTo>
                  <a:lnTo>
                    <a:pt x="4621288" y="1242410"/>
                  </a:lnTo>
                  <a:lnTo>
                    <a:pt x="4621624" y="1240286"/>
                  </a:lnTo>
                  <a:lnTo>
                    <a:pt x="4621961" y="1237535"/>
                  </a:lnTo>
                  <a:lnTo>
                    <a:pt x="4622297" y="1235083"/>
                  </a:lnTo>
                  <a:lnTo>
                    <a:pt x="4622634" y="1233182"/>
                  </a:lnTo>
                  <a:lnTo>
                    <a:pt x="4622970" y="1230865"/>
                  </a:lnTo>
                  <a:lnTo>
                    <a:pt x="4623307" y="1228451"/>
                  </a:lnTo>
                  <a:lnTo>
                    <a:pt x="4623643" y="1226808"/>
                  </a:lnTo>
                  <a:lnTo>
                    <a:pt x="4623980" y="1226300"/>
                  </a:lnTo>
                  <a:lnTo>
                    <a:pt x="4624316" y="1224929"/>
                  </a:lnTo>
                  <a:lnTo>
                    <a:pt x="4624653" y="1223925"/>
                  </a:lnTo>
                  <a:lnTo>
                    <a:pt x="4624989" y="1221234"/>
                  </a:lnTo>
                  <a:lnTo>
                    <a:pt x="4625326" y="1217435"/>
                  </a:lnTo>
                  <a:lnTo>
                    <a:pt x="4625662" y="1213908"/>
                  </a:lnTo>
                  <a:lnTo>
                    <a:pt x="4625998" y="1210912"/>
                  </a:lnTo>
                  <a:lnTo>
                    <a:pt x="4626335" y="1207613"/>
                  </a:lnTo>
                  <a:lnTo>
                    <a:pt x="4626671" y="1204979"/>
                  </a:lnTo>
                  <a:lnTo>
                    <a:pt x="4627008" y="1202991"/>
                  </a:lnTo>
                  <a:lnTo>
                    <a:pt x="4627344" y="1200732"/>
                  </a:lnTo>
                  <a:lnTo>
                    <a:pt x="4627681" y="1198291"/>
                  </a:lnTo>
                  <a:lnTo>
                    <a:pt x="4628017" y="1196583"/>
                  </a:lnTo>
                  <a:lnTo>
                    <a:pt x="4628354" y="1195389"/>
                  </a:lnTo>
                  <a:lnTo>
                    <a:pt x="4628690" y="1192618"/>
                  </a:lnTo>
                  <a:lnTo>
                    <a:pt x="4629027" y="1189878"/>
                  </a:lnTo>
                  <a:lnTo>
                    <a:pt x="4629363" y="1187391"/>
                  </a:lnTo>
                  <a:lnTo>
                    <a:pt x="4629700" y="1184401"/>
                  </a:lnTo>
                  <a:lnTo>
                    <a:pt x="4630036" y="1181409"/>
                  </a:lnTo>
                  <a:lnTo>
                    <a:pt x="4630372" y="1178375"/>
                  </a:lnTo>
                  <a:lnTo>
                    <a:pt x="4630709" y="1174570"/>
                  </a:lnTo>
                  <a:lnTo>
                    <a:pt x="4631045" y="1170649"/>
                  </a:lnTo>
                  <a:lnTo>
                    <a:pt x="4631382" y="1166765"/>
                  </a:lnTo>
                  <a:lnTo>
                    <a:pt x="4631718" y="1161958"/>
                  </a:lnTo>
                  <a:lnTo>
                    <a:pt x="4632055" y="1155630"/>
                  </a:lnTo>
                  <a:lnTo>
                    <a:pt x="4632391" y="1148905"/>
                  </a:lnTo>
                  <a:lnTo>
                    <a:pt x="4632728" y="1138861"/>
                  </a:lnTo>
                  <a:lnTo>
                    <a:pt x="4633064" y="1126422"/>
                  </a:lnTo>
                  <a:lnTo>
                    <a:pt x="4633401" y="1115035"/>
                  </a:lnTo>
                  <a:lnTo>
                    <a:pt x="4633737" y="1104977"/>
                  </a:lnTo>
                  <a:lnTo>
                    <a:pt x="4634074" y="1096024"/>
                  </a:lnTo>
                  <a:lnTo>
                    <a:pt x="4634410" y="1085617"/>
                  </a:lnTo>
                  <a:lnTo>
                    <a:pt x="4634746" y="1075253"/>
                  </a:lnTo>
                  <a:lnTo>
                    <a:pt x="4635083" y="1063399"/>
                  </a:lnTo>
                  <a:lnTo>
                    <a:pt x="4635419" y="1051493"/>
                  </a:lnTo>
                  <a:lnTo>
                    <a:pt x="4635756" y="1040609"/>
                  </a:lnTo>
                  <a:lnTo>
                    <a:pt x="4636092" y="1030795"/>
                  </a:lnTo>
                  <a:lnTo>
                    <a:pt x="4636429" y="1022169"/>
                  </a:lnTo>
                  <a:lnTo>
                    <a:pt x="4636765" y="1016370"/>
                  </a:lnTo>
                  <a:lnTo>
                    <a:pt x="4637102" y="1010778"/>
                  </a:lnTo>
                  <a:lnTo>
                    <a:pt x="4637438" y="1005159"/>
                  </a:lnTo>
                  <a:lnTo>
                    <a:pt x="4637775" y="999038"/>
                  </a:lnTo>
                  <a:lnTo>
                    <a:pt x="4638111" y="992726"/>
                  </a:lnTo>
                  <a:lnTo>
                    <a:pt x="4638448" y="986180"/>
                  </a:lnTo>
                  <a:lnTo>
                    <a:pt x="4638784" y="978852"/>
                  </a:lnTo>
                  <a:lnTo>
                    <a:pt x="4639120" y="970431"/>
                  </a:lnTo>
                  <a:lnTo>
                    <a:pt x="4639457" y="963661"/>
                  </a:lnTo>
                  <a:lnTo>
                    <a:pt x="4639793" y="956827"/>
                  </a:lnTo>
                  <a:lnTo>
                    <a:pt x="4640130" y="951143"/>
                  </a:lnTo>
                  <a:lnTo>
                    <a:pt x="4640466" y="946234"/>
                  </a:lnTo>
                  <a:lnTo>
                    <a:pt x="4640803" y="941801"/>
                  </a:lnTo>
                  <a:lnTo>
                    <a:pt x="4641139" y="937158"/>
                  </a:lnTo>
                  <a:lnTo>
                    <a:pt x="4641476" y="932024"/>
                  </a:lnTo>
                  <a:lnTo>
                    <a:pt x="4641812" y="927349"/>
                  </a:lnTo>
                  <a:lnTo>
                    <a:pt x="4642149" y="923222"/>
                  </a:lnTo>
                  <a:lnTo>
                    <a:pt x="4642485" y="917649"/>
                  </a:lnTo>
                  <a:lnTo>
                    <a:pt x="4642822" y="911593"/>
                  </a:lnTo>
                  <a:lnTo>
                    <a:pt x="4643158" y="905281"/>
                  </a:lnTo>
                  <a:lnTo>
                    <a:pt x="4643494" y="897933"/>
                  </a:lnTo>
                  <a:lnTo>
                    <a:pt x="4643831" y="892577"/>
                  </a:lnTo>
                  <a:lnTo>
                    <a:pt x="4644167" y="887945"/>
                  </a:lnTo>
                  <a:lnTo>
                    <a:pt x="4644504" y="882414"/>
                  </a:lnTo>
                  <a:lnTo>
                    <a:pt x="4644840" y="877343"/>
                  </a:lnTo>
                  <a:lnTo>
                    <a:pt x="4645177" y="871035"/>
                  </a:lnTo>
                  <a:lnTo>
                    <a:pt x="4645513" y="865138"/>
                  </a:lnTo>
                  <a:lnTo>
                    <a:pt x="4645850" y="858780"/>
                  </a:lnTo>
                  <a:lnTo>
                    <a:pt x="4646186" y="851727"/>
                  </a:lnTo>
                  <a:lnTo>
                    <a:pt x="4646523" y="844309"/>
                  </a:lnTo>
                  <a:lnTo>
                    <a:pt x="4646859" y="837258"/>
                  </a:lnTo>
                  <a:lnTo>
                    <a:pt x="4647195" y="830389"/>
                  </a:lnTo>
                  <a:lnTo>
                    <a:pt x="4647532" y="824033"/>
                  </a:lnTo>
                  <a:lnTo>
                    <a:pt x="4647868" y="819747"/>
                  </a:lnTo>
                  <a:lnTo>
                    <a:pt x="4648205" y="817669"/>
                  </a:lnTo>
                  <a:lnTo>
                    <a:pt x="4648541" y="817503"/>
                  </a:lnTo>
                  <a:lnTo>
                    <a:pt x="4648878" y="817921"/>
                  </a:lnTo>
                  <a:lnTo>
                    <a:pt x="4649214" y="817334"/>
                  </a:lnTo>
                  <a:lnTo>
                    <a:pt x="4649551" y="816697"/>
                  </a:lnTo>
                  <a:lnTo>
                    <a:pt x="4649887" y="817199"/>
                  </a:lnTo>
                  <a:lnTo>
                    <a:pt x="4650224" y="819661"/>
                  </a:lnTo>
                  <a:lnTo>
                    <a:pt x="4650560" y="822863"/>
                  </a:lnTo>
                  <a:lnTo>
                    <a:pt x="4650897" y="827112"/>
                  </a:lnTo>
                  <a:lnTo>
                    <a:pt x="4651233" y="832498"/>
                  </a:lnTo>
                  <a:lnTo>
                    <a:pt x="4651569" y="839064"/>
                  </a:lnTo>
                  <a:lnTo>
                    <a:pt x="4651906" y="845890"/>
                  </a:lnTo>
                  <a:lnTo>
                    <a:pt x="4652242" y="852661"/>
                  </a:lnTo>
                  <a:lnTo>
                    <a:pt x="4652579" y="859222"/>
                  </a:lnTo>
                  <a:lnTo>
                    <a:pt x="4652915" y="865656"/>
                  </a:lnTo>
                  <a:lnTo>
                    <a:pt x="4653252" y="871587"/>
                  </a:lnTo>
                  <a:lnTo>
                    <a:pt x="4653588" y="876968"/>
                  </a:lnTo>
                  <a:lnTo>
                    <a:pt x="4653925" y="882415"/>
                  </a:lnTo>
                  <a:lnTo>
                    <a:pt x="4654261" y="888142"/>
                  </a:lnTo>
                  <a:lnTo>
                    <a:pt x="4654598" y="894057"/>
                  </a:lnTo>
                  <a:lnTo>
                    <a:pt x="4654934" y="899351"/>
                  </a:lnTo>
                  <a:lnTo>
                    <a:pt x="4655271" y="904088"/>
                  </a:lnTo>
                  <a:lnTo>
                    <a:pt x="4655607" y="908209"/>
                  </a:lnTo>
                  <a:lnTo>
                    <a:pt x="4655943" y="912521"/>
                  </a:lnTo>
                  <a:lnTo>
                    <a:pt x="4656280" y="915904"/>
                  </a:lnTo>
                  <a:lnTo>
                    <a:pt x="4656616" y="918761"/>
                  </a:lnTo>
                  <a:lnTo>
                    <a:pt x="4656953" y="921338"/>
                  </a:lnTo>
                  <a:lnTo>
                    <a:pt x="4657289" y="923628"/>
                  </a:lnTo>
                  <a:lnTo>
                    <a:pt x="4657626" y="925332"/>
                  </a:lnTo>
                  <a:lnTo>
                    <a:pt x="4657962" y="926610"/>
                  </a:lnTo>
                  <a:lnTo>
                    <a:pt x="4658299" y="927727"/>
                  </a:lnTo>
                  <a:lnTo>
                    <a:pt x="4658635" y="928929"/>
                  </a:lnTo>
                  <a:lnTo>
                    <a:pt x="4658972" y="929855"/>
                  </a:lnTo>
                  <a:lnTo>
                    <a:pt x="4659308" y="930444"/>
                  </a:lnTo>
                  <a:lnTo>
                    <a:pt x="4659645" y="930467"/>
                  </a:lnTo>
                  <a:lnTo>
                    <a:pt x="4659981" y="930046"/>
                  </a:lnTo>
                  <a:lnTo>
                    <a:pt x="4660317" y="928753"/>
                  </a:lnTo>
                  <a:lnTo>
                    <a:pt x="4660654" y="926748"/>
                  </a:lnTo>
                  <a:lnTo>
                    <a:pt x="4660990" y="923993"/>
                  </a:lnTo>
                  <a:lnTo>
                    <a:pt x="4661327" y="920403"/>
                  </a:lnTo>
                  <a:lnTo>
                    <a:pt x="4661663" y="915918"/>
                  </a:lnTo>
                  <a:lnTo>
                    <a:pt x="4662000" y="911020"/>
                  </a:lnTo>
                  <a:lnTo>
                    <a:pt x="4662336" y="905777"/>
                  </a:lnTo>
                  <a:lnTo>
                    <a:pt x="4662673" y="901522"/>
                  </a:lnTo>
                  <a:lnTo>
                    <a:pt x="4663009" y="898568"/>
                  </a:lnTo>
                  <a:lnTo>
                    <a:pt x="4663346" y="896861"/>
                  </a:lnTo>
                  <a:lnTo>
                    <a:pt x="4663682" y="895422"/>
                  </a:lnTo>
                  <a:lnTo>
                    <a:pt x="4664019" y="893754"/>
                  </a:lnTo>
                  <a:lnTo>
                    <a:pt x="4664355" y="891557"/>
                  </a:lnTo>
                  <a:lnTo>
                    <a:pt x="4664691" y="889330"/>
                  </a:lnTo>
                  <a:lnTo>
                    <a:pt x="4665028" y="888282"/>
                  </a:lnTo>
                  <a:lnTo>
                    <a:pt x="4665364" y="887923"/>
                  </a:lnTo>
                  <a:lnTo>
                    <a:pt x="4665701" y="888128"/>
                  </a:lnTo>
                  <a:lnTo>
                    <a:pt x="4666037" y="889042"/>
                  </a:lnTo>
                  <a:lnTo>
                    <a:pt x="4666374" y="890320"/>
                  </a:lnTo>
                  <a:lnTo>
                    <a:pt x="4666710" y="892093"/>
                  </a:lnTo>
                  <a:lnTo>
                    <a:pt x="4667047" y="894226"/>
                  </a:lnTo>
                  <a:lnTo>
                    <a:pt x="4667383" y="897527"/>
                  </a:lnTo>
                  <a:lnTo>
                    <a:pt x="4667720" y="900279"/>
                  </a:lnTo>
                  <a:lnTo>
                    <a:pt x="4668056" y="901628"/>
                  </a:lnTo>
                  <a:lnTo>
                    <a:pt x="4668393" y="902200"/>
                  </a:lnTo>
                  <a:lnTo>
                    <a:pt x="4668729" y="902765"/>
                  </a:lnTo>
                  <a:lnTo>
                    <a:pt x="4669065" y="903716"/>
                  </a:lnTo>
                  <a:lnTo>
                    <a:pt x="4669402" y="904125"/>
                  </a:lnTo>
                  <a:lnTo>
                    <a:pt x="4669738" y="904282"/>
                  </a:lnTo>
                  <a:lnTo>
                    <a:pt x="4670075" y="904143"/>
                  </a:lnTo>
                  <a:lnTo>
                    <a:pt x="4670411" y="904068"/>
                  </a:lnTo>
                  <a:lnTo>
                    <a:pt x="4670748" y="903455"/>
                  </a:lnTo>
                  <a:lnTo>
                    <a:pt x="4671084" y="901812"/>
                  </a:lnTo>
                  <a:lnTo>
                    <a:pt x="4671421" y="900233"/>
                  </a:lnTo>
                  <a:lnTo>
                    <a:pt x="4671757" y="899909"/>
                  </a:lnTo>
                  <a:lnTo>
                    <a:pt x="4672094" y="899382"/>
                  </a:lnTo>
                  <a:lnTo>
                    <a:pt x="4672430" y="898856"/>
                  </a:lnTo>
                  <a:lnTo>
                    <a:pt x="4672767" y="898165"/>
                  </a:lnTo>
                  <a:lnTo>
                    <a:pt x="4673103" y="898944"/>
                  </a:lnTo>
                  <a:lnTo>
                    <a:pt x="4673439" y="901113"/>
                  </a:lnTo>
                  <a:lnTo>
                    <a:pt x="4673776" y="905024"/>
                  </a:lnTo>
                  <a:lnTo>
                    <a:pt x="4674112" y="909726"/>
                  </a:lnTo>
                  <a:lnTo>
                    <a:pt x="4674449" y="915028"/>
                  </a:lnTo>
                  <a:lnTo>
                    <a:pt x="4674785" y="920642"/>
                  </a:lnTo>
                  <a:lnTo>
                    <a:pt x="4675122" y="926226"/>
                  </a:lnTo>
                  <a:lnTo>
                    <a:pt x="4675458" y="931883"/>
                  </a:lnTo>
                  <a:lnTo>
                    <a:pt x="4675795" y="937727"/>
                  </a:lnTo>
                  <a:lnTo>
                    <a:pt x="4676131" y="944541"/>
                  </a:lnTo>
                  <a:lnTo>
                    <a:pt x="4676468" y="952930"/>
                  </a:lnTo>
                  <a:lnTo>
                    <a:pt x="4676804" y="961054"/>
                  </a:lnTo>
                  <a:lnTo>
                    <a:pt x="4677141" y="969805"/>
                  </a:lnTo>
                  <a:lnTo>
                    <a:pt x="4677477" y="979039"/>
                  </a:lnTo>
                  <a:lnTo>
                    <a:pt x="4677813" y="987605"/>
                  </a:lnTo>
                  <a:lnTo>
                    <a:pt x="4678150" y="995872"/>
                  </a:lnTo>
                  <a:lnTo>
                    <a:pt x="4678486" y="1003345"/>
                  </a:lnTo>
                  <a:lnTo>
                    <a:pt x="4678823" y="1010594"/>
                  </a:lnTo>
                  <a:lnTo>
                    <a:pt x="4679159" y="1018068"/>
                  </a:lnTo>
                  <a:lnTo>
                    <a:pt x="4679496" y="1023337"/>
                  </a:lnTo>
                  <a:lnTo>
                    <a:pt x="4679832" y="1026774"/>
                  </a:lnTo>
                  <a:lnTo>
                    <a:pt x="4680169" y="1030370"/>
                  </a:lnTo>
                  <a:lnTo>
                    <a:pt x="4680505" y="1036123"/>
                  </a:lnTo>
                  <a:lnTo>
                    <a:pt x="4680842" y="1041867"/>
                  </a:lnTo>
                  <a:lnTo>
                    <a:pt x="4681178" y="1046640"/>
                  </a:lnTo>
                  <a:lnTo>
                    <a:pt x="4681514" y="1051752"/>
                  </a:lnTo>
                  <a:lnTo>
                    <a:pt x="4681851" y="1056099"/>
                  </a:lnTo>
                  <a:lnTo>
                    <a:pt x="4682187" y="1059610"/>
                  </a:lnTo>
                  <a:lnTo>
                    <a:pt x="4682524" y="1063299"/>
                  </a:lnTo>
                  <a:lnTo>
                    <a:pt x="4682860" y="1067456"/>
                  </a:lnTo>
                  <a:lnTo>
                    <a:pt x="4683197" y="1071197"/>
                  </a:lnTo>
                  <a:lnTo>
                    <a:pt x="4683533" y="1074130"/>
                  </a:lnTo>
                  <a:lnTo>
                    <a:pt x="4683870" y="1075979"/>
                  </a:lnTo>
                  <a:lnTo>
                    <a:pt x="4684206" y="1077094"/>
                  </a:lnTo>
                  <a:lnTo>
                    <a:pt x="4684543" y="1078827"/>
                  </a:lnTo>
                  <a:lnTo>
                    <a:pt x="4684879" y="1081909"/>
                  </a:lnTo>
                  <a:lnTo>
                    <a:pt x="4685216" y="1084957"/>
                  </a:lnTo>
                  <a:lnTo>
                    <a:pt x="4685552" y="1086881"/>
                  </a:lnTo>
                  <a:lnTo>
                    <a:pt x="4685888" y="1088295"/>
                  </a:lnTo>
                  <a:lnTo>
                    <a:pt x="4686225" y="1088772"/>
                  </a:lnTo>
                  <a:lnTo>
                    <a:pt x="4686561" y="1089064"/>
                  </a:lnTo>
                  <a:lnTo>
                    <a:pt x="4686898" y="1089071"/>
                  </a:lnTo>
                  <a:lnTo>
                    <a:pt x="4687234" y="1088731"/>
                  </a:lnTo>
                  <a:lnTo>
                    <a:pt x="4687571" y="1088647"/>
                  </a:lnTo>
                  <a:lnTo>
                    <a:pt x="4687907" y="1088743"/>
                  </a:lnTo>
                  <a:lnTo>
                    <a:pt x="4688244" y="1088319"/>
                  </a:lnTo>
                  <a:lnTo>
                    <a:pt x="4688580" y="1088236"/>
                  </a:lnTo>
                  <a:lnTo>
                    <a:pt x="4688917" y="1087967"/>
                  </a:lnTo>
                  <a:lnTo>
                    <a:pt x="4689253" y="1087883"/>
                  </a:lnTo>
                  <a:lnTo>
                    <a:pt x="4689590" y="1086874"/>
                  </a:lnTo>
                  <a:lnTo>
                    <a:pt x="4689926" y="1086276"/>
                  </a:lnTo>
                  <a:lnTo>
                    <a:pt x="4690262" y="1085332"/>
                  </a:lnTo>
                  <a:lnTo>
                    <a:pt x="4690599" y="1085130"/>
                  </a:lnTo>
                  <a:lnTo>
                    <a:pt x="4690935" y="1084709"/>
                  </a:lnTo>
                  <a:lnTo>
                    <a:pt x="4691272" y="1085744"/>
                  </a:lnTo>
                  <a:lnTo>
                    <a:pt x="4691608" y="1087629"/>
                  </a:lnTo>
                  <a:lnTo>
                    <a:pt x="4691945" y="1089410"/>
                  </a:lnTo>
                  <a:lnTo>
                    <a:pt x="4692281" y="1093290"/>
                  </a:lnTo>
                  <a:lnTo>
                    <a:pt x="4692618" y="1097383"/>
                  </a:lnTo>
                  <a:lnTo>
                    <a:pt x="4692954" y="1101223"/>
                  </a:lnTo>
                  <a:lnTo>
                    <a:pt x="4693291" y="1105275"/>
                  </a:lnTo>
                  <a:lnTo>
                    <a:pt x="4693627" y="1109116"/>
                  </a:lnTo>
                  <a:lnTo>
                    <a:pt x="4693964" y="1112705"/>
                  </a:lnTo>
                  <a:lnTo>
                    <a:pt x="4694300" y="1116179"/>
                  </a:lnTo>
                  <a:lnTo>
                    <a:pt x="4694636" y="1120222"/>
                  </a:lnTo>
                  <a:lnTo>
                    <a:pt x="4694973" y="1124164"/>
                  </a:lnTo>
                  <a:lnTo>
                    <a:pt x="4695309" y="1128117"/>
                  </a:lnTo>
                  <a:lnTo>
                    <a:pt x="4695646" y="1131869"/>
                  </a:lnTo>
                  <a:lnTo>
                    <a:pt x="4695982" y="1136639"/>
                  </a:lnTo>
                  <a:lnTo>
                    <a:pt x="4696319" y="1141579"/>
                  </a:lnTo>
                  <a:lnTo>
                    <a:pt x="4696655" y="1145935"/>
                  </a:lnTo>
                  <a:lnTo>
                    <a:pt x="4696992" y="1150256"/>
                  </a:lnTo>
                  <a:lnTo>
                    <a:pt x="4697328" y="1154106"/>
                  </a:lnTo>
                  <a:lnTo>
                    <a:pt x="4697665" y="1157573"/>
                  </a:lnTo>
                  <a:lnTo>
                    <a:pt x="4698001" y="1161842"/>
                  </a:lnTo>
                  <a:lnTo>
                    <a:pt x="4698338" y="1166130"/>
                  </a:lnTo>
                  <a:lnTo>
                    <a:pt x="4698674" y="1170259"/>
                  </a:lnTo>
                  <a:lnTo>
                    <a:pt x="4699010" y="1176200"/>
                  </a:lnTo>
                  <a:lnTo>
                    <a:pt x="4699347" y="1182741"/>
                  </a:lnTo>
                  <a:lnTo>
                    <a:pt x="4699683" y="1190026"/>
                  </a:lnTo>
                  <a:lnTo>
                    <a:pt x="4700020" y="1198240"/>
                  </a:lnTo>
                  <a:lnTo>
                    <a:pt x="4700356" y="1207773"/>
                  </a:lnTo>
                  <a:lnTo>
                    <a:pt x="4700693" y="1215684"/>
                  </a:lnTo>
                  <a:lnTo>
                    <a:pt x="4701029" y="1222569"/>
                  </a:lnTo>
                  <a:lnTo>
                    <a:pt x="4701366" y="1227765"/>
                  </a:lnTo>
                  <a:lnTo>
                    <a:pt x="4701702" y="1234824"/>
                  </a:lnTo>
                  <a:lnTo>
                    <a:pt x="4702039" y="1242695"/>
                  </a:lnTo>
                  <a:lnTo>
                    <a:pt x="4702375" y="1252368"/>
                  </a:lnTo>
                  <a:lnTo>
                    <a:pt x="4702712" y="1262440"/>
                  </a:lnTo>
                  <a:lnTo>
                    <a:pt x="4703048" y="1272094"/>
                  </a:lnTo>
                  <a:lnTo>
                    <a:pt x="4703384" y="1280925"/>
                  </a:lnTo>
                  <a:lnTo>
                    <a:pt x="4703721" y="1288503"/>
                  </a:lnTo>
                  <a:lnTo>
                    <a:pt x="4704057" y="1293007"/>
                  </a:lnTo>
                  <a:lnTo>
                    <a:pt x="4704394" y="1296952"/>
                  </a:lnTo>
                  <a:lnTo>
                    <a:pt x="4704730" y="1300725"/>
                  </a:lnTo>
                  <a:lnTo>
                    <a:pt x="4705067" y="1304848"/>
                  </a:lnTo>
                  <a:lnTo>
                    <a:pt x="4705403" y="1308865"/>
                  </a:lnTo>
                  <a:lnTo>
                    <a:pt x="4705740" y="1313821"/>
                  </a:lnTo>
                  <a:lnTo>
                    <a:pt x="4706076" y="1319688"/>
                  </a:lnTo>
                  <a:lnTo>
                    <a:pt x="4706413" y="1327114"/>
                  </a:lnTo>
                  <a:lnTo>
                    <a:pt x="4706749" y="1333565"/>
                  </a:lnTo>
                  <a:lnTo>
                    <a:pt x="4707086" y="1340254"/>
                  </a:lnTo>
                  <a:lnTo>
                    <a:pt x="4707422" y="1346325"/>
                  </a:lnTo>
                  <a:lnTo>
                    <a:pt x="4707758" y="1352569"/>
                  </a:lnTo>
                  <a:lnTo>
                    <a:pt x="4708095" y="1358960"/>
                  </a:lnTo>
                  <a:lnTo>
                    <a:pt x="4708431" y="1365000"/>
                  </a:lnTo>
                  <a:lnTo>
                    <a:pt x="4708768" y="1371306"/>
                  </a:lnTo>
                  <a:lnTo>
                    <a:pt x="4709104" y="1377864"/>
                  </a:lnTo>
                  <a:lnTo>
                    <a:pt x="4709441" y="1384030"/>
                  </a:lnTo>
                  <a:lnTo>
                    <a:pt x="4709777" y="1391496"/>
                  </a:lnTo>
                  <a:lnTo>
                    <a:pt x="4710114" y="1398917"/>
                  </a:lnTo>
                  <a:lnTo>
                    <a:pt x="4710450" y="1407176"/>
                  </a:lnTo>
                  <a:lnTo>
                    <a:pt x="4710787" y="1415829"/>
                  </a:lnTo>
                  <a:lnTo>
                    <a:pt x="4711123" y="1423421"/>
                  </a:lnTo>
                  <a:lnTo>
                    <a:pt x="4711460" y="1429810"/>
                  </a:lnTo>
                  <a:lnTo>
                    <a:pt x="4711796" y="1435713"/>
                  </a:lnTo>
                  <a:lnTo>
                    <a:pt x="4712132" y="1440801"/>
                  </a:lnTo>
                  <a:lnTo>
                    <a:pt x="4712469" y="1446260"/>
                  </a:lnTo>
                  <a:lnTo>
                    <a:pt x="4712805" y="1450471"/>
                  </a:lnTo>
                  <a:lnTo>
                    <a:pt x="4713142" y="1452845"/>
                  </a:lnTo>
                  <a:lnTo>
                    <a:pt x="4713478" y="1453258"/>
                  </a:lnTo>
                  <a:lnTo>
                    <a:pt x="4713815" y="1451764"/>
                  </a:lnTo>
                  <a:lnTo>
                    <a:pt x="4714151" y="1449923"/>
                  </a:lnTo>
                  <a:lnTo>
                    <a:pt x="4714488" y="1449204"/>
                  </a:lnTo>
                  <a:lnTo>
                    <a:pt x="4714824" y="1448495"/>
                  </a:lnTo>
                  <a:lnTo>
                    <a:pt x="4715161" y="1447527"/>
                  </a:lnTo>
                  <a:lnTo>
                    <a:pt x="4715497" y="1446148"/>
                  </a:lnTo>
                  <a:lnTo>
                    <a:pt x="4715833" y="1445309"/>
                  </a:lnTo>
                  <a:lnTo>
                    <a:pt x="4716170" y="1444502"/>
                  </a:lnTo>
                  <a:lnTo>
                    <a:pt x="4716506" y="1444548"/>
                  </a:lnTo>
                  <a:lnTo>
                    <a:pt x="4716843" y="1444349"/>
                  </a:lnTo>
                  <a:lnTo>
                    <a:pt x="4717179" y="1443439"/>
                  </a:lnTo>
                  <a:lnTo>
                    <a:pt x="4717516" y="1442061"/>
                  </a:lnTo>
                  <a:lnTo>
                    <a:pt x="4717852" y="1439576"/>
                  </a:lnTo>
                  <a:lnTo>
                    <a:pt x="4718189" y="1437050"/>
                  </a:lnTo>
                  <a:lnTo>
                    <a:pt x="4718525" y="1434639"/>
                  </a:lnTo>
                  <a:lnTo>
                    <a:pt x="4718862" y="1431108"/>
                  </a:lnTo>
                  <a:lnTo>
                    <a:pt x="4719198" y="1426691"/>
                  </a:lnTo>
                  <a:lnTo>
                    <a:pt x="4719535" y="1422591"/>
                  </a:lnTo>
                  <a:lnTo>
                    <a:pt x="4719871" y="1418247"/>
                  </a:lnTo>
                  <a:lnTo>
                    <a:pt x="4720207" y="1413964"/>
                  </a:lnTo>
                  <a:lnTo>
                    <a:pt x="4720544" y="1409369"/>
                  </a:lnTo>
                  <a:lnTo>
                    <a:pt x="4720880" y="1405234"/>
                  </a:lnTo>
                  <a:lnTo>
                    <a:pt x="4721217" y="1400698"/>
                  </a:lnTo>
                  <a:lnTo>
                    <a:pt x="4721553" y="1395533"/>
                  </a:lnTo>
                  <a:lnTo>
                    <a:pt x="4721890" y="1390019"/>
                  </a:lnTo>
                  <a:lnTo>
                    <a:pt x="4722226" y="1384487"/>
                  </a:lnTo>
                  <a:lnTo>
                    <a:pt x="4722563" y="1379101"/>
                  </a:lnTo>
                  <a:lnTo>
                    <a:pt x="4722899" y="1373536"/>
                  </a:lnTo>
                  <a:lnTo>
                    <a:pt x="4723236" y="1367885"/>
                  </a:lnTo>
                  <a:lnTo>
                    <a:pt x="4723572" y="1361116"/>
                  </a:lnTo>
                  <a:lnTo>
                    <a:pt x="4723909" y="1354608"/>
                  </a:lnTo>
                  <a:lnTo>
                    <a:pt x="4724245" y="1347373"/>
                  </a:lnTo>
                  <a:lnTo>
                    <a:pt x="4724581" y="1340284"/>
                  </a:lnTo>
                  <a:lnTo>
                    <a:pt x="4724918" y="1332652"/>
                  </a:lnTo>
                  <a:lnTo>
                    <a:pt x="4725254" y="1325220"/>
                  </a:lnTo>
                  <a:lnTo>
                    <a:pt x="4725591" y="1318543"/>
                  </a:lnTo>
                  <a:lnTo>
                    <a:pt x="4725927" y="1310884"/>
                  </a:lnTo>
                  <a:lnTo>
                    <a:pt x="4726264" y="1302959"/>
                  </a:lnTo>
                  <a:lnTo>
                    <a:pt x="4726600" y="1295345"/>
                  </a:lnTo>
                  <a:lnTo>
                    <a:pt x="4726937" y="1288085"/>
                  </a:lnTo>
                  <a:lnTo>
                    <a:pt x="4727273" y="1280860"/>
                  </a:lnTo>
                  <a:lnTo>
                    <a:pt x="4727610" y="1274449"/>
                  </a:lnTo>
                  <a:lnTo>
                    <a:pt x="4727946" y="1268316"/>
                  </a:lnTo>
                  <a:lnTo>
                    <a:pt x="4728283" y="1263546"/>
                  </a:lnTo>
                  <a:lnTo>
                    <a:pt x="4728619" y="1260063"/>
                  </a:lnTo>
                  <a:lnTo>
                    <a:pt x="4728955" y="1257672"/>
                  </a:lnTo>
                  <a:lnTo>
                    <a:pt x="4729292" y="1256374"/>
                  </a:lnTo>
                  <a:lnTo>
                    <a:pt x="4729628" y="1255212"/>
                  </a:lnTo>
                  <a:lnTo>
                    <a:pt x="4729965" y="1253592"/>
                  </a:lnTo>
                  <a:lnTo>
                    <a:pt x="4730301" y="1251532"/>
                  </a:lnTo>
                  <a:lnTo>
                    <a:pt x="4730638" y="1249974"/>
                  </a:lnTo>
                  <a:lnTo>
                    <a:pt x="4730974" y="1248348"/>
                  </a:lnTo>
                  <a:lnTo>
                    <a:pt x="4731311" y="1247601"/>
                  </a:lnTo>
                  <a:lnTo>
                    <a:pt x="4731647" y="1247759"/>
                  </a:lnTo>
                  <a:lnTo>
                    <a:pt x="4731984" y="1248201"/>
                  </a:lnTo>
                  <a:lnTo>
                    <a:pt x="4732320" y="1248113"/>
                  </a:lnTo>
                  <a:lnTo>
                    <a:pt x="4732657" y="1247318"/>
                  </a:lnTo>
                  <a:lnTo>
                    <a:pt x="4732993" y="1246748"/>
                  </a:lnTo>
                  <a:lnTo>
                    <a:pt x="4733329" y="1245636"/>
                  </a:lnTo>
                  <a:lnTo>
                    <a:pt x="4733666" y="1244843"/>
                  </a:lnTo>
                  <a:lnTo>
                    <a:pt x="4734002" y="1242789"/>
                  </a:lnTo>
                  <a:lnTo>
                    <a:pt x="4734339" y="1240240"/>
                  </a:lnTo>
                  <a:lnTo>
                    <a:pt x="4734675" y="1237129"/>
                  </a:lnTo>
                  <a:lnTo>
                    <a:pt x="4735012" y="1234628"/>
                  </a:lnTo>
                  <a:lnTo>
                    <a:pt x="4735348" y="1233086"/>
                  </a:lnTo>
                  <a:lnTo>
                    <a:pt x="4735685" y="1231964"/>
                  </a:lnTo>
                  <a:lnTo>
                    <a:pt x="4736021" y="1230692"/>
                  </a:lnTo>
                  <a:lnTo>
                    <a:pt x="4736358" y="1229588"/>
                  </a:lnTo>
                  <a:lnTo>
                    <a:pt x="4736694" y="1228730"/>
                  </a:lnTo>
                  <a:lnTo>
                    <a:pt x="4737031" y="1228227"/>
                  </a:lnTo>
                  <a:lnTo>
                    <a:pt x="4737367" y="1228982"/>
                  </a:lnTo>
                  <a:lnTo>
                    <a:pt x="4737703" y="1230483"/>
                  </a:lnTo>
                  <a:lnTo>
                    <a:pt x="4738040" y="1232347"/>
                  </a:lnTo>
                  <a:lnTo>
                    <a:pt x="4738376" y="1234444"/>
                  </a:lnTo>
                  <a:lnTo>
                    <a:pt x="4738713" y="1235947"/>
                  </a:lnTo>
                  <a:lnTo>
                    <a:pt x="4739049" y="1237014"/>
                  </a:lnTo>
                  <a:lnTo>
                    <a:pt x="4739386" y="1237995"/>
                  </a:lnTo>
                  <a:lnTo>
                    <a:pt x="4739722" y="1238901"/>
                  </a:lnTo>
                  <a:lnTo>
                    <a:pt x="4740059" y="1240123"/>
                  </a:lnTo>
                  <a:lnTo>
                    <a:pt x="4740395" y="1239401"/>
                  </a:lnTo>
                  <a:lnTo>
                    <a:pt x="4740732" y="1237403"/>
                  </a:lnTo>
                  <a:lnTo>
                    <a:pt x="4741068" y="1233807"/>
                  </a:lnTo>
                  <a:lnTo>
                    <a:pt x="4741405" y="1229552"/>
                  </a:lnTo>
                  <a:lnTo>
                    <a:pt x="4741741" y="1224375"/>
                  </a:lnTo>
                  <a:lnTo>
                    <a:pt x="4742077" y="1218668"/>
                  </a:lnTo>
                  <a:lnTo>
                    <a:pt x="4742414" y="1212737"/>
                  </a:lnTo>
                  <a:lnTo>
                    <a:pt x="4742750" y="1207104"/>
                  </a:lnTo>
                  <a:lnTo>
                    <a:pt x="4743087" y="1202043"/>
                  </a:lnTo>
                  <a:lnTo>
                    <a:pt x="4743423" y="1198059"/>
                  </a:lnTo>
                  <a:lnTo>
                    <a:pt x="4743760" y="1194877"/>
                  </a:lnTo>
                  <a:lnTo>
                    <a:pt x="4744096" y="1191625"/>
                  </a:lnTo>
                  <a:lnTo>
                    <a:pt x="4744433" y="1188996"/>
                  </a:lnTo>
                  <a:lnTo>
                    <a:pt x="4744769" y="1186792"/>
                  </a:lnTo>
                  <a:lnTo>
                    <a:pt x="4745106" y="1184414"/>
                  </a:lnTo>
                  <a:lnTo>
                    <a:pt x="4745442" y="1182249"/>
                  </a:lnTo>
                  <a:lnTo>
                    <a:pt x="4745779" y="1180828"/>
                  </a:lnTo>
                  <a:lnTo>
                    <a:pt x="4746115" y="1179503"/>
                  </a:lnTo>
                  <a:lnTo>
                    <a:pt x="4746451" y="1179631"/>
                  </a:lnTo>
                  <a:lnTo>
                    <a:pt x="4746788" y="1181411"/>
                  </a:lnTo>
                  <a:lnTo>
                    <a:pt x="4747124" y="1183952"/>
                  </a:lnTo>
                  <a:lnTo>
                    <a:pt x="4747461" y="1185903"/>
                  </a:lnTo>
                  <a:lnTo>
                    <a:pt x="4747797" y="1186311"/>
                  </a:lnTo>
                  <a:lnTo>
                    <a:pt x="4748134" y="1186460"/>
                  </a:lnTo>
                  <a:lnTo>
                    <a:pt x="4748470" y="1186227"/>
                  </a:lnTo>
                  <a:lnTo>
                    <a:pt x="4748807" y="1184417"/>
                  </a:lnTo>
                  <a:lnTo>
                    <a:pt x="4749143" y="1181623"/>
                  </a:lnTo>
                  <a:lnTo>
                    <a:pt x="4749480" y="1178265"/>
                  </a:lnTo>
                  <a:lnTo>
                    <a:pt x="4749816" y="1174888"/>
                  </a:lnTo>
                  <a:lnTo>
                    <a:pt x="4750152" y="1171352"/>
                  </a:lnTo>
                  <a:lnTo>
                    <a:pt x="4750489" y="1167862"/>
                  </a:lnTo>
                  <a:lnTo>
                    <a:pt x="4750825" y="1163906"/>
                  </a:lnTo>
                  <a:lnTo>
                    <a:pt x="4751162" y="1159855"/>
                  </a:lnTo>
                  <a:lnTo>
                    <a:pt x="4751498" y="1155530"/>
                  </a:lnTo>
                  <a:lnTo>
                    <a:pt x="4751835" y="1150724"/>
                  </a:lnTo>
                  <a:lnTo>
                    <a:pt x="4752171" y="1145488"/>
                  </a:lnTo>
                  <a:lnTo>
                    <a:pt x="4752508" y="1139287"/>
                  </a:lnTo>
                  <a:lnTo>
                    <a:pt x="4752844" y="1132710"/>
                  </a:lnTo>
                  <a:lnTo>
                    <a:pt x="4753181" y="1126216"/>
                  </a:lnTo>
                  <a:lnTo>
                    <a:pt x="4753517" y="1119849"/>
                  </a:lnTo>
                  <a:lnTo>
                    <a:pt x="4753854" y="1111497"/>
                  </a:lnTo>
                  <a:lnTo>
                    <a:pt x="4754190" y="1104397"/>
                  </a:lnTo>
                  <a:lnTo>
                    <a:pt x="4754526" y="1096914"/>
                  </a:lnTo>
                  <a:lnTo>
                    <a:pt x="4754863" y="1088993"/>
                  </a:lnTo>
                  <a:lnTo>
                    <a:pt x="4755199" y="1080677"/>
                  </a:lnTo>
                  <a:lnTo>
                    <a:pt x="4755536" y="1073076"/>
                  </a:lnTo>
                  <a:lnTo>
                    <a:pt x="4755872" y="1065116"/>
                  </a:lnTo>
                  <a:lnTo>
                    <a:pt x="4756209" y="1057566"/>
                  </a:lnTo>
                  <a:lnTo>
                    <a:pt x="4756545" y="1049954"/>
                  </a:lnTo>
                  <a:lnTo>
                    <a:pt x="4756882" y="1043426"/>
                  </a:lnTo>
                  <a:lnTo>
                    <a:pt x="4757218" y="1037383"/>
                  </a:lnTo>
                  <a:lnTo>
                    <a:pt x="4757555" y="1032680"/>
                  </a:lnTo>
                  <a:lnTo>
                    <a:pt x="4757891" y="1028168"/>
                  </a:lnTo>
                  <a:lnTo>
                    <a:pt x="4758228" y="1023613"/>
                  </a:lnTo>
                  <a:lnTo>
                    <a:pt x="4758564" y="1018515"/>
                  </a:lnTo>
                  <a:lnTo>
                    <a:pt x="4758900" y="1014652"/>
                  </a:lnTo>
                  <a:lnTo>
                    <a:pt x="4759237" y="1012276"/>
                  </a:lnTo>
                  <a:lnTo>
                    <a:pt x="4759573" y="1010315"/>
                  </a:lnTo>
                  <a:lnTo>
                    <a:pt x="4759910" y="1008195"/>
                  </a:lnTo>
                  <a:lnTo>
                    <a:pt x="4760246" y="1006427"/>
                  </a:lnTo>
                  <a:lnTo>
                    <a:pt x="4760583" y="1004271"/>
                  </a:lnTo>
                  <a:lnTo>
                    <a:pt x="4760919" y="1002936"/>
                  </a:lnTo>
                  <a:lnTo>
                    <a:pt x="4761256" y="1001797"/>
                  </a:lnTo>
                  <a:lnTo>
                    <a:pt x="4761592" y="1000913"/>
                  </a:lnTo>
                  <a:lnTo>
                    <a:pt x="4761929" y="1000004"/>
                  </a:lnTo>
                  <a:lnTo>
                    <a:pt x="4762265" y="999255"/>
                  </a:lnTo>
                  <a:lnTo>
                    <a:pt x="4762602" y="997420"/>
                  </a:lnTo>
                  <a:lnTo>
                    <a:pt x="4762938" y="995114"/>
                  </a:lnTo>
                  <a:lnTo>
                    <a:pt x="4763274" y="992913"/>
                  </a:lnTo>
                  <a:lnTo>
                    <a:pt x="4763611" y="990527"/>
                  </a:lnTo>
                  <a:lnTo>
                    <a:pt x="4763947" y="988821"/>
                  </a:lnTo>
                  <a:lnTo>
                    <a:pt x="4764284" y="987614"/>
                  </a:lnTo>
                  <a:lnTo>
                    <a:pt x="4764620" y="986939"/>
                  </a:lnTo>
                  <a:lnTo>
                    <a:pt x="4764957" y="986771"/>
                  </a:lnTo>
                  <a:lnTo>
                    <a:pt x="4765293" y="987114"/>
                  </a:lnTo>
                  <a:lnTo>
                    <a:pt x="4765630" y="986974"/>
                  </a:lnTo>
                  <a:lnTo>
                    <a:pt x="4765966" y="986653"/>
                  </a:lnTo>
                  <a:lnTo>
                    <a:pt x="4766303" y="986782"/>
                  </a:lnTo>
                  <a:lnTo>
                    <a:pt x="4766639" y="986573"/>
                  </a:lnTo>
                  <a:lnTo>
                    <a:pt x="4766976" y="984768"/>
                  </a:lnTo>
                  <a:lnTo>
                    <a:pt x="4767312" y="983068"/>
                  </a:lnTo>
                  <a:lnTo>
                    <a:pt x="4767648" y="981716"/>
                  </a:lnTo>
                  <a:lnTo>
                    <a:pt x="4767985" y="980806"/>
                  </a:lnTo>
                  <a:lnTo>
                    <a:pt x="4768321" y="978935"/>
                  </a:lnTo>
                  <a:lnTo>
                    <a:pt x="4768658" y="977270"/>
                  </a:lnTo>
                  <a:lnTo>
                    <a:pt x="4768994" y="974533"/>
                  </a:lnTo>
                  <a:lnTo>
                    <a:pt x="4769331" y="969951"/>
                  </a:lnTo>
                  <a:lnTo>
                    <a:pt x="4769667" y="964434"/>
                  </a:lnTo>
                  <a:lnTo>
                    <a:pt x="4770004" y="959138"/>
                  </a:lnTo>
                  <a:lnTo>
                    <a:pt x="4770340" y="952582"/>
                  </a:lnTo>
                  <a:lnTo>
                    <a:pt x="4770677" y="945547"/>
                  </a:lnTo>
                  <a:lnTo>
                    <a:pt x="4771013" y="938756"/>
                  </a:lnTo>
                  <a:lnTo>
                    <a:pt x="4771350" y="932441"/>
                  </a:lnTo>
                  <a:lnTo>
                    <a:pt x="4771686" y="925571"/>
                  </a:lnTo>
                  <a:lnTo>
                    <a:pt x="4772022" y="919586"/>
                  </a:lnTo>
                  <a:lnTo>
                    <a:pt x="4772359" y="914070"/>
                  </a:lnTo>
                  <a:lnTo>
                    <a:pt x="4772695" y="907836"/>
                  </a:lnTo>
                  <a:lnTo>
                    <a:pt x="4773032" y="901674"/>
                  </a:lnTo>
                  <a:lnTo>
                    <a:pt x="4773368" y="896235"/>
                  </a:lnTo>
                  <a:lnTo>
                    <a:pt x="4773705" y="890372"/>
                  </a:lnTo>
                  <a:lnTo>
                    <a:pt x="4774041" y="884930"/>
                  </a:lnTo>
                  <a:lnTo>
                    <a:pt x="4774378" y="879520"/>
                  </a:lnTo>
                  <a:lnTo>
                    <a:pt x="4774714" y="873828"/>
                  </a:lnTo>
                  <a:lnTo>
                    <a:pt x="4775051" y="868268"/>
                  </a:lnTo>
                  <a:lnTo>
                    <a:pt x="4775387" y="862862"/>
                  </a:lnTo>
                  <a:lnTo>
                    <a:pt x="4775724" y="856503"/>
                  </a:lnTo>
                  <a:lnTo>
                    <a:pt x="4776060" y="849216"/>
                  </a:lnTo>
                  <a:lnTo>
                    <a:pt x="4776396" y="841933"/>
                  </a:lnTo>
                  <a:lnTo>
                    <a:pt x="4776733" y="833921"/>
                  </a:lnTo>
                  <a:lnTo>
                    <a:pt x="4777069" y="824946"/>
                  </a:lnTo>
                  <a:lnTo>
                    <a:pt x="4777406" y="815141"/>
                  </a:lnTo>
                  <a:lnTo>
                    <a:pt x="4777742" y="804727"/>
                  </a:lnTo>
                  <a:lnTo>
                    <a:pt x="4778079" y="793738"/>
                  </a:lnTo>
                  <a:lnTo>
                    <a:pt x="4778415" y="782197"/>
                  </a:lnTo>
                  <a:lnTo>
                    <a:pt x="4778752" y="771592"/>
                  </a:lnTo>
                  <a:lnTo>
                    <a:pt x="4779088" y="762178"/>
                  </a:lnTo>
                  <a:lnTo>
                    <a:pt x="4779425" y="753403"/>
                  </a:lnTo>
                  <a:lnTo>
                    <a:pt x="4779761" y="747543"/>
                  </a:lnTo>
                  <a:lnTo>
                    <a:pt x="4780097" y="742348"/>
                  </a:lnTo>
                  <a:lnTo>
                    <a:pt x="4780434" y="739156"/>
                  </a:lnTo>
                  <a:lnTo>
                    <a:pt x="4780770" y="738922"/>
                  </a:lnTo>
                  <a:lnTo>
                    <a:pt x="4781107" y="741814"/>
                  </a:lnTo>
                  <a:lnTo>
                    <a:pt x="4781443" y="745608"/>
                  </a:lnTo>
                  <a:lnTo>
                    <a:pt x="4781780" y="749696"/>
                  </a:lnTo>
                  <a:lnTo>
                    <a:pt x="4782116" y="753143"/>
                  </a:lnTo>
                  <a:lnTo>
                    <a:pt x="4782453" y="756479"/>
                  </a:lnTo>
                  <a:lnTo>
                    <a:pt x="4782789" y="758278"/>
                  </a:lnTo>
                  <a:lnTo>
                    <a:pt x="4783126" y="758424"/>
                  </a:lnTo>
                  <a:lnTo>
                    <a:pt x="4783462" y="757569"/>
                  </a:lnTo>
                  <a:lnTo>
                    <a:pt x="4783799" y="755688"/>
                  </a:lnTo>
                  <a:lnTo>
                    <a:pt x="4784135" y="753491"/>
                  </a:lnTo>
                  <a:lnTo>
                    <a:pt x="4784471" y="750102"/>
                  </a:lnTo>
                  <a:lnTo>
                    <a:pt x="4784808" y="746235"/>
                  </a:lnTo>
                  <a:lnTo>
                    <a:pt x="4785144" y="741518"/>
                  </a:lnTo>
                  <a:lnTo>
                    <a:pt x="4785481" y="735817"/>
                  </a:lnTo>
                  <a:lnTo>
                    <a:pt x="4785817" y="728439"/>
                  </a:lnTo>
                  <a:lnTo>
                    <a:pt x="4786154" y="719534"/>
                  </a:lnTo>
                  <a:lnTo>
                    <a:pt x="4786490" y="709783"/>
                  </a:lnTo>
                  <a:lnTo>
                    <a:pt x="4786827" y="698955"/>
                  </a:lnTo>
                  <a:lnTo>
                    <a:pt x="4787163" y="687669"/>
                  </a:lnTo>
                  <a:lnTo>
                    <a:pt x="4787500" y="676025"/>
                  </a:lnTo>
                  <a:lnTo>
                    <a:pt x="4787836" y="665356"/>
                  </a:lnTo>
                  <a:lnTo>
                    <a:pt x="4788173" y="655532"/>
                  </a:lnTo>
                  <a:lnTo>
                    <a:pt x="4788509" y="647207"/>
                  </a:lnTo>
                  <a:lnTo>
                    <a:pt x="4788845" y="640797"/>
                  </a:lnTo>
                  <a:lnTo>
                    <a:pt x="4789182" y="635567"/>
                  </a:lnTo>
                  <a:lnTo>
                    <a:pt x="4789518" y="631180"/>
                  </a:lnTo>
                  <a:lnTo>
                    <a:pt x="4789855" y="627024"/>
                  </a:lnTo>
                  <a:lnTo>
                    <a:pt x="4790191" y="623430"/>
                  </a:lnTo>
                  <a:lnTo>
                    <a:pt x="4790528" y="619978"/>
                  </a:lnTo>
                  <a:lnTo>
                    <a:pt x="4790864" y="617844"/>
                  </a:lnTo>
                  <a:lnTo>
                    <a:pt x="4791201" y="615835"/>
                  </a:lnTo>
                  <a:lnTo>
                    <a:pt x="4791537" y="614739"/>
                  </a:lnTo>
                  <a:lnTo>
                    <a:pt x="4791874" y="614400"/>
                  </a:lnTo>
                  <a:lnTo>
                    <a:pt x="4792210" y="614625"/>
                  </a:lnTo>
                  <a:lnTo>
                    <a:pt x="4792547" y="615460"/>
                  </a:lnTo>
                  <a:lnTo>
                    <a:pt x="4792883" y="615899"/>
                  </a:lnTo>
                  <a:lnTo>
                    <a:pt x="4793219" y="616946"/>
                  </a:lnTo>
                  <a:lnTo>
                    <a:pt x="4793556" y="616689"/>
                  </a:lnTo>
                  <a:lnTo>
                    <a:pt x="4793892" y="614552"/>
                  </a:lnTo>
                  <a:lnTo>
                    <a:pt x="4794229" y="612238"/>
                  </a:lnTo>
                  <a:lnTo>
                    <a:pt x="4794565" y="608904"/>
                  </a:lnTo>
                  <a:lnTo>
                    <a:pt x="4794902" y="604590"/>
                  </a:lnTo>
                  <a:lnTo>
                    <a:pt x="4795238" y="601218"/>
                  </a:lnTo>
                  <a:lnTo>
                    <a:pt x="4795575" y="598249"/>
                  </a:lnTo>
                  <a:lnTo>
                    <a:pt x="4795911" y="595716"/>
                  </a:lnTo>
                  <a:lnTo>
                    <a:pt x="4796248" y="593521"/>
                  </a:lnTo>
                  <a:lnTo>
                    <a:pt x="4796584" y="590697"/>
                  </a:lnTo>
                  <a:lnTo>
                    <a:pt x="4796921" y="587762"/>
                  </a:lnTo>
                  <a:lnTo>
                    <a:pt x="4797257" y="585173"/>
                  </a:lnTo>
                  <a:lnTo>
                    <a:pt x="4797593" y="582403"/>
                  </a:lnTo>
                  <a:lnTo>
                    <a:pt x="4797930" y="578361"/>
                  </a:lnTo>
                  <a:lnTo>
                    <a:pt x="4798266" y="574524"/>
                  </a:lnTo>
                  <a:lnTo>
                    <a:pt x="4798603" y="570769"/>
                  </a:lnTo>
                  <a:lnTo>
                    <a:pt x="4798939" y="567294"/>
                  </a:lnTo>
                  <a:lnTo>
                    <a:pt x="4799276" y="564237"/>
                  </a:lnTo>
                  <a:lnTo>
                    <a:pt x="4799612" y="561062"/>
                  </a:lnTo>
                  <a:lnTo>
                    <a:pt x="4799949" y="557963"/>
                  </a:lnTo>
                  <a:lnTo>
                    <a:pt x="4800285" y="554173"/>
                  </a:lnTo>
                  <a:lnTo>
                    <a:pt x="4800622" y="551285"/>
                  </a:lnTo>
                  <a:lnTo>
                    <a:pt x="4800958" y="545893"/>
                  </a:lnTo>
                  <a:lnTo>
                    <a:pt x="4801295" y="540955"/>
                  </a:lnTo>
                  <a:lnTo>
                    <a:pt x="4801631" y="536381"/>
                  </a:lnTo>
                  <a:lnTo>
                    <a:pt x="4801967" y="531875"/>
                  </a:lnTo>
                  <a:lnTo>
                    <a:pt x="4802304" y="526550"/>
                  </a:lnTo>
                  <a:lnTo>
                    <a:pt x="4802640" y="520841"/>
                  </a:lnTo>
                  <a:lnTo>
                    <a:pt x="4802977" y="515628"/>
                  </a:lnTo>
                  <a:lnTo>
                    <a:pt x="4803313" y="510173"/>
                  </a:lnTo>
                  <a:lnTo>
                    <a:pt x="4803650" y="506326"/>
                  </a:lnTo>
                  <a:lnTo>
                    <a:pt x="4803986" y="503142"/>
                  </a:lnTo>
                  <a:lnTo>
                    <a:pt x="4804323" y="501150"/>
                  </a:lnTo>
                  <a:lnTo>
                    <a:pt x="4804659" y="498337"/>
                  </a:lnTo>
                  <a:lnTo>
                    <a:pt x="4804996" y="496194"/>
                  </a:lnTo>
                  <a:lnTo>
                    <a:pt x="4805332" y="494528"/>
                  </a:lnTo>
                  <a:lnTo>
                    <a:pt x="4805669" y="494330"/>
                  </a:lnTo>
                  <a:lnTo>
                    <a:pt x="4806005" y="495278"/>
                  </a:lnTo>
                  <a:lnTo>
                    <a:pt x="4806341" y="496081"/>
                  </a:lnTo>
                  <a:lnTo>
                    <a:pt x="4806678" y="497454"/>
                  </a:lnTo>
                  <a:lnTo>
                    <a:pt x="4807014" y="498391"/>
                  </a:lnTo>
                  <a:lnTo>
                    <a:pt x="4807351" y="499417"/>
                  </a:lnTo>
                  <a:lnTo>
                    <a:pt x="4807687" y="500849"/>
                  </a:lnTo>
                  <a:lnTo>
                    <a:pt x="4808024" y="502644"/>
                  </a:lnTo>
                  <a:lnTo>
                    <a:pt x="4808360" y="504793"/>
                  </a:lnTo>
                  <a:lnTo>
                    <a:pt x="4808697" y="507608"/>
                  </a:lnTo>
                  <a:lnTo>
                    <a:pt x="4809033" y="511369"/>
                  </a:lnTo>
                  <a:lnTo>
                    <a:pt x="4809370" y="514930"/>
                  </a:lnTo>
                  <a:lnTo>
                    <a:pt x="4809706" y="518995"/>
                  </a:lnTo>
                  <a:lnTo>
                    <a:pt x="4810043" y="522908"/>
                  </a:lnTo>
                  <a:lnTo>
                    <a:pt x="4810379" y="525849"/>
                  </a:lnTo>
                  <a:lnTo>
                    <a:pt x="4810715" y="527440"/>
                  </a:lnTo>
                  <a:lnTo>
                    <a:pt x="4811052" y="526862"/>
                  </a:lnTo>
                  <a:lnTo>
                    <a:pt x="4811388" y="524746"/>
                  </a:lnTo>
                  <a:lnTo>
                    <a:pt x="4811725" y="521758"/>
                  </a:lnTo>
                  <a:lnTo>
                    <a:pt x="4812061" y="518805"/>
                  </a:lnTo>
                  <a:lnTo>
                    <a:pt x="4812398" y="516486"/>
                  </a:lnTo>
                  <a:lnTo>
                    <a:pt x="4812734" y="514600"/>
                  </a:lnTo>
                  <a:lnTo>
                    <a:pt x="4813071" y="513224"/>
                  </a:lnTo>
                  <a:lnTo>
                    <a:pt x="4813407" y="512015"/>
                  </a:lnTo>
                  <a:lnTo>
                    <a:pt x="4813744" y="508870"/>
                  </a:lnTo>
                  <a:lnTo>
                    <a:pt x="4814080" y="504729"/>
                  </a:lnTo>
                  <a:lnTo>
                    <a:pt x="4814416" y="500612"/>
                  </a:lnTo>
                  <a:lnTo>
                    <a:pt x="4814753" y="496073"/>
                  </a:lnTo>
                  <a:lnTo>
                    <a:pt x="4815089" y="492476"/>
                  </a:lnTo>
                  <a:lnTo>
                    <a:pt x="4815426" y="488152"/>
                  </a:lnTo>
                  <a:lnTo>
                    <a:pt x="4815762" y="482640"/>
                  </a:lnTo>
                  <a:lnTo>
                    <a:pt x="4816099" y="478441"/>
                  </a:lnTo>
                  <a:lnTo>
                    <a:pt x="4816435" y="474231"/>
                  </a:lnTo>
                  <a:lnTo>
                    <a:pt x="4816772" y="469344"/>
                  </a:lnTo>
                  <a:lnTo>
                    <a:pt x="4817108" y="463270"/>
                  </a:lnTo>
                  <a:lnTo>
                    <a:pt x="4817445" y="457911"/>
                  </a:lnTo>
                  <a:lnTo>
                    <a:pt x="4817781" y="451376"/>
                  </a:lnTo>
                  <a:lnTo>
                    <a:pt x="4818118" y="445470"/>
                  </a:lnTo>
                  <a:lnTo>
                    <a:pt x="4818454" y="438656"/>
                  </a:lnTo>
                  <a:lnTo>
                    <a:pt x="4818790" y="432197"/>
                  </a:lnTo>
                  <a:lnTo>
                    <a:pt x="4819127" y="425688"/>
                  </a:lnTo>
                  <a:lnTo>
                    <a:pt x="4819463" y="420020"/>
                  </a:lnTo>
                  <a:lnTo>
                    <a:pt x="4819800" y="415675"/>
                  </a:lnTo>
                  <a:lnTo>
                    <a:pt x="4820136" y="412034"/>
                  </a:lnTo>
                  <a:lnTo>
                    <a:pt x="4820473" y="408489"/>
                  </a:lnTo>
                  <a:lnTo>
                    <a:pt x="4820809" y="405787"/>
                  </a:lnTo>
                  <a:lnTo>
                    <a:pt x="4821146" y="405494"/>
                  </a:lnTo>
                  <a:lnTo>
                    <a:pt x="4821482" y="404867"/>
                  </a:lnTo>
                  <a:lnTo>
                    <a:pt x="4821819" y="405651"/>
                  </a:lnTo>
                  <a:lnTo>
                    <a:pt x="4822155" y="407182"/>
                  </a:lnTo>
                  <a:lnTo>
                    <a:pt x="4822492" y="410444"/>
                  </a:lnTo>
                  <a:lnTo>
                    <a:pt x="4822828" y="413967"/>
                  </a:lnTo>
                  <a:lnTo>
                    <a:pt x="4823164" y="417018"/>
                  </a:lnTo>
                  <a:lnTo>
                    <a:pt x="4823501" y="421122"/>
                  </a:lnTo>
                  <a:lnTo>
                    <a:pt x="4823837" y="424451"/>
                  </a:lnTo>
                  <a:lnTo>
                    <a:pt x="4824174" y="427614"/>
                  </a:lnTo>
                  <a:lnTo>
                    <a:pt x="4824510" y="430424"/>
                  </a:lnTo>
                  <a:lnTo>
                    <a:pt x="4824847" y="432996"/>
                  </a:lnTo>
                  <a:lnTo>
                    <a:pt x="4825183" y="434557"/>
                  </a:lnTo>
                  <a:lnTo>
                    <a:pt x="4825520" y="436188"/>
                  </a:lnTo>
                  <a:lnTo>
                    <a:pt x="4825856" y="437509"/>
                  </a:lnTo>
                  <a:lnTo>
                    <a:pt x="4826193" y="436746"/>
                  </a:lnTo>
                  <a:lnTo>
                    <a:pt x="4826529" y="434663"/>
                  </a:lnTo>
                  <a:lnTo>
                    <a:pt x="4826866" y="431684"/>
                  </a:lnTo>
                  <a:lnTo>
                    <a:pt x="4827202" y="429012"/>
                  </a:lnTo>
                  <a:lnTo>
                    <a:pt x="4827538" y="424330"/>
                  </a:lnTo>
                  <a:lnTo>
                    <a:pt x="4827875" y="420022"/>
                  </a:lnTo>
                  <a:lnTo>
                    <a:pt x="4828211" y="413721"/>
                  </a:lnTo>
                  <a:lnTo>
                    <a:pt x="4828548" y="407066"/>
                  </a:lnTo>
                  <a:lnTo>
                    <a:pt x="4828884" y="400000"/>
                  </a:lnTo>
                  <a:lnTo>
                    <a:pt x="4829221" y="393280"/>
                  </a:lnTo>
                  <a:lnTo>
                    <a:pt x="4829557" y="386408"/>
                  </a:lnTo>
                  <a:lnTo>
                    <a:pt x="4829894" y="379515"/>
                  </a:lnTo>
                  <a:lnTo>
                    <a:pt x="4830230" y="374396"/>
                  </a:lnTo>
                  <a:lnTo>
                    <a:pt x="4830567" y="370094"/>
                  </a:lnTo>
                  <a:lnTo>
                    <a:pt x="4830903" y="366356"/>
                  </a:lnTo>
                  <a:lnTo>
                    <a:pt x="4831240" y="363257"/>
                  </a:lnTo>
                  <a:lnTo>
                    <a:pt x="4831576" y="359958"/>
                  </a:lnTo>
                  <a:lnTo>
                    <a:pt x="4831912" y="356676"/>
                  </a:lnTo>
                  <a:lnTo>
                    <a:pt x="4832249" y="352808"/>
                  </a:lnTo>
                  <a:lnTo>
                    <a:pt x="4832585" y="348171"/>
                  </a:lnTo>
                  <a:lnTo>
                    <a:pt x="4832922" y="343636"/>
                  </a:lnTo>
                  <a:lnTo>
                    <a:pt x="4833258" y="339459"/>
                  </a:lnTo>
                  <a:lnTo>
                    <a:pt x="4833595" y="335434"/>
                  </a:lnTo>
                  <a:lnTo>
                    <a:pt x="4833931" y="332857"/>
                  </a:lnTo>
                  <a:lnTo>
                    <a:pt x="4834268" y="332217"/>
                  </a:lnTo>
                  <a:lnTo>
                    <a:pt x="4834604" y="331182"/>
                  </a:lnTo>
                  <a:lnTo>
                    <a:pt x="4834941" y="328771"/>
                  </a:lnTo>
                  <a:lnTo>
                    <a:pt x="4835277" y="325865"/>
                  </a:lnTo>
                  <a:lnTo>
                    <a:pt x="4835614" y="322602"/>
                  </a:lnTo>
                  <a:lnTo>
                    <a:pt x="4835950" y="319245"/>
                  </a:lnTo>
                  <a:lnTo>
                    <a:pt x="4836286" y="314238"/>
                  </a:lnTo>
                  <a:lnTo>
                    <a:pt x="4836623" y="312055"/>
                  </a:lnTo>
                  <a:lnTo>
                    <a:pt x="4836959" y="311019"/>
                  </a:lnTo>
                  <a:lnTo>
                    <a:pt x="4837296" y="309853"/>
                  </a:lnTo>
                  <a:lnTo>
                    <a:pt x="4837632" y="309411"/>
                  </a:lnTo>
                  <a:lnTo>
                    <a:pt x="4837969" y="309280"/>
                  </a:lnTo>
                  <a:lnTo>
                    <a:pt x="4838305" y="308985"/>
                  </a:lnTo>
                  <a:lnTo>
                    <a:pt x="4838642" y="309577"/>
                  </a:lnTo>
                  <a:lnTo>
                    <a:pt x="4838978" y="310398"/>
                  </a:lnTo>
                  <a:lnTo>
                    <a:pt x="4839315" y="310847"/>
                  </a:lnTo>
                  <a:lnTo>
                    <a:pt x="4839651" y="312345"/>
                  </a:lnTo>
                  <a:lnTo>
                    <a:pt x="4839988" y="315639"/>
                  </a:lnTo>
                  <a:lnTo>
                    <a:pt x="4840324" y="318443"/>
                  </a:lnTo>
                  <a:lnTo>
                    <a:pt x="4840660" y="320142"/>
                  </a:lnTo>
                  <a:lnTo>
                    <a:pt x="4840997" y="321792"/>
                  </a:lnTo>
                  <a:lnTo>
                    <a:pt x="4841333" y="323052"/>
                  </a:lnTo>
                  <a:lnTo>
                    <a:pt x="4841670" y="323967"/>
                  </a:lnTo>
                  <a:lnTo>
                    <a:pt x="4842006" y="324986"/>
                  </a:lnTo>
                  <a:lnTo>
                    <a:pt x="4842343" y="325796"/>
                  </a:lnTo>
                  <a:lnTo>
                    <a:pt x="4842679" y="326207"/>
                  </a:lnTo>
                  <a:lnTo>
                    <a:pt x="4843016" y="328335"/>
                  </a:lnTo>
                  <a:lnTo>
                    <a:pt x="4843352" y="331879"/>
                  </a:lnTo>
                  <a:lnTo>
                    <a:pt x="4843689" y="335003"/>
                  </a:lnTo>
                  <a:lnTo>
                    <a:pt x="4844025" y="338921"/>
                  </a:lnTo>
                  <a:lnTo>
                    <a:pt x="4844362" y="344208"/>
                  </a:lnTo>
                  <a:lnTo>
                    <a:pt x="4844698" y="350000"/>
                  </a:lnTo>
                  <a:lnTo>
                    <a:pt x="4845034" y="356324"/>
                  </a:lnTo>
                  <a:lnTo>
                    <a:pt x="4845371" y="364609"/>
                  </a:lnTo>
                  <a:lnTo>
                    <a:pt x="4845707" y="373403"/>
                  </a:lnTo>
                  <a:lnTo>
                    <a:pt x="4846044" y="382894"/>
                  </a:lnTo>
                  <a:lnTo>
                    <a:pt x="4846380" y="391683"/>
                  </a:lnTo>
                  <a:lnTo>
                    <a:pt x="4846717" y="399425"/>
                  </a:lnTo>
                  <a:lnTo>
                    <a:pt x="4847053" y="404882"/>
                  </a:lnTo>
                  <a:lnTo>
                    <a:pt x="4847390" y="410584"/>
                  </a:lnTo>
                  <a:lnTo>
                    <a:pt x="4847726" y="416925"/>
                  </a:lnTo>
                  <a:lnTo>
                    <a:pt x="4848063" y="423047"/>
                  </a:lnTo>
                  <a:lnTo>
                    <a:pt x="4848399" y="428612"/>
                  </a:lnTo>
                  <a:lnTo>
                    <a:pt x="4848735" y="433803"/>
                  </a:lnTo>
                  <a:lnTo>
                    <a:pt x="4849072" y="438012"/>
                  </a:lnTo>
                  <a:lnTo>
                    <a:pt x="4849408" y="441392"/>
                  </a:lnTo>
                  <a:lnTo>
                    <a:pt x="4849745" y="442770"/>
                  </a:lnTo>
                  <a:lnTo>
                    <a:pt x="4850081" y="444445"/>
                  </a:lnTo>
                  <a:lnTo>
                    <a:pt x="4850418" y="446596"/>
                  </a:lnTo>
                  <a:lnTo>
                    <a:pt x="4850754" y="449356"/>
                  </a:lnTo>
                  <a:lnTo>
                    <a:pt x="4851091" y="452408"/>
                  </a:lnTo>
                  <a:lnTo>
                    <a:pt x="4851427" y="455814"/>
                  </a:lnTo>
                  <a:lnTo>
                    <a:pt x="4851764" y="460742"/>
                  </a:lnTo>
                  <a:lnTo>
                    <a:pt x="4852100" y="466285"/>
                  </a:lnTo>
                  <a:lnTo>
                    <a:pt x="4852437" y="473433"/>
                  </a:lnTo>
                  <a:lnTo>
                    <a:pt x="4852773" y="480575"/>
                  </a:lnTo>
                  <a:lnTo>
                    <a:pt x="4853109" y="488954"/>
                  </a:lnTo>
                  <a:lnTo>
                    <a:pt x="4853446" y="498497"/>
                  </a:lnTo>
                  <a:lnTo>
                    <a:pt x="4853782" y="509339"/>
                  </a:lnTo>
                  <a:lnTo>
                    <a:pt x="4854119" y="520969"/>
                  </a:lnTo>
                  <a:lnTo>
                    <a:pt x="4854455" y="533248"/>
                  </a:lnTo>
                  <a:lnTo>
                    <a:pt x="4854792" y="546695"/>
                  </a:lnTo>
                  <a:lnTo>
                    <a:pt x="4855128" y="558934"/>
                  </a:lnTo>
                  <a:lnTo>
                    <a:pt x="4855465" y="570183"/>
                  </a:lnTo>
                  <a:lnTo>
                    <a:pt x="4855801" y="580029"/>
                  </a:lnTo>
                  <a:lnTo>
                    <a:pt x="4856138" y="588466"/>
                  </a:lnTo>
                  <a:lnTo>
                    <a:pt x="4856474" y="595857"/>
                  </a:lnTo>
                  <a:lnTo>
                    <a:pt x="4856811" y="602617"/>
                  </a:lnTo>
                  <a:lnTo>
                    <a:pt x="4857147" y="609535"/>
                  </a:lnTo>
                  <a:lnTo>
                    <a:pt x="4857483" y="616371"/>
                  </a:lnTo>
                  <a:lnTo>
                    <a:pt x="4857820" y="623745"/>
                  </a:lnTo>
                  <a:lnTo>
                    <a:pt x="4858156" y="630751"/>
                  </a:lnTo>
                  <a:lnTo>
                    <a:pt x="4858493" y="637708"/>
                  </a:lnTo>
                  <a:lnTo>
                    <a:pt x="4858829" y="644220"/>
                  </a:lnTo>
                  <a:lnTo>
                    <a:pt x="4859166" y="650359"/>
                  </a:lnTo>
                  <a:lnTo>
                    <a:pt x="4859502" y="656482"/>
                  </a:lnTo>
                  <a:lnTo>
                    <a:pt x="4859839" y="662663"/>
                  </a:lnTo>
                  <a:lnTo>
                    <a:pt x="4860175" y="668847"/>
                  </a:lnTo>
                  <a:lnTo>
                    <a:pt x="4860512" y="675205"/>
                  </a:lnTo>
                  <a:lnTo>
                    <a:pt x="4860848" y="683075"/>
                  </a:lnTo>
                  <a:lnTo>
                    <a:pt x="4861185" y="692837"/>
                  </a:lnTo>
                  <a:lnTo>
                    <a:pt x="4861521" y="702724"/>
                  </a:lnTo>
                  <a:lnTo>
                    <a:pt x="4861857" y="713575"/>
                  </a:lnTo>
                  <a:lnTo>
                    <a:pt x="4862194" y="724477"/>
                  </a:lnTo>
                  <a:lnTo>
                    <a:pt x="4862530" y="733795"/>
                  </a:lnTo>
                  <a:lnTo>
                    <a:pt x="4862867" y="741132"/>
                  </a:lnTo>
                  <a:lnTo>
                    <a:pt x="4863203" y="746825"/>
                  </a:lnTo>
                  <a:lnTo>
                    <a:pt x="4863540" y="751670"/>
                  </a:lnTo>
                  <a:lnTo>
                    <a:pt x="4863876" y="754902"/>
                  </a:lnTo>
                  <a:lnTo>
                    <a:pt x="4864213" y="757119"/>
                  </a:lnTo>
                  <a:lnTo>
                    <a:pt x="4864549" y="759208"/>
                  </a:lnTo>
                  <a:lnTo>
                    <a:pt x="4864886" y="760906"/>
                  </a:lnTo>
                  <a:lnTo>
                    <a:pt x="4865222" y="762710"/>
                  </a:lnTo>
                  <a:lnTo>
                    <a:pt x="4865559" y="765277"/>
                  </a:lnTo>
                  <a:lnTo>
                    <a:pt x="4865895" y="766462"/>
                  </a:lnTo>
                  <a:lnTo>
                    <a:pt x="4866231" y="767425"/>
                  </a:lnTo>
                  <a:lnTo>
                    <a:pt x="4866568" y="767327"/>
                  </a:lnTo>
                  <a:lnTo>
                    <a:pt x="4866904" y="767376"/>
                  </a:lnTo>
                  <a:lnTo>
                    <a:pt x="4867241" y="768053"/>
                  </a:lnTo>
                  <a:lnTo>
                    <a:pt x="4867577" y="768979"/>
                  </a:lnTo>
                  <a:lnTo>
                    <a:pt x="4867914" y="769618"/>
                  </a:lnTo>
                  <a:lnTo>
                    <a:pt x="4868250" y="772832"/>
                  </a:lnTo>
                  <a:lnTo>
                    <a:pt x="4868587" y="776423"/>
                  </a:lnTo>
                  <a:lnTo>
                    <a:pt x="4868923" y="780759"/>
                  </a:lnTo>
                  <a:lnTo>
                    <a:pt x="4869260" y="785703"/>
                  </a:lnTo>
                  <a:lnTo>
                    <a:pt x="4869596" y="791069"/>
                  </a:lnTo>
                  <a:lnTo>
                    <a:pt x="4869933" y="797098"/>
                  </a:lnTo>
                  <a:lnTo>
                    <a:pt x="4870269" y="802506"/>
                  </a:lnTo>
                  <a:lnTo>
                    <a:pt x="4870605" y="809085"/>
                  </a:lnTo>
                  <a:lnTo>
                    <a:pt x="4870942" y="814109"/>
                  </a:lnTo>
                  <a:lnTo>
                    <a:pt x="4871278" y="818280"/>
                  </a:lnTo>
                  <a:lnTo>
                    <a:pt x="4871615" y="821489"/>
                  </a:lnTo>
                  <a:lnTo>
                    <a:pt x="4871951" y="824121"/>
                  </a:lnTo>
                  <a:lnTo>
                    <a:pt x="4872288" y="825128"/>
                  </a:lnTo>
                  <a:lnTo>
                    <a:pt x="4872624" y="825126"/>
                  </a:lnTo>
                  <a:lnTo>
                    <a:pt x="4872961" y="823900"/>
                  </a:lnTo>
                  <a:lnTo>
                    <a:pt x="4873297" y="822103"/>
                  </a:lnTo>
                  <a:lnTo>
                    <a:pt x="4873634" y="820113"/>
                  </a:lnTo>
                  <a:lnTo>
                    <a:pt x="4873970" y="818315"/>
                  </a:lnTo>
                  <a:lnTo>
                    <a:pt x="4874307" y="817987"/>
                  </a:lnTo>
                  <a:lnTo>
                    <a:pt x="4874643" y="818259"/>
                  </a:lnTo>
                  <a:lnTo>
                    <a:pt x="4874979" y="817901"/>
                  </a:lnTo>
                  <a:lnTo>
                    <a:pt x="4875316" y="816217"/>
                  </a:lnTo>
                  <a:lnTo>
                    <a:pt x="4875652" y="813653"/>
                  </a:lnTo>
                  <a:lnTo>
                    <a:pt x="4875989" y="810467"/>
                  </a:lnTo>
                  <a:lnTo>
                    <a:pt x="4876325" y="807065"/>
                  </a:lnTo>
                  <a:lnTo>
                    <a:pt x="4876662" y="803873"/>
                  </a:lnTo>
                  <a:lnTo>
                    <a:pt x="4876998" y="800541"/>
                  </a:lnTo>
                  <a:lnTo>
                    <a:pt x="4877335" y="796728"/>
                  </a:lnTo>
                  <a:lnTo>
                    <a:pt x="4877671" y="793653"/>
                  </a:lnTo>
                  <a:lnTo>
                    <a:pt x="4878008" y="790673"/>
                  </a:lnTo>
                  <a:lnTo>
                    <a:pt x="4878344" y="788933"/>
                  </a:lnTo>
                  <a:lnTo>
                    <a:pt x="4878681" y="789074"/>
                  </a:lnTo>
                  <a:lnTo>
                    <a:pt x="4879017" y="789882"/>
                  </a:lnTo>
                  <a:lnTo>
                    <a:pt x="4879353" y="790289"/>
                  </a:lnTo>
                  <a:lnTo>
                    <a:pt x="4879690" y="789040"/>
                  </a:lnTo>
                  <a:lnTo>
                    <a:pt x="4880026" y="787341"/>
                  </a:lnTo>
                  <a:lnTo>
                    <a:pt x="4880363" y="785483"/>
                  </a:lnTo>
                  <a:lnTo>
                    <a:pt x="4880699" y="784196"/>
                  </a:lnTo>
                  <a:lnTo>
                    <a:pt x="4881036" y="783333"/>
                  </a:lnTo>
                  <a:lnTo>
                    <a:pt x="4881372" y="782856"/>
                  </a:lnTo>
                  <a:lnTo>
                    <a:pt x="4881709" y="782457"/>
                  </a:lnTo>
                  <a:lnTo>
                    <a:pt x="4882045" y="782123"/>
                  </a:lnTo>
                  <a:lnTo>
                    <a:pt x="4882382" y="782206"/>
                  </a:lnTo>
                  <a:lnTo>
                    <a:pt x="4882718" y="782125"/>
                  </a:lnTo>
                  <a:lnTo>
                    <a:pt x="4883054" y="783880"/>
                  </a:lnTo>
                  <a:lnTo>
                    <a:pt x="4883391" y="783331"/>
                  </a:lnTo>
                  <a:lnTo>
                    <a:pt x="4883727" y="783279"/>
                  </a:lnTo>
                  <a:lnTo>
                    <a:pt x="4884064" y="783545"/>
                  </a:lnTo>
                  <a:lnTo>
                    <a:pt x="4884400" y="784472"/>
                  </a:lnTo>
                  <a:lnTo>
                    <a:pt x="4884737" y="784963"/>
                  </a:lnTo>
                  <a:lnTo>
                    <a:pt x="4885073" y="786870"/>
                  </a:lnTo>
                  <a:lnTo>
                    <a:pt x="4885410" y="787825"/>
                  </a:lnTo>
                  <a:lnTo>
                    <a:pt x="4885746" y="789947"/>
                  </a:lnTo>
                  <a:lnTo>
                    <a:pt x="4886083" y="792354"/>
                  </a:lnTo>
                  <a:lnTo>
                    <a:pt x="4886419" y="796655"/>
                  </a:lnTo>
                  <a:lnTo>
                    <a:pt x="4886756" y="801061"/>
                  </a:lnTo>
                  <a:lnTo>
                    <a:pt x="4887092" y="806218"/>
                  </a:lnTo>
                  <a:lnTo>
                    <a:pt x="4887428" y="811155"/>
                  </a:lnTo>
                  <a:lnTo>
                    <a:pt x="4887765" y="816449"/>
                  </a:lnTo>
                  <a:lnTo>
                    <a:pt x="4888101" y="820897"/>
                  </a:lnTo>
                  <a:lnTo>
                    <a:pt x="4888438" y="825122"/>
                  </a:lnTo>
                  <a:lnTo>
                    <a:pt x="4888774" y="829081"/>
                  </a:lnTo>
                  <a:lnTo>
                    <a:pt x="4889111" y="832211"/>
                  </a:lnTo>
                  <a:lnTo>
                    <a:pt x="4889447" y="834788"/>
                  </a:lnTo>
                  <a:lnTo>
                    <a:pt x="4889784" y="836307"/>
                  </a:lnTo>
                  <a:lnTo>
                    <a:pt x="4890120" y="837731"/>
                  </a:lnTo>
                  <a:lnTo>
                    <a:pt x="4890457" y="840241"/>
                  </a:lnTo>
                  <a:lnTo>
                    <a:pt x="4890793" y="841852"/>
                  </a:lnTo>
                  <a:lnTo>
                    <a:pt x="4891130" y="844555"/>
                  </a:lnTo>
                  <a:lnTo>
                    <a:pt x="4891466" y="845589"/>
                  </a:lnTo>
                  <a:lnTo>
                    <a:pt x="4891802" y="846476"/>
                  </a:lnTo>
                  <a:lnTo>
                    <a:pt x="4892139" y="846793"/>
                  </a:lnTo>
                  <a:lnTo>
                    <a:pt x="4892475" y="847365"/>
                  </a:lnTo>
                  <a:lnTo>
                    <a:pt x="4892812" y="848252"/>
                  </a:lnTo>
                  <a:lnTo>
                    <a:pt x="4893148" y="848913"/>
                  </a:lnTo>
                  <a:lnTo>
                    <a:pt x="4893485" y="850633"/>
                  </a:lnTo>
                  <a:lnTo>
                    <a:pt x="4893821" y="852327"/>
                  </a:lnTo>
                  <a:lnTo>
                    <a:pt x="4894158" y="854162"/>
                  </a:lnTo>
                  <a:lnTo>
                    <a:pt x="4894494" y="856819"/>
                  </a:lnTo>
                  <a:lnTo>
                    <a:pt x="4894831" y="861245"/>
                  </a:lnTo>
                  <a:lnTo>
                    <a:pt x="4895167" y="865901"/>
                  </a:lnTo>
                  <a:lnTo>
                    <a:pt x="4895504" y="872009"/>
                  </a:lnTo>
                  <a:lnTo>
                    <a:pt x="4895840" y="878776"/>
                  </a:lnTo>
                  <a:lnTo>
                    <a:pt x="4896176" y="885799"/>
                  </a:lnTo>
                  <a:lnTo>
                    <a:pt x="4896513" y="892419"/>
                  </a:lnTo>
                  <a:lnTo>
                    <a:pt x="4896849" y="898833"/>
                  </a:lnTo>
                  <a:lnTo>
                    <a:pt x="4897186" y="905477"/>
                  </a:lnTo>
                  <a:lnTo>
                    <a:pt x="4897522" y="910781"/>
                  </a:lnTo>
                  <a:lnTo>
                    <a:pt x="4897859" y="913767"/>
                  </a:lnTo>
                  <a:lnTo>
                    <a:pt x="4898195" y="917002"/>
                  </a:lnTo>
                  <a:lnTo>
                    <a:pt x="4898532" y="920309"/>
                  </a:lnTo>
                  <a:lnTo>
                    <a:pt x="4898868" y="924229"/>
                  </a:lnTo>
                  <a:lnTo>
                    <a:pt x="4899205" y="927938"/>
                  </a:lnTo>
                  <a:lnTo>
                    <a:pt x="4899541" y="931503"/>
                  </a:lnTo>
                  <a:lnTo>
                    <a:pt x="4899878" y="934205"/>
                  </a:lnTo>
                  <a:lnTo>
                    <a:pt x="4900214" y="936158"/>
                  </a:lnTo>
                  <a:lnTo>
                    <a:pt x="4900550" y="937224"/>
                  </a:lnTo>
                  <a:lnTo>
                    <a:pt x="4900887" y="937176"/>
                  </a:lnTo>
                  <a:lnTo>
                    <a:pt x="4901223" y="936098"/>
                  </a:lnTo>
                  <a:lnTo>
                    <a:pt x="4901560" y="934382"/>
                  </a:lnTo>
                  <a:lnTo>
                    <a:pt x="4901896" y="933612"/>
                  </a:lnTo>
                  <a:lnTo>
                    <a:pt x="4902233" y="933791"/>
                  </a:lnTo>
                  <a:lnTo>
                    <a:pt x="4902569" y="935220"/>
                  </a:lnTo>
                  <a:lnTo>
                    <a:pt x="4902906" y="937875"/>
                  </a:lnTo>
                  <a:lnTo>
                    <a:pt x="4903242" y="941402"/>
                  </a:lnTo>
                  <a:lnTo>
                    <a:pt x="4903579" y="946297"/>
                  </a:lnTo>
                  <a:lnTo>
                    <a:pt x="4903915" y="948723"/>
                  </a:lnTo>
                  <a:lnTo>
                    <a:pt x="4904252" y="950156"/>
                  </a:lnTo>
                  <a:lnTo>
                    <a:pt x="4904588" y="951534"/>
                  </a:lnTo>
                  <a:lnTo>
                    <a:pt x="4904924" y="955016"/>
                  </a:lnTo>
                  <a:lnTo>
                    <a:pt x="4905261" y="958901"/>
                  </a:lnTo>
                  <a:lnTo>
                    <a:pt x="4905597" y="963805"/>
                  </a:lnTo>
                  <a:lnTo>
                    <a:pt x="4905934" y="968548"/>
                  </a:lnTo>
                  <a:lnTo>
                    <a:pt x="4906270" y="974205"/>
                  </a:lnTo>
                  <a:lnTo>
                    <a:pt x="4906607" y="979432"/>
                  </a:lnTo>
                  <a:lnTo>
                    <a:pt x="4906943" y="983064"/>
                  </a:lnTo>
                  <a:lnTo>
                    <a:pt x="4907280" y="985644"/>
                  </a:lnTo>
                  <a:lnTo>
                    <a:pt x="4907616" y="988281"/>
                  </a:lnTo>
                  <a:lnTo>
                    <a:pt x="4907953" y="990745"/>
                  </a:lnTo>
                  <a:lnTo>
                    <a:pt x="4908289" y="992909"/>
                  </a:lnTo>
                  <a:lnTo>
                    <a:pt x="4908626" y="994472"/>
                  </a:lnTo>
                  <a:lnTo>
                    <a:pt x="4908962" y="997230"/>
                  </a:lnTo>
                  <a:lnTo>
                    <a:pt x="4909298" y="999550"/>
                  </a:lnTo>
                  <a:lnTo>
                    <a:pt x="4909635" y="1001970"/>
                  </a:lnTo>
                  <a:lnTo>
                    <a:pt x="4909971" y="1003692"/>
                  </a:lnTo>
                  <a:lnTo>
                    <a:pt x="4910308" y="1004848"/>
                  </a:lnTo>
                  <a:lnTo>
                    <a:pt x="4910644" y="1005035"/>
                  </a:lnTo>
                  <a:lnTo>
                    <a:pt x="4910981" y="1004753"/>
                  </a:lnTo>
                  <a:lnTo>
                    <a:pt x="4911317" y="1003533"/>
                  </a:lnTo>
                  <a:lnTo>
                    <a:pt x="4911654" y="1002049"/>
                  </a:lnTo>
                  <a:lnTo>
                    <a:pt x="4911990" y="1001169"/>
                  </a:lnTo>
                  <a:lnTo>
                    <a:pt x="4912327" y="1000893"/>
                  </a:lnTo>
                  <a:lnTo>
                    <a:pt x="4912663" y="999947"/>
                  </a:lnTo>
                  <a:lnTo>
                    <a:pt x="4912999" y="998883"/>
                  </a:lnTo>
                  <a:lnTo>
                    <a:pt x="4913336" y="996372"/>
                  </a:lnTo>
                  <a:lnTo>
                    <a:pt x="4913672" y="994554"/>
                  </a:lnTo>
                  <a:lnTo>
                    <a:pt x="4914009" y="992979"/>
                  </a:lnTo>
                  <a:lnTo>
                    <a:pt x="4914345" y="992721"/>
                  </a:lnTo>
                  <a:lnTo>
                    <a:pt x="4914682" y="992048"/>
                  </a:lnTo>
                  <a:lnTo>
                    <a:pt x="4915018" y="991322"/>
                  </a:lnTo>
                  <a:lnTo>
                    <a:pt x="4915355" y="990936"/>
                  </a:lnTo>
                  <a:lnTo>
                    <a:pt x="4915691" y="990704"/>
                  </a:lnTo>
                  <a:lnTo>
                    <a:pt x="4916028" y="989568"/>
                  </a:lnTo>
                  <a:lnTo>
                    <a:pt x="4916364" y="988767"/>
                  </a:lnTo>
                  <a:lnTo>
                    <a:pt x="4916701" y="989265"/>
                  </a:lnTo>
                  <a:lnTo>
                    <a:pt x="4917037" y="990592"/>
                  </a:lnTo>
                  <a:lnTo>
                    <a:pt x="4917373" y="991311"/>
                  </a:lnTo>
                  <a:lnTo>
                    <a:pt x="4917710" y="991923"/>
                  </a:lnTo>
                  <a:lnTo>
                    <a:pt x="4918046" y="992359"/>
                  </a:lnTo>
                  <a:lnTo>
                    <a:pt x="4918383" y="993883"/>
                  </a:lnTo>
                  <a:lnTo>
                    <a:pt x="4918719" y="995916"/>
                  </a:lnTo>
                  <a:lnTo>
                    <a:pt x="4919056" y="997687"/>
                  </a:lnTo>
                  <a:lnTo>
                    <a:pt x="4919392" y="999329"/>
                  </a:lnTo>
                  <a:lnTo>
                    <a:pt x="4919729" y="1000324"/>
                  </a:lnTo>
                  <a:lnTo>
                    <a:pt x="4920065" y="1001467"/>
                  </a:lnTo>
                  <a:lnTo>
                    <a:pt x="4920402" y="1002217"/>
                  </a:lnTo>
                  <a:lnTo>
                    <a:pt x="4920738" y="1002964"/>
                  </a:lnTo>
                  <a:lnTo>
                    <a:pt x="4921075" y="1003430"/>
                  </a:lnTo>
                  <a:lnTo>
                    <a:pt x="4921411" y="1003726"/>
                  </a:lnTo>
                  <a:lnTo>
                    <a:pt x="4921747" y="1003738"/>
                  </a:lnTo>
                  <a:lnTo>
                    <a:pt x="4922084" y="1002830"/>
                  </a:lnTo>
                  <a:lnTo>
                    <a:pt x="4922420" y="1003128"/>
                  </a:lnTo>
                  <a:lnTo>
                    <a:pt x="4922757" y="1003366"/>
                  </a:lnTo>
                  <a:lnTo>
                    <a:pt x="4923093" y="1003944"/>
                  </a:lnTo>
                  <a:lnTo>
                    <a:pt x="4923430" y="1004397"/>
                  </a:lnTo>
                  <a:lnTo>
                    <a:pt x="4923766" y="1004096"/>
                  </a:lnTo>
                  <a:lnTo>
                    <a:pt x="4924103" y="1003559"/>
                  </a:lnTo>
                  <a:lnTo>
                    <a:pt x="4924439" y="1001602"/>
                  </a:lnTo>
                  <a:lnTo>
                    <a:pt x="4924776" y="1000102"/>
                  </a:lnTo>
                  <a:lnTo>
                    <a:pt x="4925112" y="997645"/>
                  </a:lnTo>
                  <a:lnTo>
                    <a:pt x="4925449" y="995571"/>
                  </a:lnTo>
                  <a:lnTo>
                    <a:pt x="4925785" y="993096"/>
                  </a:lnTo>
                  <a:lnTo>
                    <a:pt x="4926121" y="991300"/>
                  </a:lnTo>
                  <a:lnTo>
                    <a:pt x="4926458" y="988811"/>
                  </a:lnTo>
                  <a:lnTo>
                    <a:pt x="4926794" y="987156"/>
                  </a:lnTo>
                  <a:lnTo>
                    <a:pt x="4927131" y="985202"/>
                  </a:lnTo>
                  <a:lnTo>
                    <a:pt x="4927467" y="982749"/>
                  </a:lnTo>
                  <a:lnTo>
                    <a:pt x="4927804" y="980064"/>
                  </a:lnTo>
                  <a:lnTo>
                    <a:pt x="4928140" y="977381"/>
                  </a:lnTo>
                  <a:lnTo>
                    <a:pt x="4928477" y="973691"/>
                  </a:lnTo>
                  <a:lnTo>
                    <a:pt x="4928813" y="970043"/>
                  </a:lnTo>
                  <a:lnTo>
                    <a:pt x="4929150" y="966642"/>
                  </a:lnTo>
                  <a:lnTo>
                    <a:pt x="4929486" y="963552"/>
                  </a:lnTo>
                  <a:lnTo>
                    <a:pt x="4929823" y="960235"/>
                  </a:lnTo>
                  <a:lnTo>
                    <a:pt x="4930159" y="957898"/>
                  </a:lnTo>
                  <a:lnTo>
                    <a:pt x="4930495" y="956310"/>
                  </a:lnTo>
                  <a:lnTo>
                    <a:pt x="4930832" y="955028"/>
                  </a:lnTo>
                  <a:lnTo>
                    <a:pt x="4931168" y="954126"/>
                  </a:lnTo>
                  <a:lnTo>
                    <a:pt x="4931505" y="954441"/>
                  </a:lnTo>
                  <a:lnTo>
                    <a:pt x="4931841" y="953696"/>
                  </a:lnTo>
                  <a:lnTo>
                    <a:pt x="4932178" y="952386"/>
                  </a:lnTo>
                  <a:lnTo>
                    <a:pt x="4932514" y="950715"/>
                  </a:lnTo>
                  <a:lnTo>
                    <a:pt x="4932851" y="948463"/>
                  </a:lnTo>
                  <a:lnTo>
                    <a:pt x="4933187" y="948026"/>
                  </a:lnTo>
                  <a:lnTo>
                    <a:pt x="4933524" y="947277"/>
                  </a:lnTo>
                  <a:lnTo>
                    <a:pt x="4933860" y="946603"/>
                  </a:lnTo>
                  <a:lnTo>
                    <a:pt x="4934197" y="945036"/>
                  </a:lnTo>
                  <a:lnTo>
                    <a:pt x="4934533" y="944277"/>
                  </a:lnTo>
                  <a:lnTo>
                    <a:pt x="4934869" y="943730"/>
                  </a:lnTo>
                  <a:lnTo>
                    <a:pt x="4935206" y="942735"/>
                  </a:lnTo>
                  <a:lnTo>
                    <a:pt x="4935542" y="941884"/>
                  </a:lnTo>
                  <a:lnTo>
                    <a:pt x="4935879" y="940728"/>
                  </a:lnTo>
                  <a:lnTo>
                    <a:pt x="4936215" y="938895"/>
                  </a:lnTo>
                  <a:lnTo>
                    <a:pt x="4936552" y="937004"/>
                  </a:lnTo>
                  <a:lnTo>
                    <a:pt x="4936888" y="935869"/>
                  </a:lnTo>
                  <a:lnTo>
                    <a:pt x="4937225" y="934609"/>
                  </a:lnTo>
                  <a:lnTo>
                    <a:pt x="4937561" y="933530"/>
                  </a:lnTo>
                  <a:lnTo>
                    <a:pt x="4937898" y="931912"/>
                  </a:lnTo>
                  <a:lnTo>
                    <a:pt x="4938234" y="929068"/>
                  </a:lnTo>
                  <a:lnTo>
                    <a:pt x="4938571" y="926132"/>
                  </a:lnTo>
                  <a:lnTo>
                    <a:pt x="4938907" y="923378"/>
                  </a:lnTo>
                  <a:lnTo>
                    <a:pt x="4939243" y="921819"/>
                  </a:lnTo>
                  <a:lnTo>
                    <a:pt x="4939580" y="920305"/>
                  </a:lnTo>
                  <a:lnTo>
                    <a:pt x="4939916" y="920084"/>
                  </a:lnTo>
                  <a:lnTo>
                    <a:pt x="4940253" y="919315"/>
                  </a:lnTo>
                  <a:lnTo>
                    <a:pt x="4940589" y="918126"/>
                  </a:lnTo>
                  <a:lnTo>
                    <a:pt x="4940926" y="916976"/>
                  </a:lnTo>
                  <a:lnTo>
                    <a:pt x="4941262" y="914479"/>
                  </a:lnTo>
                  <a:lnTo>
                    <a:pt x="4941599" y="910658"/>
                  </a:lnTo>
                  <a:lnTo>
                    <a:pt x="4941935" y="905547"/>
                  </a:lnTo>
                  <a:lnTo>
                    <a:pt x="4942272" y="900459"/>
                  </a:lnTo>
                  <a:lnTo>
                    <a:pt x="4942608" y="896281"/>
                  </a:lnTo>
                  <a:lnTo>
                    <a:pt x="4942945" y="892822"/>
                  </a:lnTo>
                  <a:lnTo>
                    <a:pt x="4943281" y="889046"/>
                  </a:lnTo>
                  <a:lnTo>
                    <a:pt x="4943617" y="885410"/>
                  </a:lnTo>
                  <a:lnTo>
                    <a:pt x="4943954" y="882502"/>
                  </a:lnTo>
                  <a:lnTo>
                    <a:pt x="4944290" y="879966"/>
                  </a:lnTo>
                  <a:lnTo>
                    <a:pt x="4944627" y="877842"/>
                  </a:lnTo>
                  <a:lnTo>
                    <a:pt x="4944963" y="875241"/>
                  </a:lnTo>
                  <a:lnTo>
                    <a:pt x="4945300" y="873294"/>
                  </a:lnTo>
                  <a:lnTo>
                    <a:pt x="4945636" y="870815"/>
                  </a:lnTo>
                  <a:lnTo>
                    <a:pt x="4945973" y="867964"/>
                  </a:lnTo>
                  <a:lnTo>
                    <a:pt x="4946309" y="865428"/>
                  </a:lnTo>
                  <a:lnTo>
                    <a:pt x="4946646" y="862640"/>
                  </a:lnTo>
                  <a:lnTo>
                    <a:pt x="4946982" y="862494"/>
                  </a:lnTo>
                  <a:lnTo>
                    <a:pt x="4947318" y="862182"/>
                  </a:lnTo>
                  <a:lnTo>
                    <a:pt x="4947655" y="861424"/>
                  </a:lnTo>
                  <a:lnTo>
                    <a:pt x="4947991" y="860450"/>
                  </a:lnTo>
                  <a:lnTo>
                    <a:pt x="4948328" y="860573"/>
                  </a:lnTo>
                  <a:lnTo>
                    <a:pt x="4948664" y="860717"/>
                  </a:lnTo>
                  <a:lnTo>
                    <a:pt x="4949001" y="861551"/>
                  </a:lnTo>
                  <a:lnTo>
                    <a:pt x="4949337" y="862631"/>
                  </a:lnTo>
                  <a:lnTo>
                    <a:pt x="4949674" y="863560"/>
                  </a:lnTo>
                  <a:lnTo>
                    <a:pt x="4950010" y="865711"/>
                  </a:lnTo>
                  <a:lnTo>
                    <a:pt x="4950347" y="868728"/>
                  </a:lnTo>
                  <a:lnTo>
                    <a:pt x="4950683" y="873940"/>
                  </a:lnTo>
                  <a:lnTo>
                    <a:pt x="4951020" y="879588"/>
                  </a:lnTo>
                  <a:lnTo>
                    <a:pt x="4951356" y="886964"/>
                  </a:lnTo>
                  <a:lnTo>
                    <a:pt x="4951692" y="895214"/>
                  </a:lnTo>
                  <a:lnTo>
                    <a:pt x="4952029" y="902807"/>
                  </a:lnTo>
                  <a:lnTo>
                    <a:pt x="4952365" y="910523"/>
                  </a:lnTo>
                  <a:lnTo>
                    <a:pt x="4952702" y="918959"/>
                  </a:lnTo>
                  <a:lnTo>
                    <a:pt x="4953038" y="927420"/>
                  </a:lnTo>
                  <a:lnTo>
                    <a:pt x="4953375" y="935396"/>
                  </a:lnTo>
                  <a:lnTo>
                    <a:pt x="4953711" y="941893"/>
                  </a:lnTo>
                  <a:lnTo>
                    <a:pt x="4954048" y="948299"/>
                  </a:lnTo>
                  <a:lnTo>
                    <a:pt x="4954384" y="952966"/>
                  </a:lnTo>
                  <a:lnTo>
                    <a:pt x="4954721" y="956571"/>
                  </a:lnTo>
                  <a:lnTo>
                    <a:pt x="4955057" y="959558"/>
                  </a:lnTo>
                  <a:lnTo>
                    <a:pt x="4955394" y="961560"/>
                  </a:lnTo>
                  <a:lnTo>
                    <a:pt x="4955730" y="963449"/>
                  </a:lnTo>
                  <a:lnTo>
                    <a:pt x="4956066" y="964065"/>
                  </a:lnTo>
                  <a:lnTo>
                    <a:pt x="4956403" y="964201"/>
                  </a:lnTo>
                  <a:lnTo>
                    <a:pt x="4956739" y="963972"/>
                  </a:lnTo>
                  <a:lnTo>
                    <a:pt x="4957076" y="962638"/>
                  </a:lnTo>
                  <a:lnTo>
                    <a:pt x="4957412" y="960896"/>
                  </a:lnTo>
                  <a:lnTo>
                    <a:pt x="4957749" y="958238"/>
                  </a:lnTo>
                  <a:lnTo>
                    <a:pt x="4958085" y="955563"/>
                  </a:lnTo>
                  <a:lnTo>
                    <a:pt x="4958422" y="952269"/>
                  </a:lnTo>
                  <a:lnTo>
                    <a:pt x="4958758" y="949446"/>
                  </a:lnTo>
                  <a:lnTo>
                    <a:pt x="4959095" y="945050"/>
                  </a:lnTo>
                  <a:lnTo>
                    <a:pt x="4959431" y="940357"/>
                  </a:lnTo>
                  <a:lnTo>
                    <a:pt x="4959768" y="935464"/>
                  </a:lnTo>
                  <a:lnTo>
                    <a:pt x="4960104" y="930064"/>
                  </a:lnTo>
                  <a:lnTo>
                    <a:pt x="4960440" y="925552"/>
                  </a:lnTo>
                  <a:lnTo>
                    <a:pt x="4960777" y="921360"/>
                  </a:lnTo>
                  <a:lnTo>
                    <a:pt x="4961113" y="918223"/>
                  </a:lnTo>
                  <a:lnTo>
                    <a:pt x="4961450" y="914594"/>
                  </a:lnTo>
                  <a:lnTo>
                    <a:pt x="4961786" y="911572"/>
                  </a:lnTo>
                  <a:lnTo>
                    <a:pt x="4962123" y="908748"/>
                  </a:lnTo>
                  <a:lnTo>
                    <a:pt x="4962459" y="904759"/>
                  </a:lnTo>
                  <a:lnTo>
                    <a:pt x="4962796" y="901000"/>
                  </a:lnTo>
                  <a:lnTo>
                    <a:pt x="4963132" y="896806"/>
                  </a:lnTo>
                  <a:lnTo>
                    <a:pt x="4963469" y="892454"/>
                  </a:lnTo>
                  <a:lnTo>
                    <a:pt x="4963805" y="888587"/>
                  </a:lnTo>
                  <a:lnTo>
                    <a:pt x="4964142" y="886505"/>
                  </a:lnTo>
                  <a:lnTo>
                    <a:pt x="4964478" y="885938"/>
                  </a:lnTo>
                  <a:lnTo>
                    <a:pt x="4964814" y="886259"/>
                  </a:lnTo>
                  <a:lnTo>
                    <a:pt x="4965151" y="888159"/>
                  </a:lnTo>
                  <a:lnTo>
                    <a:pt x="4965487" y="889156"/>
                  </a:lnTo>
                  <a:lnTo>
                    <a:pt x="4965824" y="889412"/>
                  </a:lnTo>
                  <a:lnTo>
                    <a:pt x="4966160" y="889067"/>
                  </a:lnTo>
                  <a:lnTo>
                    <a:pt x="4966497" y="889163"/>
                  </a:lnTo>
                  <a:lnTo>
                    <a:pt x="4966833" y="889221"/>
                  </a:lnTo>
                  <a:lnTo>
                    <a:pt x="4967170" y="889974"/>
                  </a:lnTo>
                  <a:lnTo>
                    <a:pt x="4967506" y="891724"/>
                  </a:lnTo>
                  <a:lnTo>
                    <a:pt x="4967843" y="893932"/>
                  </a:lnTo>
                  <a:lnTo>
                    <a:pt x="4968179" y="896227"/>
                  </a:lnTo>
                  <a:lnTo>
                    <a:pt x="4968516" y="898606"/>
                  </a:lnTo>
                  <a:lnTo>
                    <a:pt x="4968852" y="900066"/>
                  </a:lnTo>
                  <a:lnTo>
                    <a:pt x="4969188" y="900510"/>
                  </a:lnTo>
                  <a:lnTo>
                    <a:pt x="4969525" y="900931"/>
                  </a:lnTo>
                  <a:lnTo>
                    <a:pt x="4969861" y="900702"/>
                  </a:lnTo>
                  <a:lnTo>
                    <a:pt x="4970198" y="899500"/>
                  </a:lnTo>
                  <a:lnTo>
                    <a:pt x="4970534" y="896886"/>
                  </a:lnTo>
                  <a:lnTo>
                    <a:pt x="4970871" y="894169"/>
                  </a:lnTo>
                  <a:lnTo>
                    <a:pt x="4971207" y="891100"/>
                  </a:lnTo>
                  <a:lnTo>
                    <a:pt x="4971544" y="887680"/>
                  </a:lnTo>
                  <a:lnTo>
                    <a:pt x="4971880" y="884078"/>
                  </a:lnTo>
                  <a:lnTo>
                    <a:pt x="4972217" y="879171"/>
                  </a:lnTo>
                  <a:lnTo>
                    <a:pt x="4972553" y="874585"/>
                  </a:lnTo>
                  <a:lnTo>
                    <a:pt x="4972890" y="869320"/>
                  </a:lnTo>
                  <a:lnTo>
                    <a:pt x="4973226" y="863615"/>
                  </a:lnTo>
                  <a:lnTo>
                    <a:pt x="4973562" y="858268"/>
                  </a:lnTo>
                  <a:lnTo>
                    <a:pt x="4973899" y="852112"/>
                  </a:lnTo>
                  <a:lnTo>
                    <a:pt x="4974235" y="845166"/>
                  </a:lnTo>
                  <a:lnTo>
                    <a:pt x="4974572" y="837370"/>
                  </a:lnTo>
                  <a:lnTo>
                    <a:pt x="4974908" y="828197"/>
                  </a:lnTo>
                  <a:lnTo>
                    <a:pt x="4975245" y="818695"/>
                  </a:lnTo>
                  <a:lnTo>
                    <a:pt x="4975581" y="809666"/>
                  </a:lnTo>
                  <a:lnTo>
                    <a:pt x="4975918" y="802434"/>
                  </a:lnTo>
                  <a:lnTo>
                    <a:pt x="4976254" y="794337"/>
                  </a:lnTo>
                  <a:lnTo>
                    <a:pt x="4976591" y="787037"/>
                  </a:lnTo>
                  <a:lnTo>
                    <a:pt x="4976927" y="778776"/>
                  </a:lnTo>
                  <a:lnTo>
                    <a:pt x="4977264" y="770462"/>
                  </a:lnTo>
                  <a:lnTo>
                    <a:pt x="4977600" y="760873"/>
                  </a:lnTo>
                  <a:lnTo>
                    <a:pt x="4977936" y="750920"/>
                  </a:lnTo>
                  <a:lnTo>
                    <a:pt x="4978273" y="741151"/>
                  </a:lnTo>
                  <a:lnTo>
                    <a:pt x="4978609" y="733056"/>
                  </a:lnTo>
                  <a:lnTo>
                    <a:pt x="4978946" y="724752"/>
                  </a:lnTo>
                  <a:lnTo>
                    <a:pt x="4979282" y="718165"/>
                  </a:lnTo>
                  <a:lnTo>
                    <a:pt x="4979619" y="711758"/>
                  </a:lnTo>
                  <a:lnTo>
                    <a:pt x="4979955" y="705573"/>
                  </a:lnTo>
                  <a:lnTo>
                    <a:pt x="4980292" y="699988"/>
                  </a:lnTo>
                  <a:lnTo>
                    <a:pt x="4980628" y="695208"/>
                  </a:lnTo>
                  <a:lnTo>
                    <a:pt x="4980965" y="691065"/>
                  </a:lnTo>
                  <a:lnTo>
                    <a:pt x="4981301" y="686182"/>
                  </a:lnTo>
                  <a:lnTo>
                    <a:pt x="4981637" y="680922"/>
                  </a:lnTo>
                  <a:lnTo>
                    <a:pt x="4981974" y="678101"/>
                  </a:lnTo>
                  <a:lnTo>
                    <a:pt x="4982310" y="675462"/>
                  </a:lnTo>
                  <a:lnTo>
                    <a:pt x="4982647" y="673362"/>
                  </a:lnTo>
                  <a:lnTo>
                    <a:pt x="4982983" y="671768"/>
                  </a:lnTo>
                  <a:lnTo>
                    <a:pt x="4983320" y="671068"/>
                  </a:lnTo>
                  <a:lnTo>
                    <a:pt x="4983656" y="670906"/>
                  </a:lnTo>
                  <a:lnTo>
                    <a:pt x="4983993" y="670167"/>
                  </a:lnTo>
                  <a:lnTo>
                    <a:pt x="4984329" y="670050"/>
                  </a:lnTo>
                  <a:lnTo>
                    <a:pt x="4984666" y="669709"/>
                  </a:lnTo>
                  <a:lnTo>
                    <a:pt x="4985002" y="669171"/>
                  </a:lnTo>
                  <a:lnTo>
                    <a:pt x="4985339" y="668092"/>
                  </a:lnTo>
                  <a:lnTo>
                    <a:pt x="4985675" y="666815"/>
                  </a:lnTo>
                  <a:lnTo>
                    <a:pt x="4986011" y="664913"/>
                  </a:lnTo>
                  <a:lnTo>
                    <a:pt x="4986348" y="663075"/>
                  </a:lnTo>
                  <a:lnTo>
                    <a:pt x="4986684" y="660860"/>
                  </a:lnTo>
                  <a:lnTo>
                    <a:pt x="4987021" y="658531"/>
                  </a:lnTo>
                  <a:lnTo>
                    <a:pt x="4987357" y="655351"/>
                  </a:lnTo>
                  <a:lnTo>
                    <a:pt x="4987694" y="650133"/>
                  </a:lnTo>
                  <a:lnTo>
                    <a:pt x="4988030" y="643915"/>
                  </a:lnTo>
                  <a:lnTo>
                    <a:pt x="4988367" y="639182"/>
                  </a:lnTo>
                  <a:lnTo>
                    <a:pt x="4988703" y="634125"/>
                  </a:lnTo>
                  <a:lnTo>
                    <a:pt x="4989040" y="628784"/>
                  </a:lnTo>
                  <a:lnTo>
                    <a:pt x="4989376" y="623504"/>
                  </a:lnTo>
                  <a:lnTo>
                    <a:pt x="4989713" y="616789"/>
                  </a:lnTo>
                  <a:lnTo>
                    <a:pt x="4990049" y="609619"/>
                  </a:lnTo>
                  <a:lnTo>
                    <a:pt x="4990385" y="603492"/>
                  </a:lnTo>
                  <a:lnTo>
                    <a:pt x="4990722" y="597308"/>
                  </a:lnTo>
                  <a:lnTo>
                    <a:pt x="4991058" y="592024"/>
                  </a:lnTo>
                  <a:lnTo>
                    <a:pt x="4991395" y="586800"/>
                  </a:lnTo>
                  <a:lnTo>
                    <a:pt x="4991731" y="582623"/>
                  </a:lnTo>
                  <a:lnTo>
                    <a:pt x="4992068" y="577762"/>
                  </a:lnTo>
                  <a:lnTo>
                    <a:pt x="4992404" y="573292"/>
                  </a:lnTo>
                  <a:lnTo>
                    <a:pt x="4992741" y="568166"/>
                  </a:lnTo>
                  <a:lnTo>
                    <a:pt x="4993077" y="563377"/>
                  </a:lnTo>
                  <a:lnTo>
                    <a:pt x="4993414" y="557711"/>
                  </a:lnTo>
                  <a:lnTo>
                    <a:pt x="4993750" y="552501"/>
                  </a:lnTo>
                  <a:lnTo>
                    <a:pt x="4994087" y="547199"/>
                  </a:lnTo>
                  <a:lnTo>
                    <a:pt x="4994423" y="541170"/>
                  </a:lnTo>
                  <a:lnTo>
                    <a:pt x="4994759" y="535826"/>
                  </a:lnTo>
                  <a:lnTo>
                    <a:pt x="4995096" y="530578"/>
                  </a:lnTo>
                  <a:lnTo>
                    <a:pt x="4995432" y="523904"/>
                  </a:lnTo>
                  <a:lnTo>
                    <a:pt x="4995769" y="519333"/>
                  </a:lnTo>
                  <a:lnTo>
                    <a:pt x="4996105" y="514486"/>
                  </a:lnTo>
                  <a:lnTo>
                    <a:pt x="4996442" y="508905"/>
                  </a:lnTo>
                  <a:lnTo>
                    <a:pt x="4996778" y="502943"/>
                  </a:lnTo>
                  <a:lnTo>
                    <a:pt x="4997115" y="497684"/>
                  </a:lnTo>
                  <a:lnTo>
                    <a:pt x="4997451" y="492737"/>
                  </a:lnTo>
                  <a:lnTo>
                    <a:pt x="4997788" y="488681"/>
                  </a:lnTo>
                  <a:lnTo>
                    <a:pt x="4998124" y="485462"/>
                  </a:lnTo>
                  <a:lnTo>
                    <a:pt x="4998461" y="484018"/>
                  </a:lnTo>
                  <a:lnTo>
                    <a:pt x="4998797" y="481820"/>
                  </a:lnTo>
                  <a:lnTo>
                    <a:pt x="4999133" y="480847"/>
                  </a:lnTo>
                  <a:lnTo>
                    <a:pt x="4999470" y="481502"/>
                  </a:lnTo>
                  <a:lnTo>
                    <a:pt x="4999806" y="483410"/>
                  </a:lnTo>
                  <a:lnTo>
                    <a:pt x="5000143" y="485939"/>
                  </a:lnTo>
                  <a:lnTo>
                    <a:pt x="5000479" y="486902"/>
                  </a:lnTo>
                  <a:lnTo>
                    <a:pt x="5000816" y="487660"/>
                  </a:lnTo>
                  <a:lnTo>
                    <a:pt x="5001152" y="489518"/>
                  </a:lnTo>
                  <a:lnTo>
                    <a:pt x="5001489" y="491628"/>
                  </a:lnTo>
                  <a:lnTo>
                    <a:pt x="5001825" y="492906"/>
                  </a:lnTo>
                  <a:lnTo>
                    <a:pt x="5002162" y="494617"/>
                  </a:lnTo>
                  <a:lnTo>
                    <a:pt x="5002498" y="496569"/>
                  </a:lnTo>
                  <a:lnTo>
                    <a:pt x="5002835" y="498264"/>
                  </a:lnTo>
                  <a:lnTo>
                    <a:pt x="5003171" y="499721"/>
                  </a:lnTo>
                  <a:lnTo>
                    <a:pt x="5003507" y="501771"/>
                  </a:lnTo>
                  <a:lnTo>
                    <a:pt x="5003844" y="502993"/>
                  </a:lnTo>
                  <a:lnTo>
                    <a:pt x="5004180" y="503468"/>
                  </a:lnTo>
                  <a:lnTo>
                    <a:pt x="5004517" y="503331"/>
                  </a:lnTo>
                  <a:lnTo>
                    <a:pt x="5004853" y="503484"/>
                  </a:lnTo>
                  <a:lnTo>
                    <a:pt x="5005190" y="502770"/>
                  </a:lnTo>
                  <a:lnTo>
                    <a:pt x="5005526" y="502732"/>
                  </a:lnTo>
                  <a:lnTo>
                    <a:pt x="5005863" y="502206"/>
                  </a:lnTo>
                  <a:lnTo>
                    <a:pt x="5006199" y="500980"/>
                  </a:lnTo>
                  <a:lnTo>
                    <a:pt x="5006536" y="500510"/>
                  </a:lnTo>
                  <a:lnTo>
                    <a:pt x="5006872" y="500737"/>
                  </a:lnTo>
                  <a:lnTo>
                    <a:pt x="5007209" y="499913"/>
                  </a:lnTo>
                  <a:lnTo>
                    <a:pt x="5007545" y="498907"/>
                  </a:lnTo>
                  <a:lnTo>
                    <a:pt x="5007881" y="497604"/>
                  </a:lnTo>
                  <a:lnTo>
                    <a:pt x="5008218" y="496043"/>
                  </a:lnTo>
                  <a:lnTo>
                    <a:pt x="5008554" y="495274"/>
                  </a:lnTo>
                  <a:lnTo>
                    <a:pt x="5008891" y="495027"/>
                  </a:lnTo>
                  <a:lnTo>
                    <a:pt x="5009227" y="495537"/>
                  </a:lnTo>
                  <a:lnTo>
                    <a:pt x="5009564" y="496686"/>
                  </a:lnTo>
                  <a:lnTo>
                    <a:pt x="5009900" y="498240"/>
                  </a:lnTo>
                  <a:lnTo>
                    <a:pt x="5010237" y="501163"/>
                  </a:lnTo>
                  <a:lnTo>
                    <a:pt x="5010573" y="504731"/>
                  </a:lnTo>
                  <a:lnTo>
                    <a:pt x="5010910" y="508746"/>
                  </a:lnTo>
                  <a:lnTo>
                    <a:pt x="5011246" y="512236"/>
                  </a:lnTo>
                  <a:lnTo>
                    <a:pt x="5011583" y="514908"/>
                  </a:lnTo>
                  <a:lnTo>
                    <a:pt x="5011919" y="517130"/>
                  </a:lnTo>
                  <a:lnTo>
                    <a:pt x="5012255" y="519561"/>
                  </a:lnTo>
                  <a:lnTo>
                    <a:pt x="5012592" y="521376"/>
                  </a:lnTo>
                  <a:lnTo>
                    <a:pt x="5012928" y="523730"/>
                  </a:lnTo>
                  <a:lnTo>
                    <a:pt x="5013265" y="525915"/>
                  </a:lnTo>
                  <a:lnTo>
                    <a:pt x="5013601" y="527063"/>
                  </a:lnTo>
                  <a:lnTo>
                    <a:pt x="5013938" y="528716"/>
                  </a:lnTo>
                  <a:lnTo>
                    <a:pt x="5014274" y="529150"/>
                  </a:lnTo>
                  <a:lnTo>
                    <a:pt x="5014611" y="529126"/>
                  </a:lnTo>
                  <a:lnTo>
                    <a:pt x="5014947" y="529327"/>
                  </a:lnTo>
                  <a:lnTo>
                    <a:pt x="5015284" y="529084"/>
                  </a:lnTo>
                  <a:lnTo>
                    <a:pt x="5015620" y="529186"/>
                  </a:lnTo>
                  <a:lnTo>
                    <a:pt x="5015956" y="529354"/>
                  </a:lnTo>
                  <a:lnTo>
                    <a:pt x="5016293" y="529013"/>
                  </a:lnTo>
                  <a:lnTo>
                    <a:pt x="5016629" y="529018"/>
                  </a:lnTo>
                  <a:lnTo>
                    <a:pt x="5016966" y="528743"/>
                  </a:lnTo>
                  <a:lnTo>
                    <a:pt x="5017302" y="527497"/>
                  </a:lnTo>
                  <a:lnTo>
                    <a:pt x="5017639" y="525151"/>
                  </a:lnTo>
                  <a:lnTo>
                    <a:pt x="5017975" y="521911"/>
                  </a:lnTo>
                  <a:lnTo>
                    <a:pt x="5018312" y="518465"/>
                  </a:lnTo>
                  <a:lnTo>
                    <a:pt x="5018648" y="514509"/>
                  </a:lnTo>
                  <a:lnTo>
                    <a:pt x="5018985" y="509833"/>
                  </a:lnTo>
                  <a:lnTo>
                    <a:pt x="5019321" y="505735"/>
                  </a:lnTo>
                  <a:lnTo>
                    <a:pt x="5019658" y="501340"/>
                  </a:lnTo>
                  <a:lnTo>
                    <a:pt x="5019994" y="496401"/>
                  </a:lnTo>
                  <a:lnTo>
                    <a:pt x="5020330" y="491842"/>
                  </a:lnTo>
                  <a:lnTo>
                    <a:pt x="5020667" y="487888"/>
                  </a:lnTo>
                  <a:lnTo>
                    <a:pt x="5021003" y="484015"/>
                  </a:lnTo>
                  <a:lnTo>
                    <a:pt x="5021340" y="479651"/>
                  </a:lnTo>
                  <a:lnTo>
                    <a:pt x="5021676" y="475841"/>
                  </a:lnTo>
                  <a:lnTo>
                    <a:pt x="5022013" y="472518"/>
                  </a:lnTo>
                  <a:lnTo>
                    <a:pt x="5022349" y="470119"/>
                  </a:lnTo>
                  <a:lnTo>
                    <a:pt x="5022686" y="468743"/>
                  </a:lnTo>
                  <a:lnTo>
                    <a:pt x="5023022" y="467491"/>
                  </a:lnTo>
                  <a:lnTo>
                    <a:pt x="5023359" y="466442"/>
                  </a:lnTo>
                  <a:lnTo>
                    <a:pt x="5023695" y="465622"/>
                  </a:lnTo>
                  <a:lnTo>
                    <a:pt x="5024032" y="465189"/>
                  </a:lnTo>
                  <a:lnTo>
                    <a:pt x="5024368" y="465928"/>
                  </a:lnTo>
                  <a:lnTo>
                    <a:pt x="5024704" y="465274"/>
                  </a:lnTo>
                  <a:lnTo>
                    <a:pt x="5025041" y="464259"/>
                  </a:lnTo>
                  <a:lnTo>
                    <a:pt x="5025377" y="461788"/>
                  </a:lnTo>
                  <a:lnTo>
                    <a:pt x="5025714" y="458271"/>
                  </a:lnTo>
                  <a:lnTo>
                    <a:pt x="5026050" y="454651"/>
                  </a:lnTo>
                  <a:lnTo>
                    <a:pt x="5026387" y="450544"/>
                  </a:lnTo>
                  <a:lnTo>
                    <a:pt x="5026723" y="445422"/>
                  </a:lnTo>
                  <a:lnTo>
                    <a:pt x="5027060" y="440458"/>
                  </a:lnTo>
                  <a:lnTo>
                    <a:pt x="5027396" y="435378"/>
                  </a:lnTo>
                  <a:lnTo>
                    <a:pt x="5027733" y="429666"/>
                  </a:lnTo>
                  <a:lnTo>
                    <a:pt x="5028069" y="422519"/>
                  </a:lnTo>
                  <a:lnTo>
                    <a:pt x="5028406" y="413482"/>
                  </a:lnTo>
                  <a:lnTo>
                    <a:pt x="5028742" y="403103"/>
                  </a:lnTo>
                  <a:lnTo>
                    <a:pt x="5029078" y="390328"/>
                  </a:lnTo>
                  <a:lnTo>
                    <a:pt x="5029415" y="376026"/>
                  </a:lnTo>
                  <a:lnTo>
                    <a:pt x="5029751" y="361743"/>
                  </a:lnTo>
                  <a:lnTo>
                    <a:pt x="5030088" y="347196"/>
                  </a:lnTo>
                  <a:lnTo>
                    <a:pt x="5030424" y="335831"/>
                  </a:lnTo>
                  <a:lnTo>
                    <a:pt x="5030761" y="325252"/>
                  </a:lnTo>
                  <a:lnTo>
                    <a:pt x="5031097" y="314464"/>
                  </a:lnTo>
                  <a:lnTo>
                    <a:pt x="5031434" y="303129"/>
                  </a:lnTo>
                  <a:lnTo>
                    <a:pt x="5031770" y="291079"/>
                  </a:lnTo>
                  <a:lnTo>
                    <a:pt x="5032107" y="278715"/>
                  </a:lnTo>
                  <a:lnTo>
                    <a:pt x="5032443" y="266740"/>
                  </a:lnTo>
                  <a:lnTo>
                    <a:pt x="5032780" y="255619"/>
                  </a:lnTo>
                  <a:lnTo>
                    <a:pt x="5033116" y="245672"/>
                  </a:lnTo>
                  <a:lnTo>
                    <a:pt x="5033452" y="238362"/>
                  </a:lnTo>
                  <a:lnTo>
                    <a:pt x="5033789" y="232339"/>
                  </a:lnTo>
                  <a:lnTo>
                    <a:pt x="5034125" y="228481"/>
                  </a:lnTo>
                  <a:lnTo>
                    <a:pt x="5034462" y="225412"/>
                  </a:lnTo>
                  <a:lnTo>
                    <a:pt x="5034798" y="222448"/>
                  </a:lnTo>
                  <a:lnTo>
                    <a:pt x="5035135" y="219720"/>
                  </a:lnTo>
                  <a:lnTo>
                    <a:pt x="5035471" y="218278"/>
                  </a:lnTo>
                  <a:lnTo>
                    <a:pt x="5035808" y="216693"/>
                  </a:lnTo>
                  <a:lnTo>
                    <a:pt x="5036144" y="215443"/>
                  </a:lnTo>
                  <a:lnTo>
                    <a:pt x="5036481" y="214880"/>
                  </a:lnTo>
                  <a:lnTo>
                    <a:pt x="5036817" y="215547"/>
                  </a:lnTo>
                  <a:lnTo>
                    <a:pt x="5037154" y="216221"/>
                  </a:lnTo>
                  <a:lnTo>
                    <a:pt x="5037490" y="217115"/>
                  </a:lnTo>
                  <a:lnTo>
                    <a:pt x="5037826" y="218679"/>
                  </a:lnTo>
                  <a:lnTo>
                    <a:pt x="5038163" y="220639"/>
                  </a:lnTo>
                  <a:lnTo>
                    <a:pt x="5038499" y="223727"/>
                  </a:lnTo>
                  <a:lnTo>
                    <a:pt x="5038836" y="227258"/>
                  </a:lnTo>
                  <a:lnTo>
                    <a:pt x="5039172" y="230545"/>
                  </a:lnTo>
                  <a:lnTo>
                    <a:pt x="5039509" y="232687"/>
                  </a:lnTo>
                  <a:lnTo>
                    <a:pt x="5039845" y="234451"/>
                  </a:lnTo>
                  <a:lnTo>
                    <a:pt x="5040182" y="236553"/>
                  </a:lnTo>
                  <a:lnTo>
                    <a:pt x="5040518" y="238127"/>
                  </a:lnTo>
                  <a:lnTo>
                    <a:pt x="5040855" y="238888"/>
                  </a:lnTo>
                  <a:lnTo>
                    <a:pt x="5041191" y="240487"/>
                  </a:lnTo>
                  <a:lnTo>
                    <a:pt x="5041528" y="242360"/>
                  </a:lnTo>
                  <a:lnTo>
                    <a:pt x="5041864" y="244733"/>
                  </a:lnTo>
                  <a:lnTo>
                    <a:pt x="5042200" y="247394"/>
                  </a:lnTo>
                  <a:lnTo>
                    <a:pt x="5042537" y="250192"/>
                  </a:lnTo>
                  <a:lnTo>
                    <a:pt x="5042873" y="252727"/>
                  </a:lnTo>
                  <a:lnTo>
                    <a:pt x="5043210" y="252772"/>
                  </a:lnTo>
                  <a:lnTo>
                    <a:pt x="5043546" y="253296"/>
                  </a:lnTo>
                  <a:lnTo>
                    <a:pt x="5043883" y="253966"/>
                  </a:lnTo>
                  <a:lnTo>
                    <a:pt x="5044219" y="253870"/>
                  </a:lnTo>
                  <a:lnTo>
                    <a:pt x="5044556" y="253820"/>
                  </a:lnTo>
                  <a:lnTo>
                    <a:pt x="5044892" y="255185"/>
                  </a:lnTo>
                  <a:lnTo>
                    <a:pt x="5045229" y="256974"/>
                  </a:lnTo>
                  <a:lnTo>
                    <a:pt x="5045565" y="260552"/>
                  </a:lnTo>
                  <a:lnTo>
                    <a:pt x="5045901" y="263587"/>
                  </a:lnTo>
                  <a:lnTo>
                    <a:pt x="5046238" y="268196"/>
                  </a:lnTo>
                  <a:lnTo>
                    <a:pt x="5046574" y="271820"/>
                  </a:lnTo>
                  <a:lnTo>
                    <a:pt x="5046911" y="275507"/>
                  </a:lnTo>
                  <a:lnTo>
                    <a:pt x="5047247" y="278842"/>
                  </a:lnTo>
                  <a:lnTo>
                    <a:pt x="5047584" y="282131"/>
                  </a:lnTo>
                  <a:lnTo>
                    <a:pt x="5047920" y="285207"/>
                  </a:lnTo>
                  <a:lnTo>
                    <a:pt x="5048257" y="287752"/>
                  </a:lnTo>
                  <a:lnTo>
                    <a:pt x="5048593" y="291790"/>
                  </a:lnTo>
                  <a:lnTo>
                    <a:pt x="5048930" y="295355"/>
                  </a:lnTo>
                  <a:lnTo>
                    <a:pt x="5049266" y="297880"/>
                  </a:lnTo>
                  <a:lnTo>
                    <a:pt x="5049603" y="300570"/>
                  </a:lnTo>
                  <a:lnTo>
                    <a:pt x="5049939" y="302256"/>
                  </a:lnTo>
                  <a:lnTo>
                    <a:pt x="5050275" y="303443"/>
                  </a:lnTo>
                  <a:lnTo>
                    <a:pt x="5050612" y="304605"/>
                  </a:lnTo>
                  <a:lnTo>
                    <a:pt x="5050948" y="304729"/>
                  </a:lnTo>
                  <a:lnTo>
                    <a:pt x="5051285" y="304707"/>
                  </a:lnTo>
                  <a:lnTo>
                    <a:pt x="5051621" y="303305"/>
                  </a:lnTo>
                  <a:lnTo>
                    <a:pt x="5051958" y="302300"/>
                  </a:lnTo>
                  <a:lnTo>
                    <a:pt x="5052294" y="301070"/>
                  </a:lnTo>
                  <a:lnTo>
                    <a:pt x="5052631" y="300145"/>
                  </a:lnTo>
                  <a:lnTo>
                    <a:pt x="5052967" y="297824"/>
                  </a:lnTo>
                  <a:lnTo>
                    <a:pt x="5053304" y="296543"/>
                  </a:lnTo>
                  <a:lnTo>
                    <a:pt x="5053640" y="293931"/>
                  </a:lnTo>
                  <a:lnTo>
                    <a:pt x="5053977" y="292002"/>
                  </a:lnTo>
                  <a:lnTo>
                    <a:pt x="5054313" y="291025"/>
                  </a:lnTo>
                  <a:lnTo>
                    <a:pt x="5054649" y="291510"/>
                  </a:lnTo>
                  <a:lnTo>
                    <a:pt x="5054986" y="294253"/>
                  </a:lnTo>
                  <a:lnTo>
                    <a:pt x="5055322" y="297979"/>
                  </a:lnTo>
                  <a:lnTo>
                    <a:pt x="5055659" y="300559"/>
                  </a:lnTo>
                  <a:lnTo>
                    <a:pt x="5055995" y="303987"/>
                  </a:lnTo>
                  <a:lnTo>
                    <a:pt x="5056332" y="308377"/>
                  </a:lnTo>
                  <a:lnTo>
                    <a:pt x="5056668" y="312542"/>
                  </a:lnTo>
                  <a:lnTo>
                    <a:pt x="5057005" y="317153"/>
                  </a:lnTo>
                  <a:lnTo>
                    <a:pt x="5057341" y="323066"/>
                  </a:lnTo>
                  <a:lnTo>
                    <a:pt x="5057678" y="327961"/>
                  </a:lnTo>
                  <a:lnTo>
                    <a:pt x="5058014" y="333302"/>
                  </a:lnTo>
                  <a:lnTo>
                    <a:pt x="5058351" y="338399"/>
                  </a:lnTo>
                  <a:lnTo>
                    <a:pt x="5058687" y="343642"/>
                  </a:lnTo>
                  <a:lnTo>
                    <a:pt x="5059023" y="348871"/>
                  </a:lnTo>
                  <a:lnTo>
                    <a:pt x="5059360" y="353522"/>
                  </a:lnTo>
                  <a:lnTo>
                    <a:pt x="5059696" y="358470"/>
                  </a:lnTo>
                  <a:lnTo>
                    <a:pt x="5060033" y="363529"/>
                  </a:lnTo>
                  <a:lnTo>
                    <a:pt x="5060369" y="368228"/>
                  </a:lnTo>
                  <a:lnTo>
                    <a:pt x="5060706" y="372680"/>
                  </a:lnTo>
                  <a:lnTo>
                    <a:pt x="5061042" y="376364"/>
                  </a:lnTo>
                  <a:lnTo>
                    <a:pt x="5061379" y="379795"/>
                  </a:lnTo>
                  <a:lnTo>
                    <a:pt x="5061715" y="383896"/>
                  </a:lnTo>
                  <a:lnTo>
                    <a:pt x="5062052" y="388022"/>
                  </a:lnTo>
                  <a:lnTo>
                    <a:pt x="5062388" y="391548"/>
                  </a:lnTo>
                  <a:lnTo>
                    <a:pt x="5062725" y="395973"/>
                  </a:lnTo>
                  <a:lnTo>
                    <a:pt x="5063061" y="398533"/>
                  </a:lnTo>
                  <a:lnTo>
                    <a:pt x="5063397" y="401427"/>
                  </a:lnTo>
                  <a:lnTo>
                    <a:pt x="5063734" y="405727"/>
                  </a:lnTo>
                  <a:lnTo>
                    <a:pt x="5064070" y="410935"/>
                  </a:lnTo>
                  <a:lnTo>
                    <a:pt x="5064407" y="416769"/>
                  </a:lnTo>
                  <a:lnTo>
                    <a:pt x="5064743" y="421408"/>
                  </a:lnTo>
                  <a:lnTo>
                    <a:pt x="5065080" y="424947"/>
                  </a:lnTo>
                  <a:lnTo>
                    <a:pt x="5065416" y="427563"/>
                  </a:lnTo>
                  <a:lnTo>
                    <a:pt x="5065753" y="429501"/>
                  </a:lnTo>
                  <a:lnTo>
                    <a:pt x="5066089" y="432069"/>
                  </a:lnTo>
                  <a:lnTo>
                    <a:pt x="5066426" y="433692"/>
                  </a:lnTo>
                  <a:lnTo>
                    <a:pt x="5066762" y="435131"/>
                  </a:lnTo>
                  <a:lnTo>
                    <a:pt x="5067099" y="436446"/>
                  </a:lnTo>
                  <a:lnTo>
                    <a:pt x="5067435" y="437696"/>
                  </a:lnTo>
                  <a:lnTo>
                    <a:pt x="5067771" y="439837"/>
                  </a:lnTo>
                  <a:lnTo>
                    <a:pt x="5068108" y="441347"/>
                  </a:lnTo>
                  <a:lnTo>
                    <a:pt x="5068444" y="442034"/>
                  </a:lnTo>
                  <a:lnTo>
                    <a:pt x="5068781" y="442024"/>
                  </a:lnTo>
                  <a:lnTo>
                    <a:pt x="5069117" y="440829"/>
                  </a:lnTo>
                  <a:lnTo>
                    <a:pt x="5069454" y="439282"/>
                  </a:lnTo>
                  <a:lnTo>
                    <a:pt x="5069790" y="439062"/>
                  </a:lnTo>
                  <a:lnTo>
                    <a:pt x="5070127" y="439319"/>
                  </a:lnTo>
                  <a:lnTo>
                    <a:pt x="5070463" y="440550"/>
                  </a:lnTo>
                  <a:lnTo>
                    <a:pt x="5070800" y="440925"/>
                  </a:lnTo>
                  <a:lnTo>
                    <a:pt x="5071136" y="442800"/>
                  </a:lnTo>
                  <a:lnTo>
                    <a:pt x="5071473" y="445067"/>
                  </a:lnTo>
                  <a:lnTo>
                    <a:pt x="5071809" y="447101"/>
                  </a:lnTo>
                  <a:lnTo>
                    <a:pt x="5072145" y="447838"/>
                  </a:lnTo>
                  <a:lnTo>
                    <a:pt x="5072482" y="449620"/>
                  </a:lnTo>
                  <a:lnTo>
                    <a:pt x="5072818" y="451800"/>
                  </a:lnTo>
                  <a:lnTo>
                    <a:pt x="5073155" y="454901"/>
                  </a:lnTo>
                  <a:lnTo>
                    <a:pt x="5073491" y="459881"/>
                  </a:lnTo>
                  <a:lnTo>
                    <a:pt x="5073828" y="463831"/>
                  </a:lnTo>
                  <a:lnTo>
                    <a:pt x="5074164" y="467735"/>
                  </a:lnTo>
                  <a:lnTo>
                    <a:pt x="5074501" y="473127"/>
                  </a:lnTo>
                  <a:lnTo>
                    <a:pt x="5074837" y="479338"/>
                  </a:lnTo>
                  <a:lnTo>
                    <a:pt x="5075174" y="486154"/>
                  </a:lnTo>
                  <a:lnTo>
                    <a:pt x="5075510" y="493149"/>
                  </a:lnTo>
                  <a:lnTo>
                    <a:pt x="5075847" y="500072"/>
                  </a:lnTo>
                  <a:lnTo>
                    <a:pt x="5076183" y="507030"/>
                  </a:lnTo>
                  <a:lnTo>
                    <a:pt x="5076519" y="514110"/>
                  </a:lnTo>
                  <a:lnTo>
                    <a:pt x="5076856" y="521323"/>
                  </a:lnTo>
                  <a:lnTo>
                    <a:pt x="5077192" y="529010"/>
                  </a:lnTo>
                  <a:lnTo>
                    <a:pt x="5077529" y="535482"/>
                  </a:lnTo>
                  <a:lnTo>
                    <a:pt x="5077865" y="542208"/>
                  </a:lnTo>
                  <a:lnTo>
                    <a:pt x="5078202" y="548364"/>
                  </a:lnTo>
                  <a:lnTo>
                    <a:pt x="5078538" y="554523"/>
                  </a:lnTo>
                  <a:lnTo>
                    <a:pt x="5078875" y="560908"/>
                  </a:lnTo>
                  <a:lnTo>
                    <a:pt x="5079211" y="567515"/>
                  </a:lnTo>
                  <a:lnTo>
                    <a:pt x="5079548" y="573910"/>
                  </a:lnTo>
                  <a:lnTo>
                    <a:pt x="5079884" y="580355"/>
                  </a:lnTo>
                  <a:lnTo>
                    <a:pt x="5080220" y="587078"/>
                  </a:lnTo>
                  <a:lnTo>
                    <a:pt x="5080557" y="594461"/>
                  </a:lnTo>
                  <a:lnTo>
                    <a:pt x="5080893" y="602422"/>
                  </a:lnTo>
                  <a:lnTo>
                    <a:pt x="5081230" y="610412"/>
                  </a:lnTo>
                  <a:lnTo>
                    <a:pt x="5081566" y="618121"/>
                  </a:lnTo>
                  <a:lnTo>
                    <a:pt x="5081903" y="626218"/>
                  </a:lnTo>
                  <a:lnTo>
                    <a:pt x="5082239" y="633766"/>
                  </a:lnTo>
                  <a:lnTo>
                    <a:pt x="5082576" y="641250"/>
                  </a:lnTo>
                  <a:lnTo>
                    <a:pt x="5082912" y="647843"/>
                  </a:lnTo>
                  <a:lnTo>
                    <a:pt x="5083249" y="654389"/>
                  </a:lnTo>
                  <a:lnTo>
                    <a:pt x="5083585" y="660611"/>
                  </a:lnTo>
                  <a:lnTo>
                    <a:pt x="5083922" y="667638"/>
                  </a:lnTo>
                  <a:lnTo>
                    <a:pt x="5084258" y="674508"/>
                  </a:lnTo>
                  <a:lnTo>
                    <a:pt x="5084594" y="681306"/>
                  </a:lnTo>
                  <a:lnTo>
                    <a:pt x="5084931" y="688267"/>
                  </a:lnTo>
                  <a:lnTo>
                    <a:pt x="5085267" y="694997"/>
                  </a:lnTo>
                  <a:lnTo>
                    <a:pt x="5085604" y="701015"/>
                  </a:lnTo>
                  <a:lnTo>
                    <a:pt x="5085940" y="706119"/>
                  </a:lnTo>
                  <a:lnTo>
                    <a:pt x="5086277" y="711321"/>
                  </a:lnTo>
                  <a:lnTo>
                    <a:pt x="5086613" y="716544"/>
                  </a:lnTo>
                  <a:lnTo>
                    <a:pt x="5086950" y="721939"/>
                  </a:lnTo>
                  <a:lnTo>
                    <a:pt x="5087286" y="727326"/>
                  </a:lnTo>
                  <a:lnTo>
                    <a:pt x="5087623" y="731281"/>
                  </a:lnTo>
                  <a:lnTo>
                    <a:pt x="5087959" y="733762"/>
                  </a:lnTo>
                  <a:lnTo>
                    <a:pt x="5088296" y="735058"/>
                  </a:lnTo>
                  <a:lnTo>
                    <a:pt x="5088632" y="735972"/>
                  </a:lnTo>
                  <a:lnTo>
                    <a:pt x="5088968" y="736938"/>
                  </a:lnTo>
                  <a:lnTo>
                    <a:pt x="5089305" y="737952"/>
                  </a:lnTo>
                  <a:lnTo>
                    <a:pt x="5089641" y="737975"/>
                  </a:lnTo>
                  <a:lnTo>
                    <a:pt x="5089978" y="738751"/>
                  </a:lnTo>
                  <a:lnTo>
                    <a:pt x="5090314" y="739000"/>
                  </a:lnTo>
                  <a:lnTo>
                    <a:pt x="5090651" y="739700"/>
                  </a:lnTo>
                  <a:lnTo>
                    <a:pt x="5090987" y="740779"/>
                  </a:lnTo>
                  <a:lnTo>
                    <a:pt x="5091324" y="741773"/>
                  </a:lnTo>
                  <a:lnTo>
                    <a:pt x="5091660" y="742535"/>
                  </a:lnTo>
                  <a:lnTo>
                    <a:pt x="5091997" y="744982"/>
                  </a:lnTo>
                  <a:lnTo>
                    <a:pt x="5092333" y="748726"/>
                  </a:lnTo>
                  <a:lnTo>
                    <a:pt x="5092670" y="754299"/>
                  </a:lnTo>
                  <a:lnTo>
                    <a:pt x="5093006" y="762287"/>
                  </a:lnTo>
                  <a:lnTo>
                    <a:pt x="5093342" y="772020"/>
                  </a:lnTo>
                  <a:lnTo>
                    <a:pt x="5093679" y="783738"/>
                  </a:lnTo>
                  <a:lnTo>
                    <a:pt x="5094015" y="796756"/>
                  </a:lnTo>
                  <a:lnTo>
                    <a:pt x="5094352" y="810358"/>
                  </a:lnTo>
                  <a:lnTo>
                    <a:pt x="5094688" y="824876"/>
                  </a:lnTo>
                  <a:lnTo>
                    <a:pt x="5095025" y="839836"/>
                  </a:lnTo>
                  <a:lnTo>
                    <a:pt x="5095361" y="856286"/>
                  </a:lnTo>
                  <a:lnTo>
                    <a:pt x="5095698" y="874511"/>
                  </a:lnTo>
                  <a:lnTo>
                    <a:pt x="5096034" y="894996"/>
                  </a:lnTo>
                  <a:lnTo>
                    <a:pt x="5096371" y="916586"/>
                  </a:lnTo>
                  <a:lnTo>
                    <a:pt x="5096707" y="939072"/>
                  </a:lnTo>
                  <a:lnTo>
                    <a:pt x="5097044" y="961328"/>
                  </a:lnTo>
                  <a:lnTo>
                    <a:pt x="5097380" y="982835"/>
                  </a:lnTo>
                  <a:lnTo>
                    <a:pt x="5097716" y="1001175"/>
                  </a:lnTo>
                  <a:lnTo>
                    <a:pt x="5098053" y="1017568"/>
                  </a:lnTo>
                  <a:lnTo>
                    <a:pt x="5098389" y="1032884"/>
                  </a:lnTo>
                  <a:lnTo>
                    <a:pt x="5098726" y="1046253"/>
                  </a:lnTo>
                  <a:lnTo>
                    <a:pt x="5099062" y="1058109"/>
                  </a:lnTo>
                  <a:lnTo>
                    <a:pt x="5099399" y="1068771"/>
                  </a:lnTo>
                  <a:lnTo>
                    <a:pt x="5099735" y="1078354"/>
                  </a:lnTo>
                  <a:lnTo>
                    <a:pt x="5100072" y="1086913"/>
                  </a:lnTo>
                  <a:lnTo>
                    <a:pt x="5100408" y="1093726"/>
                  </a:lnTo>
                  <a:lnTo>
                    <a:pt x="5100745" y="1097331"/>
                  </a:lnTo>
                  <a:lnTo>
                    <a:pt x="5101081" y="1099140"/>
                  </a:lnTo>
                  <a:lnTo>
                    <a:pt x="5101418" y="1098829"/>
                  </a:lnTo>
                  <a:lnTo>
                    <a:pt x="5101754" y="1097552"/>
                  </a:lnTo>
                  <a:lnTo>
                    <a:pt x="5102090" y="1095662"/>
                  </a:lnTo>
                  <a:lnTo>
                    <a:pt x="5102427" y="1093348"/>
                  </a:lnTo>
                  <a:lnTo>
                    <a:pt x="5102763" y="1091347"/>
                  </a:lnTo>
                  <a:lnTo>
                    <a:pt x="5103100" y="1089567"/>
                  </a:lnTo>
                  <a:lnTo>
                    <a:pt x="5103436" y="1086439"/>
                  </a:lnTo>
                  <a:lnTo>
                    <a:pt x="5103773" y="1084097"/>
                  </a:lnTo>
                  <a:lnTo>
                    <a:pt x="5104109" y="1081004"/>
                  </a:lnTo>
                  <a:lnTo>
                    <a:pt x="5104446" y="1077703"/>
                  </a:lnTo>
                  <a:lnTo>
                    <a:pt x="5104782" y="1075140"/>
                  </a:lnTo>
                  <a:lnTo>
                    <a:pt x="5105119" y="1072717"/>
                  </a:lnTo>
                  <a:lnTo>
                    <a:pt x="5105455" y="1070616"/>
                  </a:lnTo>
                  <a:lnTo>
                    <a:pt x="5105792" y="1069746"/>
                  </a:lnTo>
                  <a:lnTo>
                    <a:pt x="5106128" y="1069004"/>
                  </a:lnTo>
                  <a:lnTo>
                    <a:pt x="5106464" y="1068531"/>
                  </a:lnTo>
                  <a:lnTo>
                    <a:pt x="5106801" y="1069454"/>
                  </a:lnTo>
                  <a:lnTo>
                    <a:pt x="5107137" y="1071199"/>
                  </a:lnTo>
                  <a:lnTo>
                    <a:pt x="5107474" y="1073368"/>
                  </a:lnTo>
                  <a:lnTo>
                    <a:pt x="5107810" y="1075220"/>
                  </a:lnTo>
                  <a:lnTo>
                    <a:pt x="5108147" y="1077429"/>
                  </a:lnTo>
                  <a:lnTo>
                    <a:pt x="5108483" y="1080493"/>
                  </a:lnTo>
                  <a:lnTo>
                    <a:pt x="5108820" y="1085077"/>
                  </a:lnTo>
                  <a:lnTo>
                    <a:pt x="5109156" y="1091388"/>
                  </a:lnTo>
                  <a:lnTo>
                    <a:pt x="5109493" y="1098678"/>
                  </a:lnTo>
                  <a:lnTo>
                    <a:pt x="5109829" y="1105732"/>
                  </a:lnTo>
                  <a:lnTo>
                    <a:pt x="5110166" y="1112160"/>
                  </a:lnTo>
                  <a:lnTo>
                    <a:pt x="5110502" y="1118681"/>
                  </a:lnTo>
                  <a:lnTo>
                    <a:pt x="5110838" y="1124005"/>
                  </a:lnTo>
                  <a:lnTo>
                    <a:pt x="5111175" y="1129170"/>
                  </a:lnTo>
                  <a:lnTo>
                    <a:pt x="5111511" y="1135681"/>
                  </a:lnTo>
                  <a:lnTo>
                    <a:pt x="5111848" y="1141993"/>
                  </a:lnTo>
                  <a:lnTo>
                    <a:pt x="5112184" y="1148177"/>
                  </a:lnTo>
                  <a:lnTo>
                    <a:pt x="5112521" y="1153617"/>
                  </a:lnTo>
                  <a:lnTo>
                    <a:pt x="5112857" y="1157636"/>
                  </a:lnTo>
                  <a:lnTo>
                    <a:pt x="5113194" y="1161471"/>
                  </a:lnTo>
                  <a:lnTo>
                    <a:pt x="5113530" y="1164636"/>
                  </a:lnTo>
                  <a:lnTo>
                    <a:pt x="5113867" y="1166932"/>
                  </a:lnTo>
                  <a:lnTo>
                    <a:pt x="5114203" y="1169593"/>
                  </a:lnTo>
                  <a:lnTo>
                    <a:pt x="5114539" y="1172751"/>
                  </a:lnTo>
                  <a:lnTo>
                    <a:pt x="5114876" y="1175141"/>
                  </a:lnTo>
                  <a:lnTo>
                    <a:pt x="5115212" y="1178383"/>
                  </a:lnTo>
                  <a:lnTo>
                    <a:pt x="5115549" y="1182155"/>
                  </a:lnTo>
                  <a:lnTo>
                    <a:pt x="5115885" y="1185499"/>
                  </a:lnTo>
                  <a:lnTo>
                    <a:pt x="5116222" y="1189282"/>
                  </a:lnTo>
                  <a:lnTo>
                    <a:pt x="5116558" y="1192234"/>
                  </a:lnTo>
                  <a:lnTo>
                    <a:pt x="5116895" y="1194277"/>
                  </a:lnTo>
                  <a:lnTo>
                    <a:pt x="5117231" y="1196187"/>
                  </a:lnTo>
                  <a:lnTo>
                    <a:pt x="5117568" y="1197608"/>
                  </a:lnTo>
                  <a:lnTo>
                    <a:pt x="5117904" y="1198415"/>
                  </a:lnTo>
                  <a:lnTo>
                    <a:pt x="5118241" y="1199233"/>
                  </a:lnTo>
                  <a:lnTo>
                    <a:pt x="5118577" y="1200499"/>
                  </a:lnTo>
                  <a:lnTo>
                    <a:pt x="5118913" y="1202001"/>
                  </a:lnTo>
                  <a:lnTo>
                    <a:pt x="5119250" y="1203933"/>
                  </a:lnTo>
                  <a:lnTo>
                    <a:pt x="5119586" y="1205241"/>
                  </a:lnTo>
                  <a:lnTo>
                    <a:pt x="5119923" y="1205852"/>
                  </a:lnTo>
                  <a:lnTo>
                    <a:pt x="5120259" y="1207617"/>
                  </a:lnTo>
                  <a:lnTo>
                    <a:pt x="5120596" y="1207339"/>
                  </a:lnTo>
                  <a:lnTo>
                    <a:pt x="5120932" y="1205861"/>
                  </a:lnTo>
                  <a:lnTo>
                    <a:pt x="5121269" y="1202892"/>
                  </a:lnTo>
                  <a:lnTo>
                    <a:pt x="5121605" y="1199669"/>
                  </a:lnTo>
                  <a:lnTo>
                    <a:pt x="5121942" y="1195034"/>
                  </a:lnTo>
                  <a:lnTo>
                    <a:pt x="5122278" y="1188748"/>
                  </a:lnTo>
                  <a:lnTo>
                    <a:pt x="5122615" y="1183365"/>
                  </a:lnTo>
                  <a:lnTo>
                    <a:pt x="5122951" y="1177405"/>
                  </a:lnTo>
                  <a:lnTo>
                    <a:pt x="5123287" y="1170264"/>
                  </a:lnTo>
                  <a:lnTo>
                    <a:pt x="5123624" y="1162464"/>
                  </a:lnTo>
                  <a:lnTo>
                    <a:pt x="5123960" y="1155335"/>
                  </a:lnTo>
                  <a:lnTo>
                    <a:pt x="5124297" y="1149081"/>
                  </a:lnTo>
                  <a:lnTo>
                    <a:pt x="5124633" y="1143185"/>
                  </a:lnTo>
                  <a:lnTo>
                    <a:pt x="5124970" y="1136426"/>
                  </a:lnTo>
                  <a:lnTo>
                    <a:pt x="5125306" y="1128235"/>
                  </a:lnTo>
                  <a:lnTo>
                    <a:pt x="5125643" y="1120251"/>
                  </a:lnTo>
                  <a:lnTo>
                    <a:pt x="5125979" y="1113127"/>
                  </a:lnTo>
                  <a:lnTo>
                    <a:pt x="5126316" y="1106028"/>
                  </a:lnTo>
                  <a:lnTo>
                    <a:pt x="5126652" y="1099405"/>
                  </a:lnTo>
                  <a:lnTo>
                    <a:pt x="5126989" y="1093673"/>
                  </a:lnTo>
                  <a:lnTo>
                    <a:pt x="5127325" y="1088060"/>
                  </a:lnTo>
                  <a:lnTo>
                    <a:pt x="5127661" y="1081684"/>
                  </a:lnTo>
                  <a:lnTo>
                    <a:pt x="5127998" y="1077060"/>
                  </a:lnTo>
                  <a:lnTo>
                    <a:pt x="5128334" y="1074060"/>
                  </a:lnTo>
                  <a:lnTo>
                    <a:pt x="5128671" y="1071496"/>
                  </a:lnTo>
                  <a:lnTo>
                    <a:pt x="5129007" y="1068920"/>
                  </a:lnTo>
                  <a:lnTo>
                    <a:pt x="5129344" y="1065571"/>
                  </a:lnTo>
                  <a:lnTo>
                    <a:pt x="5129680" y="1062898"/>
                  </a:lnTo>
                  <a:lnTo>
                    <a:pt x="5130017" y="1061005"/>
                  </a:lnTo>
                  <a:lnTo>
                    <a:pt x="5130353" y="1060211"/>
                  </a:lnTo>
                  <a:lnTo>
                    <a:pt x="5130690" y="1059129"/>
                  </a:lnTo>
                  <a:lnTo>
                    <a:pt x="5131026" y="1057382"/>
                  </a:lnTo>
                  <a:lnTo>
                    <a:pt x="5131363" y="1055771"/>
                  </a:lnTo>
                  <a:lnTo>
                    <a:pt x="5131699" y="1054058"/>
                  </a:lnTo>
                  <a:lnTo>
                    <a:pt x="5132035" y="1052394"/>
                  </a:lnTo>
                  <a:lnTo>
                    <a:pt x="5132372" y="1050514"/>
                  </a:lnTo>
                  <a:lnTo>
                    <a:pt x="5132708" y="1048506"/>
                  </a:lnTo>
                  <a:lnTo>
                    <a:pt x="5133045" y="1046129"/>
                  </a:lnTo>
                  <a:lnTo>
                    <a:pt x="5133381" y="1043596"/>
                  </a:lnTo>
                  <a:lnTo>
                    <a:pt x="5133718" y="1041541"/>
                  </a:lnTo>
                  <a:lnTo>
                    <a:pt x="5134054" y="1039027"/>
                  </a:lnTo>
                  <a:lnTo>
                    <a:pt x="5134391" y="1037532"/>
                  </a:lnTo>
                  <a:lnTo>
                    <a:pt x="5134727" y="1035746"/>
                  </a:lnTo>
                  <a:lnTo>
                    <a:pt x="5135064" y="1034403"/>
                  </a:lnTo>
                  <a:lnTo>
                    <a:pt x="5135400" y="1033618"/>
                  </a:lnTo>
                  <a:lnTo>
                    <a:pt x="5135737" y="1032792"/>
                  </a:lnTo>
                  <a:lnTo>
                    <a:pt x="5136073" y="1032441"/>
                  </a:lnTo>
                  <a:lnTo>
                    <a:pt x="5136409" y="1033230"/>
                  </a:lnTo>
                  <a:lnTo>
                    <a:pt x="5136746" y="1034046"/>
                  </a:lnTo>
                  <a:lnTo>
                    <a:pt x="5137082" y="1034011"/>
                  </a:lnTo>
                  <a:lnTo>
                    <a:pt x="5137419" y="1035217"/>
                  </a:lnTo>
                  <a:lnTo>
                    <a:pt x="5137755" y="1036064"/>
                  </a:lnTo>
                  <a:lnTo>
                    <a:pt x="5138092" y="1037201"/>
                  </a:lnTo>
                  <a:lnTo>
                    <a:pt x="5138428" y="1037724"/>
                  </a:lnTo>
                  <a:lnTo>
                    <a:pt x="5138765" y="1038360"/>
                  </a:lnTo>
                  <a:lnTo>
                    <a:pt x="5139101" y="1039581"/>
                  </a:lnTo>
                  <a:lnTo>
                    <a:pt x="5139438" y="1041287"/>
                  </a:lnTo>
                  <a:lnTo>
                    <a:pt x="5139774" y="1043271"/>
                  </a:lnTo>
                  <a:lnTo>
                    <a:pt x="5140111" y="1045043"/>
                  </a:lnTo>
                  <a:lnTo>
                    <a:pt x="5140447" y="1046304"/>
                  </a:lnTo>
                  <a:lnTo>
                    <a:pt x="5140783" y="1046287"/>
                  </a:lnTo>
                  <a:lnTo>
                    <a:pt x="5141120" y="1046344"/>
                  </a:lnTo>
                  <a:lnTo>
                    <a:pt x="5141456" y="1046137"/>
                  </a:lnTo>
                  <a:lnTo>
                    <a:pt x="5141793" y="1045049"/>
                  </a:lnTo>
                  <a:lnTo>
                    <a:pt x="5142129" y="1044293"/>
                  </a:lnTo>
                  <a:lnTo>
                    <a:pt x="5142466" y="1043498"/>
                  </a:lnTo>
                  <a:lnTo>
                    <a:pt x="5142802" y="1042560"/>
                  </a:lnTo>
                  <a:lnTo>
                    <a:pt x="5143139" y="1042152"/>
                  </a:lnTo>
                  <a:lnTo>
                    <a:pt x="5143475" y="1041370"/>
                  </a:lnTo>
                  <a:lnTo>
                    <a:pt x="5143812" y="1039665"/>
                  </a:lnTo>
                  <a:lnTo>
                    <a:pt x="5144148" y="1037852"/>
                  </a:lnTo>
                  <a:lnTo>
                    <a:pt x="5144485" y="1035595"/>
                  </a:lnTo>
                  <a:lnTo>
                    <a:pt x="5144821" y="1033759"/>
                  </a:lnTo>
                  <a:lnTo>
                    <a:pt x="5145157" y="1031637"/>
                  </a:lnTo>
                  <a:lnTo>
                    <a:pt x="5145494" y="1029869"/>
                  </a:lnTo>
                  <a:lnTo>
                    <a:pt x="5145830" y="1027908"/>
                  </a:lnTo>
                  <a:lnTo>
                    <a:pt x="5146167" y="1025654"/>
                  </a:lnTo>
                  <a:lnTo>
                    <a:pt x="5146503" y="1023770"/>
                  </a:lnTo>
                  <a:lnTo>
                    <a:pt x="5146840" y="1021832"/>
                  </a:lnTo>
                  <a:lnTo>
                    <a:pt x="5147176" y="1019800"/>
                  </a:lnTo>
                  <a:lnTo>
                    <a:pt x="5147513" y="1016877"/>
                  </a:lnTo>
                  <a:lnTo>
                    <a:pt x="5147849" y="1013705"/>
                  </a:lnTo>
                  <a:lnTo>
                    <a:pt x="5148186" y="1011065"/>
                  </a:lnTo>
                  <a:lnTo>
                    <a:pt x="5148522" y="1008300"/>
                  </a:lnTo>
                  <a:lnTo>
                    <a:pt x="5148858" y="1005526"/>
                  </a:lnTo>
                  <a:lnTo>
                    <a:pt x="5149195" y="1002479"/>
                  </a:lnTo>
                  <a:lnTo>
                    <a:pt x="5149531" y="999215"/>
                  </a:lnTo>
                  <a:lnTo>
                    <a:pt x="5149868" y="995028"/>
                  </a:lnTo>
                  <a:lnTo>
                    <a:pt x="5150204" y="991483"/>
                  </a:lnTo>
                  <a:lnTo>
                    <a:pt x="5150541" y="988366"/>
                  </a:lnTo>
                  <a:lnTo>
                    <a:pt x="5150877" y="984999"/>
                  </a:lnTo>
                  <a:lnTo>
                    <a:pt x="5151214" y="981180"/>
                  </a:lnTo>
                  <a:lnTo>
                    <a:pt x="5151550" y="976686"/>
                  </a:lnTo>
                  <a:lnTo>
                    <a:pt x="5151887" y="972679"/>
                  </a:lnTo>
                  <a:lnTo>
                    <a:pt x="5152223" y="967724"/>
                  </a:lnTo>
                  <a:lnTo>
                    <a:pt x="5152560" y="962236"/>
                  </a:lnTo>
                  <a:lnTo>
                    <a:pt x="5152896" y="956436"/>
                  </a:lnTo>
                  <a:lnTo>
                    <a:pt x="5153232" y="949893"/>
                  </a:lnTo>
                  <a:lnTo>
                    <a:pt x="5153569" y="942126"/>
                  </a:lnTo>
                  <a:lnTo>
                    <a:pt x="5153905" y="933912"/>
                  </a:lnTo>
                  <a:lnTo>
                    <a:pt x="5154242" y="925657"/>
                  </a:lnTo>
                  <a:lnTo>
                    <a:pt x="5154578" y="918606"/>
                  </a:lnTo>
                  <a:lnTo>
                    <a:pt x="5154915" y="913772"/>
                  </a:lnTo>
                  <a:lnTo>
                    <a:pt x="5155251" y="909736"/>
                  </a:lnTo>
                  <a:lnTo>
                    <a:pt x="5155588" y="906776"/>
                  </a:lnTo>
                  <a:lnTo>
                    <a:pt x="5155924" y="904657"/>
                  </a:lnTo>
                  <a:lnTo>
                    <a:pt x="5156261" y="902844"/>
                  </a:lnTo>
                  <a:lnTo>
                    <a:pt x="5156597" y="900755"/>
                  </a:lnTo>
                  <a:lnTo>
                    <a:pt x="5156934" y="899793"/>
                  </a:lnTo>
                  <a:lnTo>
                    <a:pt x="5157270" y="898959"/>
                  </a:lnTo>
                  <a:lnTo>
                    <a:pt x="5157606" y="899239"/>
                  </a:lnTo>
                  <a:lnTo>
                    <a:pt x="5157943" y="899382"/>
                  </a:lnTo>
                  <a:lnTo>
                    <a:pt x="5158279" y="900065"/>
                  </a:lnTo>
                  <a:lnTo>
                    <a:pt x="5158616" y="901353"/>
                  </a:lnTo>
                  <a:lnTo>
                    <a:pt x="5158952" y="903247"/>
                  </a:lnTo>
                  <a:lnTo>
                    <a:pt x="5159289" y="905372"/>
                  </a:lnTo>
                  <a:lnTo>
                    <a:pt x="5159625" y="906680"/>
                  </a:lnTo>
                  <a:lnTo>
                    <a:pt x="5159962" y="907663"/>
                  </a:lnTo>
                  <a:lnTo>
                    <a:pt x="5160298" y="907533"/>
                  </a:lnTo>
                  <a:lnTo>
                    <a:pt x="5160635" y="905262"/>
                  </a:lnTo>
                  <a:lnTo>
                    <a:pt x="5160971" y="903937"/>
                  </a:lnTo>
                  <a:lnTo>
                    <a:pt x="5161308" y="903142"/>
                  </a:lnTo>
                  <a:lnTo>
                    <a:pt x="5161644" y="902627"/>
                  </a:lnTo>
                  <a:lnTo>
                    <a:pt x="5161980" y="901732"/>
                  </a:lnTo>
                  <a:lnTo>
                    <a:pt x="5162317" y="900410"/>
                  </a:lnTo>
                  <a:lnTo>
                    <a:pt x="5162653" y="898096"/>
                  </a:lnTo>
                  <a:lnTo>
                    <a:pt x="5162990" y="895136"/>
                  </a:lnTo>
                  <a:lnTo>
                    <a:pt x="5163326" y="890990"/>
                  </a:lnTo>
                  <a:lnTo>
                    <a:pt x="5163663" y="887240"/>
                  </a:lnTo>
                  <a:lnTo>
                    <a:pt x="5163999" y="884197"/>
                  </a:lnTo>
                  <a:lnTo>
                    <a:pt x="5164336" y="882089"/>
                  </a:lnTo>
                  <a:lnTo>
                    <a:pt x="5164672" y="880975"/>
                  </a:lnTo>
                  <a:lnTo>
                    <a:pt x="5165009" y="879571"/>
                  </a:lnTo>
                  <a:lnTo>
                    <a:pt x="5165345" y="878779"/>
                  </a:lnTo>
                  <a:lnTo>
                    <a:pt x="5165682" y="878597"/>
                  </a:lnTo>
                  <a:lnTo>
                    <a:pt x="5166018" y="879256"/>
                  </a:lnTo>
                  <a:lnTo>
                    <a:pt x="5166354" y="881253"/>
                  </a:lnTo>
                  <a:lnTo>
                    <a:pt x="5166691" y="884060"/>
                  </a:lnTo>
                  <a:lnTo>
                    <a:pt x="5167027" y="887351"/>
                  </a:lnTo>
                  <a:lnTo>
                    <a:pt x="5167364" y="890823"/>
                  </a:lnTo>
                  <a:lnTo>
                    <a:pt x="5167700" y="895024"/>
                  </a:lnTo>
                  <a:lnTo>
                    <a:pt x="5168037" y="900329"/>
                  </a:lnTo>
                  <a:lnTo>
                    <a:pt x="5168373" y="906639"/>
                  </a:lnTo>
                  <a:lnTo>
                    <a:pt x="5168710" y="913609"/>
                  </a:lnTo>
                  <a:lnTo>
                    <a:pt x="5169046" y="921755"/>
                  </a:lnTo>
                  <a:lnTo>
                    <a:pt x="5169383" y="930631"/>
                  </a:lnTo>
                  <a:lnTo>
                    <a:pt x="5169719" y="940396"/>
                  </a:lnTo>
                  <a:lnTo>
                    <a:pt x="5170056" y="949402"/>
                  </a:lnTo>
                  <a:lnTo>
                    <a:pt x="5170392" y="959175"/>
                  </a:lnTo>
                  <a:lnTo>
                    <a:pt x="5170728" y="971230"/>
                  </a:lnTo>
                  <a:lnTo>
                    <a:pt x="5171065" y="982577"/>
                  </a:lnTo>
                  <a:lnTo>
                    <a:pt x="5171401" y="993483"/>
                  </a:lnTo>
                  <a:lnTo>
                    <a:pt x="5171738" y="1004483"/>
                  </a:lnTo>
                  <a:lnTo>
                    <a:pt x="5172074" y="1015007"/>
                  </a:lnTo>
                  <a:lnTo>
                    <a:pt x="5172411" y="1025426"/>
                  </a:lnTo>
                  <a:lnTo>
                    <a:pt x="5172747" y="1035814"/>
                  </a:lnTo>
                  <a:lnTo>
                    <a:pt x="5173084" y="1045038"/>
                  </a:lnTo>
                  <a:lnTo>
                    <a:pt x="5173420" y="1054686"/>
                  </a:lnTo>
                  <a:lnTo>
                    <a:pt x="5173757" y="1064210"/>
                  </a:lnTo>
                  <a:lnTo>
                    <a:pt x="5174093" y="1072869"/>
                  </a:lnTo>
                  <a:lnTo>
                    <a:pt x="5174430" y="1080588"/>
                  </a:lnTo>
                  <a:lnTo>
                    <a:pt x="5174766" y="1087353"/>
                  </a:lnTo>
                  <a:lnTo>
                    <a:pt x="5175102" y="1094505"/>
                  </a:lnTo>
                  <a:lnTo>
                    <a:pt x="5175439" y="1100780"/>
                  </a:lnTo>
                  <a:lnTo>
                    <a:pt x="5175775" y="1105691"/>
                  </a:lnTo>
                  <a:lnTo>
                    <a:pt x="5176112" y="1109154"/>
                  </a:lnTo>
                  <a:lnTo>
                    <a:pt x="5176448" y="1110580"/>
                  </a:lnTo>
                  <a:lnTo>
                    <a:pt x="5176785" y="1111185"/>
                  </a:lnTo>
                  <a:lnTo>
                    <a:pt x="5177121" y="1111957"/>
                  </a:lnTo>
                  <a:lnTo>
                    <a:pt x="5177458" y="1113011"/>
                  </a:lnTo>
                  <a:lnTo>
                    <a:pt x="5177794" y="1114482"/>
                  </a:lnTo>
                  <a:lnTo>
                    <a:pt x="5178131" y="1116426"/>
                  </a:lnTo>
                  <a:lnTo>
                    <a:pt x="5178467" y="1117731"/>
                  </a:lnTo>
                  <a:lnTo>
                    <a:pt x="5178803" y="1118384"/>
                  </a:lnTo>
                  <a:lnTo>
                    <a:pt x="5179140" y="1119189"/>
                  </a:lnTo>
                  <a:lnTo>
                    <a:pt x="5179476" y="1119115"/>
                  </a:lnTo>
                  <a:lnTo>
                    <a:pt x="5179813" y="1119797"/>
                  </a:lnTo>
                  <a:lnTo>
                    <a:pt x="5180149" y="1120600"/>
                  </a:lnTo>
                  <a:lnTo>
                    <a:pt x="5180486" y="1121586"/>
                  </a:lnTo>
                  <a:lnTo>
                    <a:pt x="5180822" y="1121995"/>
                  </a:lnTo>
                  <a:lnTo>
                    <a:pt x="5181159" y="1122446"/>
                  </a:lnTo>
                  <a:lnTo>
                    <a:pt x="5181495" y="1121612"/>
                  </a:lnTo>
                  <a:lnTo>
                    <a:pt x="5181832" y="1120576"/>
                  </a:lnTo>
                  <a:lnTo>
                    <a:pt x="5182168" y="1119492"/>
                  </a:lnTo>
                  <a:lnTo>
                    <a:pt x="5182505" y="1117551"/>
                  </a:lnTo>
                  <a:lnTo>
                    <a:pt x="5182841" y="1114221"/>
                  </a:lnTo>
                  <a:lnTo>
                    <a:pt x="5183177" y="1111515"/>
                  </a:lnTo>
                  <a:lnTo>
                    <a:pt x="5183514" y="1108478"/>
                  </a:lnTo>
                  <a:lnTo>
                    <a:pt x="5183850" y="1106362"/>
                  </a:lnTo>
                  <a:lnTo>
                    <a:pt x="5184187" y="1104818"/>
                  </a:lnTo>
                  <a:lnTo>
                    <a:pt x="5184523" y="1104052"/>
                  </a:lnTo>
                  <a:lnTo>
                    <a:pt x="5184860" y="1103264"/>
                  </a:lnTo>
                  <a:lnTo>
                    <a:pt x="5185196" y="1102586"/>
                  </a:lnTo>
                  <a:lnTo>
                    <a:pt x="5185533" y="1101386"/>
                  </a:lnTo>
                  <a:lnTo>
                    <a:pt x="5185869" y="1099149"/>
                  </a:lnTo>
                  <a:lnTo>
                    <a:pt x="5186206" y="1096657"/>
                  </a:lnTo>
                  <a:lnTo>
                    <a:pt x="5186542" y="1093714"/>
                  </a:lnTo>
                  <a:lnTo>
                    <a:pt x="5186879" y="1091890"/>
                  </a:lnTo>
                  <a:lnTo>
                    <a:pt x="5187215" y="1091615"/>
                  </a:lnTo>
                  <a:lnTo>
                    <a:pt x="5187551" y="1091590"/>
                  </a:lnTo>
                  <a:lnTo>
                    <a:pt x="5187888" y="1092185"/>
                  </a:lnTo>
                  <a:lnTo>
                    <a:pt x="5188224" y="1094392"/>
                  </a:lnTo>
                  <a:lnTo>
                    <a:pt x="5188561" y="1096920"/>
                  </a:lnTo>
                  <a:lnTo>
                    <a:pt x="5188897" y="1098919"/>
                  </a:lnTo>
                  <a:lnTo>
                    <a:pt x="5189234" y="1101219"/>
                  </a:lnTo>
                  <a:lnTo>
                    <a:pt x="5189570" y="1104715"/>
                  </a:lnTo>
                  <a:lnTo>
                    <a:pt x="5189907" y="1106560"/>
                  </a:lnTo>
                  <a:lnTo>
                    <a:pt x="5190243" y="1109273"/>
                  </a:lnTo>
                  <a:lnTo>
                    <a:pt x="5190580" y="1113850"/>
                  </a:lnTo>
                  <a:lnTo>
                    <a:pt x="5190916" y="1119465"/>
                  </a:lnTo>
                  <a:lnTo>
                    <a:pt x="5191253" y="1125053"/>
                  </a:lnTo>
                  <a:lnTo>
                    <a:pt x="5191589" y="1130683"/>
                  </a:lnTo>
                  <a:lnTo>
                    <a:pt x="5191925" y="1135301"/>
                  </a:lnTo>
                  <a:lnTo>
                    <a:pt x="5192262" y="1140469"/>
                  </a:lnTo>
                  <a:lnTo>
                    <a:pt x="5192598" y="1147043"/>
                  </a:lnTo>
                  <a:lnTo>
                    <a:pt x="5192935" y="1154271"/>
                  </a:lnTo>
                  <a:lnTo>
                    <a:pt x="5193271" y="1161236"/>
                  </a:lnTo>
                  <a:lnTo>
                    <a:pt x="5193608" y="1169010"/>
                  </a:lnTo>
                  <a:lnTo>
                    <a:pt x="5193944" y="1177521"/>
                  </a:lnTo>
                  <a:lnTo>
                    <a:pt x="5194281" y="1185424"/>
                  </a:lnTo>
                  <a:lnTo>
                    <a:pt x="5194617" y="1193174"/>
                  </a:lnTo>
                  <a:lnTo>
                    <a:pt x="5194954" y="1201908"/>
                  </a:lnTo>
                  <a:lnTo>
                    <a:pt x="5195290" y="1209720"/>
                  </a:lnTo>
                  <a:lnTo>
                    <a:pt x="5195627" y="1216139"/>
                  </a:lnTo>
                  <a:lnTo>
                    <a:pt x="5195963" y="1221761"/>
                  </a:lnTo>
                  <a:lnTo>
                    <a:pt x="5196299" y="1227953"/>
                  </a:lnTo>
                  <a:lnTo>
                    <a:pt x="5196636" y="1235011"/>
                  </a:lnTo>
                  <a:lnTo>
                    <a:pt x="5196972" y="1242315"/>
                  </a:lnTo>
                  <a:lnTo>
                    <a:pt x="5197309" y="1249789"/>
                  </a:lnTo>
                  <a:lnTo>
                    <a:pt x="5197645" y="1256402"/>
                  </a:lnTo>
                  <a:lnTo>
                    <a:pt x="5197982" y="1262665"/>
                  </a:lnTo>
                  <a:lnTo>
                    <a:pt x="5198318" y="1268994"/>
                  </a:lnTo>
                  <a:lnTo>
                    <a:pt x="5198655" y="1274533"/>
                  </a:lnTo>
                  <a:lnTo>
                    <a:pt x="5198991" y="1279726"/>
                  </a:lnTo>
                  <a:lnTo>
                    <a:pt x="5199328" y="1285523"/>
                  </a:lnTo>
                  <a:lnTo>
                    <a:pt x="5199664" y="1291446"/>
                  </a:lnTo>
                  <a:lnTo>
                    <a:pt x="5200001" y="1297934"/>
                  </a:lnTo>
                  <a:lnTo>
                    <a:pt x="5200337" y="1304655"/>
                  </a:lnTo>
                  <a:lnTo>
                    <a:pt x="5200673" y="1311881"/>
                  </a:lnTo>
                  <a:lnTo>
                    <a:pt x="5201010" y="1319459"/>
                  </a:lnTo>
                  <a:lnTo>
                    <a:pt x="5201346" y="1326486"/>
                  </a:lnTo>
                  <a:lnTo>
                    <a:pt x="5201683" y="1331450"/>
                  </a:lnTo>
                  <a:lnTo>
                    <a:pt x="5202019" y="1335553"/>
                  </a:lnTo>
                  <a:lnTo>
                    <a:pt x="5202356" y="1338408"/>
                  </a:lnTo>
                  <a:lnTo>
                    <a:pt x="5202692" y="1341419"/>
                  </a:lnTo>
                  <a:lnTo>
                    <a:pt x="5203029" y="1344694"/>
                  </a:lnTo>
                  <a:lnTo>
                    <a:pt x="5203365" y="1347633"/>
                  </a:lnTo>
                  <a:lnTo>
                    <a:pt x="5203702" y="1350441"/>
                  </a:lnTo>
                  <a:lnTo>
                    <a:pt x="5204038" y="1353200"/>
                  </a:lnTo>
                  <a:lnTo>
                    <a:pt x="5204375" y="1354974"/>
                  </a:lnTo>
                  <a:lnTo>
                    <a:pt x="5204711" y="1354546"/>
                  </a:lnTo>
                  <a:lnTo>
                    <a:pt x="5205047" y="1353321"/>
                  </a:lnTo>
                  <a:lnTo>
                    <a:pt x="5205384" y="1352134"/>
                  </a:lnTo>
                  <a:lnTo>
                    <a:pt x="5205720" y="1350325"/>
                  </a:lnTo>
                  <a:lnTo>
                    <a:pt x="5206057" y="1348587"/>
                  </a:lnTo>
                  <a:lnTo>
                    <a:pt x="5206393" y="1346556"/>
                  </a:lnTo>
                  <a:lnTo>
                    <a:pt x="5206730" y="1345378"/>
                  </a:lnTo>
                  <a:lnTo>
                    <a:pt x="5207066" y="1343642"/>
                  </a:lnTo>
                  <a:lnTo>
                    <a:pt x="5207403" y="1341550"/>
                  </a:lnTo>
                  <a:lnTo>
                    <a:pt x="5207739" y="1339188"/>
                  </a:lnTo>
                  <a:lnTo>
                    <a:pt x="5208076" y="1336275"/>
                  </a:lnTo>
                  <a:lnTo>
                    <a:pt x="5208412" y="1333174"/>
                  </a:lnTo>
                  <a:lnTo>
                    <a:pt x="5208749" y="1329498"/>
                  </a:lnTo>
                  <a:lnTo>
                    <a:pt x="5209085" y="1325802"/>
                  </a:lnTo>
                  <a:lnTo>
                    <a:pt x="5209421" y="1321191"/>
                  </a:lnTo>
                  <a:lnTo>
                    <a:pt x="5209758" y="1317062"/>
                  </a:lnTo>
                  <a:lnTo>
                    <a:pt x="5210094" y="1313616"/>
                  </a:lnTo>
                  <a:lnTo>
                    <a:pt x="5210431" y="1308943"/>
                  </a:lnTo>
                  <a:lnTo>
                    <a:pt x="5210767" y="1303805"/>
                  </a:lnTo>
                  <a:lnTo>
                    <a:pt x="5211104" y="1299153"/>
                  </a:lnTo>
                  <a:lnTo>
                    <a:pt x="5211440" y="1295722"/>
                  </a:lnTo>
                  <a:lnTo>
                    <a:pt x="5211777" y="1292363"/>
                  </a:lnTo>
                  <a:lnTo>
                    <a:pt x="5212113" y="1288611"/>
                  </a:lnTo>
                  <a:lnTo>
                    <a:pt x="5212450" y="1285328"/>
                  </a:lnTo>
                  <a:lnTo>
                    <a:pt x="5212786" y="1282428"/>
                  </a:lnTo>
                  <a:lnTo>
                    <a:pt x="5213122" y="1279735"/>
                  </a:lnTo>
                  <a:lnTo>
                    <a:pt x="5213459" y="1276730"/>
                  </a:lnTo>
                  <a:lnTo>
                    <a:pt x="5213795" y="1273821"/>
                  </a:lnTo>
                  <a:lnTo>
                    <a:pt x="5214132" y="1271211"/>
                  </a:lnTo>
                  <a:lnTo>
                    <a:pt x="5214468" y="1268531"/>
                  </a:lnTo>
                  <a:lnTo>
                    <a:pt x="5214805" y="1266115"/>
                  </a:lnTo>
                  <a:lnTo>
                    <a:pt x="5215141" y="1263745"/>
                  </a:lnTo>
                  <a:lnTo>
                    <a:pt x="5215478" y="1260708"/>
                  </a:lnTo>
                  <a:lnTo>
                    <a:pt x="5215814" y="1258313"/>
                  </a:lnTo>
                  <a:lnTo>
                    <a:pt x="5216151" y="1255972"/>
                  </a:lnTo>
                  <a:lnTo>
                    <a:pt x="5216487" y="1253453"/>
                  </a:lnTo>
                  <a:lnTo>
                    <a:pt x="5216824" y="1251281"/>
                  </a:lnTo>
                  <a:lnTo>
                    <a:pt x="5217160" y="1249816"/>
                  </a:lnTo>
                  <a:lnTo>
                    <a:pt x="5217496" y="1248473"/>
                  </a:lnTo>
                  <a:lnTo>
                    <a:pt x="5217833" y="1247756"/>
                  </a:lnTo>
                  <a:lnTo>
                    <a:pt x="5218169" y="1248398"/>
                  </a:lnTo>
                  <a:lnTo>
                    <a:pt x="5218506" y="1249637"/>
                  </a:lnTo>
                  <a:lnTo>
                    <a:pt x="5218842" y="1251729"/>
                  </a:lnTo>
                  <a:lnTo>
                    <a:pt x="5219179" y="1254188"/>
                  </a:lnTo>
                  <a:lnTo>
                    <a:pt x="5219515" y="1258041"/>
                  </a:lnTo>
                  <a:lnTo>
                    <a:pt x="5219852" y="1263449"/>
                  </a:lnTo>
                  <a:lnTo>
                    <a:pt x="5220188" y="1270064"/>
                  </a:lnTo>
                  <a:lnTo>
                    <a:pt x="5220525" y="1278350"/>
                  </a:lnTo>
                  <a:lnTo>
                    <a:pt x="5220861" y="1288476"/>
                  </a:lnTo>
                  <a:lnTo>
                    <a:pt x="5221198" y="1298784"/>
                  </a:lnTo>
                  <a:lnTo>
                    <a:pt x="5221534" y="1308914"/>
                  </a:lnTo>
                  <a:lnTo>
                    <a:pt x="5221870" y="1318277"/>
                  </a:lnTo>
                  <a:lnTo>
                    <a:pt x="5222207" y="1325858"/>
                  </a:lnTo>
                  <a:lnTo>
                    <a:pt x="5222543" y="1333178"/>
                  </a:lnTo>
                  <a:lnTo>
                    <a:pt x="5222880" y="1339329"/>
                  </a:lnTo>
                  <a:lnTo>
                    <a:pt x="5223216" y="1343958"/>
                  </a:lnTo>
                  <a:lnTo>
                    <a:pt x="5223553" y="1347256"/>
                  </a:lnTo>
                  <a:lnTo>
                    <a:pt x="5223889" y="1349613"/>
                  </a:lnTo>
                  <a:lnTo>
                    <a:pt x="5224226" y="1349916"/>
                  </a:lnTo>
                  <a:lnTo>
                    <a:pt x="5224562" y="1349573"/>
                  </a:lnTo>
                  <a:lnTo>
                    <a:pt x="5224899" y="1347607"/>
                  </a:lnTo>
                  <a:lnTo>
                    <a:pt x="5225235" y="1344627"/>
                  </a:lnTo>
                  <a:lnTo>
                    <a:pt x="5225572" y="1340085"/>
                  </a:lnTo>
                  <a:lnTo>
                    <a:pt x="5225908" y="1334590"/>
                  </a:lnTo>
                  <a:lnTo>
                    <a:pt x="5226244" y="1328708"/>
                  </a:lnTo>
                  <a:lnTo>
                    <a:pt x="5226581" y="1321993"/>
                  </a:lnTo>
                  <a:lnTo>
                    <a:pt x="5226917" y="1316313"/>
                  </a:lnTo>
                  <a:lnTo>
                    <a:pt x="5227254" y="1310791"/>
                  </a:lnTo>
                  <a:lnTo>
                    <a:pt x="5227590" y="1304841"/>
                  </a:lnTo>
                  <a:lnTo>
                    <a:pt x="5227927" y="1299907"/>
                  </a:lnTo>
                  <a:lnTo>
                    <a:pt x="5228263" y="1293450"/>
                  </a:lnTo>
                  <a:lnTo>
                    <a:pt x="5228600" y="1286349"/>
                  </a:lnTo>
                  <a:lnTo>
                    <a:pt x="5228936" y="1279366"/>
                  </a:lnTo>
                  <a:lnTo>
                    <a:pt x="5229273" y="1272451"/>
                  </a:lnTo>
                  <a:lnTo>
                    <a:pt x="5229609" y="1265747"/>
                  </a:lnTo>
                  <a:lnTo>
                    <a:pt x="5229946" y="1259711"/>
                  </a:lnTo>
                  <a:lnTo>
                    <a:pt x="5230282" y="1253672"/>
                  </a:lnTo>
                  <a:lnTo>
                    <a:pt x="5230618" y="1248979"/>
                  </a:lnTo>
                  <a:lnTo>
                    <a:pt x="5230955" y="1244112"/>
                  </a:lnTo>
                  <a:lnTo>
                    <a:pt x="5231291" y="1238490"/>
                  </a:lnTo>
                  <a:lnTo>
                    <a:pt x="5231628" y="1232823"/>
                  </a:lnTo>
                  <a:lnTo>
                    <a:pt x="5231964" y="1225922"/>
                  </a:lnTo>
                  <a:lnTo>
                    <a:pt x="5232301" y="1219480"/>
                  </a:lnTo>
                  <a:lnTo>
                    <a:pt x="5232637" y="1213424"/>
                  </a:lnTo>
                  <a:lnTo>
                    <a:pt x="5232974" y="1206104"/>
                  </a:lnTo>
                  <a:lnTo>
                    <a:pt x="5233310" y="1200225"/>
                  </a:lnTo>
                  <a:lnTo>
                    <a:pt x="5233647" y="1195277"/>
                  </a:lnTo>
                  <a:lnTo>
                    <a:pt x="5233983" y="1189738"/>
                  </a:lnTo>
                  <a:lnTo>
                    <a:pt x="5234320" y="1185278"/>
                  </a:lnTo>
                  <a:lnTo>
                    <a:pt x="5234656" y="1180609"/>
                  </a:lnTo>
                  <a:lnTo>
                    <a:pt x="5234992" y="1175927"/>
                  </a:lnTo>
                  <a:lnTo>
                    <a:pt x="5235329" y="1170096"/>
                  </a:lnTo>
                  <a:lnTo>
                    <a:pt x="5235665" y="1163901"/>
                  </a:lnTo>
                  <a:lnTo>
                    <a:pt x="5236002" y="1158152"/>
                  </a:lnTo>
                  <a:lnTo>
                    <a:pt x="5236338" y="1151691"/>
                  </a:lnTo>
                  <a:lnTo>
                    <a:pt x="5236675" y="1145275"/>
                  </a:lnTo>
                  <a:lnTo>
                    <a:pt x="5237011" y="1138416"/>
                  </a:lnTo>
                  <a:lnTo>
                    <a:pt x="5237348" y="1131260"/>
                  </a:lnTo>
                  <a:lnTo>
                    <a:pt x="5237684" y="1123857"/>
                  </a:lnTo>
                  <a:lnTo>
                    <a:pt x="5238021" y="1116500"/>
                  </a:lnTo>
                  <a:lnTo>
                    <a:pt x="5238357" y="1108633"/>
                  </a:lnTo>
                  <a:lnTo>
                    <a:pt x="5238694" y="1101631"/>
                  </a:lnTo>
                  <a:lnTo>
                    <a:pt x="5239030" y="1095053"/>
                  </a:lnTo>
                  <a:lnTo>
                    <a:pt x="5239366" y="1089307"/>
                  </a:lnTo>
                  <a:lnTo>
                    <a:pt x="5239703" y="1083622"/>
                  </a:lnTo>
                  <a:lnTo>
                    <a:pt x="5240039" y="1078175"/>
                  </a:lnTo>
                  <a:lnTo>
                    <a:pt x="5240376" y="1073087"/>
                  </a:lnTo>
                  <a:lnTo>
                    <a:pt x="5240712" y="1068093"/>
                  </a:lnTo>
                  <a:lnTo>
                    <a:pt x="5241049" y="1063127"/>
                  </a:lnTo>
                  <a:lnTo>
                    <a:pt x="5241385" y="1058466"/>
                  </a:lnTo>
                  <a:lnTo>
                    <a:pt x="5241722" y="1052599"/>
                  </a:lnTo>
                  <a:lnTo>
                    <a:pt x="5242058" y="1047637"/>
                  </a:lnTo>
                  <a:lnTo>
                    <a:pt x="5242395" y="1042966"/>
                  </a:lnTo>
                  <a:lnTo>
                    <a:pt x="5242731" y="1038530"/>
                  </a:lnTo>
                  <a:lnTo>
                    <a:pt x="5243068" y="1034782"/>
                  </a:lnTo>
                  <a:lnTo>
                    <a:pt x="5243404" y="1032457"/>
                  </a:lnTo>
                  <a:lnTo>
                    <a:pt x="5243740" y="1031900"/>
                  </a:lnTo>
                  <a:lnTo>
                    <a:pt x="5244077" y="1032041"/>
                  </a:lnTo>
                  <a:lnTo>
                    <a:pt x="5244413" y="1032521"/>
                  </a:lnTo>
                  <a:lnTo>
                    <a:pt x="5244750" y="1033943"/>
                  </a:lnTo>
                  <a:lnTo>
                    <a:pt x="5245086" y="1035301"/>
                  </a:lnTo>
                  <a:lnTo>
                    <a:pt x="5245423" y="1036514"/>
                  </a:lnTo>
                  <a:lnTo>
                    <a:pt x="5245759" y="1038682"/>
                  </a:lnTo>
                  <a:lnTo>
                    <a:pt x="5246096" y="1041356"/>
                  </a:lnTo>
                  <a:lnTo>
                    <a:pt x="5246432" y="1044952"/>
                  </a:lnTo>
                  <a:lnTo>
                    <a:pt x="5246769" y="1049810"/>
                  </a:lnTo>
                  <a:lnTo>
                    <a:pt x="5247105" y="1054773"/>
                  </a:lnTo>
                  <a:lnTo>
                    <a:pt x="5247441" y="1059944"/>
                  </a:lnTo>
                  <a:lnTo>
                    <a:pt x="5247778" y="1064718"/>
                  </a:lnTo>
                  <a:lnTo>
                    <a:pt x="5248114" y="1068464"/>
                  </a:lnTo>
                  <a:lnTo>
                    <a:pt x="5248451" y="1072402"/>
                  </a:lnTo>
                  <a:lnTo>
                    <a:pt x="5248787" y="1076532"/>
                  </a:lnTo>
                  <a:lnTo>
                    <a:pt x="5249124" y="1079671"/>
                  </a:lnTo>
                  <a:lnTo>
                    <a:pt x="5249460" y="1083221"/>
                  </a:lnTo>
                  <a:lnTo>
                    <a:pt x="5249797" y="1086409"/>
                  </a:lnTo>
                  <a:lnTo>
                    <a:pt x="5250133" y="1090559"/>
                  </a:lnTo>
                  <a:lnTo>
                    <a:pt x="5250470" y="1094616"/>
                  </a:lnTo>
                  <a:lnTo>
                    <a:pt x="5250806" y="1098569"/>
                  </a:lnTo>
                  <a:lnTo>
                    <a:pt x="5251143" y="1101529"/>
                  </a:lnTo>
                  <a:lnTo>
                    <a:pt x="5251479" y="1103906"/>
                  </a:lnTo>
                  <a:lnTo>
                    <a:pt x="5251815" y="1104003"/>
                  </a:lnTo>
                  <a:lnTo>
                    <a:pt x="5252152" y="1104048"/>
                  </a:lnTo>
                  <a:lnTo>
                    <a:pt x="5252488" y="1103983"/>
                  </a:lnTo>
                  <a:lnTo>
                    <a:pt x="5252825" y="1104581"/>
                  </a:lnTo>
                  <a:lnTo>
                    <a:pt x="5253161" y="1107140"/>
                  </a:lnTo>
                  <a:lnTo>
                    <a:pt x="5253498" y="1109820"/>
                  </a:lnTo>
                  <a:lnTo>
                    <a:pt x="5253834" y="1112697"/>
                  </a:lnTo>
                  <a:lnTo>
                    <a:pt x="5254171" y="1115123"/>
                  </a:lnTo>
                  <a:lnTo>
                    <a:pt x="5254507" y="1117110"/>
                  </a:lnTo>
                  <a:lnTo>
                    <a:pt x="5254844" y="1117754"/>
                  </a:lnTo>
                  <a:lnTo>
                    <a:pt x="5255180" y="1118998"/>
                  </a:lnTo>
                  <a:lnTo>
                    <a:pt x="5255517" y="1120762"/>
                  </a:lnTo>
                  <a:lnTo>
                    <a:pt x="5255853" y="1123182"/>
                  </a:lnTo>
                  <a:lnTo>
                    <a:pt x="5256189" y="1125036"/>
                  </a:lnTo>
                  <a:lnTo>
                    <a:pt x="5256526" y="1127742"/>
                  </a:lnTo>
                  <a:lnTo>
                    <a:pt x="5256862" y="1130918"/>
                  </a:lnTo>
                  <a:lnTo>
                    <a:pt x="5257199" y="1135572"/>
                  </a:lnTo>
                  <a:lnTo>
                    <a:pt x="5257535" y="1140300"/>
                  </a:lnTo>
                  <a:lnTo>
                    <a:pt x="5257872" y="1143621"/>
                  </a:lnTo>
                  <a:lnTo>
                    <a:pt x="5258208" y="1146412"/>
                  </a:lnTo>
                  <a:lnTo>
                    <a:pt x="5258545" y="1149196"/>
                  </a:lnTo>
                  <a:lnTo>
                    <a:pt x="5258881" y="1152067"/>
                  </a:lnTo>
                  <a:lnTo>
                    <a:pt x="5259218" y="1155260"/>
                  </a:lnTo>
                  <a:lnTo>
                    <a:pt x="5259554" y="1158666"/>
                  </a:lnTo>
                  <a:lnTo>
                    <a:pt x="5259891" y="1161866"/>
                  </a:lnTo>
                  <a:lnTo>
                    <a:pt x="5260227" y="1164385"/>
                  </a:lnTo>
                  <a:lnTo>
                    <a:pt x="5260563" y="1166697"/>
                  </a:lnTo>
                  <a:lnTo>
                    <a:pt x="5260900" y="1168190"/>
                  </a:lnTo>
                  <a:lnTo>
                    <a:pt x="5261236" y="1169442"/>
                  </a:lnTo>
                  <a:lnTo>
                    <a:pt x="5261573" y="1170182"/>
                  </a:lnTo>
                  <a:lnTo>
                    <a:pt x="5261909" y="1171019"/>
                  </a:lnTo>
                  <a:lnTo>
                    <a:pt x="5262246" y="1171695"/>
                  </a:lnTo>
                  <a:lnTo>
                    <a:pt x="5262582" y="1172214"/>
                  </a:lnTo>
                  <a:lnTo>
                    <a:pt x="5262919" y="1173278"/>
                  </a:lnTo>
                  <a:lnTo>
                    <a:pt x="5263255" y="1174421"/>
                  </a:lnTo>
                  <a:lnTo>
                    <a:pt x="5263592" y="1175414"/>
                  </a:lnTo>
                  <a:lnTo>
                    <a:pt x="5263928" y="1175790"/>
                  </a:lnTo>
                  <a:lnTo>
                    <a:pt x="5264265" y="1175809"/>
                  </a:lnTo>
                  <a:lnTo>
                    <a:pt x="5264601" y="1175349"/>
                  </a:lnTo>
                  <a:lnTo>
                    <a:pt x="5264937" y="1174687"/>
                  </a:lnTo>
                  <a:lnTo>
                    <a:pt x="5265274" y="1174360"/>
                  </a:lnTo>
                  <a:lnTo>
                    <a:pt x="5265610" y="1173225"/>
                  </a:lnTo>
                  <a:lnTo>
                    <a:pt x="5265947" y="1172185"/>
                  </a:lnTo>
                  <a:lnTo>
                    <a:pt x="5266283" y="1171116"/>
                  </a:lnTo>
                  <a:lnTo>
                    <a:pt x="5266620" y="1170682"/>
                  </a:lnTo>
                  <a:lnTo>
                    <a:pt x="5266956" y="1170745"/>
                  </a:lnTo>
                  <a:lnTo>
                    <a:pt x="5267293" y="1170735"/>
                  </a:lnTo>
                  <a:lnTo>
                    <a:pt x="5267629" y="1170503"/>
                  </a:lnTo>
                  <a:lnTo>
                    <a:pt x="5267966" y="1169792"/>
                  </a:lnTo>
                  <a:lnTo>
                    <a:pt x="5268302" y="1168881"/>
                  </a:lnTo>
                  <a:lnTo>
                    <a:pt x="5268639" y="1168687"/>
                  </a:lnTo>
                  <a:lnTo>
                    <a:pt x="5268975" y="1169337"/>
                  </a:lnTo>
                  <a:lnTo>
                    <a:pt x="5269311" y="1170357"/>
                  </a:lnTo>
                  <a:lnTo>
                    <a:pt x="5269648" y="1171593"/>
                  </a:lnTo>
                  <a:lnTo>
                    <a:pt x="5269984" y="1172742"/>
                  </a:lnTo>
                  <a:lnTo>
                    <a:pt x="5270321" y="1173740"/>
                  </a:lnTo>
                  <a:lnTo>
                    <a:pt x="5270657" y="1175264"/>
                  </a:lnTo>
                  <a:lnTo>
                    <a:pt x="5270994" y="1176751"/>
                  </a:lnTo>
                  <a:lnTo>
                    <a:pt x="5271330" y="1178230"/>
                  </a:lnTo>
                  <a:lnTo>
                    <a:pt x="5271667" y="1179626"/>
                  </a:lnTo>
                  <a:lnTo>
                    <a:pt x="5272003" y="1180646"/>
                  </a:lnTo>
                  <a:lnTo>
                    <a:pt x="5272340" y="1181961"/>
                  </a:lnTo>
                  <a:lnTo>
                    <a:pt x="5272676" y="1183334"/>
                  </a:lnTo>
                  <a:lnTo>
                    <a:pt x="5273013" y="1184836"/>
                  </a:lnTo>
                  <a:lnTo>
                    <a:pt x="5273349" y="1186627"/>
                  </a:lnTo>
                  <a:lnTo>
                    <a:pt x="5273685" y="1188998"/>
                  </a:lnTo>
                  <a:lnTo>
                    <a:pt x="5274022" y="1190963"/>
                  </a:lnTo>
                  <a:lnTo>
                    <a:pt x="5274358" y="1192941"/>
                  </a:lnTo>
                  <a:lnTo>
                    <a:pt x="5274695" y="1195858"/>
                  </a:lnTo>
                  <a:lnTo>
                    <a:pt x="5275031" y="1199533"/>
                  </a:lnTo>
                  <a:lnTo>
                    <a:pt x="5275368" y="1203963"/>
                  </a:lnTo>
                  <a:lnTo>
                    <a:pt x="5275704" y="1208956"/>
                  </a:lnTo>
                  <a:lnTo>
                    <a:pt x="5276041" y="1215306"/>
                  </a:lnTo>
                  <a:lnTo>
                    <a:pt x="5276377" y="1222143"/>
                  </a:lnTo>
                  <a:lnTo>
                    <a:pt x="5276714" y="1230029"/>
                  </a:lnTo>
                  <a:lnTo>
                    <a:pt x="5277050" y="1238276"/>
                  </a:lnTo>
                  <a:lnTo>
                    <a:pt x="5277386" y="1246313"/>
                  </a:lnTo>
                  <a:lnTo>
                    <a:pt x="5277723" y="1254860"/>
                  </a:lnTo>
                  <a:lnTo>
                    <a:pt x="5278059" y="1263808"/>
                  </a:lnTo>
                  <a:lnTo>
                    <a:pt x="5278396" y="1272874"/>
                  </a:lnTo>
                  <a:lnTo>
                    <a:pt x="5278732" y="1279792"/>
                  </a:lnTo>
                  <a:lnTo>
                    <a:pt x="5279069" y="1285954"/>
                  </a:lnTo>
                  <a:lnTo>
                    <a:pt x="5279405" y="1291786"/>
                  </a:lnTo>
                  <a:lnTo>
                    <a:pt x="5279742" y="1296793"/>
                  </a:lnTo>
                  <a:lnTo>
                    <a:pt x="5280078" y="1300974"/>
                  </a:lnTo>
                  <a:lnTo>
                    <a:pt x="5280415" y="1304548"/>
                  </a:lnTo>
                  <a:lnTo>
                    <a:pt x="5280751" y="1308459"/>
                  </a:lnTo>
                  <a:lnTo>
                    <a:pt x="5281088" y="1312004"/>
                  </a:lnTo>
                  <a:lnTo>
                    <a:pt x="5281424" y="1314984"/>
                  </a:lnTo>
                  <a:lnTo>
                    <a:pt x="5281760" y="1317806"/>
                  </a:lnTo>
                  <a:lnTo>
                    <a:pt x="5282097" y="1320920"/>
                  </a:lnTo>
                  <a:lnTo>
                    <a:pt x="5282433" y="1323821"/>
                  </a:lnTo>
                  <a:lnTo>
                    <a:pt x="5282770" y="1326425"/>
                  </a:lnTo>
                  <a:lnTo>
                    <a:pt x="5283106" y="1328095"/>
                  </a:lnTo>
                  <a:lnTo>
                    <a:pt x="5283443" y="1330222"/>
                  </a:lnTo>
                  <a:lnTo>
                    <a:pt x="5283779" y="1332531"/>
                  </a:lnTo>
                  <a:lnTo>
                    <a:pt x="5284116" y="1334635"/>
                  </a:lnTo>
                  <a:lnTo>
                    <a:pt x="5284452" y="1337235"/>
                  </a:lnTo>
                  <a:lnTo>
                    <a:pt x="5284789" y="1339730"/>
                  </a:lnTo>
                  <a:lnTo>
                    <a:pt x="5285125" y="1342262"/>
                  </a:lnTo>
                  <a:lnTo>
                    <a:pt x="5285462" y="1345659"/>
                  </a:lnTo>
                  <a:lnTo>
                    <a:pt x="5285798" y="1348611"/>
                  </a:lnTo>
                  <a:lnTo>
                    <a:pt x="5286134" y="1351218"/>
                  </a:lnTo>
                  <a:lnTo>
                    <a:pt x="5286471" y="1353096"/>
                  </a:lnTo>
                  <a:lnTo>
                    <a:pt x="5286807" y="1354130"/>
                  </a:lnTo>
                  <a:lnTo>
                    <a:pt x="5287144" y="1354380"/>
                  </a:lnTo>
                  <a:lnTo>
                    <a:pt x="5287480" y="1354315"/>
                  </a:lnTo>
                  <a:lnTo>
                    <a:pt x="5287817" y="1353701"/>
                  </a:lnTo>
                  <a:lnTo>
                    <a:pt x="5288153" y="1352439"/>
                  </a:lnTo>
                  <a:lnTo>
                    <a:pt x="5288490" y="1351205"/>
                  </a:lnTo>
                  <a:lnTo>
                    <a:pt x="5288826" y="1349956"/>
                  </a:lnTo>
                  <a:lnTo>
                    <a:pt x="5289163" y="1348781"/>
                  </a:lnTo>
                  <a:lnTo>
                    <a:pt x="5289499" y="1347763"/>
                  </a:lnTo>
                  <a:lnTo>
                    <a:pt x="5289836" y="1347029"/>
                  </a:lnTo>
                  <a:lnTo>
                    <a:pt x="5290172" y="1347601"/>
                  </a:lnTo>
                  <a:lnTo>
                    <a:pt x="5290508" y="1349082"/>
                  </a:lnTo>
                  <a:lnTo>
                    <a:pt x="5290845" y="1351585"/>
                  </a:lnTo>
                  <a:lnTo>
                    <a:pt x="5291181" y="1355667"/>
                  </a:lnTo>
                  <a:lnTo>
                    <a:pt x="5291518" y="1361247"/>
                  </a:lnTo>
                  <a:lnTo>
                    <a:pt x="5291854" y="1366498"/>
                  </a:lnTo>
                  <a:lnTo>
                    <a:pt x="5292191" y="1372764"/>
                  </a:lnTo>
                  <a:lnTo>
                    <a:pt x="5292527" y="1379263"/>
                  </a:lnTo>
                  <a:lnTo>
                    <a:pt x="5292864" y="1386225"/>
                  </a:lnTo>
                  <a:lnTo>
                    <a:pt x="5293200" y="1393601"/>
                  </a:lnTo>
                  <a:lnTo>
                    <a:pt x="5293537" y="1400044"/>
                  </a:lnTo>
                  <a:lnTo>
                    <a:pt x="5293873" y="1406787"/>
                  </a:lnTo>
                  <a:lnTo>
                    <a:pt x="5294210" y="1412541"/>
                  </a:lnTo>
                  <a:lnTo>
                    <a:pt x="5294546" y="1417583"/>
                  </a:lnTo>
                  <a:lnTo>
                    <a:pt x="5294882" y="1422796"/>
                  </a:lnTo>
                  <a:lnTo>
                    <a:pt x="5295219" y="1427830"/>
                  </a:lnTo>
                  <a:lnTo>
                    <a:pt x="5295555" y="1432602"/>
                  </a:lnTo>
                  <a:lnTo>
                    <a:pt x="5295892" y="1436982"/>
                  </a:lnTo>
                  <a:lnTo>
                    <a:pt x="5296228" y="1441269"/>
                  </a:lnTo>
                  <a:lnTo>
                    <a:pt x="5296565" y="1445285"/>
                  </a:lnTo>
                  <a:lnTo>
                    <a:pt x="5296901" y="1448810"/>
                  </a:lnTo>
                  <a:lnTo>
                    <a:pt x="5297238" y="1451413"/>
                  </a:lnTo>
                  <a:lnTo>
                    <a:pt x="5297574" y="1454026"/>
                  </a:lnTo>
                  <a:lnTo>
                    <a:pt x="5297911" y="1454849"/>
                  </a:lnTo>
                  <a:lnTo>
                    <a:pt x="5298247" y="1455385"/>
                  </a:lnTo>
                  <a:lnTo>
                    <a:pt x="5298584" y="1456698"/>
                  </a:lnTo>
                  <a:lnTo>
                    <a:pt x="5298920" y="1458298"/>
                  </a:lnTo>
                  <a:lnTo>
                    <a:pt x="5299256" y="1460945"/>
                  </a:lnTo>
                  <a:lnTo>
                    <a:pt x="5299593" y="1463723"/>
                  </a:lnTo>
                  <a:lnTo>
                    <a:pt x="5299929" y="1467845"/>
                  </a:lnTo>
                  <a:lnTo>
                    <a:pt x="5300266" y="1473319"/>
                  </a:lnTo>
                  <a:lnTo>
                    <a:pt x="5300602" y="1479236"/>
                  </a:lnTo>
                  <a:lnTo>
                    <a:pt x="5300939" y="1485002"/>
                  </a:lnTo>
                  <a:lnTo>
                    <a:pt x="5301275" y="1491164"/>
                  </a:lnTo>
                  <a:lnTo>
                    <a:pt x="5301612" y="1497104"/>
                  </a:lnTo>
                  <a:lnTo>
                    <a:pt x="5301948" y="1503804"/>
                  </a:lnTo>
                  <a:lnTo>
                    <a:pt x="5302285" y="1510582"/>
                  </a:lnTo>
                  <a:lnTo>
                    <a:pt x="5302621" y="1518272"/>
                  </a:lnTo>
                  <a:lnTo>
                    <a:pt x="5302958" y="1525989"/>
                  </a:lnTo>
                  <a:lnTo>
                    <a:pt x="5303294" y="1533093"/>
                  </a:lnTo>
                  <a:lnTo>
                    <a:pt x="5303630" y="1540595"/>
                  </a:lnTo>
                  <a:lnTo>
                    <a:pt x="5303967" y="1548021"/>
                  </a:lnTo>
                  <a:lnTo>
                    <a:pt x="5304303" y="1556158"/>
                  </a:lnTo>
                  <a:lnTo>
                    <a:pt x="5304640" y="1564791"/>
                  </a:lnTo>
                  <a:lnTo>
                    <a:pt x="5304976" y="1573097"/>
                  </a:lnTo>
                  <a:lnTo>
                    <a:pt x="5305313" y="1580967"/>
                  </a:lnTo>
                  <a:lnTo>
                    <a:pt x="5305649" y="1588811"/>
                  </a:lnTo>
                  <a:lnTo>
                    <a:pt x="5305986" y="1596134"/>
                  </a:lnTo>
                  <a:lnTo>
                    <a:pt x="5306322" y="1603172"/>
                  </a:lnTo>
                  <a:lnTo>
                    <a:pt x="5306659" y="1609583"/>
                  </a:lnTo>
                  <a:lnTo>
                    <a:pt x="5306995" y="1616195"/>
                  </a:lnTo>
                  <a:lnTo>
                    <a:pt x="5307332" y="1622843"/>
                  </a:lnTo>
                  <a:lnTo>
                    <a:pt x="5307668" y="1629110"/>
                  </a:lnTo>
                  <a:lnTo>
                    <a:pt x="5308004" y="1635175"/>
                  </a:lnTo>
                  <a:lnTo>
                    <a:pt x="5308341" y="1641213"/>
                  </a:lnTo>
                  <a:lnTo>
                    <a:pt x="5308677" y="1646945"/>
                  </a:lnTo>
                  <a:lnTo>
                    <a:pt x="5309014" y="1653884"/>
                  </a:lnTo>
                  <a:lnTo>
                    <a:pt x="5309350" y="1659917"/>
                  </a:lnTo>
                  <a:lnTo>
                    <a:pt x="5309687" y="1665667"/>
                  </a:lnTo>
                  <a:lnTo>
                    <a:pt x="5310023" y="1671902"/>
                  </a:lnTo>
                  <a:lnTo>
                    <a:pt x="5310360" y="1678099"/>
                  </a:lnTo>
                  <a:lnTo>
                    <a:pt x="5310696" y="1683286"/>
                  </a:lnTo>
                  <a:lnTo>
                    <a:pt x="5311033" y="1687103"/>
                  </a:lnTo>
                  <a:lnTo>
                    <a:pt x="5311369" y="1689914"/>
                  </a:lnTo>
                  <a:lnTo>
                    <a:pt x="5311705" y="1692534"/>
                  </a:lnTo>
                  <a:lnTo>
                    <a:pt x="5312042" y="1694128"/>
                  </a:lnTo>
                  <a:lnTo>
                    <a:pt x="5312378" y="1695099"/>
                  </a:lnTo>
                  <a:lnTo>
                    <a:pt x="5312715" y="1695808"/>
                  </a:lnTo>
                  <a:lnTo>
                    <a:pt x="5313051" y="1695556"/>
                  </a:lnTo>
                  <a:lnTo>
                    <a:pt x="5313388" y="1694769"/>
                  </a:lnTo>
                  <a:lnTo>
                    <a:pt x="5313724" y="1693635"/>
                  </a:lnTo>
                  <a:lnTo>
                    <a:pt x="5314061" y="1692004"/>
                  </a:lnTo>
                  <a:lnTo>
                    <a:pt x="5314397" y="1690181"/>
                  </a:lnTo>
                  <a:lnTo>
                    <a:pt x="5314734" y="1687304"/>
                  </a:lnTo>
                  <a:lnTo>
                    <a:pt x="5315070" y="1683678"/>
                  </a:lnTo>
                  <a:lnTo>
                    <a:pt x="5315407" y="1680863"/>
                  </a:lnTo>
                  <a:lnTo>
                    <a:pt x="5315743" y="1676754"/>
                  </a:lnTo>
                  <a:lnTo>
                    <a:pt x="5316079" y="1672783"/>
                  </a:lnTo>
                  <a:lnTo>
                    <a:pt x="5316416" y="1669419"/>
                  </a:lnTo>
                  <a:lnTo>
                    <a:pt x="5316752" y="1666183"/>
                  </a:lnTo>
                  <a:lnTo>
                    <a:pt x="5317089" y="1663285"/>
                  </a:lnTo>
                  <a:lnTo>
                    <a:pt x="5317425" y="1659853"/>
                  </a:lnTo>
                  <a:lnTo>
                    <a:pt x="5317762" y="1655480"/>
                  </a:lnTo>
                  <a:lnTo>
                    <a:pt x="5318098" y="1650340"/>
                  </a:lnTo>
                  <a:lnTo>
                    <a:pt x="5318435" y="1645390"/>
                  </a:lnTo>
                  <a:lnTo>
                    <a:pt x="5318771" y="1640390"/>
                  </a:lnTo>
                  <a:lnTo>
                    <a:pt x="5319108" y="1636821"/>
                  </a:lnTo>
                  <a:lnTo>
                    <a:pt x="5319444" y="1633743"/>
                  </a:lnTo>
                  <a:lnTo>
                    <a:pt x="5319781" y="1631434"/>
                  </a:lnTo>
                  <a:lnTo>
                    <a:pt x="5320117" y="1629623"/>
                  </a:lnTo>
                  <a:lnTo>
                    <a:pt x="5320453" y="1627060"/>
                  </a:lnTo>
                  <a:lnTo>
                    <a:pt x="5320790" y="1626014"/>
                  </a:lnTo>
                  <a:lnTo>
                    <a:pt x="5321126" y="1624662"/>
                  </a:lnTo>
                  <a:lnTo>
                    <a:pt x="5321463" y="1622255"/>
                  </a:lnTo>
                  <a:lnTo>
                    <a:pt x="5321799" y="1620383"/>
                  </a:lnTo>
                  <a:lnTo>
                    <a:pt x="5322136" y="1619436"/>
                  </a:lnTo>
                  <a:lnTo>
                    <a:pt x="5322472" y="1618923"/>
                  </a:lnTo>
                  <a:lnTo>
                    <a:pt x="5322809" y="1619525"/>
                  </a:lnTo>
                  <a:lnTo>
                    <a:pt x="5323145" y="1620605"/>
                  </a:lnTo>
                  <a:lnTo>
                    <a:pt x="5323482" y="1622868"/>
                  </a:lnTo>
                  <a:lnTo>
                    <a:pt x="5323818" y="1625018"/>
                  </a:lnTo>
                  <a:lnTo>
                    <a:pt x="5324155" y="1626858"/>
                  </a:lnTo>
                  <a:lnTo>
                    <a:pt x="5324491" y="1628232"/>
                  </a:lnTo>
                  <a:lnTo>
                    <a:pt x="5324827" y="1629050"/>
                  </a:lnTo>
                  <a:lnTo>
                    <a:pt x="5325164" y="1630318"/>
                  </a:lnTo>
                  <a:lnTo>
                    <a:pt x="5325500" y="1631395"/>
                  </a:lnTo>
                  <a:lnTo>
                    <a:pt x="5325837" y="1632725"/>
                  </a:lnTo>
                  <a:lnTo>
                    <a:pt x="5326173" y="1634218"/>
                  </a:lnTo>
                  <a:lnTo>
                    <a:pt x="5326510" y="1635791"/>
                  </a:lnTo>
                  <a:lnTo>
                    <a:pt x="5326846" y="1637540"/>
                  </a:lnTo>
                  <a:lnTo>
                    <a:pt x="5327183" y="1639255"/>
                  </a:lnTo>
                  <a:lnTo>
                    <a:pt x="5327519" y="1640688"/>
                  </a:lnTo>
                  <a:lnTo>
                    <a:pt x="5327856" y="1641417"/>
                  </a:lnTo>
                  <a:lnTo>
                    <a:pt x="5328192" y="1641901"/>
                  </a:lnTo>
                  <a:lnTo>
                    <a:pt x="5328529" y="1641978"/>
                  </a:lnTo>
                  <a:lnTo>
                    <a:pt x="5328865" y="1641914"/>
                  </a:lnTo>
                  <a:lnTo>
                    <a:pt x="5329201" y="1642241"/>
                  </a:lnTo>
                  <a:lnTo>
                    <a:pt x="5329538" y="1642583"/>
                  </a:lnTo>
                  <a:lnTo>
                    <a:pt x="5329874" y="1642891"/>
                  </a:lnTo>
                  <a:lnTo>
                    <a:pt x="5330211" y="1642952"/>
                  </a:lnTo>
                  <a:lnTo>
                    <a:pt x="5330547" y="1642528"/>
                  </a:lnTo>
                  <a:lnTo>
                    <a:pt x="5330884" y="1641375"/>
                  </a:lnTo>
                  <a:lnTo>
                    <a:pt x="5331220" y="1639675"/>
                  </a:lnTo>
                  <a:lnTo>
                    <a:pt x="5331557" y="1638171"/>
                  </a:lnTo>
                  <a:lnTo>
                    <a:pt x="5331893" y="1636985"/>
                  </a:lnTo>
                  <a:lnTo>
                    <a:pt x="5332230" y="1637020"/>
                  </a:lnTo>
                  <a:lnTo>
                    <a:pt x="5332566" y="1637354"/>
                  </a:lnTo>
                  <a:lnTo>
                    <a:pt x="5332903" y="1638291"/>
                  </a:lnTo>
                  <a:lnTo>
                    <a:pt x="5333239" y="1638565"/>
                  </a:lnTo>
                  <a:lnTo>
                    <a:pt x="5333575" y="1638310"/>
                  </a:lnTo>
                  <a:lnTo>
                    <a:pt x="5333912" y="1636571"/>
                  </a:lnTo>
                  <a:lnTo>
                    <a:pt x="5334248" y="1634058"/>
                  </a:lnTo>
                  <a:lnTo>
                    <a:pt x="5334585" y="1631038"/>
                  </a:lnTo>
                  <a:lnTo>
                    <a:pt x="5334921" y="1627550"/>
                  </a:lnTo>
                  <a:lnTo>
                    <a:pt x="5335258" y="1623148"/>
                  </a:lnTo>
                  <a:lnTo>
                    <a:pt x="5335594" y="1617851"/>
                  </a:lnTo>
                  <a:lnTo>
                    <a:pt x="5335931" y="1613610"/>
                  </a:lnTo>
                  <a:lnTo>
                    <a:pt x="5336267" y="1609332"/>
                  </a:lnTo>
                  <a:lnTo>
                    <a:pt x="5336604" y="1604482"/>
                  </a:lnTo>
                  <a:lnTo>
                    <a:pt x="5336940" y="1599089"/>
                  </a:lnTo>
                  <a:lnTo>
                    <a:pt x="5337277" y="1592879"/>
                  </a:lnTo>
                  <a:lnTo>
                    <a:pt x="5337613" y="1586160"/>
                  </a:lnTo>
                  <a:lnTo>
                    <a:pt x="5337949" y="1578576"/>
                  </a:lnTo>
                  <a:lnTo>
                    <a:pt x="5338286" y="1570864"/>
                  </a:lnTo>
                  <a:lnTo>
                    <a:pt x="5338622" y="1563048"/>
                  </a:lnTo>
                  <a:lnTo>
                    <a:pt x="5338959" y="1556268"/>
                  </a:lnTo>
                  <a:lnTo>
                    <a:pt x="5339295" y="1550702"/>
                  </a:lnTo>
                  <a:lnTo>
                    <a:pt x="5339632" y="1545067"/>
                  </a:lnTo>
                  <a:lnTo>
                    <a:pt x="5339968" y="1539874"/>
                  </a:lnTo>
                  <a:lnTo>
                    <a:pt x="5340305" y="1535269"/>
                  </a:lnTo>
                  <a:lnTo>
                    <a:pt x="5340641" y="1531237"/>
                  </a:lnTo>
                  <a:lnTo>
                    <a:pt x="5340978" y="1527137"/>
                  </a:lnTo>
                  <a:lnTo>
                    <a:pt x="5341314" y="1523435"/>
                  </a:lnTo>
                  <a:lnTo>
                    <a:pt x="5341651" y="1519503"/>
                  </a:lnTo>
                  <a:lnTo>
                    <a:pt x="5341987" y="1515759"/>
                  </a:lnTo>
                  <a:lnTo>
                    <a:pt x="5342323" y="1512512"/>
                  </a:lnTo>
                  <a:lnTo>
                    <a:pt x="5342660" y="1510040"/>
                  </a:lnTo>
                  <a:lnTo>
                    <a:pt x="5342996" y="1508579"/>
                  </a:lnTo>
                  <a:lnTo>
                    <a:pt x="5343333" y="1506980"/>
                  </a:lnTo>
                  <a:lnTo>
                    <a:pt x="5343669" y="1505464"/>
                  </a:lnTo>
                  <a:lnTo>
                    <a:pt x="5344006" y="1503606"/>
                  </a:lnTo>
                  <a:lnTo>
                    <a:pt x="5344342" y="1500956"/>
                  </a:lnTo>
                  <a:lnTo>
                    <a:pt x="5344679" y="1498584"/>
                  </a:lnTo>
                  <a:lnTo>
                    <a:pt x="5345015" y="1496609"/>
                  </a:lnTo>
                  <a:lnTo>
                    <a:pt x="5345352" y="1495209"/>
                  </a:lnTo>
                  <a:lnTo>
                    <a:pt x="5345688" y="1494072"/>
                  </a:lnTo>
                  <a:lnTo>
                    <a:pt x="5346024" y="1493669"/>
                  </a:lnTo>
                  <a:lnTo>
                    <a:pt x="5346361" y="1493765"/>
                  </a:lnTo>
                  <a:lnTo>
                    <a:pt x="5346697" y="1493672"/>
                  </a:lnTo>
                  <a:lnTo>
                    <a:pt x="5347034" y="1493900"/>
                  </a:lnTo>
                  <a:lnTo>
                    <a:pt x="5347370" y="1494243"/>
                  </a:lnTo>
                  <a:lnTo>
                    <a:pt x="5347707" y="1495216"/>
                  </a:lnTo>
                  <a:lnTo>
                    <a:pt x="5348043" y="1496826"/>
                  </a:lnTo>
                  <a:lnTo>
                    <a:pt x="5348380" y="1498699"/>
                  </a:lnTo>
                  <a:lnTo>
                    <a:pt x="5348716" y="1501087"/>
                  </a:lnTo>
                  <a:lnTo>
                    <a:pt x="5349053" y="1503680"/>
                  </a:lnTo>
                  <a:lnTo>
                    <a:pt x="5349389" y="1506393"/>
                  </a:lnTo>
                  <a:lnTo>
                    <a:pt x="5349726" y="1508746"/>
                  </a:lnTo>
                  <a:lnTo>
                    <a:pt x="5350062" y="1510855"/>
                  </a:lnTo>
                  <a:lnTo>
                    <a:pt x="5350398" y="1512859"/>
                  </a:lnTo>
                  <a:lnTo>
                    <a:pt x="5350735" y="1513516"/>
                  </a:lnTo>
                  <a:lnTo>
                    <a:pt x="5351071" y="1514440"/>
                  </a:lnTo>
                  <a:lnTo>
                    <a:pt x="5351408" y="1515363"/>
                  </a:lnTo>
                  <a:lnTo>
                    <a:pt x="5351744" y="1516633"/>
                  </a:lnTo>
                  <a:lnTo>
                    <a:pt x="5352081" y="1517854"/>
                  </a:lnTo>
                  <a:lnTo>
                    <a:pt x="5352417" y="1518696"/>
                  </a:lnTo>
                  <a:lnTo>
                    <a:pt x="5352754" y="1517402"/>
                  </a:lnTo>
                  <a:lnTo>
                    <a:pt x="5353090" y="1515345"/>
                  </a:lnTo>
                  <a:lnTo>
                    <a:pt x="5353427" y="1512706"/>
                  </a:lnTo>
                  <a:lnTo>
                    <a:pt x="5353763" y="1510013"/>
                  </a:lnTo>
                  <a:lnTo>
                    <a:pt x="5354100" y="1507543"/>
                  </a:lnTo>
                  <a:lnTo>
                    <a:pt x="5354436" y="1504896"/>
                  </a:lnTo>
                  <a:lnTo>
                    <a:pt x="5354772" y="1502430"/>
                  </a:lnTo>
                  <a:lnTo>
                    <a:pt x="5355109" y="1500170"/>
                  </a:lnTo>
                  <a:lnTo>
                    <a:pt x="5355445" y="1498482"/>
                  </a:lnTo>
                  <a:lnTo>
                    <a:pt x="5355782" y="1497198"/>
                  </a:lnTo>
                  <a:lnTo>
                    <a:pt x="5356118" y="1495958"/>
                  </a:lnTo>
                  <a:lnTo>
                    <a:pt x="5356455" y="1494935"/>
                  </a:lnTo>
                  <a:lnTo>
                    <a:pt x="5356791" y="1494322"/>
                  </a:lnTo>
                  <a:lnTo>
                    <a:pt x="5357128" y="1493790"/>
                  </a:lnTo>
                  <a:lnTo>
                    <a:pt x="5357464" y="1492527"/>
                  </a:lnTo>
                  <a:lnTo>
                    <a:pt x="5357801" y="1491732"/>
                  </a:lnTo>
                  <a:lnTo>
                    <a:pt x="5358137" y="1490889"/>
                  </a:lnTo>
                  <a:lnTo>
                    <a:pt x="5358474" y="1489999"/>
                  </a:lnTo>
                  <a:lnTo>
                    <a:pt x="5358810" y="1488972"/>
                  </a:lnTo>
                  <a:lnTo>
                    <a:pt x="5359146" y="1488360"/>
                  </a:lnTo>
                  <a:lnTo>
                    <a:pt x="5359483" y="1488208"/>
                  </a:lnTo>
                  <a:lnTo>
                    <a:pt x="5359819" y="1488732"/>
                  </a:lnTo>
                  <a:lnTo>
                    <a:pt x="5360156" y="1489590"/>
                  </a:lnTo>
                  <a:lnTo>
                    <a:pt x="5360492" y="1490118"/>
                  </a:lnTo>
                  <a:lnTo>
                    <a:pt x="5360829" y="1490812"/>
                  </a:lnTo>
                  <a:lnTo>
                    <a:pt x="5361165" y="1491674"/>
                  </a:lnTo>
                  <a:lnTo>
                    <a:pt x="5361502" y="1492754"/>
                  </a:lnTo>
                  <a:lnTo>
                    <a:pt x="5361838" y="1493889"/>
                  </a:lnTo>
                  <a:lnTo>
                    <a:pt x="5362175" y="1495342"/>
                  </a:lnTo>
                  <a:lnTo>
                    <a:pt x="5362511" y="1497744"/>
                  </a:lnTo>
                  <a:lnTo>
                    <a:pt x="5362848" y="1501088"/>
                  </a:lnTo>
                  <a:lnTo>
                    <a:pt x="5363184" y="1505553"/>
                  </a:lnTo>
                  <a:lnTo>
                    <a:pt x="5363520" y="1509645"/>
                  </a:lnTo>
                  <a:lnTo>
                    <a:pt x="5363857" y="1514370"/>
                  </a:lnTo>
                  <a:lnTo>
                    <a:pt x="5364193" y="1519101"/>
                  </a:lnTo>
                  <a:lnTo>
                    <a:pt x="5364530" y="1524008"/>
                  </a:lnTo>
                  <a:lnTo>
                    <a:pt x="5364866" y="1529039"/>
                  </a:lnTo>
                  <a:lnTo>
                    <a:pt x="5365203" y="1535083"/>
                  </a:lnTo>
                  <a:lnTo>
                    <a:pt x="5365539" y="1541682"/>
                  </a:lnTo>
                  <a:lnTo>
                    <a:pt x="5365876" y="1548429"/>
                  </a:lnTo>
                  <a:lnTo>
                    <a:pt x="5366212" y="1555389"/>
                  </a:lnTo>
                  <a:lnTo>
                    <a:pt x="5366549" y="1562372"/>
                  </a:lnTo>
                  <a:lnTo>
                    <a:pt x="5366885" y="1569084"/>
                  </a:lnTo>
                  <a:lnTo>
                    <a:pt x="5367222" y="1574473"/>
                  </a:lnTo>
                  <a:lnTo>
                    <a:pt x="5367558" y="1579676"/>
                  </a:lnTo>
                  <a:lnTo>
                    <a:pt x="5367894" y="1583306"/>
                  </a:lnTo>
                  <a:lnTo>
                    <a:pt x="5368231" y="1586063"/>
                  </a:lnTo>
                  <a:lnTo>
                    <a:pt x="5368567" y="1588871"/>
                  </a:lnTo>
                  <a:lnTo>
                    <a:pt x="5368904" y="1590926"/>
                  </a:lnTo>
                  <a:lnTo>
                    <a:pt x="5369240" y="1592568"/>
                  </a:lnTo>
                  <a:lnTo>
                    <a:pt x="5369577" y="1594281"/>
                  </a:lnTo>
                  <a:lnTo>
                    <a:pt x="5369913" y="1595980"/>
                  </a:lnTo>
                  <a:lnTo>
                    <a:pt x="5370250" y="1597297"/>
                  </a:lnTo>
                  <a:lnTo>
                    <a:pt x="5370586" y="1598307"/>
                  </a:lnTo>
                  <a:lnTo>
                    <a:pt x="5370923" y="1598452"/>
                  </a:lnTo>
                  <a:lnTo>
                    <a:pt x="5371259" y="1597664"/>
                  </a:lnTo>
                  <a:lnTo>
                    <a:pt x="5371596" y="1595429"/>
                  </a:lnTo>
                  <a:lnTo>
                    <a:pt x="5371932" y="1591955"/>
                  </a:lnTo>
                  <a:lnTo>
                    <a:pt x="5372268" y="1587829"/>
                  </a:lnTo>
                  <a:lnTo>
                    <a:pt x="5372605" y="1583520"/>
                  </a:lnTo>
                  <a:lnTo>
                    <a:pt x="5372941" y="1579212"/>
                  </a:lnTo>
                  <a:lnTo>
                    <a:pt x="5373278" y="1574114"/>
                  </a:lnTo>
                  <a:lnTo>
                    <a:pt x="5373614" y="1569351"/>
                  </a:lnTo>
                  <a:lnTo>
                    <a:pt x="5373951" y="1563905"/>
                  </a:lnTo>
                  <a:lnTo>
                    <a:pt x="5374287" y="1557744"/>
                  </a:lnTo>
                  <a:lnTo>
                    <a:pt x="5374624" y="1551138"/>
                  </a:lnTo>
                  <a:lnTo>
                    <a:pt x="5374960" y="1544137"/>
                  </a:lnTo>
                  <a:lnTo>
                    <a:pt x="5375297" y="1537123"/>
                  </a:lnTo>
                  <a:lnTo>
                    <a:pt x="5375633" y="1530347"/>
                  </a:lnTo>
                  <a:lnTo>
                    <a:pt x="5375970" y="1523974"/>
                  </a:lnTo>
                  <a:lnTo>
                    <a:pt x="5376306" y="1517970"/>
                  </a:lnTo>
                  <a:lnTo>
                    <a:pt x="5376642" y="1512526"/>
                  </a:lnTo>
                  <a:lnTo>
                    <a:pt x="5376979" y="1508031"/>
                  </a:lnTo>
                  <a:lnTo>
                    <a:pt x="5377315" y="1503715"/>
                  </a:lnTo>
                  <a:lnTo>
                    <a:pt x="5377652" y="1499741"/>
                  </a:lnTo>
                  <a:lnTo>
                    <a:pt x="5377988" y="1496047"/>
                  </a:lnTo>
                  <a:lnTo>
                    <a:pt x="5378325" y="1493394"/>
                  </a:lnTo>
                  <a:lnTo>
                    <a:pt x="5378661" y="1491688"/>
                  </a:lnTo>
                  <a:lnTo>
                    <a:pt x="5378998" y="1490664"/>
                  </a:lnTo>
                  <a:lnTo>
                    <a:pt x="5379334" y="1490925"/>
                  </a:lnTo>
                  <a:lnTo>
                    <a:pt x="5379671" y="1492507"/>
                  </a:lnTo>
                  <a:lnTo>
                    <a:pt x="5380007" y="1494940"/>
                  </a:lnTo>
                  <a:lnTo>
                    <a:pt x="5380343" y="1498047"/>
                  </a:lnTo>
                  <a:lnTo>
                    <a:pt x="5380680" y="1501997"/>
                  </a:lnTo>
                  <a:lnTo>
                    <a:pt x="5381016" y="1506101"/>
                  </a:lnTo>
                  <a:lnTo>
                    <a:pt x="5381353" y="1510219"/>
                  </a:lnTo>
                  <a:lnTo>
                    <a:pt x="5381689" y="1514980"/>
                  </a:lnTo>
                  <a:lnTo>
                    <a:pt x="5382026" y="1520836"/>
                  </a:lnTo>
                  <a:lnTo>
                    <a:pt x="5382362" y="1527454"/>
                  </a:lnTo>
                  <a:lnTo>
                    <a:pt x="5382699" y="1534281"/>
                  </a:lnTo>
                  <a:lnTo>
                    <a:pt x="5383035" y="1542069"/>
                  </a:lnTo>
                  <a:lnTo>
                    <a:pt x="5383372" y="1549808"/>
                  </a:lnTo>
                  <a:lnTo>
                    <a:pt x="5383708" y="1557594"/>
                  </a:lnTo>
                  <a:lnTo>
                    <a:pt x="5384045" y="1565172"/>
                  </a:lnTo>
                  <a:lnTo>
                    <a:pt x="5384381" y="1572756"/>
                  </a:lnTo>
                  <a:lnTo>
                    <a:pt x="5384717" y="1580592"/>
                  </a:lnTo>
                  <a:lnTo>
                    <a:pt x="5385054" y="1589080"/>
                  </a:lnTo>
                  <a:lnTo>
                    <a:pt x="5385390" y="1598070"/>
                  </a:lnTo>
                  <a:lnTo>
                    <a:pt x="5385727" y="1607067"/>
                  </a:lnTo>
                  <a:lnTo>
                    <a:pt x="5386063" y="1616187"/>
                  </a:lnTo>
                  <a:lnTo>
                    <a:pt x="5386400" y="1625439"/>
                  </a:lnTo>
                  <a:lnTo>
                    <a:pt x="5386736" y="1633996"/>
                  </a:lnTo>
                  <a:lnTo>
                    <a:pt x="5387073" y="1641873"/>
                  </a:lnTo>
                  <a:lnTo>
                    <a:pt x="5387409" y="1649045"/>
                  </a:lnTo>
                  <a:lnTo>
                    <a:pt x="5387746" y="1655450"/>
                  </a:lnTo>
                  <a:lnTo>
                    <a:pt x="5388082" y="1660700"/>
                  </a:lnTo>
                  <a:lnTo>
                    <a:pt x="5388419" y="1666085"/>
                  </a:lnTo>
                  <a:lnTo>
                    <a:pt x="5388755" y="1672790"/>
                  </a:lnTo>
                  <a:lnTo>
                    <a:pt x="5389091" y="1678438"/>
                  </a:lnTo>
                  <a:lnTo>
                    <a:pt x="5389428" y="1683890"/>
                  </a:lnTo>
                  <a:lnTo>
                    <a:pt x="5389764" y="1688415"/>
                  </a:lnTo>
                  <a:lnTo>
                    <a:pt x="5390101" y="1691810"/>
                  </a:lnTo>
                  <a:lnTo>
                    <a:pt x="5390437" y="1694590"/>
                  </a:lnTo>
                  <a:lnTo>
                    <a:pt x="5390774" y="1696823"/>
                  </a:lnTo>
                  <a:lnTo>
                    <a:pt x="5391110" y="1699100"/>
                  </a:lnTo>
                  <a:lnTo>
                    <a:pt x="5391447" y="1701668"/>
                  </a:lnTo>
                  <a:lnTo>
                    <a:pt x="5391783" y="1704423"/>
                  </a:lnTo>
                  <a:lnTo>
                    <a:pt x="5392120" y="1707273"/>
                  </a:lnTo>
                  <a:lnTo>
                    <a:pt x="5392456" y="1710058"/>
                  </a:lnTo>
                  <a:lnTo>
                    <a:pt x="5392793" y="1712909"/>
                  </a:lnTo>
                  <a:lnTo>
                    <a:pt x="5393129" y="1715200"/>
                  </a:lnTo>
                  <a:lnTo>
                    <a:pt x="5393465" y="1716760"/>
                  </a:lnTo>
                  <a:lnTo>
                    <a:pt x="5393802" y="1717975"/>
                  </a:lnTo>
                  <a:lnTo>
                    <a:pt x="5394138" y="1719293"/>
                  </a:lnTo>
                  <a:lnTo>
                    <a:pt x="5394475" y="1720776"/>
                  </a:lnTo>
                  <a:lnTo>
                    <a:pt x="5394811" y="1722609"/>
                  </a:lnTo>
                  <a:lnTo>
                    <a:pt x="5395148" y="1724726"/>
                  </a:lnTo>
                  <a:lnTo>
                    <a:pt x="5395484" y="1727052"/>
                  </a:lnTo>
                  <a:lnTo>
                    <a:pt x="5395821" y="1729326"/>
                  </a:lnTo>
                  <a:lnTo>
                    <a:pt x="5396157" y="1731629"/>
                  </a:lnTo>
                  <a:lnTo>
                    <a:pt x="5396494" y="1733703"/>
                  </a:lnTo>
                  <a:lnTo>
                    <a:pt x="5396830" y="1735892"/>
                  </a:lnTo>
                  <a:lnTo>
                    <a:pt x="5397167" y="1738181"/>
                  </a:lnTo>
                  <a:lnTo>
                    <a:pt x="5397503" y="1740760"/>
                  </a:lnTo>
                  <a:lnTo>
                    <a:pt x="5397839" y="1743944"/>
                  </a:lnTo>
                  <a:lnTo>
                    <a:pt x="5398176" y="1747985"/>
                  </a:lnTo>
                  <a:lnTo>
                    <a:pt x="5398512" y="1752799"/>
                  </a:lnTo>
                  <a:lnTo>
                    <a:pt x="5398849" y="1757490"/>
                  </a:lnTo>
                  <a:lnTo>
                    <a:pt x="5399185" y="1761723"/>
                  </a:lnTo>
                  <a:lnTo>
                    <a:pt x="5399522" y="1765197"/>
                  </a:lnTo>
                  <a:lnTo>
                    <a:pt x="5399858" y="1768243"/>
                  </a:lnTo>
                  <a:lnTo>
                    <a:pt x="5400195" y="1771205"/>
                  </a:lnTo>
                  <a:lnTo>
                    <a:pt x="5400531" y="1774726"/>
                  </a:lnTo>
                  <a:lnTo>
                    <a:pt x="5400868" y="1778736"/>
                  </a:lnTo>
                  <a:lnTo>
                    <a:pt x="5401204" y="1783627"/>
                  </a:lnTo>
                  <a:lnTo>
                    <a:pt x="5401541" y="1789137"/>
                  </a:lnTo>
                  <a:lnTo>
                    <a:pt x="5401877" y="1795084"/>
                  </a:lnTo>
                  <a:lnTo>
                    <a:pt x="5402213" y="1801727"/>
                  </a:lnTo>
                  <a:lnTo>
                    <a:pt x="5402550" y="1809327"/>
                  </a:lnTo>
                  <a:lnTo>
                    <a:pt x="5402886" y="1817440"/>
                  </a:lnTo>
                  <a:lnTo>
                    <a:pt x="5403223" y="1823943"/>
                  </a:lnTo>
                  <a:lnTo>
                    <a:pt x="5403559" y="1829949"/>
                  </a:lnTo>
                  <a:lnTo>
                    <a:pt x="5403896" y="1836201"/>
                  </a:lnTo>
                  <a:lnTo>
                    <a:pt x="5404232" y="1843046"/>
                  </a:lnTo>
                  <a:lnTo>
                    <a:pt x="5404569" y="1850475"/>
                  </a:lnTo>
                  <a:lnTo>
                    <a:pt x="5404905" y="1858072"/>
                  </a:lnTo>
                  <a:lnTo>
                    <a:pt x="5405242" y="1866556"/>
                  </a:lnTo>
                  <a:lnTo>
                    <a:pt x="5405578" y="1875204"/>
                  </a:lnTo>
                  <a:lnTo>
                    <a:pt x="5405915" y="1883838"/>
                  </a:lnTo>
                  <a:lnTo>
                    <a:pt x="5406251" y="1891861"/>
                  </a:lnTo>
                  <a:lnTo>
                    <a:pt x="5406587" y="1899321"/>
                  </a:lnTo>
                  <a:lnTo>
                    <a:pt x="5406924" y="1906762"/>
                  </a:lnTo>
                  <a:lnTo>
                    <a:pt x="5407260" y="1913512"/>
                  </a:lnTo>
                  <a:lnTo>
                    <a:pt x="5407597" y="1919726"/>
                  </a:lnTo>
                  <a:lnTo>
                    <a:pt x="5407933" y="1924983"/>
                  </a:lnTo>
                  <a:lnTo>
                    <a:pt x="5408270" y="1930432"/>
                  </a:lnTo>
                  <a:lnTo>
                    <a:pt x="5408606" y="1936107"/>
                  </a:lnTo>
                  <a:lnTo>
                    <a:pt x="5408943" y="1942481"/>
                  </a:lnTo>
                  <a:lnTo>
                    <a:pt x="5409279" y="1948205"/>
                  </a:lnTo>
                  <a:lnTo>
                    <a:pt x="5409616" y="1953197"/>
                  </a:lnTo>
                  <a:lnTo>
                    <a:pt x="5409952" y="1957584"/>
                  </a:lnTo>
                  <a:lnTo>
                    <a:pt x="5410288" y="1960655"/>
                  </a:lnTo>
                  <a:lnTo>
                    <a:pt x="5410625" y="1963114"/>
                  </a:lnTo>
                  <a:lnTo>
                    <a:pt x="5410961" y="1965073"/>
                  </a:lnTo>
                  <a:lnTo>
                    <a:pt x="5411298" y="1966657"/>
                  </a:lnTo>
                  <a:lnTo>
                    <a:pt x="5411634" y="1968153"/>
                  </a:lnTo>
                  <a:lnTo>
                    <a:pt x="5411971" y="1968852"/>
                  </a:lnTo>
                  <a:lnTo>
                    <a:pt x="5412307" y="1969237"/>
                  </a:lnTo>
                  <a:lnTo>
                    <a:pt x="5412644" y="1969276"/>
                  </a:lnTo>
                  <a:lnTo>
                    <a:pt x="5412980" y="1969032"/>
                  </a:lnTo>
                  <a:lnTo>
                    <a:pt x="5413317" y="1968834"/>
                  </a:lnTo>
                  <a:lnTo>
                    <a:pt x="5413653" y="1968899"/>
                  </a:lnTo>
                  <a:lnTo>
                    <a:pt x="5413990" y="1968914"/>
                  </a:lnTo>
                  <a:lnTo>
                    <a:pt x="5414326" y="1968304"/>
                  </a:lnTo>
                  <a:lnTo>
                    <a:pt x="5414662" y="1967356"/>
                  </a:lnTo>
                  <a:lnTo>
                    <a:pt x="5414999" y="1966399"/>
                  </a:lnTo>
                  <a:lnTo>
                    <a:pt x="5415335" y="1965138"/>
                  </a:lnTo>
                  <a:lnTo>
                    <a:pt x="5415672" y="1963612"/>
                  </a:lnTo>
                  <a:lnTo>
                    <a:pt x="5416008" y="1962176"/>
                  </a:lnTo>
                  <a:lnTo>
                    <a:pt x="5416345" y="1961035"/>
                  </a:lnTo>
                  <a:lnTo>
                    <a:pt x="5416681" y="1960093"/>
                  </a:lnTo>
                  <a:lnTo>
                    <a:pt x="5417018" y="1960065"/>
                  </a:lnTo>
                  <a:lnTo>
                    <a:pt x="5417354" y="1960181"/>
                  </a:lnTo>
                  <a:lnTo>
                    <a:pt x="5417691" y="1960947"/>
                  </a:lnTo>
                  <a:lnTo>
                    <a:pt x="5418027" y="1962355"/>
                  </a:lnTo>
                  <a:lnTo>
                    <a:pt x="5418364" y="1964269"/>
                  </a:lnTo>
                  <a:lnTo>
                    <a:pt x="5418700" y="1966465"/>
                  </a:lnTo>
                  <a:lnTo>
                    <a:pt x="5419036" y="1968471"/>
                  </a:lnTo>
                  <a:lnTo>
                    <a:pt x="5419373" y="1971114"/>
                  </a:lnTo>
                  <a:lnTo>
                    <a:pt x="5419709" y="1973901"/>
                  </a:lnTo>
                  <a:lnTo>
                    <a:pt x="5420046" y="1977467"/>
                  </a:lnTo>
                  <a:lnTo>
                    <a:pt x="5420382" y="1981393"/>
                  </a:lnTo>
                  <a:lnTo>
                    <a:pt x="5420719" y="1986069"/>
                  </a:lnTo>
                  <a:lnTo>
                    <a:pt x="5421055" y="1990868"/>
                  </a:lnTo>
                  <a:lnTo>
                    <a:pt x="5421392" y="1995805"/>
                  </a:lnTo>
                  <a:lnTo>
                    <a:pt x="5421728" y="2000914"/>
                  </a:lnTo>
                  <a:lnTo>
                    <a:pt x="5422065" y="2005844"/>
                  </a:lnTo>
                  <a:lnTo>
                    <a:pt x="5422401" y="2010649"/>
                  </a:lnTo>
                  <a:lnTo>
                    <a:pt x="5422738" y="2014999"/>
                  </a:lnTo>
                  <a:lnTo>
                    <a:pt x="5423074" y="2018919"/>
                  </a:lnTo>
                  <a:lnTo>
                    <a:pt x="5423410" y="2022786"/>
                  </a:lnTo>
                  <a:lnTo>
                    <a:pt x="5423747" y="2026446"/>
                  </a:lnTo>
                  <a:lnTo>
                    <a:pt x="5424083" y="2029837"/>
                  </a:lnTo>
                  <a:lnTo>
                    <a:pt x="5424420" y="2033085"/>
                  </a:lnTo>
                  <a:lnTo>
                    <a:pt x="5424756" y="2036823"/>
                  </a:lnTo>
                  <a:lnTo>
                    <a:pt x="5425093" y="2039987"/>
                  </a:lnTo>
                  <a:lnTo>
                    <a:pt x="5425429" y="2043018"/>
                  </a:lnTo>
                  <a:lnTo>
                    <a:pt x="5425766" y="2046087"/>
                  </a:lnTo>
                  <a:lnTo>
                    <a:pt x="5426102" y="2049164"/>
                  </a:lnTo>
                  <a:lnTo>
                    <a:pt x="5426439" y="2051682"/>
                  </a:lnTo>
                  <a:lnTo>
                    <a:pt x="5426775" y="2053779"/>
                  </a:lnTo>
                  <a:lnTo>
                    <a:pt x="5427112" y="2055899"/>
                  </a:lnTo>
                  <a:lnTo>
                    <a:pt x="5427448" y="2057368"/>
                  </a:lnTo>
                  <a:lnTo>
                    <a:pt x="5427784" y="2058720"/>
                  </a:lnTo>
                  <a:lnTo>
                    <a:pt x="5428121" y="2059952"/>
                  </a:lnTo>
                  <a:lnTo>
                    <a:pt x="5428457" y="2060861"/>
                  </a:lnTo>
                  <a:lnTo>
                    <a:pt x="5428794" y="2061514"/>
                  </a:lnTo>
                  <a:lnTo>
                    <a:pt x="5429130" y="2061790"/>
                  </a:lnTo>
                  <a:lnTo>
                    <a:pt x="5429467" y="2061909"/>
                  </a:lnTo>
                  <a:lnTo>
                    <a:pt x="5429803" y="2061633"/>
                  </a:lnTo>
                  <a:lnTo>
                    <a:pt x="5430140" y="2060880"/>
                  </a:lnTo>
                  <a:lnTo>
                    <a:pt x="5430476" y="2058930"/>
                  </a:lnTo>
                  <a:lnTo>
                    <a:pt x="5430813" y="2056229"/>
                  </a:lnTo>
                  <a:lnTo>
                    <a:pt x="5431149" y="2053301"/>
                  </a:lnTo>
                  <a:lnTo>
                    <a:pt x="5431486" y="2050400"/>
                  </a:lnTo>
                  <a:lnTo>
                    <a:pt x="5431822" y="2047664"/>
                  </a:lnTo>
                  <a:lnTo>
                    <a:pt x="5432158" y="2044921"/>
                  </a:lnTo>
                  <a:lnTo>
                    <a:pt x="5432495" y="2042675"/>
                  </a:lnTo>
                  <a:lnTo>
                    <a:pt x="5432831" y="2040604"/>
                  </a:lnTo>
                  <a:lnTo>
                    <a:pt x="5433168" y="2038595"/>
                  </a:lnTo>
                  <a:lnTo>
                    <a:pt x="5433504" y="2036281"/>
                  </a:lnTo>
                  <a:lnTo>
                    <a:pt x="5433841" y="2033766"/>
                  </a:lnTo>
                  <a:lnTo>
                    <a:pt x="5434177" y="2031306"/>
                  </a:lnTo>
                  <a:lnTo>
                    <a:pt x="5434514" y="2028719"/>
                  </a:lnTo>
                  <a:lnTo>
                    <a:pt x="5434850" y="2026027"/>
                  </a:lnTo>
                  <a:lnTo>
                    <a:pt x="5435187" y="2023566"/>
                  </a:lnTo>
                  <a:lnTo>
                    <a:pt x="5435523" y="2021834"/>
                  </a:lnTo>
                  <a:lnTo>
                    <a:pt x="5435860" y="2020137"/>
                  </a:lnTo>
                  <a:lnTo>
                    <a:pt x="5436196" y="2018614"/>
                  </a:lnTo>
                  <a:lnTo>
                    <a:pt x="5436532" y="2016647"/>
                  </a:lnTo>
                  <a:lnTo>
                    <a:pt x="5436869" y="2013986"/>
                  </a:lnTo>
                  <a:lnTo>
                    <a:pt x="5437205" y="2010871"/>
                  </a:lnTo>
                  <a:lnTo>
                    <a:pt x="5437542" y="2007686"/>
                  </a:lnTo>
                  <a:lnTo>
                    <a:pt x="5437878" y="2004983"/>
                  </a:lnTo>
                  <a:lnTo>
                    <a:pt x="5438215" y="2002614"/>
                  </a:lnTo>
                  <a:lnTo>
                    <a:pt x="5438551" y="2000298"/>
                  </a:lnTo>
                  <a:lnTo>
                    <a:pt x="5438888" y="1998566"/>
                  </a:lnTo>
                  <a:lnTo>
                    <a:pt x="5439224" y="1997628"/>
                  </a:lnTo>
                  <a:lnTo>
                    <a:pt x="5439561" y="1997094"/>
                  </a:lnTo>
                  <a:lnTo>
                    <a:pt x="5439897" y="1996561"/>
                  </a:lnTo>
                  <a:lnTo>
                    <a:pt x="5440234" y="1995560"/>
                  </a:lnTo>
                  <a:lnTo>
                    <a:pt x="5440570" y="1995412"/>
                  </a:lnTo>
                  <a:lnTo>
                    <a:pt x="5440906" y="1995281"/>
                  </a:lnTo>
                  <a:lnTo>
                    <a:pt x="5441243" y="1995714"/>
                  </a:lnTo>
                  <a:lnTo>
                    <a:pt x="5441579" y="1996640"/>
                  </a:lnTo>
                  <a:lnTo>
                    <a:pt x="5441916" y="1999750"/>
                  </a:lnTo>
                  <a:lnTo>
                    <a:pt x="5442252" y="2003226"/>
                  </a:lnTo>
                  <a:lnTo>
                    <a:pt x="5442589" y="2007649"/>
                  </a:lnTo>
                  <a:lnTo>
                    <a:pt x="5442925" y="2011704"/>
                  </a:lnTo>
                  <a:lnTo>
                    <a:pt x="5443262" y="2015729"/>
                  </a:lnTo>
                  <a:lnTo>
                    <a:pt x="5443598" y="2019287"/>
                  </a:lnTo>
                  <a:lnTo>
                    <a:pt x="5443935" y="2021933"/>
                  </a:lnTo>
                  <a:lnTo>
                    <a:pt x="5444271" y="2023760"/>
                  </a:lnTo>
                  <a:lnTo>
                    <a:pt x="5444607" y="2025530"/>
                  </a:lnTo>
                  <a:lnTo>
                    <a:pt x="5444944" y="2026780"/>
                  </a:lnTo>
                  <a:lnTo>
                    <a:pt x="5445280" y="2027961"/>
                  </a:lnTo>
                  <a:lnTo>
                    <a:pt x="5445617" y="2028663"/>
                  </a:lnTo>
                  <a:lnTo>
                    <a:pt x="5445953" y="2029035"/>
                  </a:lnTo>
                  <a:lnTo>
                    <a:pt x="5446290" y="2029114"/>
                  </a:lnTo>
                  <a:lnTo>
                    <a:pt x="5446626" y="2028717"/>
                  </a:lnTo>
                  <a:lnTo>
                    <a:pt x="5446963" y="2027966"/>
                  </a:lnTo>
                  <a:lnTo>
                    <a:pt x="5447299" y="2026819"/>
                  </a:lnTo>
                  <a:lnTo>
                    <a:pt x="5447636" y="2025723"/>
                  </a:lnTo>
                  <a:lnTo>
                    <a:pt x="5447972" y="2024412"/>
                  </a:lnTo>
                  <a:lnTo>
                    <a:pt x="5448309" y="2023335"/>
                  </a:lnTo>
                  <a:lnTo>
                    <a:pt x="5448645" y="2022464"/>
                  </a:lnTo>
                  <a:lnTo>
                    <a:pt x="5448981" y="2021772"/>
                  </a:lnTo>
                  <a:lnTo>
                    <a:pt x="5449318" y="2020843"/>
                  </a:lnTo>
                  <a:lnTo>
                    <a:pt x="5449654" y="2020036"/>
                  </a:lnTo>
                  <a:lnTo>
                    <a:pt x="5449991" y="2019192"/>
                  </a:lnTo>
                  <a:lnTo>
                    <a:pt x="5450327" y="2018463"/>
                  </a:lnTo>
                  <a:lnTo>
                    <a:pt x="5450664" y="2017681"/>
                  </a:lnTo>
                  <a:lnTo>
                    <a:pt x="5451000" y="2016955"/>
                  </a:lnTo>
                  <a:lnTo>
                    <a:pt x="5451337" y="2015961"/>
                  </a:lnTo>
                  <a:lnTo>
                    <a:pt x="5451673" y="2015173"/>
                  </a:lnTo>
                  <a:lnTo>
                    <a:pt x="5452010" y="2013858"/>
                  </a:lnTo>
                  <a:lnTo>
                    <a:pt x="5452346" y="2012614"/>
                  </a:lnTo>
                  <a:lnTo>
                    <a:pt x="5452683" y="2011086"/>
                  </a:lnTo>
                  <a:lnTo>
                    <a:pt x="5453019" y="2009482"/>
                  </a:lnTo>
                  <a:lnTo>
                    <a:pt x="5453355" y="2008186"/>
                  </a:lnTo>
                  <a:lnTo>
                    <a:pt x="5453692" y="2006965"/>
                  </a:lnTo>
                  <a:lnTo>
                    <a:pt x="5454028" y="2006108"/>
                  </a:lnTo>
                  <a:lnTo>
                    <a:pt x="5454365" y="2005592"/>
                  </a:lnTo>
                  <a:lnTo>
                    <a:pt x="5454701" y="2004957"/>
                  </a:lnTo>
                  <a:lnTo>
                    <a:pt x="5455038" y="2004812"/>
                  </a:lnTo>
                  <a:lnTo>
                    <a:pt x="5455374" y="2005309"/>
                  </a:lnTo>
                  <a:lnTo>
                    <a:pt x="5455711" y="2006419"/>
                  </a:lnTo>
                  <a:lnTo>
                    <a:pt x="5456047" y="2007858"/>
                  </a:lnTo>
                  <a:lnTo>
                    <a:pt x="5456384" y="2009205"/>
                  </a:lnTo>
                  <a:lnTo>
                    <a:pt x="5456720" y="2010452"/>
                  </a:lnTo>
                  <a:lnTo>
                    <a:pt x="5457057" y="2011723"/>
                  </a:lnTo>
                  <a:lnTo>
                    <a:pt x="5457393" y="2013085"/>
                  </a:lnTo>
                  <a:lnTo>
                    <a:pt x="5457729" y="2014340"/>
                  </a:lnTo>
                  <a:lnTo>
                    <a:pt x="5458066" y="2015603"/>
                  </a:lnTo>
                  <a:lnTo>
                    <a:pt x="5458402" y="2016652"/>
                  </a:lnTo>
                  <a:lnTo>
                    <a:pt x="5458739" y="2017371"/>
                  </a:lnTo>
                  <a:lnTo>
                    <a:pt x="5459075" y="2017945"/>
                  </a:lnTo>
                  <a:lnTo>
                    <a:pt x="5459412" y="2018244"/>
                  </a:lnTo>
                  <a:lnTo>
                    <a:pt x="5459748" y="2018198"/>
                  </a:lnTo>
                  <a:lnTo>
                    <a:pt x="5460085" y="2017915"/>
                  </a:lnTo>
                  <a:lnTo>
                    <a:pt x="5460421" y="2017233"/>
                  </a:lnTo>
                  <a:lnTo>
                    <a:pt x="5460758" y="2016353"/>
                  </a:lnTo>
                  <a:lnTo>
                    <a:pt x="5461094" y="2015090"/>
                  </a:lnTo>
                  <a:lnTo>
                    <a:pt x="5461431" y="2013736"/>
                  </a:lnTo>
                  <a:lnTo>
                    <a:pt x="5461767" y="2012679"/>
                  </a:lnTo>
                  <a:lnTo>
                    <a:pt x="5462103" y="2011303"/>
                  </a:lnTo>
                  <a:lnTo>
                    <a:pt x="5462440" y="2009278"/>
                  </a:lnTo>
                  <a:lnTo>
                    <a:pt x="5462776" y="2006589"/>
                  </a:lnTo>
                  <a:lnTo>
                    <a:pt x="5463113" y="2003365"/>
                  </a:lnTo>
                  <a:lnTo>
                    <a:pt x="5463449" y="2000135"/>
                  </a:lnTo>
                  <a:lnTo>
                    <a:pt x="5463786" y="1996977"/>
                  </a:lnTo>
                  <a:lnTo>
                    <a:pt x="5464122" y="1993936"/>
                  </a:lnTo>
                  <a:lnTo>
                    <a:pt x="5464459" y="1990682"/>
                  </a:lnTo>
                  <a:lnTo>
                    <a:pt x="5464795" y="1987206"/>
                  </a:lnTo>
                  <a:lnTo>
                    <a:pt x="5465132" y="1983456"/>
                  </a:lnTo>
                  <a:lnTo>
                    <a:pt x="5465468" y="1979455"/>
                  </a:lnTo>
                  <a:lnTo>
                    <a:pt x="5465805" y="1975019"/>
                  </a:lnTo>
                  <a:lnTo>
                    <a:pt x="5466141" y="1970299"/>
                  </a:lnTo>
                  <a:lnTo>
                    <a:pt x="5466477" y="1965623"/>
                  </a:lnTo>
                  <a:lnTo>
                    <a:pt x="5466814" y="1960744"/>
                  </a:lnTo>
                  <a:lnTo>
                    <a:pt x="5467150" y="1955258"/>
                  </a:lnTo>
                  <a:lnTo>
                    <a:pt x="5467487" y="1949845"/>
                  </a:lnTo>
                  <a:lnTo>
                    <a:pt x="5467823" y="1945262"/>
                  </a:lnTo>
                  <a:lnTo>
                    <a:pt x="5468160" y="1940695"/>
                  </a:lnTo>
                  <a:lnTo>
                    <a:pt x="5468496" y="1936074"/>
                  </a:lnTo>
                  <a:lnTo>
                    <a:pt x="5468833" y="1931471"/>
                  </a:lnTo>
                  <a:lnTo>
                    <a:pt x="5469169" y="1926468"/>
                  </a:lnTo>
                  <a:lnTo>
                    <a:pt x="5469506" y="1921482"/>
                  </a:lnTo>
                  <a:lnTo>
                    <a:pt x="5469842" y="1916702"/>
                  </a:lnTo>
                  <a:lnTo>
                    <a:pt x="5470179" y="1912545"/>
                  </a:lnTo>
                  <a:lnTo>
                    <a:pt x="5470515" y="1908997"/>
                  </a:lnTo>
                  <a:lnTo>
                    <a:pt x="5470851" y="1906265"/>
                  </a:lnTo>
                  <a:lnTo>
                    <a:pt x="5471188" y="1904272"/>
                  </a:lnTo>
                  <a:lnTo>
                    <a:pt x="5471524" y="1903464"/>
                  </a:lnTo>
                  <a:lnTo>
                    <a:pt x="5471861" y="1902888"/>
                  </a:lnTo>
                  <a:lnTo>
                    <a:pt x="5472197" y="1903312"/>
                  </a:lnTo>
                  <a:lnTo>
                    <a:pt x="5472534" y="1904215"/>
                  </a:lnTo>
                  <a:lnTo>
                    <a:pt x="5472870" y="1904975"/>
                  </a:lnTo>
                  <a:lnTo>
                    <a:pt x="5473207" y="1905819"/>
                  </a:lnTo>
                  <a:lnTo>
                    <a:pt x="5473543" y="1906380"/>
                  </a:lnTo>
                  <a:lnTo>
                    <a:pt x="5473880" y="1906885"/>
                  </a:lnTo>
                  <a:lnTo>
                    <a:pt x="5474216" y="1907650"/>
                  </a:lnTo>
                  <a:lnTo>
                    <a:pt x="5474553" y="1908595"/>
                  </a:lnTo>
                  <a:lnTo>
                    <a:pt x="5474889" y="1909556"/>
                  </a:lnTo>
                  <a:lnTo>
                    <a:pt x="5475225" y="1910357"/>
                  </a:lnTo>
                  <a:lnTo>
                    <a:pt x="5475562" y="1910631"/>
                  </a:lnTo>
                  <a:lnTo>
                    <a:pt x="5475898" y="1910018"/>
                  </a:lnTo>
                  <a:lnTo>
                    <a:pt x="5476235" y="1908819"/>
                  </a:lnTo>
                  <a:lnTo>
                    <a:pt x="5476571" y="1907658"/>
                  </a:lnTo>
                  <a:lnTo>
                    <a:pt x="5476908" y="1906185"/>
                  </a:lnTo>
                  <a:lnTo>
                    <a:pt x="5477244" y="1904384"/>
                  </a:lnTo>
                  <a:lnTo>
                    <a:pt x="5477581" y="1902633"/>
                  </a:lnTo>
                  <a:lnTo>
                    <a:pt x="5477917" y="1900819"/>
                  </a:lnTo>
                  <a:lnTo>
                    <a:pt x="5478254" y="1899150"/>
                  </a:lnTo>
                  <a:lnTo>
                    <a:pt x="5478590" y="1897815"/>
                  </a:lnTo>
                  <a:lnTo>
                    <a:pt x="5478926" y="1896001"/>
                  </a:lnTo>
                  <a:lnTo>
                    <a:pt x="5479263" y="1893958"/>
                  </a:lnTo>
                  <a:lnTo>
                    <a:pt x="5479599" y="1891618"/>
                  </a:lnTo>
                  <a:lnTo>
                    <a:pt x="5479936" y="1889294"/>
                  </a:lnTo>
                  <a:lnTo>
                    <a:pt x="5480272" y="1887080"/>
                  </a:lnTo>
                  <a:lnTo>
                    <a:pt x="5480609" y="1884494"/>
                  </a:lnTo>
                  <a:lnTo>
                    <a:pt x="5480945" y="1881007"/>
                  </a:lnTo>
                  <a:lnTo>
                    <a:pt x="5481282" y="1877943"/>
                  </a:lnTo>
                  <a:lnTo>
                    <a:pt x="5481618" y="1875581"/>
                  </a:lnTo>
                  <a:lnTo>
                    <a:pt x="5481955" y="1873203"/>
                  </a:lnTo>
                  <a:lnTo>
                    <a:pt x="5482291" y="1870663"/>
                  </a:lnTo>
                  <a:lnTo>
                    <a:pt x="5482628" y="1868951"/>
                  </a:lnTo>
                  <a:lnTo>
                    <a:pt x="5482964" y="1867324"/>
                  </a:lnTo>
                  <a:lnTo>
                    <a:pt x="5483300" y="1865573"/>
                  </a:lnTo>
                  <a:lnTo>
                    <a:pt x="5483637" y="1863681"/>
                  </a:lnTo>
                  <a:lnTo>
                    <a:pt x="5483973" y="1862022"/>
                  </a:lnTo>
                  <a:lnTo>
                    <a:pt x="5484310" y="1859889"/>
                  </a:lnTo>
                  <a:lnTo>
                    <a:pt x="5484646" y="1857924"/>
                  </a:lnTo>
                  <a:lnTo>
                    <a:pt x="5484983" y="1855614"/>
                  </a:lnTo>
                  <a:lnTo>
                    <a:pt x="5485319" y="1853458"/>
                  </a:lnTo>
                  <a:lnTo>
                    <a:pt x="5485656" y="1851260"/>
                  </a:lnTo>
                  <a:lnTo>
                    <a:pt x="5485992" y="1848807"/>
                  </a:lnTo>
                  <a:lnTo>
                    <a:pt x="5486329" y="1845914"/>
                  </a:lnTo>
                  <a:lnTo>
                    <a:pt x="5486665" y="1842324"/>
                  </a:lnTo>
                  <a:lnTo>
                    <a:pt x="5487002" y="1838599"/>
                  </a:lnTo>
                  <a:lnTo>
                    <a:pt x="5487338" y="1834688"/>
                  </a:lnTo>
                  <a:lnTo>
                    <a:pt x="5487674" y="1830970"/>
                  </a:lnTo>
                  <a:lnTo>
                    <a:pt x="5488011" y="1826672"/>
                  </a:lnTo>
                  <a:lnTo>
                    <a:pt x="5488347" y="1822531"/>
                  </a:lnTo>
                  <a:lnTo>
                    <a:pt x="5488684" y="1817623"/>
                  </a:lnTo>
                  <a:lnTo>
                    <a:pt x="5489020" y="1812191"/>
                  </a:lnTo>
                  <a:lnTo>
                    <a:pt x="5489357" y="1806989"/>
                  </a:lnTo>
                  <a:lnTo>
                    <a:pt x="5489693" y="1801914"/>
                  </a:lnTo>
                  <a:lnTo>
                    <a:pt x="5490030" y="1796520"/>
                  </a:lnTo>
                  <a:lnTo>
                    <a:pt x="5490366" y="1791410"/>
                  </a:lnTo>
                  <a:lnTo>
                    <a:pt x="5490703" y="1785953"/>
                  </a:lnTo>
                  <a:lnTo>
                    <a:pt x="5491039" y="1780981"/>
                  </a:lnTo>
                  <a:lnTo>
                    <a:pt x="5491376" y="1775682"/>
                  </a:lnTo>
                  <a:lnTo>
                    <a:pt x="5491712" y="1770515"/>
                  </a:lnTo>
                  <a:lnTo>
                    <a:pt x="5492048" y="1764813"/>
                  </a:lnTo>
                  <a:lnTo>
                    <a:pt x="5492385" y="1759536"/>
                  </a:lnTo>
                  <a:lnTo>
                    <a:pt x="5492721" y="1754670"/>
                  </a:lnTo>
                  <a:lnTo>
                    <a:pt x="5493058" y="1749867"/>
                  </a:lnTo>
                  <a:lnTo>
                    <a:pt x="5493394" y="1744896"/>
                  </a:lnTo>
                  <a:lnTo>
                    <a:pt x="5493731" y="1740623"/>
                  </a:lnTo>
                  <a:lnTo>
                    <a:pt x="5494067" y="1736255"/>
                  </a:lnTo>
                  <a:lnTo>
                    <a:pt x="5494404" y="1731888"/>
                  </a:lnTo>
                  <a:lnTo>
                    <a:pt x="5494740" y="1728091"/>
                  </a:lnTo>
                  <a:lnTo>
                    <a:pt x="5495077" y="1724301"/>
                  </a:lnTo>
                  <a:lnTo>
                    <a:pt x="5495413" y="1721185"/>
                  </a:lnTo>
                  <a:lnTo>
                    <a:pt x="5495750" y="1718940"/>
                  </a:lnTo>
                  <a:lnTo>
                    <a:pt x="5496086" y="1717216"/>
                  </a:lnTo>
                  <a:lnTo>
                    <a:pt x="5496422" y="1715989"/>
                  </a:lnTo>
                  <a:lnTo>
                    <a:pt x="5496759" y="1715342"/>
                  </a:lnTo>
                  <a:lnTo>
                    <a:pt x="5497095" y="1714239"/>
                  </a:lnTo>
                  <a:lnTo>
                    <a:pt x="5497432" y="1713284"/>
                  </a:lnTo>
                  <a:lnTo>
                    <a:pt x="5497768" y="1712923"/>
                  </a:lnTo>
                  <a:lnTo>
                    <a:pt x="5498105" y="1712834"/>
                  </a:lnTo>
                  <a:lnTo>
                    <a:pt x="5498441" y="1712024"/>
                  </a:lnTo>
                  <a:lnTo>
                    <a:pt x="5498778" y="1711237"/>
                  </a:lnTo>
                  <a:lnTo>
                    <a:pt x="5499114" y="1710408"/>
                  </a:lnTo>
                  <a:lnTo>
                    <a:pt x="5499451" y="1708850"/>
                  </a:lnTo>
                  <a:lnTo>
                    <a:pt x="5499787" y="1706793"/>
                  </a:lnTo>
                  <a:lnTo>
                    <a:pt x="5500124" y="1704252"/>
                  </a:lnTo>
                  <a:lnTo>
                    <a:pt x="5500460" y="1701109"/>
                  </a:lnTo>
                  <a:lnTo>
                    <a:pt x="5500796" y="1697288"/>
                  </a:lnTo>
                  <a:lnTo>
                    <a:pt x="5501133" y="1693558"/>
                  </a:lnTo>
                  <a:lnTo>
                    <a:pt x="5501469" y="1690088"/>
                  </a:lnTo>
                  <a:lnTo>
                    <a:pt x="5501806" y="1687276"/>
                  </a:lnTo>
                  <a:lnTo>
                    <a:pt x="5502142" y="1684363"/>
                  </a:lnTo>
                  <a:lnTo>
                    <a:pt x="5502479" y="1680972"/>
                  </a:lnTo>
                  <a:lnTo>
                    <a:pt x="5502815" y="1676979"/>
                  </a:lnTo>
                  <a:lnTo>
                    <a:pt x="5503152" y="1673108"/>
                  </a:lnTo>
                  <a:lnTo>
                    <a:pt x="5503488" y="1668976"/>
                  </a:lnTo>
                  <a:lnTo>
                    <a:pt x="5503825" y="1665205"/>
                  </a:lnTo>
                  <a:lnTo>
                    <a:pt x="5504161" y="1661344"/>
                  </a:lnTo>
                  <a:lnTo>
                    <a:pt x="5504498" y="1657820"/>
                  </a:lnTo>
                  <a:lnTo>
                    <a:pt x="5504834" y="1654249"/>
                  </a:lnTo>
                  <a:lnTo>
                    <a:pt x="5505170" y="1650859"/>
                  </a:lnTo>
                  <a:lnTo>
                    <a:pt x="5505507" y="1647567"/>
                  </a:lnTo>
                  <a:lnTo>
                    <a:pt x="5505843" y="1645215"/>
                  </a:lnTo>
                  <a:lnTo>
                    <a:pt x="5506180" y="1643309"/>
                  </a:lnTo>
                  <a:lnTo>
                    <a:pt x="5506516" y="1641305"/>
                  </a:lnTo>
                  <a:lnTo>
                    <a:pt x="5506853" y="1640199"/>
                  </a:lnTo>
                  <a:lnTo>
                    <a:pt x="5507189" y="1639583"/>
                  </a:lnTo>
                  <a:lnTo>
                    <a:pt x="5507526" y="1639736"/>
                  </a:lnTo>
                  <a:lnTo>
                    <a:pt x="5507862" y="1640470"/>
                  </a:lnTo>
                  <a:lnTo>
                    <a:pt x="5508199" y="1641476"/>
                  </a:lnTo>
                  <a:lnTo>
                    <a:pt x="5508535" y="1642577"/>
                  </a:lnTo>
                  <a:lnTo>
                    <a:pt x="5508872" y="1644448"/>
                  </a:lnTo>
                  <a:lnTo>
                    <a:pt x="5509208" y="1644996"/>
                  </a:lnTo>
                  <a:lnTo>
                    <a:pt x="5509544" y="1645846"/>
                  </a:lnTo>
                  <a:lnTo>
                    <a:pt x="5509881" y="1646111"/>
                  </a:lnTo>
                  <a:lnTo>
                    <a:pt x="5510217" y="1646781"/>
                  </a:lnTo>
                  <a:lnTo>
                    <a:pt x="5510554" y="1647444"/>
                  </a:lnTo>
                  <a:lnTo>
                    <a:pt x="5510890" y="1648483"/>
                  </a:lnTo>
                  <a:lnTo>
                    <a:pt x="5511227" y="1649859"/>
                  </a:lnTo>
                  <a:lnTo>
                    <a:pt x="5511563" y="1651238"/>
                  </a:lnTo>
                  <a:lnTo>
                    <a:pt x="5511900" y="1652355"/>
                  </a:lnTo>
                  <a:lnTo>
                    <a:pt x="5512236" y="1653339"/>
                  </a:lnTo>
                  <a:lnTo>
                    <a:pt x="5512573" y="1654083"/>
                  </a:lnTo>
                  <a:lnTo>
                    <a:pt x="5512909" y="1654795"/>
                  </a:lnTo>
                  <a:lnTo>
                    <a:pt x="5513245" y="1655389"/>
                  </a:lnTo>
                  <a:lnTo>
                    <a:pt x="5513582" y="1655769"/>
                  </a:lnTo>
                  <a:lnTo>
                    <a:pt x="5513918" y="1655466"/>
                  </a:lnTo>
                  <a:lnTo>
                    <a:pt x="5514255" y="1654598"/>
                  </a:lnTo>
                  <a:lnTo>
                    <a:pt x="5514591" y="1653728"/>
                  </a:lnTo>
                  <a:lnTo>
                    <a:pt x="5514928" y="1652934"/>
                  </a:lnTo>
                  <a:lnTo>
                    <a:pt x="5515264" y="1651666"/>
                  </a:lnTo>
                  <a:lnTo>
                    <a:pt x="5515601" y="1650006"/>
                  </a:lnTo>
                  <a:lnTo>
                    <a:pt x="5515937" y="1647808"/>
                  </a:lnTo>
                  <a:lnTo>
                    <a:pt x="5516274" y="1645219"/>
                  </a:lnTo>
                  <a:lnTo>
                    <a:pt x="5516610" y="1641747"/>
                  </a:lnTo>
                  <a:lnTo>
                    <a:pt x="5516947" y="1638583"/>
                  </a:lnTo>
                  <a:lnTo>
                    <a:pt x="5517283" y="1636192"/>
                  </a:lnTo>
                  <a:lnTo>
                    <a:pt x="5517619" y="1633657"/>
                  </a:lnTo>
                  <a:lnTo>
                    <a:pt x="5517956" y="1630709"/>
                  </a:lnTo>
                  <a:lnTo>
                    <a:pt x="5518292" y="1628110"/>
                  </a:lnTo>
                  <a:lnTo>
                    <a:pt x="5518629" y="1625272"/>
                  </a:lnTo>
                  <a:lnTo>
                    <a:pt x="5518965" y="1622345"/>
                  </a:lnTo>
                  <a:lnTo>
                    <a:pt x="5519302" y="1620245"/>
                  </a:lnTo>
                  <a:lnTo>
                    <a:pt x="5519638" y="1618026"/>
                  </a:lnTo>
                  <a:lnTo>
                    <a:pt x="5519975" y="1616218"/>
                  </a:lnTo>
                  <a:lnTo>
                    <a:pt x="5520311" y="1614772"/>
                  </a:lnTo>
                  <a:lnTo>
                    <a:pt x="5520648" y="1613073"/>
                  </a:lnTo>
                  <a:lnTo>
                    <a:pt x="5520984" y="1611600"/>
                  </a:lnTo>
                  <a:lnTo>
                    <a:pt x="5521321" y="1609886"/>
                  </a:lnTo>
                  <a:lnTo>
                    <a:pt x="5521657" y="1607895"/>
                  </a:lnTo>
                  <a:lnTo>
                    <a:pt x="5521993" y="1606108"/>
                  </a:lnTo>
                  <a:lnTo>
                    <a:pt x="5522330" y="1604241"/>
                  </a:lnTo>
                  <a:lnTo>
                    <a:pt x="5522666" y="1602151"/>
                  </a:lnTo>
                  <a:lnTo>
                    <a:pt x="5523003" y="1599327"/>
                  </a:lnTo>
                  <a:lnTo>
                    <a:pt x="5523339" y="1596469"/>
                  </a:lnTo>
                  <a:lnTo>
                    <a:pt x="5523676" y="1593961"/>
                  </a:lnTo>
                  <a:lnTo>
                    <a:pt x="5524012" y="1592671"/>
                  </a:lnTo>
                  <a:lnTo>
                    <a:pt x="5524349" y="1591610"/>
                  </a:lnTo>
                  <a:lnTo>
                    <a:pt x="5524685" y="1590307"/>
                  </a:lnTo>
                  <a:lnTo>
                    <a:pt x="5525022" y="1589050"/>
                  </a:lnTo>
                  <a:lnTo>
                    <a:pt x="5525358" y="1587900"/>
                  </a:lnTo>
                  <a:lnTo>
                    <a:pt x="5525695" y="1586441"/>
                  </a:lnTo>
                  <a:lnTo>
                    <a:pt x="5526031" y="1585252"/>
                  </a:lnTo>
                  <a:lnTo>
                    <a:pt x="5526367" y="1584050"/>
                  </a:lnTo>
                  <a:lnTo>
                    <a:pt x="5526704" y="1582930"/>
                  </a:lnTo>
                  <a:lnTo>
                    <a:pt x="5527040" y="1581781"/>
                  </a:lnTo>
                  <a:lnTo>
                    <a:pt x="5527377" y="1580379"/>
                  </a:lnTo>
                  <a:lnTo>
                    <a:pt x="5527713" y="1578845"/>
                  </a:lnTo>
                  <a:lnTo>
                    <a:pt x="5528050" y="1577119"/>
                  </a:lnTo>
                  <a:lnTo>
                    <a:pt x="5528386" y="1575678"/>
                  </a:lnTo>
                  <a:lnTo>
                    <a:pt x="5528723" y="1573912"/>
                  </a:lnTo>
                  <a:lnTo>
                    <a:pt x="5529059" y="1571291"/>
                  </a:lnTo>
                  <a:lnTo>
                    <a:pt x="5529396" y="1568526"/>
                  </a:lnTo>
                  <a:lnTo>
                    <a:pt x="5529732" y="1566624"/>
                  </a:lnTo>
                  <a:lnTo>
                    <a:pt x="5530069" y="1565152"/>
                  </a:lnTo>
                  <a:lnTo>
                    <a:pt x="5530405" y="1563756"/>
                  </a:lnTo>
                  <a:lnTo>
                    <a:pt x="5530741" y="1562224"/>
                  </a:lnTo>
                  <a:lnTo>
                    <a:pt x="5531078" y="1560663"/>
                  </a:lnTo>
                  <a:lnTo>
                    <a:pt x="5531414" y="1558750"/>
                  </a:lnTo>
                  <a:lnTo>
                    <a:pt x="5531751" y="1557125"/>
                  </a:lnTo>
                  <a:lnTo>
                    <a:pt x="5532087" y="1555758"/>
                  </a:lnTo>
                  <a:lnTo>
                    <a:pt x="5532424" y="1554555"/>
                  </a:lnTo>
                  <a:lnTo>
                    <a:pt x="5532760" y="1553717"/>
                  </a:lnTo>
                  <a:lnTo>
                    <a:pt x="5533097" y="1553707"/>
                  </a:lnTo>
                  <a:lnTo>
                    <a:pt x="5533433" y="1553908"/>
                  </a:lnTo>
                  <a:lnTo>
                    <a:pt x="5533770" y="1553881"/>
                  </a:lnTo>
                  <a:lnTo>
                    <a:pt x="5534106" y="1554158"/>
                  </a:lnTo>
                  <a:lnTo>
                    <a:pt x="5534443" y="1554652"/>
                  </a:lnTo>
                  <a:lnTo>
                    <a:pt x="5534779" y="1555444"/>
                  </a:lnTo>
                  <a:lnTo>
                    <a:pt x="5535115" y="1555717"/>
                  </a:lnTo>
                  <a:lnTo>
                    <a:pt x="5535452" y="1555915"/>
                  </a:lnTo>
                  <a:lnTo>
                    <a:pt x="5535788" y="1556745"/>
                  </a:lnTo>
                  <a:lnTo>
                    <a:pt x="5536125" y="1557012"/>
                  </a:lnTo>
                  <a:lnTo>
                    <a:pt x="5536461" y="1557445"/>
                  </a:lnTo>
                  <a:lnTo>
                    <a:pt x="5536798" y="1557475"/>
                  </a:lnTo>
                  <a:lnTo>
                    <a:pt x="5537134" y="1557347"/>
                  </a:lnTo>
                  <a:lnTo>
                    <a:pt x="5537471" y="1557145"/>
                  </a:lnTo>
                  <a:lnTo>
                    <a:pt x="5537807" y="1556541"/>
                  </a:lnTo>
                  <a:lnTo>
                    <a:pt x="5538144" y="1555908"/>
                  </a:lnTo>
                  <a:lnTo>
                    <a:pt x="5538480" y="1555261"/>
                  </a:lnTo>
                  <a:lnTo>
                    <a:pt x="5538817" y="1553948"/>
                  </a:lnTo>
                  <a:lnTo>
                    <a:pt x="5539153" y="1552501"/>
                  </a:lnTo>
                  <a:lnTo>
                    <a:pt x="5539489" y="1550045"/>
                  </a:lnTo>
                  <a:lnTo>
                    <a:pt x="5539826" y="1546731"/>
                  </a:lnTo>
                  <a:lnTo>
                    <a:pt x="5540162" y="1543203"/>
                  </a:lnTo>
                  <a:lnTo>
                    <a:pt x="5540499" y="1539392"/>
                  </a:lnTo>
                  <a:lnTo>
                    <a:pt x="5540835" y="1535731"/>
                  </a:lnTo>
                  <a:lnTo>
                    <a:pt x="5541172" y="1532953"/>
                  </a:lnTo>
                  <a:lnTo>
                    <a:pt x="5541508" y="1529876"/>
                  </a:lnTo>
                  <a:lnTo>
                    <a:pt x="5541845" y="1526225"/>
                  </a:lnTo>
                  <a:lnTo>
                    <a:pt x="5542181" y="1522942"/>
                  </a:lnTo>
                  <a:lnTo>
                    <a:pt x="5542518" y="1519702"/>
                  </a:lnTo>
                  <a:lnTo>
                    <a:pt x="5542854" y="1516437"/>
                  </a:lnTo>
                  <a:lnTo>
                    <a:pt x="5543190" y="1512600"/>
                  </a:lnTo>
                  <a:lnTo>
                    <a:pt x="5543527" y="1508508"/>
                  </a:lnTo>
                  <a:lnTo>
                    <a:pt x="5543863" y="1504208"/>
                  </a:lnTo>
                  <a:lnTo>
                    <a:pt x="5544200" y="1500382"/>
                  </a:lnTo>
                  <a:lnTo>
                    <a:pt x="5544536" y="1497047"/>
                  </a:lnTo>
                  <a:lnTo>
                    <a:pt x="5544873" y="1493666"/>
                  </a:lnTo>
                  <a:lnTo>
                    <a:pt x="5545209" y="1490838"/>
                  </a:lnTo>
                  <a:lnTo>
                    <a:pt x="5545546" y="1488426"/>
                  </a:lnTo>
                  <a:lnTo>
                    <a:pt x="5545882" y="1485606"/>
                  </a:lnTo>
                  <a:lnTo>
                    <a:pt x="5546219" y="1483081"/>
                  </a:lnTo>
                  <a:lnTo>
                    <a:pt x="5546555" y="1481214"/>
                  </a:lnTo>
                  <a:lnTo>
                    <a:pt x="5546892" y="1480058"/>
                  </a:lnTo>
                  <a:lnTo>
                    <a:pt x="5547228" y="1478603"/>
                  </a:lnTo>
                  <a:lnTo>
                    <a:pt x="5547564" y="1477284"/>
                  </a:lnTo>
                  <a:lnTo>
                    <a:pt x="5547901" y="1477015"/>
                  </a:lnTo>
                  <a:lnTo>
                    <a:pt x="5548237" y="1477711"/>
                  </a:lnTo>
                  <a:lnTo>
                    <a:pt x="5548574" y="1478715"/>
                  </a:lnTo>
                  <a:lnTo>
                    <a:pt x="5548910" y="1479818"/>
                  </a:lnTo>
                  <a:lnTo>
                    <a:pt x="5549247" y="1481472"/>
                  </a:lnTo>
                  <a:lnTo>
                    <a:pt x="5549583" y="1483874"/>
                  </a:lnTo>
                  <a:lnTo>
                    <a:pt x="5549920" y="1485906"/>
                  </a:lnTo>
                  <a:lnTo>
                    <a:pt x="5550256" y="1487760"/>
                  </a:lnTo>
                  <a:lnTo>
                    <a:pt x="5550593" y="1488481"/>
                  </a:lnTo>
                  <a:lnTo>
                    <a:pt x="5550929" y="1489770"/>
                  </a:lnTo>
                  <a:lnTo>
                    <a:pt x="5551266" y="1490890"/>
                  </a:lnTo>
                  <a:lnTo>
                    <a:pt x="5551602" y="1492122"/>
                  </a:lnTo>
                  <a:lnTo>
                    <a:pt x="5551938" y="1494131"/>
                  </a:lnTo>
                  <a:lnTo>
                    <a:pt x="5552275" y="1496667"/>
                  </a:lnTo>
                  <a:lnTo>
                    <a:pt x="5552611" y="1499556"/>
                  </a:lnTo>
                  <a:lnTo>
                    <a:pt x="5552948" y="1501938"/>
                  </a:lnTo>
                  <a:lnTo>
                    <a:pt x="5553284" y="1504124"/>
                  </a:lnTo>
                  <a:lnTo>
                    <a:pt x="5553621" y="1506394"/>
                  </a:lnTo>
                  <a:lnTo>
                    <a:pt x="5553957" y="1508503"/>
                  </a:lnTo>
                  <a:lnTo>
                    <a:pt x="5554294" y="1509885"/>
                  </a:lnTo>
                  <a:lnTo>
                    <a:pt x="5554630" y="1511098"/>
                  </a:lnTo>
                  <a:lnTo>
                    <a:pt x="5554967" y="1511433"/>
                  </a:lnTo>
                  <a:lnTo>
                    <a:pt x="5555303" y="1511866"/>
                  </a:lnTo>
                  <a:lnTo>
                    <a:pt x="5555640" y="1511847"/>
                  </a:lnTo>
                  <a:lnTo>
                    <a:pt x="5555976" y="1512620"/>
                  </a:lnTo>
                  <a:lnTo>
                    <a:pt x="5556312" y="1514002"/>
                  </a:lnTo>
                  <a:lnTo>
                    <a:pt x="5556649" y="1515281"/>
                  </a:lnTo>
                  <a:lnTo>
                    <a:pt x="5556985" y="1515743"/>
                  </a:lnTo>
                  <a:lnTo>
                    <a:pt x="5557322" y="1515588"/>
                  </a:lnTo>
                  <a:lnTo>
                    <a:pt x="5557658" y="1515676"/>
                  </a:lnTo>
                  <a:lnTo>
                    <a:pt x="5557995" y="1515943"/>
                  </a:lnTo>
                  <a:lnTo>
                    <a:pt x="5558331" y="1515946"/>
                  </a:lnTo>
                  <a:lnTo>
                    <a:pt x="5558668" y="1516725"/>
                  </a:lnTo>
                  <a:lnTo>
                    <a:pt x="5559004" y="1517463"/>
                  </a:lnTo>
                  <a:lnTo>
                    <a:pt x="5559341" y="1518857"/>
                  </a:lnTo>
                  <a:lnTo>
                    <a:pt x="5559677" y="1519889"/>
                  </a:lnTo>
                  <a:lnTo>
                    <a:pt x="5560014" y="1520930"/>
                  </a:lnTo>
                  <a:lnTo>
                    <a:pt x="5560350" y="1521992"/>
                  </a:lnTo>
                  <a:lnTo>
                    <a:pt x="5560686" y="1523397"/>
                  </a:lnTo>
                  <a:lnTo>
                    <a:pt x="5561023" y="1524031"/>
                  </a:lnTo>
                  <a:lnTo>
                    <a:pt x="5561359" y="1524475"/>
                  </a:lnTo>
                  <a:lnTo>
                    <a:pt x="5561696" y="1524844"/>
                  </a:lnTo>
                  <a:lnTo>
                    <a:pt x="5562032" y="1525639"/>
                  </a:lnTo>
                  <a:lnTo>
                    <a:pt x="5562369" y="1526323"/>
                  </a:lnTo>
                  <a:lnTo>
                    <a:pt x="5562705" y="1526787"/>
                  </a:lnTo>
                  <a:lnTo>
                    <a:pt x="5563042" y="1527190"/>
                  </a:lnTo>
                  <a:lnTo>
                    <a:pt x="5563378" y="1527182"/>
                  </a:lnTo>
                  <a:lnTo>
                    <a:pt x="5563715" y="1527362"/>
                  </a:lnTo>
                  <a:lnTo>
                    <a:pt x="5564051" y="1527211"/>
                  </a:lnTo>
                  <a:lnTo>
                    <a:pt x="5564388" y="1526725"/>
                  </a:lnTo>
                  <a:lnTo>
                    <a:pt x="5564724" y="1526135"/>
                  </a:lnTo>
                  <a:lnTo>
                    <a:pt x="5565060" y="1525510"/>
                  </a:lnTo>
                  <a:lnTo>
                    <a:pt x="5565397" y="1524845"/>
                  </a:lnTo>
                  <a:lnTo>
                    <a:pt x="5565733" y="1524133"/>
                  </a:lnTo>
                  <a:lnTo>
                    <a:pt x="5566070" y="1523595"/>
                  </a:lnTo>
                  <a:lnTo>
                    <a:pt x="5566406" y="1523481"/>
                  </a:lnTo>
                  <a:lnTo>
                    <a:pt x="5566743" y="1524251"/>
                  </a:lnTo>
                  <a:lnTo>
                    <a:pt x="5567079" y="1525249"/>
                  </a:lnTo>
                  <a:lnTo>
                    <a:pt x="5567416" y="1526801"/>
                  </a:lnTo>
                  <a:lnTo>
                    <a:pt x="5567752" y="1528517"/>
                  </a:lnTo>
                  <a:lnTo>
                    <a:pt x="5568089" y="1529932"/>
                  </a:lnTo>
                  <a:lnTo>
                    <a:pt x="5568425" y="1530893"/>
                  </a:lnTo>
                  <a:lnTo>
                    <a:pt x="5568762" y="1531292"/>
                  </a:lnTo>
                  <a:lnTo>
                    <a:pt x="5569098" y="1530990"/>
                  </a:lnTo>
                  <a:lnTo>
                    <a:pt x="5569434" y="1531121"/>
                  </a:lnTo>
                  <a:lnTo>
                    <a:pt x="5569771" y="1531629"/>
                  </a:lnTo>
                  <a:lnTo>
                    <a:pt x="5570107" y="1531933"/>
                  </a:lnTo>
                  <a:lnTo>
                    <a:pt x="5570444" y="1532328"/>
                  </a:lnTo>
                  <a:lnTo>
                    <a:pt x="5570780" y="1532692"/>
                  </a:lnTo>
                  <a:lnTo>
                    <a:pt x="5571117" y="1533022"/>
                  </a:lnTo>
                  <a:lnTo>
                    <a:pt x="5571453" y="1532940"/>
                  </a:lnTo>
                  <a:lnTo>
                    <a:pt x="5571790" y="1532378"/>
                  </a:lnTo>
                  <a:lnTo>
                    <a:pt x="5572126" y="1531725"/>
                  </a:lnTo>
                  <a:lnTo>
                    <a:pt x="5572463" y="1530945"/>
                  </a:lnTo>
                  <a:lnTo>
                    <a:pt x="5572799" y="1530919"/>
                  </a:lnTo>
                  <a:lnTo>
                    <a:pt x="5573136" y="1531034"/>
                  </a:lnTo>
                  <a:lnTo>
                    <a:pt x="5573472" y="1531143"/>
                  </a:lnTo>
                  <a:lnTo>
                    <a:pt x="5573808" y="1531538"/>
                  </a:lnTo>
                  <a:lnTo>
                    <a:pt x="5574145" y="1531768"/>
                  </a:lnTo>
                  <a:lnTo>
                    <a:pt x="5574481" y="1531724"/>
                  </a:lnTo>
                  <a:lnTo>
                    <a:pt x="5574818" y="1531608"/>
                  </a:lnTo>
                  <a:lnTo>
                    <a:pt x="5575154" y="1531190"/>
                  </a:lnTo>
                  <a:lnTo>
                    <a:pt x="5575491" y="1530487"/>
                  </a:lnTo>
                  <a:lnTo>
                    <a:pt x="5575827" y="1530372"/>
                  </a:lnTo>
                  <a:lnTo>
                    <a:pt x="5576164" y="1530116"/>
                  </a:lnTo>
                  <a:lnTo>
                    <a:pt x="5576500" y="1529658"/>
                  </a:lnTo>
                  <a:lnTo>
                    <a:pt x="5576837" y="1528499"/>
                  </a:lnTo>
                  <a:lnTo>
                    <a:pt x="5577173" y="1526173"/>
                  </a:lnTo>
                  <a:lnTo>
                    <a:pt x="5577509" y="1523018"/>
                  </a:lnTo>
                  <a:lnTo>
                    <a:pt x="5577846" y="1519010"/>
                  </a:lnTo>
                  <a:lnTo>
                    <a:pt x="5578182" y="1513980"/>
                  </a:lnTo>
                  <a:lnTo>
                    <a:pt x="5578519" y="1509634"/>
                  </a:lnTo>
                  <a:lnTo>
                    <a:pt x="5578855" y="1504943"/>
                  </a:lnTo>
                  <a:lnTo>
                    <a:pt x="5579192" y="1500005"/>
                  </a:lnTo>
                  <a:lnTo>
                    <a:pt x="5579528" y="1495226"/>
                  </a:lnTo>
                  <a:lnTo>
                    <a:pt x="5579865" y="1490722"/>
                  </a:lnTo>
                  <a:lnTo>
                    <a:pt x="5580201" y="1485933"/>
                  </a:lnTo>
                  <a:lnTo>
                    <a:pt x="5580538" y="1481423"/>
                  </a:lnTo>
                  <a:lnTo>
                    <a:pt x="5580874" y="1477139"/>
                  </a:lnTo>
                  <a:lnTo>
                    <a:pt x="5581211" y="1473213"/>
                  </a:lnTo>
                  <a:lnTo>
                    <a:pt x="5581547" y="1469913"/>
                  </a:lnTo>
                  <a:lnTo>
                    <a:pt x="5581883" y="1467201"/>
                  </a:lnTo>
                  <a:lnTo>
                    <a:pt x="5582220" y="1465084"/>
                  </a:lnTo>
                  <a:lnTo>
                    <a:pt x="5582556" y="1464203"/>
                  </a:lnTo>
                  <a:lnTo>
                    <a:pt x="5582893" y="1463957"/>
                  </a:lnTo>
                  <a:lnTo>
                    <a:pt x="5583229" y="1464855"/>
                  </a:lnTo>
                  <a:lnTo>
                    <a:pt x="5583566" y="1466428"/>
                  </a:lnTo>
                  <a:lnTo>
                    <a:pt x="5583902" y="1469146"/>
                  </a:lnTo>
                  <a:lnTo>
                    <a:pt x="5584239" y="1471959"/>
                  </a:lnTo>
                  <a:lnTo>
                    <a:pt x="5584575" y="1474004"/>
                  </a:lnTo>
                  <a:lnTo>
                    <a:pt x="5584912" y="1476534"/>
                  </a:lnTo>
                  <a:lnTo>
                    <a:pt x="5585248" y="1480018"/>
                  </a:lnTo>
                  <a:lnTo>
                    <a:pt x="5585585" y="1483229"/>
                  </a:lnTo>
                  <a:lnTo>
                    <a:pt x="5585921" y="1486886"/>
                  </a:lnTo>
                  <a:lnTo>
                    <a:pt x="5586257" y="1490401"/>
                  </a:lnTo>
                  <a:lnTo>
                    <a:pt x="5586594" y="1493264"/>
                  </a:lnTo>
                  <a:lnTo>
                    <a:pt x="5586930" y="1496445"/>
                  </a:lnTo>
                  <a:lnTo>
                    <a:pt x="5587267" y="1499528"/>
                  </a:lnTo>
                  <a:lnTo>
                    <a:pt x="5587603" y="1502271"/>
                  </a:lnTo>
                  <a:lnTo>
                    <a:pt x="5587940" y="1504998"/>
                  </a:lnTo>
                  <a:lnTo>
                    <a:pt x="5588276" y="1507325"/>
                  </a:lnTo>
                  <a:lnTo>
                    <a:pt x="5588613" y="1509746"/>
                  </a:lnTo>
                  <a:lnTo>
                    <a:pt x="5588949" y="1511070"/>
                  </a:lnTo>
                  <a:lnTo>
                    <a:pt x="5589286" y="1511368"/>
                  </a:lnTo>
                  <a:lnTo>
                    <a:pt x="5589622" y="1511663"/>
                  </a:lnTo>
                  <a:lnTo>
                    <a:pt x="5589959" y="1511266"/>
                  </a:lnTo>
                  <a:lnTo>
                    <a:pt x="5590295" y="1510398"/>
                  </a:lnTo>
                  <a:lnTo>
                    <a:pt x="5590631" y="1508903"/>
                  </a:lnTo>
                  <a:lnTo>
                    <a:pt x="5590968" y="1507291"/>
                  </a:lnTo>
                  <a:lnTo>
                    <a:pt x="5591304" y="1504319"/>
                  </a:lnTo>
                  <a:lnTo>
                    <a:pt x="5591641" y="1500770"/>
                  </a:lnTo>
                  <a:lnTo>
                    <a:pt x="5591977" y="1496811"/>
                  </a:lnTo>
                  <a:lnTo>
                    <a:pt x="5592314" y="1492534"/>
                  </a:lnTo>
                  <a:lnTo>
                    <a:pt x="5592650" y="1487850"/>
                  </a:lnTo>
                  <a:lnTo>
                    <a:pt x="5592987" y="1483029"/>
                  </a:lnTo>
                  <a:lnTo>
                    <a:pt x="5593323" y="1478483"/>
                  </a:lnTo>
                  <a:lnTo>
                    <a:pt x="5593660" y="1472899"/>
                  </a:lnTo>
                  <a:lnTo>
                    <a:pt x="5593996" y="1467652"/>
                  </a:lnTo>
                  <a:lnTo>
                    <a:pt x="5594333" y="1463022"/>
                  </a:lnTo>
                  <a:lnTo>
                    <a:pt x="5594669" y="1457011"/>
                  </a:lnTo>
                  <a:lnTo>
                    <a:pt x="5595005" y="1450579"/>
                  </a:lnTo>
                  <a:lnTo>
                    <a:pt x="5595342" y="1444373"/>
                  </a:lnTo>
                  <a:lnTo>
                    <a:pt x="5595678" y="1437244"/>
                  </a:lnTo>
                  <a:lnTo>
                    <a:pt x="5596015" y="1429711"/>
                  </a:lnTo>
                  <a:lnTo>
                    <a:pt x="5596351" y="1422933"/>
                  </a:lnTo>
                  <a:lnTo>
                    <a:pt x="5596688" y="1415398"/>
                  </a:lnTo>
                  <a:lnTo>
                    <a:pt x="5597024" y="1409585"/>
                  </a:lnTo>
                  <a:lnTo>
                    <a:pt x="5597361" y="1404182"/>
                  </a:lnTo>
                  <a:lnTo>
                    <a:pt x="5597697" y="1399548"/>
                  </a:lnTo>
                  <a:lnTo>
                    <a:pt x="5598034" y="1394474"/>
                  </a:lnTo>
                  <a:lnTo>
                    <a:pt x="5598370" y="1390421"/>
                  </a:lnTo>
                  <a:lnTo>
                    <a:pt x="5598707" y="1387638"/>
                  </a:lnTo>
                  <a:lnTo>
                    <a:pt x="5599043" y="1385545"/>
                  </a:lnTo>
                  <a:lnTo>
                    <a:pt x="5599379" y="1384450"/>
                  </a:lnTo>
                  <a:lnTo>
                    <a:pt x="5599716" y="1384548"/>
                  </a:lnTo>
                  <a:lnTo>
                    <a:pt x="5600052" y="1385232"/>
                  </a:lnTo>
                  <a:lnTo>
                    <a:pt x="5600389" y="1386279"/>
                  </a:lnTo>
                  <a:lnTo>
                    <a:pt x="5600725" y="1387985"/>
                  </a:lnTo>
                  <a:lnTo>
                    <a:pt x="5601062" y="1390255"/>
                  </a:lnTo>
                  <a:lnTo>
                    <a:pt x="5601398" y="1392968"/>
                  </a:lnTo>
                  <a:lnTo>
                    <a:pt x="5601735" y="1396719"/>
                  </a:lnTo>
                  <a:lnTo>
                    <a:pt x="5602071" y="1400752"/>
                  </a:lnTo>
                  <a:lnTo>
                    <a:pt x="5602408" y="1405294"/>
                  </a:lnTo>
                  <a:lnTo>
                    <a:pt x="5602744" y="1410458"/>
                  </a:lnTo>
                  <a:lnTo>
                    <a:pt x="5603081" y="1415083"/>
                  </a:lnTo>
                  <a:lnTo>
                    <a:pt x="5603417" y="1420131"/>
                  </a:lnTo>
                  <a:lnTo>
                    <a:pt x="5603753" y="1425084"/>
                  </a:lnTo>
                  <a:lnTo>
                    <a:pt x="5604090" y="1430346"/>
                  </a:lnTo>
                  <a:lnTo>
                    <a:pt x="5604426" y="1435530"/>
                  </a:lnTo>
                  <a:lnTo>
                    <a:pt x="5604763" y="1440310"/>
                  </a:lnTo>
                  <a:lnTo>
                    <a:pt x="5605099" y="1445158"/>
                  </a:lnTo>
                  <a:lnTo>
                    <a:pt x="5605436" y="1449135"/>
                  </a:lnTo>
                  <a:lnTo>
                    <a:pt x="5605772" y="1452410"/>
                  </a:lnTo>
                  <a:lnTo>
                    <a:pt x="5606109" y="1454562"/>
                  </a:lnTo>
                  <a:lnTo>
                    <a:pt x="5606445" y="1456547"/>
                  </a:lnTo>
                  <a:lnTo>
                    <a:pt x="5606782" y="1458471"/>
                  </a:lnTo>
                  <a:lnTo>
                    <a:pt x="5607118" y="1460830"/>
                  </a:lnTo>
                  <a:lnTo>
                    <a:pt x="5607455" y="1462889"/>
                  </a:lnTo>
                  <a:lnTo>
                    <a:pt x="5607791" y="1464774"/>
                  </a:lnTo>
                  <a:lnTo>
                    <a:pt x="5608127" y="1466325"/>
                  </a:lnTo>
                  <a:lnTo>
                    <a:pt x="5608464" y="1466858"/>
                  </a:lnTo>
                  <a:lnTo>
                    <a:pt x="5608800" y="1467456"/>
                  </a:lnTo>
                  <a:lnTo>
                    <a:pt x="5609137" y="1468304"/>
                  </a:lnTo>
                  <a:lnTo>
                    <a:pt x="5609473" y="1468889"/>
                  </a:lnTo>
                  <a:lnTo>
                    <a:pt x="5609810" y="1469713"/>
                  </a:lnTo>
                  <a:lnTo>
                    <a:pt x="5610146" y="1470620"/>
                  </a:lnTo>
                  <a:lnTo>
                    <a:pt x="5610483" y="1472415"/>
                  </a:lnTo>
                  <a:lnTo>
                    <a:pt x="5610819" y="1474723"/>
                  </a:lnTo>
                  <a:lnTo>
                    <a:pt x="5611156" y="1477238"/>
                  </a:lnTo>
                  <a:lnTo>
                    <a:pt x="5611492" y="1479508"/>
                  </a:lnTo>
                  <a:lnTo>
                    <a:pt x="5611828" y="1481247"/>
                  </a:lnTo>
                  <a:lnTo>
                    <a:pt x="5612165" y="1483176"/>
                  </a:lnTo>
                  <a:lnTo>
                    <a:pt x="5612501" y="1485067"/>
                  </a:lnTo>
                  <a:lnTo>
                    <a:pt x="5612838" y="1486855"/>
                  </a:lnTo>
                  <a:lnTo>
                    <a:pt x="5613174" y="1488615"/>
                  </a:lnTo>
                  <a:lnTo>
                    <a:pt x="5613511" y="1490945"/>
                  </a:lnTo>
                  <a:lnTo>
                    <a:pt x="5613847" y="1493184"/>
                  </a:lnTo>
                  <a:lnTo>
                    <a:pt x="5614184" y="1495545"/>
                  </a:lnTo>
                  <a:lnTo>
                    <a:pt x="5614520" y="1498313"/>
                  </a:lnTo>
                  <a:lnTo>
                    <a:pt x="5614857" y="1501050"/>
                  </a:lnTo>
                  <a:lnTo>
                    <a:pt x="5615193" y="1503420"/>
                  </a:lnTo>
                  <a:lnTo>
                    <a:pt x="5615530" y="1506101"/>
                  </a:lnTo>
                  <a:lnTo>
                    <a:pt x="5615866" y="1508421"/>
                  </a:lnTo>
                  <a:lnTo>
                    <a:pt x="5616202" y="1511177"/>
                  </a:lnTo>
                  <a:lnTo>
                    <a:pt x="5616539" y="1513982"/>
                  </a:lnTo>
                  <a:lnTo>
                    <a:pt x="5616875" y="1516754"/>
                  </a:lnTo>
                  <a:lnTo>
                    <a:pt x="5617212" y="1519363"/>
                  </a:lnTo>
                  <a:lnTo>
                    <a:pt x="5617548" y="1522041"/>
                  </a:lnTo>
                  <a:lnTo>
                    <a:pt x="5617885" y="1525562"/>
                  </a:lnTo>
                  <a:lnTo>
                    <a:pt x="5618221" y="1528606"/>
                  </a:lnTo>
                  <a:lnTo>
                    <a:pt x="5618558" y="1531554"/>
                  </a:lnTo>
                  <a:lnTo>
                    <a:pt x="5618894" y="1534476"/>
                  </a:lnTo>
                  <a:lnTo>
                    <a:pt x="5619231" y="1536558"/>
                  </a:lnTo>
                  <a:lnTo>
                    <a:pt x="5619567" y="1537864"/>
                  </a:lnTo>
                  <a:lnTo>
                    <a:pt x="5619904" y="1538561"/>
                  </a:lnTo>
                  <a:lnTo>
                    <a:pt x="5620240" y="1539057"/>
                  </a:lnTo>
                  <a:lnTo>
                    <a:pt x="5620576" y="1540020"/>
                  </a:lnTo>
                  <a:lnTo>
                    <a:pt x="5620913" y="1541038"/>
                  </a:lnTo>
                  <a:lnTo>
                    <a:pt x="5621249" y="1542129"/>
                  </a:lnTo>
                  <a:lnTo>
                    <a:pt x="5621586" y="1543335"/>
                  </a:lnTo>
                  <a:lnTo>
                    <a:pt x="5621922" y="1544654"/>
                  </a:lnTo>
                  <a:lnTo>
                    <a:pt x="5622259" y="1546363"/>
                  </a:lnTo>
                  <a:lnTo>
                    <a:pt x="5622595" y="1548186"/>
                  </a:lnTo>
                  <a:lnTo>
                    <a:pt x="5622932" y="1550161"/>
                  </a:lnTo>
                  <a:lnTo>
                    <a:pt x="5623268" y="1552245"/>
                  </a:lnTo>
                  <a:lnTo>
                    <a:pt x="5623605" y="1554226"/>
                  </a:lnTo>
                  <a:lnTo>
                    <a:pt x="5623941" y="1555821"/>
                  </a:lnTo>
                  <a:lnTo>
                    <a:pt x="5624278" y="1558076"/>
                  </a:lnTo>
                  <a:lnTo>
                    <a:pt x="5624614" y="1561322"/>
                  </a:lnTo>
                  <a:lnTo>
                    <a:pt x="5624950" y="1563482"/>
                  </a:lnTo>
                  <a:lnTo>
                    <a:pt x="5625287" y="1565358"/>
                  </a:lnTo>
                  <a:lnTo>
                    <a:pt x="5625623" y="1566637"/>
                  </a:lnTo>
                  <a:lnTo>
                    <a:pt x="5625960" y="1566923"/>
                  </a:lnTo>
                  <a:lnTo>
                    <a:pt x="5626296" y="1567513"/>
                  </a:lnTo>
                  <a:lnTo>
                    <a:pt x="5626633" y="1567618"/>
                  </a:lnTo>
                  <a:lnTo>
                    <a:pt x="5626969" y="1568118"/>
                  </a:lnTo>
                  <a:lnTo>
                    <a:pt x="5627306" y="1567671"/>
                  </a:lnTo>
                  <a:lnTo>
                    <a:pt x="5627642" y="1567443"/>
                  </a:lnTo>
                  <a:lnTo>
                    <a:pt x="5627979" y="1566759"/>
                  </a:lnTo>
                  <a:lnTo>
                    <a:pt x="5628315" y="1565941"/>
                  </a:lnTo>
                  <a:lnTo>
                    <a:pt x="5628652" y="1566041"/>
                  </a:lnTo>
                  <a:lnTo>
                    <a:pt x="5628988" y="1566574"/>
                  </a:lnTo>
                  <a:lnTo>
                    <a:pt x="5629324" y="1567507"/>
                  </a:lnTo>
                  <a:lnTo>
                    <a:pt x="5629661" y="1568564"/>
                  </a:lnTo>
                  <a:lnTo>
                    <a:pt x="5629997" y="1570454"/>
                  </a:lnTo>
                  <a:lnTo>
                    <a:pt x="5630334" y="1572082"/>
                  </a:lnTo>
                  <a:lnTo>
                    <a:pt x="5630670" y="1573984"/>
                  </a:lnTo>
                  <a:lnTo>
                    <a:pt x="5631007" y="1575849"/>
                  </a:lnTo>
                  <a:lnTo>
                    <a:pt x="5631343" y="1577353"/>
                  </a:lnTo>
                  <a:lnTo>
                    <a:pt x="5631680" y="1579638"/>
                  </a:lnTo>
                  <a:lnTo>
                    <a:pt x="5632016" y="1582481"/>
                  </a:lnTo>
                  <a:lnTo>
                    <a:pt x="5632353" y="1585626"/>
                  </a:lnTo>
                  <a:lnTo>
                    <a:pt x="5632689" y="1589148"/>
                  </a:lnTo>
                  <a:lnTo>
                    <a:pt x="5633026" y="1593161"/>
                  </a:lnTo>
                  <a:lnTo>
                    <a:pt x="5633362" y="1597242"/>
                  </a:lnTo>
                  <a:lnTo>
                    <a:pt x="5633698" y="1601206"/>
                  </a:lnTo>
                  <a:lnTo>
                    <a:pt x="5634035" y="1604737"/>
                  </a:lnTo>
                  <a:lnTo>
                    <a:pt x="5634371" y="1607571"/>
                  </a:lnTo>
                  <a:lnTo>
                    <a:pt x="5634708" y="1610072"/>
                  </a:lnTo>
                  <a:lnTo>
                    <a:pt x="5635044" y="1612664"/>
                  </a:lnTo>
                  <a:lnTo>
                    <a:pt x="5635381" y="1615605"/>
                  </a:lnTo>
                  <a:lnTo>
                    <a:pt x="5635717" y="1619103"/>
                  </a:lnTo>
                  <a:lnTo>
                    <a:pt x="5636054" y="1622661"/>
                  </a:lnTo>
                  <a:lnTo>
                    <a:pt x="5636390" y="1626725"/>
                  </a:lnTo>
                  <a:lnTo>
                    <a:pt x="5636727" y="1630709"/>
                  </a:lnTo>
                  <a:lnTo>
                    <a:pt x="5637063" y="1633973"/>
                  </a:lnTo>
                  <a:lnTo>
                    <a:pt x="5637400" y="1637253"/>
                  </a:lnTo>
                  <a:lnTo>
                    <a:pt x="5637736" y="1639782"/>
                  </a:lnTo>
                  <a:lnTo>
                    <a:pt x="5638072" y="1641837"/>
                  </a:lnTo>
                  <a:lnTo>
                    <a:pt x="5638409" y="1643166"/>
                  </a:lnTo>
                  <a:lnTo>
                    <a:pt x="5638745" y="1645274"/>
                  </a:lnTo>
                  <a:lnTo>
                    <a:pt x="5639082" y="1648135"/>
                  </a:lnTo>
                  <a:lnTo>
                    <a:pt x="5639418" y="1651845"/>
                  </a:lnTo>
                  <a:lnTo>
                    <a:pt x="5639755" y="1656159"/>
                  </a:lnTo>
                  <a:lnTo>
                    <a:pt x="5640091" y="1660137"/>
                  </a:lnTo>
                  <a:lnTo>
                    <a:pt x="5640428" y="1663762"/>
                  </a:lnTo>
                  <a:lnTo>
                    <a:pt x="5640764" y="1667179"/>
                  </a:lnTo>
                  <a:lnTo>
                    <a:pt x="5641101" y="1670442"/>
                  </a:lnTo>
                  <a:lnTo>
                    <a:pt x="5641437" y="1673154"/>
                  </a:lnTo>
                  <a:lnTo>
                    <a:pt x="5641774" y="1675835"/>
                  </a:lnTo>
                  <a:lnTo>
                    <a:pt x="5642110" y="1678378"/>
                  </a:lnTo>
                  <a:lnTo>
                    <a:pt x="5642446" y="1680636"/>
                  </a:lnTo>
                  <a:lnTo>
                    <a:pt x="5642783" y="1682776"/>
                  </a:lnTo>
                  <a:lnTo>
                    <a:pt x="5643119" y="1684930"/>
                  </a:lnTo>
                  <a:lnTo>
                    <a:pt x="5643456" y="1687275"/>
                  </a:lnTo>
                  <a:lnTo>
                    <a:pt x="5643792" y="1689539"/>
                  </a:lnTo>
                  <a:lnTo>
                    <a:pt x="5644129" y="1692478"/>
                  </a:lnTo>
                  <a:lnTo>
                    <a:pt x="5644465" y="1696282"/>
                  </a:lnTo>
                  <a:lnTo>
                    <a:pt x="5644802" y="1700729"/>
                  </a:lnTo>
                  <a:lnTo>
                    <a:pt x="5645138" y="1706096"/>
                  </a:lnTo>
                  <a:lnTo>
                    <a:pt x="5645475" y="1712306"/>
                  </a:lnTo>
                  <a:lnTo>
                    <a:pt x="5645811" y="1718155"/>
                  </a:lnTo>
                  <a:lnTo>
                    <a:pt x="5646147" y="1724029"/>
                  </a:lnTo>
                  <a:lnTo>
                    <a:pt x="5646484" y="1729887"/>
                  </a:lnTo>
                  <a:lnTo>
                    <a:pt x="5646820" y="1735896"/>
                  </a:lnTo>
                  <a:lnTo>
                    <a:pt x="5647157" y="1741872"/>
                  </a:lnTo>
                  <a:lnTo>
                    <a:pt x="5647493" y="1748202"/>
                  </a:lnTo>
                  <a:lnTo>
                    <a:pt x="5647830" y="1754487"/>
                  </a:lnTo>
                  <a:lnTo>
                    <a:pt x="5648166" y="1760591"/>
                  </a:lnTo>
                  <a:lnTo>
                    <a:pt x="5648503" y="1766613"/>
                  </a:lnTo>
                  <a:lnTo>
                    <a:pt x="5648839" y="1772327"/>
                  </a:lnTo>
                  <a:lnTo>
                    <a:pt x="5649176" y="1777313"/>
                  </a:lnTo>
                  <a:lnTo>
                    <a:pt x="5649512" y="1781056"/>
                  </a:lnTo>
                  <a:lnTo>
                    <a:pt x="5649849" y="1784020"/>
                  </a:lnTo>
                  <a:lnTo>
                    <a:pt x="5650185" y="1785915"/>
                  </a:lnTo>
                  <a:lnTo>
                    <a:pt x="5650521" y="1786574"/>
                  </a:lnTo>
                  <a:lnTo>
                    <a:pt x="5650858" y="1786359"/>
                  </a:lnTo>
                  <a:lnTo>
                    <a:pt x="5651194" y="1785901"/>
                  </a:lnTo>
                  <a:lnTo>
                    <a:pt x="5651531" y="1785318"/>
                  </a:lnTo>
                  <a:lnTo>
                    <a:pt x="5651867" y="1784617"/>
                  </a:lnTo>
                  <a:lnTo>
                    <a:pt x="5652204" y="1783761"/>
                  </a:lnTo>
                  <a:lnTo>
                    <a:pt x="5652540" y="1782235"/>
                  </a:lnTo>
                  <a:lnTo>
                    <a:pt x="5652877" y="1780516"/>
                  </a:lnTo>
                  <a:lnTo>
                    <a:pt x="5653213" y="1778951"/>
                  </a:lnTo>
                  <a:lnTo>
                    <a:pt x="5653550" y="1777658"/>
                  </a:lnTo>
                  <a:lnTo>
                    <a:pt x="5653886" y="1776756"/>
                  </a:lnTo>
                  <a:lnTo>
                    <a:pt x="5654223" y="1775389"/>
                  </a:lnTo>
                  <a:lnTo>
                    <a:pt x="5654559" y="1774115"/>
                  </a:lnTo>
                  <a:lnTo>
                    <a:pt x="5654895" y="1772476"/>
                  </a:lnTo>
                  <a:lnTo>
                    <a:pt x="5655232" y="1770602"/>
                  </a:lnTo>
                  <a:lnTo>
                    <a:pt x="5655568" y="1768667"/>
                  </a:lnTo>
                  <a:lnTo>
                    <a:pt x="5655905" y="1767116"/>
                  </a:lnTo>
                  <a:lnTo>
                    <a:pt x="5656241" y="1766364"/>
                  </a:lnTo>
                  <a:lnTo>
                    <a:pt x="5656578" y="1766544"/>
                  </a:lnTo>
                  <a:lnTo>
                    <a:pt x="5656914" y="1766703"/>
                  </a:lnTo>
                  <a:lnTo>
                    <a:pt x="5657251" y="1766942"/>
                  </a:lnTo>
                  <a:lnTo>
                    <a:pt x="5657587" y="1767743"/>
                  </a:lnTo>
                  <a:lnTo>
                    <a:pt x="5657924" y="1768679"/>
                  </a:lnTo>
                  <a:lnTo>
                    <a:pt x="5658260" y="1769493"/>
                  </a:lnTo>
                  <a:lnTo>
                    <a:pt x="5658597" y="1770679"/>
                  </a:lnTo>
                  <a:lnTo>
                    <a:pt x="5658933" y="1772392"/>
                  </a:lnTo>
                  <a:lnTo>
                    <a:pt x="5659269" y="1774989"/>
                  </a:lnTo>
                  <a:lnTo>
                    <a:pt x="5659606" y="1777861"/>
                  </a:lnTo>
                  <a:lnTo>
                    <a:pt x="5659942" y="1781449"/>
                  </a:lnTo>
                  <a:lnTo>
                    <a:pt x="5660279" y="1786017"/>
                  </a:lnTo>
                  <a:lnTo>
                    <a:pt x="5660615" y="1790870"/>
                  </a:lnTo>
                  <a:lnTo>
                    <a:pt x="5660952" y="1796713"/>
                  </a:lnTo>
                  <a:lnTo>
                    <a:pt x="5661288" y="1802475"/>
                  </a:lnTo>
                  <a:lnTo>
                    <a:pt x="5661625" y="1808188"/>
                  </a:lnTo>
                  <a:lnTo>
                    <a:pt x="5661961" y="1814952"/>
                  </a:lnTo>
                  <a:lnTo>
                    <a:pt x="5662298" y="1822704"/>
                  </a:lnTo>
                  <a:lnTo>
                    <a:pt x="5662634" y="1831148"/>
                  </a:lnTo>
                  <a:lnTo>
                    <a:pt x="5662971" y="1840728"/>
                  </a:lnTo>
                  <a:lnTo>
                    <a:pt x="5663307" y="1851433"/>
                  </a:lnTo>
                  <a:lnTo>
                    <a:pt x="5663643" y="1861669"/>
                  </a:lnTo>
                  <a:lnTo>
                    <a:pt x="5663980" y="1873002"/>
                  </a:lnTo>
                  <a:lnTo>
                    <a:pt x="5664316" y="1882224"/>
                  </a:lnTo>
                  <a:lnTo>
                    <a:pt x="5664653" y="1891103"/>
                  </a:lnTo>
                  <a:lnTo>
                    <a:pt x="5664989" y="1899355"/>
                  </a:lnTo>
                  <a:lnTo>
                    <a:pt x="5665326" y="1907921"/>
                  </a:lnTo>
                  <a:lnTo>
                    <a:pt x="5665662" y="1915312"/>
                  </a:lnTo>
                  <a:lnTo>
                    <a:pt x="5665999" y="1921585"/>
                  </a:lnTo>
                  <a:lnTo>
                    <a:pt x="5666335" y="1926960"/>
                  </a:lnTo>
                  <a:lnTo>
                    <a:pt x="5666672" y="1931224"/>
                  </a:lnTo>
                  <a:lnTo>
                    <a:pt x="5667008" y="1934508"/>
                  </a:lnTo>
                  <a:lnTo>
                    <a:pt x="5667345" y="1937033"/>
                  </a:lnTo>
                  <a:lnTo>
                    <a:pt x="5667681" y="1938533"/>
                  </a:lnTo>
                  <a:lnTo>
                    <a:pt x="5668017" y="1939155"/>
                  </a:lnTo>
                  <a:lnTo>
                    <a:pt x="5668354" y="1939118"/>
                  </a:lnTo>
                  <a:lnTo>
                    <a:pt x="5668690" y="1938317"/>
                  </a:lnTo>
                  <a:lnTo>
                    <a:pt x="5669027" y="1936799"/>
                  </a:lnTo>
                  <a:lnTo>
                    <a:pt x="5669363" y="1933866"/>
                  </a:lnTo>
                  <a:lnTo>
                    <a:pt x="5669700" y="1930206"/>
                  </a:lnTo>
                  <a:lnTo>
                    <a:pt x="5670036" y="1926005"/>
                  </a:lnTo>
                  <a:lnTo>
                    <a:pt x="5670373" y="1921864"/>
                  </a:lnTo>
                  <a:lnTo>
                    <a:pt x="5670709" y="1917854"/>
                  </a:lnTo>
                  <a:lnTo>
                    <a:pt x="5671046" y="1914180"/>
                  </a:lnTo>
                  <a:lnTo>
                    <a:pt x="5671382" y="1910644"/>
                  </a:lnTo>
                  <a:lnTo>
                    <a:pt x="5671719" y="1907269"/>
                  </a:lnTo>
                  <a:lnTo>
                    <a:pt x="5672055" y="1904131"/>
                  </a:lnTo>
                  <a:lnTo>
                    <a:pt x="5672391" y="1901445"/>
                  </a:lnTo>
                  <a:lnTo>
                    <a:pt x="5672728" y="1899631"/>
                  </a:lnTo>
                  <a:lnTo>
                    <a:pt x="5673064" y="1898659"/>
                  </a:lnTo>
                  <a:lnTo>
                    <a:pt x="5673401" y="1898950"/>
                  </a:lnTo>
                  <a:lnTo>
                    <a:pt x="5673737" y="1899769"/>
                  </a:lnTo>
                  <a:lnTo>
                    <a:pt x="5674074" y="1901200"/>
                  </a:lnTo>
                  <a:lnTo>
                    <a:pt x="5674410" y="1902845"/>
                  </a:lnTo>
                  <a:lnTo>
                    <a:pt x="5674747" y="1905260"/>
                  </a:lnTo>
                  <a:lnTo>
                    <a:pt x="5675083" y="1908416"/>
                  </a:lnTo>
                  <a:lnTo>
                    <a:pt x="5675420" y="1912131"/>
                  </a:lnTo>
                  <a:lnTo>
                    <a:pt x="5675756" y="1916075"/>
                  </a:lnTo>
                  <a:lnTo>
                    <a:pt x="5676092" y="1919963"/>
                  </a:lnTo>
                  <a:lnTo>
                    <a:pt x="5676429" y="1924240"/>
                  </a:lnTo>
                  <a:lnTo>
                    <a:pt x="5676765" y="1928716"/>
                  </a:lnTo>
                  <a:lnTo>
                    <a:pt x="5677102" y="1933377"/>
                  </a:lnTo>
                  <a:lnTo>
                    <a:pt x="5677438" y="1938017"/>
                  </a:lnTo>
                  <a:lnTo>
                    <a:pt x="5677775" y="1942596"/>
                  </a:lnTo>
                  <a:lnTo>
                    <a:pt x="5678111" y="1947012"/>
                  </a:lnTo>
                  <a:lnTo>
                    <a:pt x="5678448" y="1951359"/>
                  </a:lnTo>
                  <a:lnTo>
                    <a:pt x="5678784" y="1955794"/>
                  </a:lnTo>
                  <a:lnTo>
                    <a:pt x="5679121" y="1960361"/>
                  </a:lnTo>
                  <a:lnTo>
                    <a:pt x="5679457" y="1964672"/>
                  </a:lnTo>
                  <a:lnTo>
                    <a:pt x="5679794" y="1968592"/>
                  </a:lnTo>
                  <a:lnTo>
                    <a:pt x="5680130" y="1972232"/>
                  </a:lnTo>
                  <a:lnTo>
                    <a:pt x="5680466" y="1976365"/>
                  </a:lnTo>
                  <a:lnTo>
                    <a:pt x="5680803" y="1980322"/>
                  </a:lnTo>
                  <a:lnTo>
                    <a:pt x="5681139" y="1984301"/>
                  </a:lnTo>
                  <a:lnTo>
                    <a:pt x="5681476" y="1987963"/>
                  </a:lnTo>
                  <a:lnTo>
                    <a:pt x="5681812" y="1991147"/>
                  </a:lnTo>
                  <a:lnTo>
                    <a:pt x="5682149" y="1994170"/>
                  </a:lnTo>
                  <a:lnTo>
                    <a:pt x="5682485" y="1996868"/>
                  </a:lnTo>
                  <a:lnTo>
                    <a:pt x="5682822" y="1999129"/>
                  </a:lnTo>
                  <a:lnTo>
                    <a:pt x="5683158" y="2001368"/>
                  </a:lnTo>
                  <a:lnTo>
                    <a:pt x="5683495" y="2003170"/>
                  </a:lnTo>
                  <a:lnTo>
                    <a:pt x="5683831" y="2004636"/>
                  </a:lnTo>
                  <a:lnTo>
                    <a:pt x="5684168" y="2005543"/>
                  </a:lnTo>
                  <a:lnTo>
                    <a:pt x="5684504" y="2006296"/>
                  </a:lnTo>
                  <a:lnTo>
                    <a:pt x="5684840" y="2007167"/>
                  </a:lnTo>
                  <a:lnTo>
                    <a:pt x="5685177" y="2008276"/>
                  </a:lnTo>
                  <a:lnTo>
                    <a:pt x="5685513" y="2009234"/>
                  </a:lnTo>
                  <a:lnTo>
                    <a:pt x="5685850" y="2010070"/>
                  </a:lnTo>
                  <a:lnTo>
                    <a:pt x="5686186" y="2010946"/>
                  </a:lnTo>
                  <a:lnTo>
                    <a:pt x="5686523" y="2012032"/>
                  </a:lnTo>
                  <a:lnTo>
                    <a:pt x="5686859" y="2013771"/>
                  </a:lnTo>
                  <a:lnTo>
                    <a:pt x="5687196" y="2015678"/>
                  </a:lnTo>
                  <a:lnTo>
                    <a:pt x="5687532" y="2017584"/>
                  </a:lnTo>
                  <a:lnTo>
                    <a:pt x="5687869" y="2019024"/>
                  </a:lnTo>
                  <a:lnTo>
                    <a:pt x="5688205" y="2019616"/>
                  </a:lnTo>
                  <a:lnTo>
                    <a:pt x="5688542" y="2019906"/>
                  </a:lnTo>
                  <a:lnTo>
                    <a:pt x="5688878" y="2019956"/>
                  </a:lnTo>
                  <a:lnTo>
                    <a:pt x="5689214" y="2020103"/>
                  </a:lnTo>
                  <a:lnTo>
                    <a:pt x="5689551" y="2020278"/>
                  </a:lnTo>
                  <a:lnTo>
                    <a:pt x="5689887" y="2020483"/>
                  </a:lnTo>
                  <a:lnTo>
                    <a:pt x="5690224" y="2020732"/>
                  </a:lnTo>
                  <a:lnTo>
                    <a:pt x="5690560" y="2020670"/>
                  </a:lnTo>
                  <a:lnTo>
                    <a:pt x="5690897" y="2020328"/>
                  </a:lnTo>
                  <a:lnTo>
                    <a:pt x="5691233" y="2019747"/>
                  </a:lnTo>
                  <a:lnTo>
                    <a:pt x="5691570" y="2018777"/>
                  </a:lnTo>
                  <a:lnTo>
                    <a:pt x="5691906" y="2017528"/>
                  </a:lnTo>
                  <a:lnTo>
                    <a:pt x="5692243" y="2016717"/>
                  </a:lnTo>
                  <a:lnTo>
                    <a:pt x="5692579" y="2016410"/>
                  </a:lnTo>
                  <a:lnTo>
                    <a:pt x="5692916" y="2016267"/>
                  </a:lnTo>
                  <a:lnTo>
                    <a:pt x="5693252" y="2017217"/>
                  </a:lnTo>
                  <a:lnTo>
                    <a:pt x="5693588" y="2018124"/>
                  </a:lnTo>
                  <a:lnTo>
                    <a:pt x="5693925" y="2019886"/>
                  </a:lnTo>
                  <a:lnTo>
                    <a:pt x="5694261" y="2021312"/>
                  </a:lnTo>
                  <a:lnTo>
                    <a:pt x="5694598" y="2023280"/>
                  </a:lnTo>
                  <a:lnTo>
                    <a:pt x="5694934" y="2024579"/>
                  </a:lnTo>
                  <a:lnTo>
                    <a:pt x="5695271" y="2026104"/>
                  </a:lnTo>
                  <a:lnTo>
                    <a:pt x="5695607" y="2027958"/>
                  </a:lnTo>
                  <a:lnTo>
                    <a:pt x="5695944" y="2029449"/>
                  </a:lnTo>
                  <a:lnTo>
                    <a:pt x="5696280" y="2031114"/>
                  </a:lnTo>
                  <a:lnTo>
                    <a:pt x="5696617" y="2032503"/>
                  </a:lnTo>
                  <a:lnTo>
                    <a:pt x="5696953" y="2034232"/>
                  </a:lnTo>
                  <a:lnTo>
                    <a:pt x="5697290" y="2035454"/>
                  </a:lnTo>
                  <a:lnTo>
                    <a:pt x="5697626" y="2036959"/>
                  </a:lnTo>
                  <a:lnTo>
                    <a:pt x="5697962" y="2038940"/>
                  </a:lnTo>
                  <a:lnTo>
                    <a:pt x="5698299" y="2041142"/>
                  </a:lnTo>
                  <a:lnTo>
                    <a:pt x="5698635" y="2043645"/>
                  </a:lnTo>
                  <a:lnTo>
                    <a:pt x="5698972" y="2046096"/>
                  </a:lnTo>
                  <a:lnTo>
                    <a:pt x="5699308" y="2048271"/>
                  </a:lnTo>
                  <a:lnTo>
                    <a:pt x="5699645" y="2050333"/>
                  </a:lnTo>
                  <a:lnTo>
                    <a:pt x="5699981" y="2052163"/>
                  </a:lnTo>
                  <a:lnTo>
                    <a:pt x="5700318" y="2053494"/>
                  </a:lnTo>
                  <a:lnTo>
                    <a:pt x="5700654" y="2053427"/>
                  </a:lnTo>
                  <a:lnTo>
                    <a:pt x="5700991" y="2052528"/>
                  </a:lnTo>
                  <a:lnTo>
                    <a:pt x="5701327" y="2050823"/>
                  </a:lnTo>
                  <a:lnTo>
                    <a:pt x="5701664" y="2048944"/>
                  </a:lnTo>
                  <a:lnTo>
                    <a:pt x="5702000" y="2046657"/>
                  </a:lnTo>
                  <a:lnTo>
                    <a:pt x="5702336" y="2043977"/>
                  </a:lnTo>
                  <a:lnTo>
                    <a:pt x="5702673" y="2041369"/>
                  </a:lnTo>
                  <a:lnTo>
                    <a:pt x="5703009" y="2038655"/>
                  </a:lnTo>
                  <a:lnTo>
                    <a:pt x="5703346" y="2035813"/>
                  </a:lnTo>
                  <a:lnTo>
                    <a:pt x="5703682" y="2032604"/>
                  </a:lnTo>
                  <a:lnTo>
                    <a:pt x="5704019" y="2029336"/>
                  </a:lnTo>
                  <a:lnTo>
                    <a:pt x="5704355" y="2026687"/>
                  </a:lnTo>
                  <a:lnTo>
                    <a:pt x="5704692" y="2024059"/>
                  </a:lnTo>
                  <a:lnTo>
                    <a:pt x="5705028" y="2022519"/>
                  </a:lnTo>
                  <a:lnTo>
                    <a:pt x="5705365" y="2021667"/>
                  </a:lnTo>
                  <a:lnTo>
                    <a:pt x="5705701" y="2022705"/>
                  </a:lnTo>
                  <a:lnTo>
                    <a:pt x="5706038" y="2023459"/>
                  </a:lnTo>
                  <a:lnTo>
                    <a:pt x="5706374" y="2024897"/>
                  </a:lnTo>
                  <a:lnTo>
                    <a:pt x="5706710" y="2025601"/>
                  </a:lnTo>
                  <a:lnTo>
                    <a:pt x="5707047" y="2025783"/>
                  </a:lnTo>
                  <a:lnTo>
                    <a:pt x="5707383" y="2025419"/>
                  </a:lnTo>
                  <a:lnTo>
                    <a:pt x="5707720" y="2024791"/>
                  </a:lnTo>
                  <a:lnTo>
                    <a:pt x="5708056" y="2024150"/>
                  </a:lnTo>
                  <a:lnTo>
                    <a:pt x="5708393" y="2023397"/>
                  </a:lnTo>
                  <a:lnTo>
                    <a:pt x="5708729" y="2022643"/>
                  </a:lnTo>
                  <a:lnTo>
                    <a:pt x="5709066" y="2021808"/>
                  </a:lnTo>
                  <a:lnTo>
                    <a:pt x="5709402" y="2020797"/>
                  </a:lnTo>
                  <a:lnTo>
                    <a:pt x="5709739" y="2019415"/>
                  </a:lnTo>
                  <a:lnTo>
                    <a:pt x="5710075" y="2017745"/>
                  </a:lnTo>
                  <a:lnTo>
                    <a:pt x="5710411" y="2015880"/>
                  </a:lnTo>
                  <a:lnTo>
                    <a:pt x="5710748" y="2013714"/>
                  </a:lnTo>
                  <a:lnTo>
                    <a:pt x="5711084" y="2011804"/>
                  </a:lnTo>
                  <a:lnTo>
                    <a:pt x="5711421" y="2009746"/>
                  </a:lnTo>
                  <a:lnTo>
                    <a:pt x="5711757" y="2007864"/>
                  </a:lnTo>
                  <a:lnTo>
                    <a:pt x="5712094" y="2005819"/>
                  </a:lnTo>
                  <a:lnTo>
                    <a:pt x="5712430" y="2003708"/>
                  </a:lnTo>
                  <a:lnTo>
                    <a:pt x="5712767" y="2001467"/>
                  </a:lnTo>
                  <a:lnTo>
                    <a:pt x="5713103" y="1998559"/>
                  </a:lnTo>
                  <a:lnTo>
                    <a:pt x="5713440" y="1995319"/>
                  </a:lnTo>
                  <a:lnTo>
                    <a:pt x="5713776" y="1992280"/>
                  </a:lnTo>
                  <a:lnTo>
                    <a:pt x="5714113" y="1989347"/>
                  </a:lnTo>
                  <a:lnTo>
                    <a:pt x="5714449" y="1986591"/>
                  </a:lnTo>
                  <a:lnTo>
                    <a:pt x="5714785" y="1984054"/>
                  </a:lnTo>
                  <a:lnTo>
                    <a:pt x="5715122" y="1981655"/>
                  </a:lnTo>
                  <a:lnTo>
                    <a:pt x="5715458" y="1979507"/>
                  </a:lnTo>
                  <a:lnTo>
                    <a:pt x="5715795" y="1977504"/>
                  </a:lnTo>
                  <a:lnTo>
                    <a:pt x="5716131" y="1975859"/>
                  </a:lnTo>
                  <a:lnTo>
                    <a:pt x="5716468" y="1974810"/>
                  </a:lnTo>
                  <a:lnTo>
                    <a:pt x="5716804" y="1974559"/>
                  </a:lnTo>
                  <a:lnTo>
                    <a:pt x="5717141" y="1974816"/>
                  </a:lnTo>
                  <a:lnTo>
                    <a:pt x="5717477" y="1975678"/>
                  </a:lnTo>
                  <a:lnTo>
                    <a:pt x="5717814" y="1976356"/>
                  </a:lnTo>
                  <a:lnTo>
                    <a:pt x="5718150" y="1977413"/>
                  </a:lnTo>
                  <a:lnTo>
                    <a:pt x="5718487" y="1978513"/>
                  </a:lnTo>
                  <a:lnTo>
                    <a:pt x="5718823" y="1978548"/>
                  </a:lnTo>
                  <a:lnTo>
                    <a:pt x="5719159" y="1977639"/>
                  </a:lnTo>
                  <a:lnTo>
                    <a:pt x="5719496" y="1976275"/>
                  </a:lnTo>
                  <a:lnTo>
                    <a:pt x="5719832" y="1974942"/>
                  </a:lnTo>
                  <a:lnTo>
                    <a:pt x="5720169" y="1972785"/>
                  </a:lnTo>
                  <a:lnTo>
                    <a:pt x="5720505" y="1970269"/>
                  </a:lnTo>
                  <a:lnTo>
                    <a:pt x="5720842" y="1967160"/>
                  </a:lnTo>
                  <a:lnTo>
                    <a:pt x="5721178" y="1963057"/>
                  </a:lnTo>
                  <a:lnTo>
                    <a:pt x="5721515" y="1959063"/>
                  </a:lnTo>
                  <a:lnTo>
                    <a:pt x="5721851" y="1954974"/>
                  </a:lnTo>
                  <a:lnTo>
                    <a:pt x="5722188" y="1950815"/>
                  </a:lnTo>
                  <a:lnTo>
                    <a:pt x="5722524" y="1946816"/>
                  </a:lnTo>
                  <a:lnTo>
                    <a:pt x="5722861" y="1943145"/>
                  </a:lnTo>
                  <a:lnTo>
                    <a:pt x="5723197" y="1939141"/>
                  </a:lnTo>
                  <a:lnTo>
                    <a:pt x="5723533" y="1935144"/>
                  </a:lnTo>
                  <a:lnTo>
                    <a:pt x="5723870" y="1931129"/>
                  </a:lnTo>
                  <a:lnTo>
                    <a:pt x="5724206" y="1927121"/>
                  </a:lnTo>
                  <a:lnTo>
                    <a:pt x="5724543" y="1923476"/>
                  </a:lnTo>
                  <a:lnTo>
                    <a:pt x="5724879" y="1920011"/>
                  </a:lnTo>
                  <a:lnTo>
                    <a:pt x="5725216" y="1916542"/>
                  </a:lnTo>
                  <a:lnTo>
                    <a:pt x="5725552" y="1911877"/>
                  </a:lnTo>
                  <a:lnTo>
                    <a:pt x="5725889" y="1907463"/>
                  </a:lnTo>
                  <a:lnTo>
                    <a:pt x="5726225" y="1903635"/>
                  </a:lnTo>
                  <a:lnTo>
                    <a:pt x="5726562" y="1899847"/>
                  </a:lnTo>
                  <a:lnTo>
                    <a:pt x="5726898" y="1896345"/>
                  </a:lnTo>
                  <a:lnTo>
                    <a:pt x="5727235" y="1891518"/>
                  </a:lnTo>
                  <a:lnTo>
                    <a:pt x="5727571" y="1886135"/>
                  </a:lnTo>
                  <a:lnTo>
                    <a:pt x="5727907" y="1880161"/>
                  </a:lnTo>
                  <a:lnTo>
                    <a:pt x="5728244" y="1874199"/>
                  </a:lnTo>
                  <a:lnTo>
                    <a:pt x="5728580" y="1868774"/>
                  </a:lnTo>
                  <a:lnTo>
                    <a:pt x="5728917" y="1863843"/>
                  </a:lnTo>
                  <a:lnTo>
                    <a:pt x="5729253" y="1859945"/>
                  </a:lnTo>
                  <a:lnTo>
                    <a:pt x="5729590" y="1856302"/>
                  </a:lnTo>
                  <a:lnTo>
                    <a:pt x="5729926" y="1852850"/>
                  </a:lnTo>
                  <a:lnTo>
                    <a:pt x="5730263" y="1850019"/>
                  </a:lnTo>
                  <a:lnTo>
                    <a:pt x="5730599" y="1847281"/>
                  </a:lnTo>
                  <a:lnTo>
                    <a:pt x="5730936" y="1844524"/>
                  </a:lnTo>
                  <a:lnTo>
                    <a:pt x="5731272" y="1841629"/>
                  </a:lnTo>
                  <a:lnTo>
                    <a:pt x="5731609" y="1838924"/>
                  </a:lnTo>
                  <a:lnTo>
                    <a:pt x="5731945" y="1836336"/>
                  </a:lnTo>
                  <a:lnTo>
                    <a:pt x="5732281" y="1833854"/>
                  </a:lnTo>
                  <a:lnTo>
                    <a:pt x="5732618" y="1832048"/>
                  </a:lnTo>
                  <a:lnTo>
                    <a:pt x="5732954" y="1830674"/>
                  </a:lnTo>
                  <a:lnTo>
                    <a:pt x="5733291" y="1829712"/>
                  </a:lnTo>
                  <a:lnTo>
                    <a:pt x="5733627" y="1828660"/>
                  </a:lnTo>
                  <a:lnTo>
                    <a:pt x="5733964" y="1827732"/>
                  </a:lnTo>
                  <a:lnTo>
                    <a:pt x="5734300" y="1826631"/>
                  </a:lnTo>
                  <a:lnTo>
                    <a:pt x="5734637" y="1825407"/>
                  </a:lnTo>
                  <a:lnTo>
                    <a:pt x="5734973" y="1824397"/>
                  </a:lnTo>
                  <a:lnTo>
                    <a:pt x="5735310" y="1823666"/>
                  </a:lnTo>
                  <a:lnTo>
                    <a:pt x="5735646" y="1823541"/>
                  </a:lnTo>
                  <a:lnTo>
                    <a:pt x="5735983" y="1823813"/>
                  </a:lnTo>
                  <a:lnTo>
                    <a:pt x="5736319" y="1824421"/>
                  </a:lnTo>
                  <a:lnTo>
                    <a:pt x="5736655" y="1826036"/>
                  </a:lnTo>
                  <a:lnTo>
                    <a:pt x="5736992" y="1827421"/>
                  </a:lnTo>
                  <a:lnTo>
                    <a:pt x="5737328" y="1829258"/>
                  </a:lnTo>
                  <a:lnTo>
                    <a:pt x="5737665" y="1831133"/>
                  </a:lnTo>
                  <a:lnTo>
                    <a:pt x="5738001" y="1832870"/>
                  </a:lnTo>
                  <a:lnTo>
                    <a:pt x="5738338" y="1834516"/>
                  </a:lnTo>
                  <a:lnTo>
                    <a:pt x="5738674" y="1836276"/>
                  </a:lnTo>
                  <a:lnTo>
                    <a:pt x="5739011" y="1838128"/>
                  </a:lnTo>
                  <a:lnTo>
                    <a:pt x="5739347" y="1840057"/>
                  </a:lnTo>
                  <a:lnTo>
                    <a:pt x="5739684" y="1841725"/>
                  </a:lnTo>
                  <a:lnTo>
                    <a:pt x="5740020" y="1843064"/>
                  </a:lnTo>
                  <a:lnTo>
                    <a:pt x="5740357" y="1843807"/>
                  </a:lnTo>
                  <a:lnTo>
                    <a:pt x="5740693" y="1844021"/>
                  </a:lnTo>
                  <a:lnTo>
                    <a:pt x="5741029" y="1843769"/>
                  </a:lnTo>
                  <a:lnTo>
                    <a:pt x="5741366" y="1843432"/>
                  </a:lnTo>
                  <a:lnTo>
                    <a:pt x="5741702" y="1842751"/>
                  </a:lnTo>
                  <a:lnTo>
                    <a:pt x="5742039" y="1842230"/>
                  </a:lnTo>
                  <a:lnTo>
                    <a:pt x="5742375" y="1841281"/>
                  </a:lnTo>
                  <a:lnTo>
                    <a:pt x="5742712" y="1840095"/>
                  </a:lnTo>
                  <a:lnTo>
                    <a:pt x="5743048" y="1839123"/>
                  </a:lnTo>
                  <a:lnTo>
                    <a:pt x="5743385" y="1838488"/>
                  </a:lnTo>
                  <a:lnTo>
                    <a:pt x="5743721" y="1837967"/>
                  </a:lnTo>
                  <a:lnTo>
                    <a:pt x="5744058" y="1837636"/>
                  </a:lnTo>
                  <a:lnTo>
                    <a:pt x="5744394" y="1837029"/>
                  </a:lnTo>
                  <a:lnTo>
                    <a:pt x="5744730" y="1836131"/>
                  </a:lnTo>
                  <a:lnTo>
                    <a:pt x="5745067" y="1834922"/>
                  </a:lnTo>
                  <a:lnTo>
                    <a:pt x="5745403" y="1833680"/>
                  </a:lnTo>
                  <a:lnTo>
                    <a:pt x="5745740" y="1831975"/>
                  </a:lnTo>
                  <a:lnTo>
                    <a:pt x="5746076" y="1830190"/>
                  </a:lnTo>
                  <a:lnTo>
                    <a:pt x="5746413" y="1828185"/>
                  </a:lnTo>
                  <a:lnTo>
                    <a:pt x="5746749" y="1826078"/>
                  </a:lnTo>
                  <a:lnTo>
                    <a:pt x="5747086" y="1823730"/>
                  </a:lnTo>
                  <a:lnTo>
                    <a:pt x="5747422" y="1820886"/>
                  </a:lnTo>
                  <a:lnTo>
                    <a:pt x="5747759" y="1817722"/>
                  </a:lnTo>
                  <a:lnTo>
                    <a:pt x="5748095" y="1814052"/>
                  </a:lnTo>
                  <a:lnTo>
                    <a:pt x="5748432" y="1809804"/>
                  </a:lnTo>
                  <a:lnTo>
                    <a:pt x="5748768" y="1805293"/>
                  </a:lnTo>
                  <a:lnTo>
                    <a:pt x="5749104" y="1800703"/>
                  </a:lnTo>
                  <a:lnTo>
                    <a:pt x="5749441" y="1795838"/>
                  </a:lnTo>
                  <a:lnTo>
                    <a:pt x="5749777" y="1791106"/>
                  </a:lnTo>
                  <a:lnTo>
                    <a:pt x="5750114" y="1786355"/>
                  </a:lnTo>
                  <a:lnTo>
                    <a:pt x="5750450" y="1781728"/>
                  </a:lnTo>
                  <a:lnTo>
                    <a:pt x="5750787" y="1777533"/>
                  </a:lnTo>
                  <a:lnTo>
                    <a:pt x="5751123" y="1772761"/>
                  </a:lnTo>
                  <a:lnTo>
                    <a:pt x="5751460" y="1767782"/>
                  </a:lnTo>
                  <a:lnTo>
                    <a:pt x="5751796" y="1762759"/>
                  </a:lnTo>
                  <a:lnTo>
                    <a:pt x="5752133" y="1758060"/>
                  </a:lnTo>
                  <a:lnTo>
                    <a:pt x="5752469" y="1753913"/>
                  </a:lnTo>
                  <a:lnTo>
                    <a:pt x="5752806" y="1749811"/>
                  </a:lnTo>
                  <a:lnTo>
                    <a:pt x="5753142" y="1746077"/>
                  </a:lnTo>
                  <a:lnTo>
                    <a:pt x="5753478" y="1742787"/>
                  </a:lnTo>
                  <a:lnTo>
                    <a:pt x="5753815" y="1739414"/>
                  </a:lnTo>
                  <a:lnTo>
                    <a:pt x="5754151" y="1735545"/>
                  </a:lnTo>
                  <a:lnTo>
                    <a:pt x="5754488" y="1731879"/>
                  </a:lnTo>
                  <a:lnTo>
                    <a:pt x="5754824" y="1728335"/>
                  </a:lnTo>
                  <a:lnTo>
                    <a:pt x="5755161" y="1725419"/>
                  </a:lnTo>
                  <a:lnTo>
                    <a:pt x="5755497" y="1723276"/>
                  </a:lnTo>
                  <a:lnTo>
                    <a:pt x="5755834" y="1721508"/>
                  </a:lnTo>
                  <a:lnTo>
                    <a:pt x="5756170" y="1720299"/>
                  </a:lnTo>
                  <a:lnTo>
                    <a:pt x="5756507" y="1720230"/>
                  </a:lnTo>
                  <a:lnTo>
                    <a:pt x="5756843" y="1720340"/>
                  </a:lnTo>
                  <a:lnTo>
                    <a:pt x="5757180" y="1720484"/>
                  </a:lnTo>
                  <a:lnTo>
                    <a:pt x="5757516" y="1720377"/>
                  </a:lnTo>
                  <a:lnTo>
                    <a:pt x="5757852" y="1720144"/>
                  </a:lnTo>
                  <a:lnTo>
                    <a:pt x="5758189" y="1719780"/>
                  </a:lnTo>
                  <a:lnTo>
                    <a:pt x="5758525" y="1719246"/>
                  </a:lnTo>
                  <a:lnTo>
                    <a:pt x="5758862" y="1718659"/>
                  </a:lnTo>
                  <a:lnTo>
                    <a:pt x="5759198" y="1717994"/>
                  </a:lnTo>
                  <a:lnTo>
                    <a:pt x="5759535" y="1717548"/>
                  </a:lnTo>
                  <a:lnTo>
                    <a:pt x="5759871" y="1717244"/>
                  </a:lnTo>
                  <a:lnTo>
                    <a:pt x="5760208" y="1716978"/>
                  </a:lnTo>
                  <a:lnTo>
                    <a:pt x="5760544" y="1715671"/>
                  </a:lnTo>
                  <a:lnTo>
                    <a:pt x="5760881" y="1713572"/>
                  </a:lnTo>
                  <a:lnTo>
                    <a:pt x="5761217" y="1710684"/>
                  </a:lnTo>
                  <a:lnTo>
                    <a:pt x="5761554" y="1707451"/>
                  </a:lnTo>
                  <a:lnTo>
                    <a:pt x="5761890" y="1704291"/>
                  </a:lnTo>
                  <a:lnTo>
                    <a:pt x="5762226" y="1700050"/>
                  </a:lnTo>
                  <a:lnTo>
                    <a:pt x="5762563" y="1696032"/>
                  </a:lnTo>
                  <a:lnTo>
                    <a:pt x="5762899" y="1691991"/>
                  </a:lnTo>
                  <a:lnTo>
                    <a:pt x="5763236" y="1687973"/>
                  </a:lnTo>
                  <a:lnTo>
                    <a:pt x="5763572" y="1684254"/>
                  </a:lnTo>
                  <a:lnTo>
                    <a:pt x="5763909" y="1680748"/>
                  </a:lnTo>
                  <a:lnTo>
                    <a:pt x="5764245" y="1678363"/>
                  </a:lnTo>
                  <a:lnTo>
                    <a:pt x="5764582" y="1676012"/>
                  </a:lnTo>
                  <a:lnTo>
                    <a:pt x="5764918" y="1673341"/>
                  </a:lnTo>
                  <a:lnTo>
                    <a:pt x="5765255" y="1670319"/>
                  </a:lnTo>
                  <a:lnTo>
                    <a:pt x="5765591" y="1667468"/>
                  </a:lnTo>
                  <a:lnTo>
                    <a:pt x="5765928" y="1665238"/>
                  </a:lnTo>
                  <a:lnTo>
                    <a:pt x="5766264" y="1663385"/>
                  </a:lnTo>
                  <a:lnTo>
                    <a:pt x="5766600" y="1661595"/>
                  </a:lnTo>
                  <a:lnTo>
                    <a:pt x="5766937" y="1659810"/>
                  </a:lnTo>
                  <a:lnTo>
                    <a:pt x="5767273" y="1658672"/>
                  </a:lnTo>
                  <a:lnTo>
                    <a:pt x="5767610" y="1657977"/>
                  </a:lnTo>
                  <a:lnTo>
                    <a:pt x="5767946" y="1659021"/>
                  </a:lnTo>
                  <a:lnTo>
                    <a:pt x="5768283" y="1660710"/>
                  </a:lnTo>
                  <a:lnTo>
                    <a:pt x="5768619" y="1662644"/>
                  </a:lnTo>
                  <a:lnTo>
                    <a:pt x="5768956" y="1664327"/>
                  </a:lnTo>
                  <a:lnTo>
                    <a:pt x="5769292" y="1666266"/>
                  </a:lnTo>
                  <a:lnTo>
                    <a:pt x="5769629" y="1668046"/>
                  </a:lnTo>
                  <a:lnTo>
                    <a:pt x="5769965" y="1668709"/>
                  </a:lnTo>
                  <a:lnTo>
                    <a:pt x="5770302" y="1668448"/>
                  </a:lnTo>
                  <a:lnTo>
                    <a:pt x="5770638" y="1667338"/>
                  </a:lnTo>
                  <a:lnTo>
                    <a:pt x="5770974" y="1665190"/>
                  </a:lnTo>
                  <a:lnTo>
                    <a:pt x="5771311" y="1663325"/>
                  </a:lnTo>
                  <a:lnTo>
                    <a:pt x="5771647" y="1661000"/>
                  </a:lnTo>
                  <a:lnTo>
                    <a:pt x="5771984" y="1657631"/>
                  </a:lnTo>
                  <a:lnTo>
                    <a:pt x="5772320" y="1653210"/>
                  </a:lnTo>
                  <a:lnTo>
                    <a:pt x="5772657" y="1648520"/>
                  </a:lnTo>
                  <a:lnTo>
                    <a:pt x="5772993" y="1642555"/>
                  </a:lnTo>
                  <a:lnTo>
                    <a:pt x="5773330" y="1636968"/>
                  </a:lnTo>
                  <a:lnTo>
                    <a:pt x="5773666" y="1630795"/>
                  </a:lnTo>
                  <a:lnTo>
                    <a:pt x="5774003" y="1625520"/>
                  </a:lnTo>
                  <a:lnTo>
                    <a:pt x="5774339" y="1620195"/>
                  </a:lnTo>
                  <a:lnTo>
                    <a:pt x="5774676" y="1615679"/>
                  </a:lnTo>
                  <a:lnTo>
                    <a:pt x="5775012" y="1611379"/>
                  </a:lnTo>
                  <a:lnTo>
                    <a:pt x="5775348" y="1607915"/>
                  </a:lnTo>
                  <a:lnTo>
                    <a:pt x="5775685" y="1605449"/>
                  </a:lnTo>
                  <a:lnTo>
                    <a:pt x="5776021" y="1603044"/>
                  </a:lnTo>
                  <a:lnTo>
                    <a:pt x="5776358" y="1601184"/>
                  </a:lnTo>
                  <a:lnTo>
                    <a:pt x="5776694" y="1599821"/>
                  </a:lnTo>
                  <a:lnTo>
                    <a:pt x="5777031" y="1599172"/>
                  </a:lnTo>
                  <a:lnTo>
                    <a:pt x="5777367" y="1598718"/>
                  </a:lnTo>
                  <a:lnTo>
                    <a:pt x="5777704" y="1597988"/>
                  </a:lnTo>
                  <a:lnTo>
                    <a:pt x="5778040" y="1597154"/>
                  </a:lnTo>
                  <a:lnTo>
                    <a:pt x="5778377" y="1596082"/>
                  </a:lnTo>
                  <a:lnTo>
                    <a:pt x="5778713" y="1594834"/>
                  </a:lnTo>
                  <a:lnTo>
                    <a:pt x="5779049" y="1593312"/>
                  </a:lnTo>
                  <a:lnTo>
                    <a:pt x="5779386" y="1591706"/>
                  </a:lnTo>
                  <a:lnTo>
                    <a:pt x="5779722" y="1590342"/>
                  </a:lnTo>
                  <a:lnTo>
                    <a:pt x="5780059" y="1588992"/>
                  </a:lnTo>
                  <a:lnTo>
                    <a:pt x="5780395" y="1588182"/>
                  </a:lnTo>
                  <a:lnTo>
                    <a:pt x="5780732" y="1587702"/>
                  </a:lnTo>
                  <a:lnTo>
                    <a:pt x="5781068" y="1587140"/>
                  </a:lnTo>
                  <a:lnTo>
                    <a:pt x="5781405" y="1586772"/>
                  </a:lnTo>
                  <a:lnTo>
                    <a:pt x="5781741" y="1586236"/>
                  </a:lnTo>
                  <a:lnTo>
                    <a:pt x="5782078" y="1585793"/>
                  </a:lnTo>
                  <a:lnTo>
                    <a:pt x="5782414" y="1585663"/>
                  </a:lnTo>
                  <a:lnTo>
                    <a:pt x="5782751" y="1585684"/>
                  </a:lnTo>
                  <a:lnTo>
                    <a:pt x="5783087" y="1585761"/>
                  </a:lnTo>
                  <a:lnTo>
                    <a:pt x="5783423" y="1585809"/>
                  </a:lnTo>
                  <a:lnTo>
                    <a:pt x="5783760" y="1585730"/>
                  </a:lnTo>
                  <a:lnTo>
                    <a:pt x="5784096" y="1585166"/>
                  </a:lnTo>
                  <a:lnTo>
                    <a:pt x="5784433" y="1584310"/>
                  </a:lnTo>
                  <a:lnTo>
                    <a:pt x="5784769" y="1583326"/>
                  </a:lnTo>
                  <a:lnTo>
                    <a:pt x="5785106" y="1583287"/>
                  </a:lnTo>
                  <a:lnTo>
                    <a:pt x="5785442" y="1583402"/>
                  </a:lnTo>
                  <a:lnTo>
                    <a:pt x="5785779" y="1583662"/>
                  </a:lnTo>
                  <a:lnTo>
                    <a:pt x="5786115" y="1584742"/>
                  </a:lnTo>
                  <a:lnTo>
                    <a:pt x="5786452" y="1586494"/>
                  </a:lnTo>
                  <a:lnTo>
                    <a:pt x="5786788" y="1588469"/>
                  </a:lnTo>
                  <a:lnTo>
                    <a:pt x="5787125" y="1590424"/>
                  </a:lnTo>
                  <a:lnTo>
                    <a:pt x="5787461" y="1593245"/>
                  </a:lnTo>
                  <a:lnTo>
                    <a:pt x="5787797" y="1596376"/>
                  </a:lnTo>
                  <a:lnTo>
                    <a:pt x="5788134" y="1599776"/>
                  </a:lnTo>
                  <a:lnTo>
                    <a:pt x="5788470" y="1603985"/>
                  </a:lnTo>
                  <a:lnTo>
                    <a:pt x="5788807" y="1608228"/>
                  </a:lnTo>
                  <a:lnTo>
                    <a:pt x="5789143" y="1612795"/>
                  </a:lnTo>
                  <a:lnTo>
                    <a:pt x="5789480" y="1618173"/>
                  </a:lnTo>
                  <a:lnTo>
                    <a:pt x="5789816" y="1623946"/>
                  </a:lnTo>
                  <a:lnTo>
                    <a:pt x="5790153" y="1629613"/>
                  </a:lnTo>
                  <a:lnTo>
                    <a:pt x="5790489" y="1635257"/>
                  </a:lnTo>
                  <a:lnTo>
                    <a:pt x="5790826" y="1640953"/>
                  </a:lnTo>
                  <a:lnTo>
                    <a:pt x="5791162" y="1646827"/>
                  </a:lnTo>
                  <a:lnTo>
                    <a:pt x="5791499" y="1652737"/>
                  </a:lnTo>
                  <a:lnTo>
                    <a:pt x="5791835" y="1658883"/>
                  </a:lnTo>
                  <a:lnTo>
                    <a:pt x="5792171" y="1665169"/>
                  </a:lnTo>
                  <a:lnTo>
                    <a:pt x="5792508" y="1671612"/>
                  </a:lnTo>
                  <a:lnTo>
                    <a:pt x="5792844" y="1679178"/>
                  </a:lnTo>
                  <a:lnTo>
                    <a:pt x="5793181" y="1686546"/>
                  </a:lnTo>
                  <a:lnTo>
                    <a:pt x="5793517" y="1693279"/>
                  </a:lnTo>
                  <a:lnTo>
                    <a:pt x="5793854" y="1699878"/>
                  </a:lnTo>
                  <a:lnTo>
                    <a:pt x="5794190" y="1706408"/>
                  </a:lnTo>
                  <a:lnTo>
                    <a:pt x="5794527" y="1713901"/>
                  </a:lnTo>
                  <a:lnTo>
                    <a:pt x="5794863" y="1721532"/>
                  </a:lnTo>
                  <a:lnTo>
                    <a:pt x="5795200" y="1729177"/>
                  </a:lnTo>
                  <a:lnTo>
                    <a:pt x="5795536" y="1736984"/>
                  </a:lnTo>
                  <a:lnTo>
                    <a:pt x="5795873" y="1744461"/>
                  </a:lnTo>
                  <a:lnTo>
                    <a:pt x="5796209" y="1751235"/>
                  </a:lnTo>
                  <a:lnTo>
                    <a:pt x="5796545" y="1757633"/>
                  </a:lnTo>
                  <a:lnTo>
                    <a:pt x="5796882" y="1763817"/>
                  </a:lnTo>
                  <a:lnTo>
                    <a:pt x="5797218" y="1769343"/>
                  </a:lnTo>
                  <a:lnTo>
                    <a:pt x="5797555" y="1773935"/>
                  </a:lnTo>
                  <a:lnTo>
                    <a:pt x="5797891" y="1778183"/>
                  </a:lnTo>
                  <a:lnTo>
                    <a:pt x="5798228" y="1782453"/>
                  </a:lnTo>
                  <a:lnTo>
                    <a:pt x="5798564" y="1786831"/>
                  </a:lnTo>
                  <a:lnTo>
                    <a:pt x="5798901" y="1791125"/>
                  </a:lnTo>
                  <a:lnTo>
                    <a:pt x="5799237" y="1795472"/>
                  </a:lnTo>
                  <a:lnTo>
                    <a:pt x="5799574" y="1800026"/>
                  </a:lnTo>
                  <a:lnTo>
                    <a:pt x="5799910" y="1804112"/>
                  </a:lnTo>
                  <a:lnTo>
                    <a:pt x="5800247" y="1807801"/>
                  </a:lnTo>
                  <a:lnTo>
                    <a:pt x="5800583" y="1811085"/>
                  </a:lnTo>
                  <a:lnTo>
                    <a:pt x="5800919" y="1814238"/>
                  </a:lnTo>
                  <a:lnTo>
                    <a:pt x="5801256" y="1817116"/>
                  </a:lnTo>
                  <a:lnTo>
                    <a:pt x="5801592" y="1820010"/>
                  </a:lnTo>
                  <a:lnTo>
                    <a:pt x="5801929" y="1822856"/>
                  </a:lnTo>
                  <a:lnTo>
                    <a:pt x="5802265" y="1825625"/>
                  </a:lnTo>
                  <a:lnTo>
                    <a:pt x="5802602" y="1828321"/>
                  </a:lnTo>
                  <a:lnTo>
                    <a:pt x="5802938" y="1830787"/>
                  </a:lnTo>
                  <a:lnTo>
                    <a:pt x="5803275" y="1833263"/>
                  </a:lnTo>
                  <a:lnTo>
                    <a:pt x="5803611" y="1835623"/>
                  </a:lnTo>
                  <a:lnTo>
                    <a:pt x="5803948" y="1837715"/>
                  </a:lnTo>
                  <a:lnTo>
                    <a:pt x="5804284" y="1839952"/>
                  </a:lnTo>
                  <a:lnTo>
                    <a:pt x="5804621" y="1841586"/>
                  </a:lnTo>
                  <a:lnTo>
                    <a:pt x="5804957" y="1843013"/>
                  </a:lnTo>
                  <a:lnTo>
                    <a:pt x="5805293" y="1844335"/>
                  </a:lnTo>
                  <a:lnTo>
                    <a:pt x="5805630" y="1845340"/>
                  </a:lnTo>
                  <a:lnTo>
                    <a:pt x="5805966" y="1846273"/>
                  </a:lnTo>
                  <a:lnTo>
                    <a:pt x="5806303" y="1846942"/>
                  </a:lnTo>
                  <a:lnTo>
                    <a:pt x="5806639" y="1847277"/>
                  </a:lnTo>
                  <a:lnTo>
                    <a:pt x="5806976" y="1847477"/>
                  </a:lnTo>
                  <a:lnTo>
                    <a:pt x="5807312" y="1847429"/>
                  </a:lnTo>
                  <a:lnTo>
                    <a:pt x="5807649" y="1847490"/>
                  </a:lnTo>
                  <a:lnTo>
                    <a:pt x="5807985" y="1847444"/>
                  </a:lnTo>
                  <a:lnTo>
                    <a:pt x="5808322" y="1847449"/>
                  </a:lnTo>
                  <a:lnTo>
                    <a:pt x="5808658" y="1847170"/>
                  </a:lnTo>
                  <a:lnTo>
                    <a:pt x="5808994" y="1846863"/>
                  </a:lnTo>
                  <a:lnTo>
                    <a:pt x="5809331" y="1845859"/>
                  </a:lnTo>
                  <a:lnTo>
                    <a:pt x="5809667" y="1844471"/>
                  </a:lnTo>
                  <a:lnTo>
                    <a:pt x="5810004" y="1843349"/>
                  </a:lnTo>
                  <a:lnTo>
                    <a:pt x="5810340" y="1842318"/>
                  </a:lnTo>
                  <a:lnTo>
                    <a:pt x="5810677" y="1841426"/>
                  </a:lnTo>
                  <a:lnTo>
                    <a:pt x="5811013" y="1840332"/>
                  </a:lnTo>
                  <a:lnTo>
                    <a:pt x="5811350" y="1839050"/>
                  </a:lnTo>
                  <a:lnTo>
                    <a:pt x="5811686" y="1837898"/>
                  </a:lnTo>
                  <a:lnTo>
                    <a:pt x="5812023" y="1837051"/>
                  </a:lnTo>
                  <a:lnTo>
                    <a:pt x="5812359" y="1836494"/>
                  </a:lnTo>
                  <a:lnTo>
                    <a:pt x="5812696" y="1836063"/>
                  </a:lnTo>
                  <a:lnTo>
                    <a:pt x="5813032" y="1836370"/>
                  </a:lnTo>
                  <a:lnTo>
                    <a:pt x="5813368" y="1836992"/>
                  </a:lnTo>
                  <a:lnTo>
                    <a:pt x="5813705" y="1838062"/>
                  </a:lnTo>
                  <a:lnTo>
                    <a:pt x="5814041" y="1839442"/>
                  </a:lnTo>
                  <a:lnTo>
                    <a:pt x="5814378" y="1841629"/>
                  </a:lnTo>
                  <a:lnTo>
                    <a:pt x="5814714" y="1844572"/>
                  </a:lnTo>
                  <a:lnTo>
                    <a:pt x="5815051" y="1847691"/>
                  </a:lnTo>
                  <a:lnTo>
                    <a:pt x="5815387" y="1851047"/>
                  </a:lnTo>
                  <a:lnTo>
                    <a:pt x="5815724" y="1854682"/>
                  </a:lnTo>
                  <a:lnTo>
                    <a:pt x="5816060" y="1858563"/>
                  </a:lnTo>
                  <a:lnTo>
                    <a:pt x="5816397" y="1862877"/>
                  </a:lnTo>
                  <a:lnTo>
                    <a:pt x="5816733" y="1867758"/>
                  </a:lnTo>
                  <a:lnTo>
                    <a:pt x="5817070" y="1872646"/>
                  </a:lnTo>
                  <a:lnTo>
                    <a:pt x="5817406" y="1877555"/>
                  </a:lnTo>
                  <a:lnTo>
                    <a:pt x="5817742" y="1882339"/>
                  </a:lnTo>
                  <a:lnTo>
                    <a:pt x="5818079" y="1886691"/>
                  </a:lnTo>
                  <a:lnTo>
                    <a:pt x="5818415" y="1891520"/>
                  </a:lnTo>
                  <a:lnTo>
                    <a:pt x="5818752" y="1896480"/>
                  </a:lnTo>
                  <a:lnTo>
                    <a:pt x="5819088" y="1901278"/>
                  </a:lnTo>
                  <a:lnTo>
                    <a:pt x="5819425" y="1905702"/>
                  </a:lnTo>
                  <a:lnTo>
                    <a:pt x="5819761" y="1909575"/>
                  </a:lnTo>
                  <a:lnTo>
                    <a:pt x="5820098" y="1913470"/>
                  </a:lnTo>
                  <a:lnTo>
                    <a:pt x="5820434" y="1917144"/>
                  </a:lnTo>
                  <a:lnTo>
                    <a:pt x="5820771" y="1920466"/>
                  </a:lnTo>
                  <a:lnTo>
                    <a:pt x="5821107" y="1923902"/>
                  </a:lnTo>
                  <a:lnTo>
                    <a:pt x="5821444" y="1927515"/>
                  </a:lnTo>
                  <a:lnTo>
                    <a:pt x="5821780" y="1930851"/>
                  </a:lnTo>
                  <a:lnTo>
                    <a:pt x="5822116" y="1934012"/>
                  </a:lnTo>
                  <a:lnTo>
                    <a:pt x="5822453" y="1936530"/>
                  </a:lnTo>
                  <a:lnTo>
                    <a:pt x="5822789" y="1938941"/>
                  </a:lnTo>
                  <a:lnTo>
                    <a:pt x="5823126" y="1941253"/>
                  </a:lnTo>
                  <a:lnTo>
                    <a:pt x="5823462" y="1943327"/>
                  </a:lnTo>
                  <a:lnTo>
                    <a:pt x="5823799" y="1944498"/>
                  </a:lnTo>
                  <a:lnTo>
                    <a:pt x="5824135" y="1945681"/>
                  </a:lnTo>
                  <a:lnTo>
                    <a:pt x="5824472" y="1946723"/>
                  </a:lnTo>
                  <a:lnTo>
                    <a:pt x="5824808" y="1947665"/>
                  </a:lnTo>
                  <a:lnTo>
                    <a:pt x="5825145" y="1948587"/>
                  </a:lnTo>
                  <a:lnTo>
                    <a:pt x="5825481" y="1949746"/>
                  </a:lnTo>
                  <a:lnTo>
                    <a:pt x="5825818" y="1951023"/>
                  </a:lnTo>
                  <a:lnTo>
                    <a:pt x="5826154" y="1952321"/>
                  </a:lnTo>
                  <a:lnTo>
                    <a:pt x="5826490" y="1953599"/>
                  </a:lnTo>
                  <a:lnTo>
                    <a:pt x="5826827" y="1954572"/>
                  </a:lnTo>
                  <a:lnTo>
                    <a:pt x="5827163" y="1955459"/>
                  </a:lnTo>
                  <a:lnTo>
                    <a:pt x="5827500" y="1956704"/>
                  </a:lnTo>
                  <a:lnTo>
                    <a:pt x="5827836" y="1958417"/>
                  </a:lnTo>
                  <a:lnTo>
                    <a:pt x="5828173" y="1960470"/>
                  </a:lnTo>
                  <a:lnTo>
                    <a:pt x="5828509" y="1963052"/>
                  </a:lnTo>
                  <a:lnTo>
                    <a:pt x="5828846" y="1965856"/>
                  </a:lnTo>
                  <a:lnTo>
                    <a:pt x="5829182" y="1968611"/>
                  </a:lnTo>
                  <a:lnTo>
                    <a:pt x="5829519" y="1972828"/>
                  </a:lnTo>
                  <a:lnTo>
                    <a:pt x="5829855" y="1977015"/>
                  </a:lnTo>
                  <a:lnTo>
                    <a:pt x="5830192" y="1981155"/>
                  </a:lnTo>
                  <a:lnTo>
                    <a:pt x="5830528" y="1985336"/>
                  </a:lnTo>
                  <a:lnTo>
                    <a:pt x="5830864" y="1988818"/>
                  </a:lnTo>
                  <a:lnTo>
                    <a:pt x="5831201" y="1991469"/>
                  </a:lnTo>
                  <a:lnTo>
                    <a:pt x="5831537" y="1992994"/>
                  </a:lnTo>
                  <a:lnTo>
                    <a:pt x="5831874" y="1994415"/>
                  </a:lnTo>
                  <a:lnTo>
                    <a:pt x="5832210" y="1995784"/>
                  </a:lnTo>
                  <a:lnTo>
                    <a:pt x="5832547" y="1997021"/>
                  </a:lnTo>
                  <a:lnTo>
                    <a:pt x="5832883" y="1997863"/>
                  </a:lnTo>
                  <a:lnTo>
                    <a:pt x="5833220" y="1998359"/>
                  </a:lnTo>
                  <a:lnTo>
                    <a:pt x="5833556" y="1998516"/>
                  </a:lnTo>
                  <a:lnTo>
                    <a:pt x="5833893" y="1998434"/>
                  </a:lnTo>
                  <a:lnTo>
                    <a:pt x="5834229" y="1998252"/>
                  </a:lnTo>
                  <a:lnTo>
                    <a:pt x="5834566" y="1997781"/>
                  </a:lnTo>
                  <a:lnTo>
                    <a:pt x="5834902" y="1997611"/>
                  </a:lnTo>
                  <a:lnTo>
                    <a:pt x="5835238" y="1997329"/>
                  </a:lnTo>
                  <a:lnTo>
                    <a:pt x="5835575" y="1997322"/>
                  </a:lnTo>
                  <a:lnTo>
                    <a:pt x="5835911" y="1998474"/>
                  </a:lnTo>
                  <a:lnTo>
                    <a:pt x="5836248" y="2000993"/>
                  </a:lnTo>
                  <a:lnTo>
                    <a:pt x="5836584" y="2003558"/>
                  </a:lnTo>
                  <a:lnTo>
                    <a:pt x="5836921" y="2006788"/>
                  </a:lnTo>
                  <a:lnTo>
                    <a:pt x="5837257" y="2011510"/>
                  </a:lnTo>
                  <a:lnTo>
                    <a:pt x="5837594" y="2017304"/>
                  </a:lnTo>
                  <a:lnTo>
                    <a:pt x="5837930" y="2023986"/>
                  </a:lnTo>
                  <a:lnTo>
                    <a:pt x="5838267" y="2031517"/>
                  </a:lnTo>
                  <a:lnTo>
                    <a:pt x="5838603" y="2038759"/>
                  </a:lnTo>
                  <a:lnTo>
                    <a:pt x="5838940" y="2046291"/>
                  </a:lnTo>
                  <a:lnTo>
                    <a:pt x="5839276" y="2054537"/>
                  </a:lnTo>
                  <a:lnTo>
                    <a:pt x="5839612" y="2063128"/>
                  </a:lnTo>
                  <a:lnTo>
                    <a:pt x="5839949" y="2071727"/>
                  </a:lnTo>
                  <a:lnTo>
                    <a:pt x="5840285" y="2080414"/>
                  </a:lnTo>
                  <a:lnTo>
                    <a:pt x="5840622" y="2089100"/>
                  </a:lnTo>
                  <a:lnTo>
                    <a:pt x="5840958" y="2097266"/>
                  </a:lnTo>
                  <a:lnTo>
                    <a:pt x="5841295" y="2104770"/>
                  </a:lnTo>
                  <a:lnTo>
                    <a:pt x="5841631" y="2112044"/>
                  </a:lnTo>
                  <a:lnTo>
                    <a:pt x="5841968" y="2118717"/>
                  </a:lnTo>
                  <a:lnTo>
                    <a:pt x="5842304" y="2125407"/>
                  </a:lnTo>
                  <a:lnTo>
                    <a:pt x="5842641" y="2131376"/>
                  </a:lnTo>
                  <a:lnTo>
                    <a:pt x="5842977" y="2136429"/>
                  </a:lnTo>
                  <a:lnTo>
                    <a:pt x="5843313" y="2141491"/>
                  </a:lnTo>
                  <a:lnTo>
                    <a:pt x="5843650" y="2146090"/>
                  </a:lnTo>
                  <a:lnTo>
                    <a:pt x="5843986" y="2150650"/>
                  </a:lnTo>
                  <a:lnTo>
                    <a:pt x="5844323" y="2154916"/>
                  </a:lnTo>
                  <a:lnTo>
                    <a:pt x="5844659" y="2159277"/>
                  </a:lnTo>
                  <a:lnTo>
                    <a:pt x="5844996" y="2163599"/>
                  </a:lnTo>
                  <a:lnTo>
                    <a:pt x="5845332" y="2167499"/>
                  </a:lnTo>
                  <a:lnTo>
                    <a:pt x="5845669" y="2171049"/>
                  </a:lnTo>
                  <a:lnTo>
                    <a:pt x="5846005" y="2174577"/>
                  </a:lnTo>
                  <a:lnTo>
                    <a:pt x="5846342" y="2178064"/>
                  </a:lnTo>
                  <a:lnTo>
                    <a:pt x="5846678" y="2181723"/>
                  </a:lnTo>
                  <a:lnTo>
                    <a:pt x="5847015" y="2184912"/>
                  </a:lnTo>
                  <a:lnTo>
                    <a:pt x="5847351" y="2188118"/>
                  </a:lnTo>
                  <a:lnTo>
                    <a:pt x="5847687" y="2191141"/>
                  </a:lnTo>
                  <a:lnTo>
                    <a:pt x="5848024" y="2194256"/>
                  </a:lnTo>
                  <a:lnTo>
                    <a:pt x="5848360" y="2197302"/>
                  </a:lnTo>
                  <a:lnTo>
                    <a:pt x="5848697" y="2199629"/>
                  </a:lnTo>
                  <a:lnTo>
                    <a:pt x="5849033" y="2201803"/>
                  </a:lnTo>
                  <a:lnTo>
                    <a:pt x="5849370" y="2203724"/>
                  </a:lnTo>
                  <a:lnTo>
                    <a:pt x="5849706" y="2205109"/>
                  </a:lnTo>
                  <a:lnTo>
                    <a:pt x="5850043" y="2206280"/>
                  </a:lnTo>
                  <a:lnTo>
                    <a:pt x="5850379" y="2207688"/>
                  </a:lnTo>
                  <a:lnTo>
                    <a:pt x="5850716" y="2209119"/>
                  </a:lnTo>
                  <a:lnTo>
                    <a:pt x="5851052" y="2210153"/>
                  </a:lnTo>
                  <a:lnTo>
                    <a:pt x="5851389" y="2211385"/>
                  </a:lnTo>
                  <a:lnTo>
                    <a:pt x="5851725" y="2212502"/>
                  </a:lnTo>
                  <a:lnTo>
                    <a:pt x="5852061" y="2213742"/>
                  </a:lnTo>
                  <a:lnTo>
                    <a:pt x="5852398" y="2214638"/>
                  </a:lnTo>
                  <a:lnTo>
                    <a:pt x="5852734" y="2215242"/>
                  </a:lnTo>
                  <a:lnTo>
                    <a:pt x="5853071" y="2215747"/>
                  </a:lnTo>
                  <a:lnTo>
                    <a:pt x="5853407" y="2216589"/>
                  </a:lnTo>
                  <a:lnTo>
                    <a:pt x="5853744" y="2217944"/>
                  </a:lnTo>
                  <a:lnTo>
                    <a:pt x="5854080" y="2219536"/>
                  </a:lnTo>
                  <a:lnTo>
                    <a:pt x="5854417" y="2221281"/>
                  </a:lnTo>
                  <a:lnTo>
                    <a:pt x="5854753" y="2223072"/>
                  </a:lnTo>
                  <a:lnTo>
                    <a:pt x="5855090" y="2224817"/>
                  </a:lnTo>
                  <a:lnTo>
                    <a:pt x="5855426" y="2226784"/>
                  </a:lnTo>
                  <a:lnTo>
                    <a:pt x="5855763" y="2228957"/>
                  </a:lnTo>
                  <a:lnTo>
                    <a:pt x="5856099" y="2231261"/>
                  </a:lnTo>
                  <a:lnTo>
                    <a:pt x="5856435" y="2233174"/>
                  </a:lnTo>
                  <a:lnTo>
                    <a:pt x="5856772" y="2234820"/>
                  </a:lnTo>
                  <a:lnTo>
                    <a:pt x="5857108" y="2236190"/>
                  </a:lnTo>
                  <a:lnTo>
                    <a:pt x="5857445" y="2237567"/>
                  </a:lnTo>
                  <a:lnTo>
                    <a:pt x="5857781" y="2239006"/>
                  </a:lnTo>
                  <a:lnTo>
                    <a:pt x="5858118" y="2240361"/>
                  </a:lnTo>
                  <a:lnTo>
                    <a:pt x="5858454" y="2241172"/>
                  </a:lnTo>
                  <a:lnTo>
                    <a:pt x="5858791" y="2241463"/>
                  </a:lnTo>
                  <a:lnTo>
                    <a:pt x="5859127" y="2241356"/>
                  </a:lnTo>
                  <a:lnTo>
                    <a:pt x="5859464" y="2241080"/>
                  </a:lnTo>
                  <a:lnTo>
                    <a:pt x="5859800" y="2240782"/>
                  </a:lnTo>
                  <a:lnTo>
                    <a:pt x="5860137" y="2240667"/>
                  </a:lnTo>
                  <a:lnTo>
                    <a:pt x="5860473" y="2240522"/>
                  </a:lnTo>
                  <a:lnTo>
                    <a:pt x="5860809" y="2240208"/>
                  </a:lnTo>
                  <a:lnTo>
                    <a:pt x="5861146" y="2239787"/>
                  </a:lnTo>
                  <a:lnTo>
                    <a:pt x="5861482" y="2239312"/>
                  </a:lnTo>
                  <a:lnTo>
                    <a:pt x="5861819" y="2238746"/>
                  </a:lnTo>
                  <a:lnTo>
                    <a:pt x="5862155" y="2238280"/>
                  </a:lnTo>
                  <a:lnTo>
                    <a:pt x="5862492" y="2237821"/>
                  </a:lnTo>
                  <a:lnTo>
                    <a:pt x="5862828" y="2237108"/>
                  </a:lnTo>
                  <a:lnTo>
                    <a:pt x="5863165" y="2236072"/>
                  </a:lnTo>
                  <a:lnTo>
                    <a:pt x="5863501" y="2234918"/>
                  </a:lnTo>
                  <a:lnTo>
                    <a:pt x="5863838" y="2233987"/>
                  </a:lnTo>
                  <a:lnTo>
                    <a:pt x="5864174" y="2232844"/>
                  </a:lnTo>
                  <a:lnTo>
                    <a:pt x="5864511" y="2231219"/>
                  </a:lnTo>
                  <a:lnTo>
                    <a:pt x="5864847" y="2229418"/>
                  </a:lnTo>
                  <a:lnTo>
                    <a:pt x="5865183" y="2227054"/>
                  </a:lnTo>
                  <a:lnTo>
                    <a:pt x="5865520" y="2224260"/>
                  </a:lnTo>
                  <a:lnTo>
                    <a:pt x="5865856" y="2221291"/>
                  </a:lnTo>
                  <a:lnTo>
                    <a:pt x="5866193" y="2218161"/>
                  </a:lnTo>
                  <a:lnTo>
                    <a:pt x="5866529" y="2214857"/>
                  </a:lnTo>
                  <a:lnTo>
                    <a:pt x="5866866" y="2211506"/>
                  </a:lnTo>
                  <a:lnTo>
                    <a:pt x="5867202" y="2208375"/>
                  </a:lnTo>
                  <a:lnTo>
                    <a:pt x="5867539" y="2205463"/>
                  </a:lnTo>
                  <a:lnTo>
                    <a:pt x="5867875" y="2202469"/>
                  </a:lnTo>
                  <a:lnTo>
                    <a:pt x="5868212" y="2199789"/>
                  </a:lnTo>
                  <a:lnTo>
                    <a:pt x="5868548" y="2197339"/>
                  </a:lnTo>
                  <a:lnTo>
                    <a:pt x="5868885" y="2194811"/>
                  </a:lnTo>
                  <a:lnTo>
                    <a:pt x="5869221" y="2192413"/>
                  </a:lnTo>
                  <a:lnTo>
                    <a:pt x="5869557" y="2190075"/>
                  </a:lnTo>
                  <a:lnTo>
                    <a:pt x="5869894" y="2187765"/>
                  </a:lnTo>
                  <a:lnTo>
                    <a:pt x="5870230" y="2185908"/>
                  </a:lnTo>
                  <a:lnTo>
                    <a:pt x="5870567" y="2184519"/>
                  </a:lnTo>
                  <a:lnTo>
                    <a:pt x="5870903" y="2182893"/>
                  </a:lnTo>
                  <a:lnTo>
                    <a:pt x="5871240" y="2181529"/>
                  </a:lnTo>
                  <a:lnTo>
                    <a:pt x="5871576" y="2180547"/>
                  </a:lnTo>
                  <a:lnTo>
                    <a:pt x="5871913" y="2179854"/>
                  </a:lnTo>
                  <a:lnTo>
                    <a:pt x="5872249" y="2179238"/>
                  </a:lnTo>
                  <a:lnTo>
                    <a:pt x="5872586" y="2178575"/>
                  </a:lnTo>
                  <a:lnTo>
                    <a:pt x="5872922" y="2178335"/>
                  </a:lnTo>
                  <a:lnTo>
                    <a:pt x="5873259" y="2177984"/>
                  </a:lnTo>
                  <a:lnTo>
                    <a:pt x="5873595" y="2177866"/>
                  </a:lnTo>
                  <a:lnTo>
                    <a:pt x="5873931" y="2177998"/>
                  </a:lnTo>
                  <a:lnTo>
                    <a:pt x="5874268" y="2178502"/>
                  </a:lnTo>
                  <a:lnTo>
                    <a:pt x="5874604" y="2179430"/>
                  </a:lnTo>
                  <a:lnTo>
                    <a:pt x="5874941" y="2180364"/>
                  </a:lnTo>
                  <a:lnTo>
                    <a:pt x="5875277" y="2181336"/>
                  </a:lnTo>
                  <a:lnTo>
                    <a:pt x="5875614" y="2182517"/>
                  </a:lnTo>
                  <a:lnTo>
                    <a:pt x="5875950" y="2184082"/>
                  </a:lnTo>
                  <a:lnTo>
                    <a:pt x="5876287" y="2185751"/>
                  </a:lnTo>
                  <a:lnTo>
                    <a:pt x="5876623" y="2187827"/>
                  </a:lnTo>
                  <a:lnTo>
                    <a:pt x="5876960" y="2190470"/>
                  </a:lnTo>
                  <a:lnTo>
                    <a:pt x="5877296" y="2193069"/>
                  </a:lnTo>
                  <a:lnTo>
                    <a:pt x="5877632" y="2195624"/>
                  </a:lnTo>
                  <a:lnTo>
                    <a:pt x="5877969" y="2197510"/>
                  </a:lnTo>
                  <a:lnTo>
                    <a:pt x="5878305" y="2199278"/>
                  </a:lnTo>
                  <a:lnTo>
                    <a:pt x="5878642" y="2200615"/>
                  </a:lnTo>
                  <a:lnTo>
                    <a:pt x="5878978" y="2201479"/>
                  </a:lnTo>
                  <a:lnTo>
                    <a:pt x="5879315" y="2202268"/>
                  </a:lnTo>
                  <a:lnTo>
                    <a:pt x="5879651" y="2202962"/>
                  </a:lnTo>
                  <a:lnTo>
                    <a:pt x="5879988" y="2203563"/>
                  </a:lnTo>
                  <a:lnTo>
                    <a:pt x="5880324" y="2203821"/>
                  </a:lnTo>
                  <a:lnTo>
                    <a:pt x="5880661" y="2203759"/>
                  </a:lnTo>
                  <a:lnTo>
                    <a:pt x="5880997" y="2203493"/>
                  </a:lnTo>
                  <a:lnTo>
                    <a:pt x="5881334" y="2203225"/>
                  </a:lnTo>
                  <a:lnTo>
                    <a:pt x="5881670" y="2202375"/>
                  </a:lnTo>
                  <a:lnTo>
                    <a:pt x="5882006" y="2201135"/>
                  </a:lnTo>
                  <a:lnTo>
                    <a:pt x="5882343" y="2199704"/>
                  </a:lnTo>
                  <a:lnTo>
                    <a:pt x="5882679" y="2198174"/>
                  </a:lnTo>
                  <a:lnTo>
                    <a:pt x="5883016" y="2197018"/>
                  </a:lnTo>
                  <a:lnTo>
                    <a:pt x="5883352" y="2195824"/>
                  </a:lnTo>
                  <a:lnTo>
                    <a:pt x="5883689" y="2194752"/>
                  </a:lnTo>
                  <a:lnTo>
                    <a:pt x="5884025" y="2193467"/>
                  </a:lnTo>
                  <a:lnTo>
                    <a:pt x="5884362" y="2191982"/>
                  </a:lnTo>
                  <a:lnTo>
                    <a:pt x="5884698" y="2190451"/>
                  </a:lnTo>
                  <a:lnTo>
                    <a:pt x="5885035" y="2188844"/>
                  </a:lnTo>
                  <a:lnTo>
                    <a:pt x="5885371" y="2187229"/>
                  </a:lnTo>
                  <a:lnTo>
                    <a:pt x="5885708" y="2185630"/>
                  </a:lnTo>
                  <a:lnTo>
                    <a:pt x="5886044" y="2183808"/>
                  </a:lnTo>
                  <a:lnTo>
                    <a:pt x="5886380" y="2182483"/>
                  </a:lnTo>
                  <a:lnTo>
                    <a:pt x="5886717" y="2181429"/>
                  </a:lnTo>
                  <a:lnTo>
                    <a:pt x="5887053" y="2180171"/>
                  </a:lnTo>
                  <a:lnTo>
                    <a:pt x="5887390" y="2179011"/>
                  </a:lnTo>
                  <a:lnTo>
                    <a:pt x="5887726" y="2177972"/>
                  </a:lnTo>
                  <a:lnTo>
                    <a:pt x="5888063" y="2176852"/>
                  </a:lnTo>
                  <a:lnTo>
                    <a:pt x="5888399" y="2175831"/>
                  </a:lnTo>
                  <a:lnTo>
                    <a:pt x="5888736" y="2174858"/>
                  </a:lnTo>
                  <a:lnTo>
                    <a:pt x="5889072" y="2174076"/>
                  </a:lnTo>
                  <a:lnTo>
                    <a:pt x="5889409" y="2173415"/>
                  </a:lnTo>
                  <a:lnTo>
                    <a:pt x="5889745" y="2172906"/>
                  </a:lnTo>
                  <a:lnTo>
                    <a:pt x="5890082" y="2172238"/>
                  </a:lnTo>
                  <a:lnTo>
                    <a:pt x="5890418" y="2171549"/>
                  </a:lnTo>
                  <a:lnTo>
                    <a:pt x="5890754" y="2171047"/>
                  </a:lnTo>
                  <a:lnTo>
                    <a:pt x="5891091" y="2170753"/>
                  </a:lnTo>
                  <a:lnTo>
                    <a:pt x="5891427" y="2170481"/>
                  </a:lnTo>
                  <a:lnTo>
                    <a:pt x="5891764" y="2170431"/>
                  </a:lnTo>
                  <a:lnTo>
                    <a:pt x="5892100" y="2170928"/>
                  </a:lnTo>
                  <a:lnTo>
                    <a:pt x="5892437" y="2171476"/>
                  </a:lnTo>
                  <a:lnTo>
                    <a:pt x="5892773" y="2171956"/>
                  </a:lnTo>
                  <a:lnTo>
                    <a:pt x="5893110" y="2172685"/>
                  </a:lnTo>
                  <a:lnTo>
                    <a:pt x="5893446" y="2173633"/>
                  </a:lnTo>
                  <a:lnTo>
                    <a:pt x="5893783" y="2174794"/>
                  </a:lnTo>
                  <a:lnTo>
                    <a:pt x="5894119" y="2175902"/>
                  </a:lnTo>
                  <a:lnTo>
                    <a:pt x="5894456" y="2177087"/>
                  </a:lnTo>
                  <a:lnTo>
                    <a:pt x="5894792" y="2178164"/>
                  </a:lnTo>
                  <a:lnTo>
                    <a:pt x="5895128" y="2179144"/>
                  </a:lnTo>
                  <a:lnTo>
                    <a:pt x="5895465" y="2180381"/>
                  </a:lnTo>
                  <a:lnTo>
                    <a:pt x="5895801" y="2181640"/>
                  </a:lnTo>
                  <a:lnTo>
                    <a:pt x="5896138" y="2182863"/>
                  </a:lnTo>
                  <a:lnTo>
                    <a:pt x="5896474" y="2183909"/>
                  </a:lnTo>
                  <a:lnTo>
                    <a:pt x="5896811" y="2184722"/>
                  </a:lnTo>
                  <a:lnTo>
                    <a:pt x="5897147" y="2185016"/>
                  </a:lnTo>
                  <a:lnTo>
                    <a:pt x="5897484" y="2185435"/>
                  </a:lnTo>
                  <a:lnTo>
                    <a:pt x="5897820" y="2185707"/>
                  </a:lnTo>
                  <a:lnTo>
                    <a:pt x="5898157" y="2186004"/>
                  </a:lnTo>
                  <a:lnTo>
                    <a:pt x="5898493" y="2186693"/>
                  </a:lnTo>
                  <a:lnTo>
                    <a:pt x="5898830" y="2187375"/>
                  </a:lnTo>
                  <a:lnTo>
                    <a:pt x="5899166" y="2188337"/>
                  </a:lnTo>
                  <a:lnTo>
                    <a:pt x="5899502" y="2189022"/>
                  </a:lnTo>
                  <a:lnTo>
                    <a:pt x="5899839" y="2189788"/>
                  </a:lnTo>
                  <a:lnTo>
                    <a:pt x="5900175" y="2190489"/>
                  </a:lnTo>
                  <a:lnTo>
                    <a:pt x="5900512" y="2191096"/>
                  </a:lnTo>
                  <a:lnTo>
                    <a:pt x="5900848" y="2191872"/>
                  </a:lnTo>
                  <a:lnTo>
                    <a:pt x="5901185" y="2192654"/>
                  </a:lnTo>
                  <a:lnTo>
                    <a:pt x="5901521" y="2193419"/>
                  </a:lnTo>
                  <a:lnTo>
                    <a:pt x="5901858" y="2194438"/>
                  </a:lnTo>
                  <a:lnTo>
                    <a:pt x="5902194" y="2195289"/>
                  </a:lnTo>
                  <a:lnTo>
                    <a:pt x="5902531" y="2195809"/>
                  </a:lnTo>
                  <a:lnTo>
                    <a:pt x="5902867" y="2195939"/>
                  </a:lnTo>
                  <a:lnTo>
                    <a:pt x="5903204" y="2195594"/>
                  </a:lnTo>
                  <a:lnTo>
                    <a:pt x="5903540" y="2194690"/>
                  </a:lnTo>
                  <a:lnTo>
                    <a:pt x="5903876" y="2193868"/>
                  </a:lnTo>
                  <a:lnTo>
                    <a:pt x="5904213" y="2192961"/>
                  </a:lnTo>
                  <a:lnTo>
                    <a:pt x="5904549" y="2192097"/>
                  </a:lnTo>
                  <a:lnTo>
                    <a:pt x="5904886" y="2191338"/>
                  </a:lnTo>
                  <a:lnTo>
                    <a:pt x="5905222" y="2190728"/>
                  </a:lnTo>
                  <a:lnTo>
                    <a:pt x="5905559" y="2190005"/>
                  </a:lnTo>
                  <a:lnTo>
                    <a:pt x="5905895" y="2188891"/>
                  </a:lnTo>
                  <a:lnTo>
                    <a:pt x="5906232" y="2187752"/>
                  </a:lnTo>
                  <a:lnTo>
                    <a:pt x="5906568" y="2186625"/>
                  </a:lnTo>
                  <a:lnTo>
                    <a:pt x="5906905" y="2185664"/>
                  </a:lnTo>
                  <a:lnTo>
                    <a:pt x="5907241" y="2184992"/>
                  </a:lnTo>
                  <a:lnTo>
                    <a:pt x="5907578" y="2184312"/>
                  </a:lnTo>
                  <a:lnTo>
                    <a:pt x="5907914" y="2183616"/>
                  </a:lnTo>
                  <a:lnTo>
                    <a:pt x="5908250" y="2183008"/>
                  </a:lnTo>
                  <a:lnTo>
                    <a:pt x="5908587" y="2182357"/>
                  </a:lnTo>
                  <a:lnTo>
                    <a:pt x="5908923" y="2181672"/>
                  </a:lnTo>
                  <a:lnTo>
                    <a:pt x="5909260" y="2181047"/>
                  </a:lnTo>
                  <a:lnTo>
                    <a:pt x="5909596" y="2180346"/>
                  </a:lnTo>
                  <a:lnTo>
                    <a:pt x="5909933" y="2179762"/>
                  </a:lnTo>
                  <a:lnTo>
                    <a:pt x="5910269" y="2179153"/>
                  </a:lnTo>
                  <a:lnTo>
                    <a:pt x="5910606" y="2178553"/>
                  </a:lnTo>
                  <a:lnTo>
                    <a:pt x="5910942" y="2177567"/>
                  </a:lnTo>
                  <a:lnTo>
                    <a:pt x="5911279" y="2176460"/>
                  </a:lnTo>
                  <a:lnTo>
                    <a:pt x="5911615" y="2174979"/>
                  </a:lnTo>
                  <a:lnTo>
                    <a:pt x="5911951" y="2173307"/>
                  </a:lnTo>
                  <a:lnTo>
                    <a:pt x="5912288" y="2171632"/>
                  </a:lnTo>
                  <a:lnTo>
                    <a:pt x="5912624" y="2170610"/>
                  </a:lnTo>
                  <a:lnTo>
                    <a:pt x="5912961" y="2170088"/>
                  </a:lnTo>
                  <a:lnTo>
                    <a:pt x="5913297" y="2169767"/>
                  </a:lnTo>
                  <a:lnTo>
                    <a:pt x="5913634" y="2169629"/>
                  </a:lnTo>
                  <a:lnTo>
                    <a:pt x="5913970" y="2169876"/>
                  </a:lnTo>
                  <a:lnTo>
                    <a:pt x="5914307" y="2169947"/>
                  </a:lnTo>
                  <a:lnTo>
                    <a:pt x="5914643" y="2169906"/>
                  </a:lnTo>
                  <a:lnTo>
                    <a:pt x="5914980" y="2169835"/>
                  </a:lnTo>
                  <a:lnTo>
                    <a:pt x="5915316" y="2169950"/>
                  </a:lnTo>
                  <a:lnTo>
                    <a:pt x="5915653" y="2170418"/>
                  </a:lnTo>
                  <a:lnTo>
                    <a:pt x="5915989" y="2171586"/>
                  </a:lnTo>
                  <a:lnTo>
                    <a:pt x="5916325" y="2172970"/>
                  </a:lnTo>
                  <a:lnTo>
                    <a:pt x="5916662" y="2174452"/>
                  </a:lnTo>
                  <a:lnTo>
                    <a:pt x="5916998" y="2175944"/>
                  </a:lnTo>
                  <a:lnTo>
                    <a:pt x="5917335" y="2177362"/>
                  </a:lnTo>
                  <a:lnTo>
                    <a:pt x="5917671" y="2178473"/>
                  </a:lnTo>
                  <a:lnTo>
                    <a:pt x="5918008" y="2179397"/>
                  </a:lnTo>
                  <a:lnTo>
                    <a:pt x="5918344" y="2180384"/>
                  </a:lnTo>
                  <a:lnTo>
                    <a:pt x="5918681" y="2181325"/>
                  </a:lnTo>
                  <a:lnTo>
                    <a:pt x="5919017" y="2182384"/>
                  </a:lnTo>
                  <a:lnTo>
                    <a:pt x="5919354" y="2183388"/>
                  </a:lnTo>
                  <a:lnTo>
                    <a:pt x="5919690" y="2184501"/>
                  </a:lnTo>
                  <a:lnTo>
                    <a:pt x="5920027" y="2185651"/>
                  </a:lnTo>
                  <a:lnTo>
                    <a:pt x="5920363" y="2186470"/>
                  </a:lnTo>
                  <a:lnTo>
                    <a:pt x="5920699" y="2187232"/>
                  </a:lnTo>
                  <a:lnTo>
                    <a:pt x="5921036" y="2187631"/>
                  </a:lnTo>
                  <a:lnTo>
                    <a:pt x="5921372" y="2187743"/>
                  </a:lnTo>
                  <a:lnTo>
                    <a:pt x="5921709" y="2187734"/>
                  </a:lnTo>
                  <a:lnTo>
                    <a:pt x="5922045" y="2187598"/>
                  </a:lnTo>
                  <a:lnTo>
                    <a:pt x="5922382" y="2187469"/>
                  </a:lnTo>
                  <a:lnTo>
                    <a:pt x="5922718" y="2187339"/>
                  </a:lnTo>
                  <a:lnTo>
                    <a:pt x="5923055" y="2187205"/>
                  </a:lnTo>
                  <a:lnTo>
                    <a:pt x="5923391" y="2187063"/>
                  </a:lnTo>
                  <a:lnTo>
                    <a:pt x="5923728" y="2186834"/>
                  </a:lnTo>
                  <a:lnTo>
                    <a:pt x="5924064" y="2186552"/>
                  </a:lnTo>
                  <a:lnTo>
                    <a:pt x="5924401" y="2186395"/>
                  </a:lnTo>
                  <a:lnTo>
                    <a:pt x="5924737" y="2186238"/>
                  </a:lnTo>
                  <a:lnTo>
                    <a:pt x="5925073" y="2186018"/>
                  </a:lnTo>
                  <a:lnTo>
                    <a:pt x="5925410" y="2185965"/>
                  </a:lnTo>
                  <a:lnTo>
                    <a:pt x="5925746" y="2186447"/>
                  </a:lnTo>
                  <a:lnTo>
                    <a:pt x="5926083" y="2187181"/>
                  </a:lnTo>
                  <a:lnTo>
                    <a:pt x="5926419" y="2188172"/>
                  </a:lnTo>
                  <a:lnTo>
                    <a:pt x="5926756" y="2189329"/>
                  </a:lnTo>
                  <a:lnTo>
                    <a:pt x="5927092" y="2190554"/>
                  </a:lnTo>
                  <a:lnTo>
                    <a:pt x="5927429" y="2191778"/>
                  </a:lnTo>
                  <a:lnTo>
                    <a:pt x="5927765" y="2193018"/>
                  </a:lnTo>
                  <a:lnTo>
                    <a:pt x="5928102" y="2194396"/>
                  </a:lnTo>
                  <a:lnTo>
                    <a:pt x="5928438" y="2195758"/>
                  </a:lnTo>
                  <a:lnTo>
                    <a:pt x="5928775" y="2197212"/>
                  </a:lnTo>
                  <a:lnTo>
                    <a:pt x="5929111" y="2198697"/>
                  </a:lnTo>
                  <a:lnTo>
                    <a:pt x="5929447" y="2200005"/>
                  </a:lnTo>
                  <a:lnTo>
                    <a:pt x="5929784" y="2201229"/>
                  </a:lnTo>
                  <a:lnTo>
                    <a:pt x="5930120" y="2202723"/>
                  </a:lnTo>
                  <a:lnTo>
                    <a:pt x="5930457" y="2204372"/>
                  </a:lnTo>
                  <a:lnTo>
                    <a:pt x="5930793" y="2206137"/>
                  </a:lnTo>
                  <a:lnTo>
                    <a:pt x="5931130" y="2207834"/>
                  </a:lnTo>
                  <a:lnTo>
                    <a:pt x="5931466" y="2209674"/>
                  </a:lnTo>
                  <a:lnTo>
                    <a:pt x="5931803" y="2211727"/>
                  </a:lnTo>
                  <a:lnTo>
                    <a:pt x="5932139" y="2213826"/>
                  </a:lnTo>
                  <a:lnTo>
                    <a:pt x="5932476" y="2216244"/>
                  </a:lnTo>
                  <a:lnTo>
                    <a:pt x="5932812" y="2218900"/>
                  </a:lnTo>
                  <a:lnTo>
                    <a:pt x="5933149" y="2221754"/>
                  </a:lnTo>
                  <a:lnTo>
                    <a:pt x="5933485" y="2224732"/>
                  </a:lnTo>
                  <a:lnTo>
                    <a:pt x="5933821" y="2227775"/>
                  </a:lnTo>
                  <a:lnTo>
                    <a:pt x="5934158" y="2230698"/>
                  </a:lnTo>
                  <a:lnTo>
                    <a:pt x="5934494" y="2233430"/>
                  </a:lnTo>
                  <a:lnTo>
                    <a:pt x="5934831" y="2236036"/>
                  </a:lnTo>
                  <a:lnTo>
                    <a:pt x="5935167" y="2238824"/>
                  </a:lnTo>
                  <a:lnTo>
                    <a:pt x="5935504" y="2241550"/>
                  </a:lnTo>
                  <a:lnTo>
                    <a:pt x="5935840" y="2244153"/>
                  </a:lnTo>
                  <a:lnTo>
                    <a:pt x="5936177" y="2246695"/>
                  </a:lnTo>
                  <a:lnTo>
                    <a:pt x="5936513" y="2249178"/>
                  </a:lnTo>
                  <a:lnTo>
                    <a:pt x="5936850" y="2251718"/>
                  </a:lnTo>
                  <a:lnTo>
                    <a:pt x="5937186" y="2254408"/>
                  </a:lnTo>
                  <a:lnTo>
                    <a:pt x="5937523" y="2256646"/>
                  </a:lnTo>
                  <a:lnTo>
                    <a:pt x="5937859" y="2258406"/>
                  </a:lnTo>
                  <a:lnTo>
                    <a:pt x="5938195" y="2260189"/>
                  </a:lnTo>
                  <a:lnTo>
                    <a:pt x="5938532" y="2261643"/>
                  </a:lnTo>
                  <a:lnTo>
                    <a:pt x="5938868" y="2262820"/>
                  </a:lnTo>
                  <a:lnTo>
                    <a:pt x="5939205" y="2264000"/>
                  </a:lnTo>
                  <a:lnTo>
                    <a:pt x="5939541" y="2265124"/>
                  </a:lnTo>
                  <a:lnTo>
                    <a:pt x="5939878" y="2266472"/>
                  </a:lnTo>
                  <a:lnTo>
                    <a:pt x="5940214" y="2267501"/>
                  </a:lnTo>
                  <a:lnTo>
                    <a:pt x="5940551" y="2268380"/>
                  </a:lnTo>
                  <a:lnTo>
                    <a:pt x="5940887" y="2269035"/>
                  </a:lnTo>
                  <a:lnTo>
                    <a:pt x="5941224" y="2269322"/>
                  </a:lnTo>
                  <a:lnTo>
                    <a:pt x="5941560" y="2269371"/>
                  </a:lnTo>
                  <a:lnTo>
                    <a:pt x="5941896" y="2269274"/>
                  </a:lnTo>
                  <a:lnTo>
                    <a:pt x="5942233" y="2269128"/>
                  </a:lnTo>
                  <a:lnTo>
                    <a:pt x="5942569" y="2268917"/>
                  </a:lnTo>
                  <a:lnTo>
                    <a:pt x="5942906" y="2268621"/>
                  </a:lnTo>
                  <a:lnTo>
                    <a:pt x="5943242" y="2268188"/>
                  </a:lnTo>
                  <a:lnTo>
                    <a:pt x="5943579" y="2267846"/>
                  </a:lnTo>
                  <a:lnTo>
                    <a:pt x="5943915" y="2267484"/>
                  </a:lnTo>
                  <a:lnTo>
                    <a:pt x="5944252" y="2267054"/>
                  </a:lnTo>
                  <a:lnTo>
                    <a:pt x="5944588" y="2266698"/>
                  </a:lnTo>
                  <a:lnTo>
                    <a:pt x="5944925" y="2266110"/>
                  </a:lnTo>
                  <a:lnTo>
                    <a:pt x="5945261" y="2266098"/>
                  </a:lnTo>
                  <a:lnTo>
                    <a:pt x="5945598" y="2266387"/>
                  </a:lnTo>
                  <a:lnTo>
                    <a:pt x="5945934" y="2266971"/>
                  </a:lnTo>
                  <a:lnTo>
                    <a:pt x="5946270" y="2268228"/>
                  </a:lnTo>
                  <a:lnTo>
                    <a:pt x="5946607" y="2269491"/>
                  </a:lnTo>
                  <a:lnTo>
                    <a:pt x="5946943" y="2270922"/>
                  </a:lnTo>
                  <a:lnTo>
                    <a:pt x="5947280" y="2272453"/>
                  </a:lnTo>
                  <a:lnTo>
                    <a:pt x="5947616" y="2274183"/>
                  </a:lnTo>
                  <a:lnTo>
                    <a:pt x="5947953" y="2276019"/>
                  </a:lnTo>
                  <a:lnTo>
                    <a:pt x="5948289" y="2277833"/>
                  </a:lnTo>
                  <a:lnTo>
                    <a:pt x="5948626" y="2279532"/>
                  </a:lnTo>
                  <a:lnTo>
                    <a:pt x="5948962" y="2281308"/>
                  </a:lnTo>
                  <a:lnTo>
                    <a:pt x="5949299" y="2283145"/>
                  </a:lnTo>
                  <a:lnTo>
                    <a:pt x="5949635" y="2285020"/>
                  </a:lnTo>
                  <a:lnTo>
                    <a:pt x="5949972" y="2287071"/>
                  </a:lnTo>
                  <a:lnTo>
                    <a:pt x="5950308" y="2288793"/>
                  </a:lnTo>
                  <a:lnTo>
                    <a:pt x="5950644" y="2290201"/>
                  </a:lnTo>
                  <a:lnTo>
                    <a:pt x="5950981" y="2291097"/>
                  </a:lnTo>
                  <a:lnTo>
                    <a:pt x="5951317" y="2291464"/>
                  </a:lnTo>
                  <a:lnTo>
                    <a:pt x="5951654" y="2291694"/>
                  </a:lnTo>
                  <a:lnTo>
                    <a:pt x="5951990" y="2291671"/>
                  </a:lnTo>
                  <a:lnTo>
                    <a:pt x="5952327" y="2291979"/>
                  </a:lnTo>
                  <a:lnTo>
                    <a:pt x="5952663" y="2292203"/>
                  </a:lnTo>
                  <a:lnTo>
                    <a:pt x="5953000" y="2292489"/>
                  </a:lnTo>
                  <a:lnTo>
                    <a:pt x="5953336" y="2293074"/>
                  </a:lnTo>
                  <a:lnTo>
                    <a:pt x="5953673" y="2293198"/>
                  </a:lnTo>
                  <a:lnTo>
                    <a:pt x="5954009" y="2292674"/>
                  </a:lnTo>
                  <a:lnTo>
                    <a:pt x="5954346" y="2291960"/>
                  </a:lnTo>
                  <a:lnTo>
                    <a:pt x="5954682" y="2290858"/>
                  </a:lnTo>
                  <a:lnTo>
                    <a:pt x="5955018" y="2289225"/>
                  </a:lnTo>
                  <a:lnTo>
                    <a:pt x="5955355" y="2287350"/>
                  </a:lnTo>
                  <a:lnTo>
                    <a:pt x="5955691" y="2285363"/>
                  </a:lnTo>
                  <a:lnTo>
                    <a:pt x="5956028" y="2283560"/>
                  </a:lnTo>
                  <a:lnTo>
                    <a:pt x="5956364" y="2282005"/>
                  </a:lnTo>
                  <a:lnTo>
                    <a:pt x="5956701" y="2280408"/>
                  </a:lnTo>
                  <a:lnTo>
                    <a:pt x="5957037" y="2278955"/>
                  </a:lnTo>
                  <a:lnTo>
                    <a:pt x="5957374" y="2277499"/>
                  </a:lnTo>
                  <a:lnTo>
                    <a:pt x="5957710" y="2276034"/>
                  </a:lnTo>
                  <a:lnTo>
                    <a:pt x="5958047" y="2273796"/>
                  </a:lnTo>
                  <a:lnTo>
                    <a:pt x="5958383" y="2271075"/>
                  </a:lnTo>
                  <a:lnTo>
                    <a:pt x="5958720" y="2268347"/>
                  </a:lnTo>
                  <a:lnTo>
                    <a:pt x="5959056" y="2266100"/>
                  </a:lnTo>
                  <a:lnTo>
                    <a:pt x="5959392" y="2264241"/>
                  </a:lnTo>
                  <a:lnTo>
                    <a:pt x="5959729" y="2262935"/>
                  </a:lnTo>
                  <a:lnTo>
                    <a:pt x="5960065" y="2262195"/>
                  </a:lnTo>
                  <a:lnTo>
                    <a:pt x="5960402" y="2261971"/>
                  </a:lnTo>
                  <a:lnTo>
                    <a:pt x="5960738" y="2262049"/>
                  </a:lnTo>
                  <a:lnTo>
                    <a:pt x="5961075" y="2262265"/>
                  </a:lnTo>
                  <a:lnTo>
                    <a:pt x="5961411" y="2262619"/>
                  </a:lnTo>
                  <a:lnTo>
                    <a:pt x="5961748" y="2263180"/>
                  </a:lnTo>
                  <a:lnTo>
                    <a:pt x="5962084" y="2263939"/>
                  </a:lnTo>
                  <a:lnTo>
                    <a:pt x="5962421" y="2265079"/>
                  </a:lnTo>
                  <a:lnTo>
                    <a:pt x="5962757" y="2266245"/>
                  </a:lnTo>
                  <a:lnTo>
                    <a:pt x="5963094" y="2267320"/>
                  </a:lnTo>
                  <a:lnTo>
                    <a:pt x="5963430" y="2268738"/>
                  </a:lnTo>
                  <a:lnTo>
                    <a:pt x="5963766" y="2270455"/>
                  </a:lnTo>
                  <a:lnTo>
                    <a:pt x="5964103" y="2272336"/>
                  </a:lnTo>
                  <a:lnTo>
                    <a:pt x="5964439" y="2274599"/>
                  </a:lnTo>
                  <a:lnTo>
                    <a:pt x="5964776" y="2276705"/>
                  </a:lnTo>
                  <a:lnTo>
                    <a:pt x="5965112" y="2278559"/>
                  </a:lnTo>
                  <a:lnTo>
                    <a:pt x="5965449" y="2280298"/>
                  </a:lnTo>
                  <a:lnTo>
                    <a:pt x="5965785" y="2282032"/>
                  </a:lnTo>
                  <a:lnTo>
                    <a:pt x="5966122" y="2283687"/>
                  </a:lnTo>
                  <a:lnTo>
                    <a:pt x="5966458" y="2285398"/>
                  </a:lnTo>
                  <a:lnTo>
                    <a:pt x="5966795" y="2287609"/>
                  </a:lnTo>
                  <a:lnTo>
                    <a:pt x="5967131" y="2289905"/>
                  </a:lnTo>
                  <a:lnTo>
                    <a:pt x="5967468" y="2292130"/>
                  </a:lnTo>
                  <a:lnTo>
                    <a:pt x="5967804" y="2294350"/>
                  </a:lnTo>
                  <a:lnTo>
                    <a:pt x="5968140" y="2296396"/>
                  </a:lnTo>
                  <a:lnTo>
                    <a:pt x="5968477" y="2298406"/>
                  </a:lnTo>
                  <a:lnTo>
                    <a:pt x="5968813" y="2300276"/>
                  </a:lnTo>
                  <a:lnTo>
                    <a:pt x="5969150" y="2301654"/>
                  </a:lnTo>
                  <a:lnTo>
                    <a:pt x="5969486" y="2302866"/>
                  </a:lnTo>
                  <a:lnTo>
                    <a:pt x="5969823" y="2304061"/>
                  </a:lnTo>
                  <a:lnTo>
                    <a:pt x="5970159" y="2305520"/>
                  </a:lnTo>
                  <a:lnTo>
                    <a:pt x="5970496" y="2307099"/>
                  </a:lnTo>
                  <a:lnTo>
                    <a:pt x="5970832" y="2308632"/>
                  </a:lnTo>
                  <a:lnTo>
                    <a:pt x="5971169" y="2310188"/>
                  </a:lnTo>
                  <a:lnTo>
                    <a:pt x="5971505" y="2311612"/>
                  </a:lnTo>
                  <a:lnTo>
                    <a:pt x="5971842" y="2312694"/>
                  </a:lnTo>
                  <a:lnTo>
                    <a:pt x="5972178" y="2313144"/>
                  </a:lnTo>
                  <a:lnTo>
                    <a:pt x="5972514" y="2313539"/>
                  </a:lnTo>
                  <a:lnTo>
                    <a:pt x="5972851" y="2314124"/>
                  </a:lnTo>
                  <a:lnTo>
                    <a:pt x="5973187" y="2315030"/>
                  </a:lnTo>
                  <a:lnTo>
                    <a:pt x="5973524" y="2315848"/>
                  </a:lnTo>
                  <a:lnTo>
                    <a:pt x="5973860" y="2316997"/>
                  </a:lnTo>
                  <a:lnTo>
                    <a:pt x="5974197" y="2318211"/>
                  </a:lnTo>
                  <a:lnTo>
                    <a:pt x="5974533" y="2319274"/>
                  </a:lnTo>
                  <a:lnTo>
                    <a:pt x="5974870" y="2320566"/>
                  </a:lnTo>
                  <a:lnTo>
                    <a:pt x="5975206" y="2321874"/>
                  </a:lnTo>
                  <a:lnTo>
                    <a:pt x="5975543" y="2323094"/>
                  </a:lnTo>
                  <a:lnTo>
                    <a:pt x="5975879" y="2324265"/>
                  </a:lnTo>
                  <a:lnTo>
                    <a:pt x="5976215" y="2325426"/>
                  </a:lnTo>
                  <a:lnTo>
                    <a:pt x="5976552" y="2326662"/>
                  </a:lnTo>
                  <a:lnTo>
                    <a:pt x="5976888" y="2327976"/>
                  </a:lnTo>
                  <a:lnTo>
                    <a:pt x="5977225" y="2329157"/>
                  </a:lnTo>
                  <a:lnTo>
                    <a:pt x="5977561" y="2330225"/>
                  </a:lnTo>
                  <a:lnTo>
                    <a:pt x="5977898" y="2331192"/>
                  </a:lnTo>
                  <a:lnTo>
                    <a:pt x="5978234" y="2332401"/>
                  </a:lnTo>
                  <a:lnTo>
                    <a:pt x="5978571" y="2333354"/>
                  </a:lnTo>
                  <a:lnTo>
                    <a:pt x="5978907" y="2334483"/>
                  </a:lnTo>
                  <a:lnTo>
                    <a:pt x="5979244" y="2335574"/>
                  </a:lnTo>
                  <a:lnTo>
                    <a:pt x="5979580" y="2336705"/>
                  </a:lnTo>
                  <a:lnTo>
                    <a:pt x="5979917" y="2337490"/>
                  </a:lnTo>
                  <a:lnTo>
                    <a:pt x="5980253" y="2337973"/>
                  </a:lnTo>
                  <a:lnTo>
                    <a:pt x="5980589" y="2338356"/>
                  </a:lnTo>
                  <a:lnTo>
                    <a:pt x="5980926" y="2338585"/>
                  </a:lnTo>
                  <a:lnTo>
                    <a:pt x="5981262" y="2338323"/>
                  </a:lnTo>
                  <a:lnTo>
                    <a:pt x="5981599" y="2338099"/>
                  </a:lnTo>
                  <a:lnTo>
                    <a:pt x="5981935" y="2337987"/>
                  </a:lnTo>
                  <a:lnTo>
                    <a:pt x="5982272" y="2337981"/>
                  </a:lnTo>
                  <a:lnTo>
                    <a:pt x="5982608" y="2337882"/>
                  </a:lnTo>
                  <a:lnTo>
                    <a:pt x="5982945" y="2337912"/>
                  </a:lnTo>
                  <a:lnTo>
                    <a:pt x="5983281" y="2337876"/>
                  </a:lnTo>
                  <a:lnTo>
                    <a:pt x="5983618" y="2337992"/>
                  </a:lnTo>
                  <a:lnTo>
                    <a:pt x="5983954" y="2337972"/>
                  </a:lnTo>
                  <a:lnTo>
                    <a:pt x="5984291" y="2338164"/>
                  </a:lnTo>
                  <a:lnTo>
                    <a:pt x="5984627" y="2338361"/>
                  </a:lnTo>
                  <a:lnTo>
                    <a:pt x="5984963" y="2338513"/>
                  </a:lnTo>
                  <a:lnTo>
                    <a:pt x="5985300" y="2338787"/>
                  </a:lnTo>
                  <a:lnTo>
                    <a:pt x="5985636" y="2338897"/>
                  </a:lnTo>
                  <a:lnTo>
                    <a:pt x="5985973" y="2338726"/>
                  </a:lnTo>
                  <a:lnTo>
                    <a:pt x="5986309" y="2338461"/>
                  </a:lnTo>
                  <a:lnTo>
                    <a:pt x="5986646" y="2337961"/>
                  </a:lnTo>
                  <a:lnTo>
                    <a:pt x="5986982" y="2337278"/>
                  </a:lnTo>
                  <a:lnTo>
                    <a:pt x="5987319" y="2336363"/>
                  </a:lnTo>
                  <a:lnTo>
                    <a:pt x="5987655" y="2335786"/>
                  </a:lnTo>
                  <a:lnTo>
                    <a:pt x="5987992" y="2334914"/>
                  </a:lnTo>
                  <a:lnTo>
                    <a:pt x="5988328" y="2333961"/>
                  </a:lnTo>
                  <a:lnTo>
                    <a:pt x="5988665" y="2333119"/>
                  </a:lnTo>
                  <a:lnTo>
                    <a:pt x="5989001" y="2332337"/>
                  </a:lnTo>
                  <a:lnTo>
                    <a:pt x="5989337" y="2331773"/>
                  </a:lnTo>
                  <a:lnTo>
                    <a:pt x="5989674" y="2331087"/>
                  </a:lnTo>
                  <a:lnTo>
                    <a:pt x="5990010" y="2330303"/>
                  </a:lnTo>
                  <a:lnTo>
                    <a:pt x="5990347" y="2329444"/>
                  </a:lnTo>
                  <a:lnTo>
                    <a:pt x="5990683" y="2328704"/>
                  </a:lnTo>
                  <a:lnTo>
                    <a:pt x="5991020" y="2328196"/>
                  </a:lnTo>
                  <a:lnTo>
                    <a:pt x="5991356" y="2327869"/>
                  </a:lnTo>
                  <a:lnTo>
                    <a:pt x="5991693" y="2327706"/>
                  </a:lnTo>
                  <a:lnTo>
                    <a:pt x="5992029" y="2327618"/>
                  </a:lnTo>
                  <a:lnTo>
                    <a:pt x="5992366" y="2327806"/>
                  </a:lnTo>
                  <a:lnTo>
                    <a:pt x="5992702" y="2328058"/>
                  </a:lnTo>
                  <a:lnTo>
                    <a:pt x="5993039" y="2328211"/>
                  </a:lnTo>
                  <a:lnTo>
                    <a:pt x="5993375" y="2328524"/>
                  </a:lnTo>
                  <a:lnTo>
                    <a:pt x="5993711" y="2328726"/>
                  </a:lnTo>
                  <a:lnTo>
                    <a:pt x="5994048" y="2328854"/>
                  </a:lnTo>
                  <a:lnTo>
                    <a:pt x="5994384" y="2329035"/>
                  </a:lnTo>
                  <a:lnTo>
                    <a:pt x="5994721" y="2329354"/>
                  </a:lnTo>
                  <a:lnTo>
                    <a:pt x="5995057" y="2329698"/>
                  </a:lnTo>
                  <a:lnTo>
                    <a:pt x="5995394" y="2330157"/>
                  </a:lnTo>
                  <a:lnTo>
                    <a:pt x="5995730" y="2330616"/>
                  </a:lnTo>
                  <a:lnTo>
                    <a:pt x="5996067" y="2330800"/>
                  </a:lnTo>
                  <a:lnTo>
                    <a:pt x="5996403" y="2330854"/>
                  </a:lnTo>
                  <a:lnTo>
                    <a:pt x="5996740" y="2330846"/>
                  </a:lnTo>
                  <a:lnTo>
                    <a:pt x="5997076" y="2330456"/>
                  </a:lnTo>
                  <a:lnTo>
                    <a:pt x="5997413" y="2329820"/>
                  </a:lnTo>
                  <a:lnTo>
                    <a:pt x="5997749" y="2328741"/>
                  </a:lnTo>
                  <a:lnTo>
                    <a:pt x="5998085" y="2327387"/>
                  </a:lnTo>
                  <a:lnTo>
                    <a:pt x="5998422" y="2325603"/>
                  </a:lnTo>
                  <a:lnTo>
                    <a:pt x="5998758" y="2323483"/>
                  </a:lnTo>
                  <a:lnTo>
                    <a:pt x="5999095" y="2321734"/>
                  </a:lnTo>
                  <a:lnTo>
                    <a:pt x="5999431" y="2320051"/>
                  </a:lnTo>
                  <a:lnTo>
                    <a:pt x="5999768" y="2318421"/>
                  </a:lnTo>
                  <a:lnTo>
                    <a:pt x="6000104" y="2316723"/>
                  </a:lnTo>
                  <a:lnTo>
                    <a:pt x="6000441" y="2315157"/>
                  </a:lnTo>
                  <a:lnTo>
                    <a:pt x="6000777" y="2313566"/>
                  </a:lnTo>
                  <a:lnTo>
                    <a:pt x="6001114" y="2312067"/>
                  </a:lnTo>
                  <a:lnTo>
                    <a:pt x="6001450" y="2310628"/>
                  </a:lnTo>
                  <a:lnTo>
                    <a:pt x="6001787" y="2309169"/>
                  </a:lnTo>
                  <a:lnTo>
                    <a:pt x="6002123" y="2307788"/>
                  </a:lnTo>
                  <a:lnTo>
                    <a:pt x="6002459" y="2306515"/>
                  </a:lnTo>
                  <a:lnTo>
                    <a:pt x="6002796" y="2305468"/>
                  </a:lnTo>
                  <a:lnTo>
                    <a:pt x="6003132" y="2304348"/>
                  </a:lnTo>
                  <a:lnTo>
                    <a:pt x="6003469" y="2303010"/>
                  </a:lnTo>
                  <a:lnTo>
                    <a:pt x="6003805" y="2301596"/>
                  </a:lnTo>
                  <a:lnTo>
                    <a:pt x="6004142" y="2299891"/>
                  </a:lnTo>
                  <a:lnTo>
                    <a:pt x="6004478" y="2297778"/>
                  </a:lnTo>
                  <a:lnTo>
                    <a:pt x="6004815" y="2295659"/>
                  </a:lnTo>
                  <a:lnTo>
                    <a:pt x="6005151" y="2293243"/>
                  </a:lnTo>
                  <a:lnTo>
                    <a:pt x="6005488" y="2290873"/>
                  </a:lnTo>
                  <a:lnTo>
                    <a:pt x="6005824" y="2288724"/>
                  </a:lnTo>
                  <a:lnTo>
                    <a:pt x="6006161" y="2286630"/>
                  </a:lnTo>
                  <a:lnTo>
                    <a:pt x="6006497" y="2284326"/>
                  </a:lnTo>
                  <a:lnTo>
                    <a:pt x="6006833" y="2282441"/>
                  </a:lnTo>
                  <a:lnTo>
                    <a:pt x="6007170" y="2280737"/>
                  </a:lnTo>
                  <a:lnTo>
                    <a:pt x="6007506" y="2278875"/>
                  </a:lnTo>
                  <a:lnTo>
                    <a:pt x="6007843" y="2277186"/>
                  </a:lnTo>
                  <a:lnTo>
                    <a:pt x="6008179" y="2275178"/>
                  </a:lnTo>
                  <a:lnTo>
                    <a:pt x="6008516" y="2273642"/>
                  </a:lnTo>
                  <a:lnTo>
                    <a:pt x="6008852" y="2272060"/>
                  </a:lnTo>
                  <a:lnTo>
                    <a:pt x="6009189" y="2270823"/>
                  </a:lnTo>
                  <a:lnTo>
                    <a:pt x="6009525" y="2269724"/>
                  </a:lnTo>
                  <a:lnTo>
                    <a:pt x="6009862" y="2269056"/>
                  </a:lnTo>
                  <a:lnTo>
                    <a:pt x="6010198" y="2268340"/>
                  </a:lnTo>
                  <a:lnTo>
                    <a:pt x="6010534" y="2267498"/>
                  </a:lnTo>
                  <a:lnTo>
                    <a:pt x="6010871" y="2266398"/>
                  </a:lnTo>
                  <a:lnTo>
                    <a:pt x="6011207" y="2265131"/>
                  </a:lnTo>
                  <a:lnTo>
                    <a:pt x="6011544" y="2263824"/>
                  </a:lnTo>
                  <a:lnTo>
                    <a:pt x="6011880" y="2262315"/>
                  </a:lnTo>
                  <a:lnTo>
                    <a:pt x="6012217" y="2260962"/>
                  </a:lnTo>
                  <a:lnTo>
                    <a:pt x="6012553" y="2259555"/>
                  </a:lnTo>
                  <a:lnTo>
                    <a:pt x="6012890" y="2258192"/>
                  </a:lnTo>
                  <a:lnTo>
                    <a:pt x="6013226" y="2256909"/>
                  </a:lnTo>
                  <a:lnTo>
                    <a:pt x="6013563" y="2255527"/>
                  </a:lnTo>
                  <a:lnTo>
                    <a:pt x="6013899" y="2254310"/>
                  </a:lnTo>
                  <a:lnTo>
                    <a:pt x="6014236" y="2253115"/>
                  </a:lnTo>
                  <a:lnTo>
                    <a:pt x="6014572" y="2251776"/>
                  </a:lnTo>
                  <a:lnTo>
                    <a:pt x="6014908" y="2250501"/>
                  </a:lnTo>
                  <a:lnTo>
                    <a:pt x="6015245" y="2248705"/>
                  </a:lnTo>
                  <a:lnTo>
                    <a:pt x="6015581" y="2246789"/>
                  </a:lnTo>
                  <a:lnTo>
                    <a:pt x="6015918" y="2244279"/>
                  </a:lnTo>
                  <a:lnTo>
                    <a:pt x="6016254" y="2241627"/>
                  </a:lnTo>
                  <a:lnTo>
                    <a:pt x="6016591" y="2238973"/>
                  </a:lnTo>
                  <a:lnTo>
                    <a:pt x="6016927" y="2236559"/>
                  </a:lnTo>
                  <a:lnTo>
                    <a:pt x="6017264" y="2234189"/>
                  </a:lnTo>
                  <a:lnTo>
                    <a:pt x="6017600" y="2231885"/>
                  </a:lnTo>
                  <a:lnTo>
                    <a:pt x="6017937" y="2229881"/>
                  </a:lnTo>
                  <a:lnTo>
                    <a:pt x="6018273" y="2228121"/>
                  </a:lnTo>
                  <a:lnTo>
                    <a:pt x="6018610" y="2227034"/>
                  </a:lnTo>
                  <a:lnTo>
                    <a:pt x="6018946" y="2226204"/>
                  </a:lnTo>
                  <a:lnTo>
                    <a:pt x="6019282" y="2226006"/>
                  </a:lnTo>
                  <a:lnTo>
                    <a:pt x="6019619" y="2225680"/>
                  </a:lnTo>
                  <a:lnTo>
                    <a:pt x="6019955" y="2225259"/>
                  </a:lnTo>
                  <a:lnTo>
                    <a:pt x="6020292" y="2225590"/>
                  </a:lnTo>
                  <a:lnTo>
                    <a:pt x="6020628" y="2226055"/>
                  </a:lnTo>
                  <a:lnTo>
                    <a:pt x="6020965" y="2226421"/>
                  </a:lnTo>
                  <a:lnTo>
                    <a:pt x="6021301" y="2227027"/>
                  </a:lnTo>
                  <a:lnTo>
                    <a:pt x="6021638" y="2228312"/>
                  </a:lnTo>
                  <a:lnTo>
                    <a:pt x="6021974" y="2229794"/>
                  </a:lnTo>
                  <a:lnTo>
                    <a:pt x="6022311" y="2231535"/>
                  </a:lnTo>
                  <a:lnTo>
                    <a:pt x="6022647" y="2233501"/>
                  </a:lnTo>
                  <a:lnTo>
                    <a:pt x="6022984" y="2235407"/>
                  </a:lnTo>
                  <a:lnTo>
                    <a:pt x="6023320" y="2237069"/>
                  </a:lnTo>
                  <a:lnTo>
                    <a:pt x="6023656" y="2238424"/>
                  </a:lnTo>
                  <a:lnTo>
                    <a:pt x="6023993" y="2239953"/>
                  </a:lnTo>
                  <a:lnTo>
                    <a:pt x="6024329" y="2241442"/>
                  </a:lnTo>
                  <a:lnTo>
                    <a:pt x="6024666" y="2243364"/>
                  </a:lnTo>
                  <a:lnTo>
                    <a:pt x="6025002" y="2245711"/>
                  </a:lnTo>
                  <a:lnTo>
                    <a:pt x="6025339" y="2248373"/>
                  </a:lnTo>
                  <a:lnTo>
                    <a:pt x="6025675" y="2251066"/>
                  </a:lnTo>
                  <a:lnTo>
                    <a:pt x="6026012" y="2253927"/>
                  </a:lnTo>
                  <a:lnTo>
                    <a:pt x="6026348" y="2256594"/>
                  </a:lnTo>
                  <a:lnTo>
                    <a:pt x="6026685" y="2258718"/>
                  </a:lnTo>
                  <a:lnTo>
                    <a:pt x="6027021" y="2260417"/>
                  </a:lnTo>
                  <a:lnTo>
                    <a:pt x="6027358" y="2261596"/>
                  </a:lnTo>
                  <a:lnTo>
                    <a:pt x="6027694" y="2262392"/>
                  </a:lnTo>
                  <a:lnTo>
                    <a:pt x="6028030" y="2263394"/>
                  </a:lnTo>
                  <a:lnTo>
                    <a:pt x="6028367" y="2264313"/>
                  </a:lnTo>
                  <a:lnTo>
                    <a:pt x="6028703" y="2265231"/>
                  </a:lnTo>
                  <a:lnTo>
                    <a:pt x="6029040" y="2265759"/>
                  </a:lnTo>
                  <a:lnTo>
                    <a:pt x="6029376" y="2266012"/>
                  </a:lnTo>
                  <a:lnTo>
                    <a:pt x="6029713" y="2265882"/>
                  </a:lnTo>
                  <a:lnTo>
                    <a:pt x="6030049" y="2265537"/>
                  </a:lnTo>
                  <a:lnTo>
                    <a:pt x="6030386" y="2264925"/>
                  </a:lnTo>
                  <a:lnTo>
                    <a:pt x="6030722" y="2263991"/>
                  </a:lnTo>
                  <a:lnTo>
                    <a:pt x="6031059" y="2263009"/>
                  </a:lnTo>
                  <a:lnTo>
                    <a:pt x="6031395" y="2261772"/>
                  </a:lnTo>
                  <a:lnTo>
                    <a:pt x="6031732" y="2260456"/>
                  </a:lnTo>
                  <a:lnTo>
                    <a:pt x="6032068" y="2259172"/>
                  </a:lnTo>
                  <a:lnTo>
                    <a:pt x="6032404" y="2258143"/>
                  </a:lnTo>
                  <a:lnTo>
                    <a:pt x="6032741" y="2257377"/>
                  </a:lnTo>
                  <a:lnTo>
                    <a:pt x="6033077" y="2256606"/>
                  </a:lnTo>
                  <a:lnTo>
                    <a:pt x="6033414" y="2255938"/>
                  </a:lnTo>
                  <a:lnTo>
                    <a:pt x="6033750" y="2254935"/>
                  </a:lnTo>
                  <a:lnTo>
                    <a:pt x="6034087" y="2253768"/>
                  </a:lnTo>
                  <a:lnTo>
                    <a:pt x="6034423" y="2252325"/>
                  </a:lnTo>
                  <a:lnTo>
                    <a:pt x="6034760" y="2250787"/>
                  </a:lnTo>
                  <a:lnTo>
                    <a:pt x="6035096" y="2248970"/>
                  </a:lnTo>
                  <a:lnTo>
                    <a:pt x="6035433" y="2247122"/>
                  </a:lnTo>
                  <a:lnTo>
                    <a:pt x="6035769" y="2245435"/>
                  </a:lnTo>
                  <a:lnTo>
                    <a:pt x="6036106" y="2244020"/>
                  </a:lnTo>
                  <a:lnTo>
                    <a:pt x="6036442" y="2242789"/>
                  </a:lnTo>
                  <a:lnTo>
                    <a:pt x="6036778" y="2241713"/>
                  </a:lnTo>
                  <a:lnTo>
                    <a:pt x="6037115" y="2240500"/>
                  </a:lnTo>
                  <a:lnTo>
                    <a:pt x="6037451" y="2239307"/>
                  </a:lnTo>
                  <a:lnTo>
                    <a:pt x="6037788" y="2237983"/>
                  </a:lnTo>
                  <a:lnTo>
                    <a:pt x="6038124" y="2236698"/>
                  </a:lnTo>
                  <a:lnTo>
                    <a:pt x="6038461" y="2235635"/>
                  </a:lnTo>
                  <a:lnTo>
                    <a:pt x="6038797" y="2234597"/>
                  </a:lnTo>
                  <a:lnTo>
                    <a:pt x="6039134" y="2233446"/>
                  </a:lnTo>
                  <a:lnTo>
                    <a:pt x="6039470" y="2232714"/>
                  </a:lnTo>
                  <a:lnTo>
                    <a:pt x="6039807" y="2232201"/>
                  </a:lnTo>
                  <a:lnTo>
                    <a:pt x="6040143" y="2231574"/>
                  </a:lnTo>
                  <a:lnTo>
                    <a:pt x="6040480" y="2231017"/>
                  </a:lnTo>
                  <a:lnTo>
                    <a:pt x="6040816" y="2230596"/>
                  </a:lnTo>
                  <a:lnTo>
                    <a:pt x="6041152" y="2229876"/>
                  </a:lnTo>
                  <a:lnTo>
                    <a:pt x="6041489" y="2228935"/>
                  </a:lnTo>
                  <a:lnTo>
                    <a:pt x="6041825" y="2227534"/>
                  </a:lnTo>
                  <a:lnTo>
                    <a:pt x="6042162" y="2225414"/>
                  </a:lnTo>
                  <a:lnTo>
                    <a:pt x="6042498" y="2222797"/>
                  </a:lnTo>
                  <a:lnTo>
                    <a:pt x="6042835" y="2220609"/>
                  </a:lnTo>
                  <a:lnTo>
                    <a:pt x="6043171" y="2218037"/>
                  </a:lnTo>
                  <a:lnTo>
                    <a:pt x="6043508" y="2215421"/>
                  </a:lnTo>
                  <a:lnTo>
                    <a:pt x="6043844" y="2212521"/>
                  </a:lnTo>
                  <a:lnTo>
                    <a:pt x="6044181" y="2209682"/>
                  </a:lnTo>
                  <a:lnTo>
                    <a:pt x="6044517" y="2206929"/>
                  </a:lnTo>
                  <a:lnTo>
                    <a:pt x="6044853" y="2203945"/>
                  </a:lnTo>
                  <a:lnTo>
                    <a:pt x="6045190" y="2200996"/>
                  </a:lnTo>
                  <a:lnTo>
                    <a:pt x="6045526" y="2197962"/>
                  </a:lnTo>
                  <a:lnTo>
                    <a:pt x="6045863" y="2195418"/>
                  </a:lnTo>
                  <a:lnTo>
                    <a:pt x="6046199" y="2192856"/>
                  </a:lnTo>
                  <a:lnTo>
                    <a:pt x="6046536" y="2190503"/>
                  </a:lnTo>
                  <a:lnTo>
                    <a:pt x="6046872" y="2188365"/>
                  </a:lnTo>
                  <a:lnTo>
                    <a:pt x="6047209" y="2186448"/>
                  </a:lnTo>
                  <a:lnTo>
                    <a:pt x="6047545" y="2184699"/>
                  </a:lnTo>
                  <a:lnTo>
                    <a:pt x="6047882" y="2182704"/>
                  </a:lnTo>
                  <a:lnTo>
                    <a:pt x="6048218" y="2180775"/>
                  </a:lnTo>
                  <a:lnTo>
                    <a:pt x="6048555" y="2178893"/>
                  </a:lnTo>
                  <a:lnTo>
                    <a:pt x="6048891" y="2177555"/>
                  </a:lnTo>
                  <a:lnTo>
                    <a:pt x="6049227" y="2176206"/>
                  </a:lnTo>
                  <a:lnTo>
                    <a:pt x="6049564" y="2174111"/>
                  </a:lnTo>
                  <a:lnTo>
                    <a:pt x="6049900" y="2172001"/>
                  </a:lnTo>
                  <a:lnTo>
                    <a:pt x="6050237" y="2169685"/>
                  </a:lnTo>
                  <a:lnTo>
                    <a:pt x="6050573" y="2166821"/>
                  </a:lnTo>
                  <a:lnTo>
                    <a:pt x="6050910" y="2163302"/>
                  </a:lnTo>
                  <a:lnTo>
                    <a:pt x="6051246" y="2159573"/>
                  </a:lnTo>
                  <a:lnTo>
                    <a:pt x="6051583" y="2155583"/>
                  </a:lnTo>
                  <a:lnTo>
                    <a:pt x="6051919" y="2152012"/>
                  </a:lnTo>
                  <a:lnTo>
                    <a:pt x="6052256" y="2149161"/>
                  </a:lnTo>
                  <a:lnTo>
                    <a:pt x="6052592" y="2146379"/>
                  </a:lnTo>
                  <a:lnTo>
                    <a:pt x="6052929" y="2144299"/>
                  </a:lnTo>
                  <a:lnTo>
                    <a:pt x="6053265" y="2142625"/>
                  </a:lnTo>
                  <a:lnTo>
                    <a:pt x="6053601" y="2141196"/>
                  </a:lnTo>
                  <a:lnTo>
                    <a:pt x="6053938" y="2140162"/>
                  </a:lnTo>
                  <a:lnTo>
                    <a:pt x="6054274" y="2139104"/>
                  </a:lnTo>
                  <a:lnTo>
                    <a:pt x="6054611" y="2138177"/>
                  </a:lnTo>
                  <a:lnTo>
                    <a:pt x="6054947" y="2137154"/>
                  </a:lnTo>
                  <a:lnTo>
                    <a:pt x="6055284" y="2136173"/>
                  </a:lnTo>
                  <a:lnTo>
                    <a:pt x="6055620" y="2135241"/>
                  </a:lnTo>
                  <a:lnTo>
                    <a:pt x="6055957" y="2134440"/>
                  </a:lnTo>
                  <a:lnTo>
                    <a:pt x="6056293" y="2133634"/>
                  </a:lnTo>
                  <a:lnTo>
                    <a:pt x="6056630" y="2132829"/>
                  </a:lnTo>
                  <a:lnTo>
                    <a:pt x="6056966" y="2132185"/>
                  </a:lnTo>
                  <a:lnTo>
                    <a:pt x="6057303" y="2131896"/>
                  </a:lnTo>
                  <a:lnTo>
                    <a:pt x="6057639" y="2131873"/>
                  </a:lnTo>
                  <a:lnTo>
                    <a:pt x="6057975" y="2131589"/>
                  </a:lnTo>
                  <a:lnTo>
                    <a:pt x="6058312" y="2131118"/>
                  </a:lnTo>
                  <a:lnTo>
                    <a:pt x="6058648" y="2130107"/>
                  </a:lnTo>
                  <a:lnTo>
                    <a:pt x="6058985" y="2128968"/>
                  </a:lnTo>
                  <a:lnTo>
                    <a:pt x="6059321" y="2127823"/>
                  </a:lnTo>
                  <a:lnTo>
                    <a:pt x="6059658" y="2126929"/>
                  </a:lnTo>
                  <a:lnTo>
                    <a:pt x="6059994" y="2125978"/>
                  </a:lnTo>
                  <a:lnTo>
                    <a:pt x="6060331" y="2124936"/>
                  </a:lnTo>
                  <a:lnTo>
                    <a:pt x="6060667" y="2123680"/>
                  </a:lnTo>
                  <a:lnTo>
                    <a:pt x="6061004" y="2122548"/>
                  </a:lnTo>
                  <a:lnTo>
                    <a:pt x="6061340" y="2122125"/>
                  </a:lnTo>
                  <a:lnTo>
                    <a:pt x="6061677" y="2121628"/>
                  </a:lnTo>
                  <a:lnTo>
                    <a:pt x="6062013" y="2120879"/>
                  </a:lnTo>
                  <a:lnTo>
                    <a:pt x="6062349" y="2120122"/>
                  </a:lnTo>
                  <a:lnTo>
                    <a:pt x="6062686" y="2119157"/>
                  </a:lnTo>
                  <a:lnTo>
                    <a:pt x="6063022" y="2118192"/>
                  </a:lnTo>
                  <a:lnTo>
                    <a:pt x="6063359" y="2117349"/>
                  </a:lnTo>
                  <a:lnTo>
                    <a:pt x="6063695" y="2116636"/>
                  </a:lnTo>
                  <a:lnTo>
                    <a:pt x="6064032" y="2115909"/>
                  </a:lnTo>
                  <a:lnTo>
                    <a:pt x="6064368" y="2115476"/>
                  </a:lnTo>
                  <a:lnTo>
                    <a:pt x="6064705" y="2115030"/>
                  </a:lnTo>
                  <a:lnTo>
                    <a:pt x="6065041" y="2114795"/>
                  </a:lnTo>
                  <a:lnTo>
                    <a:pt x="6065378" y="2114797"/>
                  </a:lnTo>
                  <a:lnTo>
                    <a:pt x="6065714" y="2115119"/>
                  </a:lnTo>
                  <a:lnTo>
                    <a:pt x="6066051" y="2116132"/>
                  </a:lnTo>
                  <a:lnTo>
                    <a:pt x="6066387" y="2116804"/>
                  </a:lnTo>
                  <a:lnTo>
                    <a:pt x="6066723" y="2117583"/>
                  </a:lnTo>
                  <a:lnTo>
                    <a:pt x="6067060" y="2118528"/>
                  </a:lnTo>
                  <a:lnTo>
                    <a:pt x="6067396" y="2119832"/>
                  </a:lnTo>
                  <a:lnTo>
                    <a:pt x="6067733" y="2121074"/>
                  </a:lnTo>
                  <a:lnTo>
                    <a:pt x="6068069" y="2122159"/>
                  </a:lnTo>
                  <a:lnTo>
                    <a:pt x="6068406" y="2123449"/>
                  </a:lnTo>
                  <a:lnTo>
                    <a:pt x="6068742" y="2124750"/>
                  </a:lnTo>
                  <a:lnTo>
                    <a:pt x="6069079" y="2126100"/>
                  </a:lnTo>
                  <a:lnTo>
                    <a:pt x="6069415" y="2127606"/>
                  </a:lnTo>
                  <a:lnTo>
                    <a:pt x="6069752" y="2129004"/>
                  </a:lnTo>
                  <a:lnTo>
                    <a:pt x="6070088" y="2130258"/>
                  </a:lnTo>
                  <a:lnTo>
                    <a:pt x="6070425" y="2131661"/>
                  </a:lnTo>
                  <a:lnTo>
                    <a:pt x="6070761" y="2133324"/>
                  </a:lnTo>
                  <a:lnTo>
                    <a:pt x="6071097" y="2135071"/>
                  </a:lnTo>
                  <a:lnTo>
                    <a:pt x="6071434" y="2136924"/>
                  </a:lnTo>
                  <a:lnTo>
                    <a:pt x="6071770" y="2138982"/>
                  </a:lnTo>
                  <a:lnTo>
                    <a:pt x="6072107" y="2140941"/>
                  </a:lnTo>
                  <a:lnTo>
                    <a:pt x="6072443" y="2142972"/>
                  </a:lnTo>
                  <a:lnTo>
                    <a:pt x="6072780" y="2145192"/>
                  </a:lnTo>
                  <a:lnTo>
                    <a:pt x="6073116" y="2147489"/>
                  </a:lnTo>
                  <a:lnTo>
                    <a:pt x="6073453" y="2149646"/>
                  </a:lnTo>
                  <a:lnTo>
                    <a:pt x="6073789" y="2152049"/>
                  </a:lnTo>
                  <a:lnTo>
                    <a:pt x="6074126" y="2154171"/>
                  </a:lnTo>
                  <a:lnTo>
                    <a:pt x="6074462" y="2156000"/>
                  </a:lnTo>
                  <a:lnTo>
                    <a:pt x="6074798" y="2158034"/>
                  </a:lnTo>
                  <a:lnTo>
                    <a:pt x="6075135" y="2160039"/>
                  </a:lnTo>
                  <a:lnTo>
                    <a:pt x="6075471" y="2162364"/>
                  </a:lnTo>
                  <a:lnTo>
                    <a:pt x="6075808" y="2164424"/>
                  </a:lnTo>
                  <a:lnTo>
                    <a:pt x="6076144" y="2166270"/>
                  </a:lnTo>
                  <a:lnTo>
                    <a:pt x="6076481" y="2167566"/>
                  </a:lnTo>
                  <a:lnTo>
                    <a:pt x="6076817" y="2168812"/>
                  </a:lnTo>
                  <a:lnTo>
                    <a:pt x="6077154" y="2169851"/>
                  </a:lnTo>
                  <a:lnTo>
                    <a:pt x="6077490" y="2171084"/>
                  </a:lnTo>
                  <a:lnTo>
                    <a:pt x="6077827" y="2172352"/>
                  </a:lnTo>
                  <a:lnTo>
                    <a:pt x="6078163" y="2173809"/>
                  </a:lnTo>
                  <a:lnTo>
                    <a:pt x="6078500" y="2175469"/>
                  </a:lnTo>
                  <a:lnTo>
                    <a:pt x="6078836" y="2177130"/>
                  </a:lnTo>
                  <a:lnTo>
                    <a:pt x="6079172" y="2178468"/>
                  </a:lnTo>
                  <a:lnTo>
                    <a:pt x="6079509" y="2179728"/>
                  </a:lnTo>
                  <a:lnTo>
                    <a:pt x="6079845" y="2180666"/>
                  </a:lnTo>
                  <a:lnTo>
                    <a:pt x="6080182" y="2181182"/>
                  </a:lnTo>
                  <a:lnTo>
                    <a:pt x="6080518" y="2181498"/>
                  </a:lnTo>
                  <a:lnTo>
                    <a:pt x="6080855" y="2181562"/>
                  </a:lnTo>
                  <a:lnTo>
                    <a:pt x="6081191" y="2181640"/>
                  </a:lnTo>
                  <a:lnTo>
                    <a:pt x="6081528" y="2181764"/>
                  </a:lnTo>
                  <a:lnTo>
                    <a:pt x="6081864" y="2181813"/>
                  </a:lnTo>
                  <a:lnTo>
                    <a:pt x="6082201" y="2181524"/>
                  </a:lnTo>
                  <a:lnTo>
                    <a:pt x="6082537" y="2181668"/>
                  </a:lnTo>
                  <a:lnTo>
                    <a:pt x="6082874" y="2181675"/>
                  </a:lnTo>
                  <a:lnTo>
                    <a:pt x="6083210" y="2182172"/>
                  </a:lnTo>
                  <a:lnTo>
                    <a:pt x="6083546" y="2182778"/>
                  </a:lnTo>
                  <a:lnTo>
                    <a:pt x="6083883" y="2183430"/>
                  </a:lnTo>
                  <a:lnTo>
                    <a:pt x="6084219" y="2183876"/>
                  </a:lnTo>
                  <a:lnTo>
                    <a:pt x="6084556" y="2184439"/>
                  </a:lnTo>
                  <a:lnTo>
                    <a:pt x="6084892" y="2184800"/>
                  </a:lnTo>
                  <a:lnTo>
                    <a:pt x="6085229" y="2185281"/>
                  </a:lnTo>
                  <a:lnTo>
                    <a:pt x="6085565" y="2185977"/>
                  </a:lnTo>
                  <a:lnTo>
                    <a:pt x="6085902" y="2186467"/>
                  </a:lnTo>
                  <a:lnTo>
                    <a:pt x="6086238" y="2186868"/>
                  </a:lnTo>
                  <a:lnTo>
                    <a:pt x="6086575" y="2186882"/>
                  </a:lnTo>
                  <a:lnTo>
                    <a:pt x="6086911" y="2186832"/>
                  </a:lnTo>
                  <a:lnTo>
                    <a:pt x="6087248" y="2187098"/>
                  </a:lnTo>
                  <a:lnTo>
                    <a:pt x="6087584" y="2186656"/>
                  </a:lnTo>
                  <a:lnTo>
                    <a:pt x="6087920" y="2186295"/>
                  </a:lnTo>
                  <a:lnTo>
                    <a:pt x="6088257" y="2186013"/>
                  </a:lnTo>
                  <a:lnTo>
                    <a:pt x="6088593" y="2185775"/>
                  </a:lnTo>
                  <a:lnTo>
                    <a:pt x="6088930" y="2185002"/>
                  </a:lnTo>
                  <a:lnTo>
                    <a:pt x="6089266" y="2183753"/>
                  </a:lnTo>
                  <a:lnTo>
                    <a:pt x="6089603" y="2182372"/>
                  </a:lnTo>
                  <a:lnTo>
                    <a:pt x="6089939" y="2180845"/>
                  </a:lnTo>
                  <a:lnTo>
                    <a:pt x="6090276" y="2179598"/>
                  </a:lnTo>
                  <a:lnTo>
                    <a:pt x="6090612" y="2178369"/>
                  </a:lnTo>
                  <a:lnTo>
                    <a:pt x="6090949" y="2177224"/>
                  </a:lnTo>
                  <a:lnTo>
                    <a:pt x="6091285" y="2176032"/>
                  </a:lnTo>
                  <a:lnTo>
                    <a:pt x="6091622" y="2174821"/>
                  </a:lnTo>
                  <a:lnTo>
                    <a:pt x="6091958" y="2173461"/>
                  </a:lnTo>
                  <a:lnTo>
                    <a:pt x="6092294" y="2171937"/>
                  </a:lnTo>
                  <a:lnTo>
                    <a:pt x="6092631" y="2170836"/>
                  </a:lnTo>
                  <a:lnTo>
                    <a:pt x="6092967" y="2169835"/>
                  </a:lnTo>
                  <a:lnTo>
                    <a:pt x="6093304" y="2168865"/>
                  </a:lnTo>
                  <a:lnTo>
                    <a:pt x="6093640" y="2167766"/>
                  </a:lnTo>
                  <a:lnTo>
                    <a:pt x="6093977" y="2167119"/>
                  </a:lnTo>
                  <a:lnTo>
                    <a:pt x="6094313" y="2167043"/>
                  </a:lnTo>
                  <a:lnTo>
                    <a:pt x="6094650" y="2167234"/>
                  </a:lnTo>
                  <a:lnTo>
                    <a:pt x="6094986" y="2167640"/>
                  </a:lnTo>
                  <a:lnTo>
                    <a:pt x="6095323" y="2167341"/>
                  </a:lnTo>
                  <a:lnTo>
                    <a:pt x="6095659" y="2167127"/>
                  </a:lnTo>
                  <a:lnTo>
                    <a:pt x="6095996" y="2166974"/>
                  </a:lnTo>
                  <a:lnTo>
                    <a:pt x="6096332" y="2166928"/>
                  </a:lnTo>
                  <a:lnTo>
                    <a:pt x="6096668" y="2166943"/>
                  </a:lnTo>
                  <a:lnTo>
                    <a:pt x="6097005" y="2167158"/>
                  </a:lnTo>
                  <a:lnTo>
                    <a:pt x="6097341" y="2167142"/>
                  </a:lnTo>
                  <a:lnTo>
                    <a:pt x="6097678" y="2167181"/>
                  </a:lnTo>
                  <a:lnTo>
                    <a:pt x="6098014" y="2167556"/>
                  </a:lnTo>
                  <a:lnTo>
                    <a:pt x="6098351" y="2167925"/>
                  </a:lnTo>
                  <a:lnTo>
                    <a:pt x="6098687" y="2168550"/>
                  </a:lnTo>
                  <a:lnTo>
                    <a:pt x="6099024" y="2169254"/>
                  </a:lnTo>
                  <a:lnTo>
                    <a:pt x="6099360" y="2170002"/>
                  </a:lnTo>
                  <a:lnTo>
                    <a:pt x="6099697" y="2170618"/>
                  </a:lnTo>
                  <a:lnTo>
                    <a:pt x="6100033" y="2171116"/>
                  </a:lnTo>
                  <a:lnTo>
                    <a:pt x="6100370" y="2171872"/>
                  </a:lnTo>
                  <a:lnTo>
                    <a:pt x="6100706" y="2172662"/>
                  </a:lnTo>
                  <a:lnTo>
                    <a:pt x="6101042" y="2173605"/>
                  </a:lnTo>
                  <a:lnTo>
                    <a:pt x="6101379" y="2174681"/>
                  </a:lnTo>
                  <a:lnTo>
                    <a:pt x="6101715" y="2176063"/>
                  </a:lnTo>
                  <a:lnTo>
                    <a:pt x="6102052" y="2177748"/>
                  </a:lnTo>
                  <a:lnTo>
                    <a:pt x="6102388" y="2179857"/>
                  </a:lnTo>
                  <a:lnTo>
                    <a:pt x="6102725" y="2182109"/>
                  </a:lnTo>
                  <a:lnTo>
                    <a:pt x="6103061" y="2184132"/>
                  </a:lnTo>
                  <a:lnTo>
                    <a:pt x="6103398" y="2185744"/>
                  </a:lnTo>
                  <a:lnTo>
                    <a:pt x="6103734" y="2187265"/>
                  </a:lnTo>
                  <a:lnTo>
                    <a:pt x="6104071" y="2188639"/>
                  </a:lnTo>
                  <a:lnTo>
                    <a:pt x="6104407" y="2190025"/>
                  </a:lnTo>
                  <a:lnTo>
                    <a:pt x="6104744" y="2191020"/>
                  </a:lnTo>
                  <a:lnTo>
                    <a:pt x="6105080" y="2192038"/>
                  </a:lnTo>
                  <a:lnTo>
                    <a:pt x="6105416" y="2192780"/>
                  </a:lnTo>
                  <a:lnTo>
                    <a:pt x="6105753" y="2193002"/>
                  </a:lnTo>
                  <a:lnTo>
                    <a:pt x="6106089" y="2193078"/>
                  </a:lnTo>
                  <a:lnTo>
                    <a:pt x="6106426" y="2193262"/>
                  </a:lnTo>
                  <a:lnTo>
                    <a:pt x="6106762" y="2193086"/>
                  </a:lnTo>
                  <a:lnTo>
                    <a:pt x="6107099" y="2192420"/>
                  </a:lnTo>
                  <a:lnTo>
                    <a:pt x="6107435" y="2191441"/>
                  </a:lnTo>
                  <a:lnTo>
                    <a:pt x="6107772" y="2190369"/>
                  </a:lnTo>
                  <a:lnTo>
                    <a:pt x="6108108" y="2189198"/>
                  </a:lnTo>
                  <a:lnTo>
                    <a:pt x="6108445" y="2187989"/>
                  </a:lnTo>
                  <a:lnTo>
                    <a:pt x="6108781" y="2186848"/>
                  </a:lnTo>
                  <a:lnTo>
                    <a:pt x="6109117" y="2185823"/>
                  </a:lnTo>
                  <a:lnTo>
                    <a:pt x="6109454" y="2185471"/>
                  </a:lnTo>
                  <a:lnTo>
                    <a:pt x="6109790" y="2185685"/>
                  </a:lnTo>
                  <a:lnTo>
                    <a:pt x="6110127" y="2185423"/>
                  </a:lnTo>
                  <a:lnTo>
                    <a:pt x="6110463" y="2185723"/>
                  </a:lnTo>
                  <a:lnTo>
                    <a:pt x="6110800" y="2186050"/>
                  </a:lnTo>
                  <a:lnTo>
                    <a:pt x="6111136" y="2186127"/>
                  </a:lnTo>
                  <a:lnTo>
                    <a:pt x="6111473" y="2185843"/>
                  </a:lnTo>
                  <a:lnTo>
                    <a:pt x="6111809" y="2185450"/>
                  </a:lnTo>
                  <a:lnTo>
                    <a:pt x="6112146" y="2185736"/>
                  </a:lnTo>
                  <a:lnTo>
                    <a:pt x="6112482" y="2186005"/>
                  </a:lnTo>
                  <a:lnTo>
                    <a:pt x="6112819" y="2186537"/>
                  </a:lnTo>
                  <a:lnTo>
                    <a:pt x="6113155" y="2186733"/>
                  </a:lnTo>
                  <a:lnTo>
                    <a:pt x="6113491" y="2186929"/>
                  </a:lnTo>
                  <a:lnTo>
                    <a:pt x="6113828" y="2186654"/>
                  </a:lnTo>
                  <a:lnTo>
                    <a:pt x="6114164" y="2186296"/>
                  </a:lnTo>
                  <a:lnTo>
                    <a:pt x="6114501" y="2185477"/>
                  </a:lnTo>
                  <a:lnTo>
                    <a:pt x="6114837" y="2184341"/>
                  </a:lnTo>
                  <a:lnTo>
                    <a:pt x="6115174" y="2183319"/>
                  </a:lnTo>
                  <a:lnTo>
                    <a:pt x="6115510" y="2181764"/>
                  </a:lnTo>
                  <a:lnTo>
                    <a:pt x="6115847" y="2180117"/>
                  </a:lnTo>
                  <a:lnTo>
                    <a:pt x="6116183" y="2178283"/>
                  </a:lnTo>
                  <a:lnTo>
                    <a:pt x="6116520" y="2177012"/>
                  </a:lnTo>
                  <a:lnTo>
                    <a:pt x="6116856" y="2176535"/>
                  </a:lnTo>
                  <a:lnTo>
                    <a:pt x="6117193" y="2176053"/>
                  </a:lnTo>
                  <a:lnTo>
                    <a:pt x="6117529" y="2175844"/>
                  </a:lnTo>
                  <a:lnTo>
                    <a:pt x="6117865" y="2175534"/>
                  </a:lnTo>
                  <a:lnTo>
                    <a:pt x="6118202" y="2175903"/>
                  </a:lnTo>
                  <a:lnTo>
                    <a:pt x="6118538" y="2176799"/>
                  </a:lnTo>
                  <a:lnTo>
                    <a:pt x="6118875" y="2178063"/>
                  </a:lnTo>
                  <a:lnTo>
                    <a:pt x="6119211" y="2178997"/>
                  </a:lnTo>
                  <a:lnTo>
                    <a:pt x="6119548" y="2179445"/>
                  </a:lnTo>
                  <a:lnTo>
                    <a:pt x="6119884" y="2179493"/>
                  </a:lnTo>
                  <a:lnTo>
                    <a:pt x="6120221" y="2179152"/>
                  </a:lnTo>
                  <a:lnTo>
                    <a:pt x="6120557" y="2178853"/>
                  </a:lnTo>
                  <a:lnTo>
                    <a:pt x="6120894" y="2178649"/>
                  </a:lnTo>
                  <a:lnTo>
                    <a:pt x="6121230" y="2178340"/>
                  </a:lnTo>
                  <a:lnTo>
                    <a:pt x="6121567" y="2178125"/>
                  </a:lnTo>
                  <a:lnTo>
                    <a:pt x="6121903" y="2178061"/>
                  </a:lnTo>
                  <a:lnTo>
                    <a:pt x="6122239" y="2178065"/>
                  </a:lnTo>
                  <a:lnTo>
                    <a:pt x="6122576" y="2177646"/>
                  </a:lnTo>
                  <a:lnTo>
                    <a:pt x="6122912" y="2176644"/>
                  </a:lnTo>
                  <a:lnTo>
                    <a:pt x="6123249" y="2175184"/>
                  </a:lnTo>
                  <a:lnTo>
                    <a:pt x="6123585" y="2173472"/>
                  </a:lnTo>
                  <a:lnTo>
                    <a:pt x="6123922" y="2171287"/>
                  </a:lnTo>
                  <a:lnTo>
                    <a:pt x="6124258" y="2168579"/>
                  </a:lnTo>
                  <a:lnTo>
                    <a:pt x="6124595" y="2166036"/>
                  </a:lnTo>
                  <a:lnTo>
                    <a:pt x="6124931" y="2163582"/>
                  </a:lnTo>
                  <a:lnTo>
                    <a:pt x="6125268" y="2161598"/>
                  </a:lnTo>
                  <a:lnTo>
                    <a:pt x="6125604" y="2159969"/>
                  </a:lnTo>
                  <a:lnTo>
                    <a:pt x="6125941" y="2158651"/>
                  </a:lnTo>
                  <a:lnTo>
                    <a:pt x="6126277" y="2157237"/>
                  </a:lnTo>
                  <a:lnTo>
                    <a:pt x="6126613" y="2155720"/>
                  </a:lnTo>
                  <a:lnTo>
                    <a:pt x="6126950" y="2153787"/>
                  </a:lnTo>
                  <a:lnTo>
                    <a:pt x="6127286" y="2152138"/>
                  </a:lnTo>
                  <a:lnTo>
                    <a:pt x="6127623" y="2150793"/>
                  </a:lnTo>
                  <a:lnTo>
                    <a:pt x="6127959" y="2150176"/>
                  </a:lnTo>
                  <a:lnTo>
                    <a:pt x="6128296" y="2149720"/>
                  </a:lnTo>
                  <a:lnTo>
                    <a:pt x="6128632" y="2148845"/>
                  </a:lnTo>
                  <a:lnTo>
                    <a:pt x="6128969" y="2148291"/>
                  </a:lnTo>
                  <a:lnTo>
                    <a:pt x="6129305" y="2148242"/>
                  </a:lnTo>
                  <a:lnTo>
                    <a:pt x="6129642" y="2148413"/>
                  </a:lnTo>
                  <a:lnTo>
                    <a:pt x="6129978" y="2148519"/>
                  </a:lnTo>
                  <a:lnTo>
                    <a:pt x="6130315" y="2148642"/>
                  </a:lnTo>
                  <a:lnTo>
                    <a:pt x="6130651" y="2148276"/>
                  </a:lnTo>
                  <a:lnTo>
                    <a:pt x="6130987" y="2147994"/>
                  </a:lnTo>
                  <a:lnTo>
                    <a:pt x="6131324" y="2147596"/>
                  </a:lnTo>
                  <a:lnTo>
                    <a:pt x="6131660" y="2147194"/>
                  </a:lnTo>
                  <a:lnTo>
                    <a:pt x="6131997" y="2146790"/>
                  </a:lnTo>
                  <a:lnTo>
                    <a:pt x="6132333" y="2146558"/>
                  </a:lnTo>
                  <a:lnTo>
                    <a:pt x="6132670" y="2145428"/>
                  </a:lnTo>
                  <a:lnTo>
                    <a:pt x="6133006" y="2144101"/>
                  </a:lnTo>
                  <a:lnTo>
                    <a:pt x="6133343" y="2142464"/>
                  </a:lnTo>
                  <a:lnTo>
                    <a:pt x="6133679" y="2140906"/>
                  </a:lnTo>
                  <a:lnTo>
                    <a:pt x="6134016" y="2139174"/>
                  </a:lnTo>
                  <a:lnTo>
                    <a:pt x="6134352" y="2137090"/>
                  </a:lnTo>
                  <a:lnTo>
                    <a:pt x="6134689" y="2135004"/>
                  </a:lnTo>
                  <a:lnTo>
                    <a:pt x="6135025" y="2132731"/>
                  </a:lnTo>
                  <a:lnTo>
                    <a:pt x="6135361" y="2130242"/>
                  </a:lnTo>
                  <a:lnTo>
                    <a:pt x="6135698" y="2127414"/>
                  </a:lnTo>
                  <a:lnTo>
                    <a:pt x="6136034" y="2124674"/>
                  </a:lnTo>
                  <a:lnTo>
                    <a:pt x="6136371" y="2121805"/>
                  </a:lnTo>
                  <a:lnTo>
                    <a:pt x="6136707" y="2118641"/>
                  </a:lnTo>
                  <a:lnTo>
                    <a:pt x="6137044" y="2115507"/>
                  </a:lnTo>
                  <a:lnTo>
                    <a:pt x="6137380" y="2112328"/>
                  </a:lnTo>
                  <a:lnTo>
                    <a:pt x="6137717" y="2109420"/>
                  </a:lnTo>
                  <a:lnTo>
                    <a:pt x="6138053" y="2106744"/>
                  </a:lnTo>
                  <a:lnTo>
                    <a:pt x="6138390" y="2103348"/>
                  </a:lnTo>
                  <a:lnTo>
                    <a:pt x="6138726" y="2099627"/>
                  </a:lnTo>
                  <a:lnTo>
                    <a:pt x="6139063" y="2095691"/>
                  </a:lnTo>
                  <a:lnTo>
                    <a:pt x="6139399" y="2091707"/>
                  </a:lnTo>
                  <a:lnTo>
                    <a:pt x="6139735" y="2087836"/>
                  </a:lnTo>
                  <a:lnTo>
                    <a:pt x="6140072" y="2084075"/>
                  </a:lnTo>
                  <a:lnTo>
                    <a:pt x="6140408" y="2079902"/>
                  </a:lnTo>
                  <a:lnTo>
                    <a:pt x="6140745" y="2075661"/>
                  </a:lnTo>
                  <a:lnTo>
                    <a:pt x="6141081" y="2071107"/>
                  </a:lnTo>
                  <a:lnTo>
                    <a:pt x="6141418" y="2066691"/>
                  </a:lnTo>
                  <a:lnTo>
                    <a:pt x="6141754" y="2063165"/>
                  </a:lnTo>
                  <a:lnTo>
                    <a:pt x="6142091" y="2059703"/>
                  </a:lnTo>
                  <a:lnTo>
                    <a:pt x="6142427" y="2055787"/>
                  </a:lnTo>
                  <a:lnTo>
                    <a:pt x="6142764" y="2051422"/>
                  </a:lnTo>
                  <a:lnTo>
                    <a:pt x="6143100" y="2046973"/>
                  </a:lnTo>
                  <a:lnTo>
                    <a:pt x="6143436" y="2042735"/>
                  </a:lnTo>
                  <a:lnTo>
                    <a:pt x="6143773" y="2038907"/>
                  </a:lnTo>
                  <a:lnTo>
                    <a:pt x="6144109" y="2035455"/>
                  </a:lnTo>
                  <a:lnTo>
                    <a:pt x="6144446" y="2032036"/>
                  </a:lnTo>
                  <a:lnTo>
                    <a:pt x="6144782" y="2028655"/>
                  </a:lnTo>
                  <a:lnTo>
                    <a:pt x="6145119" y="2025217"/>
                  </a:lnTo>
                  <a:lnTo>
                    <a:pt x="6145455" y="2021861"/>
                  </a:lnTo>
                  <a:lnTo>
                    <a:pt x="6145792" y="2018704"/>
                  </a:lnTo>
                  <a:lnTo>
                    <a:pt x="6146128" y="2015660"/>
                  </a:lnTo>
                  <a:lnTo>
                    <a:pt x="6146465" y="2012903"/>
                  </a:lnTo>
                  <a:lnTo>
                    <a:pt x="6146801" y="2010113"/>
                  </a:lnTo>
                  <a:lnTo>
                    <a:pt x="6147138" y="2007059"/>
                  </a:lnTo>
                  <a:lnTo>
                    <a:pt x="6147474" y="2004694"/>
                  </a:lnTo>
                  <a:lnTo>
                    <a:pt x="6147810" y="2001633"/>
                  </a:lnTo>
                  <a:lnTo>
                    <a:pt x="6148147" y="1997714"/>
                  </a:lnTo>
                  <a:lnTo>
                    <a:pt x="6148483" y="1992845"/>
                  </a:lnTo>
                  <a:lnTo>
                    <a:pt x="6148820" y="1987541"/>
                  </a:lnTo>
                  <a:lnTo>
                    <a:pt x="6149156" y="1982028"/>
                  </a:lnTo>
                  <a:lnTo>
                    <a:pt x="6149493" y="1976320"/>
                  </a:lnTo>
                  <a:lnTo>
                    <a:pt x="6149829" y="1970066"/>
                  </a:lnTo>
                  <a:lnTo>
                    <a:pt x="6150166" y="1964169"/>
                  </a:lnTo>
                  <a:lnTo>
                    <a:pt x="6150502" y="1957970"/>
                  </a:lnTo>
                  <a:lnTo>
                    <a:pt x="6150839" y="1951505"/>
                  </a:lnTo>
                  <a:lnTo>
                    <a:pt x="6151175" y="1944499"/>
                  </a:lnTo>
                  <a:lnTo>
                    <a:pt x="6151512" y="1937275"/>
                  </a:lnTo>
                  <a:lnTo>
                    <a:pt x="6151848" y="1929874"/>
                  </a:lnTo>
                  <a:lnTo>
                    <a:pt x="6152184" y="1923147"/>
                  </a:lnTo>
                  <a:lnTo>
                    <a:pt x="6152521" y="1916327"/>
                  </a:lnTo>
                  <a:lnTo>
                    <a:pt x="6152857" y="1910105"/>
                  </a:lnTo>
                  <a:lnTo>
                    <a:pt x="6153194" y="1905375"/>
                  </a:lnTo>
                  <a:lnTo>
                    <a:pt x="6153530" y="1901732"/>
                  </a:lnTo>
                  <a:lnTo>
                    <a:pt x="6153867" y="1898686"/>
                  </a:lnTo>
                  <a:lnTo>
                    <a:pt x="6154203" y="1896038"/>
                  </a:lnTo>
                  <a:lnTo>
                    <a:pt x="6154540" y="1893704"/>
                  </a:lnTo>
                  <a:lnTo>
                    <a:pt x="6154876" y="1891951"/>
                  </a:lnTo>
                  <a:lnTo>
                    <a:pt x="6155213" y="1889617"/>
                  </a:lnTo>
                  <a:lnTo>
                    <a:pt x="6155549" y="1887573"/>
                  </a:lnTo>
                  <a:lnTo>
                    <a:pt x="6155886" y="1885981"/>
                  </a:lnTo>
                  <a:lnTo>
                    <a:pt x="6156222" y="1885216"/>
                  </a:lnTo>
                  <a:lnTo>
                    <a:pt x="6156558" y="1885553"/>
                  </a:lnTo>
                  <a:lnTo>
                    <a:pt x="6156895" y="1886477"/>
                  </a:lnTo>
                  <a:lnTo>
                    <a:pt x="6157231" y="1887535"/>
                  </a:lnTo>
                  <a:lnTo>
                    <a:pt x="6157568" y="1888277"/>
                  </a:lnTo>
                  <a:lnTo>
                    <a:pt x="6157904" y="1888741"/>
                  </a:lnTo>
                  <a:lnTo>
                    <a:pt x="6158241" y="1888362"/>
                  </a:lnTo>
                  <a:lnTo>
                    <a:pt x="6158577" y="1887610"/>
                  </a:lnTo>
                  <a:lnTo>
                    <a:pt x="6158914" y="1886460"/>
                  </a:lnTo>
                  <a:lnTo>
                    <a:pt x="6159250" y="1884912"/>
                  </a:lnTo>
                  <a:lnTo>
                    <a:pt x="6159587" y="1883089"/>
                  </a:lnTo>
                  <a:lnTo>
                    <a:pt x="6159923" y="1881142"/>
                  </a:lnTo>
                  <a:lnTo>
                    <a:pt x="6160260" y="1879646"/>
                  </a:lnTo>
                  <a:lnTo>
                    <a:pt x="6160596" y="1877855"/>
                  </a:lnTo>
                  <a:lnTo>
                    <a:pt x="6160932" y="1875952"/>
                  </a:lnTo>
                  <a:lnTo>
                    <a:pt x="6161269" y="1873457"/>
                  </a:lnTo>
                  <a:lnTo>
                    <a:pt x="6161605" y="1870277"/>
                  </a:lnTo>
                  <a:lnTo>
                    <a:pt x="6161942" y="1866582"/>
                  </a:lnTo>
                  <a:lnTo>
                    <a:pt x="6162278" y="1862586"/>
                  </a:lnTo>
                  <a:lnTo>
                    <a:pt x="6162615" y="1857940"/>
                  </a:lnTo>
                  <a:lnTo>
                    <a:pt x="6162951" y="1853478"/>
                  </a:lnTo>
                  <a:lnTo>
                    <a:pt x="6163288" y="1849460"/>
                  </a:lnTo>
                  <a:lnTo>
                    <a:pt x="6163624" y="1845503"/>
                  </a:lnTo>
                  <a:lnTo>
                    <a:pt x="6163961" y="1841699"/>
                  </a:lnTo>
                  <a:lnTo>
                    <a:pt x="6164297" y="1837727"/>
                  </a:lnTo>
                  <a:lnTo>
                    <a:pt x="6164634" y="1833518"/>
                  </a:lnTo>
                  <a:lnTo>
                    <a:pt x="6164970" y="1829201"/>
                  </a:lnTo>
                  <a:lnTo>
                    <a:pt x="6165306" y="1824242"/>
                  </a:lnTo>
                  <a:lnTo>
                    <a:pt x="6165643" y="1818839"/>
                  </a:lnTo>
                  <a:lnTo>
                    <a:pt x="6165979" y="1812892"/>
                  </a:lnTo>
                  <a:lnTo>
                    <a:pt x="6166316" y="1806700"/>
                  </a:lnTo>
                  <a:lnTo>
                    <a:pt x="6166652" y="1801556"/>
                  </a:lnTo>
                  <a:lnTo>
                    <a:pt x="6166989" y="1796485"/>
                  </a:lnTo>
                  <a:lnTo>
                    <a:pt x="6167325" y="1791661"/>
                  </a:lnTo>
                  <a:lnTo>
                    <a:pt x="6167662" y="1786434"/>
                  </a:lnTo>
                  <a:lnTo>
                    <a:pt x="6167998" y="1781248"/>
                  </a:lnTo>
                  <a:lnTo>
                    <a:pt x="6168335" y="1775877"/>
                  </a:lnTo>
                  <a:lnTo>
                    <a:pt x="6168671" y="1770581"/>
                  </a:lnTo>
                  <a:lnTo>
                    <a:pt x="6169008" y="1765080"/>
                  </a:lnTo>
                  <a:lnTo>
                    <a:pt x="6169344" y="1759293"/>
                  </a:lnTo>
                  <a:lnTo>
                    <a:pt x="6169680" y="1753300"/>
                  </a:lnTo>
                  <a:lnTo>
                    <a:pt x="6170017" y="1747021"/>
                  </a:lnTo>
                  <a:lnTo>
                    <a:pt x="6170353" y="1741483"/>
                  </a:lnTo>
                  <a:lnTo>
                    <a:pt x="6170690" y="1736366"/>
                  </a:lnTo>
                  <a:lnTo>
                    <a:pt x="6171026" y="1731505"/>
                  </a:lnTo>
                  <a:lnTo>
                    <a:pt x="6171363" y="1726301"/>
                  </a:lnTo>
                  <a:lnTo>
                    <a:pt x="6171699" y="1721011"/>
                  </a:lnTo>
                  <a:lnTo>
                    <a:pt x="6172036" y="1715459"/>
                  </a:lnTo>
                  <a:lnTo>
                    <a:pt x="6172372" y="1709662"/>
                  </a:lnTo>
                  <a:lnTo>
                    <a:pt x="6172709" y="1703997"/>
                  </a:lnTo>
                  <a:lnTo>
                    <a:pt x="6173045" y="1698339"/>
                  </a:lnTo>
                  <a:lnTo>
                    <a:pt x="6173382" y="1692544"/>
                  </a:lnTo>
                  <a:lnTo>
                    <a:pt x="6173718" y="1687958"/>
                  </a:lnTo>
                  <a:lnTo>
                    <a:pt x="6174054" y="1683730"/>
                  </a:lnTo>
                  <a:lnTo>
                    <a:pt x="6174391" y="1679658"/>
                  </a:lnTo>
                  <a:lnTo>
                    <a:pt x="6174727" y="1676090"/>
                  </a:lnTo>
                  <a:lnTo>
                    <a:pt x="6175064" y="1672614"/>
                  </a:lnTo>
                  <a:lnTo>
                    <a:pt x="6175400" y="1669100"/>
                  </a:lnTo>
                  <a:lnTo>
                    <a:pt x="6175737" y="1666055"/>
                  </a:lnTo>
                  <a:lnTo>
                    <a:pt x="6176073" y="1663156"/>
                  </a:lnTo>
                  <a:lnTo>
                    <a:pt x="6176410" y="1660861"/>
                  </a:lnTo>
                  <a:lnTo>
                    <a:pt x="6176746" y="1658531"/>
                  </a:lnTo>
                  <a:lnTo>
                    <a:pt x="6177083" y="1655579"/>
                  </a:lnTo>
                  <a:lnTo>
                    <a:pt x="6177419" y="1652312"/>
                  </a:lnTo>
                  <a:lnTo>
                    <a:pt x="6177755" y="1649307"/>
                  </a:lnTo>
                  <a:lnTo>
                    <a:pt x="6178092" y="1646162"/>
                  </a:lnTo>
                  <a:lnTo>
                    <a:pt x="6178428" y="1643854"/>
                  </a:lnTo>
                  <a:lnTo>
                    <a:pt x="6178765" y="1641293"/>
                  </a:lnTo>
                  <a:lnTo>
                    <a:pt x="6179101" y="1638038"/>
                  </a:lnTo>
                  <a:lnTo>
                    <a:pt x="6179438" y="1633965"/>
                  </a:lnTo>
                  <a:lnTo>
                    <a:pt x="6179774" y="1630217"/>
                  </a:lnTo>
                  <a:lnTo>
                    <a:pt x="6180111" y="1626675"/>
                  </a:lnTo>
                  <a:lnTo>
                    <a:pt x="6180447" y="1622862"/>
                  </a:lnTo>
                  <a:lnTo>
                    <a:pt x="6180784" y="1618898"/>
                  </a:lnTo>
                  <a:lnTo>
                    <a:pt x="6181120" y="1615067"/>
                  </a:lnTo>
                  <a:lnTo>
                    <a:pt x="6181457" y="1610485"/>
                  </a:lnTo>
                  <a:lnTo>
                    <a:pt x="6181793" y="1605884"/>
                  </a:lnTo>
                  <a:lnTo>
                    <a:pt x="6182129" y="1602164"/>
                  </a:lnTo>
                  <a:lnTo>
                    <a:pt x="6182466" y="1598934"/>
                  </a:lnTo>
                  <a:lnTo>
                    <a:pt x="6182802" y="1596827"/>
                  </a:lnTo>
                  <a:lnTo>
                    <a:pt x="6183139" y="1595636"/>
                  </a:lnTo>
                  <a:lnTo>
                    <a:pt x="6183475" y="1594430"/>
                  </a:lnTo>
                  <a:lnTo>
                    <a:pt x="6183812" y="1593530"/>
                  </a:lnTo>
                  <a:lnTo>
                    <a:pt x="6184148" y="1592872"/>
                  </a:lnTo>
                  <a:lnTo>
                    <a:pt x="6184485" y="1592698"/>
                  </a:lnTo>
                  <a:lnTo>
                    <a:pt x="6184821" y="1592649"/>
                  </a:lnTo>
                  <a:lnTo>
                    <a:pt x="6185158" y="1592936"/>
                  </a:lnTo>
                  <a:lnTo>
                    <a:pt x="6185494" y="1593238"/>
                  </a:lnTo>
                  <a:lnTo>
                    <a:pt x="6185831" y="1593529"/>
                  </a:lnTo>
                  <a:lnTo>
                    <a:pt x="6186167" y="1593574"/>
                  </a:lnTo>
                  <a:lnTo>
                    <a:pt x="6186503" y="1593555"/>
                  </a:lnTo>
                  <a:lnTo>
                    <a:pt x="6186840" y="1593401"/>
                  </a:lnTo>
                  <a:lnTo>
                    <a:pt x="6187176" y="1593494"/>
                  </a:lnTo>
                  <a:lnTo>
                    <a:pt x="6187513" y="1593400"/>
                  </a:lnTo>
                  <a:lnTo>
                    <a:pt x="6187849" y="1593209"/>
                  </a:lnTo>
                  <a:lnTo>
                    <a:pt x="6188186" y="1593034"/>
                  </a:lnTo>
                  <a:lnTo>
                    <a:pt x="6188522" y="1592744"/>
                  </a:lnTo>
                  <a:lnTo>
                    <a:pt x="6188859" y="1592376"/>
                  </a:lnTo>
                  <a:lnTo>
                    <a:pt x="6189195" y="1592307"/>
                  </a:lnTo>
                  <a:lnTo>
                    <a:pt x="6189532" y="1592260"/>
                  </a:lnTo>
                  <a:lnTo>
                    <a:pt x="6189868" y="1592295"/>
                  </a:lnTo>
                  <a:lnTo>
                    <a:pt x="6190205" y="1593074"/>
                  </a:lnTo>
                  <a:lnTo>
                    <a:pt x="6190541" y="1593957"/>
                  </a:lnTo>
                  <a:lnTo>
                    <a:pt x="6190877" y="1594236"/>
                  </a:lnTo>
                  <a:lnTo>
                    <a:pt x="6191214" y="1594124"/>
                  </a:lnTo>
                  <a:lnTo>
                    <a:pt x="6191550" y="1593401"/>
                  </a:lnTo>
                  <a:lnTo>
                    <a:pt x="6191887" y="1592181"/>
                  </a:lnTo>
                  <a:lnTo>
                    <a:pt x="6192223" y="1590863"/>
                  </a:lnTo>
                  <a:lnTo>
                    <a:pt x="6192560" y="1590425"/>
                  </a:lnTo>
                  <a:lnTo>
                    <a:pt x="6192896" y="1590143"/>
                  </a:lnTo>
                  <a:lnTo>
                    <a:pt x="6193233" y="1590295"/>
                  </a:lnTo>
                  <a:lnTo>
                    <a:pt x="6193569" y="1590401"/>
                  </a:lnTo>
                  <a:lnTo>
                    <a:pt x="6193906" y="1590106"/>
                  </a:lnTo>
                  <a:lnTo>
                    <a:pt x="6194242" y="1589383"/>
                  </a:lnTo>
                  <a:lnTo>
                    <a:pt x="6194579" y="1587891"/>
                  </a:lnTo>
                  <a:lnTo>
                    <a:pt x="6194915" y="1586065"/>
                  </a:lnTo>
                  <a:lnTo>
                    <a:pt x="6195251" y="1583350"/>
                  </a:lnTo>
                  <a:lnTo>
                    <a:pt x="6195588" y="1580483"/>
                  </a:lnTo>
                  <a:lnTo>
                    <a:pt x="6195924" y="1577847"/>
                  </a:lnTo>
                  <a:lnTo>
                    <a:pt x="6196261" y="1575422"/>
                  </a:lnTo>
                  <a:lnTo>
                    <a:pt x="6196597" y="1572960"/>
                  </a:lnTo>
                  <a:lnTo>
                    <a:pt x="6196934" y="1570482"/>
                  </a:lnTo>
                  <a:lnTo>
                    <a:pt x="6197270" y="1568269"/>
                  </a:lnTo>
                  <a:lnTo>
                    <a:pt x="6197607" y="1566150"/>
                  </a:lnTo>
                  <a:lnTo>
                    <a:pt x="6197943" y="1564258"/>
                  </a:lnTo>
                  <a:lnTo>
                    <a:pt x="6198280" y="1561682"/>
                  </a:lnTo>
                  <a:lnTo>
                    <a:pt x="6198616" y="1559243"/>
                  </a:lnTo>
                  <a:lnTo>
                    <a:pt x="6198953" y="1556983"/>
                  </a:lnTo>
                  <a:lnTo>
                    <a:pt x="6199289" y="1555288"/>
                  </a:lnTo>
                  <a:lnTo>
                    <a:pt x="6199625" y="1553479"/>
                  </a:lnTo>
                  <a:lnTo>
                    <a:pt x="6199962" y="1552687"/>
                  </a:lnTo>
                  <a:lnTo>
                    <a:pt x="6200298" y="1551855"/>
                  </a:lnTo>
                  <a:lnTo>
                    <a:pt x="6200635" y="1550624"/>
                  </a:lnTo>
                  <a:lnTo>
                    <a:pt x="6200971" y="1549055"/>
                  </a:lnTo>
                  <a:lnTo>
                    <a:pt x="6201308" y="1547365"/>
                  </a:lnTo>
                  <a:lnTo>
                    <a:pt x="6201644" y="1545643"/>
                  </a:lnTo>
                  <a:lnTo>
                    <a:pt x="6201981" y="1543303"/>
                  </a:lnTo>
                  <a:lnTo>
                    <a:pt x="6202317" y="1540791"/>
                  </a:lnTo>
                  <a:lnTo>
                    <a:pt x="6202654" y="1538129"/>
                  </a:lnTo>
                  <a:lnTo>
                    <a:pt x="6202990" y="1535582"/>
                  </a:lnTo>
                  <a:lnTo>
                    <a:pt x="6203327" y="1532321"/>
                  </a:lnTo>
                  <a:lnTo>
                    <a:pt x="6203663" y="1529369"/>
                  </a:lnTo>
                  <a:lnTo>
                    <a:pt x="6203999" y="1526729"/>
                  </a:lnTo>
                  <a:lnTo>
                    <a:pt x="6204336" y="1524319"/>
                  </a:lnTo>
                  <a:lnTo>
                    <a:pt x="6204672" y="1522308"/>
                  </a:lnTo>
                  <a:lnTo>
                    <a:pt x="6205009" y="1520013"/>
                  </a:lnTo>
                  <a:lnTo>
                    <a:pt x="6205345" y="1517342"/>
                  </a:lnTo>
                  <a:lnTo>
                    <a:pt x="6205682" y="1515446"/>
                  </a:lnTo>
                  <a:lnTo>
                    <a:pt x="6206018" y="1513968"/>
                  </a:lnTo>
                  <a:lnTo>
                    <a:pt x="6206355" y="1512525"/>
                  </a:lnTo>
                  <a:lnTo>
                    <a:pt x="6206691" y="1511212"/>
                  </a:lnTo>
                  <a:lnTo>
                    <a:pt x="6207028" y="1510149"/>
                  </a:lnTo>
                  <a:lnTo>
                    <a:pt x="6207364" y="1509146"/>
                  </a:lnTo>
                  <a:lnTo>
                    <a:pt x="6207700" y="1508810"/>
                  </a:lnTo>
                  <a:lnTo>
                    <a:pt x="6208037" y="1509001"/>
                  </a:lnTo>
                  <a:lnTo>
                    <a:pt x="6208373" y="1509330"/>
                  </a:lnTo>
                  <a:lnTo>
                    <a:pt x="6208710" y="1509858"/>
                  </a:lnTo>
                  <a:lnTo>
                    <a:pt x="6209046" y="1510533"/>
                  </a:lnTo>
                  <a:lnTo>
                    <a:pt x="6209383" y="1511403"/>
                  </a:lnTo>
                  <a:lnTo>
                    <a:pt x="6209719" y="1512813"/>
                  </a:lnTo>
                  <a:lnTo>
                    <a:pt x="6210056" y="1514885"/>
                  </a:lnTo>
                  <a:lnTo>
                    <a:pt x="6210392" y="1517397"/>
                  </a:lnTo>
                  <a:lnTo>
                    <a:pt x="6210729" y="1520197"/>
                  </a:lnTo>
                  <a:lnTo>
                    <a:pt x="6211065" y="1523199"/>
                  </a:lnTo>
                  <a:lnTo>
                    <a:pt x="6211402" y="1526345"/>
                  </a:lnTo>
                  <a:lnTo>
                    <a:pt x="6211738" y="1529234"/>
                  </a:lnTo>
                  <a:lnTo>
                    <a:pt x="6212074" y="1531664"/>
                  </a:lnTo>
                  <a:lnTo>
                    <a:pt x="6212411" y="1533824"/>
                  </a:lnTo>
                  <a:lnTo>
                    <a:pt x="6212747" y="1535337"/>
                  </a:lnTo>
                  <a:lnTo>
                    <a:pt x="6213084" y="1536430"/>
                  </a:lnTo>
                  <a:lnTo>
                    <a:pt x="6213420" y="1537636"/>
                  </a:lnTo>
                  <a:lnTo>
                    <a:pt x="6213757" y="1538741"/>
                  </a:lnTo>
                  <a:lnTo>
                    <a:pt x="6214093" y="1539889"/>
                  </a:lnTo>
                  <a:lnTo>
                    <a:pt x="6214430" y="1541393"/>
                  </a:lnTo>
                  <a:lnTo>
                    <a:pt x="6214766" y="1542431"/>
                  </a:lnTo>
                  <a:lnTo>
                    <a:pt x="6215103" y="1543794"/>
                  </a:lnTo>
                  <a:lnTo>
                    <a:pt x="6215439" y="1546205"/>
                  </a:lnTo>
                  <a:lnTo>
                    <a:pt x="6215776" y="1549312"/>
                  </a:lnTo>
                  <a:lnTo>
                    <a:pt x="6216112" y="1552542"/>
                  </a:lnTo>
                  <a:lnTo>
                    <a:pt x="6216448" y="1556131"/>
                  </a:lnTo>
                  <a:lnTo>
                    <a:pt x="6216785" y="1560096"/>
                  </a:lnTo>
                  <a:lnTo>
                    <a:pt x="6217121" y="1564825"/>
                  </a:lnTo>
                  <a:lnTo>
                    <a:pt x="6217458" y="1569892"/>
                  </a:lnTo>
                  <a:lnTo>
                    <a:pt x="6217794" y="1576030"/>
                  </a:lnTo>
                  <a:lnTo>
                    <a:pt x="6218131" y="1582382"/>
                  </a:lnTo>
                  <a:lnTo>
                    <a:pt x="6218467" y="1588674"/>
                  </a:lnTo>
                  <a:lnTo>
                    <a:pt x="6218804" y="1595026"/>
                  </a:lnTo>
                  <a:lnTo>
                    <a:pt x="6219140" y="1600927"/>
                  </a:lnTo>
                  <a:lnTo>
                    <a:pt x="6219477" y="1606169"/>
                  </a:lnTo>
                  <a:lnTo>
                    <a:pt x="6219813" y="1610991"/>
                  </a:lnTo>
                  <a:lnTo>
                    <a:pt x="6220150" y="1614818"/>
                  </a:lnTo>
                  <a:lnTo>
                    <a:pt x="6220486" y="1616525"/>
                  </a:lnTo>
                  <a:lnTo>
                    <a:pt x="6220822" y="1617267"/>
                  </a:lnTo>
                  <a:lnTo>
                    <a:pt x="6221159" y="1616900"/>
                  </a:lnTo>
                  <a:lnTo>
                    <a:pt x="6221495" y="1615606"/>
                  </a:lnTo>
                  <a:lnTo>
                    <a:pt x="6221832" y="1613961"/>
                  </a:lnTo>
                  <a:lnTo>
                    <a:pt x="6222168" y="1612216"/>
                  </a:lnTo>
                  <a:lnTo>
                    <a:pt x="6222505" y="1610961"/>
                  </a:lnTo>
                  <a:lnTo>
                    <a:pt x="6222841" y="1609659"/>
                  </a:lnTo>
                  <a:lnTo>
                    <a:pt x="6223178" y="1608343"/>
                  </a:lnTo>
                  <a:lnTo>
                    <a:pt x="6223514" y="1606805"/>
                  </a:lnTo>
                  <a:lnTo>
                    <a:pt x="6223851" y="1604945"/>
                  </a:lnTo>
                  <a:lnTo>
                    <a:pt x="6224187" y="1602705"/>
                  </a:lnTo>
                  <a:lnTo>
                    <a:pt x="6224524" y="1600399"/>
                  </a:lnTo>
                  <a:lnTo>
                    <a:pt x="6224860" y="1598241"/>
                  </a:lnTo>
                  <a:lnTo>
                    <a:pt x="6225196" y="1596560"/>
                  </a:lnTo>
                  <a:lnTo>
                    <a:pt x="6225533" y="1596289"/>
                  </a:lnTo>
                  <a:lnTo>
                    <a:pt x="6225869" y="1596627"/>
                  </a:lnTo>
                  <a:lnTo>
                    <a:pt x="6226206" y="1598076"/>
                  </a:lnTo>
                  <a:lnTo>
                    <a:pt x="6226542" y="1600044"/>
                  </a:lnTo>
                  <a:lnTo>
                    <a:pt x="6226879" y="1601944"/>
                  </a:lnTo>
                  <a:lnTo>
                    <a:pt x="6227215" y="1603402"/>
                  </a:lnTo>
                  <a:lnTo>
                    <a:pt x="6227552" y="1603665"/>
                  </a:lnTo>
                  <a:lnTo>
                    <a:pt x="6227888" y="1603504"/>
                  </a:lnTo>
                  <a:lnTo>
                    <a:pt x="6228225" y="1603073"/>
                  </a:lnTo>
                  <a:lnTo>
                    <a:pt x="6228561" y="1602828"/>
                  </a:lnTo>
                  <a:lnTo>
                    <a:pt x="6228898" y="1602641"/>
                  </a:lnTo>
                  <a:lnTo>
                    <a:pt x="6229234" y="1602961"/>
                  </a:lnTo>
                  <a:lnTo>
                    <a:pt x="6229570" y="1602923"/>
                  </a:lnTo>
                  <a:lnTo>
                    <a:pt x="6229907" y="1603612"/>
                  </a:lnTo>
                  <a:lnTo>
                    <a:pt x="6230243" y="1603337"/>
                  </a:lnTo>
                  <a:lnTo>
                    <a:pt x="6230580" y="1601890"/>
                  </a:lnTo>
                  <a:lnTo>
                    <a:pt x="6230916" y="1599617"/>
                  </a:lnTo>
                  <a:lnTo>
                    <a:pt x="6231253" y="1596418"/>
                  </a:lnTo>
                  <a:lnTo>
                    <a:pt x="6231589" y="1592821"/>
                  </a:lnTo>
                  <a:lnTo>
                    <a:pt x="6231926" y="1589514"/>
                  </a:lnTo>
                  <a:lnTo>
                    <a:pt x="6232262" y="1586024"/>
                  </a:lnTo>
                  <a:lnTo>
                    <a:pt x="6232599" y="1582955"/>
                  </a:lnTo>
                  <a:lnTo>
                    <a:pt x="6232935" y="1581156"/>
                  </a:lnTo>
                  <a:lnTo>
                    <a:pt x="6233272" y="1579795"/>
                  </a:lnTo>
                  <a:lnTo>
                    <a:pt x="6233608" y="1578542"/>
                  </a:lnTo>
                  <a:lnTo>
                    <a:pt x="6233944" y="1576294"/>
                  </a:lnTo>
                  <a:lnTo>
                    <a:pt x="6234281" y="1573886"/>
                  </a:lnTo>
                  <a:lnTo>
                    <a:pt x="6234617" y="1571468"/>
                  </a:lnTo>
                  <a:lnTo>
                    <a:pt x="6234954" y="1569371"/>
                  </a:lnTo>
                  <a:lnTo>
                    <a:pt x="6235290" y="1567311"/>
                  </a:lnTo>
                  <a:lnTo>
                    <a:pt x="6235627" y="1565258"/>
                  </a:lnTo>
                  <a:lnTo>
                    <a:pt x="6235963" y="1563420"/>
                  </a:lnTo>
                  <a:lnTo>
                    <a:pt x="6236300" y="1562094"/>
                  </a:lnTo>
                  <a:lnTo>
                    <a:pt x="6236636" y="1561348"/>
                  </a:lnTo>
                  <a:lnTo>
                    <a:pt x="6236973" y="1560680"/>
                  </a:lnTo>
                  <a:lnTo>
                    <a:pt x="6237309" y="1560712"/>
                  </a:lnTo>
                  <a:lnTo>
                    <a:pt x="6237646" y="1560781"/>
                  </a:lnTo>
                  <a:lnTo>
                    <a:pt x="6237982" y="1561265"/>
                  </a:lnTo>
                  <a:lnTo>
                    <a:pt x="6238318" y="1561773"/>
                  </a:lnTo>
                  <a:lnTo>
                    <a:pt x="6238655" y="1562796"/>
                  </a:lnTo>
                  <a:lnTo>
                    <a:pt x="6238991" y="1563640"/>
                  </a:lnTo>
                  <a:lnTo>
                    <a:pt x="6239328" y="1564906"/>
                  </a:lnTo>
                  <a:lnTo>
                    <a:pt x="6239664" y="1566195"/>
                  </a:lnTo>
                  <a:lnTo>
                    <a:pt x="6240001" y="1567658"/>
                  </a:lnTo>
                  <a:lnTo>
                    <a:pt x="6240337" y="1569804"/>
                  </a:lnTo>
                  <a:lnTo>
                    <a:pt x="6240674" y="1572789"/>
                  </a:lnTo>
                  <a:lnTo>
                    <a:pt x="6241010" y="1575052"/>
                  </a:lnTo>
                  <a:lnTo>
                    <a:pt x="6241347" y="1576956"/>
                  </a:lnTo>
                  <a:lnTo>
                    <a:pt x="6241683" y="1578685"/>
                  </a:lnTo>
                  <a:lnTo>
                    <a:pt x="6242019" y="1580845"/>
                  </a:lnTo>
                  <a:lnTo>
                    <a:pt x="6242356" y="1583247"/>
                  </a:lnTo>
                  <a:lnTo>
                    <a:pt x="6242692" y="1585758"/>
                  </a:lnTo>
                  <a:lnTo>
                    <a:pt x="6243029" y="1588372"/>
                  </a:lnTo>
                  <a:lnTo>
                    <a:pt x="6243365" y="1590815"/>
                  </a:lnTo>
                  <a:lnTo>
                    <a:pt x="6243702" y="1592886"/>
                  </a:lnTo>
                  <a:lnTo>
                    <a:pt x="6244038" y="1594842"/>
                  </a:lnTo>
                  <a:lnTo>
                    <a:pt x="6244375" y="1597597"/>
                  </a:lnTo>
                  <a:lnTo>
                    <a:pt x="6244711" y="1601140"/>
                  </a:lnTo>
                  <a:lnTo>
                    <a:pt x="6245048" y="1604363"/>
                  </a:lnTo>
                  <a:lnTo>
                    <a:pt x="6245384" y="1607850"/>
                  </a:lnTo>
                  <a:lnTo>
                    <a:pt x="6245721" y="1611082"/>
                  </a:lnTo>
                  <a:lnTo>
                    <a:pt x="6246057" y="1615124"/>
                  </a:lnTo>
                  <a:lnTo>
                    <a:pt x="6246393" y="1620205"/>
                  </a:lnTo>
                  <a:lnTo>
                    <a:pt x="6246730" y="1625775"/>
                  </a:lnTo>
                  <a:lnTo>
                    <a:pt x="6247066" y="1631280"/>
                  </a:lnTo>
                  <a:lnTo>
                    <a:pt x="6247403" y="1636474"/>
                  </a:lnTo>
                  <a:lnTo>
                    <a:pt x="6247739" y="1641298"/>
                  </a:lnTo>
                  <a:lnTo>
                    <a:pt x="6248076" y="1646384"/>
                  </a:lnTo>
                  <a:lnTo>
                    <a:pt x="6248412" y="1651229"/>
                  </a:lnTo>
                  <a:lnTo>
                    <a:pt x="6248749" y="1656179"/>
                  </a:lnTo>
                  <a:lnTo>
                    <a:pt x="6249085" y="1661265"/>
                  </a:lnTo>
                  <a:lnTo>
                    <a:pt x="6249422" y="1665551"/>
                  </a:lnTo>
                  <a:lnTo>
                    <a:pt x="6249758" y="1668913"/>
                  </a:lnTo>
                  <a:lnTo>
                    <a:pt x="6250095" y="1671205"/>
                  </a:lnTo>
                  <a:lnTo>
                    <a:pt x="6250431" y="1672505"/>
                  </a:lnTo>
                  <a:lnTo>
                    <a:pt x="6250767" y="1672826"/>
                  </a:lnTo>
                  <a:lnTo>
                    <a:pt x="6251104" y="1671677"/>
                  </a:lnTo>
                  <a:lnTo>
                    <a:pt x="6251440" y="1669711"/>
                  </a:lnTo>
                  <a:lnTo>
                    <a:pt x="6251777" y="1667012"/>
                  </a:lnTo>
                  <a:lnTo>
                    <a:pt x="6252113" y="1663664"/>
                  </a:lnTo>
                  <a:lnTo>
                    <a:pt x="6252450" y="1660388"/>
                  </a:lnTo>
                  <a:lnTo>
                    <a:pt x="6252786" y="1657519"/>
                  </a:lnTo>
                  <a:lnTo>
                    <a:pt x="6253123" y="1654375"/>
                  </a:lnTo>
                  <a:lnTo>
                    <a:pt x="6253459" y="1651499"/>
                  </a:lnTo>
                  <a:lnTo>
                    <a:pt x="6253796" y="1649365"/>
                  </a:lnTo>
                  <a:lnTo>
                    <a:pt x="6254132" y="1647483"/>
                  </a:lnTo>
                  <a:lnTo>
                    <a:pt x="6254469" y="1645588"/>
                  </a:lnTo>
                  <a:lnTo>
                    <a:pt x="6254805" y="1644283"/>
                  </a:lnTo>
                  <a:lnTo>
                    <a:pt x="6255141" y="1642334"/>
                  </a:lnTo>
                  <a:lnTo>
                    <a:pt x="6255478" y="1639388"/>
                  </a:lnTo>
                  <a:lnTo>
                    <a:pt x="6255814" y="1636924"/>
                  </a:lnTo>
                  <a:lnTo>
                    <a:pt x="6256151" y="1635020"/>
                  </a:lnTo>
                  <a:lnTo>
                    <a:pt x="6256487" y="1632708"/>
                  </a:lnTo>
                  <a:lnTo>
                    <a:pt x="6256824" y="1630161"/>
                  </a:lnTo>
                  <a:lnTo>
                    <a:pt x="6257160" y="1628110"/>
                  </a:lnTo>
                  <a:lnTo>
                    <a:pt x="6257497" y="1625918"/>
                  </a:lnTo>
                  <a:lnTo>
                    <a:pt x="6257833" y="1623875"/>
                  </a:lnTo>
                  <a:lnTo>
                    <a:pt x="6258170" y="1622565"/>
                  </a:lnTo>
                  <a:lnTo>
                    <a:pt x="6258506" y="1621842"/>
                  </a:lnTo>
                  <a:lnTo>
                    <a:pt x="6258843" y="1622206"/>
                  </a:lnTo>
                  <a:lnTo>
                    <a:pt x="6259179" y="1622667"/>
                  </a:lnTo>
                  <a:lnTo>
                    <a:pt x="6259515" y="1623025"/>
                  </a:lnTo>
                  <a:lnTo>
                    <a:pt x="6259852" y="1622675"/>
                  </a:lnTo>
                  <a:lnTo>
                    <a:pt x="6260188" y="1622675"/>
                  </a:lnTo>
                  <a:lnTo>
                    <a:pt x="6260525" y="1622643"/>
                  </a:lnTo>
                  <a:lnTo>
                    <a:pt x="6260861" y="1623137"/>
                  </a:lnTo>
                  <a:lnTo>
                    <a:pt x="6261198" y="1624616"/>
                  </a:lnTo>
                  <a:lnTo>
                    <a:pt x="6261534" y="1626620"/>
                  </a:lnTo>
                  <a:lnTo>
                    <a:pt x="6261871" y="1629711"/>
                  </a:lnTo>
                  <a:lnTo>
                    <a:pt x="6262207" y="1633361"/>
                  </a:lnTo>
                  <a:lnTo>
                    <a:pt x="6262544" y="1637152"/>
                  </a:lnTo>
                  <a:lnTo>
                    <a:pt x="6262880" y="1640868"/>
                  </a:lnTo>
                  <a:lnTo>
                    <a:pt x="6263217" y="1644091"/>
                  </a:lnTo>
                  <a:lnTo>
                    <a:pt x="6263553" y="1646754"/>
                  </a:lnTo>
                  <a:lnTo>
                    <a:pt x="6263889" y="1649064"/>
                  </a:lnTo>
                  <a:lnTo>
                    <a:pt x="6264226" y="1651158"/>
                  </a:lnTo>
                  <a:lnTo>
                    <a:pt x="6264562" y="1653094"/>
                  </a:lnTo>
                  <a:lnTo>
                    <a:pt x="6264899" y="1654828"/>
                  </a:lnTo>
                  <a:lnTo>
                    <a:pt x="6265235" y="1656709"/>
                  </a:lnTo>
                  <a:lnTo>
                    <a:pt x="6265572" y="1659316"/>
                  </a:lnTo>
                  <a:lnTo>
                    <a:pt x="6265908" y="1661682"/>
                  </a:lnTo>
                  <a:lnTo>
                    <a:pt x="6266245" y="1663641"/>
                  </a:lnTo>
                  <a:lnTo>
                    <a:pt x="6266581" y="1665429"/>
                  </a:lnTo>
                  <a:lnTo>
                    <a:pt x="6266918" y="1667277"/>
                  </a:lnTo>
                  <a:lnTo>
                    <a:pt x="6267254" y="1668917"/>
                  </a:lnTo>
                  <a:lnTo>
                    <a:pt x="6267591" y="1670890"/>
                  </a:lnTo>
                  <a:lnTo>
                    <a:pt x="6267927" y="1673205"/>
                  </a:lnTo>
                  <a:lnTo>
                    <a:pt x="6268263" y="1675723"/>
                  </a:lnTo>
                  <a:lnTo>
                    <a:pt x="6268600" y="1678637"/>
                  </a:lnTo>
                  <a:lnTo>
                    <a:pt x="6268936" y="1681708"/>
                  </a:lnTo>
                  <a:lnTo>
                    <a:pt x="6269273" y="1685099"/>
                  </a:lnTo>
                  <a:lnTo>
                    <a:pt x="6269609" y="1688766"/>
                  </a:lnTo>
                  <a:lnTo>
                    <a:pt x="6269946" y="1693051"/>
                  </a:lnTo>
                  <a:lnTo>
                    <a:pt x="6270282" y="1697393"/>
                  </a:lnTo>
                  <a:lnTo>
                    <a:pt x="6270619" y="1702421"/>
                  </a:lnTo>
                  <a:lnTo>
                    <a:pt x="6270955" y="1707480"/>
                  </a:lnTo>
                  <a:lnTo>
                    <a:pt x="6271292" y="1712557"/>
                  </a:lnTo>
                  <a:lnTo>
                    <a:pt x="6271628" y="1717260"/>
                  </a:lnTo>
                  <a:lnTo>
                    <a:pt x="6271965" y="1721480"/>
                  </a:lnTo>
                  <a:lnTo>
                    <a:pt x="6272301" y="1725261"/>
                  </a:lnTo>
                  <a:lnTo>
                    <a:pt x="6272637" y="1729149"/>
                  </a:lnTo>
                  <a:lnTo>
                    <a:pt x="6272974" y="1732647"/>
                  </a:lnTo>
                  <a:lnTo>
                    <a:pt x="6273310" y="1735769"/>
                  </a:lnTo>
                  <a:lnTo>
                    <a:pt x="6273647" y="1738876"/>
                  </a:lnTo>
                  <a:lnTo>
                    <a:pt x="6273983" y="1741586"/>
                  </a:lnTo>
                  <a:lnTo>
                    <a:pt x="6274320" y="1744650"/>
                  </a:lnTo>
                  <a:lnTo>
                    <a:pt x="6274656" y="1747444"/>
                  </a:lnTo>
                  <a:lnTo>
                    <a:pt x="6274993" y="1749669"/>
                  </a:lnTo>
                  <a:lnTo>
                    <a:pt x="6275329" y="1751576"/>
                  </a:lnTo>
                  <a:lnTo>
                    <a:pt x="6275666" y="1753598"/>
                  </a:lnTo>
                  <a:lnTo>
                    <a:pt x="6276002" y="1755455"/>
                  </a:lnTo>
                  <a:lnTo>
                    <a:pt x="6276338" y="1756346"/>
                  </a:lnTo>
                  <a:lnTo>
                    <a:pt x="6276675" y="1757127"/>
                  </a:lnTo>
                  <a:lnTo>
                    <a:pt x="6277011" y="1758011"/>
                  </a:lnTo>
                  <a:lnTo>
                    <a:pt x="6277348" y="1758896"/>
                  </a:lnTo>
                  <a:lnTo>
                    <a:pt x="6277684" y="1759474"/>
                  </a:lnTo>
                  <a:lnTo>
                    <a:pt x="6278021" y="1759926"/>
                  </a:lnTo>
                  <a:lnTo>
                    <a:pt x="6278357" y="1760228"/>
                  </a:lnTo>
                  <a:lnTo>
                    <a:pt x="6278694" y="1760489"/>
                  </a:lnTo>
                  <a:lnTo>
                    <a:pt x="6279030" y="1760841"/>
                  </a:lnTo>
                  <a:lnTo>
                    <a:pt x="6279367" y="1761095"/>
                  </a:lnTo>
                  <a:lnTo>
                    <a:pt x="6279703" y="1761618"/>
                  </a:lnTo>
                  <a:lnTo>
                    <a:pt x="6280040" y="1762607"/>
                  </a:lnTo>
                  <a:lnTo>
                    <a:pt x="6280376" y="1763479"/>
                  </a:lnTo>
                  <a:lnTo>
                    <a:pt x="6280712" y="1763903"/>
                  </a:lnTo>
                  <a:lnTo>
                    <a:pt x="6281049" y="1764026"/>
                  </a:lnTo>
                  <a:lnTo>
                    <a:pt x="6281385" y="1764207"/>
                  </a:lnTo>
                  <a:lnTo>
                    <a:pt x="6281722" y="1764130"/>
                  </a:lnTo>
                  <a:lnTo>
                    <a:pt x="6282058" y="1763789"/>
                  </a:lnTo>
                  <a:lnTo>
                    <a:pt x="6282395" y="1764166"/>
                  </a:lnTo>
                  <a:lnTo>
                    <a:pt x="6282731" y="1764451"/>
                  </a:lnTo>
                  <a:lnTo>
                    <a:pt x="6283068" y="1765137"/>
                  </a:lnTo>
                  <a:lnTo>
                    <a:pt x="6283404" y="1765809"/>
                  </a:lnTo>
                  <a:lnTo>
                    <a:pt x="6283741" y="1766402"/>
                  </a:lnTo>
                  <a:lnTo>
                    <a:pt x="6284077" y="1767463"/>
                  </a:lnTo>
                  <a:lnTo>
                    <a:pt x="6284414" y="1768672"/>
                  </a:lnTo>
                  <a:lnTo>
                    <a:pt x="6284750" y="1769389"/>
                  </a:lnTo>
                  <a:lnTo>
                    <a:pt x="6285086" y="1769391"/>
                  </a:lnTo>
                  <a:lnTo>
                    <a:pt x="6285423" y="1769671"/>
                  </a:lnTo>
                  <a:lnTo>
                    <a:pt x="6285759" y="1770639"/>
                  </a:lnTo>
                  <a:lnTo>
                    <a:pt x="6286096" y="1772085"/>
                  </a:lnTo>
                  <a:lnTo>
                    <a:pt x="6286432" y="1774292"/>
                  </a:lnTo>
                  <a:lnTo>
                    <a:pt x="6286769" y="1776999"/>
                  </a:lnTo>
                  <a:lnTo>
                    <a:pt x="6287105" y="1780193"/>
                  </a:lnTo>
                  <a:lnTo>
                    <a:pt x="6287442" y="1783768"/>
                  </a:lnTo>
                  <a:lnTo>
                    <a:pt x="6287778" y="1787982"/>
                  </a:lnTo>
                  <a:lnTo>
                    <a:pt x="6288115" y="1792014"/>
                  </a:lnTo>
                  <a:lnTo>
                    <a:pt x="6288451" y="1796402"/>
                  </a:lnTo>
                  <a:lnTo>
                    <a:pt x="6288788" y="1801143"/>
                  </a:lnTo>
                  <a:lnTo>
                    <a:pt x="6289124" y="1805438"/>
                  </a:lnTo>
                  <a:lnTo>
                    <a:pt x="6289460" y="1808393"/>
                  </a:lnTo>
                  <a:lnTo>
                    <a:pt x="6289797" y="1811011"/>
                  </a:lnTo>
                  <a:lnTo>
                    <a:pt x="6290133" y="1813301"/>
                  </a:lnTo>
                  <a:lnTo>
                    <a:pt x="6290470" y="1814881"/>
                  </a:lnTo>
                  <a:lnTo>
                    <a:pt x="6290806" y="1815758"/>
                  </a:lnTo>
                  <a:lnTo>
                    <a:pt x="6291143" y="1815882"/>
                  </a:lnTo>
                  <a:lnTo>
                    <a:pt x="6291479" y="1815580"/>
                  </a:lnTo>
                  <a:lnTo>
                    <a:pt x="6291816" y="1815011"/>
                  </a:lnTo>
                  <a:lnTo>
                    <a:pt x="6292152" y="1813977"/>
                  </a:lnTo>
                  <a:lnTo>
                    <a:pt x="6292489" y="1812428"/>
                  </a:lnTo>
                  <a:lnTo>
                    <a:pt x="6292825" y="1810040"/>
                  </a:lnTo>
                  <a:lnTo>
                    <a:pt x="6293162" y="1807320"/>
                  </a:lnTo>
                  <a:lnTo>
                    <a:pt x="6293498" y="1804400"/>
                  </a:lnTo>
                  <a:lnTo>
                    <a:pt x="6293834" y="1801262"/>
                  </a:lnTo>
                  <a:lnTo>
                    <a:pt x="6294171" y="1798217"/>
                  </a:lnTo>
                  <a:lnTo>
                    <a:pt x="6294507" y="1796308"/>
                  </a:lnTo>
                  <a:lnTo>
                    <a:pt x="6294844" y="1795131"/>
                  </a:lnTo>
                  <a:lnTo>
                    <a:pt x="6295180" y="1795065"/>
                  </a:lnTo>
                  <a:lnTo>
                    <a:pt x="6295517" y="1795608"/>
                  </a:lnTo>
                  <a:lnTo>
                    <a:pt x="6295853" y="1796279"/>
                  </a:lnTo>
                  <a:lnTo>
                    <a:pt x="6296190" y="1797361"/>
                  </a:lnTo>
                  <a:lnTo>
                    <a:pt x="6296526" y="1797971"/>
                  </a:lnTo>
                  <a:lnTo>
                    <a:pt x="6296863" y="1799291"/>
                  </a:lnTo>
                  <a:lnTo>
                    <a:pt x="6297199" y="1801306"/>
                  </a:lnTo>
                  <a:lnTo>
                    <a:pt x="6297536" y="1804461"/>
                  </a:lnTo>
                  <a:lnTo>
                    <a:pt x="6297872" y="1808678"/>
                  </a:lnTo>
                  <a:lnTo>
                    <a:pt x="6298208" y="1813815"/>
                  </a:lnTo>
                  <a:lnTo>
                    <a:pt x="6298545" y="1819876"/>
                  </a:lnTo>
                  <a:lnTo>
                    <a:pt x="6298881" y="1826837"/>
                  </a:lnTo>
                  <a:lnTo>
                    <a:pt x="6299218" y="1833771"/>
                  </a:lnTo>
                  <a:lnTo>
                    <a:pt x="6299554" y="1841095"/>
                  </a:lnTo>
                  <a:lnTo>
                    <a:pt x="6299891" y="1848603"/>
                  </a:lnTo>
                  <a:lnTo>
                    <a:pt x="6300227" y="1855332"/>
                  </a:lnTo>
                  <a:lnTo>
                    <a:pt x="6300564" y="1862027"/>
                  </a:lnTo>
                  <a:lnTo>
                    <a:pt x="6300900" y="1868798"/>
                  </a:lnTo>
                  <a:lnTo>
                    <a:pt x="6301237" y="1875761"/>
                  </a:lnTo>
                  <a:lnTo>
                    <a:pt x="6301573" y="1883011"/>
                  </a:lnTo>
                  <a:lnTo>
                    <a:pt x="6301910" y="1890306"/>
                  </a:lnTo>
                  <a:lnTo>
                    <a:pt x="6302246" y="1897386"/>
                  </a:lnTo>
                  <a:lnTo>
                    <a:pt x="6302582" y="1904103"/>
                  </a:lnTo>
                  <a:lnTo>
                    <a:pt x="6302919" y="1910631"/>
                  </a:lnTo>
                  <a:lnTo>
                    <a:pt x="6303255" y="1916259"/>
                  </a:lnTo>
                  <a:lnTo>
                    <a:pt x="6303592" y="1920980"/>
                  </a:lnTo>
                  <a:lnTo>
                    <a:pt x="6303928" y="1925156"/>
                  </a:lnTo>
                  <a:lnTo>
                    <a:pt x="6304265" y="1929208"/>
                  </a:lnTo>
                  <a:lnTo>
                    <a:pt x="6304601" y="1932523"/>
                  </a:lnTo>
                  <a:lnTo>
                    <a:pt x="6304938" y="1934755"/>
                  </a:lnTo>
                  <a:lnTo>
                    <a:pt x="6305274" y="1935393"/>
                  </a:lnTo>
                  <a:lnTo>
                    <a:pt x="6305611" y="1935406"/>
                  </a:lnTo>
                  <a:lnTo>
                    <a:pt x="6305947" y="1935002"/>
                  </a:lnTo>
                  <a:lnTo>
                    <a:pt x="6306283" y="1934819"/>
                  </a:lnTo>
                  <a:lnTo>
                    <a:pt x="6306620" y="1935462"/>
                  </a:lnTo>
                  <a:lnTo>
                    <a:pt x="6306956" y="1935772"/>
                  </a:lnTo>
                  <a:lnTo>
                    <a:pt x="6307293" y="1935660"/>
                  </a:lnTo>
                  <a:lnTo>
                    <a:pt x="6307629" y="1934996"/>
                  </a:lnTo>
                  <a:lnTo>
                    <a:pt x="6307966" y="1933522"/>
                  </a:lnTo>
                  <a:lnTo>
                    <a:pt x="6308302" y="1932014"/>
                  </a:lnTo>
                  <a:lnTo>
                    <a:pt x="6308639" y="1931007"/>
                  </a:lnTo>
                  <a:lnTo>
                    <a:pt x="6308975" y="1930001"/>
                  </a:lnTo>
                  <a:lnTo>
                    <a:pt x="6309312" y="1928442"/>
                  </a:lnTo>
                  <a:lnTo>
                    <a:pt x="6309648" y="1926435"/>
                  </a:lnTo>
                  <a:lnTo>
                    <a:pt x="6309985" y="1924570"/>
                  </a:lnTo>
                  <a:lnTo>
                    <a:pt x="6310321" y="1922967"/>
                  </a:lnTo>
                  <a:lnTo>
                    <a:pt x="6310657" y="1921384"/>
                  </a:lnTo>
                  <a:lnTo>
                    <a:pt x="6310994" y="1919923"/>
                  </a:lnTo>
                  <a:lnTo>
                    <a:pt x="6311330" y="1918557"/>
                  </a:lnTo>
                  <a:lnTo>
                    <a:pt x="6311667" y="1916971"/>
                  </a:lnTo>
                  <a:lnTo>
                    <a:pt x="6312003" y="1915486"/>
                  </a:lnTo>
                  <a:lnTo>
                    <a:pt x="6312340" y="1914269"/>
                  </a:lnTo>
                  <a:lnTo>
                    <a:pt x="6312676" y="1913167"/>
                  </a:lnTo>
                  <a:lnTo>
                    <a:pt x="6313013" y="1911776"/>
                  </a:lnTo>
                  <a:lnTo>
                    <a:pt x="6313349" y="1910104"/>
                  </a:lnTo>
                  <a:lnTo>
                    <a:pt x="6313686" y="1908262"/>
                  </a:lnTo>
                  <a:lnTo>
                    <a:pt x="6314022" y="1906685"/>
                  </a:lnTo>
                  <a:lnTo>
                    <a:pt x="6314359" y="1904998"/>
                  </a:lnTo>
                  <a:lnTo>
                    <a:pt x="6314695" y="1903973"/>
                  </a:lnTo>
                  <a:lnTo>
                    <a:pt x="6315031" y="1904054"/>
                  </a:lnTo>
                  <a:lnTo>
                    <a:pt x="6315368" y="1904150"/>
                  </a:lnTo>
                  <a:lnTo>
                    <a:pt x="6315704" y="1905092"/>
                  </a:lnTo>
                  <a:lnTo>
                    <a:pt x="6316041" y="1906783"/>
                  </a:lnTo>
                  <a:lnTo>
                    <a:pt x="6316377" y="1908873"/>
                  </a:lnTo>
                  <a:lnTo>
                    <a:pt x="6316714" y="1911038"/>
                  </a:lnTo>
                  <a:lnTo>
                    <a:pt x="6317050" y="1913664"/>
                  </a:lnTo>
                  <a:lnTo>
                    <a:pt x="6317387" y="1916534"/>
                  </a:lnTo>
                  <a:lnTo>
                    <a:pt x="6317723" y="1919633"/>
                  </a:lnTo>
                  <a:lnTo>
                    <a:pt x="6318060" y="1923253"/>
                  </a:lnTo>
                  <a:lnTo>
                    <a:pt x="6318396" y="1926728"/>
                  </a:lnTo>
                  <a:lnTo>
                    <a:pt x="6318733" y="1930887"/>
                  </a:lnTo>
                  <a:lnTo>
                    <a:pt x="6319069" y="1935071"/>
                  </a:lnTo>
                  <a:lnTo>
                    <a:pt x="6319405" y="1939239"/>
                  </a:lnTo>
                  <a:lnTo>
                    <a:pt x="6319742" y="1943077"/>
                  </a:lnTo>
                  <a:lnTo>
                    <a:pt x="6320078" y="1945781"/>
                  </a:lnTo>
                  <a:lnTo>
                    <a:pt x="6320415" y="1948445"/>
                  </a:lnTo>
                  <a:lnTo>
                    <a:pt x="6320751" y="1950649"/>
                  </a:lnTo>
                  <a:lnTo>
                    <a:pt x="6321088" y="1951403"/>
                  </a:lnTo>
                  <a:lnTo>
                    <a:pt x="6321424" y="1951782"/>
                  </a:lnTo>
                  <a:lnTo>
                    <a:pt x="6321761" y="1952043"/>
                  </a:lnTo>
                  <a:lnTo>
                    <a:pt x="6322097" y="1951845"/>
                  </a:lnTo>
                  <a:lnTo>
                    <a:pt x="6322434" y="1952305"/>
                  </a:lnTo>
                  <a:lnTo>
                    <a:pt x="6322770" y="1953361"/>
                  </a:lnTo>
                  <a:lnTo>
                    <a:pt x="6323107" y="1953858"/>
                  </a:lnTo>
                  <a:lnTo>
                    <a:pt x="6323443" y="1954539"/>
                  </a:lnTo>
                  <a:lnTo>
                    <a:pt x="6323779" y="1955179"/>
                  </a:lnTo>
                  <a:lnTo>
                    <a:pt x="6324116" y="1956097"/>
                  </a:lnTo>
                  <a:lnTo>
                    <a:pt x="6324452" y="1957046"/>
                  </a:lnTo>
                  <a:lnTo>
                    <a:pt x="6324789" y="1957976"/>
                  </a:lnTo>
                  <a:lnTo>
                    <a:pt x="6325125" y="1959480"/>
                  </a:lnTo>
                  <a:lnTo>
                    <a:pt x="6325462" y="1961084"/>
                  </a:lnTo>
                  <a:lnTo>
                    <a:pt x="6325798" y="1963014"/>
                  </a:lnTo>
                  <a:lnTo>
                    <a:pt x="6326135" y="1965324"/>
                  </a:lnTo>
                  <a:lnTo>
                    <a:pt x="6326471" y="1968073"/>
                  </a:lnTo>
                  <a:lnTo>
                    <a:pt x="6326808" y="1970845"/>
                  </a:lnTo>
                  <a:lnTo>
                    <a:pt x="6327144" y="1973076"/>
                  </a:lnTo>
                  <a:lnTo>
                    <a:pt x="6327481" y="1974596"/>
                  </a:lnTo>
                  <a:lnTo>
                    <a:pt x="6327817" y="1975892"/>
                  </a:lnTo>
                  <a:lnTo>
                    <a:pt x="6328153" y="1976898"/>
                  </a:lnTo>
                  <a:lnTo>
                    <a:pt x="6328490" y="1977026"/>
                  </a:lnTo>
                  <a:lnTo>
                    <a:pt x="6328826" y="1977072"/>
                  </a:lnTo>
                  <a:lnTo>
                    <a:pt x="6329163" y="1976554"/>
                  </a:lnTo>
                  <a:lnTo>
                    <a:pt x="6329499" y="1975691"/>
                  </a:lnTo>
                  <a:lnTo>
                    <a:pt x="6329836" y="1975217"/>
                  </a:lnTo>
                  <a:lnTo>
                    <a:pt x="6330172" y="1974586"/>
                  </a:lnTo>
                  <a:lnTo>
                    <a:pt x="6330509" y="1973997"/>
                  </a:lnTo>
                  <a:lnTo>
                    <a:pt x="6330845" y="1973420"/>
                  </a:lnTo>
                  <a:lnTo>
                    <a:pt x="6331182" y="1972972"/>
                  </a:lnTo>
                  <a:lnTo>
                    <a:pt x="6331518" y="1972358"/>
                  </a:lnTo>
                  <a:lnTo>
                    <a:pt x="6331855" y="1971656"/>
                  </a:lnTo>
                  <a:lnTo>
                    <a:pt x="6332191" y="1970964"/>
                  </a:lnTo>
                  <a:lnTo>
                    <a:pt x="6332527" y="1970317"/>
                  </a:lnTo>
                  <a:lnTo>
                    <a:pt x="6332864" y="1969543"/>
                  </a:lnTo>
                  <a:lnTo>
                    <a:pt x="6333200" y="1969195"/>
                  </a:lnTo>
                  <a:lnTo>
                    <a:pt x="6333537" y="1969343"/>
                  </a:lnTo>
                  <a:lnTo>
                    <a:pt x="6333873" y="1969043"/>
                  </a:lnTo>
                  <a:lnTo>
                    <a:pt x="6334210" y="1968813"/>
                  </a:lnTo>
                  <a:lnTo>
                    <a:pt x="6334546" y="1968909"/>
                  </a:lnTo>
                  <a:lnTo>
                    <a:pt x="6334883" y="1968882"/>
                  </a:lnTo>
                  <a:lnTo>
                    <a:pt x="6335219" y="1968918"/>
                  </a:lnTo>
                  <a:lnTo>
                    <a:pt x="6335556" y="1969158"/>
                  </a:lnTo>
                  <a:lnTo>
                    <a:pt x="6335892" y="1969247"/>
                  </a:lnTo>
                  <a:lnTo>
                    <a:pt x="6336229" y="1969426"/>
                  </a:lnTo>
                  <a:lnTo>
                    <a:pt x="6336565" y="1969793"/>
                  </a:lnTo>
                  <a:lnTo>
                    <a:pt x="6336901" y="1970316"/>
                  </a:lnTo>
                  <a:lnTo>
                    <a:pt x="6337238" y="1970709"/>
                  </a:lnTo>
                  <a:lnTo>
                    <a:pt x="6337574" y="1971031"/>
                  </a:lnTo>
                  <a:lnTo>
                    <a:pt x="6337911" y="1971253"/>
                  </a:lnTo>
                  <a:lnTo>
                    <a:pt x="6338247" y="1971619"/>
                  </a:lnTo>
                  <a:lnTo>
                    <a:pt x="6338584" y="1971895"/>
                  </a:lnTo>
                  <a:lnTo>
                    <a:pt x="6338920" y="1972480"/>
                  </a:lnTo>
                  <a:lnTo>
                    <a:pt x="6339257" y="1973074"/>
                  </a:lnTo>
                  <a:lnTo>
                    <a:pt x="6339593" y="1974008"/>
                  </a:lnTo>
                  <a:lnTo>
                    <a:pt x="6339930" y="1974764"/>
                  </a:lnTo>
                  <a:lnTo>
                    <a:pt x="6340266" y="1975424"/>
                  </a:lnTo>
                  <a:lnTo>
                    <a:pt x="6340602" y="1976046"/>
                  </a:lnTo>
                  <a:lnTo>
                    <a:pt x="6340939" y="1976749"/>
                  </a:lnTo>
                  <a:lnTo>
                    <a:pt x="6341275" y="1977854"/>
                  </a:lnTo>
                  <a:lnTo>
                    <a:pt x="6341612" y="1978350"/>
                  </a:lnTo>
                  <a:lnTo>
                    <a:pt x="6341948" y="1978886"/>
                  </a:lnTo>
                  <a:lnTo>
                    <a:pt x="6342285" y="1979647"/>
                  </a:lnTo>
                  <a:lnTo>
                    <a:pt x="6342621" y="1979999"/>
                  </a:lnTo>
                  <a:lnTo>
                    <a:pt x="6342958" y="1979911"/>
                  </a:lnTo>
                  <a:lnTo>
                    <a:pt x="6343294" y="1979209"/>
                  </a:lnTo>
                  <a:lnTo>
                    <a:pt x="6343631" y="1977232"/>
                  </a:lnTo>
                  <a:lnTo>
                    <a:pt x="6343967" y="1974436"/>
                  </a:lnTo>
                  <a:lnTo>
                    <a:pt x="6344304" y="1971275"/>
                  </a:lnTo>
                  <a:lnTo>
                    <a:pt x="6344640" y="1967938"/>
                  </a:lnTo>
                  <a:lnTo>
                    <a:pt x="6344976" y="1964674"/>
                  </a:lnTo>
                  <a:lnTo>
                    <a:pt x="6345313" y="1961259"/>
                  </a:lnTo>
                  <a:lnTo>
                    <a:pt x="6345649" y="1957881"/>
                  </a:lnTo>
                  <a:lnTo>
                    <a:pt x="6345986" y="1953945"/>
                  </a:lnTo>
                  <a:lnTo>
                    <a:pt x="6346322" y="1949462"/>
                  </a:lnTo>
                  <a:lnTo>
                    <a:pt x="6346659" y="1944756"/>
                  </a:lnTo>
                  <a:lnTo>
                    <a:pt x="6346995" y="1939381"/>
                  </a:lnTo>
                  <a:lnTo>
                    <a:pt x="6347332" y="1933676"/>
                  </a:lnTo>
                  <a:lnTo>
                    <a:pt x="6347668" y="1928629"/>
                  </a:lnTo>
                  <a:lnTo>
                    <a:pt x="6348005" y="1924342"/>
                  </a:lnTo>
                  <a:lnTo>
                    <a:pt x="6348341" y="1920819"/>
                  </a:lnTo>
                  <a:lnTo>
                    <a:pt x="6348678" y="1917265"/>
                  </a:lnTo>
                  <a:lnTo>
                    <a:pt x="6349014" y="1914168"/>
                  </a:lnTo>
                  <a:lnTo>
                    <a:pt x="6349350" y="1911183"/>
                  </a:lnTo>
                  <a:lnTo>
                    <a:pt x="6349687" y="1907285"/>
                  </a:lnTo>
                  <a:lnTo>
                    <a:pt x="6350023" y="1903188"/>
                  </a:lnTo>
                  <a:lnTo>
                    <a:pt x="6350360" y="1898967"/>
                  </a:lnTo>
                  <a:lnTo>
                    <a:pt x="6350696" y="1894951"/>
                  </a:lnTo>
                  <a:lnTo>
                    <a:pt x="6351033" y="1891089"/>
                  </a:lnTo>
                  <a:lnTo>
                    <a:pt x="6351369" y="1886859"/>
                  </a:lnTo>
                  <a:lnTo>
                    <a:pt x="6351706" y="1882865"/>
                  </a:lnTo>
                  <a:lnTo>
                    <a:pt x="6352042" y="1879384"/>
                  </a:lnTo>
                  <a:lnTo>
                    <a:pt x="6352379" y="1876291"/>
                  </a:lnTo>
                  <a:lnTo>
                    <a:pt x="6352715" y="1873118"/>
                  </a:lnTo>
                  <a:lnTo>
                    <a:pt x="6353052" y="1869739"/>
                  </a:lnTo>
                  <a:lnTo>
                    <a:pt x="6353388" y="1866188"/>
                  </a:lnTo>
                  <a:lnTo>
                    <a:pt x="6353724" y="1862895"/>
                  </a:lnTo>
                  <a:lnTo>
                    <a:pt x="6354061" y="1859858"/>
                  </a:lnTo>
                  <a:lnTo>
                    <a:pt x="6354397" y="1857116"/>
                  </a:lnTo>
                  <a:lnTo>
                    <a:pt x="6354734" y="1855630"/>
                  </a:lnTo>
                  <a:lnTo>
                    <a:pt x="6355070" y="1854330"/>
                  </a:lnTo>
                  <a:lnTo>
                    <a:pt x="6355407" y="1853171"/>
                  </a:lnTo>
                  <a:lnTo>
                    <a:pt x="6355743" y="1852410"/>
                  </a:lnTo>
                  <a:lnTo>
                    <a:pt x="6356080" y="1851931"/>
                  </a:lnTo>
                  <a:lnTo>
                    <a:pt x="6356416" y="1852000"/>
                  </a:lnTo>
                  <a:lnTo>
                    <a:pt x="6356753" y="1853060"/>
                  </a:lnTo>
                  <a:lnTo>
                    <a:pt x="6357089" y="1854480"/>
                  </a:lnTo>
                  <a:lnTo>
                    <a:pt x="6357426" y="1855967"/>
                  </a:lnTo>
                  <a:lnTo>
                    <a:pt x="6357762" y="1857555"/>
                  </a:lnTo>
                  <a:lnTo>
                    <a:pt x="6358098" y="1859318"/>
                  </a:lnTo>
                  <a:lnTo>
                    <a:pt x="6358435" y="1861569"/>
                  </a:lnTo>
                  <a:lnTo>
                    <a:pt x="6358771" y="1864134"/>
                  </a:lnTo>
                  <a:lnTo>
                    <a:pt x="6359108" y="1866968"/>
                  </a:lnTo>
                  <a:lnTo>
                    <a:pt x="6359444" y="1870229"/>
                  </a:lnTo>
                  <a:lnTo>
                    <a:pt x="6359781" y="1873788"/>
                  </a:lnTo>
                  <a:lnTo>
                    <a:pt x="6360117" y="1877783"/>
                  </a:lnTo>
                  <a:lnTo>
                    <a:pt x="6360454" y="1881861"/>
                  </a:lnTo>
                  <a:lnTo>
                    <a:pt x="6360790" y="1885209"/>
                  </a:lnTo>
                  <a:lnTo>
                    <a:pt x="6361127" y="1888470"/>
                  </a:lnTo>
                  <a:lnTo>
                    <a:pt x="6361463" y="1891926"/>
                  </a:lnTo>
                  <a:lnTo>
                    <a:pt x="6361800" y="1894456"/>
                  </a:lnTo>
                  <a:lnTo>
                    <a:pt x="6362136" y="1896751"/>
                  </a:lnTo>
                  <a:lnTo>
                    <a:pt x="6362472" y="1898473"/>
                  </a:lnTo>
                  <a:lnTo>
                    <a:pt x="6362809" y="1899874"/>
                  </a:lnTo>
                  <a:lnTo>
                    <a:pt x="6363145" y="1901131"/>
                  </a:lnTo>
                  <a:lnTo>
                    <a:pt x="6363482" y="1902101"/>
                  </a:lnTo>
                  <a:lnTo>
                    <a:pt x="6363818" y="1903426"/>
                  </a:lnTo>
                  <a:lnTo>
                    <a:pt x="6364155" y="1904399"/>
                  </a:lnTo>
                  <a:lnTo>
                    <a:pt x="6364491" y="1904839"/>
                  </a:lnTo>
                  <a:lnTo>
                    <a:pt x="6364828" y="1904770"/>
                  </a:lnTo>
                  <a:lnTo>
                    <a:pt x="6365164" y="1904146"/>
                  </a:lnTo>
                  <a:lnTo>
                    <a:pt x="6365501" y="1903607"/>
                  </a:lnTo>
                  <a:lnTo>
                    <a:pt x="6365837" y="1902712"/>
                  </a:lnTo>
                  <a:lnTo>
                    <a:pt x="6366174" y="1901844"/>
                  </a:lnTo>
                  <a:lnTo>
                    <a:pt x="6366510" y="1901285"/>
                  </a:lnTo>
                  <a:lnTo>
                    <a:pt x="6366846" y="1900864"/>
                  </a:lnTo>
                  <a:lnTo>
                    <a:pt x="6367183" y="1900658"/>
                  </a:lnTo>
                  <a:lnTo>
                    <a:pt x="6367519" y="1900627"/>
                  </a:lnTo>
                  <a:lnTo>
                    <a:pt x="6367856" y="1901002"/>
                  </a:lnTo>
                  <a:lnTo>
                    <a:pt x="6368192" y="1901821"/>
                  </a:lnTo>
                  <a:lnTo>
                    <a:pt x="6368529" y="1902403"/>
                  </a:lnTo>
                  <a:lnTo>
                    <a:pt x="6368865" y="1902824"/>
                  </a:lnTo>
                  <a:lnTo>
                    <a:pt x="6369202" y="1903191"/>
                  </a:lnTo>
                  <a:lnTo>
                    <a:pt x="6369538" y="1903604"/>
                  </a:lnTo>
                  <a:lnTo>
                    <a:pt x="6369875" y="1904324"/>
                  </a:lnTo>
                  <a:lnTo>
                    <a:pt x="6370211" y="1905372"/>
                  </a:lnTo>
                  <a:lnTo>
                    <a:pt x="6370548" y="1907033"/>
                  </a:lnTo>
                  <a:lnTo>
                    <a:pt x="6370884" y="1909191"/>
                  </a:lnTo>
                  <a:lnTo>
                    <a:pt x="6371220" y="1911487"/>
                  </a:lnTo>
                  <a:lnTo>
                    <a:pt x="6371557" y="1913883"/>
                  </a:lnTo>
                  <a:lnTo>
                    <a:pt x="6371893" y="1916730"/>
                  </a:lnTo>
                  <a:lnTo>
                    <a:pt x="6372230" y="1919860"/>
                  </a:lnTo>
                  <a:lnTo>
                    <a:pt x="6372566" y="1923406"/>
                  </a:lnTo>
                  <a:lnTo>
                    <a:pt x="6372903" y="1926954"/>
                  </a:lnTo>
                  <a:lnTo>
                    <a:pt x="6373239" y="1930870"/>
                  </a:lnTo>
                  <a:lnTo>
                    <a:pt x="6373576" y="1934618"/>
                  </a:lnTo>
                  <a:lnTo>
                    <a:pt x="6373912" y="1937475"/>
                  </a:lnTo>
                  <a:lnTo>
                    <a:pt x="6374249" y="1940813"/>
                  </a:lnTo>
                  <a:lnTo>
                    <a:pt x="6374585" y="1944366"/>
                  </a:lnTo>
                  <a:lnTo>
                    <a:pt x="6374921" y="1947840"/>
                  </a:lnTo>
                  <a:lnTo>
                    <a:pt x="6375258" y="1951372"/>
                  </a:lnTo>
                  <a:lnTo>
                    <a:pt x="6375594" y="1954421"/>
                  </a:lnTo>
                  <a:lnTo>
                    <a:pt x="6375931" y="1957152"/>
                  </a:lnTo>
                  <a:lnTo>
                    <a:pt x="6376267" y="1959976"/>
                  </a:lnTo>
                  <a:lnTo>
                    <a:pt x="6376604" y="1962789"/>
                  </a:lnTo>
                  <a:lnTo>
                    <a:pt x="6376940" y="1965684"/>
                  </a:lnTo>
                  <a:lnTo>
                    <a:pt x="6377277" y="1968714"/>
                  </a:lnTo>
                  <a:lnTo>
                    <a:pt x="6377613" y="1971616"/>
                  </a:lnTo>
                  <a:lnTo>
                    <a:pt x="6377950" y="1974781"/>
                  </a:lnTo>
                  <a:lnTo>
                    <a:pt x="6378286" y="1978011"/>
                  </a:lnTo>
                  <a:lnTo>
                    <a:pt x="6378623" y="1981091"/>
                  </a:lnTo>
                  <a:lnTo>
                    <a:pt x="6378959" y="1983732"/>
                  </a:lnTo>
                  <a:lnTo>
                    <a:pt x="6379295" y="1985966"/>
                  </a:lnTo>
                  <a:lnTo>
                    <a:pt x="6379632" y="1987968"/>
                  </a:lnTo>
                  <a:lnTo>
                    <a:pt x="6379968" y="1990105"/>
                  </a:lnTo>
                  <a:lnTo>
                    <a:pt x="6380305" y="1992631"/>
                  </a:lnTo>
                  <a:lnTo>
                    <a:pt x="6380641" y="1995180"/>
                  </a:lnTo>
                  <a:lnTo>
                    <a:pt x="6380978" y="1997483"/>
                  </a:lnTo>
                  <a:lnTo>
                    <a:pt x="6381314" y="1999075"/>
                  </a:lnTo>
                  <a:lnTo>
                    <a:pt x="6381651" y="2000703"/>
                  </a:lnTo>
                  <a:lnTo>
                    <a:pt x="6381987" y="2001495"/>
                  </a:lnTo>
                  <a:lnTo>
                    <a:pt x="6382324" y="2001546"/>
                  </a:lnTo>
                  <a:lnTo>
                    <a:pt x="6382660" y="2001688"/>
                  </a:lnTo>
                  <a:lnTo>
                    <a:pt x="6382997" y="2001046"/>
                  </a:lnTo>
                  <a:lnTo>
                    <a:pt x="6383333" y="1999945"/>
                  </a:lnTo>
                  <a:lnTo>
                    <a:pt x="6383669" y="1998672"/>
                  </a:lnTo>
                  <a:lnTo>
                    <a:pt x="6384006" y="1997490"/>
                  </a:lnTo>
                  <a:lnTo>
                    <a:pt x="6384342" y="1996458"/>
                  </a:lnTo>
                  <a:lnTo>
                    <a:pt x="6384679" y="1995662"/>
                  </a:lnTo>
                  <a:lnTo>
                    <a:pt x="6385015" y="1994741"/>
                  </a:lnTo>
                  <a:lnTo>
                    <a:pt x="6385352" y="1993930"/>
                  </a:lnTo>
                  <a:lnTo>
                    <a:pt x="6385688" y="1993941"/>
                  </a:lnTo>
                  <a:lnTo>
                    <a:pt x="6386025" y="1993825"/>
                  </a:lnTo>
                  <a:lnTo>
                    <a:pt x="6386361" y="1994314"/>
                  </a:lnTo>
                  <a:lnTo>
                    <a:pt x="6386698" y="1995298"/>
                  </a:lnTo>
                  <a:lnTo>
                    <a:pt x="6387034" y="1996941"/>
                  </a:lnTo>
                  <a:lnTo>
                    <a:pt x="6387371" y="1999096"/>
                  </a:lnTo>
                  <a:lnTo>
                    <a:pt x="6387707" y="2001333"/>
                  </a:lnTo>
                  <a:lnTo>
                    <a:pt x="6388043" y="2003759"/>
                  </a:lnTo>
                  <a:lnTo>
                    <a:pt x="6388380" y="2007031"/>
                  </a:lnTo>
                  <a:lnTo>
                    <a:pt x="6388716" y="2010509"/>
                  </a:lnTo>
                  <a:lnTo>
                    <a:pt x="6389053" y="2014144"/>
                  </a:lnTo>
                  <a:lnTo>
                    <a:pt x="6389389" y="2017694"/>
                  </a:lnTo>
                  <a:lnTo>
                    <a:pt x="6389726" y="2021141"/>
                  </a:lnTo>
                  <a:lnTo>
                    <a:pt x="6390062" y="2024894"/>
                  </a:lnTo>
                  <a:lnTo>
                    <a:pt x="6390399" y="2028911"/>
                  </a:lnTo>
                  <a:lnTo>
                    <a:pt x="6390735" y="2032231"/>
                  </a:lnTo>
                  <a:lnTo>
                    <a:pt x="6391072" y="2035690"/>
                  </a:lnTo>
                  <a:lnTo>
                    <a:pt x="6391408" y="2038558"/>
                  </a:lnTo>
                  <a:lnTo>
                    <a:pt x="6391745" y="2041125"/>
                  </a:lnTo>
                  <a:lnTo>
                    <a:pt x="6392081" y="2043249"/>
                  </a:lnTo>
                  <a:lnTo>
                    <a:pt x="6392417" y="2045114"/>
                  </a:lnTo>
                  <a:lnTo>
                    <a:pt x="6392754" y="2047026"/>
                  </a:lnTo>
                  <a:lnTo>
                    <a:pt x="6393090" y="2048687"/>
                  </a:lnTo>
                  <a:lnTo>
                    <a:pt x="6393427" y="2050017"/>
                  </a:lnTo>
                  <a:lnTo>
                    <a:pt x="6393763" y="2050888"/>
                  </a:lnTo>
                  <a:lnTo>
                    <a:pt x="6394100" y="2051510"/>
                  </a:lnTo>
                  <a:lnTo>
                    <a:pt x="6394436" y="2052131"/>
                  </a:lnTo>
                  <a:lnTo>
                    <a:pt x="6394773" y="2052657"/>
                  </a:lnTo>
                  <a:lnTo>
                    <a:pt x="6395109" y="2052943"/>
                  </a:lnTo>
                  <a:lnTo>
                    <a:pt x="6395446" y="2052937"/>
                  </a:lnTo>
                  <a:lnTo>
                    <a:pt x="6395782" y="2053219"/>
                  </a:lnTo>
                  <a:lnTo>
                    <a:pt x="6396119" y="2053563"/>
                  </a:lnTo>
                  <a:lnTo>
                    <a:pt x="6396455" y="2054069"/>
                  </a:lnTo>
                  <a:lnTo>
                    <a:pt x="6396791" y="2054744"/>
                  </a:lnTo>
                  <a:lnTo>
                    <a:pt x="6397128" y="2055464"/>
                  </a:lnTo>
                  <a:lnTo>
                    <a:pt x="6397464" y="2056199"/>
                  </a:lnTo>
                  <a:lnTo>
                    <a:pt x="6397801" y="2056810"/>
                  </a:lnTo>
                  <a:lnTo>
                    <a:pt x="6398137" y="2057255"/>
                  </a:lnTo>
                  <a:lnTo>
                    <a:pt x="6398474" y="2057577"/>
                  </a:lnTo>
                  <a:lnTo>
                    <a:pt x="6398810" y="2058028"/>
                  </a:lnTo>
                  <a:lnTo>
                    <a:pt x="6399147" y="2058636"/>
                  </a:lnTo>
                  <a:lnTo>
                    <a:pt x="6399483" y="2059340"/>
                  </a:lnTo>
                  <a:lnTo>
                    <a:pt x="6399820" y="2060226"/>
                  </a:lnTo>
                  <a:lnTo>
                    <a:pt x="6400156" y="2061188"/>
                  </a:lnTo>
                  <a:lnTo>
                    <a:pt x="6400493" y="2061762"/>
                  </a:lnTo>
                  <a:lnTo>
                    <a:pt x="6400829" y="2061941"/>
                  </a:lnTo>
                  <a:lnTo>
                    <a:pt x="6401165" y="2061766"/>
                  </a:lnTo>
                  <a:lnTo>
                    <a:pt x="6401502" y="2061040"/>
                  </a:lnTo>
                  <a:lnTo>
                    <a:pt x="6401838" y="2060027"/>
                  </a:lnTo>
                  <a:lnTo>
                    <a:pt x="6402175" y="2059320"/>
                  </a:lnTo>
                  <a:lnTo>
                    <a:pt x="6402511" y="2058264"/>
                  </a:lnTo>
                  <a:lnTo>
                    <a:pt x="6402848" y="2056978"/>
                  </a:lnTo>
                  <a:lnTo>
                    <a:pt x="6403184" y="2055210"/>
                  </a:lnTo>
                  <a:lnTo>
                    <a:pt x="6403521" y="2053044"/>
                  </a:lnTo>
                  <a:lnTo>
                    <a:pt x="6403857" y="2050220"/>
                  </a:lnTo>
                  <a:lnTo>
                    <a:pt x="6404194" y="2047121"/>
                  </a:lnTo>
                  <a:lnTo>
                    <a:pt x="6404530" y="2043248"/>
                  </a:lnTo>
                  <a:lnTo>
                    <a:pt x="6404867" y="2038962"/>
                  </a:lnTo>
                  <a:lnTo>
                    <a:pt x="6405203" y="2034645"/>
                  </a:lnTo>
                  <a:lnTo>
                    <a:pt x="6405539" y="2030108"/>
                  </a:lnTo>
                  <a:lnTo>
                    <a:pt x="6405876" y="2026203"/>
                  </a:lnTo>
                  <a:lnTo>
                    <a:pt x="6406212" y="2022656"/>
                  </a:lnTo>
                  <a:lnTo>
                    <a:pt x="6406549" y="2019533"/>
                  </a:lnTo>
                  <a:lnTo>
                    <a:pt x="6406885" y="2016506"/>
                  </a:lnTo>
                  <a:lnTo>
                    <a:pt x="6407222" y="2013222"/>
                  </a:lnTo>
                  <a:lnTo>
                    <a:pt x="6407558" y="2010064"/>
                  </a:lnTo>
                  <a:lnTo>
                    <a:pt x="6407895" y="2007414"/>
                  </a:lnTo>
                  <a:lnTo>
                    <a:pt x="6408231" y="2005329"/>
                  </a:lnTo>
                  <a:lnTo>
                    <a:pt x="6408568" y="2003382"/>
                  </a:lnTo>
                  <a:lnTo>
                    <a:pt x="6408904" y="2001932"/>
                  </a:lnTo>
                  <a:lnTo>
                    <a:pt x="6409240" y="2000274"/>
                  </a:lnTo>
                  <a:lnTo>
                    <a:pt x="6409577" y="1998987"/>
                  </a:lnTo>
                  <a:lnTo>
                    <a:pt x="6409913" y="1997881"/>
                  </a:lnTo>
                  <a:lnTo>
                    <a:pt x="6410250" y="1997191"/>
                  </a:lnTo>
                  <a:lnTo>
                    <a:pt x="6410586" y="1997089"/>
                  </a:lnTo>
                  <a:lnTo>
                    <a:pt x="6410923" y="1998312"/>
                  </a:lnTo>
                  <a:lnTo>
                    <a:pt x="6411259" y="2000104"/>
                  </a:lnTo>
                  <a:lnTo>
                    <a:pt x="6411596" y="2001903"/>
                  </a:lnTo>
                  <a:lnTo>
                    <a:pt x="6411932" y="2002898"/>
                  </a:lnTo>
                  <a:lnTo>
                    <a:pt x="6412269" y="2004122"/>
                  </a:lnTo>
                  <a:lnTo>
                    <a:pt x="6412605" y="2005592"/>
                  </a:lnTo>
                  <a:lnTo>
                    <a:pt x="6412942" y="2006824"/>
                  </a:lnTo>
                  <a:lnTo>
                    <a:pt x="6413278" y="2008087"/>
                  </a:lnTo>
                  <a:lnTo>
                    <a:pt x="6413614" y="2009840"/>
                  </a:lnTo>
                  <a:lnTo>
                    <a:pt x="6413951" y="2011898"/>
                  </a:lnTo>
                  <a:lnTo>
                    <a:pt x="6414287" y="2015826"/>
                  </a:lnTo>
                  <a:lnTo>
                    <a:pt x="6414624" y="2020332"/>
                  </a:lnTo>
                  <a:lnTo>
                    <a:pt x="6414960" y="2025078"/>
                  </a:lnTo>
                  <a:lnTo>
                    <a:pt x="6415297" y="2028934"/>
                  </a:lnTo>
                  <a:lnTo>
                    <a:pt x="6415633" y="2032053"/>
                  </a:lnTo>
                  <a:lnTo>
                    <a:pt x="6415970" y="2035054"/>
                  </a:lnTo>
                  <a:lnTo>
                    <a:pt x="6416306" y="2037894"/>
                  </a:lnTo>
                  <a:lnTo>
                    <a:pt x="6416643" y="2040875"/>
                  </a:lnTo>
                  <a:lnTo>
                    <a:pt x="6416979" y="2044559"/>
                  </a:lnTo>
                  <a:lnTo>
                    <a:pt x="6417316" y="2048494"/>
                  </a:lnTo>
                  <a:lnTo>
                    <a:pt x="6417652" y="2052236"/>
                  </a:lnTo>
                  <a:lnTo>
                    <a:pt x="6417988" y="2055976"/>
                  </a:lnTo>
                  <a:lnTo>
                    <a:pt x="6418325" y="2059703"/>
                  </a:lnTo>
                  <a:lnTo>
                    <a:pt x="6418661" y="2063312"/>
                  </a:lnTo>
                  <a:lnTo>
                    <a:pt x="6418998" y="2066454"/>
                  </a:lnTo>
                  <a:lnTo>
                    <a:pt x="6419334" y="2069103"/>
                  </a:lnTo>
                  <a:lnTo>
                    <a:pt x="6419671" y="2071455"/>
                  </a:lnTo>
                  <a:lnTo>
                    <a:pt x="6420007" y="2073578"/>
                  </a:lnTo>
                  <a:lnTo>
                    <a:pt x="6420344" y="2075643"/>
                  </a:lnTo>
                  <a:lnTo>
                    <a:pt x="6420680" y="2078023"/>
                  </a:lnTo>
                  <a:lnTo>
                    <a:pt x="6421017" y="2080400"/>
                  </a:lnTo>
                  <a:lnTo>
                    <a:pt x="6421353" y="2082249"/>
                  </a:lnTo>
                  <a:lnTo>
                    <a:pt x="6421690" y="2083590"/>
                  </a:lnTo>
                  <a:lnTo>
                    <a:pt x="6422026" y="2083729"/>
                  </a:lnTo>
                  <a:lnTo>
                    <a:pt x="6422362" y="2083561"/>
                  </a:lnTo>
                  <a:lnTo>
                    <a:pt x="6422699" y="2083294"/>
                  </a:lnTo>
                  <a:lnTo>
                    <a:pt x="6423035" y="2082714"/>
                  </a:lnTo>
                  <a:lnTo>
                    <a:pt x="6423372" y="2081697"/>
                  </a:lnTo>
                  <a:lnTo>
                    <a:pt x="6423708" y="2080284"/>
                  </a:lnTo>
                  <a:lnTo>
                    <a:pt x="6424045" y="2078387"/>
                  </a:lnTo>
                  <a:lnTo>
                    <a:pt x="6424381" y="2076014"/>
                  </a:lnTo>
                  <a:lnTo>
                    <a:pt x="6424718" y="2073326"/>
                  </a:lnTo>
                  <a:lnTo>
                    <a:pt x="6425054" y="2070557"/>
                  </a:lnTo>
                  <a:lnTo>
                    <a:pt x="6425391" y="2067944"/>
                  </a:lnTo>
                  <a:lnTo>
                    <a:pt x="6425727" y="2065119"/>
                  </a:lnTo>
                  <a:lnTo>
                    <a:pt x="6426064" y="2061890"/>
                  </a:lnTo>
                  <a:lnTo>
                    <a:pt x="6426400" y="2058827"/>
                  </a:lnTo>
                  <a:lnTo>
                    <a:pt x="6426736" y="2055238"/>
                  </a:lnTo>
                  <a:lnTo>
                    <a:pt x="6427073" y="2051865"/>
                  </a:lnTo>
                  <a:lnTo>
                    <a:pt x="6427409" y="2048391"/>
                  </a:lnTo>
                  <a:lnTo>
                    <a:pt x="6427746" y="2044982"/>
                  </a:lnTo>
                  <a:lnTo>
                    <a:pt x="6428082" y="2041830"/>
                  </a:lnTo>
                  <a:lnTo>
                    <a:pt x="6428419" y="2038760"/>
                  </a:lnTo>
                  <a:lnTo>
                    <a:pt x="6428755" y="2035808"/>
                  </a:lnTo>
                  <a:lnTo>
                    <a:pt x="6429092" y="2033825"/>
                  </a:lnTo>
                  <a:lnTo>
                    <a:pt x="6429428" y="2032599"/>
                  </a:lnTo>
                  <a:lnTo>
                    <a:pt x="6429765" y="2031970"/>
                  </a:lnTo>
                  <a:lnTo>
                    <a:pt x="6430101" y="2031732"/>
                  </a:lnTo>
                  <a:lnTo>
                    <a:pt x="6430438" y="2031832"/>
                  </a:lnTo>
                  <a:lnTo>
                    <a:pt x="6430774" y="2032252"/>
                  </a:lnTo>
                  <a:lnTo>
                    <a:pt x="6431110" y="2032943"/>
                  </a:lnTo>
                  <a:lnTo>
                    <a:pt x="6431447" y="2033779"/>
                  </a:lnTo>
                  <a:lnTo>
                    <a:pt x="6431783" y="2034447"/>
                  </a:lnTo>
                  <a:lnTo>
                    <a:pt x="6432120" y="2034935"/>
                  </a:lnTo>
                  <a:lnTo>
                    <a:pt x="6432456" y="2035483"/>
                  </a:lnTo>
                  <a:lnTo>
                    <a:pt x="6432793" y="2035393"/>
                  </a:lnTo>
                  <a:lnTo>
                    <a:pt x="6433129" y="2035316"/>
                  </a:lnTo>
                  <a:lnTo>
                    <a:pt x="6433466" y="2035262"/>
                  </a:lnTo>
                  <a:lnTo>
                    <a:pt x="6433802" y="2035148"/>
                  </a:lnTo>
                  <a:lnTo>
                    <a:pt x="6434139" y="2034466"/>
                  </a:lnTo>
                  <a:lnTo>
                    <a:pt x="6434475" y="2033372"/>
                  </a:lnTo>
                  <a:lnTo>
                    <a:pt x="6434812" y="2031933"/>
                  </a:lnTo>
                  <a:lnTo>
                    <a:pt x="6435148" y="2030066"/>
                  </a:lnTo>
                  <a:lnTo>
                    <a:pt x="6435484" y="2027777"/>
                  </a:lnTo>
                  <a:lnTo>
                    <a:pt x="6435821" y="2025481"/>
                  </a:lnTo>
                  <a:lnTo>
                    <a:pt x="6436157" y="2023193"/>
                  </a:lnTo>
                  <a:lnTo>
                    <a:pt x="6436494" y="2021332"/>
                  </a:lnTo>
                  <a:lnTo>
                    <a:pt x="6436830" y="2019489"/>
                  </a:lnTo>
                  <a:lnTo>
                    <a:pt x="6437167" y="2017632"/>
                  </a:lnTo>
                  <a:lnTo>
                    <a:pt x="6437503" y="2015951"/>
                  </a:lnTo>
                  <a:lnTo>
                    <a:pt x="6437840" y="2014465"/>
                  </a:lnTo>
                  <a:lnTo>
                    <a:pt x="6438176" y="2013030"/>
                  </a:lnTo>
                  <a:lnTo>
                    <a:pt x="6438513" y="2011437"/>
                  </a:lnTo>
                  <a:lnTo>
                    <a:pt x="6438849" y="2009706"/>
                  </a:lnTo>
                  <a:lnTo>
                    <a:pt x="6439185" y="2007908"/>
                  </a:lnTo>
                  <a:lnTo>
                    <a:pt x="6439522" y="2006175"/>
                  </a:lnTo>
                  <a:lnTo>
                    <a:pt x="6439858" y="2004866"/>
                  </a:lnTo>
                  <a:lnTo>
                    <a:pt x="6440195" y="2003962"/>
                  </a:lnTo>
                  <a:lnTo>
                    <a:pt x="6440531" y="2003029"/>
                  </a:lnTo>
                  <a:lnTo>
                    <a:pt x="6440868" y="2002490"/>
                  </a:lnTo>
                  <a:lnTo>
                    <a:pt x="6441204" y="2001973"/>
                  </a:lnTo>
                  <a:lnTo>
                    <a:pt x="6441541" y="2001505"/>
                  </a:lnTo>
                  <a:lnTo>
                    <a:pt x="6441877" y="2001430"/>
                  </a:lnTo>
                  <a:lnTo>
                    <a:pt x="6442214" y="2001797"/>
                  </a:lnTo>
                  <a:lnTo>
                    <a:pt x="6442550" y="2001773"/>
                  </a:lnTo>
                  <a:lnTo>
                    <a:pt x="6442887" y="2001952"/>
                  </a:lnTo>
                  <a:lnTo>
                    <a:pt x="6443223" y="2001992"/>
                  </a:lnTo>
                  <a:lnTo>
                    <a:pt x="6443559" y="2001937"/>
                  </a:lnTo>
                  <a:lnTo>
                    <a:pt x="6443896" y="2002051"/>
                  </a:lnTo>
                  <a:lnTo>
                    <a:pt x="6444232" y="2002261"/>
                  </a:lnTo>
                  <a:lnTo>
                    <a:pt x="6444569" y="2002412"/>
                  </a:lnTo>
                  <a:lnTo>
                    <a:pt x="6444905" y="2002318"/>
                  </a:lnTo>
                  <a:lnTo>
                    <a:pt x="6445242" y="2002195"/>
                  </a:lnTo>
                  <a:lnTo>
                    <a:pt x="6445578" y="2001928"/>
                  </a:lnTo>
                  <a:lnTo>
                    <a:pt x="6445915" y="2001835"/>
                  </a:lnTo>
                  <a:lnTo>
                    <a:pt x="6446251" y="2002424"/>
                  </a:lnTo>
                  <a:lnTo>
                    <a:pt x="6446588" y="2002930"/>
                  </a:lnTo>
                  <a:lnTo>
                    <a:pt x="6446924" y="2003282"/>
                  </a:lnTo>
                  <a:lnTo>
                    <a:pt x="6447261" y="2003282"/>
                  </a:lnTo>
                  <a:lnTo>
                    <a:pt x="6447597" y="2003243"/>
                  </a:lnTo>
                  <a:lnTo>
                    <a:pt x="6447933" y="2003243"/>
                  </a:lnTo>
                  <a:lnTo>
                    <a:pt x="6448270" y="2003779"/>
                  </a:lnTo>
                  <a:lnTo>
                    <a:pt x="6448606" y="2004935"/>
                  </a:lnTo>
                  <a:lnTo>
                    <a:pt x="6448943" y="2006108"/>
                  </a:lnTo>
                  <a:lnTo>
                    <a:pt x="6449279" y="2007734"/>
                  </a:lnTo>
                  <a:lnTo>
                    <a:pt x="6449616" y="2009658"/>
                  </a:lnTo>
                  <a:lnTo>
                    <a:pt x="6449952" y="2011452"/>
                  </a:lnTo>
                  <a:lnTo>
                    <a:pt x="6450289" y="2013564"/>
                  </a:lnTo>
                  <a:lnTo>
                    <a:pt x="6450625" y="2015867"/>
                  </a:lnTo>
                  <a:lnTo>
                    <a:pt x="6450962" y="2018066"/>
                  </a:lnTo>
                  <a:lnTo>
                    <a:pt x="6451298" y="2020166"/>
                  </a:lnTo>
                  <a:lnTo>
                    <a:pt x="6451635" y="2022154"/>
                  </a:lnTo>
                  <a:lnTo>
                    <a:pt x="6451971" y="2023846"/>
                  </a:lnTo>
                  <a:lnTo>
                    <a:pt x="6452307" y="2025395"/>
                  </a:lnTo>
                  <a:lnTo>
                    <a:pt x="6452644" y="2026948"/>
                  </a:lnTo>
                  <a:lnTo>
                    <a:pt x="6452980" y="2028437"/>
                  </a:lnTo>
                  <a:lnTo>
                    <a:pt x="6453317" y="2029821"/>
                  </a:lnTo>
                  <a:lnTo>
                    <a:pt x="6453653" y="2030965"/>
                  </a:lnTo>
                  <a:lnTo>
                    <a:pt x="6453990" y="2031836"/>
                  </a:lnTo>
                  <a:lnTo>
                    <a:pt x="6454326" y="2032026"/>
                  </a:lnTo>
                  <a:lnTo>
                    <a:pt x="6454663" y="2031682"/>
                  </a:lnTo>
                  <a:lnTo>
                    <a:pt x="6454999" y="2030853"/>
                  </a:lnTo>
                  <a:lnTo>
                    <a:pt x="6455336" y="2029659"/>
                  </a:lnTo>
                  <a:lnTo>
                    <a:pt x="6455672" y="2028052"/>
                  </a:lnTo>
                  <a:lnTo>
                    <a:pt x="6456009" y="2025970"/>
                  </a:lnTo>
                  <a:lnTo>
                    <a:pt x="6456345" y="2023827"/>
                  </a:lnTo>
                  <a:lnTo>
                    <a:pt x="6456681" y="2021676"/>
                  </a:lnTo>
                  <a:lnTo>
                    <a:pt x="6457018" y="2019809"/>
                  </a:lnTo>
                  <a:lnTo>
                    <a:pt x="6457354" y="2018041"/>
                  </a:lnTo>
                  <a:lnTo>
                    <a:pt x="6457691" y="2016082"/>
                  </a:lnTo>
                  <a:lnTo>
                    <a:pt x="6458027" y="2013946"/>
                  </a:lnTo>
                  <a:lnTo>
                    <a:pt x="6458364" y="2011447"/>
                  </a:lnTo>
                  <a:lnTo>
                    <a:pt x="6458700" y="2009226"/>
                  </a:lnTo>
                  <a:lnTo>
                    <a:pt x="6459037" y="2007108"/>
                  </a:lnTo>
                  <a:lnTo>
                    <a:pt x="6459373" y="2005743"/>
                  </a:lnTo>
                  <a:lnTo>
                    <a:pt x="6459710" y="2004512"/>
                  </a:lnTo>
                  <a:lnTo>
                    <a:pt x="6460046" y="2003652"/>
                  </a:lnTo>
                  <a:lnTo>
                    <a:pt x="6460383" y="2003187"/>
                  </a:lnTo>
                  <a:lnTo>
                    <a:pt x="6460719" y="2002924"/>
                  </a:lnTo>
                  <a:lnTo>
                    <a:pt x="6461055" y="2002868"/>
                  </a:lnTo>
                  <a:lnTo>
                    <a:pt x="6461392" y="2002732"/>
                  </a:lnTo>
                  <a:lnTo>
                    <a:pt x="6461728" y="2002441"/>
                  </a:lnTo>
                  <a:lnTo>
                    <a:pt x="6462065" y="2002037"/>
                  </a:lnTo>
                  <a:lnTo>
                    <a:pt x="6462401" y="2001741"/>
                  </a:lnTo>
                  <a:lnTo>
                    <a:pt x="6462738" y="2001607"/>
                  </a:lnTo>
                  <a:lnTo>
                    <a:pt x="6463074" y="2001719"/>
                  </a:lnTo>
                  <a:lnTo>
                    <a:pt x="6463411" y="2001995"/>
                  </a:lnTo>
                  <a:lnTo>
                    <a:pt x="6463747" y="2002229"/>
                  </a:lnTo>
                  <a:lnTo>
                    <a:pt x="6464084" y="2002199"/>
                  </a:lnTo>
                  <a:lnTo>
                    <a:pt x="6464420" y="2001902"/>
                  </a:lnTo>
                  <a:lnTo>
                    <a:pt x="6464757" y="2001802"/>
                  </a:lnTo>
                  <a:lnTo>
                    <a:pt x="6465093" y="2001757"/>
                  </a:lnTo>
                  <a:lnTo>
                    <a:pt x="6465429" y="2001909"/>
                  </a:lnTo>
                  <a:lnTo>
                    <a:pt x="6465766" y="2002054"/>
                  </a:lnTo>
                  <a:lnTo>
                    <a:pt x="6466102" y="2002360"/>
                  </a:lnTo>
                  <a:lnTo>
                    <a:pt x="6466439" y="2002863"/>
                  </a:lnTo>
                  <a:lnTo>
                    <a:pt x="6466775" y="2003612"/>
                  </a:lnTo>
                  <a:lnTo>
                    <a:pt x="6467112" y="2004410"/>
                  </a:lnTo>
                  <a:lnTo>
                    <a:pt x="6467448" y="2005132"/>
                  </a:lnTo>
                  <a:lnTo>
                    <a:pt x="6467785" y="2006111"/>
                  </a:lnTo>
                  <a:lnTo>
                    <a:pt x="6468121" y="2007311"/>
                  </a:lnTo>
                  <a:lnTo>
                    <a:pt x="6468458" y="2009100"/>
                  </a:lnTo>
                  <a:lnTo>
                    <a:pt x="6468794" y="2011441"/>
                  </a:lnTo>
                  <a:lnTo>
                    <a:pt x="6469131" y="2013785"/>
                  </a:lnTo>
                  <a:lnTo>
                    <a:pt x="6469467" y="2015824"/>
                  </a:lnTo>
                  <a:lnTo>
                    <a:pt x="6469803" y="2018113"/>
                  </a:lnTo>
                  <a:lnTo>
                    <a:pt x="6470140" y="2020554"/>
                  </a:lnTo>
                  <a:lnTo>
                    <a:pt x="6470476" y="2023340"/>
                  </a:lnTo>
                  <a:lnTo>
                    <a:pt x="6470813" y="2026287"/>
                  </a:lnTo>
                  <a:lnTo>
                    <a:pt x="6471149" y="2029861"/>
                  </a:lnTo>
                  <a:lnTo>
                    <a:pt x="6471486" y="2033519"/>
                  </a:lnTo>
                  <a:lnTo>
                    <a:pt x="6471822" y="2037912"/>
                  </a:lnTo>
                  <a:lnTo>
                    <a:pt x="6472159" y="2042764"/>
                  </a:lnTo>
                  <a:lnTo>
                    <a:pt x="6472495" y="2047785"/>
                  </a:lnTo>
                  <a:lnTo>
                    <a:pt x="6472832" y="2052553"/>
                  </a:lnTo>
                  <a:lnTo>
                    <a:pt x="6473168" y="2056630"/>
                  </a:lnTo>
                  <a:lnTo>
                    <a:pt x="6473504" y="2060161"/>
                  </a:lnTo>
                  <a:lnTo>
                    <a:pt x="6473841" y="2063258"/>
                  </a:lnTo>
                  <a:lnTo>
                    <a:pt x="6474177" y="2066544"/>
                  </a:lnTo>
                  <a:lnTo>
                    <a:pt x="6474514" y="2070262"/>
                  </a:lnTo>
                  <a:lnTo>
                    <a:pt x="6474850" y="2074307"/>
                  </a:lnTo>
                  <a:lnTo>
                    <a:pt x="6475187" y="2078234"/>
                  </a:lnTo>
                  <a:lnTo>
                    <a:pt x="6475523" y="2081854"/>
                  </a:lnTo>
                  <a:lnTo>
                    <a:pt x="6475860" y="2085510"/>
                  </a:lnTo>
                  <a:lnTo>
                    <a:pt x="6476196" y="2088436"/>
                  </a:lnTo>
                  <a:lnTo>
                    <a:pt x="6476533" y="2091175"/>
                  </a:lnTo>
                  <a:lnTo>
                    <a:pt x="6476869" y="2093204"/>
                  </a:lnTo>
                  <a:lnTo>
                    <a:pt x="6477206" y="2094964"/>
                  </a:lnTo>
                  <a:lnTo>
                    <a:pt x="6477542" y="2096060"/>
                  </a:lnTo>
                  <a:lnTo>
                    <a:pt x="6477878" y="2097001"/>
                  </a:lnTo>
                  <a:lnTo>
                    <a:pt x="6478215" y="2097400"/>
                  </a:lnTo>
                  <a:lnTo>
                    <a:pt x="6478551" y="2097673"/>
                  </a:lnTo>
                  <a:lnTo>
                    <a:pt x="6478888" y="2097966"/>
                  </a:lnTo>
                  <a:lnTo>
                    <a:pt x="6479224" y="2098699"/>
                  </a:lnTo>
                  <a:lnTo>
                    <a:pt x="6479561" y="2099444"/>
                  </a:lnTo>
                  <a:lnTo>
                    <a:pt x="6479897" y="2099862"/>
                  </a:lnTo>
                  <a:lnTo>
                    <a:pt x="6480234" y="2100206"/>
                  </a:lnTo>
                  <a:lnTo>
                    <a:pt x="6480570" y="2100532"/>
                  </a:lnTo>
                  <a:lnTo>
                    <a:pt x="6480907" y="2100934"/>
                  </a:lnTo>
                  <a:lnTo>
                    <a:pt x="6481243" y="2101742"/>
                  </a:lnTo>
                  <a:lnTo>
                    <a:pt x="6481580" y="2101167"/>
                  </a:lnTo>
                  <a:lnTo>
                    <a:pt x="6481916" y="2100718"/>
                  </a:lnTo>
                  <a:lnTo>
                    <a:pt x="6482252" y="2099884"/>
                  </a:lnTo>
                  <a:lnTo>
                    <a:pt x="6482589" y="2099827"/>
                  </a:lnTo>
                  <a:lnTo>
                    <a:pt x="6482925" y="2100212"/>
                  </a:lnTo>
                  <a:lnTo>
                    <a:pt x="6483262" y="2101213"/>
                  </a:lnTo>
                  <a:lnTo>
                    <a:pt x="6483598" y="2102506"/>
                  </a:lnTo>
                  <a:lnTo>
                    <a:pt x="6483935" y="2104225"/>
                  </a:lnTo>
                  <a:lnTo>
                    <a:pt x="6484271" y="2106361"/>
                  </a:lnTo>
                  <a:lnTo>
                    <a:pt x="6484608" y="2108585"/>
                  </a:lnTo>
                  <a:lnTo>
                    <a:pt x="6484944" y="2110759"/>
                  </a:lnTo>
                  <a:lnTo>
                    <a:pt x="6485281" y="2112966"/>
                  </a:lnTo>
                  <a:lnTo>
                    <a:pt x="6485617" y="2114985"/>
                  </a:lnTo>
                  <a:lnTo>
                    <a:pt x="6485954" y="2116919"/>
                  </a:lnTo>
                  <a:lnTo>
                    <a:pt x="6486290" y="2118784"/>
                  </a:lnTo>
                  <a:lnTo>
                    <a:pt x="6486626" y="2120683"/>
                  </a:lnTo>
                  <a:lnTo>
                    <a:pt x="6486963" y="2122542"/>
                  </a:lnTo>
                  <a:lnTo>
                    <a:pt x="6487299" y="2124392"/>
                  </a:lnTo>
                  <a:lnTo>
                    <a:pt x="6487636" y="2126503"/>
                  </a:lnTo>
                  <a:lnTo>
                    <a:pt x="6487972" y="2128239"/>
                  </a:lnTo>
                  <a:lnTo>
                    <a:pt x="6488309" y="2129549"/>
                  </a:lnTo>
                  <a:lnTo>
                    <a:pt x="6488645" y="2130843"/>
                  </a:lnTo>
                  <a:lnTo>
                    <a:pt x="6488982" y="2132313"/>
                  </a:lnTo>
                  <a:lnTo>
                    <a:pt x="6489318" y="2133851"/>
                  </a:lnTo>
                  <a:lnTo>
                    <a:pt x="6489655" y="2135679"/>
                  </a:lnTo>
                  <a:lnTo>
                    <a:pt x="6489991" y="2137550"/>
                  </a:lnTo>
                  <a:lnTo>
                    <a:pt x="6490328" y="2139478"/>
                  </a:lnTo>
                  <a:lnTo>
                    <a:pt x="6490664" y="2141776"/>
                  </a:lnTo>
                  <a:lnTo>
                    <a:pt x="6491000" y="2144175"/>
                  </a:lnTo>
                  <a:lnTo>
                    <a:pt x="6491337" y="2146586"/>
                  </a:lnTo>
                  <a:lnTo>
                    <a:pt x="6491673" y="2149198"/>
                  </a:lnTo>
                  <a:lnTo>
                    <a:pt x="6492010" y="2152219"/>
                  </a:lnTo>
                  <a:lnTo>
                    <a:pt x="6492346" y="2155459"/>
                  </a:lnTo>
                  <a:lnTo>
                    <a:pt x="6492683" y="2158684"/>
                  </a:lnTo>
                  <a:lnTo>
                    <a:pt x="6493019" y="2161918"/>
                  </a:lnTo>
                  <a:lnTo>
                    <a:pt x="6493356" y="2165321"/>
                  </a:lnTo>
                  <a:lnTo>
                    <a:pt x="6493692" y="2168238"/>
                  </a:lnTo>
                  <a:lnTo>
                    <a:pt x="6494029" y="2171468"/>
                  </a:lnTo>
                  <a:lnTo>
                    <a:pt x="6494365" y="2174399"/>
                  </a:lnTo>
                  <a:lnTo>
                    <a:pt x="6494702" y="2177693"/>
                  </a:lnTo>
                  <a:lnTo>
                    <a:pt x="6495038" y="2181384"/>
                  </a:lnTo>
                  <a:lnTo>
                    <a:pt x="6495374" y="2185263"/>
                  </a:lnTo>
                  <a:lnTo>
                    <a:pt x="6495711" y="2189288"/>
                  </a:lnTo>
                  <a:lnTo>
                    <a:pt x="6496047" y="2193447"/>
                  </a:lnTo>
                  <a:lnTo>
                    <a:pt x="6496384" y="2197232"/>
                  </a:lnTo>
                  <a:lnTo>
                    <a:pt x="6496720" y="2200628"/>
                  </a:lnTo>
                  <a:lnTo>
                    <a:pt x="6497057" y="2203343"/>
                  </a:lnTo>
                  <a:lnTo>
                    <a:pt x="6497393" y="2205713"/>
                  </a:lnTo>
                  <a:lnTo>
                    <a:pt x="6497730" y="2207787"/>
                  </a:lnTo>
                  <a:lnTo>
                    <a:pt x="6498066" y="2209634"/>
                  </a:lnTo>
                  <a:lnTo>
                    <a:pt x="6498403" y="2211354"/>
                  </a:lnTo>
                  <a:lnTo>
                    <a:pt x="6498739" y="2213090"/>
                  </a:lnTo>
                  <a:lnTo>
                    <a:pt x="6499076" y="2215040"/>
                  </a:lnTo>
                  <a:lnTo>
                    <a:pt x="6499412" y="2217227"/>
                  </a:lnTo>
                  <a:lnTo>
                    <a:pt x="6499748" y="2219564"/>
                  </a:lnTo>
                  <a:lnTo>
                    <a:pt x="6500085" y="2222082"/>
                  </a:lnTo>
                  <a:lnTo>
                    <a:pt x="6500421" y="2224682"/>
                  </a:lnTo>
                  <a:lnTo>
                    <a:pt x="6500758" y="2226849"/>
                  </a:lnTo>
                  <a:lnTo>
                    <a:pt x="6501094" y="2228955"/>
                  </a:lnTo>
                  <a:lnTo>
                    <a:pt x="6501431" y="2231451"/>
                  </a:lnTo>
                  <a:lnTo>
                    <a:pt x="6501767" y="2234029"/>
                  </a:lnTo>
                  <a:lnTo>
                    <a:pt x="6502104" y="2236786"/>
                  </a:lnTo>
                  <a:lnTo>
                    <a:pt x="6502440" y="2239704"/>
                  </a:lnTo>
                  <a:lnTo>
                    <a:pt x="6502777" y="2242614"/>
                  </a:lnTo>
                  <a:lnTo>
                    <a:pt x="6503113" y="2245439"/>
                  </a:lnTo>
                  <a:lnTo>
                    <a:pt x="6503450" y="2248186"/>
                  </a:lnTo>
                  <a:lnTo>
                    <a:pt x="6503786" y="2250092"/>
                  </a:lnTo>
                  <a:lnTo>
                    <a:pt x="6504122" y="2251620"/>
                  </a:lnTo>
                  <a:lnTo>
                    <a:pt x="6504459" y="2252627"/>
                  </a:lnTo>
                  <a:lnTo>
                    <a:pt x="6504795" y="2253145"/>
                  </a:lnTo>
                  <a:lnTo>
                    <a:pt x="6505132" y="2252774"/>
                  </a:lnTo>
                  <a:lnTo>
                    <a:pt x="6505468" y="2252059"/>
                  </a:lnTo>
                  <a:lnTo>
                    <a:pt x="6505805" y="2251158"/>
                  </a:lnTo>
                  <a:lnTo>
                    <a:pt x="6506141" y="2249970"/>
                  </a:lnTo>
                  <a:lnTo>
                    <a:pt x="6506478" y="2248505"/>
                  </a:lnTo>
                  <a:lnTo>
                    <a:pt x="6506814" y="2247023"/>
                  </a:lnTo>
                  <a:lnTo>
                    <a:pt x="6507151" y="2245456"/>
                  </a:lnTo>
                  <a:lnTo>
                    <a:pt x="6507487" y="2243448"/>
                  </a:lnTo>
                  <a:lnTo>
                    <a:pt x="6507823" y="2241698"/>
                  </a:lnTo>
                  <a:lnTo>
                    <a:pt x="6508160" y="2239886"/>
                  </a:lnTo>
                  <a:lnTo>
                    <a:pt x="6508496" y="2238139"/>
                  </a:lnTo>
                  <a:lnTo>
                    <a:pt x="6508833" y="2236530"/>
                  </a:lnTo>
                  <a:lnTo>
                    <a:pt x="6509169" y="2234948"/>
                  </a:lnTo>
                  <a:lnTo>
                    <a:pt x="6509506" y="2233113"/>
                  </a:lnTo>
                  <a:lnTo>
                    <a:pt x="6509842" y="2232074"/>
                  </a:lnTo>
                  <a:lnTo>
                    <a:pt x="6510179" y="2231619"/>
                  </a:lnTo>
                  <a:lnTo>
                    <a:pt x="6510515" y="2231582"/>
                  </a:lnTo>
                  <a:lnTo>
                    <a:pt x="6510852" y="2231584"/>
                  </a:lnTo>
                  <a:lnTo>
                    <a:pt x="6511188" y="2231796"/>
                  </a:lnTo>
                  <a:lnTo>
                    <a:pt x="6511525" y="2232126"/>
                  </a:lnTo>
                  <a:lnTo>
                    <a:pt x="6511861" y="2232511"/>
                  </a:lnTo>
                  <a:lnTo>
                    <a:pt x="6512197" y="2232843"/>
                  </a:lnTo>
                  <a:lnTo>
                    <a:pt x="6512534" y="2233499"/>
                  </a:lnTo>
                  <a:lnTo>
                    <a:pt x="6512870" y="2234272"/>
                  </a:lnTo>
                  <a:lnTo>
                    <a:pt x="6513207" y="2234632"/>
                  </a:lnTo>
                  <a:lnTo>
                    <a:pt x="6513543" y="2234915"/>
                  </a:lnTo>
                  <a:lnTo>
                    <a:pt x="6513880" y="2235237"/>
                  </a:lnTo>
                  <a:lnTo>
                    <a:pt x="6514216" y="2235719"/>
                  </a:lnTo>
                  <a:lnTo>
                    <a:pt x="6514553" y="2236377"/>
                  </a:lnTo>
                  <a:lnTo>
                    <a:pt x="6514889" y="2236951"/>
                  </a:lnTo>
                  <a:lnTo>
                    <a:pt x="6515226" y="2237410"/>
                  </a:lnTo>
                  <a:lnTo>
                    <a:pt x="6515562" y="2237533"/>
                  </a:lnTo>
                  <a:lnTo>
                    <a:pt x="6515899" y="2237693"/>
                  </a:lnTo>
                  <a:lnTo>
                    <a:pt x="6516235" y="2237928"/>
                  </a:lnTo>
                  <a:lnTo>
                    <a:pt x="6516571" y="2237960"/>
                  </a:lnTo>
                  <a:lnTo>
                    <a:pt x="6516908" y="2237926"/>
                  </a:lnTo>
                  <a:lnTo>
                    <a:pt x="6517244" y="2237741"/>
                  </a:lnTo>
                  <a:lnTo>
                    <a:pt x="6517581" y="2237391"/>
                  </a:lnTo>
                  <a:lnTo>
                    <a:pt x="6517917" y="2237117"/>
                  </a:lnTo>
                  <a:lnTo>
                    <a:pt x="6518254" y="2236985"/>
                  </a:lnTo>
                  <a:lnTo>
                    <a:pt x="6518590" y="2236799"/>
                  </a:lnTo>
                  <a:lnTo>
                    <a:pt x="6518927" y="2236627"/>
                  </a:lnTo>
                  <a:lnTo>
                    <a:pt x="6519263" y="2236745"/>
                  </a:lnTo>
                  <a:lnTo>
                    <a:pt x="6519600" y="2237116"/>
                  </a:lnTo>
                  <a:lnTo>
                    <a:pt x="6519936" y="2237488"/>
                  </a:lnTo>
                  <a:lnTo>
                    <a:pt x="6520273" y="2237826"/>
                  </a:lnTo>
                  <a:lnTo>
                    <a:pt x="6520609" y="2238077"/>
                  </a:lnTo>
                  <a:lnTo>
                    <a:pt x="6520945" y="2238022"/>
                  </a:lnTo>
                  <a:lnTo>
                    <a:pt x="6521282" y="2237950"/>
                  </a:lnTo>
                  <a:lnTo>
                    <a:pt x="6521618" y="2238279"/>
                  </a:lnTo>
                  <a:lnTo>
                    <a:pt x="6521955" y="2239001"/>
                  </a:lnTo>
                  <a:lnTo>
                    <a:pt x="6522291" y="2240289"/>
                  </a:lnTo>
                  <a:lnTo>
                    <a:pt x="6522628" y="2241797"/>
                  </a:lnTo>
                  <a:lnTo>
                    <a:pt x="6522964" y="2243557"/>
                  </a:lnTo>
                  <a:lnTo>
                    <a:pt x="6523301" y="2245654"/>
                  </a:lnTo>
                  <a:lnTo>
                    <a:pt x="6523637" y="2247759"/>
                  </a:lnTo>
                  <a:lnTo>
                    <a:pt x="6523974" y="2249963"/>
                  </a:lnTo>
                  <a:lnTo>
                    <a:pt x="6524310" y="2251899"/>
                  </a:lnTo>
                  <a:lnTo>
                    <a:pt x="6524647" y="2253583"/>
                  </a:lnTo>
                  <a:lnTo>
                    <a:pt x="6524983" y="2255389"/>
                  </a:lnTo>
                  <a:lnTo>
                    <a:pt x="6525319" y="2257448"/>
                  </a:lnTo>
                  <a:lnTo>
                    <a:pt x="6525656" y="2259629"/>
                  </a:lnTo>
                  <a:lnTo>
                    <a:pt x="6525992" y="2262456"/>
                  </a:lnTo>
                  <a:lnTo>
                    <a:pt x="6526329" y="2265397"/>
                  </a:lnTo>
                  <a:lnTo>
                    <a:pt x="6526665" y="2268006"/>
                  </a:lnTo>
                  <a:lnTo>
                    <a:pt x="6527002" y="2270227"/>
                  </a:lnTo>
                  <a:lnTo>
                    <a:pt x="6527338" y="2272133"/>
                  </a:lnTo>
                  <a:lnTo>
                    <a:pt x="6527675" y="2273708"/>
                  </a:lnTo>
                  <a:lnTo>
                    <a:pt x="6528011" y="2274955"/>
                  </a:lnTo>
                  <a:lnTo>
                    <a:pt x="6528348" y="2275995"/>
                  </a:lnTo>
                  <a:lnTo>
                    <a:pt x="6528684" y="2277129"/>
                  </a:lnTo>
                  <a:lnTo>
                    <a:pt x="6529021" y="2278459"/>
                  </a:lnTo>
                  <a:lnTo>
                    <a:pt x="6529357" y="2279867"/>
                  </a:lnTo>
                  <a:lnTo>
                    <a:pt x="6529693" y="2281206"/>
                  </a:lnTo>
                  <a:lnTo>
                    <a:pt x="6530030" y="2282367"/>
                  </a:lnTo>
                  <a:lnTo>
                    <a:pt x="6530366" y="2283216"/>
                  </a:lnTo>
                  <a:lnTo>
                    <a:pt x="6530703" y="2283825"/>
                  </a:lnTo>
                  <a:lnTo>
                    <a:pt x="6531039" y="2284219"/>
                  </a:lnTo>
                  <a:lnTo>
                    <a:pt x="6531376" y="2284311"/>
                  </a:lnTo>
                  <a:lnTo>
                    <a:pt x="6531712" y="2284242"/>
                  </a:lnTo>
                  <a:lnTo>
                    <a:pt x="6532049" y="2283831"/>
                  </a:lnTo>
                  <a:lnTo>
                    <a:pt x="6532385" y="2283050"/>
                  </a:lnTo>
                  <a:lnTo>
                    <a:pt x="6532722" y="2282298"/>
                  </a:lnTo>
                  <a:lnTo>
                    <a:pt x="6533058" y="2281335"/>
                  </a:lnTo>
                  <a:lnTo>
                    <a:pt x="6533395" y="2280104"/>
                  </a:lnTo>
                  <a:lnTo>
                    <a:pt x="6533731" y="2278609"/>
                  </a:lnTo>
                  <a:lnTo>
                    <a:pt x="6534067" y="2276909"/>
                  </a:lnTo>
                  <a:lnTo>
                    <a:pt x="6534404" y="2275119"/>
                  </a:lnTo>
                  <a:lnTo>
                    <a:pt x="6534740" y="2273302"/>
                  </a:lnTo>
                  <a:lnTo>
                    <a:pt x="6535077" y="2270922"/>
                  </a:lnTo>
                  <a:lnTo>
                    <a:pt x="6535413" y="2268498"/>
                  </a:lnTo>
                  <a:lnTo>
                    <a:pt x="6535750" y="2266074"/>
                  </a:lnTo>
                  <a:lnTo>
                    <a:pt x="6536086" y="2263476"/>
                  </a:lnTo>
                  <a:lnTo>
                    <a:pt x="6536423" y="2260981"/>
                  </a:lnTo>
                  <a:lnTo>
                    <a:pt x="6536759" y="2258687"/>
                  </a:lnTo>
                  <a:lnTo>
                    <a:pt x="6537096" y="2256812"/>
                  </a:lnTo>
                  <a:lnTo>
                    <a:pt x="6537432" y="2255113"/>
                  </a:lnTo>
                  <a:lnTo>
                    <a:pt x="6537769" y="2253429"/>
                  </a:lnTo>
                  <a:lnTo>
                    <a:pt x="6538105" y="2251899"/>
                  </a:lnTo>
                  <a:lnTo>
                    <a:pt x="6538441" y="2250559"/>
                  </a:lnTo>
                  <a:lnTo>
                    <a:pt x="6538778" y="2249496"/>
                  </a:lnTo>
                  <a:lnTo>
                    <a:pt x="6539114" y="2248424"/>
                  </a:lnTo>
                  <a:lnTo>
                    <a:pt x="6539451" y="2247330"/>
                  </a:lnTo>
                  <a:lnTo>
                    <a:pt x="6539787" y="2246159"/>
                  </a:lnTo>
                  <a:lnTo>
                    <a:pt x="6540124" y="2245470"/>
                  </a:lnTo>
                  <a:lnTo>
                    <a:pt x="6540460" y="2244889"/>
                  </a:lnTo>
                  <a:lnTo>
                    <a:pt x="6540797" y="2244493"/>
                  </a:lnTo>
                  <a:lnTo>
                    <a:pt x="6541133" y="2244297"/>
                  </a:lnTo>
                  <a:lnTo>
                    <a:pt x="6541470" y="2243556"/>
                  </a:lnTo>
                  <a:lnTo>
                    <a:pt x="6541806" y="2242763"/>
                  </a:lnTo>
                  <a:lnTo>
                    <a:pt x="6542142" y="2241447"/>
                  </a:lnTo>
                  <a:lnTo>
                    <a:pt x="6542479" y="2239808"/>
                  </a:lnTo>
                  <a:lnTo>
                    <a:pt x="6542815" y="2237990"/>
                  </a:lnTo>
                  <a:lnTo>
                    <a:pt x="6543152" y="2235934"/>
                  </a:lnTo>
                  <a:lnTo>
                    <a:pt x="6543488" y="2234013"/>
                  </a:lnTo>
                  <a:lnTo>
                    <a:pt x="6543825" y="2232143"/>
                  </a:lnTo>
                  <a:lnTo>
                    <a:pt x="6544161" y="2230297"/>
                  </a:lnTo>
                  <a:lnTo>
                    <a:pt x="6544498" y="2228662"/>
                  </a:lnTo>
                  <a:lnTo>
                    <a:pt x="6544834" y="2227571"/>
                  </a:lnTo>
                  <a:lnTo>
                    <a:pt x="6545171" y="2226549"/>
                  </a:lnTo>
                  <a:lnTo>
                    <a:pt x="6545507" y="2226006"/>
                  </a:lnTo>
                  <a:lnTo>
                    <a:pt x="6545844" y="2226360"/>
                  </a:lnTo>
                  <a:lnTo>
                    <a:pt x="6546180" y="2227000"/>
                  </a:lnTo>
                  <a:lnTo>
                    <a:pt x="6546516" y="2228502"/>
                  </a:lnTo>
                  <a:lnTo>
                    <a:pt x="6546853" y="2229985"/>
                  </a:lnTo>
                  <a:lnTo>
                    <a:pt x="6547189" y="2231902"/>
                  </a:lnTo>
                  <a:lnTo>
                    <a:pt x="6547526" y="2234005"/>
                  </a:lnTo>
                  <a:lnTo>
                    <a:pt x="6547862" y="2236335"/>
                  </a:lnTo>
                  <a:lnTo>
                    <a:pt x="6548199" y="2238689"/>
                  </a:lnTo>
                  <a:lnTo>
                    <a:pt x="6548535" y="2241003"/>
                  </a:lnTo>
                  <a:lnTo>
                    <a:pt x="6548872" y="2243783"/>
                  </a:lnTo>
                  <a:lnTo>
                    <a:pt x="6549208" y="2246345"/>
                  </a:lnTo>
                  <a:lnTo>
                    <a:pt x="6549545" y="2248686"/>
                  </a:lnTo>
                  <a:lnTo>
                    <a:pt x="6549881" y="2250715"/>
                  </a:lnTo>
                  <a:lnTo>
                    <a:pt x="6550218" y="2252684"/>
                  </a:lnTo>
                  <a:lnTo>
                    <a:pt x="6550554" y="2254095"/>
                  </a:lnTo>
                  <a:lnTo>
                    <a:pt x="6550890" y="2255097"/>
                  </a:lnTo>
                  <a:lnTo>
                    <a:pt x="6551227" y="2255746"/>
                  </a:lnTo>
                  <a:lnTo>
                    <a:pt x="6551563" y="2255605"/>
                  </a:lnTo>
                  <a:lnTo>
                    <a:pt x="6551900" y="2255286"/>
                  </a:lnTo>
                  <a:lnTo>
                    <a:pt x="6552236" y="2254903"/>
                  </a:lnTo>
                  <a:lnTo>
                    <a:pt x="6552573" y="2254451"/>
                  </a:lnTo>
                  <a:lnTo>
                    <a:pt x="6552909" y="2253955"/>
                  </a:lnTo>
                  <a:lnTo>
                    <a:pt x="6553246" y="2253341"/>
                  </a:lnTo>
                  <a:lnTo>
                    <a:pt x="6553582" y="2252612"/>
                  </a:lnTo>
                  <a:lnTo>
                    <a:pt x="6553919" y="2251853"/>
                  </a:lnTo>
                  <a:lnTo>
                    <a:pt x="6554255" y="2251147"/>
                  </a:lnTo>
                  <a:lnTo>
                    <a:pt x="6554592" y="2250849"/>
                  </a:lnTo>
                  <a:lnTo>
                    <a:pt x="6554928" y="2250003"/>
                  </a:lnTo>
                  <a:lnTo>
                    <a:pt x="6555264" y="2248612"/>
                  </a:lnTo>
                  <a:lnTo>
                    <a:pt x="6555601" y="2247023"/>
                  </a:lnTo>
                  <a:lnTo>
                    <a:pt x="6555937" y="2245240"/>
                  </a:lnTo>
                  <a:lnTo>
                    <a:pt x="6556274" y="2243344"/>
                  </a:lnTo>
                  <a:lnTo>
                    <a:pt x="6556610" y="2241341"/>
                  </a:lnTo>
                  <a:lnTo>
                    <a:pt x="6556947" y="2239187"/>
                  </a:lnTo>
                  <a:lnTo>
                    <a:pt x="6557283" y="2237108"/>
                  </a:lnTo>
                  <a:lnTo>
                    <a:pt x="6557620" y="2235048"/>
                  </a:lnTo>
                  <a:lnTo>
                    <a:pt x="6557956" y="2232863"/>
                  </a:lnTo>
                  <a:lnTo>
                    <a:pt x="6558293" y="2230477"/>
                  </a:lnTo>
                  <a:lnTo>
                    <a:pt x="6558629" y="2228336"/>
                  </a:lnTo>
                  <a:lnTo>
                    <a:pt x="6558966" y="2226383"/>
                  </a:lnTo>
                  <a:lnTo>
                    <a:pt x="6559302" y="2224555"/>
                  </a:lnTo>
                  <a:lnTo>
                    <a:pt x="6559638" y="2222877"/>
                  </a:lnTo>
                  <a:lnTo>
                    <a:pt x="6559975" y="2221611"/>
                  </a:lnTo>
                  <a:lnTo>
                    <a:pt x="6560311" y="2220389"/>
                  </a:lnTo>
                  <a:lnTo>
                    <a:pt x="6560648" y="2219322"/>
                  </a:lnTo>
                  <a:lnTo>
                    <a:pt x="6560984" y="2218297"/>
                  </a:lnTo>
                  <a:lnTo>
                    <a:pt x="6561321" y="2216896"/>
                  </a:lnTo>
                  <a:lnTo>
                    <a:pt x="6561657" y="2215251"/>
                  </a:lnTo>
                  <a:lnTo>
                    <a:pt x="6561994" y="2213648"/>
                  </a:lnTo>
                  <a:lnTo>
                    <a:pt x="6562330" y="2211841"/>
                  </a:lnTo>
                  <a:lnTo>
                    <a:pt x="6562667" y="2209997"/>
                  </a:lnTo>
                  <a:lnTo>
                    <a:pt x="6563003" y="2208680"/>
                  </a:lnTo>
                  <a:lnTo>
                    <a:pt x="6563340" y="2207342"/>
                  </a:lnTo>
                  <a:lnTo>
                    <a:pt x="6563676" y="2205698"/>
                  </a:lnTo>
                  <a:lnTo>
                    <a:pt x="6564012" y="2203954"/>
                  </a:lnTo>
                  <a:lnTo>
                    <a:pt x="6564349" y="2202195"/>
                  </a:lnTo>
                  <a:lnTo>
                    <a:pt x="6564685" y="2200456"/>
                  </a:lnTo>
                  <a:lnTo>
                    <a:pt x="6565022" y="2198580"/>
                  </a:lnTo>
                  <a:lnTo>
                    <a:pt x="6565358" y="2196827"/>
                  </a:lnTo>
                  <a:lnTo>
                    <a:pt x="6565695" y="2195114"/>
                  </a:lnTo>
                  <a:lnTo>
                    <a:pt x="6566031" y="2193820"/>
                  </a:lnTo>
                  <a:lnTo>
                    <a:pt x="6566368" y="2192860"/>
                  </a:lnTo>
                  <a:lnTo>
                    <a:pt x="6566704" y="2192092"/>
                  </a:lnTo>
                  <a:lnTo>
                    <a:pt x="6567041" y="2191348"/>
                  </a:lnTo>
                  <a:lnTo>
                    <a:pt x="6567377" y="2190526"/>
                  </a:lnTo>
                  <a:lnTo>
                    <a:pt x="6567714" y="2189752"/>
                  </a:lnTo>
                  <a:lnTo>
                    <a:pt x="6568050" y="2188809"/>
                  </a:lnTo>
                  <a:lnTo>
                    <a:pt x="6568386" y="2188084"/>
                  </a:lnTo>
                  <a:lnTo>
                    <a:pt x="6568723" y="2187474"/>
                  </a:lnTo>
                  <a:lnTo>
                    <a:pt x="6569059" y="2186788"/>
                  </a:lnTo>
                  <a:lnTo>
                    <a:pt x="6569396" y="2186064"/>
                  </a:lnTo>
                  <a:lnTo>
                    <a:pt x="6569732" y="2185403"/>
                  </a:lnTo>
                  <a:lnTo>
                    <a:pt x="6570069" y="2185021"/>
                  </a:lnTo>
                  <a:lnTo>
                    <a:pt x="6570405" y="2184492"/>
                  </a:lnTo>
                  <a:lnTo>
                    <a:pt x="6570742" y="2183996"/>
                  </a:lnTo>
                  <a:lnTo>
                    <a:pt x="6571078" y="2183644"/>
                  </a:lnTo>
                  <a:lnTo>
                    <a:pt x="6571415" y="2183653"/>
                  </a:lnTo>
                  <a:lnTo>
                    <a:pt x="6571751" y="2184044"/>
                  </a:lnTo>
                  <a:lnTo>
                    <a:pt x="6572087" y="2184748"/>
                  </a:lnTo>
                  <a:lnTo>
                    <a:pt x="6572424" y="2186138"/>
                  </a:lnTo>
                  <a:lnTo>
                    <a:pt x="6572760" y="2187806"/>
                  </a:lnTo>
                  <a:lnTo>
                    <a:pt x="6573097" y="2189994"/>
                  </a:lnTo>
                  <a:lnTo>
                    <a:pt x="6573433" y="2192584"/>
                  </a:lnTo>
                  <a:lnTo>
                    <a:pt x="6573770" y="2195105"/>
                  </a:lnTo>
                  <a:lnTo>
                    <a:pt x="6574106" y="2197875"/>
                  </a:lnTo>
                  <a:lnTo>
                    <a:pt x="6574443" y="2200742"/>
                  </a:lnTo>
                  <a:lnTo>
                    <a:pt x="6574779" y="2203832"/>
                  </a:lnTo>
                  <a:lnTo>
                    <a:pt x="6575116" y="2206511"/>
                  </a:lnTo>
                  <a:lnTo>
                    <a:pt x="6575452" y="2209482"/>
                  </a:lnTo>
                  <a:lnTo>
                    <a:pt x="6575789" y="2212507"/>
                  </a:lnTo>
                  <a:lnTo>
                    <a:pt x="6576125" y="2215449"/>
                  </a:lnTo>
                  <a:lnTo>
                    <a:pt x="6576461" y="2218183"/>
                  </a:lnTo>
                  <a:lnTo>
                    <a:pt x="6576798" y="2220951"/>
                  </a:lnTo>
                  <a:lnTo>
                    <a:pt x="6577134" y="2223453"/>
                  </a:lnTo>
                  <a:lnTo>
                    <a:pt x="6577471" y="2225271"/>
                  </a:lnTo>
                  <a:lnTo>
                    <a:pt x="6577807" y="2226951"/>
                  </a:lnTo>
                  <a:lnTo>
                    <a:pt x="6578144" y="2228753"/>
                  </a:lnTo>
                  <a:lnTo>
                    <a:pt x="6578480" y="2230223"/>
                  </a:lnTo>
                  <a:lnTo>
                    <a:pt x="6578817" y="2231843"/>
                  </a:lnTo>
                  <a:lnTo>
                    <a:pt x="6579153" y="2233375"/>
                  </a:lnTo>
                  <a:lnTo>
                    <a:pt x="6579490" y="2234932"/>
                  </a:lnTo>
                  <a:lnTo>
                    <a:pt x="6579826" y="2236207"/>
                  </a:lnTo>
                  <a:lnTo>
                    <a:pt x="6580163" y="2237421"/>
                  </a:lnTo>
                  <a:lnTo>
                    <a:pt x="6580499" y="2238871"/>
                  </a:lnTo>
                  <a:lnTo>
                    <a:pt x="6580835" y="2240111"/>
                  </a:lnTo>
                  <a:lnTo>
                    <a:pt x="6581172" y="2241156"/>
                  </a:lnTo>
                  <a:lnTo>
                    <a:pt x="6581508" y="2241745"/>
                  </a:lnTo>
                  <a:lnTo>
                    <a:pt x="6581845" y="2242258"/>
                  </a:lnTo>
                  <a:lnTo>
                    <a:pt x="6582181" y="2242717"/>
                  </a:lnTo>
                  <a:lnTo>
                    <a:pt x="6582518" y="2243077"/>
                  </a:lnTo>
                  <a:lnTo>
                    <a:pt x="6582854" y="2243291"/>
                  </a:lnTo>
                  <a:lnTo>
                    <a:pt x="6583191" y="2242893"/>
                  </a:lnTo>
                  <a:lnTo>
                    <a:pt x="6583527" y="2241992"/>
                  </a:lnTo>
                  <a:lnTo>
                    <a:pt x="6583864" y="2241315"/>
                  </a:lnTo>
                  <a:lnTo>
                    <a:pt x="6584200" y="2240410"/>
                  </a:lnTo>
                  <a:lnTo>
                    <a:pt x="6584537" y="2239531"/>
                  </a:lnTo>
                  <a:lnTo>
                    <a:pt x="6584873" y="2238920"/>
                  </a:lnTo>
                  <a:lnTo>
                    <a:pt x="6585209" y="2238225"/>
                  </a:lnTo>
                  <a:lnTo>
                    <a:pt x="6585546" y="2237339"/>
                  </a:lnTo>
                  <a:lnTo>
                    <a:pt x="6585882" y="2236388"/>
                  </a:lnTo>
                  <a:lnTo>
                    <a:pt x="6586219" y="2235507"/>
                  </a:lnTo>
                  <a:lnTo>
                    <a:pt x="6586555" y="2234632"/>
                  </a:lnTo>
                  <a:lnTo>
                    <a:pt x="6586892" y="2233757"/>
                  </a:lnTo>
                  <a:lnTo>
                    <a:pt x="6587228" y="2232811"/>
                  </a:lnTo>
                  <a:lnTo>
                    <a:pt x="6587565" y="2231909"/>
                  </a:lnTo>
                  <a:lnTo>
                    <a:pt x="6587901" y="2231044"/>
                  </a:lnTo>
                  <a:lnTo>
                    <a:pt x="6588238" y="2230612"/>
                  </a:lnTo>
                  <a:lnTo>
                    <a:pt x="6588574" y="2230462"/>
                  </a:lnTo>
                  <a:lnTo>
                    <a:pt x="6588911" y="2230271"/>
                  </a:lnTo>
                  <a:lnTo>
                    <a:pt x="6589247" y="2230311"/>
                  </a:lnTo>
                  <a:lnTo>
                    <a:pt x="6589583" y="2230089"/>
                  </a:lnTo>
                  <a:lnTo>
                    <a:pt x="6589920" y="2230125"/>
                  </a:lnTo>
                  <a:lnTo>
                    <a:pt x="6590256" y="2229971"/>
                  </a:lnTo>
                  <a:lnTo>
                    <a:pt x="6590593" y="2229987"/>
                  </a:lnTo>
                  <a:lnTo>
                    <a:pt x="6590929" y="2230293"/>
                  </a:lnTo>
                  <a:lnTo>
                    <a:pt x="6591266" y="2230622"/>
                  </a:lnTo>
                  <a:lnTo>
                    <a:pt x="6591602" y="2230821"/>
                  </a:lnTo>
                  <a:lnTo>
                    <a:pt x="6591939" y="2230790"/>
                  </a:lnTo>
                  <a:lnTo>
                    <a:pt x="6592275" y="2230477"/>
                  </a:lnTo>
                  <a:lnTo>
                    <a:pt x="6592612" y="2230002"/>
                  </a:lnTo>
                  <a:lnTo>
                    <a:pt x="6592948" y="2229978"/>
                  </a:lnTo>
                  <a:lnTo>
                    <a:pt x="6593285" y="2229499"/>
                  </a:lnTo>
                  <a:lnTo>
                    <a:pt x="6593621" y="2228901"/>
                  </a:lnTo>
                  <a:lnTo>
                    <a:pt x="6593957" y="2228379"/>
                  </a:lnTo>
                  <a:lnTo>
                    <a:pt x="6594294" y="2227824"/>
                  </a:lnTo>
                  <a:lnTo>
                    <a:pt x="6594630" y="2227012"/>
                  </a:lnTo>
                  <a:lnTo>
                    <a:pt x="6594967" y="2225891"/>
                  </a:lnTo>
                  <a:lnTo>
                    <a:pt x="6595303" y="2224414"/>
                  </a:lnTo>
                  <a:lnTo>
                    <a:pt x="6595640" y="2222828"/>
                  </a:lnTo>
                  <a:lnTo>
                    <a:pt x="6595976" y="2221216"/>
                  </a:lnTo>
                  <a:lnTo>
                    <a:pt x="6596313" y="2219370"/>
                  </a:lnTo>
                  <a:lnTo>
                    <a:pt x="6596649" y="2217605"/>
                  </a:lnTo>
                  <a:lnTo>
                    <a:pt x="6596986" y="2215883"/>
                  </a:lnTo>
                  <a:lnTo>
                    <a:pt x="6597322" y="2214242"/>
                  </a:lnTo>
                  <a:lnTo>
                    <a:pt x="6597659" y="2212565"/>
                  </a:lnTo>
                  <a:lnTo>
                    <a:pt x="6597995" y="2210797"/>
                  </a:lnTo>
                  <a:lnTo>
                    <a:pt x="6598331" y="2209132"/>
                  </a:lnTo>
                  <a:lnTo>
                    <a:pt x="6598668" y="2207764"/>
                  </a:lnTo>
                  <a:lnTo>
                    <a:pt x="6599004" y="2206439"/>
                  </a:lnTo>
                  <a:lnTo>
                    <a:pt x="6599341" y="2204953"/>
                  </a:lnTo>
                  <a:lnTo>
                    <a:pt x="6599677" y="2204007"/>
                  </a:lnTo>
                  <a:lnTo>
                    <a:pt x="6600014" y="2203244"/>
                  </a:lnTo>
                  <a:lnTo>
                    <a:pt x="6600350" y="2203059"/>
                  </a:lnTo>
                  <a:lnTo>
                    <a:pt x="6600687" y="2203037"/>
                  </a:lnTo>
                  <a:lnTo>
                    <a:pt x="6601023" y="2203089"/>
                  </a:lnTo>
                  <a:lnTo>
                    <a:pt x="6601360" y="2202960"/>
                  </a:lnTo>
                  <a:lnTo>
                    <a:pt x="6601696" y="2202936"/>
                  </a:lnTo>
                  <a:lnTo>
                    <a:pt x="6602033" y="2203207"/>
                  </a:lnTo>
                  <a:lnTo>
                    <a:pt x="6602369" y="2204385"/>
                  </a:lnTo>
                  <a:lnTo>
                    <a:pt x="6602705" y="2206006"/>
                  </a:lnTo>
                  <a:lnTo>
                    <a:pt x="6603042" y="2207802"/>
                  </a:lnTo>
                  <a:lnTo>
                    <a:pt x="6603378" y="2209758"/>
                  </a:lnTo>
                  <a:lnTo>
                    <a:pt x="6603715" y="2211701"/>
                  </a:lnTo>
                  <a:lnTo>
                    <a:pt x="6604051" y="2213574"/>
                  </a:lnTo>
                  <a:lnTo>
                    <a:pt x="6604388" y="2215281"/>
                  </a:lnTo>
                  <a:lnTo>
                    <a:pt x="6604724" y="2216873"/>
                  </a:lnTo>
                  <a:lnTo>
                    <a:pt x="6605061" y="2218771"/>
                  </a:lnTo>
                  <a:lnTo>
                    <a:pt x="6605397" y="2220914"/>
                  </a:lnTo>
                  <a:lnTo>
                    <a:pt x="6605734" y="2222842"/>
                  </a:lnTo>
                  <a:lnTo>
                    <a:pt x="6606070" y="2224235"/>
                  </a:lnTo>
                  <a:lnTo>
                    <a:pt x="6606406" y="2225613"/>
                  </a:lnTo>
                  <a:lnTo>
                    <a:pt x="6606743" y="2227014"/>
                  </a:lnTo>
                  <a:lnTo>
                    <a:pt x="6607079" y="2228452"/>
                  </a:lnTo>
                  <a:lnTo>
                    <a:pt x="6607416" y="2229417"/>
                  </a:lnTo>
                  <a:lnTo>
                    <a:pt x="6607752" y="2230151"/>
                  </a:lnTo>
                  <a:lnTo>
                    <a:pt x="6608089" y="2230481"/>
                  </a:lnTo>
                  <a:lnTo>
                    <a:pt x="6608425" y="2230259"/>
                  </a:lnTo>
                  <a:lnTo>
                    <a:pt x="6608762" y="2229868"/>
                  </a:lnTo>
                  <a:lnTo>
                    <a:pt x="6609098" y="2229210"/>
                  </a:lnTo>
                  <a:lnTo>
                    <a:pt x="6609435" y="2228843"/>
                  </a:lnTo>
                  <a:lnTo>
                    <a:pt x="6609771" y="2228766"/>
                  </a:lnTo>
                  <a:lnTo>
                    <a:pt x="6610108" y="2228835"/>
                  </a:lnTo>
                  <a:lnTo>
                    <a:pt x="6610444" y="2228797"/>
                  </a:lnTo>
                  <a:lnTo>
                    <a:pt x="6610780" y="2228728"/>
                  </a:lnTo>
                  <a:lnTo>
                    <a:pt x="6611117" y="2229348"/>
                  </a:lnTo>
                  <a:lnTo>
                    <a:pt x="6611453" y="2230174"/>
                  </a:lnTo>
                  <a:lnTo>
                    <a:pt x="6611790" y="2231116"/>
                  </a:lnTo>
                  <a:lnTo>
                    <a:pt x="6612126" y="2232203"/>
                  </a:lnTo>
                  <a:lnTo>
                    <a:pt x="6612463" y="2233358"/>
                  </a:lnTo>
                  <a:lnTo>
                    <a:pt x="6612799" y="2234215"/>
                  </a:lnTo>
                  <a:lnTo>
                    <a:pt x="6613136" y="2234229"/>
                  </a:lnTo>
                  <a:lnTo>
                    <a:pt x="6613472" y="2234391"/>
                  </a:lnTo>
                  <a:lnTo>
                    <a:pt x="6613809" y="2234298"/>
                  </a:lnTo>
                  <a:lnTo>
                    <a:pt x="6614145" y="2234206"/>
                  </a:lnTo>
                  <a:lnTo>
                    <a:pt x="6614482" y="2233937"/>
                  </a:lnTo>
                  <a:lnTo>
                    <a:pt x="6614818" y="2233587"/>
                  </a:lnTo>
                  <a:lnTo>
                    <a:pt x="6615154" y="2233006"/>
                  </a:lnTo>
                  <a:lnTo>
                    <a:pt x="6615491" y="2232424"/>
                  </a:lnTo>
                  <a:lnTo>
                    <a:pt x="6615827" y="2231881"/>
                  </a:lnTo>
                  <a:lnTo>
                    <a:pt x="6616164" y="2230967"/>
                  </a:lnTo>
                  <a:lnTo>
                    <a:pt x="6616500" y="2230081"/>
                  </a:lnTo>
                  <a:lnTo>
                    <a:pt x="6616837" y="2229155"/>
                  </a:lnTo>
                  <a:lnTo>
                    <a:pt x="6617173" y="2227972"/>
                  </a:lnTo>
                  <a:lnTo>
                    <a:pt x="6617510" y="2226793"/>
                  </a:lnTo>
                  <a:lnTo>
                    <a:pt x="6617846" y="2225918"/>
                  </a:lnTo>
                  <a:lnTo>
                    <a:pt x="6618183" y="2225513"/>
                  </a:lnTo>
                  <a:lnTo>
                    <a:pt x="6618519" y="2225032"/>
                  </a:lnTo>
                  <a:lnTo>
                    <a:pt x="6618856" y="2225101"/>
                  </a:lnTo>
                  <a:lnTo>
                    <a:pt x="6619192" y="2225254"/>
                  </a:lnTo>
                  <a:lnTo>
                    <a:pt x="6619528" y="2225506"/>
                  </a:lnTo>
                  <a:lnTo>
                    <a:pt x="6619865" y="2225682"/>
                  </a:lnTo>
                  <a:lnTo>
                    <a:pt x="6620201" y="2226027"/>
                  </a:lnTo>
                  <a:lnTo>
                    <a:pt x="6620538" y="2226677"/>
                  </a:lnTo>
                  <a:lnTo>
                    <a:pt x="6620874" y="2227596"/>
                  </a:lnTo>
                  <a:lnTo>
                    <a:pt x="6621211" y="2228690"/>
                  </a:lnTo>
                  <a:lnTo>
                    <a:pt x="6621547" y="2229808"/>
                  </a:lnTo>
                  <a:lnTo>
                    <a:pt x="6621884" y="2230913"/>
                  </a:lnTo>
                  <a:lnTo>
                    <a:pt x="6622220" y="2232543"/>
                  </a:lnTo>
                  <a:lnTo>
                    <a:pt x="6622557" y="2234760"/>
                  </a:lnTo>
                  <a:lnTo>
                    <a:pt x="6622893" y="2237121"/>
                  </a:lnTo>
                  <a:lnTo>
                    <a:pt x="6623230" y="2239727"/>
                  </a:lnTo>
                  <a:lnTo>
                    <a:pt x="6623566" y="2242440"/>
                  </a:lnTo>
                  <a:lnTo>
                    <a:pt x="6623902" y="2245090"/>
                  </a:lnTo>
                  <a:lnTo>
                    <a:pt x="6624239" y="2247734"/>
                  </a:lnTo>
                  <a:lnTo>
                    <a:pt x="6624575" y="2250390"/>
                  </a:lnTo>
                  <a:lnTo>
                    <a:pt x="6624912" y="2253096"/>
                  </a:lnTo>
                  <a:lnTo>
                    <a:pt x="6625248" y="2255828"/>
                  </a:lnTo>
                  <a:lnTo>
                    <a:pt x="6625585" y="2258861"/>
                  </a:lnTo>
                  <a:lnTo>
                    <a:pt x="6625921" y="2261963"/>
                  </a:lnTo>
                  <a:lnTo>
                    <a:pt x="6626258" y="2265009"/>
                  </a:lnTo>
                  <a:lnTo>
                    <a:pt x="6626594" y="2267966"/>
                  </a:lnTo>
                  <a:lnTo>
                    <a:pt x="6626931" y="2270869"/>
                  </a:lnTo>
                  <a:lnTo>
                    <a:pt x="6627267" y="2273394"/>
                  </a:lnTo>
                  <a:lnTo>
                    <a:pt x="6627604" y="2275927"/>
                  </a:lnTo>
                  <a:lnTo>
                    <a:pt x="6627940" y="2278583"/>
                  </a:lnTo>
                  <a:lnTo>
                    <a:pt x="6628276" y="2281599"/>
                  </a:lnTo>
                  <a:lnTo>
                    <a:pt x="6628613" y="2285203"/>
                  </a:lnTo>
                  <a:lnTo>
                    <a:pt x="6628949" y="2289145"/>
                  </a:lnTo>
                  <a:lnTo>
                    <a:pt x="6629286" y="2292535"/>
                  </a:lnTo>
                  <a:lnTo>
                    <a:pt x="6629622" y="2295672"/>
                  </a:lnTo>
                  <a:lnTo>
                    <a:pt x="6629959" y="2298703"/>
                  </a:lnTo>
                  <a:lnTo>
                    <a:pt x="6630295" y="2301193"/>
                  </a:lnTo>
                  <a:lnTo>
                    <a:pt x="6630632" y="2303450"/>
                  </a:lnTo>
                  <a:lnTo>
                    <a:pt x="6630968" y="2305638"/>
                  </a:lnTo>
                  <a:lnTo>
                    <a:pt x="6631305" y="2307773"/>
                  </a:lnTo>
                  <a:lnTo>
                    <a:pt x="6631641" y="2310016"/>
                  </a:lnTo>
                  <a:lnTo>
                    <a:pt x="6631978" y="2312042"/>
                  </a:lnTo>
                  <a:lnTo>
                    <a:pt x="6632314" y="2314117"/>
                  </a:lnTo>
                  <a:lnTo>
                    <a:pt x="6632650" y="2315735"/>
                  </a:lnTo>
                  <a:lnTo>
                    <a:pt x="6632987" y="2317093"/>
                  </a:lnTo>
                  <a:lnTo>
                    <a:pt x="6633323" y="2318008"/>
                  </a:lnTo>
                  <a:lnTo>
                    <a:pt x="6633660" y="2318544"/>
                  </a:lnTo>
                  <a:lnTo>
                    <a:pt x="6633996" y="2318918"/>
                  </a:lnTo>
                  <a:lnTo>
                    <a:pt x="6634333" y="2319217"/>
                  </a:lnTo>
                  <a:lnTo>
                    <a:pt x="6634669" y="2319705"/>
                  </a:lnTo>
                  <a:lnTo>
                    <a:pt x="6635006" y="2320193"/>
                  </a:lnTo>
                  <a:lnTo>
                    <a:pt x="6635342" y="2320823"/>
                  </a:lnTo>
                  <a:lnTo>
                    <a:pt x="6635679" y="2321362"/>
                  </a:lnTo>
                  <a:lnTo>
                    <a:pt x="6636015" y="2321864"/>
                  </a:lnTo>
                  <a:lnTo>
                    <a:pt x="6636352" y="2322284"/>
                  </a:lnTo>
                  <a:lnTo>
                    <a:pt x="6636688" y="2322538"/>
                  </a:lnTo>
                  <a:lnTo>
                    <a:pt x="6637024" y="2322788"/>
                  </a:lnTo>
                  <a:lnTo>
                    <a:pt x="6637361" y="2322686"/>
                  </a:lnTo>
                  <a:lnTo>
                    <a:pt x="6637697" y="2323199"/>
                  </a:lnTo>
                  <a:lnTo>
                    <a:pt x="6638034" y="2323811"/>
                  </a:lnTo>
                  <a:lnTo>
                    <a:pt x="6638370" y="2324423"/>
                  </a:lnTo>
                  <a:lnTo>
                    <a:pt x="6638707" y="2325036"/>
                  </a:lnTo>
                  <a:lnTo>
                    <a:pt x="6639043" y="2325602"/>
                  </a:lnTo>
                  <a:lnTo>
                    <a:pt x="6639380" y="2325977"/>
                  </a:lnTo>
                  <a:lnTo>
                    <a:pt x="6639716" y="2326107"/>
                  </a:lnTo>
                  <a:lnTo>
                    <a:pt x="6640053" y="2326130"/>
                  </a:lnTo>
                  <a:lnTo>
                    <a:pt x="6640389" y="2325977"/>
                  </a:lnTo>
                  <a:lnTo>
                    <a:pt x="6640725" y="2325671"/>
                  </a:lnTo>
                  <a:lnTo>
                    <a:pt x="6641062" y="2325487"/>
                  </a:lnTo>
                  <a:lnTo>
                    <a:pt x="6641398" y="2325227"/>
                  </a:lnTo>
                  <a:lnTo>
                    <a:pt x="6641735" y="2324844"/>
                  </a:lnTo>
                  <a:lnTo>
                    <a:pt x="6642071" y="2324331"/>
                  </a:lnTo>
                  <a:lnTo>
                    <a:pt x="6642408" y="2323635"/>
                  </a:lnTo>
                  <a:lnTo>
                    <a:pt x="6642744" y="2322604"/>
                  </a:lnTo>
                  <a:lnTo>
                    <a:pt x="6643081" y="2321427"/>
                  </a:lnTo>
                  <a:lnTo>
                    <a:pt x="6643417" y="2320096"/>
                  </a:lnTo>
                  <a:lnTo>
                    <a:pt x="6643754" y="2318617"/>
                  </a:lnTo>
                  <a:lnTo>
                    <a:pt x="6644090" y="2316759"/>
                  </a:lnTo>
                  <a:lnTo>
                    <a:pt x="6644427" y="2314859"/>
                  </a:lnTo>
                  <a:lnTo>
                    <a:pt x="6644763" y="2312838"/>
                  </a:lnTo>
                  <a:lnTo>
                    <a:pt x="6645099" y="2310698"/>
                  </a:lnTo>
                  <a:lnTo>
                    <a:pt x="6645436" y="2308351"/>
                  </a:lnTo>
                  <a:lnTo>
                    <a:pt x="6645772" y="2306072"/>
                  </a:lnTo>
                  <a:lnTo>
                    <a:pt x="6646109" y="2303640"/>
                  </a:lnTo>
                  <a:lnTo>
                    <a:pt x="6646445" y="2301217"/>
                  </a:lnTo>
                  <a:lnTo>
                    <a:pt x="6646782" y="2298937"/>
                  </a:lnTo>
                  <a:lnTo>
                    <a:pt x="6647118" y="2296754"/>
                  </a:lnTo>
                  <a:lnTo>
                    <a:pt x="6647455" y="2294752"/>
                  </a:lnTo>
                  <a:lnTo>
                    <a:pt x="6647791" y="2292850"/>
                  </a:lnTo>
                  <a:lnTo>
                    <a:pt x="6648128" y="2291159"/>
                  </a:lnTo>
                  <a:lnTo>
                    <a:pt x="6648464" y="2289739"/>
                  </a:lnTo>
                  <a:lnTo>
                    <a:pt x="6648801" y="2288645"/>
                  </a:lnTo>
                  <a:lnTo>
                    <a:pt x="6649137" y="2287787"/>
                  </a:lnTo>
                  <a:lnTo>
                    <a:pt x="6649473" y="2287091"/>
                  </a:lnTo>
                  <a:lnTo>
                    <a:pt x="6649810" y="2286861"/>
                  </a:lnTo>
                  <a:lnTo>
                    <a:pt x="6650146" y="2286808"/>
                  </a:lnTo>
                  <a:lnTo>
                    <a:pt x="6650483" y="2287298"/>
                  </a:lnTo>
                  <a:lnTo>
                    <a:pt x="6650819" y="2288017"/>
                  </a:lnTo>
                  <a:lnTo>
                    <a:pt x="6651156" y="2288509"/>
                  </a:lnTo>
                  <a:lnTo>
                    <a:pt x="6651492" y="2288958"/>
                  </a:lnTo>
                  <a:lnTo>
                    <a:pt x="6651829" y="2289325"/>
                  </a:lnTo>
                  <a:lnTo>
                    <a:pt x="6652165" y="2289675"/>
                  </a:lnTo>
                  <a:lnTo>
                    <a:pt x="6652502" y="2290100"/>
                  </a:lnTo>
                  <a:lnTo>
                    <a:pt x="6652838" y="2290659"/>
                  </a:lnTo>
                  <a:lnTo>
                    <a:pt x="6653175" y="2291200"/>
                  </a:lnTo>
                  <a:lnTo>
                    <a:pt x="6653511" y="2291709"/>
                  </a:lnTo>
                  <a:lnTo>
                    <a:pt x="6653847" y="2292259"/>
                  </a:lnTo>
                  <a:lnTo>
                    <a:pt x="6654184" y="2292801"/>
                  </a:lnTo>
                  <a:lnTo>
                    <a:pt x="6654520" y="2293307"/>
                  </a:lnTo>
                  <a:lnTo>
                    <a:pt x="6654857" y="2293827"/>
                  </a:lnTo>
                  <a:lnTo>
                    <a:pt x="6655193" y="2294424"/>
                  </a:lnTo>
                  <a:lnTo>
                    <a:pt x="6655530" y="2294848"/>
                  </a:lnTo>
                  <a:lnTo>
                    <a:pt x="6655866" y="2295010"/>
                  </a:lnTo>
                  <a:lnTo>
                    <a:pt x="6656203" y="2295202"/>
                  </a:lnTo>
                  <a:lnTo>
                    <a:pt x="6656539" y="2295625"/>
                  </a:lnTo>
                  <a:lnTo>
                    <a:pt x="6656876" y="2296284"/>
                  </a:lnTo>
                  <a:lnTo>
                    <a:pt x="6657212" y="2296873"/>
                  </a:lnTo>
                  <a:lnTo>
                    <a:pt x="6657549" y="2297660"/>
                  </a:lnTo>
                  <a:lnTo>
                    <a:pt x="6657885" y="2298278"/>
                  </a:lnTo>
                  <a:lnTo>
                    <a:pt x="6658221" y="2298742"/>
                  </a:lnTo>
                  <a:lnTo>
                    <a:pt x="6658558" y="2299156"/>
                  </a:lnTo>
                  <a:lnTo>
                    <a:pt x="6658894" y="2299700"/>
                  </a:lnTo>
                  <a:lnTo>
                    <a:pt x="6659231" y="2300556"/>
                  </a:lnTo>
                  <a:lnTo>
                    <a:pt x="6659567" y="2301771"/>
                  </a:lnTo>
                  <a:lnTo>
                    <a:pt x="6659904" y="2303265"/>
                  </a:lnTo>
                  <a:lnTo>
                    <a:pt x="6660240" y="2304458"/>
                  </a:lnTo>
                  <a:lnTo>
                    <a:pt x="6660577" y="2305541"/>
                  </a:lnTo>
                  <a:lnTo>
                    <a:pt x="6660913" y="2306716"/>
                  </a:lnTo>
                  <a:lnTo>
                    <a:pt x="6661250" y="2307793"/>
                  </a:lnTo>
                  <a:lnTo>
                    <a:pt x="6661586" y="2308909"/>
                  </a:lnTo>
                  <a:lnTo>
                    <a:pt x="6661923" y="2310086"/>
                  </a:lnTo>
                  <a:lnTo>
                    <a:pt x="6662259" y="2311354"/>
                  </a:lnTo>
                  <a:lnTo>
                    <a:pt x="6662595" y="2312640"/>
                  </a:lnTo>
                  <a:lnTo>
                    <a:pt x="6662932" y="2313921"/>
                  </a:lnTo>
                  <a:lnTo>
                    <a:pt x="6663268" y="2315202"/>
                  </a:lnTo>
                  <a:lnTo>
                    <a:pt x="6663605" y="2316522"/>
                  </a:lnTo>
                  <a:lnTo>
                    <a:pt x="6663941" y="2317713"/>
                  </a:lnTo>
                  <a:lnTo>
                    <a:pt x="6664278" y="2318951"/>
                  </a:lnTo>
                  <a:lnTo>
                    <a:pt x="6664614" y="2319925"/>
                  </a:lnTo>
                  <a:lnTo>
                    <a:pt x="6664951" y="2321026"/>
                  </a:lnTo>
                  <a:lnTo>
                    <a:pt x="6665287" y="2322271"/>
                  </a:lnTo>
                  <a:lnTo>
                    <a:pt x="6665624" y="2323263"/>
                  </a:lnTo>
                  <a:lnTo>
                    <a:pt x="6665960" y="2324260"/>
                  </a:lnTo>
                  <a:lnTo>
                    <a:pt x="6666297" y="2325417"/>
                  </a:lnTo>
                  <a:lnTo>
                    <a:pt x="6666633" y="2326846"/>
                  </a:lnTo>
                  <a:lnTo>
                    <a:pt x="6666969" y="2328275"/>
                  </a:lnTo>
                  <a:lnTo>
                    <a:pt x="6667306" y="2329838"/>
                  </a:lnTo>
                  <a:lnTo>
                    <a:pt x="6667642" y="2331103"/>
                  </a:lnTo>
                  <a:lnTo>
                    <a:pt x="6667979" y="2332356"/>
                  </a:lnTo>
                  <a:lnTo>
                    <a:pt x="6668315" y="2333409"/>
                  </a:lnTo>
                  <a:lnTo>
                    <a:pt x="6668652" y="2334397"/>
                  </a:lnTo>
                  <a:lnTo>
                    <a:pt x="6668988" y="2335041"/>
                  </a:lnTo>
                  <a:lnTo>
                    <a:pt x="6669325" y="2335411"/>
                  </a:lnTo>
                  <a:lnTo>
                    <a:pt x="6669661" y="2335454"/>
                  </a:lnTo>
                  <a:lnTo>
                    <a:pt x="6669998" y="2335133"/>
                  </a:lnTo>
                  <a:lnTo>
                    <a:pt x="6670334" y="2334462"/>
                  </a:lnTo>
                  <a:lnTo>
                    <a:pt x="6670671" y="2333713"/>
                  </a:lnTo>
                  <a:lnTo>
                    <a:pt x="6671007" y="2332899"/>
                  </a:lnTo>
                  <a:lnTo>
                    <a:pt x="6671343" y="2331931"/>
                  </a:lnTo>
                  <a:lnTo>
                    <a:pt x="6671680" y="2330863"/>
                  </a:lnTo>
                  <a:lnTo>
                    <a:pt x="6672016" y="2329777"/>
                  </a:lnTo>
                  <a:lnTo>
                    <a:pt x="6672353" y="2328462"/>
                  </a:lnTo>
                  <a:lnTo>
                    <a:pt x="6672689" y="2326757"/>
                  </a:lnTo>
                  <a:lnTo>
                    <a:pt x="6673026" y="2325248"/>
                  </a:lnTo>
                  <a:lnTo>
                    <a:pt x="6673362" y="2324029"/>
                  </a:lnTo>
                  <a:lnTo>
                    <a:pt x="6673699" y="2322976"/>
                  </a:lnTo>
                  <a:lnTo>
                    <a:pt x="6674035" y="2322063"/>
                  </a:lnTo>
                  <a:lnTo>
                    <a:pt x="6674372" y="2321367"/>
                  </a:lnTo>
                  <a:lnTo>
                    <a:pt x="6674708" y="2320640"/>
                  </a:lnTo>
                  <a:lnTo>
                    <a:pt x="6675044" y="2319759"/>
                  </a:lnTo>
                  <a:lnTo>
                    <a:pt x="6675381" y="2319321"/>
                  </a:lnTo>
                  <a:lnTo>
                    <a:pt x="6675717" y="2319563"/>
                  </a:lnTo>
                  <a:lnTo>
                    <a:pt x="6676054" y="2320061"/>
                  </a:lnTo>
                  <a:lnTo>
                    <a:pt x="6676390" y="2320841"/>
                  </a:lnTo>
                  <a:lnTo>
                    <a:pt x="6676727" y="2321767"/>
                  </a:lnTo>
                  <a:lnTo>
                    <a:pt x="6677063" y="2322816"/>
                  </a:lnTo>
                  <a:lnTo>
                    <a:pt x="6677400" y="2323972"/>
                  </a:lnTo>
                  <a:lnTo>
                    <a:pt x="6677736" y="2325388"/>
                  </a:lnTo>
                  <a:lnTo>
                    <a:pt x="6678073" y="2326926"/>
                  </a:lnTo>
                  <a:lnTo>
                    <a:pt x="6678409" y="2328120"/>
                  </a:lnTo>
                  <a:lnTo>
                    <a:pt x="6678746" y="2329436"/>
                  </a:lnTo>
                  <a:lnTo>
                    <a:pt x="6679082" y="2331021"/>
                  </a:lnTo>
                  <a:lnTo>
                    <a:pt x="6679418" y="2332666"/>
                  </a:lnTo>
                  <a:lnTo>
                    <a:pt x="6679755" y="2334266"/>
                  </a:lnTo>
                  <a:lnTo>
                    <a:pt x="6680091" y="2336072"/>
                  </a:lnTo>
                  <a:lnTo>
                    <a:pt x="6680428" y="2338222"/>
                  </a:lnTo>
                  <a:lnTo>
                    <a:pt x="6680764" y="2340174"/>
                  </a:lnTo>
                  <a:lnTo>
                    <a:pt x="6681101" y="2341988"/>
                  </a:lnTo>
                  <a:lnTo>
                    <a:pt x="6681437" y="2343656"/>
                  </a:lnTo>
                  <a:lnTo>
                    <a:pt x="6681774" y="2345187"/>
                  </a:lnTo>
                  <a:lnTo>
                    <a:pt x="6682110" y="2346856"/>
                  </a:lnTo>
                  <a:lnTo>
                    <a:pt x="6682447" y="2348524"/>
                  </a:lnTo>
                  <a:lnTo>
                    <a:pt x="6682783" y="2350016"/>
                  </a:lnTo>
                  <a:lnTo>
                    <a:pt x="6683120" y="2351241"/>
                  </a:lnTo>
                  <a:lnTo>
                    <a:pt x="6683456" y="2352611"/>
                  </a:lnTo>
                  <a:lnTo>
                    <a:pt x="6683792" y="2353897"/>
                  </a:lnTo>
                  <a:lnTo>
                    <a:pt x="6684129" y="2355121"/>
                  </a:lnTo>
                  <a:lnTo>
                    <a:pt x="6684465" y="2356453"/>
                  </a:lnTo>
                  <a:lnTo>
                    <a:pt x="6684802" y="2357762"/>
                  </a:lnTo>
                  <a:lnTo>
                    <a:pt x="6685138" y="2358871"/>
                  </a:lnTo>
                  <a:lnTo>
                    <a:pt x="6685475" y="2359752"/>
                  </a:lnTo>
                  <a:lnTo>
                    <a:pt x="6685811" y="2360708"/>
                  </a:lnTo>
                  <a:lnTo>
                    <a:pt x="6686148" y="2361543"/>
                  </a:lnTo>
                  <a:lnTo>
                    <a:pt x="6686484" y="2362140"/>
                  </a:lnTo>
                  <a:lnTo>
                    <a:pt x="6686821" y="2362599"/>
                  </a:lnTo>
                  <a:lnTo>
                    <a:pt x="6687157" y="2362958"/>
                  </a:lnTo>
                  <a:lnTo>
                    <a:pt x="6687494" y="2363280"/>
                  </a:lnTo>
                  <a:lnTo>
                    <a:pt x="6687830" y="2363586"/>
                  </a:lnTo>
                  <a:lnTo>
                    <a:pt x="6688166" y="2363892"/>
                  </a:lnTo>
                  <a:lnTo>
                    <a:pt x="6688503" y="2363785"/>
                  </a:lnTo>
                  <a:lnTo>
                    <a:pt x="6688839" y="2363548"/>
                  </a:lnTo>
                  <a:lnTo>
                    <a:pt x="6689176" y="2362801"/>
                  </a:lnTo>
                  <a:lnTo>
                    <a:pt x="6689512" y="2361652"/>
                  </a:lnTo>
                  <a:lnTo>
                    <a:pt x="6689849" y="2360361"/>
                  </a:lnTo>
                  <a:lnTo>
                    <a:pt x="6690185" y="2359069"/>
                  </a:lnTo>
                  <a:lnTo>
                    <a:pt x="6690522" y="2357684"/>
                  </a:lnTo>
                  <a:lnTo>
                    <a:pt x="6690858" y="2356192"/>
                  </a:lnTo>
                  <a:lnTo>
                    <a:pt x="6691195" y="2354649"/>
                  </a:lnTo>
                  <a:lnTo>
                    <a:pt x="6691531" y="2353275"/>
                  </a:lnTo>
                  <a:lnTo>
                    <a:pt x="6691868" y="2352039"/>
                  </a:lnTo>
                  <a:lnTo>
                    <a:pt x="6692204" y="2350749"/>
                  </a:lnTo>
                  <a:lnTo>
                    <a:pt x="6692540" y="2349359"/>
                  </a:lnTo>
                  <a:lnTo>
                    <a:pt x="6692877" y="2347702"/>
                  </a:lnTo>
                  <a:lnTo>
                    <a:pt x="6693213" y="2345792"/>
                  </a:lnTo>
                  <a:lnTo>
                    <a:pt x="6693550" y="2343683"/>
                  </a:lnTo>
                  <a:lnTo>
                    <a:pt x="6693886" y="2341299"/>
                  </a:lnTo>
                  <a:lnTo>
                    <a:pt x="6694223" y="2338945"/>
                  </a:lnTo>
                  <a:lnTo>
                    <a:pt x="6694559" y="2336347"/>
                  </a:lnTo>
                  <a:lnTo>
                    <a:pt x="6694896" y="2333684"/>
                  </a:lnTo>
                  <a:lnTo>
                    <a:pt x="6695232" y="2330929"/>
                  </a:lnTo>
                  <a:lnTo>
                    <a:pt x="6695569" y="2327928"/>
                  </a:lnTo>
                  <a:lnTo>
                    <a:pt x="6695905" y="2324324"/>
                  </a:lnTo>
                  <a:lnTo>
                    <a:pt x="6696242" y="2320466"/>
                  </a:lnTo>
                  <a:lnTo>
                    <a:pt x="6696578" y="2316333"/>
                  </a:lnTo>
                  <a:lnTo>
                    <a:pt x="6696914" y="2312047"/>
                  </a:lnTo>
                  <a:lnTo>
                    <a:pt x="6697251" y="2307853"/>
                  </a:lnTo>
                  <a:lnTo>
                    <a:pt x="6697587" y="2303720"/>
                  </a:lnTo>
                  <a:lnTo>
                    <a:pt x="6697924" y="2299843"/>
                  </a:lnTo>
                  <a:lnTo>
                    <a:pt x="6698260" y="2296365"/>
                  </a:lnTo>
                  <a:lnTo>
                    <a:pt x="6698597" y="2293450"/>
                  </a:lnTo>
                  <a:lnTo>
                    <a:pt x="6698933" y="2290741"/>
                  </a:lnTo>
                  <a:lnTo>
                    <a:pt x="6699270" y="2288274"/>
                  </a:lnTo>
                  <a:lnTo>
                    <a:pt x="6699606" y="2286431"/>
                  </a:lnTo>
                  <a:lnTo>
                    <a:pt x="6699943" y="2285435"/>
                  </a:lnTo>
                  <a:lnTo>
                    <a:pt x="6700279" y="2284525"/>
                  </a:lnTo>
                  <a:lnTo>
                    <a:pt x="6700616" y="2283895"/>
                  </a:lnTo>
                  <a:lnTo>
                    <a:pt x="6700952" y="2283838"/>
                  </a:lnTo>
                  <a:lnTo>
                    <a:pt x="6701288" y="2283853"/>
                  </a:lnTo>
                  <a:lnTo>
                    <a:pt x="6701625" y="2284110"/>
                  </a:lnTo>
                  <a:lnTo>
                    <a:pt x="6701961" y="2284402"/>
                  </a:lnTo>
                  <a:lnTo>
                    <a:pt x="6702298" y="2284692"/>
                  </a:lnTo>
                  <a:lnTo>
                    <a:pt x="6702634" y="2284988"/>
                  </a:lnTo>
                  <a:lnTo>
                    <a:pt x="6702971" y="2285203"/>
                  </a:lnTo>
                  <a:lnTo>
                    <a:pt x="6703307" y="2285339"/>
                  </a:lnTo>
                  <a:lnTo>
                    <a:pt x="6703644" y="2285575"/>
                  </a:lnTo>
                  <a:lnTo>
                    <a:pt x="6703980" y="2285978"/>
                  </a:lnTo>
                  <a:lnTo>
                    <a:pt x="6704317" y="2286143"/>
                  </a:lnTo>
                  <a:lnTo>
                    <a:pt x="6704653" y="2286129"/>
                  </a:lnTo>
                  <a:lnTo>
                    <a:pt x="6704989" y="2285643"/>
                  </a:lnTo>
                  <a:lnTo>
                    <a:pt x="6705326" y="2285059"/>
                  </a:lnTo>
                  <a:lnTo>
                    <a:pt x="6705662" y="2284481"/>
                  </a:lnTo>
                  <a:lnTo>
                    <a:pt x="6705999" y="2283941"/>
                  </a:lnTo>
                  <a:lnTo>
                    <a:pt x="6706335" y="2283203"/>
                  </a:lnTo>
                  <a:lnTo>
                    <a:pt x="6706672" y="2282574"/>
                  </a:lnTo>
                  <a:lnTo>
                    <a:pt x="6707008" y="2282117"/>
                  </a:lnTo>
                  <a:lnTo>
                    <a:pt x="6707345" y="2281596"/>
                  </a:lnTo>
                  <a:lnTo>
                    <a:pt x="6707681" y="2281115"/>
                  </a:lnTo>
                  <a:lnTo>
                    <a:pt x="6708018" y="2280501"/>
                  </a:lnTo>
                  <a:lnTo>
                    <a:pt x="6708354" y="2279890"/>
                  </a:lnTo>
                  <a:lnTo>
                    <a:pt x="6708691" y="2279130"/>
                  </a:lnTo>
                  <a:lnTo>
                    <a:pt x="6709027" y="2278512"/>
                  </a:lnTo>
                  <a:lnTo>
                    <a:pt x="6709363" y="2278213"/>
                  </a:lnTo>
                  <a:lnTo>
                    <a:pt x="6709700" y="2278303"/>
                  </a:lnTo>
                  <a:lnTo>
                    <a:pt x="6710036" y="2278624"/>
                  </a:lnTo>
                  <a:lnTo>
                    <a:pt x="6710373" y="2279090"/>
                  </a:lnTo>
                  <a:lnTo>
                    <a:pt x="6710709" y="2279820"/>
                  </a:lnTo>
                  <a:lnTo>
                    <a:pt x="6711046" y="2280680"/>
                  </a:lnTo>
                  <a:lnTo>
                    <a:pt x="6711382" y="2282181"/>
                  </a:lnTo>
                  <a:lnTo>
                    <a:pt x="6711719" y="2283785"/>
                  </a:lnTo>
                  <a:lnTo>
                    <a:pt x="6712055" y="2285211"/>
                  </a:lnTo>
                  <a:lnTo>
                    <a:pt x="6712392" y="2286736"/>
                  </a:lnTo>
                  <a:lnTo>
                    <a:pt x="6712728" y="2288220"/>
                  </a:lnTo>
                  <a:lnTo>
                    <a:pt x="6713065" y="2289519"/>
                  </a:lnTo>
                  <a:lnTo>
                    <a:pt x="6713401" y="2291278"/>
                  </a:lnTo>
                  <a:lnTo>
                    <a:pt x="6713737" y="2292939"/>
                  </a:lnTo>
                  <a:lnTo>
                    <a:pt x="6714074" y="2294473"/>
                  </a:lnTo>
                  <a:lnTo>
                    <a:pt x="6714410" y="2295654"/>
                  </a:lnTo>
                  <a:lnTo>
                    <a:pt x="6714747" y="2296669"/>
                  </a:lnTo>
                  <a:lnTo>
                    <a:pt x="6715083" y="2297869"/>
                  </a:lnTo>
                  <a:lnTo>
                    <a:pt x="6715420" y="2299147"/>
                  </a:lnTo>
                  <a:lnTo>
                    <a:pt x="6715756" y="2300501"/>
                  </a:lnTo>
                  <a:lnTo>
                    <a:pt x="6716093" y="2301838"/>
                  </a:lnTo>
                  <a:lnTo>
                    <a:pt x="6716429" y="2302557"/>
                  </a:lnTo>
                  <a:lnTo>
                    <a:pt x="6716766" y="2302847"/>
                  </a:lnTo>
                  <a:lnTo>
                    <a:pt x="6717102" y="2302670"/>
                  </a:lnTo>
                  <a:lnTo>
                    <a:pt x="6717439" y="2302295"/>
                  </a:lnTo>
                  <a:lnTo>
                    <a:pt x="6717775" y="2301663"/>
                  </a:lnTo>
                  <a:lnTo>
                    <a:pt x="6718111" y="2300963"/>
                  </a:lnTo>
                  <a:lnTo>
                    <a:pt x="6718448" y="2300205"/>
                  </a:lnTo>
                  <a:lnTo>
                    <a:pt x="6718784" y="2299606"/>
                  </a:lnTo>
                  <a:lnTo>
                    <a:pt x="6719121" y="2299113"/>
                  </a:lnTo>
                  <a:lnTo>
                    <a:pt x="6719457" y="2298223"/>
                  </a:lnTo>
                  <a:lnTo>
                    <a:pt x="6719794" y="2297156"/>
                  </a:lnTo>
                  <a:lnTo>
                    <a:pt x="6720130" y="2295899"/>
                  </a:lnTo>
                  <a:lnTo>
                    <a:pt x="6720467" y="2294679"/>
                  </a:lnTo>
                  <a:lnTo>
                    <a:pt x="6720803" y="2293537"/>
                  </a:lnTo>
                  <a:lnTo>
                    <a:pt x="6721140" y="2292500"/>
                  </a:lnTo>
                  <a:lnTo>
                    <a:pt x="6721476" y="2291655"/>
                  </a:lnTo>
                  <a:lnTo>
                    <a:pt x="6721813" y="2291194"/>
                  </a:lnTo>
                  <a:lnTo>
                    <a:pt x="6722149" y="2290473"/>
                  </a:lnTo>
                  <a:lnTo>
                    <a:pt x="6722485" y="2289816"/>
                  </a:lnTo>
                  <a:lnTo>
                    <a:pt x="6722822" y="2289153"/>
                  </a:lnTo>
                  <a:lnTo>
                    <a:pt x="6723158" y="2288693"/>
                  </a:lnTo>
                  <a:lnTo>
                    <a:pt x="6723495" y="2288308"/>
                  </a:lnTo>
                  <a:lnTo>
                    <a:pt x="6723831" y="2287674"/>
                  </a:lnTo>
                  <a:lnTo>
                    <a:pt x="6724168" y="2286929"/>
                  </a:lnTo>
                  <a:lnTo>
                    <a:pt x="6724504" y="2286534"/>
                  </a:lnTo>
                  <a:lnTo>
                    <a:pt x="6724841" y="2286260"/>
                  </a:lnTo>
                  <a:lnTo>
                    <a:pt x="6725177" y="2286093"/>
                  </a:lnTo>
                  <a:lnTo>
                    <a:pt x="6725514" y="2285706"/>
                  </a:lnTo>
                  <a:lnTo>
                    <a:pt x="6725850" y="2285477"/>
                  </a:lnTo>
                  <a:lnTo>
                    <a:pt x="6726187" y="2285035"/>
                  </a:lnTo>
                  <a:lnTo>
                    <a:pt x="6726523" y="2284723"/>
                  </a:lnTo>
                  <a:lnTo>
                    <a:pt x="6726859" y="2284187"/>
                  </a:lnTo>
                  <a:lnTo>
                    <a:pt x="6727196" y="2283547"/>
                  </a:lnTo>
                  <a:lnTo>
                    <a:pt x="6727532" y="2282950"/>
                  </a:lnTo>
                  <a:lnTo>
                    <a:pt x="6727869" y="2282377"/>
                  </a:lnTo>
                  <a:lnTo>
                    <a:pt x="6728205" y="2281663"/>
                  </a:lnTo>
                  <a:lnTo>
                    <a:pt x="6728542" y="2280900"/>
                  </a:lnTo>
                  <a:lnTo>
                    <a:pt x="6728878" y="2280101"/>
                  </a:lnTo>
                  <a:lnTo>
                    <a:pt x="6729215" y="2279350"/>
                  </a:lnTo>
                  <a:lnTo>
                    <a:pt x="6729551" y="2278586"/>
                  </a:lnTo>
                  <a:lnTo>
                    <a:pt x="6729888" y="2278127"/>
                  </a:lnTo>
                  <a:lnTo>
                    <a:pt x="6730224" y="2277691"/>
                  </a:lnTo>
                  <a:lnTo>
                    <a:pt x="6730561" y="2277360"/>
                  </a:lnTo>
                  <a:lnTo>
                    <a:pt x="6730897" y="2277019"/>
                  </a:lnTo>
                  <a:lnTo>
                    <a:pt x="6731233" y="2276773"/>
                  </a:lnTo>
                  <a:lnTo>
                    <a:pt x="6731570" y="2276145"/>
                  </a:lnTo>
                  <a:lnTo>
                    <a:pt x="6731906" y="2275867"/>
                  </a:lnTo>
                  <a:lnTo>
                    <a:pt x="6732243" y="2275415"/>
                  </a:lnTo>
                  <a:lnTo>
                    <a:pt x="6732579" y="2274563"/>
                  </a:lnTo>
                  <a:lnTo>
                    <a:pt x="6732916" y="2273933"/>
                  </a:lnTo>
                  <a:lnTo>
                    <a:pt x="6733252" y="2273233"/>
                  </a:lnTo>
                  <a:lnTo>
                    <a:pt x="6733589" y="2272554"/>
                  </a:lnTo>
                  <a:lnTo>
                    <a:pt x="6733925" y="2271998"/>
                  </a:lnTo>
                  <a:lnTo>
                    <a:pt x="6734262" y="2271378"/>
                  </a:lnTo>
                  <a:lnTo>
                    <a:pt x="6734598" y="2270683"/>
                  </a:lnTo>
                  <a:lnTo>
                    <a:pt x="6734935" y="2270076"/>
                  </a:lnTo>
                  <a:lnTo>
                    <a:pt x="6735271" y="2269605"/>
                  </a:lnTo>
                  <a:lnTo>
                    <a:pt x="6735607" y="2269506"/>
                  </a:lnTo>
                  <a:lnTo>
                    <a:pt x="6735944" y="2269830"/>
                  </a:lnTo>
                  <a:lnTo>
                    <a:pt x="6736280" y="2270567"/>
                  </a:lnTo>
                  <a:lnTo>
                    <a:pt x="6736617" y="2271545"/>
                  </a:lnTo>
                  <a:lnTo>
                    <a:pt x="6736953" y="2272732"/>
                  </a:lnTo>
                  <a:lnTo>
                    <a:pt x="6737290" y="2273904"/>
                  </a:lnTo>
                  <a:lnTo>
                    <a:pt x="6737626" y="2275192"/>
                  </a:lnTo>
                  <a:lnTo>
                    <a:pt x="6737963" y="2276430"/>
                  </a:lnTo>
                  <a:lnTo>
                    <a:pt x="6738299" y="2277849"/>
                  </a:lnTo>
                  <a:lnTo>
                    <a:pt x="6738636" y="2279360"/>
                  </a:lnTo>
                  <a:lnTo>
                    <a:pt x="6738972" y="2280903"/>
                  </a:lnTo>
                  <a:lnTo>
                    <a:pt x="6739308" y="2282448"/>
                  </a:lnTo>
                  <a:lnTo>
                    <a:pt x="6739645" y="2284007"/>
                  </a:lnTo>
                  <a:lnTo>
                    <a:pt x="6739981" y="2285705"/>
                  </a:lnTo>
                  <a:lnTo>
                    <a:pt x="6740318" y="2287084"/>
                  </a:lnTo>
                  <a:lnTo>
                    <a:pt x="6740654" y="2288486"/>
                  </a:lnTo>
                  <a:lnTo>
                    <a:pt x="6740991" y="2289846"/>
                  </a:lnTo>
                  <a:lnTo>
                    <a:pt x="6741327" y="2291065"/>
                  </a:lnTo>
                  <a:lnTo>
                    <a:pt x="6741664" y="2292105"/>
                  </a:lnTo>
                  <a:lnTo>
                    <a:pt x="6742000" y="2293292"/>
                  </a:lnTo>
                  <a:lnTo>
                    <a:pt x="6742337" y="2294632"/>
                  </a:lnTo>
                  <a:lnTo>
                    <a:pt x="6742673" y="2295805"/>
                  </a:lnTo>
                  <a:lnTo>
                    <a:pt x="6743010" y="2296787"/>
                  </a:lnTo>
                  <a:lnTo>
                    <a:pt x="6743346" y="2297981"/>
                  </a:lnTo>
                  <a:lnTo>
                    <a:pt x="6743682" y="2299205"/>
                  </a:lnTo>
                  <a:lnTo>
                    <a:pt x="6744019" y="2300300"/>
                  </a:lnTo>
                  <a:lnTo>
                    <a:pt x="6744355" y="2301241"/>
                  </a:lnTo>
                  <a:lnTo>
                    <a:pt x="6744692" y="2302075"/>
                  </a:lnTo>
                  <a:lnTo>
                    <a:pt x="6745028" y="2302848"/>
                  </a:lnTo>
                  <a:lnTo>
                    <a:pt x="6745365" y="2303767"/>
                  </a:lnTo>
                  <a:lnTo>
                    <a:pt x="6745701" y="2304685"/>
                  </a:lnTo>
                  <a:lnTo>
                    <a:pt x="6746038" y="2305405"/>
                  </a:lnTo>
                  <a:lnTo>
                    <a:pt x="6746374" y="2305963"/>
                  </a:lnTo>
                  <a:lnTo>
                    <a:pt x="6746711" y="2306423"/>
                  </a:lnTo>
                  <a:lnTo>
                    <a:pt x="6747047" y="2306882"/>
                  </a:lnTo>
                  <a:lnTo>
                    <a:pt x="6747384" y="2307433"/>
                  </a:lnTo>
                  <a:lnTo>
                    <a:pt x="6747720" y="2307823"/>
                  </a:lnTo>
                  <a:lnTo>
                    <a:pt x="6748056" y="2308068"/>
                  </a:lnTo>
                  <a:lnTo>
                    <a:pt x="6748393" y="2308168"/>
                  </a:lnTo>
                  <a:lnTo>
                    <a:pt x="6748729" y="2308168"/>
                  </a:lnTo>
                  <a:lnTo>
                    <a:pt x="6749066" y="2308290"/>
                  </a:lnTo>
                  <a:lnTo>
                    <a:pt x="6749402" y="2308206"/>
                  </a:lnTo>
                  <a:lnTo>
                    <a:pt x="6749739" y="2308030"/>
                  </a:lnTo>
                  <a:lnTo>
                    <a:pt x="6750075" y="2307724"/>
                  </a:lnTo>
                  <a:lnTo>
                    <a:pt x="6750412" y="2307333"/>
                  </a:lnTo>
                  <a:lnTo>
                    <a:pt x="6750748" y="2306874"/>
                  </a:lnTo>
                  <a:lnTo>
                    <a:pt x="6751085" y="2306530"/>
                  </a:lnTo>
                  <a:lnTo>
                    <a:pt x="6751421" y="2306224"/>
                  </a:lnTo>
                  <a:lnTo>
                    <a:pt x="6751758" y="2305917"/>
                  </a:lnTo>
                  <a:lnTo>
                    <a:pt x="6752094" y="2305611"/>
                  </a:lnTo>
                  <a:lnTo>
                    <a:pt x="6752430" y="2305206"/>
                  </a:lnTo>
                  <a:lnTo>
                    <a:pt x="6752767" y="2304517"/>
                  </a:lnTo>
                  <a:lnTo>
                    <a:pt x="6753103" y="2303422"/>
                  </a:lnTo>
                  <a:lnTo>
                    <a:pt x="6753440" y="2302387"/>
                  </a:lnTo>
                  <a:lnTo>
                    <a:pt x="6753776" y="2301413"/>
                  </a:lnTo>
                  <a:lnTo>
                    <a:pt x="6754113" y="2300738"/>
                  </a:lnTo>
                  <a:lnTo>
                    <a:pt x="6754449" y="2300184"/>
                  </a:lnTo>
                  <a:lnTo>
                    <a:pt x="6754786" y="2299706"/>
                  </a:lnTo>
                  <a:lnTo>
                    <a:pt x="6755122" y="2299267"/>
                  </a:lnTo>
                  <a:lnTo>
                    <a:pt x="6755459" y="2298846"/>
                  </a:lnTo>
                  <a:lnTo>
                    <a:pt x="6755795" y="2298741"/>
                  </a:lnTo>
                  <a:lnTo>
                    <a:pt x="6756132" y="2298690"/>
                  </a:lnTo>
                  <a:lnTo>
                    <a:pt x="6756468" y="2298876"/>
                  </a:lnTo>
                  <a:lnTo>
                    <a:pt x="6756804" y="2299279"/>
                  </a:lnTo>
                  <a:lnTo>
                    <a:pt x="6757141" y="2299633"/>
                  </a:lnTo>
                  <a:lnTo>
                    <a:pt x="6757477" y="2300075"/>
                  </a:lnTo>
                  <a:lnTo>
                    <a:pt x="6757814" y="2300572"/>
                  </a:lnTo>
                  <a:lnTo>
                    <a:pt x="6758150" y="2301255"/>
                  </a:lnTo>
                  <a:lnTo>
                    <a:pt x="6758487" y="2302075"/>
                  </a:lnTo>
                  <a:lnTo>
                    <a:pt x="6758823" y="2302762"/>
                  </a:lnTo>
                  <a:lnTo>
                    <a:pt x="6759160" y="2303425"/>
                  </a:lnTo>
                  <a:lnTo>
                    <a:pt x="6759496" y="2304142"/>
                  </a:lnTo>
                  <a:lnTo>
                    <a:pt x="6759833" y="2304606"/>
                  </a:lnTo>
                  <a:lnTo>
                    <a:pt x="6760169" y="2305092"/>
                  </a:lnTo>
                  <a:lnTo>
                    <a:pt x="6760506" y="2305786"/>
                  </a:lnTo>
                  <a:lnTo>
                    <a:pt x="6760842" y="2306680"/>
                  </a:lnTo>
                  <a:lnTo>
                    <a:pt x="6761178" y="2307849"/>
                  </a:lnTo>
                  <a:lnTo>
                    <a:pt x="6761515" y="2309018"/>
                  </a:lnTo>
                  <a:lnTo>
                    <a:pt x="6761851" y="2310514"/>
                  </a:lnTo>
                  <a:lnTo>
                    <a:pt x="6762188" y="2312305"/>
                  </a:lnTo>
                  <a:lnTo>
                    <a:pt x="6762524" y="2314303"/>
                  </a:lnTo>
                  <a:lnTo>
                    <a:pt x="6762861" y="2316652"/>
                  </a:lnTo>
                  <a:lnTo>
                    <a:pt x="6763197" y="2319651"/>
                  </a:lnTo>
                  <a:lnTo>
                    <a:pt x="6763534" y="2322777"/>
                  </a:lnTo>
                  <a:lnTo>
                    <a:pt x="6763870" y="2326208"/>
                  </a:lnTo>
                  <a:lnTo>
                    <a:pt x="6764207" y="2329576"/>
                  </a:lnTo>
                  <a:lnTo>
                    <a:pt x="6764543" y="2332921"/>
                  </a:lnTo>
                  <a:lnTo>
                    <a:pt x="6764880" y="2336617"/>
                  </a:lnTo>
                  <a:lnTo>
                    <a:pt x="6765216" y="2340421"/>
                  </a:lnTo>
                  <a:lnTo>
                    <a:pt x="6765552" y="2344033"/>
                  </a:lnTo>
                  <a:lnTo>
                    <a:pt x="6765889" y="2347179"/>
                  </a:lnTo>
                  <a:lnTo>
                    <a:pt x="6766225" y="2350049"/>
                  </a:lnTo>
                  <a:lnTo>
                    <a:pt x="6766562" y="2352781"/>
                  </a:lnTo>
                  <a:lnTo>
                    <a:pt x="6766898" y="2354970"/>
                  </a:lnTo>
                  <a:lnTo>
                    <a:pt x="6767235" y="2356557"/>
                  </a:lnTo>
                  <a:lnTo>
                    <a:pt x="6767571" y="2358206"/>
                  </a:lnTo>
                  <a:lnTo>
                    <a:pt x="6767908" y="2359495"/>
                  </a:lnTo>
                  <a:lnTo>
                    <a:pt x="6768244" y="2360211"/>
                  </a:lnTo>
                  <a:lnTo>
                    <a:pt x="6768581" y="2360737"/>
                  </a:lnTo>
                  <a:lnTo>
                    <a:pt x="6768917" y="2361038"/>
                  </a:lnTo>
                  <a:lnTo>
                    <a:pt x="6769254" y="2361433"/>
                  </a:lnTo>
                  <a:lnTo>
                    <a:pt x="6769590" y="2361514"/>
                  </a:lnTo>
                  <a:lnTo>
                    <a:pt x="6769926" y="2361496"/>
                  </a:lnTo>
                  <a:lnTo>
                    <a:pt x="6770263" y="2361345"/>
                  </a:lnTo>
                  <a:lnTo>
                    <a:pt x="6770599" y="2361100"/>
                  </a:lnTo>
                  <a:lnTo>
                    <a:pt x="6770936" y="2360747"/>
                  </a:lnTo>
                  <a:lnTo>
                    <a:pt x="6771272" y="2360294"/>
                  </a:lnTo>
                  <a:lnTo>
                    <a:pt x="6771609" y="2359871"/>
                  </a:lnTo>
                  <a:lnTo>
                    <a:pt x="6771945" y="2359625"/>
                  </a:lnTo>
                  <a:lnTo>
                    <a:pt x="6772282" y="2359299"/>
                  </a:lnTo>
                  <a:lnTo>
                    <a:pt x="6772618" y="2358885"/>
                  </a:lnTo>
                  <a:lnTo>
                    <a:pt x="6772955" y="2358517"/>
                  </a:lnTo>
                  <a:lnTo>
                    <a:pt x="6773291" y="2358113"/>
                  </a:lnTo>
                  <a:lnTo>
                    <a:pt x="6773627" y="2358085"/>
                  </a:lnTo>
                  <a:lnTo>
                    <a:pt x="6773964" y="2357781"/>
                  </a:lnTo>
                  <a:lnTo>
                    <a:pt x="6774300" y="2357473"/>
                  </a:lnTo>
                  <a:lnTo>
                    <a:pt x="6774637" y="2357102"/>
                  </a:lnTo>
                  <a:lnTo>
                    <a:pt x="6774973" y="2356824"/>
                  </a:lnTo>
                  <a:lnTo>
                    <a:pt x="6775310" y="2356925"/>
                  </a:lnTo>
                  <a:lnTo>
                    <a:pt x="6775646" y="2357038"/>
                  </a:lnTo>
                  <a:lnTo>
                    <a:pt x="6775983" y="2357350"/>
                  </a:lnTo>
                  <a:lnTo>
                    <a:pt x="6776319" y="2357661"/>
                  </a:lnTo>
                  <a:lnTo>
                    <a:pt x="6776656" y="2357792"/>
                  </a:lnTo>
                  <a:lnTo>
                    <a:pt x="6776992" y="2357879"/>
                  </a:lnTo>
                  <a:lnTo>
                    <a:pt x="6777329" y="2357779"/>
                  </a:lnTo>
                  <a:lnTo>
                    <a:pt x="6777665" y="2357795"/>
                  </a:lnTo>
                  <a:lnTo>
                    <a:pt x="6778001" y="2357624"/>
                  </a:lnTo>
                  <a:lnTo>
                    <a:pt x="6778338" y="2357338"/>
                  </a:lnTo>
                  <a:lnTo>
                    <a:pt x="6778674" y="2356549"/>
                  </a:lnTo>
                  <a:lnTo>
                    <a:pt x="6779011" y="2355718"/>
                  </a:lnTo>
                  <a:lnTo>
                    <a:pt x="6779347" y="2355088"/>
                  </a:lnTo>
                  <a:lnTo>
                    <a:pt x="6779684" y="2354657"/>
                  </a:lnTo>
                  <a:lnTo>
                    <a:pt x="6780020" y="2354536"/>
                  </a:lnTo>
                  <a:lnTo>
                    <a:pt x="6780357" y="2354200"/>
                  </a:lnTo>
                  <a:lnTo>
                    <a:pt x="6780693" y="2353230"/>
                  </a:lnTo>
                  <a:lnTo>
                    <a:pt x="6781030" y="2352342"/>
                  </a:lnTo>
                  <a:lnTo>
                    <a:pt x="6781366" y="2351436"/>
                  </a:lnTo>
                  <a:lnTo>
                    <a:pt x="6781703" y="2350691"/>
                  </a:lnTo>
                  <a:lnTo>
                    <a:pt x="6782039" y="2350028"/>
                  </a:lnTo>
                  <a:lnTo>
                    <a:pt x="6782375" y="2349380"/>
                  </a:lnTo>
                  <a:lnTo>
                    <a:pt x="6782712" y="2348362"/>
                  </a:lnTo>
                  <a:lnTo>
                    <a:pt x="6783048" y="2347068"/>
                  </a:lnTo>
                  <a:lnTo>
                    <a:pt x="6783385" y="2345746"/>
                  </a:lnTo>
                  <a:lnTo>
                    <a:pt x="6783721" y="2344837"/>
                  </a:lnTo>
                  <a:lnTo>
                    <a:pt x="6784058" y="2344286"/>
                  </a:lnTo>
                  <a:lnTo>
                    <a:pt x="6784394" y="2344027"/>
                  </a:lnTo>
                  <a:lnTo>
                    <a:pt x="6784731" y="2343843"/>
                  </a:lnTo>
                  <a:lnTo>
                    <a:pt x="6785067" y="2343725"/>
                  </a:lnTo>
                  <a:lnTo>
                    <a:pt x="6785404" y="2344005"/>
                  </a:lnTo>
                  <a:lnTo>
                    <a:pt x="6785740" y="2344586"/>
                  </a:lnTo>
                  <a:lnTo>
                    <a:pt x="6786077" y="2345285"/>
                  </a:lnTo>
                  <a:lnTo>
                    <a:pt x="6786413" y="2346015"/>
                  </a:lnTo>
                  <a:lnTo>
                    <a:pt x="6786749" y="2347059"/>
                  </a:lnTo>
                  <a:lnTo>
                    <a:pt x="6787086" y="2348209"/>
                  </a:lnTo>
                  <a:lnTo>
                    <a:pt x="6787422" y="2349728"/>
                  </a:lnTo>
                  <a:lnTo>
                    <a:pt x="6787759" y="2351328"/>
                  </a:lnTo>
                  <a:lnTo>
                    <a:pt x="6788095" y="2352879"/>
                  </a:lnTo>
                  <a:lnTo>
                    <a:pt x="6788432" y="2354190"/>
                  </a:lnTo>
                  <a:lnTo>
                    <a:pt x="6788768" y="2355042"/>
                  </a:lnTo>
                  <a:lnTo>
                    <a:pt x="6789105" y="2355340"/>
                  </a:lnTo>
                  <a:lnTo>
                    <a:pt x="6789441" y="2355572"/>
                  </a:lnTo>
                  <a:lnTo>
                    <a:pt x="6789778" y="2355669"/>
                  </a:lnTo>
                  <a:lnTo>
                    <a:pt x="6790114" y="2355648"/>
                  </a:lnTo>
                  <a:lnTo>
                    <a:pt x="6790451" y="2355474"/>
                  </a:lnTo>
                  <a:lnTo>
                    <a:pt x="6790787" y="2355230"/>
                  </a:lnTo>
                  <a:lnTo>
                    <a:pt x="6791123" y="2354872"/>
                  </a:lnTo>
                  <a:lnTo>
                    <a:pt x="6791460" y="2354476"/>
                  </a:lnTo>
                  <a:lnTo>
                    <a:pt x="6791796" y="2353559"/>
                  </a:lnTo>
                  <a:lnTo>
                    <a:pt x="6792133" y="2352399"/>
                  </a:lnTo>
                  <a:lnTo>
                    <a:pt x="6792469" y="2351128"/>
                  </a:lnTo>
                  <a:lnTo>
                    <a:pt x="6792806" y="2350117"/>
                  </a:lnTo>
                  <a:lnTo>
                    <a:pt x="6793142" y="2348960"/>
                  </a:lnTo>
                  <a:lnTo>
                    <a:pt x="6793479" y="2347787"/>
                  </a:lnTo>
                  <a:lnTo>
                    <a:pt x="6793815" y="2346822"/>
                  </a:lnTo>
                  <a:lnTo>
                    <a:pt x="6794152" y="2346341"/>
                  </a:lnTo>
                  <a:lnTo>
                    <a:pt x="6794488" y="2346169"/>
                  </a:lnTo>
                  <a:lnTo>
                    <a:pt x="6794825" y="2345995"/>
                  </a:lnTo>
                  <a:lnTo>
                    <a:pt x="6795161" y="2345832"/>
                  </a:lnTo>
                  <a:lnTo>
                    <a:pt x="6795497" y="2345629"/>
                  </a:lnTo>
                  <a:lnTo>
                    <a:pt x="6795834" y="2345462"/>
                  </a:lnTo>
                  <a:lnTo>
                    <a:pt x="6796170" y="2345263"/>
                  </a:lnTo>
                  <a:lnTo>
                    <a:pt x="6796507" y="2344914"/>
                  </a:lnTo>
                  <a:lnTo>
                    <a:pt x="6796843" y="2344607"/>
                  </a:lnTo>
                  <a:lnTo>
                    <a:pt x="6797180" y="2344286"/>
                  </a:lnTo>
                  <a:lnTo>
                    <a:pt x="6797516" y="2343680"/>
                  </a:lnTo>
                  <a:lnTo>
                    <a:pt x="6797853" y="2342941"/>
                  </a:lnTo>
                  <a:lnTo>
                    <a:pt x="6798189" y="2342439"/>
                  </a:lnTo>
                  <a:lnTo>
                    <a:pt x="6798526" y="2341881"/>
                  </a:lnTo>
                  <a:lnTo>
                    <a:pt x="6798862" y="2341570"/>
                  </a:lnTo>
                  <a:lnTo>
                    <a:pt x="6799199" y="2340726"/>
                  </a:lnTo>
                  <a:lnTo>
                    <a:pt x="6799535" y="2339659"/>
                  </a:lnTo>
                  <a:lnTo>
                    <a:pt x="6799871" y="2338810"/>
                  </a:lnTo>
                  <a:lnTo>
                    <a:pt x="6800208" y="2338569"/>
                  </a:lnTo>
                  <a:lnTo>
                    <a:pt x="6800544" y="2338438"/>
                  </a:lnTo>
                  <a:lnTo>
                    <a:pt x="6800881" y="2338444"/>
                  </a:lnTo>
                  <a:lnTo>
                    <a:pt x="6801217" y="2338488"/>
                  </a:lnTo>
                  <a:lnTo>
                    <a:pt x="6801554" y="2338388"/>
                  </a:lnTo>
                  <a:lnTo>
                    <a:pt x="6801890" y="2338262"/>
                  </a:lnTo>
                  <a:lnTo>
                    <a:pt x="6802227" y="2338193"/>
                  </a:lnTo>
                  <a:lnTo>
                    <a:pt x="6802563" y="2338281"/>
                  </a:lnTo>
                  <a:lnTo>
                    <a:pt x="6802900" y="2338281"/>
                  </a:lnTo>
                  <a:lnTo>
                    <a:pt x="6803236" y="2338049"/>
                  </a:lnTo>
                  <a:lnTo>
                    <a:pt x="6803573" y="2337672"/>
                  </a:lnTo>
                  <a:lnTo>
                    <a:pt x="6803909" y="2337071"/>
                  </a:lnTo>
                  <a:lnTo>
                    <a:pt x="6804245" y="2336547"/>
                  </a:lnTo>
                  <a:lnTo>
                    <a:pt x="6804582" y="2336343"/>
                  </a:lnTo>
                  <a:lnTo>
                    <a:pt x="6804918" y="2336285"/>
                  </a:lnTo>
                  <a:lnTo>
                    <a:pt x="6805255" y="2336338"/>
                  </a:lnTo>
                  <a:lnTo>
                    <a:pt x="6805591" y="2336385"/>
                  </a:lnTo>
                  <a:lnTo>
                    <a:pt x="6805928" y="2336148"/>
                  </a:lnTo>
                  <a:lnTo>
                    <a:pt x="6806264" y="2335865"/>
                  </a:lnTo>
                  <a:lnTo>
                    <a:pt x="6806601" y="2335850"/>
                  </a:lnTo>
                  <a:lnTo>
                    <a:pt x="6806937" y="2335811"/>
                  </a:lnTo>
                  <a:lnTo>
                    <a:pt x="6807274" y="2335521"/>
                  </a:lnTo>
                  <a:lnTo>
                    <a:pt x="6807610" y="2335176"/>
                  </a:lnTo>
                  <a:lnTo>
                    <a:pt x="6807946" y="2334594"/>
                  </a:lnTo>
                  <a:lnTo>
                    <a:pt x="6808283" y="2333645"/>
                  </a:lnTo>
                  <a:lnTo>
                    <a:pt x="6808619" y="2332513"/>
                  </a:lnTo>
                  <a:lnTo>
                    <a:pt x="6808956" y="2331388"/>
                  </a:lnTo>
                  <a:lnTo>
                    <a:pt x="6809292" y="2330316"/>
                  </a:lnTo>
                  <a:lnTo>
                    <a:pt x="6809629" y="2329245"/>
                  </a:lnTo>
                  <a:lnTo>
                    <a:pt x="6809965" y="2328112"/>
                  </a:lnTo>
                  <a:lnTo>
                    <a:pt x="6810302" y="2326887"/>
                  </a:lnTo>
                  <a:lnTo>
                    <a:pt x="6810638" y="2325663"/>
                  </a:lnTo>
                  <a:lnTo>
                    <a:pt x="6810975" y="2324438"/>
                  </a:lnTo>
                  <a:lnTo>
                    <a:pt x="6811311" y="2323336"/>
                  </a:lnTo>
                  <a:lnTo>
                    <a:pt x="6811648" y="2322265"/>
                  </a:lnTo>
                  <a:lnTo>
                    <a:pt x="6811984" y="2321232"/>
                  </a:lnTo>
                  <a:lnTo>
                    <a:pt x="6812320" y="2320451"/>
                  </a:lnTo>
                  <a:lnTo>
                    <a:pt x="6812657" y="2319724"/>
                  </a:lnTo>
                  <a:lnTo>
                    <a:pt x="6812993" y="2319173"/>
                  </a:lnTo>
                  <a:lnTo>
                    <a:pt x="6813330" y="2319012"/>
                  </a:lnTo>
                  <a:lnTo>
                    <a:pt x="6813666" y="2319027"/>
                  </a:lnTo>
                  <a:lnTo>
                    <a:pt x="6814003" y="2319027"/>
                  </a:lnTo>
                  <a:lnTo>
                    <a:pt x="6814339" y="2319012"/>
                  </a:lnTo>
                  <a:lnTo>
                    <a:pt x="6814676" y="2318828"/>
                  </a:lnTo>
                  <a:lnTo>
                    <a:pt x="6815012" y="2318522"/>
                  </a:lnTo>
                  <a:lnTo>
                    <a:pt x="6815349" y="2318170"/>
                  </a:lnTo>
                  <a:lnTo>
                    <a:pt x="6815685" y="2317696"/>
                  </a:lnTo>
                  <a:lnTo>
                    <a:pt x="6816022" y="2316923"/>
                  </a:lnTo>
                  <a:lnTo>
                    <a:pt x="6816358" y="2315736"/>
                  </a:lnTo>
                  <a:lnTo>
                    <a:pt x="6816694" y="2314435"/>
                  </a:lnTo>
                  <a:lnTo>
                    <a:pt x="6817031" y="2312973"/>
                  </a:lnTo>
                  <a:lnTo>
                    <a:pt x="6817367" y="2311603"/>
                  </a:lnTo>
                  <a:lnTo>
                    <a:pt x="6817704" y="2310463"/>
                  </a:lnTo>
                  <a:lnTo>
                    <a:pt x="6818040" y="2309453"/>
                  </a:lnTo>
                  <a:lnTo>
                    <a:pt x="6818377" y="2308420"/>
                  </a:lnTo>
                  <a:lnTo>
                    <a:pt x="6818713" y="2307394"/>
                  </a:lnTo>
                  <a:lnTo>
                    <a:pt x="6819050" y="2306476"/>
                  </a:lnTo>
                  <a:lnTo>
                    <a:pt x="6819386" y="2305573"/>
                  </a:lnTo>
                  <a:lnTo>
                    <a:pt x="6819723" y="2304838"/>
                  </a:lnTo>
                  <a:lnTo>
                    <a:pt x="6820059" y="2304455"/>
                  </a:lnTo>
                  <a:lnTo>
                    <a:pt x="6820396" y="2304524"/>
                  </a:lnTo>
                  <a:lnTo>
                    <a:pt x="6820732" y="2304656"/>
                  </a:lnTo>
                  <a:lnTo>
                    <a:pt x="6821068" y="2305194"/>
                  </a:lnTo>
                  <a:lnTo>
                    <a:pt x="6821405" y="2305862"/>
                  </a:lnTo>
                  <a:lnTo>
                    <a:pt x="6821741" y="2306560"/>
                  </a:lnTo>
                  <a:lnTo>
                    <a:pt x="6822078" y="2307452"/>
                  </a:lnTo>
                  <a:lnTo>
                    <a:pt x="6822414" y="2308342"/>
                  </a:lnTo>
                  <a:lnTo>
                    <a:pt x="6822751" y="2309070"/>
                  </a:lnTo>
                  <a:lnTo>
                    <a:pt x="6823087" y="2309749"/>
                  </a:lnTo>
                  <a:lnTo>
                    <a:pt x="6823424" y="2310397"/>
                  </a:lnTo>
                  <a:lnTo>
                    <a:pt x="6823760" y="2310907"/>
                  </a:lnTo>
                  <a:lnTo>
                    <a:pt x="6824097" y="2311361"/>
                  </a:lnTo>
                  <a:lnTo>
                    <a:pt x="6824433" y="2311925"/>
                  </a:lnTo>
                  <a:lnTo>
                    <a:pt x="6824770" y="2312318"/>
                  </a:lnTo>
                  <a:lnTo>
                    <a:pt x="6825106" y="2312587"/>
                  </a:lnTo>
                  <a:lnTo>
                    <a:pt x="6825442" y="2312669"/>
                  </a:lnTo>
                  <a:lnTo>
                    <a:pt x="6825779" y="2312614"/>
                  </a:lnTo>
                  <a:lnTo>
                    <a:pt x="6826115" y="2312524"/>
                  </a:lnTo>
                  <a:lnTo>
                    <a:pt x="6826452" y="2312320"/>
                  </a:lnTo>
                  <a:lnTo>
                    <a:pt x="6826788" y="2312246"/>
                  </a:lnTo>
                  <a:lnTo>
                    <a:pt x="6827125" y="2312547"/>
                  </a:lnTo>
                  <a:lnTo>
                    <a:pt x="6827461" y="2313095"/>
                  </a:lnTo>
                  <a:lnTo>
                    <a:pt x="6827798" y="2313686"/>
                  </a:lnTo>
                  <a:lnTo>
                    <a:pt x="6828134" y="2314277"/>
                  </a:lnTo>
                  <a:lnTo>
                    <a:pt x="6828471" y="2314899"/>
                  </a:lnTo>
                  <a:lnTo>
                    <a:pt x="6828807" y="2315536"/>
                  </a:lnTo>
                  <a:lnTo>
                    <a:pt x="6829144" y="2316168"/>
                  </a:lnTo>
                  <a:lnTo>
                    <a:pt x="6829480" y="2316551"/>
                  </a:lnTo>
                  <a:lnTo>
                    <a:pt x="6829816" y="2316779"/>
                  </a:lnTo>
                  <a:lnTo>
                    <a:pt x="6830153" y="2316972"/>
                  </a:lnTo>
                  <a:lnTo>
                    <a:pt x="6830489" y="2317026"/>
                  </a:lnTo>
                  <a:lnTo>
                    <a:pt x="6830826" y="2316947"/>
                  </a:lnTo>
                  <a:lnTo>
                    <a:pt x="6831162" y="2316477"/>
                  </a:lnTo>
                  <a:lnTo>
                    <a:pt x="6831499" y="2316002"/>
                  </a:lnTo>
                  <a:lnTo>
                    <a:pt x="6831835" y="2315138"/>
                  </a:lnTo>
                  <a:lnTo>
                    <a:pt x="6832172" y="2313737"/>
                  </a:lnTo>
                  <a:lnTo>
                    <a:pt x="6832508" y="2311954"/>
                  </a:lnTo>
                  <a:lnTo>
                    <a:pt x="6832845" y="2309964"/>
                  </a:lnTo>
                  <a:lnTo>
                    <a:pt x="6833181" y="2307683"/>
                  </a:lnTo>
                  <a:lnTo>
                    <a:pt x="6833518" y="2305096"/>
                  </a:lnTo>
                  <a:lnTo>
                    <a:pt x="6833854" y="2302058"/>
                  </a:lnTo>
                  <a:lnTo>
                    <a:pt x="6834190" y="2298361"/>
                  </a:lnTo>
                  <a:lnTo>
                    <a:pt x="6834527" y="2294274"/>
                  </a:lnTo>
                  <a:lnTo>
                    <a:pt x="6834863" y="2290059"/>
                  </a:lnTo>
                  <a:lnTo>
                    <a:pt x="6835200" y="2285839"/>
                  </a:lnTo>
                  <a:lnTo>
                    <a:pt x="6835536" y="2281641"/>
                  </a:lnTo>
                  <a:lnTo>
                    <a:pt x="6835873" y="2277753"/>
                  </a:lnTo>
                  <a:lnTo>
                    <a:pt x="6836209" y="2273970"/>
                  </a:lnTo>
                  <a:lnTo>
                    <a:pt x="6836546" y="2269898"/>
                  </a:lnTo>
                  <a:lnTo>
                    <a:pt x="6836882" y="2266386"/>
                  </a:lnTo>
                  <a:lnTo>
                    <a:pt x="6837219" y="2263091"/>
                  </a:lnTo>
                  <a:lnTo>
                    <a:pt x="6837555" y="2259807"/>
                  </a:lnTo>
                  <a:lnTo>
                    <a:pt x="6837891" y="2256738"/>
                  </a:lnTo>
                  <a:lnTo>
                    <a:pt x="6838228" y="2253939"/>
                  </a:lnTo>
                  <a:lnTo>
                    <a:pt x="6838564" y="2251480"/>
                  </a:lnTo>
                  <a:lnTo>
                    <a:pt x="6838901" y="2249598"/>
                  </a:lnTo>
                  <a:lnTo>
                    <a:pt x="6839237" y="2248351"/>
                  </a:lnTo>
                  <a:lnTo>
                    <a:pt x="6839574" y="2247562"/>
                  </a:lnTo>
                  <a:lnTo>
                    <a:pt x="6839910" y="2247030"/>
                  </a:lnTo>
                  <a:lnTo>
                    <a:pt x="6840247" y="2246529"/>
                  </a:lnTo>
                  <a:lnTo>
                    <a:pt x="6840583" y="2246097"/>
                  </a:lnTo>
                  <a:lnTo>
                    <a:pt x="6840920" y="2245931"/>
                  </a:lnTo>
                  <a:lnTo>
                    <a:pt x="6841256" y="2245966"/>
                  </a:lnTo>
                  <a:lnTo>
                    <a:pt x="6841593" y="2246439"/>
                  </a:lnTo>
                  <a:lnTo>
                    <a:pt x="6841929" y="2247063"/>
                  </a:lnTo>
                  <a:lnTo>
                    <a:pt x="6842265" y="2247460"/>
                  </a:lnTo>
                  <a:lnTo>
                    <a:pt x="6842602" y="2247675"/>
                  </a:lnTo>
                  <a:lnTo>
                    <a:pt x="6842938" y="2247913"/>
                  </a:lnTo>
                  <a:lnTo>
                    <a:pt x="6843275" y="2248126"/>
                  </a:lnTo>
                  <a:lnTo>
                    <a:pt x="6843611" y="2248389"/>
                  </a:lnTo>
                  <a:lnTo>
                    <a:pt x="6843948" y="2248784"/>
                  </a:lnTo>
                  <a:lnTo>
                    <a:pt x="6844284" y="2249166"/>
                  </a:lnTo>
                  <a:lnTo>
                    <a:pt x="6844621" y="2249540"/>
                  </a:lnTo>
                  <a:lnTo>
                    <a:pt x="6844957" y="2249769"/>
                  </a:lnTo>
                  <a:lnTo>
                    <a:pt x="6845294" y="2250074"/>
                  </a:lnTo>
                  <a:lnTo>
                    <a:pt x="6845630" y="2250440"/>
                  </a:lnTo>
                  <a:lnTo>
                    <a:pt x="6845967" y="2251017"/>
                  </a:lnTo>
                  <a:lnTo>
                    <a:pt x="6846303" y="2251397"/>
                  </a:lnTo>
                  <a:lnTo>
                    <a:pt x="6846639" y="2251720"/>
                  </a:lnTo>
                  <a:lnTo>
                    <a:pt x="6846976" y="2251490"/>
                  </a:lnTo>
                  <a:lnTo>
                    <a:pt x="6847312" y="2250977"/>
                  </a:lnTo>
                  <a:lnTo>
                    <a:pt x="6847649" y="2250709"/>
                  </a:lnTo>
                  <a:lnTo>
                    <a:pt x="6847985" y="2250396"/>
                  </a:lnTo>
                  <a:lnTo>
                    <a:pt x="6848322" y="2249806"/>
                  </a:lnTo>
                  <a:lnTo>
                    <a:pt x="6848658" y="2248942"/>
                  </a:lnTo>
                  <a:lnTo>
                    <a:pt x="6848995" y="2248115"/>
                  </a:lnTo>
                  <a:lnTo>
                    <a:pt x="6849331" y="2247250"/>
                  </a:lnTo>
                  <a:lnTo>
                    <a:pt x="6849668" y="2246531"/>
                  </a:lnTo>
                  <a:lnTo>
                    <a:pt x="6850004" y="2245964"/>
                  </a:lnTo>
                  <a:lnTo>
                    <a:pt x="6850341" y="2245344"/>
                  </a:lnTo>
                  <a:lnTo>
                    <a:pt x="6850677" y="2244740"/>
                  </a:lnTo>
                  <a:lnTo>
                    <a:pt x="6851013" y="2244028"/>
                  </a:lnTo>
                  <a:lnTo>
                    <a:pt x="6851350" y="2243569"/>
                  </a:lnTo>
                  <a:lnTo>
                    <a:pt x="6851686" y="2243194"/>
                  </a:lnTo>
                  <a:lnTo>
                    <a:pt x="6852023" y="2242926"/>
                  </a:lnTo>
                  <a:lnTo>
                    <a:pt x="6852359" y="2242681"/>
                  </a:lnTo>
                  <a:lnTo>
                    <a:pt x="6852696" y="2242305"/>
                  </a:lnTo>
                  <a:lnTo>
                    <a:pt x="6853032" y="2241767"/>
                  </a:lnTo>
                  <a:lnTo>
                    <a:pt x="6853369" y="2241232"/>
                  </a:lnTo>
                  <a:lnTo>
                    <a:pt x="6853705" y="2240883"/>
                  </a:lnTo>
                  <a:lnTo>
                    <a:pt x="6854042" y="2240095"/>
                  </a:lnTo>
                  <a:lnTo>
                    <a:pt x="6854378" y="2239155"/>
                  </a:lnTo>
                  <a:lnTo>
                    <a:pt x="6854715" y="2237446"/>
                  </a:lnTo>
                  <a:lnTo>
                    <a:pt x="6855051" y="2235380"/>
                  </a:lnTo>
                  <a:lnTo>
                    <a:pt x="6855387" y="2233114"/>
                  </a:lnTo>
                  <a:lnTo>
                    <a:pt x="6855724" y="2230934"/>
                  </a:lnTo>
                  <a:lnTo>
                    <a:pt x="6856060" y="2228889"/>
                  </a:lnTo>
                  <a:lnTo>
                    <a:pt x="6856397" y="2227047"/>
                  </a:lnTo>
                  <a:lnTo>
                    <a:pt x="6856733" y="2225327"/>
                  </a:lnTo>
                  <a:lnTo>
                    <a:pt x="6857070" y="2223726"/>
                  </a:lnTo>
                  <a:lnTo>
                    <a:pt x="6857406" y="2222320"/>
                  </a:lnTo>
                  <a:lnTo>
                    <a:pt x="6857743" y="2220949"/>
                  </a:lnTo>
                  <a:lnTo>
                    <a:pt x="6858079" y="2219523"/>
                  </a:lnTo>
                  <a:lnTo>
                    <a:pt x="6858416" y="2217964"/>
                  </a:lnTo>
                  <a:lnTo>
                    <a:pt x="6858752" y="2216455"/>
                  </a:lnTo>
                  <a:lnTo>
                    <a:pt x="6859089" y="2215325"/>
                  </a:lnTo>
                  <a:lnTo>
                    <a:pt x="6859425" y="2214481"/>
                  </a:lnTo>
                  <a:lnTo>
                    <a:pt x="6859761" y="2213571"/>
                  </a:lnTo>
                  <a:lnTo>
                    <a:pt x="6860098" y="2212773"/>
                  </a:lnTo>
                  <a:lnTo>
                    <a:pt x="6860434" y="2212268"/>
                  </a:lnTo>
                  <a:lnTo>
                    <a:pt x="6860771" y="2212077"/>
                  </a:lnTo>
                  <a:lnTo>
                    <a:pt x="6861107" y="2211385"/>
                  </a:lnTo>
                  <a:lnTo>
                    <a:pt x="6861444" y="2210591"/>
                  </a:lnTo>
                  <a:lnTo>
                    <a:pt x="6861780" y="2209648"/>
                  </a:lnTo>
                  <a:lnTo>
                    <a:pt x="6862117" y="2208689"/>
                  </a:lnTo>
                  <a:lnTo>
                    <a:pt x="6862453" y="2207560"/>
                  </a:lnTo>
                  <a:lnTo>
                    <a:pt x="6862790" y="2206396"/>
                  </a:lnTo>
                  <a:lnTo>
                    <a:pt x="6863126" y="2205161"/>
                  </a:lnTo>
                  <a:lnTo>
                    <a:pt x="6863463" y="2203691"/>
                  </a:lnTo>
                  <a:lnTo>
                    <a:pt x="6863799" y="2202588"/>
                  </a:lnTo>
                  <a:lnTo>
                    <a:pt x="6864135" y="2201433"/>
                  </a:lnTo>
                  <a:lnTo>
                    <a:pt x="6864472" y="2200640"/>
                  </a:lnTo>
                  <a:lnTo>
                    <a:pt x="6864808" y="2200188"/>
                  </a:lnTo>
                  <a:lnTo>
                    <a:pt x="6865145" y="2199815"/>
                  </a:lnTo>
                  <a:lnTo>
                    <a:pt x="6865481" y="2199428"/>
                  </a:lnTo>
                  <a:lnTo>
                    <a:pt x="6865818" y="2199006"/>
                  </a:lnTo>
                  <a:lnTo>
                    <a:pt x="6866154" y="2198641"/>
                  </a:lnTo>
                  <a:lnTo>
                    <a:pt x="6866491" y="2198721"/>
                  </a:lnTo>
                  <a:lnTo>
                    <a:pt x="6866827" y="2199121"/>
                  </a:lnTo>
                  <a:lnTo>
                    <a:pt x="6867164" y="2199213"/>
                  </a:lnTo>
                  <a:lnTo>
                    <a:pt x="6867500" y="2198681"/>
                  </a:lnTo>
                  <a:lnTo>
                    <a:pt x="6867837" y="2198063"/>
                  </a:lnTo>
                  <a:lnTo>
                    <a:pt x="6868173" y="2197412"/>
                  </a:lnTo>
                  <a:lnTo>
                    <a:pt x="6868509" y="2197059"/>
                  </a:lnTo>
                  <a:lnTo>
                    <a:pt x="6868846" y="2196680"/>
                  </a:lnTo>
                  <a:lnTo>
                    <a:pt x="6869182" y="2196194"/>
                  </a:lnTo>
                  <a:lnTo>
                    <a:pt x="6869519" y="2195178"/>
                  </a:lnTo>
                  <a:lnTo>
                    <a:pt x="6869855" y="2193764"/>
                  </a:lnTo>
                  <a:lnTo>
                    <a:pt x="6870192" y="2192190"/>
                  </a:lnTo>
                  <a:lnTo>
                    <a:pt x="6870528" y="2190850"/>
                  </a:lnTo>
                  <a:lnTo>
                    <a:pt x="6870865" y="2189332"/>
                  </a:lnTo>
                  <a:lnTo>
                    <a:pt x="6871201" y="2187748"/>
                  </a:lnTo>
                  <a:lnTo>
                    <a:pt x="6871538" y="2186090"/>
                  </a:lnTo>
                  <a:lnTo>
                    <a:pt x="6871874" y="2184383"/>
                  </a:lnTo>
                  <a:lnTo>
                    <a:pt x="6872210" y="2182710"/>
                  </a:lnTo>
                  <a:lnTo>
                    <a:pt x="6872547" y="2181422"/>
                  </a:lnTo>
                  <a:lnTo>
                    <a:pt x="6872883" y="2180089"/>
                  </a:lnTo>
                  <a:lnTo>
                    <a:pt x="6873220" y="2179104"/>
                  </a:lnTo>
                  <a:lnTo>
                    <a:pt x="6873556" y="2178437"/>
                  </a:lnTo>
                  <a:lnTo>
                    <a:pt x="6873893" y="2177747"/>
                  </a:lnTo>
                  <a:lnTo>
                    <a:pt x="6874229" y="2177411"/>
                  </a:lnTo>
                  <a:lnTo>
                    <a:pt x="6874566" y="2177779"/>
                  </a:lnTo>
                  <a:lnTo>
                    <a:pt x="6874902" y="2178368"/>
                  </a:lnTo>
                  <a:lnTo>
                    <a:pt x="6875239" y="2179256"/>
                  </a:lnTo>
                  <a:lnTo>
                    <a:pt x="6875575" y="2180511"/>
                  </a:lnTo>
                  <a:lnTo>
                    <a:pt x="6875912" y="2181942"/>
                  </a:lnTo>
                  <a:lnTo>
                    <a:pt x="6876248" y="2183220"/>
                  </a:lnTo>
                  <a:lnTo>
                    <a:pt x="6876584" y="2184445"/>
                  </a:lnTo>
                  <a:lnTo>
                    <a:pt x="6876921" y="2185669"/>
                  </a:lnTo>
                  <a:lnTo>
                    <a:pt x="6877257" y="2186833"/>
                  </a:lnTo>
                  <a:lnTo>
                    <a:pt x="6877594" y="2187904"/>
                  </a:lnTo>
                  <a:lnTo>
                    <a:pt x="6877930" y="2188976"/>
                  </a:lnTo>
                  <a:lnTo>
                    <a:pt x="6878267" y="2190016"/>
                  </a:lnTo>
                  <a:lnTo>
                    <a:pt x="6878603" y="2190835"/>
                  </a:lnTo>
                  <a:lnTo>
                    <a:pt x="6878940" y="2191601"/>
                  </a:lnTo>
                  <a:lnTo>
                    <a:pt x="6879276" y="2192244"/>
                  </a:lnTo>
                  <a:lnTo>
                    <a:pt x="6879613" y="2192557"/>
                  </a:lnTo>
                  <a:lnTo>
                    <a:pt x="6879949" y="2192672"/>
                  </a:lnTo>
                  <a:lnTo>
                    <a:pt x="6880286" y="2192550"/>
                  </a:lnTo>
                  <a:lnTo>
                    <a:pt x="6880622" y="2192060"/>
                  </a:lnTo>
                  <a:lnTo>
                    <a:pt x="6880958" y="2191310"/>
                  </a:lnTo>
                  <a:lnTo>
                    <a:pt x="6881295" y="2190698"/>
                  </a:lnTo>
                  <a:lnTo>
                    <a:pt x="6881631" y="2190101"/>
                  </a:lnTo>
                  <a:lnTo>
                    <a:pt x="6881968" y="2189527"/>
                  </a:lnTo>
                  <a:lnTo>
                    <a:pt x="6882304" y="2189129"/>
                  </a:lnTo>
                  <a:lnTo>
                    <a:pt x="6882641" y="2188868"/>
                  </a:lnTo>
                  <a:lnTo>
                    <a:pt x="6882977" y="2188731"/>
                  </a:lnTo>
                  <a:lnTo>
                    <a:pt x="6883314" y="2188861"/>
                  </a:lnTo>
                  <a:lnTo>
                    <a:pt x="6883650" y="2189144"/>
                  </a:lnTo>
                  <a:lnTo>
                    <a:pt x="6883987" y="2189686"/>
                  </a:lnTo>
                  <a:lnTo>
                    <a:pt x="6884323" y="2190460"/>
                  </a:lnTo>
                  <a:lnTo>
                    <a:pt x="6884660" y="2191307"/>
                  </a:lnTo>
                  <a:lnTo>
                    <a:pt x="6884996" y="2192106"/>
                  </a:lnTo>
                  <a:lnTo>
                    <a:pt x="6885332" y="2192692"/>
                  </a:lnTo>
                  <a:lnTo>
                    <a:pt x="6885669" y="2193174"/>
                  </a:lnTo>
                  <a:lnTo>
                    <a:pt x="6886005" y="2193661"/>
                  </a:lnTo>
                  <a:lnTo>
                    <a:pt x="6886342" y="2193750"/>
                  </a:lnTo>
                  <a:lnTo>
                    <a:pt x="6886678" y="2193576"/>
                  </a:lnTo>
                  <a:lnTo>
                    <a:pt x="6887015" y="2193255"/>
                  </a:lnTo>
                  <a:lnTo>
                    <a:pt x="6887351" y="2192816"/>
                  </a:lnTo>
                  <a:lnTo>
                    <a:pt x="6887688" y="2192332"/>
                  </a:lnTo>
                  <a:lnTo>
                    <a:pt x="6888024" y="2191615"/>
                  </a:lnTo>
                  <a:lnTo>
                    <a:pt x="6888361" y="2190344"/>
                  </a:lnTo>
                  <a:lnTo>
                    <a:pt x="6888697" y="2189160"/>
                  </a:lnTo>
                  <a:lnTo>
                    <a:pt x="6889034" y="2187738"/>
                  </a:lnTo>
                  <a:lnTo>
                    <a:pt x="6889370" y="2185942"/>
                  </a:lnTo>
                  <a:lnTo>
                    <a:pt x="6889706" y="2184142"/>
                  </a:lnTo>
                  <a:lnTo>
                    <a:pt x="6890043" y="2182344"/>
                  </a:lnTo>
                  <a:lnTo>
                    <a:pt x="6890379" y="2180776"/>
                  </a:lnTo>
                  <a:lnTo>
                    <a:pt x="6890716" y="2179200"/>
                  </a:lnTo>
                  <a:lnTo>
                    <a:pt x="6891052" y="2177973"/>
                  </a:lnTo>
                  <a:lnTo>
                    <a:pt x="6891389" y="2177166"/>
                  </a:lnTo>
                  <a:lnTo>
                    <a:pt x="6891725" y="2176502"/>
                  </a:lnTo>
                  <a:lnTo>
                    <a:pt x="6892062" y="2175849"/>
                  </a:lnTo>
                  <a:lnTo>
                    <a:pt x="6892398" y="2175264"/>
                  </a:lnTo>
                  <a:lnTo>
                    <a:pt x="6892735" y="2174647"/>
                  </a:lnTo>
                  <a:lnTo>
                    <a:pt x="6893071" y="2173989"/>
                  </a:lnTo>
                  <a:lnTo>
                    <a:pt x="6893408" y="2173533"/>
                  </a:lnTo>
                  <a:lnTo>
                    <a:pt x="6893744" y="2172993"/>
                  </a:lnTo>
                  <a:lnTo>
                    <a:pt x="6894080" y="2172599"/>
                  </a:lnTo>
                  <a:lnTo>
                    <a:pt x="6894417" y="2172160"/>
                  </a:lnTo>
                  <a:lnTo>
                    <a:pt x="6894753" y="2171897"/>
                  </a:lnTo>
                  <a:lnTo>
                    <a:pt x="6895090" y="2171498"/>
                  </a:lnTo>
                  <a:lnTo>
                    <a:pt x="6895426" y="2171128"/>
                  </a:lnTo>
                  <a:lnTo>
                    <a:pt x="6895763" y="2170638"/>
                  </a:lnTo>
                  <a:lnTo>
                    <a:pt x="6896099" y="2170133"/>
                  </a:lnTo>
                  <a:lnTo>
                    <a:pt x="6896436" y="2169551"/>
                  </a:lnTo>
                  <a:lnTo>
                    <a:pt x="6896772" y="2169214"/>
                  </a:lnTo>
                  <a:lnTo>
                    <a:pt x="6897109" y="2168977"/>
                  </a:lnTo>
                  <a:lnTo>
                    <a:pt x="6897445" y="2168671"/>
                  </a:lnTo>
                  <a:lnTo>
                    <a:pt x="6897782" y="2168510"/>
                  </a:lnTo>
                  <a:lnTo>
                    <a:pt x="6898118" y="2168832"/>
                  </a:lnTo>
                  <a:lnTo>
                    <a:pt x="6898454" y="2169597"/>
                  </a:lnTo>
                  <a:lnTo>
                    <a:pt x="6898791" y="2170745"/>
                  </a:lnTo>
                  <a:lnTo>
                    <a:pt x="6899127" y="2172360"/>
                  </a:lnTo>
                  <a:lnTo>
                    <a:pt x="6899464" y="2174197"/>
                  </a:lnTo>
                  <a:lnTo>
                    <a:pt x="6899800" y="2176041"/>
                  </a:lnTo>
                  <a:lnTo>
                    <a:pt x="6900137" y="2178031"/>
                  </a:lnTo>
                  <a:lnTo>
                    <a:pt x="6900473" y="2180312"/>
                  </a:lnTo>
                  <a:lnTo>
                    <a:pt x="6900810" y="2182899"/>
                  </a:lnTo>
                  <a:lnTo>
                    <a:pt x="6901146" y="2185708"/>
                  </a:lnTo>
                  <a:lnTo>
                    <a:pt x="6901483" y="2189000"/>
                  </a:lnTo>
                  <a:lnTo>
                    <a:pt x="6901819" y="2192737"/>
                  </a:lnTo>
                  <a:lnTo>
                    <a:pt x="6902156" y="2196344"/>
                  </a:lnTo>
                  <a:lnTo>
                    <a:pt x="6902492" y="2199973"/>
                  </a:lnTo>
                  <a:lnTo>
                    <a:pt x="6902828" y="2203461"/>
                  </a:lnTo>
                  <a:lnTo>
                    <a:pt x="6903165" y="2206572"/>
                  </a:lnTo>
                  <a:lnTo>
                    <a:pt x="6903501" y="2209511"/>
                  </a:lnTo>
                  <a:lnTo>
                    <a:pt x="6903838" y="2212486"/>
                  </a:lnTo>
                  <a:lnTo>
                    <a:pt x="6904174" y="2215122"/>
                  </a:lnTo>
                  <a:lnTo>
                    <a:pt x="6904511" y="2217439"/>
                  </a:lnTo>
                  <a:lnTo>
                    <a:pt x="6904847" y="2219856"/>
                  </a:lnTo>
                  <a:lnTo>
                    <a:pt x="6905184" y="2222367"/>
                  </a:lnTo>
                  <a:lnTo>
                    <a:pt x="6905520" y="2224595"/>
                  </a:lnTo>
                  <a:lnTo>
                    <a:pt x="6905857" y="2226370"/>
                  </a:lnTo>
                  <a:lnTo>
                    <a:pt x="6906193" y="2227785"/>
                  </a:lnTo>
                  <a:lnTo>
                    <a:pt x="6906529" y="2228928"/>
                  </a:lnTo>
                  <a:lnTo>
                    <a:pt x="6906866" y="2229566"/>
                  </a:lnTo>
                  <a:lnTo>
                    <a:pt x="6907202" y="2230139"/>
                  </a:lnTo>
                  <a:lnTo>
                    <a:pt x="6907539" y="2230738"/>
                  </a:lnTo>
                  <a:lnTo>
                    <a:pt x="6907875" y="2230860"/>
                  </a:lnTo>
                  <a:lnTo>
                    <a:pt x="6908212" y="2230770"/>
                  </a:lnTo>
                  <a:lnTo>
                    <a:pt x="6908548" y="2230676"/>
                  </a:lnTo>
                  <a:lnTo>
                    <a:pt x="6908885" y="2230314"/>
                  </a:lnTo>
                  <a:lnTo>
                    <a:pt x="6909221" y="2230159"/>
                  </a:lnTo>
                  <a:lnTo>
                    <a:pt x="6909558" y="2230323"/>
                  </a:lnTo>
                  <a:lnTo>
                    <a:pt x="6909894" y="2230518"/>
                  </a:lnTo>
                  <a:lnTo>
                    <a:pt x="6910231" y="2230627"/>
                  </a:lnTo>
                  <a:lnTo>
                    <a:pt x="6910567" y="2230806"/>
                  </a:lnTo>
                  <a:lnTo>
                    <a:pt x="6910903" y="2230743"/>
                  </a:lnTo>
                  <a:lnTo>
                    <a:pt x="6911240" y="2230493"/>
                  </a:lnTo>
                  <a:lnTo>
                    <a:pt x="6911576" y="2230088"/>
                  </a:lnTo>
                  <a:lnTo>
                    <a:pt x="6911913" y="2229706"/>
                  </a:lnTo>
                  <a:lnTo>
                    <a:pt x="6912249" y="2229470"/>
                  </a:lnTo>
                  <a:lnTo>
                    <a:pt x="6912586" y="2229341"/>
                  </a:lnTo>
                  <a:lnTo>
                    <a:pt x="6912922" y="2229587"/>
                  </a:lnTo>
                  <a:lnTo>
                    <a:pt x="6913259" y="2229928"/>
                  </a:lnTo>
                  <a:lnTo>
                    <a:pt x="6913595" y="2230536"/>
                  </a:lnTo>
                  <a:lnTo>
                    <a:pt x="6913932" y="2231353"/>
                  </a:lnTo>
                  <a:lnTo>
                    <a:pt x="6914268" y="2232425"/>
                  </a:lnTo>
                  <a:lnTo>
                    <a:pt x="6914605" y="2233672"/>
                  </a:lnTo>
                  <a:lnTo>
                    <a:pt x="6914941" y="2234897"/>
                  </a:lnTo>
                  <a:lnTo>
                    <a:pt x="6915277" y="2236259"/>
                  </a:lnTo>
                  <a:lnTo>
                    <a:pt x="6915614" y="2237889"/>
                  </a:lnTo>
                  <a:lnTo>
                    <a:pt x="6915950" y="2239887"/>
                  </a:lnTo>
                  <a:lnTo>
                    <a:pt x="6916287" y="2242137"/>
                  </a:lnTo>
                  <a:lnTo>
                    <a:pt x="6916623" y="2244403"/>
                  </a:lnTo>
                  <a:lnTo>
                    <a:pt x="6916960" y="2246255"/>
                  </a:lnTo>
                  <a:lnTo>
                    <a:pt x="6917296" y="2247992"/>
                  </a:lnTo>
                  <a:lnTo>
                    <a:pt x="6917633" y="2249829"/>
                  </a:lnTo>
                  <a:lnTo>
                    <a:pt x="6917969" y="2251666"/>
                  </a:lnTo>
                  <a:lnTo>
                    <a:pt x="6918306" y="2253449"/>
                  </a:lnTo>
                  <a:lnTo>
                    <a:pt x="6918642" y="2254719"/>
                  </a:lnTo>
                  <a:lnTo>
                    <a:pt x="6918979" y="2255707"/>
                  </a:lnTo>
                  <a:lnTo>
                    <a:pt x="6919315" y="2256587"/>
                  </a:lnTo>
                  <a:lnTo>
                    <a:pt x="6919651" y="2257436"/>
                  </a:lnTo>
                  <a:lnTo>
                    <a:pt x="6919988" y="2258081"/>
                  </a:lnTo>
                  <a:lnTo>
                    <a:pt x="6920324" y="2258534"/>
                  </a:lnTo>
                  <a:lnTo>
                    <a:pt x="6920661" y="2258916"/>
                  </a:lnTo>
                  <a:lnTo>
                    <a:pt x="6920997" y="2259111"/>
                  </a:lnTo>
                  <a:lnTo>
                    <a:pt x="6921334" y="2259639"/>
                  </a:lnTo>
                  <a:lnTo>
                    <a:pt x="6921670" y="2260120"/>
                  </a:lnTo>
                  <a:lnTo>
                    <a:pt x="6922007" y="2261200"/>
                  </a:lnTo>
                  <a:lnTo>
                    <a:pt x="6922343" y="2262672"/>
                  </a:lnTo>
                  <a:lnTo>
                    <a:pt x="6922680" y="2264110"/>
                  </a:lnTo>
                  <a:lnTo>
                    <a:pt x="6923016" y="2265202"/>
                  </a:lnTo>
                  <a:lnTo>
                    <a:pt x="6923353" y="2266460"/>
                  </a:lnTo>
                  <a:lnTo>
                    <a:pt x="6923689" y="2267937"/>
                  </a:lnTo>
                  <a:lnTo>
                    <a:pt x="6924025" y="2269455"/>
                  </a:lnTo>
                  <a:lnTo>
                    <a:pt x="6924362" y="2270867"/>
                  </a:lnTo>
                  <a:lnTo>
                    <a:pt x="6924698" y="2272180"/>
                  </a:lnTo>
                  <a:lnTo>
                    <a:pt x="6925035" y="2273641"/>
                  </a:lnTo>
                  <a:lnTo>
                    <a:pt x="6925371" y="2275264"/>
                  </a:lnTo>
                  <a:lnTo>
                    <a:pt x="6925708" y="2277066"/>
                  </a:lnTo>
                  <a:lnTo>
                    <a:pt x="6926044" y="2278819"/>
                  </a:lnTo>
                  <a:lnTo>
                    <a:pt x="6926381" y="2280437"/>
                  </a:lnTo>
                  <a:lnTo>
                    <a:pt x="6926717" y="2282082"/>
                  </a:lnTo>
                  <a:lnTo>
                    <a:pt x="6927054" y="2283796"/>
                  </a:lnTo>
                  <a:lnTo>
                    <a:pt x="6927390" y="2285307"/>
                  </a:lnTo>
                  <a:lnTo>
                    <a:pt x="6927727" y="2286622"/>
                  </a:lnTo>
                  <a:lnTo>
                    <a:pt x="6928063" y="2288061"/>
                  </a:lnTo>
                  <a:lnTo>
                    <a:pt x="6928399" y="2289396"/>
                  </a:lnTo>
                  <a:lnTo>
                    <a:pt x="6928736" y="2290358"/>
                  </a:lnTo>
                  <a:lnTo>
                    <a:pt x="6929072" y="2291170"/>
                  </a:lnTo>
                  <a:lnTo>
                    <a:pt x="6929409" y="2292120"/>
                  </a:lnTo>
                  <a:lnTo>
                    <a:pt x="6929745" y="2293046"/>
                  </a:lnTo>
                  <a:lnTo>
                    <a:pt x="6930082" y="2293866"/>
                  </a:lnTo>
                  <a:lnTo>
                    <a:pt x="6930418" y="2294562"/>
                  </a:lnTo>
                  <a:lnTo>
                    <a:pt x="6930755" y="2295510"/>
                  </a:lnTo>
                  <a:lnTo>
                    <a:pt x="6931091" y="2296242"/>
                  </a:lnTo>
                  <a:lnTo>
                    <a:pt x="6931428" y="2297226"/>
                  </a:lnTo>
                  <a:lnTo>
                    <a:pt x="6931764" y="2297883"/>
                  </a:lnTo>
                  <a:lnTo>
                    <a:pt x="6932101" y="2298473"/>
                  </a:lnTo>
                  <a:lnTo>
                    <a:pt x="6932437" y="2298675"/>
                  </a:lnTo>
                  <a:lnTo>
                    <a:pt x="6932773" y="2298723"/>
                  </a:lnTo>
                  <a:lnTo>
                    <a:pt x="6933110" y="2298843"/>
                  </a:lnTo>
                  <a:lnTo>
                    <a:pt x="6933446" y="2298776"/>
                  </a:lnTo>
                  <a:lnTo>
                    <a:pt x="6933783" y="2298640"/>
                  </a:lnTo>
                  <a:lnTo>
                    <a:pt x="6934119" y="2298649"/>
                  </a:lnTo>
                  <a:lnTo>
                    <a:pt x="6934456" y="2299039"/>
                  </a:lnTo>
                  <a:lnTo>
                    <a:pt x="6934792" y="2299605"/>
                  </a:lnTo>
                  <a:lnTo>
                    <a:pt x="6935129" y="2300420"/>
                  </a:lnTo>
                  <a:lnTo>
                    <a:pt x="6935465" y="2301339"/>
                  </a:lnTo>
                  <a:lnTo>
                    <a:pt x="6935802" y="2301927"/>
                  </a:lnTo>
                  <a:lnTo>
                    <a:pt x="6936138" y="2302563"/>
                  </a:lnTo>
                  <a:lnTo>
                    <a:pt x="6936475" y="2302962"/>
                  </a:lnTo>
                  <a:lnTo>
                    <a:pt x="6936811" y="2303764"/>
                  </a:lnTo>
                  <a:lnTo>
                    <a:pt x="6937147" y="2304713"/>
                  </a:lnTo>
                  <a:lnTo>
                    <a:pt x="6937484" y="2306074"/>
                  </a:lnTo>
                  <a:lnTo>
                    <a:pt x="6937820" y="2307351"/>
                  </a:lnTo>
                  <a:lnTo>
                    <a:pt x="6938157" y="2308850"/>
                  </a:lnTo>
                  <a:lnTo>
                    <a:pt x="6938493" y="2310773"/>
                  </a:lnTo>
                  <a:lnTo>
                    <a:pt x="6938830" y="2312626"/>
                  </a:lnTo>
                  <a:lnTo>
                    <a:pt x="6939166" y="2314208"/>
                  </a:lnTo>
                  <a:lnTo>
                    <a:pt x="6939503" y="2315729"/>
                  </a:lnTo>
                  <a:lnTo>
                    <a:pt x="6939839" y="2316824"/>
                  </a:lnTo>
                  <a:lnTo>
                    <a:pt x="6940176" y="2317702"/>
                  </a:lnTo>
                  <a:lnTo>
                    <a:pt x="6940512" y="2318523"/>
                  </a:lnTo>
                  <a:lnTo>
                    <a:pt x="6940848" y="2318749"/>
                  </a:lnTo>
                  <a:lnTo>
                    <a:pt x="6941185" y="2318755"/>
                  </a:lnTo>
                  <a:lnTo>
                    <a:pt x="6941521" y="2318568"/>
                  </a:lnTo>
                  <a:lnTo>
                    <a:pt x="6941858" y="2317938"/>
                  </a:lnTo>
                  <a:lnTo>
                    <a:pt x="6942194" y="2317297"/>
                  </a:lnTo>
                  <a:lnTo>
                    <a:pt x="6942531" y="2316401"/>
                  </a:lnTo>
                  <a:lnTo>
                    <a:pt x="6942867" y="2315436"/>
                  </a:lnTo>
                  <a:lnTo>
                    <a:pt x="6943204" y="2314271"/>
                  </a:lnTo>
                  <a:lnTo>
                    <a:pt x="6943540" y="2313226"/>
                  </a:lnTo>
                  <a:lnTo>
                    <a:pt x="6943877" y="2312162"/>
                  </a:lnTo>
                  <a:lnTo>
                    <a:pt x="6944213" y="2311048"/>
                  </a:lnTo>
                  <a:lnTo>
                    <a:pt x="6944550" y="2309745"/>
                  </a:lnTo>
                  <a:lnTo>
                    <a:pt x="6944886" y="2308489"/>
                  </a:lnTo>
                  <a:lnTo>
                    <a:pt x="6945222" y="2307327"/>
                  </a:lnTo>
                  <a:lnTo>
                    <a:pt x="6945559" y="2306183"/>
                  </a:lnTo>
                  <a:lnTo>
                    <a:pt x="6945895" y="2305476"/>
                  </a:lnTo>
                  <a:lnTo>
                    <a:pt x="6946232" y="2304868"/>
                  </a:lnTo>
                  <a:lnTo>
                    <a:pt x="6946568" y="2303919"/>
                  </a:lnTo>
                  <a:lnTo>
                    <a:pt x="6946905" y="2302893"/>
                  </a:lnTo>
                  <a:lnTo>
                    <a:pt x="6947241" y="2301745"/>
                  </a:lnTo>
                  <a:lnTo>
                    <a:pt x="6947578" y="2300903"/>
                  </a:lnTo>
                  <a:lnTo>
                    <a:pt x="6947914" y="2299877"/>
                  </a:lnTo>
                  <a:lnTo>
                    <a:pt x="6948251" y="2299028"/>
                  </a:lnTo>
                  <a:lnTo>
                    <a:pt x="6948587" y="2297995"/>
                  </a:lnTo>
                  <a:lnTo>
                    <a:pt x="6948924" y="2297053"/>
                  </a:lnTo>
                  <a:lnTo>
                    <a:pt x="6949260" y="2296127"/>
                  </a:lnTo>
                  <a:lnTo>
                    <a:pt x="6949596" y="2295362"/>
                  </a:lnTo>
                  <a:lnTo>
                    <a:pt x="6949933" y="2294688"/>
                  </a:lnTo>
                  <a:lnTo>
                    <a:pt x="6950269" y="2294076"/>
                  </a:lnTo>
                  <a:lnTo>
                    <a:pt x="6950606" y="2293426"/>
                  </a:lnTo>
                  <a:lnTo>
                    <a:pt x="6950942" y="2292829"/>
                  </a:lnTo>
                  <a:lnTo>
                    <a:pt x="6951279" y="2292050"/>
                  </a:lnTo>
                  <a:lnTo>
                    <a:pt x="6951615" y="2291237"/>
                  </a:lnTo>
                  <a:lnTo>
                    <a:pt x="6951952" y="2290573"/>
                  </a:lnTo>
                  <a:lnTo>
                    <a:pt x="6952288" y="2289844"/>
                  </a:lnTo>
                  <a:lnTo>
                    <a:pt x="6952625" y="2289250"/>
                  </a:lnTo>
                  <a:lnTo>
                    <a:pt x="6952961" y="2289028"/>
                  </a:lnTo>
                  <a:lnTo>
                    <a:pt x="6953298" y="2288725"/>
                  </a:lnTo>
                  <a:lnTo>
                    <a:pt x="6953634" y="2288414"/>
                  </a:lnTo>
                  <a:lnTo>
                    <a:pt x="6953970" y="2288052"/>
                  </a:lnTo>
                  <a:lnTo>
                    <a:pt x="6954307" y="2287639"/>
                  </a:lnTo>
                  <a:lnTo>
                    <a:pt x="6954643" y="2287243"/>
                  </a:lnTo>
                  <a:lnTo>
                    <a:pt x="6954980" y="2286763"/>
                  </a:lnTo>
                  <a:lnTo>
                    <a:pt x="6955316" y="2286393"/>
                  </a:lnTo>
                  <a:lnTo>
                    <a:pt x="6955653" y="2286195"/>
                  </a:lnTo>
                  <a:lnTo>
                    <a:pt x="6955989" y="2285703"/>
                  </a:lnTo>
                  <a:lnTo>
                    <a:pt x="6956326" y="2285326"/>
                  </a:lnTo>
                  <a:lnTo>
                    <a:pt x="6956662" y="2284910"/>
                  </a:lnTo>
                  <a:lnTo>
                    <a:pt x="6956999" y="2284253"/>
                  </a:lnTo>
                  <a:lnTo>
                    <a:pt x="6957335" y="2283648"/>
                  </a:lnTo>
                  <a:lnTo>
                    <a:pt x="6957672" y="2282920"/>
                  </a:lnTo>
                  <a:lnTo>
                    <a:pt x="6958008" y="2282231"/>
                  </a:lnTo>
                  <a:lnTo>
                    <a:pt x="6958344" y="2281491"/>
                  </a:lnTo>
                  <a:lnTo>
                    <a:pt x="6958681" y="2280790"/>
                  </a:lnTo>
                  <a:lnTo>
                    <a:pt x="6959017" y="2280160"/>
                  </a:lnTo>
                  <a:lnTo>
                    <a:pt x="6959354" y="2279773"/>
                  </a:lnTo>
                  <a:lnTo>
                    <a:pt x="6959690" y="2279309"/>
                  </a:lnTo>
                  <a:lnTo>
                    <a:pt x="6960027" y="2278831"/>
                  </a:lnTo>
                  <a:lnTo>
                    <a:pt x="6960363" y="2278265"/>
                  </a:lnTo>
                  <a:lnTo>
                    <a:pt x="6960700" y="2277650"/>
                  </a:lnTo>
                  <a:lnTo>
                    <a:pt x="6961036" y="2277011"/>
                  </a:lnTo>
                  <a:lnTo>
                    <a:pt x="6961373" y="2276227"/>
                  </a:lnTo>
                  <a:lnTo>
                    <a:pt x="6961709" y="2275815"/>
                  </a:lnTo>
                  <a:lnTo>
                    <a:pt x="6962046" y="2275397"/>
                  </a:lnTo>
                  <a:lnTo>
                    <a:pt x="6962382" y="2275238"/>
                  </a:lnTo>
                  <a:lnTo>
                    <a:pt x="6962718" y="2275005"/>
                  </a:lnTo>
                  <a:lnTo>
                    <a:pt x="6963055" y="2274545"/>
                  </a:lnTo>
                  <a:lnTo>
                    <a:pt x="6963391" y="2273894"/>
                  </a:lnTo>
                  <a:lnTo>
                    <a:pt x="6963728" y="2273069"/>
                  </a:lnTo>
                  <a:lnTo>
                    <a:pt x="6964064" y="2271968"/>
                  </a:lnTo>
                  <a:lnTo>
                    <a:pt x="6964401" y="2270886"/>
                  </a:lnTo>
                  <a:lnTo>
                    <a:pt x="6964737" y="2269592"/>
                  </a:lnTo>
                  <a:lnTo>
                    <a:pt x="6965074" y="2268089"/>
                  </a:lnTo>
                  <a:lnTo>
                    <a:pt x="6965410" y="2266082"/>
                  </a:lnTo>
                  <a:lnTo>
                    <a:pt x="6965747" y="2263795"/>
                  </a:lnTo>
                  <a:lnTo>
                    <a:pt x="6966083" y="2261292"/>
                  </a:lnTo>
                  <a:lnTo>
                    <a:pt x="6966420" y="2258669"/>
                  </a:lnTo>
                  <a:lnTo>
                    <a:pt x="6966756" y="2255946"/>
                  </a:lnTo>
                  <a:lnTo>
                    <a:pt x="6967092" y="2253220"/>
                  </a:lnTo>
                  <a:lnTo>
                    <a:pt x="6967429" y="2250467"/>
                  </a:lnTo>
                  <a:lnTo>
                    <a:pt x="6967765" y="2247857"/>
                  </a:lnTo>
                  <a:lnTo>
                    <a:pt x="6968102" y="2245497"/>
                  </a:lnTo>
                  <a:lnTo>
                    <a:pt x="6968438" y="2243418"/>
                  </a:lnTo>
                  <a:lnTo>
                    <a:pt x="6968775" y="2241694"/>
                  </a:lnTo>
                  <a:lnTo>
                    <a:pt x="6969111" y="2240067"/>
                  </a:lnTo>
                  <a:lnTo>
                    <a:pt x="6969448" y="2238648"/>
                  </a:lnTo>
                  <a:lnTo>
                    <a:pt x="6969784" y="2237567"/>
                  </a:lnTo>
                  <a:lnTo>
                    <a:pt x="6970121" y="2236635"/>
                  </a:lnTo>
                  <a:lnTo>
                    <a:pt x="6970457" y="2236371"/>
                  </a:lnTo>
                  <a:lnTo>
                    <a:pt x="6970793" y="2236493"/>
                  </a:lnTo>
                  <a:lnTo>
                    <a:pt x="6971130" y="2236925"/>
                  </a:lnTo>
                  <a:lnTo>
                    <a:pt x="6971466" y="2237320"/>
                  </a:lnTo>
                  <a:lnTo>
                    <a:pt x="6971803" y="2237911"/>
                  </a:lnTo>
                  <a:lnTo>
                    <a:pt x="6972139" y="2238532"/>
                  </a:lnTo>
                  <a:lnTo>
                    <a:pt x="6972476" y="2239082"/>
                  </a:lnTo>
                  <a:lnTo>
                    <a:pt x="6972812" y="2239886"/>
                  </a:lnTo>
                  <a:lnTo>
                    <a:pt x="6973149" y="2240889"/>
                  </a:lnTo>
                  <a:lnTo>
                    <a:pt x="6973485" y="2241793"/>
                  </a:lnTo>
                  <a:lnTo>
                    <a:pt x="6973822" y="2242234"/>
                  </a:lnTo>
                  <a:lnTo>
                    <a:pt x="6974158" y="2242782"/>
                  </a:lnTo>
                  <a:lnTo>
                    <a:pt x="6974495" y="2243151"/>
                  </a:lnTo>
                  <a:lnTo>
                    <a:pt x="6974831" y="2243539"/>
                  </a:lnTo>
                  <a:lnTo>
                    <a:pt x="6975167" y="2244335"/>
                  </a:lnTo>
                  <a:lnTo>
                    <a:pt x="6975504" y="2245133"/>
                  </a:lnTo>
                  <a:lnTo>
                    <a:pt x="6975840" y="2246058"/>
                  </a:lnTo>
                  <a:lnTo>
                    <a:pt x="6976177" y="2246917"/>
                  </a:lnTo>
                  <a:lnTo>
                    <a:pt x="6976513" y="2247800"/>
                  </a:lnTo>
                  <a:lnTo>
                    <a:pt x="6976850" y="2248457"/>
                  </a:lnTo>
                  <a:lnTo>
                    <a:pt x="6977186" y="2249066"/>
                  </a:lnTo>
                  <a:lnTo>
                    <a:pt x="6977523" y="2249615"/>
                  </a:lnTo>
                  <a:lnTo>
                    <a:pt x="6977859" y="2249824"/>
                  </a:lnTo>
                  <a:lnTo>
                    <a:pt x="6978196" y="2250007"/>
                  </a:lnTo>
                  <a:lnTo>
                    <a:pt x="6978532" y="2250420"/>
                  </a:lnTo>
                  <a:lnTo>
                    <a:pt x="6978869" y="2251193"/>
                  </a:lnTo>
                  <a:lnTo>
                    <a:pt x="6979205" y="2252165"/>
                  </a:lnTo>
                  <a:lnTo>
                    <a:pt x="6979541" y="2253084"/>
                  </a:lnTo>
                  <a:lnTo>
                    <a:pt x="6979878" y="2253627"/>
                  </a:lnTo>
                  <a:lnTo>
                    <a:pt x="6980214" y="2253497"/>
                  </a:lnTo>
                  <a:lnTo>
                    <a:pt x="6980551" y="2253168"/>
                  </a:lnTo>
                  <a:lnTo>
                    <a:pt x="6980887" y="2252770"/>
                  </a:lnTo>
                  <a:lnTo>
                    <a:pt x="6981224" y="2252250"/>
                  </a:lnTo>
                  <a:lnTo>
                    <a:pt x="6981560" y="2251492"/>
                  </a:lnTo>
                  <a:lnTo>
                    <a:pt x="6981897" y="2250773"/>
                  </a:lnTo>
                  <a:lnTo>
                    <a:pt x="6982233" y="2250084"/>
                  </a:lnTo>
                  <a:lnTo>
                    <a:pt x="6982570" y="2249471"/>
                  </a:lnTo>
                  <a:lnTo>
                    <a:pt x="6982906" y="2249035"/>
                  </a:lnTo>
                  <a:lnTo>
                    <a:pt x="6983243" y="2248668"/>
                  </a:lnTo>
                  <a:lnTo>
                    <a:pt x="6983579" y="2247979"/>
                  </a:lnTo>
                  <a:lnTo>
                    <a:pt x="6983915" y="2247007"/>
                  </a:lnTo>
                  <a:lnTo>
                    <a:pt x="6984252" y="2245874"/>
                  </a:lnTo>
                  <a:lnTo>
                    <a:pt x="6984588" y="2244833"/>
                  </a:lnTo>
                  <a:lnTo>
                    <a:pt x="6984925" y="2243961"/>
                  </a:lnTo>
                  <a:lnTo>
                    <a:pt x="6985261" y="2243387"/>
                  </a:lnTo>
                  <a:lnTo>
                    <a:pt x="6985598" y="2242951"/>
                  </a:lnTo>
                  <a:lnTo>
                    <a:pt x="6985934" y="2242637"/>
                  </a:lnTo>
                  <a:lnTo>
                    <a:pt x="6986271" y="2242392"/>
                  </a:lnTo>
                  <a:lnTo>
                    <a:pt x="6986607" y="2242231"/>
                  </a:lnTo>
                  <a:lnTo>
                    <a:pt x="6986944" y="2241734"/>
                  </a:lnTo>
                  <a:lnTo>
                    <a:pt x="6987280" y="2240808"/>
                  </a:lnTo>
                  <a:lnTo>
                    <a:pt x="6987617" y="2239828"/>
                  </a:lnTo>
                  <a:lnTo>
                    <a:pt x="6987953" y="2238695"/>
                  </a:lnTo>
                  <a:lnTo>
                    <a:pt x="6988289" y="2237471"/>
                  </a:lnTo>
                  <a:lnTo>
                    <a:pt x="6988626" y="2236231"/>
                  </a:lnTo>
                  <a:lnTo>
                    <a:pt x="6988962" y="2235305"/>
                  </a:lnTo>
                  <a:lnTo>
                    <a:pt x="6989299" y="2234218"/>
                  </a:lnTo>
                  <a:lnTo>
                    <a:pt x="6989635" y="2232886"/>
                  </a:lnTo>
                  <a:lnTo>
                    <a:pt x="6989972" y="2231624"/>
                  </a:lnTo>
                  <a:lnTo>
                    <a:pt x="6990308" y="2230636"/>
                  </a:lnTo>
                  <a:lnTo>
                    <a:pt x="6990645" y="2229465"/>
                  </a:lnTo>
                  <a:lnTo>
                    <a:pt x="6990981" y="2227919"/>
                  </a:lnTo>
                  <a:lnTo>
                    <a:pt x="6991318" y="2226511"/>
                  </a:lnTo>
                  <a:lnTo>
                    <a:pt x="6991654" y="2225248"/>
                  </a:lnTo>
                  <a:lnTo>
                    <a:pt x="6991991" y="2224016"/>
                  </a:lnTo>
                  <a:lnTo>
                    <a:pt x="6992327" y="2222983"/>
                  </a:lnTo>
                  <a:lnTo>
                    <a:pt x="6992663" y="2221965"/>
                  </a:lnTo>
                  <a:lnTo>
                    <a:pt x="6993000" y="2220878"/>
                  </a:lnTo>
                  <a:lnTo>
                    <a:pt x="6993336" y="2219807"/>
                  </a:lnTo>
                  <a:lnTo>
                    <a:pt x="6993673" y="2218720"/>
                  </a:lnTo>
                  <a:lnTo>
                    <a:pt x="6994009" y="2217250"/>
                  </a:lnTo>
                  <a:lnTo>
                    <a:pt x="6994346" y="2215949"/>
                  </a:lnTo>
                  <a:lnTo>
                    <a:pt x="6994682" y="2214885"/>
                  </a:lnTo>
                  <a:lnTo>
                    <a:pt x="6995019" y="2213692"/>
                  </a:lnTo>
                  <a:lnTo>
                    <a:pt x="6995355" y="2212100"/>
                  </a:lnTo>
                  <a:lnTo>
                    <a:pt x="6995692" y="2210500"/>
                  </a:lnTo>
                  <a:lnTo>
                    <a:pt x="6996028" y="2209222"/>
                  </a:lnTo>
                  <a:lnTo>
                    <a:pt x="6996365" y="2207875"/>
                  </a:lnTo>
                  <a:lnTo>
                    <a:pt x="6996701" y="2206423"/>
                  </a:lnTo>
                  <a:lnTo>
                    <a:pt x="6997037" y="2205256"/>
                  </a:lnTo>
                  <a:lnTo>
                    <a:pt x="6997374" y="2204130"/>
                  </a:lnTo>
                  <a:lnTo>
                    <a:pt x="6997710" y="2203300"/>
                  </a:lnTo>
                  <a:lnTo>
                    <a:pt x="6998047" y="2202719"/>
                  </a:lnTo>
                  <a:lnTo>
                    <a:pt x="6998383" y="2202164"/>
                  </a:lnTo>
                  <a:lnTo>
                    <a:pt x="6998720" y="2201585"/>
                  </a:lnTo>
                  <a:lnTo>
                    <a:pt x="6999056" y="2201155"/>
                  </a:lnTo>
                  <a:lnTo>
                    <a:pt x="6999393" y="2200733"/>
                  </a:lnTo>
                  <a:lnTo>
                    <a:pt x="6999729" y="2200567"/>
                  </a:lnTo>
                  <a:lnTo>
                    <a:pt x="7000066" y="2200570"/>
                  </a:lnTo>
                  <a:lnTo>
                    <a:pt x="7000402" y="2200750"/>
                  </a:lnTo>
                  <a:lnTo>
                    <a:pt x="7000739" y="2201526"/>
                  </a:lnTo>
                  <a:lnTo>
                    <a:pt x="7001075" y="2202393"/>
                  </a:lnTo>
                  <a:lnTo>
                    <a:pt x="7001411" y="2203071"/>
                  </a:lnTo>
                  <a:lnTo>
                    <a:pt x="7001748" y="2203516"/>
                  </a:lnTo>
                  <a:lnTo>
                    <a:pt x="7002084" y="2203629"/>
                  </a:lnTo>
                  <a:lnTo>
                    <a:pt x="7002421" y="2203638"/>
                  </a:lnTo>
                  <a:lnTo>
                    <a:pt x="7002757" y="2202802"/>
                  </a:lnTo>
                  <a:lnTo>
                    <a:pt x="7003094" y="2202144"/>
                  </a:lnTo>
                  <a:lnTo>
                    <a:pt x="7003430" y="2201207"/>
                  </a:lnTo>
                  <a:lnTo>
                    <a:pt x="7003767" y="2200234"/>
                  </a:lnTo>
                  <a:lnTo>
                    <a:pt x="7004103" y="2199674"/>
                  </a:lnTo>
                  <a:lnTo>
                    <a:pt x="7004440" y="2199215"/>
                  </a:lnTo>
                  <a:lnTo>
                    <a:pt x="7004776" y="2198354"/>
                  </a:lnTo>
                  <a:lnTo>
                    <a:pt x="7005112" y="2197488"/>
                  </a:lnTo>
                  <a:lnTo>
                    <a:pt x="7005449" y="2196367"/>
                  </a:lnTo>
                  <a:lnTo>
                    <a:pt x="7005785" y="2194614"/>
                  </a:lnTo>
                  <a:lnTo>
                    <a:pt x="7006122" y="2192512"/>
                  </a:lnTo>
                  <a:lnTo>
                    <a:pt x="7006458" y="2190592"/>
                  </a:lnTo>
                  <a:lnTo>
                    <a:pt x="7006795" y="2188246"/>
                  </a:lnTo>
                  <a:lnTo>
                    <a:pt x="7007131" y="2185877"/>
                  </a:lnTo>
                  <a:lnTo>
                    <a:pt x="7007468" y="2183962"/>
                  </a:lnTo>
                  <a:lnTo>
                    <a:pt x="7007804" y="2182009"/>
                  </a:lnTo>
                  <a:lnTo>
                    <a:pt x="7008141" y="2180342"/>
                  </a:lnTo>
                  <a:lnTo>
                    <a:pt x="7008477" y="2178760"/>
                  </a:lnTo>
                  <a:lnTo>
                    <a:pt x="7008814" y="2177128"/>
                  </a:lnTo>
                  <a:lnTo>
                    <a:pt x="7009150" y="2175512"/>
                  </a:lnTo>
                  <a:lnTo>
                    <a:pt x="7009486" y="2173765"/>
                  </a:lnTo>
                  <a:lnTo>
                    <a:pt x="7009823" y="2172407"/>
                  </a:lnTo>
                  <a:lnTo>
                    <a:pt x="7010159" y="2170822"/>
                  </a:lnTo>
                  <a:lnTo>
                    <a:pt x="7010496" y="2169514"/>
                  </a:lnTo>
                  <a:lnTo>
                    <a:pt x="7010832" y="2167989"/>
                  </a:lnTo>
                  <a:lnTo>
                    <a:pt x="7011169" y="2166449"/>
                  </a:lnTo>
                  <a:lnTo>
                    <a:pt x="7011505" y="2164927"/>
                  </a:lnTo>
                  <a:lnTo>
                    <a:pt x="7011842" y="2164093"/>
                  </a:lnTo>
                  <a:lnTo>
                    <a:pt x="7012178" y="2163686"/>
                  </a:lnTo>
                  <a:lnTo>
                    <a:pt x="7012515" y="2163350"/>
                  </a:lnTo>
                  <a:lnTo>
                    <a:pt x="7012851" y="2163269"/>
                  </a:lnTo>
                  <a:lnTo>
                    <a:pt x="7013188" y="2162817"/>
                  </a:lnTo>
                  <a:lnTo>
                    <a:pt x="7013524" y="2162044"/>
                  </a:lnTo>
                  <a:lnTo>
                    <a:pt x="7013860" y="2161305"/>
                  </a:lnTo>
                  <a:lnTo>
                    <a:pt x="7014197" y="2160680"/>
                  </a:lnTo>
                  <a:lnTo>
                    <a:pt x="7014533" y="2160247"/>
                  </a:lnTo>
                  <a:lnTo>
                    <a:pt x="7014870" y="2159700"/>
                  </a:lnTo>
                  <a:lnTo>
                    <a:pt x="7015206" y="2159806"/>
                  </a:lnTo>
                  <a:lnTo>
                    <a:pt x="7015543" y="2159996"/>
                  </a:lnTo>
                  <a:lnTo>
                    <a:pt x="7015879" y="2160618"/>
                  </a:lnTo>
                  <a:lnTo>
                    <a:pt x="7016216" y="2161456"/>
                  </a:lnTo>
                  <a:lnTo>
                    <a:pt x="7016552" y="2162480"/>
                  </a:lnTo>
                  <a:lnTo>
                    <a:pt x="7016889" y="2163213"/>
                  </a:lnTo>
                  <a:lnTo>
                    <a:pt x="7017225" y="2163740"/>
                  </a:lnTo>
                  <a:lnTo>
                    <a:pt x="7017562" y="2163893"/>
                  </a:lnTo>
                  <a:lnTo>
                    <a:pt x="7017898" y="2164245"/>
                  </a:lnTo>
                  <a:lnTo>
                    <a:pt x="7018234" y="2164865"/>
                  </a:lnTo>
                  <a:lnTo>
                    <a:pt x="7018571" y="2165952"/>
                  </a:lnTo>
                  <a:lnTo>
                    <a:pt x="7018907" y="2167260"/>
                  </a:lnTo>
                  <a:lnTo>
                    <a:pt x="7019244" y="2168600"/>
                  </a:lnTo>
                  <a:lnTo>
                    <a:pt x="7019580" y="2170062"/>
                  </a:lnTo>
                  <a:lnTo>
                    <a:pt x="7019917" y="2171539"/>
                  </a:lnTo>
                  <a:lnTo>
                    <a:pt x="7020253" y="2172763"/>
                  </a:lnTo>
                  <a:lnTo>
                    <a:pt x="7020590" y="2174064"/>
                  </a:lnTo>
                  <a:lnTo>
                    <a:pt x="7020926" y="2175725"/>
                  </a:lnTo>
                  <a:lnTo>
                    <a:pt x="7021263" y="2177776"/>
                  </a:lnTo>
                  <a:lnTo>
                    <a:pt x="7021599" y="2179858"/>
                  </a:lnTo>
                  <a:lnTo>
                    <a:pt x="7021936" y="2181917"/>
                  </a:lnTo>
                  <a:lnTo>
                    <a:pt x="7022272" y="2184060"/>
                  </a:lnTo>
                  <a:lnTo>
                    <a:pt x="7022608" y="2186203"/>
                  </a:lnTo>
                  <a:lnTo>
                    <a:pt x="7022945" y="2188430"/>
                  </a:lnTo>
                  <a:lnTo>
                    <a:pt x="7023281" y="2190504"/>
                  </a:lnTo>
                  <a:lnTo>
                    <a:pt x="7023618" y="2192555"/>
                  </a:lnTo>
                  <a:lnTo>
                    <a:pt x="7023954" y="2194767"/>
                  </a:lnTo>
                  <a:lnTo>
                    <a:pt x="7024291" y="2197078"/>
                  </a:lnTo>
                  <a:lnTo>
                    <a:pt x="7024627" y="2199306"/>
                  </a:lnTo>
                  <a:lnTo>
                    <a:pt x="7024964" y="2201295"/>
                  </a:lnTo>
                  <a:lnTo>
                    <a:pt x="7025300" y="2203109"/>
                  </a:lnTo>
                  <a:lnTo>
                    <a:pt x="7025637" y="2204665"/>
                  </a:lnTo>
                  <a:lnTo>
                    <a:pt x="7025973" y="2205627"/>
                  </a:lnTo>
                  <a:lnTo>
                    <a:pt x="7026310" y="2206397"/>
                  </a:lnTo>
                  <a:lnTo>
                    <a:pt x="7026646" y="2206998"/>
                  </a:lnTo>
                  <a:lnTo>
                    <a:pt x="7026982" y="2207401"/>
                  </a:lnTo>
                  <a:lnTo>
                    <a:pt x="7027319" y="2207619"/>
                  </a:lnTo>
                  <a:lnTo>
                    <a:pt x="7027655" y="2207859"/>
                  </a:lnTo>
                  <a:lnTo>
                    <a:pt x="7027992" y="2207754"/>
                  </a:lnTo>
                  <a:lnTo>
                    <a:pt x="7028328" y="2207756"/>
                  </a:lnTo>
                  <a:lnTo>
                    <a:pt x="7028665" y="2207333"/>
                  </a:lnTo>
                  <a:lnTo>
                    <a:pt x="7029001" y="2206431"/>
                  </a:lnTo>
                  <a:lnTo>
                    <a:pt x="7029338" y="2205209"/>
                  </a:lnTo>
                  <a:lnTo>
                    <a:pt x="7029674" y="2203782"/>
                  </a:lnTo>
                  <a:lnTo>
                    <a:pt x="7030011" y="2202383"/>
                  </a:lnTo>
                  <a:lnTo>
                    <a:pt x="7030347" y="2201288"/>
                  </a:lnTo>
                  <a:lnTo>
                    <a:pt x="7030684" y="2200534"/>
                  </a:lnTo>
                  <a:lnTo>
                    <a:pt x="7031020" y="2199823"/>
                  </a:lnTo>
                  <a:lnTo>
                    <a:pt x="7031356" y="2199477"/>
                  </a:lnTo>
                  <a:lnTo>
                    <a:pt x="7031693" y="2198953"/>
                  </a:lnTo>
                  <a:lnTo>
                    <a:pt x="7032029" y="2198502"/>
                  </a:lnTo>
                  <a:lnTo>
                    <a:pt x="7032366" y="2198268"/>
                  </a:lnTo>
                  <a:lnTo>
                    <a:pt x="7032702" y="2198423"/>
                  </a:lnTo>
                  <a:lnTo>
                    <a:pt x="7033039" y="2198934"/>
                  </a:lnTo>
                  <a:lnTo>
                    <a:pt x="7033375" y="2199570"/>
                  </a:lnTo>
                  <a:lnTo>
                    <a:pt x="7033712" y="2200624"/>
                  </a:lnTo>
                  <a:lnTo>
                    <a:pt x="7034048" y="2201746"/>
                  </a:lnTo>
                  <a:lnTo>
                    <a:pt x="7034385" y="2202942"/>
                  </a:lnTo>
                  <a:lnTo>
                    <a:pt x="7034721" y="2204180"/>
                  </a:lnTo>
                  <a:lnTo>
                    <a:pt x="7035058" y="2205397"/>
                  </a:lnTo>
                  <a:lnTo>
                    <a:pt x="7035394" y="2206517"/>
                  </a:lnTo>
                  <a:lnTo>
                    <a:pt x="7035730" y="2207463"/>
                  </a:lnTo>
                  <a:lnTo>
                    <a:pt x="7036067" y="2208061"/>
                  </a:lnTo>
                  <a:lnTo>
                    <a:pt x="7036403" y="2208369"/>
                  </a:lnTo>
                  <a:lnTo>
                    <a:pt x="7036740" y="2208393"/>
                  </a:lnTo>
                  <a:lnTo>
                    <a:pt x="7037076" y="2207865"/>
                  </a:lnTo>
                  <a:lnTo>
                    <a:pt x="7037413" y="2207383"/>
                  </a:lnTo>
                  <a:lnTo>
                    <a:pt x="7037749" y="2206442"/>
                  </a:lnTo>
                  <a:lnTo>
                    <a:pt x="7038086" y="2205187"/>
                  </a:lnTo>
                  <a:lnTo>
                    <a:pt x="7038422" y="2203679"/>
                  </a:lnTo>
                  <a:lnTo>
                    <a:pt x="7038759" y="2202378"/>
                  </a:lnTo>
                  <a:lnTo>
                    <a:pt x="7039095" y="2201161"/>
                  </a:lnTo>
                  <a:lnTo>
                    <a:pt x="7039431" y="2199730"/>
                  </a:lnTo>
                  <a:lnTo>
                    <a:pt x="7039768" y="2197701"/>
                  </a:lnTo>
                  <a:lnTo>
                    <a:pt x="7040104" y="2195359"/>
                  </a:lnTo>
                  <a:lnTo>
                    <a:pt x="7040441" y="2192949"/>
                  </a:lnTo>
                  <a:lnTo>
                    <a:pt x="7040777" y="2190775"/>
                  </a:lnTo>
                  <a:lnTo>
                    <a:pt x="7041114" y="2188885"/>
                  </a:lnTo>
                  <a:lnTo>
                    <a:pt x="7041450" y="2187239"/>
                  </a:lnTo>
                  <a:lnTo>
                    <a:pt x="7041787" y="2185816"/>
                  </a:lnTo>
                  <a:lnTo>
                    <a:pt x="7042123" y="2184537"/>
                  </a:lnTo>
                  <a:lnTo>
                    <a:pt x="7042460" y="2183382"/>
                  </a:lnTo>
                  <a:lnTo>
                    <a:pt x="7042796" y="2181974"/>
                  </a:lnTo>
                  <a:lnTo>
                    <a:pt x="7043133" y="2180527"/>
                  </a:lnTo>
                  <a:lnTo>
                    <a:pt x="7043469" y="2179126"/>
                  </a:lnTo>
                  <a:lnTo>
                    <a:pt x="7043805" y="2177443"/>
                  </a:lnTo>
                  <a:lnTo>
                    <a:pt x="7044142" y="2175399"/>
                  </a:lnTo>
                  <a:lnTo>
                    <a:pt x="7044478" y="2173371"/>
                  </a:lnTo>
                  <a:lnTo>
                    <a:pt x="7044815" y="2171794"/>
                  </a:lnTo>
                  <a:lnTo>
                    <a:pt x="7045151" y="2170218"/>
                  </a:lnTo>
                  <a:lnTo>
                    <a:pt x="7045488" y="2168687"/>
                  </a:lnTo>
                  <a:lnTo>
                    <a:pt x="7045824" y="2167072"/>
                  </a:lnTo>
                  <a:lnTo>
                    <a:pt x="7046161" y="2164952"/>
                  </a:lnTo>
                  <a:lnTo>
                    <a:pt x="7046497" y="2162495"/>
                  </a:lnTo>
                  <a:lnTo>
                    <a:pt x="7046834" y="2159809"/>
                  </a:lnTo>
                  <a:lnTo>
                    <a:pt x="7047170" y="2157406"/>
                  </a:lnTo>
                  <a:lnTo>
                    <a:pt x="7047507" y="2155362"/>
                  </a:lnTo>
                  <a:lnTo>
                    <a:pt x="7047843" y="2153564"/>
                  </a:lnTo>
                  <a:lnTo>
                    <a:pt x="7048179" y="2151880"/>
                  </a:lnTo>
                  <a:lnTo>
                    <a:pt x="7048516" y="2150258"/>
                  </a:lnTo>
                  <a:lnTo>
                    <a:pt x="7048852" y="2149102"/>
                  </a:lnTo>
                  <a:lnTo>
                    <a:pt x="7049189" y="2148390"/>
                  </a:lnTo>
                  <a:lnTo>
                    <a:pt x="7049525" y="2148115"/>
                  </a:lnTo>
                  <a:lnTo>
                    <a:pt x="7049862" y="2148015"/>
                  </a:lnTo>
                  <a:lnTo>
                    <a:pt x="7050198" y="2148130"/>
                  </a:lnTo>
                  <a:lnTo>
                    <a:pt x="7050535" y="2148283"/>
                  </a:lnTo>
                  <a:lnTo>
                    <a:pt x="7050871" y="2148536"/>
                  </a:lnTo>
                  <a:lnTo>
                    <a:pt x="7051208" y="2149324"/>
                  </a:lnTo>
                  <a:lnTo>
                    <a:pt x="7051544" y="2150503"/>
                  </a:lnTo>
                  <a:lnTo>
                    <a:pt x="7051881" y="2151972"/>
                  </a:lnTo>
                  <a:lnTo>
                    <a:pt x="7052217" y="2153304"/>
                  </a:lnTo>
                  <a:lnTo>
                    <a:pt x="7052553" y="2154329"/>
                  </a:lnTo>
                  <a:lnTo>
                    <a:pt x="7052890" y="2154972"/>
                  </a:lnTo>
                  <a:lnTo>
                    <a:pt x="7053226" y="2155506"/>
                  </a:lnTo>
                  <a:lnTo>
                    <a:pt x="7053563" y="2155726"/>
                  </a:lnTo>
                  <a:lnTo>
                    <a:pt x="7053899" y="2155665"/>
                  </a:lnTo>
                  <a:lnTo>
                    <a:pt x="7054236" y="2155686"/>
                  </a:lnTo>
                  <a:lnTo>
                    <a:pt x="7054572" y="2155927"/>
                  </a:lnTo>
                  <a:lnTo>
                    <a:pt x="7054909" y="2156283"/>
                  </a:lnTo>
                  <a:lnTo>
                    <a:pt x="7055245" y="2156839"/>
                  </a:lnTo>
                  <a:lnTo>
                    <a:pt x="7055582" y="2157424"/>
                  </a:lnTo>
                  <a:lnTo>
                    <a:pt x="7055918" y="2157943"/>
                  </a:lnTo>
                  <a:lnTo>
                    <a:pt x="7056255" y="2158347"/>
                  </a:lnTo>
                  <a:lnTo>
                    <a:pt x="7056591" y="2158820"/>
                  </a:lnTo>
                  <a:lnTo>
                    <a:pt x="7056927" y="2159360"/>
                  </a:lnTo>
                  <a:lnTo>
                    <a:pt x="7057264" y="2159964"/>
                  </a:lnTo>
                  <a:lnTo>
                    <a:pt x="7057600" y="2160644"/>
                  </a:lnTo>
                  <a:lnTo>
                    <a:pt x="7057937" y="2161704"/>
                  </a:lnTo>
                  <a:lnTo>
                    <a:pt x="7058273" y="2163221"/>
                  </a:lnTo>
                  <a:lnTo>
                    <a:pt x="7058610" y="2164897"/>
                  </a:lnTo>
                  <a:lnTo>
                    <a:pt x="7058946" y="2166569"/>
                  </a:lnTo>
                  <a:lnTo>
                    <a:pt x="7059283" y="2168025"/>
                  </a:lnTo>
                  <a:lnTo>
                    <a:pt x="7059619" y="2168607"/>
                  </a:lnTo>
                  <a:lnTo>
                    <a:pt x="7059956" y="2168755"/>
                  </a:lnTo>
                  <a:lnTo>
                    <a:pt x="7060292" y="2168644"/>
                  </a:lnTo>
                  <a:lnTo>
                    <a:pt x="7060629" y="2168473"/>
                  </a:lnTo>
                  <a:lnTo>
                    <a:pt x="7060965" y="2168091"/>
                  </a:lnTo>
                  <a:lnTo>
                    <a:pt x="7061301" y="2167787"/>
                  </a:lnTo>
                  <a:lnTo>
                    <a:pt x="7061638" y="2167414"/>
                  </a:lnTo>
                  <a:lnTo>
                    <a:pt x="7061974" y="2166610"/>
                  </a:lnTo>
                  <a:lnTo>
                    <a:pt x="7062311" y="2165365"/>
                  </a:lnTo>
                  <a:lnTo>
                    <a:pt x="7062647" y="2164207"/>
                  </a:lnTo>
                  <a:lnTo>
                    <a:pt x="7062984" y="2162945"/>
                  </a:lnTo>
                  <a:lnTo>
                    <a:pt x="7063320" y="2161455"/>
                  </a:lnTo>
                  <a:lnTo>
                    <a:pt x="7063657" y="2159899"/>
                  </a:lnTo>
                  <a:lnTo>
                    <a:pt x="7063993" y="2158044"/>
                  </a:lnTo>
                  <a:lnTo>
                    <a:pt x="7064330" y="2156386"/>
                  </a:lnTo>
                  <a:lnTo>
                    <a:pt x="7064666" y="2155175"/>
                  </a:lnTo>
                  <a:lnTo>
                    <a:pt x="7065003" y="2154338"/>
                  </a:lnTo>
                  <a:lnTo>
                    <a:pt x="7065339" y="2153178"/>
                  </a:lnTo>
                  <a:lnTo>
                    <a:pt x="7065675" y="2152315"/>
                  </a:lnTo>
                  <a:lnTo>
                    <a:pt x="7066012" y="2151252"/>
                  </a:lnTo>
                  <a:lnTo>
                    <a:pt x="7066348" y="2150091"/>
                  </a:lnTo>
                  <a:lnTo>
                    <a:pt x="7066685" y="2149150"/>
                  </a:lnTo>
                  <a:lnTo>
                    <a:pt x="7067021" y="2148267"/>
                  </a:lnTo>
                  <a:lnTo>
                    <a:pt x="7067358" y="2147473"/>
                  </a:lnTo>
                  <a:lnTo>
                    <a:pt x="7067694" y="2146371"/>
                  </a:lnTo>
                  <a:lnTo>
                    <a:pt x="7068031" y="2145158"/>
                  </a:lnTo>
                  <a:lnTo>
                    <a:pt x="7068367" y="2143629"/>
                  </a:lnTo>
                  <a:lnTo>
                    <a:pt x="7068704" y="2142192"/>
                  </a:lnTo>
                  <a:lnTo>
                    <a:pt x="7069040" y="2140813"/>
                  </a:lnTo>
                  <a:lnTo>
                    <a:pt x="7069377" y="2138388"/>
                  </a:lnTo>
                  <a:lnTo>
                    <a:pt x="7069713" y="2135255"/>
                  </a:lnTo>
                  <a:lnTo>
                    <a:pt x="7070049" y="2132230"/>
                  </a:lnTo>
                  <a:lnTo>
                    <a:pt x="7070386" y="2128879"/>
                  </a:lnTo>
                  <a:lnTo>
                    <a:pt x="7070722" y="2125747"/>
                  </a:lnTo>
                  <a:lnTo>
                    <a:pt x="7071059" y="2122865"/>
                  </a:lnTo>
                  <a:lnTo>
                    <a:pt x="7071395" y="2119462"/>
                  </a:lnTo>
                  <a:lnTo>
                    <a:pt x="7071732" y="2115922"/>
                  </a:lnTo>
                  <a:lnTo>
                    <a:pt x="7072068" y="2112576"/>
                  </a:lnTo>
                  <a:lnTo>
                    <a:pt x="7072405" y="2109504"/>
                  </a:lnTo>
                  <a:lnTo>
                    <a:pt x="7072741" y="2106537"/>
                  </a:lnTo>
                  <a:lnTo>
                    <a:pt x="7073078" y="2103700"/>
                  </a:lnTo>
                  <a:lnTo>
                    <a:pt x="7073414" y="2101313"/>
                  </a:lnTo>
                  <a:lnTo>
                    <a:pt x="7073750" y="2099326"/>
                  </a:lnTo>
                  <a:lnTo>
                    <a:pt x="7074087" y="2097614"/>
                  </a:lnTo>
                  <a:lnTo>
                    <a:pt x="7074423" y="2096956"/>
                  </a:lnTo>
                  <a:lnTo>
                    <a:pt x="7074760" y="2096654"/>
                  </a:lnTo>
                  <a:lnTo>
                    <a:pt x="7075096" y="2096956"/>
                  </a:lnTo>
                  <a:lnTo>
                    <a:pt x="7075433" y="2097303"/>
                  </a:lnTo>
                  <a:lnTo>
                    <a:pt x="7075769" y="2097488"/>
                  </a:lnTo>
                  <a:lnTo>
                    <a:pt x="7076106" y="2097851"/>
                  </a:lnTo>
                  <a:lnTo>
                    <a:pt x="7076442" y="2098468"/>
                  </a:lnTo>
                  <a:lnTo>
                    <a:pt x="7076779" y="2099271"/>
                  </a:lnTo>
                  <a:lnTo>
                    <a:pt x="7077115" y="2100091"/>
                  </a:lnTo>
                  <a:lnTo>
                    <a:pt x="7077452" y="2101082"/>
                  </a:lnTo>
                  <a:lnTo>
                    <a:pt x="7077788" y="2101984"/>
                  </a:lnTo>
                  <a:lnTo>
                    <a:pt x="7078124" y="2102830"/>
                  </a:lnTo>
                  <a:lnTo>
                    <a:pt x="7078461" y="2103648"/>
                  </a:lnTo>
                  <a:lnTo>
                    <a:pt x="7078797" y="2104265"/>
                  </a:lnTo>
                  <a:lnTo>
                    <a:pt x="7079134" y="2104215"/>
                  </a:lnTo>
                  <a:lnTo>
                    <a:pt x="7079470" y="2103711"/>
                  </a:lnTo>
                  <a:lnTo>
                    <a:pt x="7079807" y="2102979"/>
                  </a:lnTo>
                  <a:lnTo>
                    <a:pt x="7080143" y="2101975"/>
                  </a:lnTo>
                  <a:lnTo>
                    <a:pt x="7080480" y="2101276"/>
                  </a:lnTo>
                  <a:lnTo>
                    <a:pt x="7080816" y="2101048"/>
                  </a:lnTo>
                  <a:lnTo>
                    <a:pt x="7081153" y="2101168"/>
                  </a:lnTo>
                  <a:lnTo>
                    <a:pt x="7081489" y="2101237"/>
                  </a:lnTo>
                  <a:lnTo>
                    <a:pt x="7081826" y="2101312"/>
                  </a:lnTo>
                  <a:lnTo>
                    <a:pt x="7082162" y="2101361"/>
                  </a:lnTo>
                  <a:lnTo>
                    <a:pt x="7082498" y="2100953"/>
                  </a:lnTo>
                  <a:lnTo>
                    <a:pt x="7082835" y="2100551"/>
                  </a:lnTo>
                  <a:lnTo>
                    <a:pt x="7083171" y="2099968"/>
                  </a:lnTo>
                  <a:lnTo>
                    <a:pt x="7083508" y="2099206"/>
                  </a:lnTo>
                  <a:lnTo>
                    <a:pt x="7083844" y="2098910"/>
                  </a:lnTo>
                  <a:lnTo>
                    <a:pt x="7084181" y="2098969"/>
                  </a:lnTo>
                  <a:lnTo>
                    <a:pt x="7084517" y="2099082"/>
                  </a:lnTo>
                  <a:lnTo>
                    <a:pt x="7084854" y="2099557"/>
                  </a:lnTo>
                  <a:lnTo>
                    <a:pt x="7085190" y="2099927"/>
                  </a:lnTo>
                  <a:lnTo>
                    <a:pt x="7085527" y="2100101"/>
                  </a:lnTo>
                  <a:lnTo>
                    <a:pt x="7085863" y="2099865"/>
                  </a:lnTo>
                  <a:lnTo>
                    <a:pt x="7086200" y="2099303"/>
                  </a:lnTo>
                  <a:lnTo>
                    <a:pt x="7086536" y="2098489"/>
                  </a:lnTo>
                  <a:lnTo>
                    <a:pt x="7086872" y="2097606"/>
                  </a:lnTo>
                  <a:lnTo>
                    <a:pt x="7087209" y="2096402"/>
                  </a:lnTo>
                  <a:lnTo>
                    <a:pt x="7087545" y="2094897"/>
                  </a:lnTo>
                  <a:lnTo>
                    <a:pt x="7087882" y="2093183"/>
                  </a:lnTo>
                  <a:lnTo>
                    <a:pt x="7088218" y="2091175"/>
                  </a:lnTo>
                  <a:lnTo>
                    <a:pt x="7088555" y="2088894"/>
                  </a:lnTo>
                  <a:lnTo>
                    <a:pt x="7088891" y="2085808"/>
                  </a:lnTo>
                  <a:lnTo>
                    <a:pt x="7089228" y="2081715"/>
                  </a:lnTo>
                  <a:lnTo>
                    <a:pt x="7089564" y="2076955"/>
                  </a:lnTo>
                  <a:lnTo>
                    <a:pt x="7089901" y="2070694"/>
                  </a:lnTo>
                  <a:lnTo>
                    <a:pt x="7090237" y="2065036"/>
                  </a:lnTo>
                  <a:lnTo>
                    <a:pt x="7090574" y="2059311"/>
                  </a:lnTo>
                  <a:lnTo>
                    <a:pt x="7090910" y="2053711"/>
                  </a:lnTo>
                  <a:lnTo>
                    <a:pt x="7091246" y="2048317"/>
                  </a:lnTo>
                  <a:lnTo>
                    <a:pt x="7091583" y="2043755"/>
                  </a:lnTo>
                  <a:lnTo>
                    <a:pt x="7091919" y="2038976"/>
                  </a:lnTo>
                  <a:lnTo>
                    <a:pt x="7092256" y="2034880"/>
                  </a:lnTo>
                  <a:lnTo>
                    <a:pt x="7092592" y="2031018"/>
                  </a:lnTo>
                  <a:lnTo>
                    <a:pt x="7092929" y="2027302"/>
                  </a:lnTo>
                  <a:lnTo>
                    <a:pt x="7093265" y="2023962"/>
                  </a:lnTo>
                  <a:lnTo>
                    <a:pt x="7093602" y="2020546"/>
                  </a:lnTo>
                  <a:lnTo>
                    <a:pt x="7093938" y="2017784"/>
                  </a:lnTo>
                  <a:lnTo>
                    <a:pt x="7094275" y="2015774"/>
                  </a:lnTo>
                  <a:lnTo>
                    <a:pt x="7094611" y="2014571"/>
                  </a:lnTo>
                  <a:lnTo>
                    <a:pt x="7094948" y="2013812"/>
                  </a:lnTo>
                  <a:lnTo>
                    <a:pt x="7095284" y="2013595"/>
                  </a:lnTo>
                  <a:lnTo>
                    <a:pt x="7095620" y="2013492"/>
                  </a:lnTo>
                  <a:lnTo>
                    <a:pt x="7095957" y="2013268"/>
                  </a:lnTo>
                  <a:lnTo>
                    <a:pt x="7096293" y="2013312"/>
                  </a:lnTo>
                  <a:lnTo>
                    <a:pt x="7096630" y="2013268"/>
                  </a:lnTo>
                  <a:lnTo>
                    <a:pt x="7096966" y="2013312"/>
                  </a:lnTo>
                  <a:lnTo>
                    <a:pt x="7097303" y="2013654"/>
                  </a:lnTo>
                  <a:lnTo>
                    <a:pt x="7097639" y="2013726"/>
                  </a:lnTo>
                  <a:lnTo>
                    <a:pt x="7097976" y="2013413"/>
                  </a:lnTo>
                  <a:lnTo>
                    <a:pt x="7098312" y="2013175"/>
                  </a:lnTo>
                  <a:lnTo>
                    <a:pt x="7098649" y="2012767"/>
                  </a:lnTo>
                  <a:lnTo>
                    <a:pt x="7098985" y="2012281"/>
                  </a:lnTo>
                  <a:lnTo>
                    <a:pt x="7099322" y="2011872"/>
                  </a:lnTo>
                  <a:lnTo>
                    <a:pt x="7099658" y="2010932"/>
                  </a:lnTo>
                  <a:lnTo>
                    <a:pt x="7099994" y="2009852"/>
                  </a:lnTo>
                  <a:lnTo>
                    <a:pt x="7100331" y="2008260"/>
                  </a:lnTo>
                  <a:lnTo>
                    <a:pt x="7100667" y="2006319"/>
                  </a:lnTo>
                  <a:lnTo>
                    <a:pt x="7101004" y="2004281"/>
                  </a:lnTo>
                  <a:lnTo>
                    <a:pt x="7101340" y="2002133"/>
                  </a:lnTo>
                  <a:lnTo>
                    <a:pt x="7101677" y="2000229"/>
                  </a:lnTo>
                  <a:lnTo>
                    <a:pt x="7102013" y="1998241"/>
                  </a:lnTo>
                  <a:lnTo>
                    <a:pt x="7102350" y="1996149"/>
                  </a:lnTo>
                  <a:lnTo>
                    <a:pt x="7102686" y="1993948"/>
                  </a:lnTo>
                  <a:lnTo>
                    <a:pt x="7103023" y="1991530"/>
                  </a:lnTo>
                  <a:lnTo>
                    <a:pt x="7103359" y="1989241"/>
                  </a:lnTo>
                  <a:lnTo>
                    <a:pt x="7103695" y="1987217"/>
                  </a:lnTo>
                  <a:lnTo>
                    <a:pt x="7104032" y="1985432"/>
                  </a:lnTo>
                  <a:lnTo>
                    <a:pt x="7104368" y="1983580"/>
                  </a:lnTo>
                  <a:lnTo>
                    <a:pt x="7104705" y="1982025"/>
                  </a:lnTo>
                  <a:lnTo>
                    <a:pt x="7105041" y="1980371"/>
                  </a:lnTo>
                  <a:lnTo>
                    <a:pt x="7105378" y="1978821"/>
                  </a:lnTo>
                  <a:lnTo>
                    <a:pt x="7105714" y="1977353"/>
                  </a:lnTo>
                  <a:lnTo>
                    <a:pt x="7106051" y="1975509"/>
                  </a:lnTo>
                  <a:lnTo>
                    <a:pt x="7106387" y="1973607"/>
                  </a:lnTo>
                  <a:lnTo>
                    <a:pt x="7106724" y="1971719"/>
                  </a:lnTo>
                  <a:lnTo>
                    <a:pt x="7107060" y="1970272"/>
                  </a:lnTo>
                  <a:lnTo>
                    <a:pt x="7107397" y="1968818"/>
                  </a:lnTo>
                  <a:lnTo>
                    <a:pt x="7107733" y="1967604"/>
                  </a:lnTo>
                  <a:lnTo>
                    <a:pt x="7108069" y="1966146"/>
                  </a:lnTo>
                  <a:lnTo>
                    <a:pt x="7108406" y="1964706"/>
                  </a:lnTo>
                  <a:lnTo>
                    <a:pt x="7108742" y="1963003"/>
                  </a:lnTo>
                  <a:lnTo>
                    <a:pt x="7109079" y="1961069"/>
                  </a:lnTo>
                  <a:lnTo>
                    <a:pt x="7109415" y="1959116"/>
                  </a:lnTo>
                  <a:lnTo>
                    <a:pt x="7109752" y="1957183"/>
                  </a:lnTo>
                  <a:lnTo>
                    <a:pt x="7110088" y="1955536"/>
                  </a:lnTo>
                  <a:lnTo>
                    <a:pt x="7110425" y="1954048"/>
                  </a:lnTo>
                  <a:lnTo>
                    <a:pt x="7110761" y="1952593"/>
                  </a:lnTo>
                  <a:lnTo>
                    <a:pt x="7111098" y="1951463"/>
                  </a:lnTo>
                  <a:lnTo>
                    <a:pt x="7111434" y="1950219"/>
                  </a:lnTo>
                  <a:lnTo>
                    <a:pt x="7111771" y="1948699"/>
                  </a:lnTo>
                  <a:lnTo>
                    <a:pt x="7112107" y="1947152"/>
                  </a:lnTo>
                  <a:lnTo>
                    <a:pt x="7112443" y="1945799"/>
                  </a:lnTo>
                  <a:lnTo>
                    <a:pt x="7112780" y="1944907"/>
                  </a:lnTo>
                  <a:lnTo>
                    <a:pt x="7113116" y="1944421"/>
                  </a:lnTo>
                  <a:lnTo>
                    <a:pt x="7113453" y="1944244"/>
                  </a:lnTo>
                  <a:lnTo>
                    <a:pt x="7113789" y="1943794"/>
                  </a:lnTo>
                  <a:lnTo>
                    <a:pt x="7114126" y="1943259"/>
                  </a:lnTo>
                  <a:lnTo>
                    <a:pt x="7114462" y="1942918"/>
                  </a:lnTo>
                  <a:lnTo>
                    <a:pt x="7114799" y="1942117"/>
                  </a:lnTo>
                  <a:lnTo>
                    <a:pt x="7115135" y="1940879"/>
                  </a:lnTo>
                  <a:lnTo>
                    <a:pt x="7115472" y="1939478"/>
                  </a:lnTo>
                  <a:lnTo>
                    <a:pt x="7115808" y="1937934"/>
                  </a:lnTo>
                  <a:lnTo>
                    <a:pt x="7116145" y="1936245"/>
                  </a:lnTo>
                  <a:lnTo>
                    <a:pt x="7116481" y="1934445"/>
                  </a:lnTo>
                  <a:lnTo>
                    <a:pt x="7116817" y="1932198"/>
                  </a:lnTo>
                  <a:lnTo>
                    <a:pt x="7117154" y="1929510"/>
                  </a:lnTo>
                  <a:lnTo>
                    <a:pt x="7117490" y="1926466"/>
                  </a:lnTo>
                  <a:lnTo>
                    <a:pt x="7117827" y="1923036"/>
                  </a:lnTo>
                  <a:lnTo>
                    <a:pt x="7118163" y="1919462"/>
                  </a:lnTo>
                  <a:lnTo>
                    <a:pt x="7118500" y="1915630"/>
                  </a:lnTo>
                  <a:lnTo>
                    <a:pt x="7118836" y="1912192"/>
                  </a:lnTo>
                  <a:lnTo>
                    <a:pt x="7119173" y="1908935"/>
                  </a:lnTo>
                  <a:lnTo>
                    <a:pt x="7119509" y="1906046"/>
                  </a:lnTo>
                  <a:lnTo>
                    <a:pt x="7119846" y="1903541"/>
                  </a:lnTo>
                  <a:lnTo>
                    <a:pt x="7120182" y="1901325"/>
                  </a:lnTo>
                  <a:lnTo>
                    <a:pt x="7120519" y="1899080"/>
                  </a:lnTo>
                  <a:lnTo>
                    <a:pt x="7120855" y="1897057"/>
                  </a:lnTo>
                  <a:lnTo>
                    <a:pt x="7121191" y="1895186"/>
                  </a:lnTo>
                  <a:lnTo>
                    <a:pt x="7121528" y="1893750"/>
                  </a:lnTo>
                  <a:lnTo>
                    <a:pt x="7121864" y="1892657"/>
                  </a:lnTo>
                  <a:lnTo>
                    <a:pt x="7122201" y="1891609"/>
                  </a:lnTo>
                  <a:lnTo>
                    <a:pt x="7122537" y="1890639"/>
                  </a:lnTo>
                  <a:lnTo>
                    <a:pt x="7122874" y="1889785"/>
                  </a:lnTo>
                  <a:lnTo>
                    <a:pt x="7123210" y="1889269"/>
                  </a:lnTo>
                  <a:lnTo>
                    <a:pt x="7123547" y="1888865"/>
                  </a:lnTo>
                  <a:lnTo>
                    <a:pt x="7123883" y="1888300"/>
                  </a:lnTo>
                  <a:lnTo>
                    <a:pt x="7124220" y="1886750"/>
                  </a:lnTo>
                  <a:lnTo>
                    <a:pt x="7124556" y="1884692"/>
                  </a:lnTo>
                  <a:lnTo>
                    <a:pt x="7124893" y="1882596"/>
                  </a:lnTo>
                  <a:lnTo>
                    <a:pt x="7125229" y="1880181"/>
                  </a:lnTo>
                  <a:lnTo>
                    <a:pt x="7125565" y="1877884"/>
                  </a:lnTo>
                  <a:lnTo>
                    <a:pt x="7125902" y="1875481"/>
                  </a:lnTo>
                  <a:lnTo>
                    <a:pt x="7126238" y="1872921"/>
                  </a:lnTo>
                  <a:lnTo>
                    <a:pt x="7126575" y="1869712"/>
                  </a:lnTo>
                  <a:lnTo>
                    <a:pt x="7126911" y="1866413"/>
                  </a:lnTo>
                  <a:lnTo>
                    <a:pt x="7127248" y="1862974"/>
                  </a:lnTo>
                  <a:lnTo>
                    <a:pt x="7127584" y="1859580"/>
                  </a:lnTo>
                  <a:lnTo>
                    <a:pt x="7127921" y="1856741"/>
                  </a:lnTo>
                  <a:lnTo>
                    <a:pt x="7128257" y="1854262"/>
                  </a:lnTo>
                  <a:lnTo>
                    <a:pt x="7128594" y="1852057"/>
                  </a:lnTo>
                  <a:lnTo>
                    <a:pt x="7128930" y="1849670"/>
                  </a:lnTo>
                  <a:lnTo>
                    <a:pt x="7129267" y="1848106"/>
                  </a:lnTo>
                  <a:lnTo>
                    <a:pt x="7129603" y="1847445"/>
                  </a:lnTo>
                  <a:lnTo>
                    <a:pt x="7129939" y="1846705"/>
                  </a:lnTo>
                  <a:lnTo>
                    <a:pt x="7130276" y="1846392"/>
                  </a:lnTo>
                  <a:lnTo>
                    <a:pt x="7130612" y="1845955"/>
                  </a:lnTo>
                  <a:lnTo>
                    <a:pt x="7130949" y="1845867"/>
                  </a:lnTo>
                  <a:lnTo>
                    <a:pt x="7131285" y="1845993"/>
                  </a:lnTo>
                  <a:lnTo>
                    <a:pt x="7131622" y="1845908"/>
                  </a:lnTo>
                  <a:lnTo>
                    <a:pt x="7131958" y="1845500"/>
                  </a:lnTo>
                  <a:lnTo>
                    <a:pt x="7132295" y="1844958"/>
                  </a:lnTo>
                  <a:lnTo>
                    <a:pt x="7132631" y="1844747"/>
                  </a:lnTo>
                  <a:lnTo>
                    <a:pt x="7132968" y="1844227"/>
                  </a:lnTo>
                  <a:lnTo>
                    <a:pt x="7133304" y="1843854"/>
                  </a:lnTo>
                  <a:lnTo>
                    <a:pt x="7133641" y="1843468"/>
                  </a:lnTo>
                  <a:lnTo>
                    <a:pt x="7133977" y="1842741"/>
                  </a:lnTo>
                  <a:lnTo>
                    <a:pt x="7134313" y="1842152"/>
                  </a:lnTo>
                  <a:lnTo>
                    <a:pt x="7134650" y="1840972"/>
                  </a:lnTo>
                  <a:lnTo>
                    <a:pt x="7134986" y="1840195"/>
                  </a:lnTo>
                  <a:lnTo>
                    <a:pt x="7135323" y="1839136"/>
                  </a:lnTo>
                  <a:lnTo>
                    <a:pt x="7135659" y="1838177"/>
                  </a:lnTo>
                  <a:lnTo>
                    <a:pt x="7135996" y="1837439"/>
                  </a:lnTo>
                  <a:lnTo>
                    <a:pt x="7136332" y="1836686"/>
                  </a:lnTo>
                  <a:lnTo>
                    <a:pt x="7136669" y="1837266"/>
                  </a:lnTo>
                  <a:lnTo>
                    <a:pt x="7137005" y="1839051"/>
                  </a:lnTo>
                  <a:lnTo>
                    <a:pt x="7137342" y="1841280"/>
                  </a:lnTo>
                  <a:lnTo>
                    <a:pt x="7137678" y="1843518"/>
                  </a:lnTo>
                  <a:lnTo>
                    <a:pt x="7138014" y="1845921"/>
                  </a:lnTo>
                  <a:lnTo>
                    <a:pt x="7138351" y="1848522"/>
                  </a:lnTo>
                  <a:lnTo>
                    <a:pt x="7138687" y="1851819"/>
                  </a:lnTo>
                  <a:lnTo>
                    <a:pt x="7139024" y="1854873"/>
                  </a:lnTo>
                  <a:lnTo>
                    <a:pt x="7139360" y="1858013"/>
                  </a:lnTo>
                  <a:lnTo>
                    <a:pt x="7139697" y="1860543"/>
                  </a:lnTo>
                  <a:lnTo>
                    <a:pt x="7140033" y="1862869"/>
                  </a:lnTo>
                  <a:lnTo>
                    <a:pt x="7140370" y="1865215"/>
                  </a:lnTo>
                  <a:lnTo>
                    <a:pt x="7140706" y="1867162"/>
                  </a:lnTo>
                  <a:lnTo>
                    <a:pt x="7141043" y="1868479"/>
                  </a:lnTo>
                  <a:lnTo>
                    <a:pt x="7141379" y="1869741"/>
                  </a:lnTo>
                  <a:lnTo>
                    <a:pt x="7141716" y="1869874"/>
                  </a:lnTo>
                  <a:lnTo>
                    <a:pt x="7142052" y="1869250"/>
                  </a:lnTo>
                  <a:lnTo>
                    <a:pt x="7142388" y="1868036"/>
                  </a:lnTo>
                  <a:lnTo>
                    <a:pt x="7142725" y="1866831"/>
                  </a:lnTo>
                  <a:lnTo>
                    <a:pt x="7143061" y="1865383"/>
                  </a:lnTo>
                  <a:lnTo>
                    <a:pt x="7143398" y="1862709"/>
                  </a:lnTo>
                  <a:lnTo>
                    <a:pt x="7143734" y="1859192"/>
                  </a:lnTo>
                  <a:lnTo>
                    <a:pt x="7144071" y="1854458"/>
                  </a:lnTo>
                  <a:lnTo>
                    <a:pt x="7144407" y="1849061"/>
                  </a:lnTo>
                  <a:lnTo>
                    <a:pt x="7144744" y="1843348"/>
                  </a:lnTo>
                  <a:lnTo>
                    <a:pt x="7145080" y="1837216"/>
                  </a:lnTo>
                  <a:lnTo>
                    <a:pt x="7145417" y="1831615"/>
                  </a:lnTo>
                  <a:lnTo>
                    <a:pt x="7145753" y="1825491"/>
                  </a:lnTo>
                  <a:lnTo>
                    <a:pt x="7146090" y="1818868"/>
                  </a:lnTo>
                  <a:lnTo>
                    <a:pt x="7146426" y="1811011"/>
                  </a:lnTo>
                  <a:lnTo>
                    <a:pt x="7146762" y="1803312"/>
                  </a:lnTo>
                  <a:lnTo>
                    <a:pt x="7147099" y="1795720"/>
                  </a:lnTo>
                  <a:lnTo>
                    <a:pt x="7147435" y="1788201"/>
                  </a:lnTo>
                  <a:lnTo>
                    <a:pt x="7147772" y="1780782"/>
                  </a:lnTo>
                  <a:lnTo>
                    <a:pt x="7148108" y="1773164"/>
                  </a:lnTo>
                  <a:lnTo>
                    <a:pt x="7148445" y="1765929"/>
                  </a:lnTo>
                  <a:lnTo>
                    <a:pt x="7148781" y="1759341"/>
                  </a:lnTo>
                  <a:lnTo>
                    <a:pt x="7149118" y="1753077"/>
                  </a:lnTo>
                  <a:lnTo>
                    <a:pt x="7149454" y="1746667"/>
                  </a:lnTo>
                  <a:lnTo>
                    <a:pt x="7149791" y="1741232"/>
                  </a:lnTo>
                  <a:lnTo>
                    <a:pt x="7150127" y="1735158"/>
                  </a:lnTo>
                  <a:lnTo>
                    <a:pt x="7150464" y="1729012"/>
                  </a:lnTo>
                  <a:lnTo>
                    <a:pt x="7150800" y="1723381"/>
                  </a:lnTo>
                  <a:lnTo>
                    <a:pt x="7151136" y="1717469"/>
                  </a:lnTo>
                  <a:lnTo>
                    <a:pt x="7151473" y="1711289"/>
                  </a:lnTo>
                  <a:lnTo>
                    <a:pt x="7151809" y="1705422"/>
                  </a:lnTo>
                  <a:lnTo>
                    <a:pt x="7152146" y="1700034"/>
                  </a:lnTo>
                  <a:lnTo>
                    <a:pt x="7152482" y="1694209"/>
                  </a:lnTo>
                  <a:lnTo>
                    <a:pt x="7152819" y="1688760"/>
                  </a:lnTo>
                  <a:lnTo>
                    <a:pt x="7153155" y="1683882"/>
                  </a:lnTo>
                  <a:lnTo>
                    <a:pt x="7153492" y="1678777"/>
                  </a:lnTo>
                  <a:lnTo>
                    <a:pt x="7153828" y="1673842"/>
                  </a:lnTo>
                  <a:lnTo>
                    <a:pt x="7154165" y="1669603"/>
                  </a:lnTo>
                  <a:lnTo>
                    <a:pt x="7154501" y="1665940"/>
                  </a:lnTo>
                  <a:lnTo>
                    <a:pt x="7154838" y="1662753"/>
                  </a:lnTo>
                  <a:lnTo>
                    <a:pt x="7155174" y="1660436"/>
                  </a:lnTo>
                  <a:lnTo>
                    <a:pt x="7155510" y="1658853"/>
                  </a:lnTo>
                  <a:lnTo>
                    <a:pt x="7155847" y="1657591"/>
                  </a:lnTo>
                  <a:lnTo>
                    <a:pt x="7156183" y="1657522"/>
                  </a:lnTo>
                  <a:lnTo>
                    <a:pt x="7156520" y="1659152"/>
                  </a:lnTo>
                  <a:lnTo>
                    <a:pt x="7156856" y="1661956"/>
                  </a:lnTo>
                  <a:lnTo>
                    <a:pt x="7157193" y="1666519"/>
                  </a:lnTo>
                  <a:lnTo>
                    <a:pt x="7157529" y="1670687"/>
                  </a:lnTo>
                  <a:lnTo>
                    <a:pt x="7157866" y="1674864"/>
                  </a:lnTo>
                  <a:lnTo>
                    <a:pt x="7158202" y="1679141"/>
                  </a:lnTo>
                  <a:lnTo>
                    <a:pt x="7158539" y="1683279"/>
                  </a:lnTo>
                  <a:lnTo>
                    <a:pt x="7158875" y="1686786"/>
                  </a:lnTo>
                  <a:lnTo>
                    <a:pt x="7159212" y="1690615"/>
                  </a:lnTo>
                  <a:lnTo>
                    <a:pt x="7159548" y="1693997"/>
                  </a:lnTo>
                  <a:lnTo>
                    <a:pt x="7159884" y="1697297"/>
                  </a:lnTo>
                  <a:lnTo>
                    <a:pt x="7160221" y="1700421"/>
                  </a:lnTo>
                  <a:lnTo>
                    <a:pt x="7160557" y="1703672"/>
                  </a:lnTo>
                  <a:lnTo>
                    <a:pt x="7160894" y="1706885"/>
                  </a:lnTo>
                  <a:lnTo>
                    <a:pt x="7161230" y="1709198"/>
                  </a:lnTo>
                  <a:lnTo>
                    <a:pt x="7161567" y="1710920"/>
                  </a:lnTo>
                  <a:lnTo>
                    <a:pt x="7161903" y="1711798"/>
                  </a:lnTo>
                  <a:lnTo>
                    <a:pt x="7162240" y="1712163"/>
                  </a:lnTo>
                  <a:lnTo>
                    <a:pt x="7162576" y="1712080"/>
                  </a:lnTo>
                  <a:lnTo>
                    <a:pt x="7162913" y="1712043"/>
                  </a:lnTo>
                  <a:lnTo>
                    <a:pt x="7163249" y="1712553"/>
                  </a:lnTo>
                  <a:lnTo>
                    <a:pt x="7163586" y="1713035"/>
                  </a:lnTo>
                  <a:lnTo>
                    <a:pt x="7163922" y="1713758"/>
                  </a:lnTo>
                  <a:lnTo>
                    <a:pt x="7164258" y="1714476"/>
                  </a:lnTo>
                  <a:lnTo>
                    <a:pt x="7164595" y="1714911"/>
                  </a:lnTo>
                  <a:lnTo>
                    <a:pt x="7164931" y="1715834"/>
                  </a:lnTo>
                  <a:lnTo>
                    <a:pt x="7165268" y="1717095"/>
                  </a:lnTo>
                  <a:lnTo>
                    <a:pt x="7165604" y="1718462"/>
                  </a:lnTo>
                  <a:lnTo>
                    <a:pt x="7165941" y="1720035"/>
                  </a:lnTo>
                  <a:lnTo>
                    <a:pt x="7166277" y="1722027"/>
                  </a:lnTo>
                  <a:lnTo>
                    <a:pt x="7166614" y="1724197"/>
                  </a:lnTo>
                  <a:lnTo>
                    <a:pt x="7166950" y="1727104"/>
                  </a:lnTo>
                  <a:lnTo>
                    <a:pt x="7167287" y="1730219"/>
                  </a:lnTo>
                  <a:lnTo>
                    <a:pt x="7167623" y="1733793"/>
                  </a:lnTo>
                  <a:lnTo>
                    <a:pt x="7167960" y="1737778"/>
                  </a:lnTo>
                  <a:lnTo>
                    <a:pt x="7168296" y="1741484"/>
                  </a:lnTo>
                  <a:lnTo>
                    <a:pt x="7168632" y="1745232"/>
                  </a:lnTo>
                  <a:lnTo>
                    <a:pt x="7168969" y="1748666"/>
                  </a:lnTo>
                  <a:lnTo>
                    <a:pt x="7169305" y="1752170"/>
                  </a:lnTo>
                  <a:lnTo>
                    <a:pt x="7169642" y="1755655"/>
                  </a:lnTo>
                  <a:lnTo>
                    <a:pt x="7169978" y="1759096"/>
                  </a:lnTo>
                  <a:lnTo>
                    <a:pt x="7170315" y="1762876"/>
                  </a:lnTo>
                  <a:lnTo>
                    <a:pt x="7170651" y="1766696"/>
                  </a:lnTo>
                  <a:lnTo>
                    <a:pt x="7170988" y="1770389"/>
                  </a:lnTo>
                  <a:lnTo>
                    <a:pt x="7171324" y="1774094"/>
                  </a:lnTo>
                  <a:lnTo>
                    <a:pt x="7171661" y="1778020"/>
                  </a:lnTo>
                  <a:lnTo>
                    <a:pt x="7171997" y="1781542"/>
                  </a:lnTo>
                  <a:lnTo>
                    <a:pt x="7172333" y="1785025"/>
                  </a:lnTo>
                  <a:lnTo>
                    <a:pt x="7172670" y="1788191"/>
                  </a:lnTo>
                  <a:lnTo>
                    <a:pt x="7173006" y="1791342"/>
                  </a:lnTo>
                  <a:lnTo>
                    <a:pt x="7173343" y="1794693"/>
                  </a:lnTo>
                  <a:lnTo>
                    <a:pt x="7173679" y="1797813"/>
                  </a:lnTo>
                  <a:lnTo>
                    <a:pt x="7174016" y="1800887"/>
                  </a:lnTo>
                  <a:lnTo>
                    <a:pt x="7174352" y="1803788"/>
                  </a:lnTo>
                  <a:lnTo>
                    <a:pt x="7174689" y="1806781"/>
                  </a:lnTo>
                  <a:lnTo>
                    <a:pt x="7175025" y="1809487"/>
                  </a:lnTo>
                  <a:lnTo>
                    <a:pt x="7175362" y="1812231"/>
                  </a:lnTo>
                  <a:lnTo>
                    <a:pt x="7175698" y="1814895"/>
                  </a:lnTo>
                  <a:lnTo>
                    <a:pt x="7176035" y="1817685"/>
                  </a:lnTo>
                  <a:lnTo>
                    <a:pt x="7176371" y="1820560"/>
                  </a:lnTo>
                  <a:lnTo>
                    <a:pt x="7176707" y="1823302"/>
                  </a:lnTo>
                  <a:lnTo>
                    <a:pt x="7177044" y="1825931"/>
                  </a:lnTo>
                  <a:lnTo>
                    <a:pt x="7177380" y="1828497"/>
                  </a:lnTo>
                  <a:lnTo>
                    <a:pt x="7177717" y="1831124"/>
                  </a:lnTo>
                  <a:lnTo>
                    <a:pt x="7178053" y="1833652"/>
                  </a:lnTo>
                  <a:lnTo>
                    <a:pt x="7178390" y="1836105"/>
                  </a:lnTo>
                  <a:lnTo>
                    <a:pt x="7178726" y="1839240"/>
                  </a:lnTo>
                  <a:lnTo>
                    <a:pt x="7179063" y="1842895"/>
                  </a:lnTo>
                  <a:lnTo>
                    <a:pt x="7179399" y="1846310"/>
                  </a:lnTo>
                  <a:lnTo>
                    <a:pt x="7179736" y="1849484"/>
                  </a:lnTo>
                  <a:lnTo>
                    <a:pt x="7180072" y="1852519"/>
                  </a:lnTo>
                  <a:lnTo>
                    <a:pt x="7180409" y="1855049"/>
                  </a:lnTo>
                  <a:lnTo>
                    <a:pt x="7180745" y="1857330"/>
                  </a:lnTo>
                  <a:lnTo>
                    <a:pt x="7181081" y="1860076"/>
                  </a:lnTo>
                  <a:lnTo>
                    <a:pt x="7181418" y="1862710"/>
                  </a:lnTo>
                  <a:lnTo>
                    <a:pt x="7181754" y="1865091"/>
                  </a:lnTo>
                  <a:lnTo>
                    <a:pt x="7182091" y="1867929"/>
                  </a:lnTo>
                  <a:lnTo>
                    <a:pt x="7182427" y="1871073"/>
                  </a:lnTo>
                  <a:lnTo>
                    <a:pt x="7182764" y="1874487"/>
                  </a:lnTo>
                  <a:lnTo>
                    <a:pt x="7183100" y="1878044"/>
                  </a:lnTo>
                  <a:lnTo>
                    <a:pt x="7183437" y="1881515"/>
                  </a:lnTo>
                  <a:lnTo>
                    <a:pt x="7183773" y="1884661"/>
                  </a:lnTo>
                  <a:lnTo>
                    <a:pt x="7184110" y="1887895"/>
                  </a:lnTo>
                  <a:lnTo>
                    <a:pt x="7184446" y="1891400"/>
                  </a:lnTo>
                  <a:lnTo>
                    <a:pt x="7184783" y="1895079"/>
                  </a:lnTo>
                  <a:lnTo>
                    <a:pt x="7185119" y="1898826"/>
                  </a:lnTo>
                  <a:lnTo>
                    <a:pt x="7185455" y="1902716"/>
                  </a:lnTo>
                  <a:lnTo>
                    <a:pt x="7185792" y="1906616"/>
                  </a:lnTo>
                  <a:lnTo>
                    <a:pt x="7186128" y="1910098"/>
                  </a:lnTo>
                  <a:lnTo>
                    <a:pt x="7186465" y="1913357"/>
                  </a:lnTo>
                  <a:lnTo>
                    <a:pt x="7186801" y="1916432"/>
                  </a:lnTo>
                  <a:lnTo>
                    <a:pt x="7187138" y="1918984"/>
                  </a:lnTo>
                  <a:lnTo>
                    <a:pt x="7187474" y="1921505"/>
                  </a:lnTo>
                  <a:lnTo>
                    <a:pt x="7187811" y="1923981"/>
                  </a:lnTo>
                  <a:lnTo>
                    <a:pt x="7188147" y="1926451"/>
                  </a:lnTo>
                  <a:lnTo>
                    <a:pt x="7188484" y="1928850"/>
                  </a:lnTo>
                  <a:lnTo>
                    <a:pt x="7188820" y="1931052"/>
                  </a:lnTo>
                  <a:lnTo>
                    <a:pt x="7189157" y="1932984"/>
                  </a:lnTo>
                  <a:lnTo>
                    <a:pt x="7189493" y="1934808"/>
                  </a:lnTo>
                  <a:lnTo>
                    <a:pt x="7189829" y="1936508"/>
                  </a:lnTo>
                  <a:lnTo>
                    <a:pt x="7190166" y="1938155"/>
                  </a:lnTo>
                  <a:lnTo>
                    <a:pt x="7190502" y="1939651"/>
                  </a:lnTo>
                  <a:lnTo>
                    <a:pt x="7190839" y="1941037"/>
                  </a:lnTo>
                  <a:lnTo>
                    <a:pt x="7191175" y="1942583"/>
                  </a:lnTo>
                  <a:lnTo>
                    <a:pt x="7191512" y="1945277"/>
                  </a:lnTo>
                  <a:lnTo>
                    <a:pt x="7191848" y="1948652"/>
                  </a:lnTo>
                  <a:lnTo>
                    <a:pt x="7192185" y="1952127"/>
                  </a:lnTo>
                  <a:lnTo>
                    <a:pt x="7192521" y="1955701"/>
                  </a:lnTo>
                  <a:lnTo>
                    <a:pt x="7192858" y="1958931"/>
                  </a:lnTo>
                  <a:lnTo>
                    <a:pt x="7193194" y="1962145"/>
                  </a:lnTo>
                  <a:lnTo>
                    <a:pt x="7193531" y="1965520"/>
                  </a:lnTo>
                  <a:lnTo>
                    <a:pt x="7193867" y="1969699"/>
                  </a:lnTo>
                  <a:lnTo>
                    <a:pt x="7194203" y="1974674"/>
                  </a:lnTo>
                  <a:lnTo>
                    <a:pt x="7194540" y="1980207"/>
                  </a:lnTo>
                  <a:lnTo>
                    <a:pt x="7194876" y="1986024"/>
                  </a:lnTo>
                  <a:lnTo>
                    <a:pt x="7195213" y="1991330"/>
                  </a:lnTo>
                  <a:lnTo>
                    <a:pt x="7195549" y="1996396"/>
                  </a:lnTo>
                  <a:lnTo>
                    <a:pt x="7195886" y="2001291"/>
                  </a:lnTo>
                  <a:lnTo>
                    <a:pt x="7196222" y="2006271"/>
                  </a:lnTo>
                  <a:lnTo>
                    <a:pt x="7196559" y="2010575"/>
                  </a:lnTo>
                  <a:lnTo>
                    <a:pt x="7196895" y="2014426"/>
                  </a:lnTo>
                  <a:lnTo>
                    <a:pt x="7197232" y="2018459"/>
                  </a:lnTo>
                  <a:lnTo>
                    <a:pt x="7197568" y="2022422"/>
                  </a:lnTo>
                  <a:lnTo>
                    <a:pt x="7197905" y="2026494"/>
                  </a:lnTo>
                  <a:lnTo>
                    <a:pt x="7198241" y="2030200"/>
                  </a:lnTo>
                  <a:lnTo>
                    <a:pt x="7198577" y="2033948"/>
                  </a:lnTo>
                  <a:lnTo>
                    <a:pt x="7198914" y="2037670"/>
                  </a:lnTo>
                  <a:lnTo>
                    <a:pt x="7199250" y="2041430"/>
                  </a:lnTo>
                  <a:lnTo>
                    <a:pt x="7199587" y="2044859"/>
                  </a:lnTo>
                  <a:lnTo>
                    <a:pt x="7199923" y="2048088"/>
                  </a:lnTo>
                  <a:lnTo>
                    <a:pt x="7200260" y="2051374"/>
                  </a:lnTo>
                  <a:lnTo>
                    <a:pt x="7200596" y="2054683"/>
                  </a:lnTo>
                  <a:lnTo>
                    <a:pt x="7200933" y="2058041"/>
                  </a:lnTo>
                  <a:lnTo>
                    <a:pt x="7201269" y="2061613"/>
                  </a:lnTo>
                  <a:lnTo>
                    <a:pt x="7201606" y="2065172"/>
                  </a:lnTo>
                  <a:lnTo>
                    <a:pt x="7201942" y="2069135"/>
                  </a:lnTo>
                  <a:lnTo>
                    <a:pt x="7202279" y="2072856"/>
                  </a:lnTo>
                  <a:lnTo>
                    <a:pt x="7202615" y="2076550"/>
                  </a:lnTo>
                  <a:lnTo>
                    <a:pt x="7202951" y="2080278"/>
                  </a:lnTo>
                  <a:lnTo>
                    <a:pt x="7203288" y="2083532"/>
                  </a:lnTo>
                  <a:lnTo>
                    <a:pt x="7203624" y="2086537"/>
                  </a:lnTo>
                  <a:lnTo>
                    <a:pt x="7203961" y="2089270"/>
                  </a:lnTo>
                  <a:lnTo>
                    <a:pt x="7204297" y="2091261"/>
                  </a:lnTo>
                  <a:lnTo>
                    <a:pt x="7204634" y="2093303"/>
                  </a:lnTo>
                  <a:lnTo>
                    <a:pt x="7204970" y="2095590"/>
                  </a:lnTo>
                  <a:lnTo>
                    <a:pt x="7205307" y="2097581"/>
                  </a:lnTo>
                  <a:lnTo>
                    <a:pt x="7205643" y="2099006"/>
                  </a:lnTo>
                  <a:lnTo>
                    <a:pt x="7205980" y="2099308"/>
                  </a:lnTo>
                  <a:lnTo>
                    <a:pt x="7206316" y="2099760"/>
                  </a:lnTo>
                  <a:lnTo>
                    <a:pt x="7206652" y="2099844"/>
                  </a:lnTo>
                  <a:lnTo>
                    <a:pt x="7206989" y="2099993"/>
                  </a:lnTo>
                  <a:lnTo>
                    <a:pt x="7207325" y="2100194"/>
                  </a:lnTo>
                  <a:lnTo>
                    <a:pt x="7207662" y="2100429"/>
                  </a:lnTo>
                  <a:lnTo>
                    <a:pt x="7207998" y="2100915"/>
                  </a:lnTo>
                  <a:lnTo>
                    <a:pt x="7208335" y="2101658"/>
                  </a:lnTo>
                  <a:lnTo>
                    <a:pt x="7208671" y="2102651"/>
                  </a:lnTo>
                  <a:lnTo>
                    <a:pt x="7209008" y="2103757"/>
                  </a:lnTo>
                  <a:lnTo>
                    <a:pt x="7209344" y="2105059"/>
                  </a:lnTo>
                  <a:lnTo>
                    <a:pt x="7209681" y="2106320"/>
                  </a:lnTo>
                  <a:lnTo>
                    <a:pt x="7210017" y="2107631"/>
                  </a:lnTo>
                  <a:lnTo>
                    <a:pt x="7210354" y="2109375"/>
                  </a:lnTo>
                  <a:lnTo>
                    <a:pt x="7210690" y="2112380"/>
                  </a:lnTo>
                  <a:lnTo>
                    <a:pt x="7211026" y="2116398"/>
                  </a:lnTo>
                  <a:lnTo>
                    <a:pt x="7211363" y="2121709"/>
                  </a:lnTo>
                  <a:lnTo>
                    <a:pt x="7211699" y="2127385"/>
                  </a:lnTo>
                  <a:lnTo>
                    <a:pt x="7212036" y="2133677"/>
                  </a:lnTo>
                  <a:lnTo>
                    <a:pt x="7212372" y="2140859"/>
                  </a:lnTo>
                  <a:lnTo>
                    <a:pt x="7212709" y="2148032"/>
                  </a:lnTo>
                  <a:lnTo>
                    <a:pt x="7213045" y="2155883"/>
                  </a:lnTo>
                  <a:lnTo>
                    <a:pt x="7213382" y="2164553"/>
                  </a:lnTo>
                  <a:lnTo>
                    <a:pt x="7213718" y="2174784"/>
                  </a:lnTo>
                  <a:lnTo>
                    <a:pt x="7214055" y="2185120"/>
                  </a:lnTo>
                  <a:lnTo>
                    <a:pt x="7214391" y="2195412"/>
                  </a:lnTo>
                  <a:lnTo>
                    <a:pt x="7214728" y="2205575"/>
                  </a:lnTo>
                  <a:lnTo>
                    <a:pt x="7215064" y="2215380"/>
                  </a:lnTo>
                  <a:lnTo>
                    <a:pt x="7215400" y="2225133"/>
                  </a:lnTo>
                  <a:lnTo>
                    <a:pt x="7215737" y="2234547"/>
                  </a:lnTo>
                  <a:lnTo>
                    <a:pt x="7216073" y="2243395"/>
                  </a:lnTo>
                  <a:lnTo>
                    <a:pt x="7216410" y="2251845"/>
                  </a:lnTo>
                  <a:lnTo>
                    <a:pt x="7216746" y="2260334"/>
                  </a:lnTo>
                  <a:lnTo>
                    <a:pt x="7217083" y="2267929"/>
                  </a:lnTo>
                  <a:lnTo>
                    <a:pt x="7217419" y="2275978"/>
                  </a:lnTo>
                  <a:lnTo>
                    <a:pt x="7217756" y="2283898"/>
                  </a:lnTo>
                  <a:lnTo>
                    <a:pt x="7218092" y="2290914"/>
                  </a:lnTo>
                  <a:lnTo>
                    <a:pt x="7218429" y="2297629"/>
                  </a:lnTo>
                  <a:lnTo>
                    <a:pt x="7218765" y="2304333"/>
                  </a:lnTo>
                  <a:lnTo>
                    <a:pt x="7219102" y="2310692"/>
                  </a:lnTo>
                  <a:lnTo>
                    <a:pt x="7219438" y="2316371"/>
                  </a:lnTo>
                  <a:lnTo>
                    <a:pt x="7219774" y="2322423"/>
                  </a:lnTo>
                  <a:lnTo>
                    <a:pt x="7220111" y="2328134"/>
                  </a:lnTo>
                  <a:lnTo>
                    <a:pt x="7220447" y="2333234"/>
                  </a:lnTo>
                  <a:lnTo>
                    <a:pt x="7220784" y="2338434"/>
                  </a:lnTo>
                  <a:lnTo>
                    <a:pt x="7221120" y="2343571"/>
                  </a:lnTo>
                  <a:lnTo>
                    <a:pt x="7221457" y="2348080"/>
                  </a:lnTo>
                  <a:lnTo>
                    <a:pt x="7221793" y="2352227"/>
                  </a:lnTo>
                  <a:lnTo>
                    <a:pt x="7222130" y="2355924"/>
                  </a:lnTo>
                  <a:lnTo>
                    <a:pt x="7222466" y="2358884"/>
                  </a:lnTo>
                  <a:lnTo>
                    <a:pt x="7222803" y="2361342"/>
                  </a:lnTo>
                  <a:lnTo>
                    <a:pt x="7223139" y="2363753"/>
                  </a:lnTo>
                  <a:lnTo>
                    <a:pt x="7223476" y="2365782"/>
                  </a:lnTo>
                  <a:lnTo>
                    <a:pt x="7223812" y="2366968"/>
                  </a:lnTo>
                  <a:lnTo>
                    <a:pt x="7224148" y="2367546"/>
                  </a:lnTo>
                  <a:lnTo>
                    <a:pt x="7224485" y="2367912"/>
                  </a:lnTo>
                  <a:lnTo>
                    <a:pt x="7224821" y="2367963"/>
                  </a:lnTo>
                  <a:lnTo>
                    <a:pt x="7225158" y="2368118"/>
                  </a:lnTo>
                  <a:lnTo>
                    <a:pt x="7225494" y="2368179"/>
                  </a:lnTo>
                  <a:lnTo>
                    <a:pt x="7225831" y="2368478"/>
                  </a:lnTo>
                  <a:lnTo>
                    <a:pt x="7226167" y="2368614"/>
                  </a:lnTo>
                  <a:lnTo>
                    <a:pt x="7226504" y="2368669"/>
                  </a:lnTo>
                  <a:lnTo>
                    <a:pt x="7226840" y="2368580"/>
                  </a:lnTo>
                  <a:lnTo>
                    <a:pt x="7227177" y="2368522"/>
                  </a:lnTo>
                  <a:lnTo>
                    <a:pt x="7227513" y="2368622"/>
                  </a:lnTo>
                  <a:lnTo>
                    <a:pt x="7227850" y="2368491"/>
                  </a:lnTo>
                  <a:lnTo>
                    <a:pt x="7228186" y="2368453"/>
                  </a:lnTo>
                  <a:lnTo>
                    <a:pt x="7228522" y="2368713"/>
                  </a:lnTo>
                  <a:lnTo>
                    <a:pt x="7228859" y="2369241"/>
                  </a:lnTo>
                  <a:lnTo>
                    <a:pt x="7229195" y="2370068"/>
                  </a:lnTo>
                  <a:lnTo>
                    <a:pt x="7229532" y="2371094"/>
                  </a:lnTo>
                  <a:lnTo>
                    <a:pt x="7229868" y="2372471"/>
                  </a:lnTo>
                  <a:lnTo>
                    <a:pt x="7230205" y="2373703"/>
                  </a:lnTo>
                  <a:lnTo>
                    <a:pt x="7230541" y="2374890"/>
                  </a:lnTo>
                  <a:lnTo>
                    <a:pt x="7230878" y="2375961"/>
                  </a:lnTo>
                  <a:lnTo>
                    <a:pt x="7231214" y="2377033"/>
                  </a:lnTo>
                  <a:lnTo>
                    <a:pt x="7231551" y="2378104"/>
                  </a:lnTo>
                  <a:lnTo>
                    <a:pt x="7231887" y="2379321"/>
                  </a:lnTo>
                  <a:lnTo>
                    <a:pt x="7232224" y="2380492"/>
                  </a:lnTo>
                  <a:lnTo>
                    <a:pt x="7232560" y="2381564"/>
                  </a:lnTo>
                  <a:lnTo>
                    <a:pt x="7232896" y="2382581"/>
                  </a:lnTo>
                  <a:lnTo>
                    <a:pt x="7233233" y="2383385"/>
                  </a:lnTo>
                  <a:lnTo>
                    <a:pt x="7233569" y="2383944"/>
                  </a:lnTo>
                  <a:lnTo>
                    <a:pt x="7233906" y="2384388"/>
                  </a:lnTo>
                  <a:lnTo>
                    <a:pt x="7234242" y="2384510"/>
                  </a:lnTo>
                  <a:lnTo>
                    <a:pt x="7234579" y="2384273"/>
                  </a:lnTo>
                  <a:lnTo>
                    <a:pt x="7234915" y="2383339"/>
                  </a:lnTo>
                  <a:lnTo>
                    <a:pt x="7235252" y="2381954"/>
                  </a:lnTo>
                  <a:lnTo>
                    <a:pt x="7235588" y="2380278"/>
                  </a:lnTo>
                  <a:lnTo>
                    <a:pt x="7235925" y="2378464"/>
                  </a:lnTo>
                  <a:lnTo>
                    <a:pt x="7236261" y="2376627"/>
                  </a:lnTo>
                  <a:lnTo>
                    <a:pt x="7236597" y="2374790"/>
                  </a:lnTo>
                  <a:lnTo>
                    <a:pt x="7236934" y="2372854"/>
                  </a:lnTo>
                  <a:lnTo>
                    <a:pt x="7237270" y="2370818"/>
                  </a:lnTo>
                  <a:lnTo>
                    <a:pt x="7237607" y="2368675"/>
                  </a:lnTo>
                  <a:lnTo>
                    <a:pt x="7237943" y="2366532"/>
                  </a:lnTo>
                  <a:lnTo>
                    <a:pt x="7238280" y="2364389"/>
                  </a:lnTo>
                  <a:lnTo>
                    <a:pt x="7238616" y="2362246"/>
                  </a:lnTo>
                  <a:lnTo>
                    <a:pt x="7238953" y="2360226"/>
                  </a:lnTo>
                  <a:lnTo>
                    <a:pt x="7239289" y="2358297"/>
                  </a:lnTo>
                  <a:lnTo>
                    <a:pt x="7239626" y="2356613"/>
                  </a:lnTo>
                  <a:lnTo>
                    <a:pt x="7239962" y="2355450"/>
                  </a:lnTo>
                  <a:lnTo>
                    <a:pt x="7240299" y="2354723"/>
                  </a:lnTo>
                  <a:lnTo>
                    <a:pt x="7240635" y="2354256"/>
                  </a:lnTo>
                  <a:lnTo>
                    <a:pt x="7240971" y="2354080"/>
                  </a:lnTo>
                  <a:lnTo>
                    <a:pt x="7241308" y="2354164"/>
                  </a:lnTo>
                  <a:lnTo>
                    <a:pt x="7241644" y="2354432"/>
                  </a:lnTo>
                  <a:lnTo>
                    <a:pt x="7241981" y="2354899"/>
                  </a:lnTo>
                  <a:lnTo>
                    <a:pt x="7242317" y="2355427"/>
                  </a:lnTo>
                  <a:lnTo>
                    <a:pt x="7242654" y="2355588"/>
                  </a:lnTo>
                  <a:lnTo>
                    <a:pt x="7242990" y="2355503"/>
                  </a:lnTo>
                  <a:lnTo>
                    <a:pt x="7243327" y="2355190"/>
                  </a:lnTo>
                  <a:lnTo>
                    <a:pt x="7243663" y="2354730"/>
                  </a:lnTo>
                  <a:lnTo>
                    <a:pt x="7244000" y="2354149"/>
                  </a:lnTo>
                  <a:lnTo>
                    <a:pt x="7244336" y="2353590"/>
                  </a:lnTo>
                  <a:lnTo>
                    <a:pt x="7244673" y="2352909"/>
                  </a:lnTo>
                  <a:lnTo>
                    <a:pt x="7245009" y="2352212"/>
                  </a:lnTo>
                  <a:lnTo>
                    <a:pt x="7245345" y="2351696"/>
                  </a:lnTo>
                  <a:lnTo>
                    <a:pt x="7245682" y="2351085"/>
                  </a:lnTo>
                  <a:lnTo>
                    <a:pt x="7246018" y="2350035"/>
                  </a:lnTo>
                  <a:lnTo>
                    <a:pt x="7246355" y="2348691"/>
                  </a:lnTo>
                  <a:lnTo>
                    <a:pt x="7246691" y="2347230"/>
                  </a:lnTo>
                  <a:lnTo>
                    <a:pt x="7247028" y="2345891"/>
                  </a:lnTo>
                  <a:lnTo>
                    <a:pt x="7247364" y="2344487"/>
                  </a:lnTo>
                  <a:lnTo>
                    <a:pt x="7247701" y="2343625"/>
                  </a:lnTo>
                  <a:lnTo>
                    <a:pt x="7248037" y="2343187"/>
                  </a:lnTo>
                  <a:lnTo>
                    <a:pt x="7248374" y="2342975"/>
                  </a:lnTo>
                  <a:lnTo>
                    <a:pt x="7248710" y="2343180"/>
                  </a:lnTo>
                  <a:lnTo>
                    <a:pt x="7249047" y="2343417"/>
                  </a:lnTo>
                  <a:lnTo>
                    <a:pt x="7249383" y="2343601"/>
                  </a:lnTo>
                  <a:lnTo>
                    <a:pt x="7249719" y="2343830"/>
                  </a:lnTo>
                  <a:lnTo>
                    <a:pt x="7250056" y="2343857"/>
                  </a:lnTo>
                  <a:lnTo>
                    <a:pt x="7250392" y="2343994"/>
                  </a:lnTo>
                  <a:lnTo>
                    <a:pt x="7250729" y="2344253"/>
                  </a:lnTo>
                  <a:lnTo>
                    <a:pt x="7251065" y="2344621"/>
                  </a:lnTo>
                  <a:lnTo>
                    <a:pt x="7251402" y="2345058"/>
                  </a:lnTo>
                  <a:lnTo>
                    <a:pt x="7251738" y="2345488"/>
                  </a:lnTo>
                  <a:lnTo>
                    <a:pt x="7252075" y="2345834"/>
                  </a:lnTo>
                  <a:lnTo>
                    <a:pt x="7252411" y="2346282"/>
                  </a:lnTo>
                  <a:lnTo>
                    <a:pt x="7252748" y="2346631"/>
                  </a:lnTo>
                  <a:lnTo>
                    <a:pt x="7253084" y="2346838"/>
                  </a:lnTo>
                  <a:lnTo>
                    <a:pt x="7253421" y="2346842"/>
                  </a:lnTo>
                  <a:lnTo>
                    <a:pt x="7253757" y="2346701"/>
                  </a:lnTo>
                  <a:lnTo>
                    <a:pt x="7254093" y="2346362"/>
                  </a:lnTo>
                  <a:lnTo>
                    <a:pt x="7254430" y="2346170"/>
                  </a:lnTo>
                  <a:lnTo>
                    <a:pt x="7254766" y="2346071"/>
                  </a:lnTo>
                  <a:lnTo>
                    <a:pt x="7255103" y="2346025"/>
                  </a:lnTo>
                  <a:lnTo>
                    <a:pt x="7255439" y="2345888"/>
                  </a:lnTo>
                  <a:lnTo>
                    <a:pt x="7255776" y="2345734"/>
                  </a:lnTo>
                  <a:lnTo>
                    <a:pt x="7256112" y="2345589"/>
                  </a:lnTo>
                  <a:lnTo>
                    <a:pt x="7256449" y="2345589"/>
                  </a:lnTo>
                  <a:lnTo>
                    <a:pt x="7256785" y="2345696"/>
                  </a:lnTo>
                  <a:lnTo>
                    <a:pt x="7257122" y="2346037"/>
                  </a:lnTo>
                  <a:lnTo>
                    <a:pt x="7257458" y="2346352"/>
                  </a:lnTo>
                  <a:lnTo>
                    <a:pt x="7257795" y="2346450"/>
                  </a:lnTo>
                  <a:lnTo>
                    <a:pt x="7258131" y="2346517"/>
                  </a:lnTo>
                  <a:lnTo>
                    <a:pt x="7258467" y="2346478"/>
                  </a:lnTo>
                  <a:lnTo>
                    <a:pt x="7258804" y="2346440"/>
                  </a:lnTo>
                  <a:lnTo>
                    <a:pt x="7259140" y="2346317"/>
                  </a:lnTo>
                  <a:lnTo>
                    <a:pt x="7259477" y="2346125"/>
                  </a:lnTo>
                  <a:lnTo>
                    <a:pt x="7259813" y="2345940"/>
                  </a:lnTo>
                  <a:lnTo>
                    <a:pt x="7260150" y="2345919"/>
                  </a:lnTo>
                  <a:lnTo>
                    <a:pt x="7260486" y="2345964"/>
                  </a:lnTo>
                  <a:lnTo>
                    <a:pt x="7260823" y="2345776"/>
                  </a:lnTo>
                  <a:lnTo>
                    <a:pt x="7261159" y="2345565"/>
                  </a:lnTo>
                  <a:lnTo>
                    <a:pt x="7261496" y="2345042"/>
                  </a:lnTo>
                  <a:lnTo>
                    <a:pt x="7261832" y="2344373"/>
                  </a:lnTo>
                  <a:lnTo>
                    <a:pt x="7262169" y="2343500"/>
                  </a:lnTo>
                  <a:lnTo>
                    <a:pt x="7262505" y="2342627"/>
                  </a:lnTo>
                  <a:lnTo>
                    <a:pt x="7262841" y="2341970"/>
                  </a:lnTo>
                  <a:lnTo>
                    <a:pt x="7263178" y="2341300"/>
                  </a:lnTo>
                  <a:lnTo>
                    <a:pt x="7263514" y="2340649"/>
                  </a:lnTo>
                  <a:lnTo>
                    <a:pt x="7263851" y="2339913"/>
                  </a:lnTo>
                  <a:lnTo>
                    <a:pt x="7264187" y="2339073"/>
                  </a:lnTo>
                  <a:lnTo>
                    <a:pt x="7264524" y="2338030"/>
                  </a:lnTo>
                  <a:lnTo>
                    <a:pt x="7264860" y="2336821"/>
                  </a:lnTo>
                  <a:lnTo>
                    <a:pt x="7265197" y="2335644"/>
                  </a:lnTo>
                  <a:lnTo>
                    <a:pt x="7265533" y="2334559"/>
                  </a:lnTo>
                  <a:lnTo>
                    <a:pt x="7265870" y="2333707"/>
                  </a:lnTo>
                  <a:lnTo>
                    <a:pt x="7266206" y="2332884"/>
                  </a:lnTo>
                  <a:lnTo>
                    <a:pt x="7266543" y="2331891"/>
                  </a:lnTo>
                  <a:lnTo>
                    <a:pt x="7266879" y="2330852"/>
                  </a:lnTo>
                  <a:lnTo>
                    <a:pt x="7267215" y="2329821"/>
                  </a:lnTo>
                  <a:lnTo>
                    <a:pt x="7267552" y="2328836"/>
                  </a:lnTo>
                  <a:lnTo>
                    <a:pt x="7267888" y="2327851"/>
                  </a:lnTo>
                  <a:lnTo>
                    <a:pt x="7268225" y="2326919"/>
                  </a:lnTo>
                  <a:lnTo>
                    <a:pt x="7268561" y="2326087"/>
                  </a:lnTo>
                  <a:lnTo>
                    <a:pt x="7268898" y="2325354"/>
                  </a:lnTo>
                  <a:lnTo>
                    <a:pt x="7269234" y="2324744"/>
                  </a:lnTo>
                  <a:lnTo>
                    <a:pt x="7269571" y="2324371"/>
                  </a:lnTo>
                  <a:lnTo>
                    <a:pt x="7269907" y="2324189"/>
                  </a:lnTo>
                  <a:lnTo>
                    <a:pt x="7270244" y="2324174"/>
                  </a:lnTo>
                  <a:lnTo>
                    <a:pt x="7270580" y="2324457"/>
                  </a:lnTo>
                  <a:lnTo>
                    <a:pt x="7270916" y="2325184"/>
                  </a:lnTo>
                  <a:lnTo>
                    <a:pt x="7271253" y="2326110"/>
                  </a:lnTo>
                  <a:lnTo>
                    <a:pt x="7271589" y="2327296"/>
                  </a:lnTo>
                  <a:lnTo>
                    <a:pt x="7271926" y="2328612"/>
                  </a:lnTo>
                  <a:lnTo>
                    <a:pt x="7272262" y="2329883"/>
                  </a:lnTo>
                  <a:lnTo>
                    <a:pt x="7272599" y="2331184"/>
                  </a:lnTo>
                  <a:lnTo>
                    <a:pt x="7272935" y="2332639"/>
                  </a:lnTo>
                  <a:lnTo>
                    <a:pt x="7273272" y="2334296"/>
                  </a:lnTo>
                  <a:lnTo>
                    <a:pt x="7273608" y="2335783"/>
                  </a:lnTo>
                  <a:lnTo>
                    <a:pt x="7273945" y="2337223"/>
                  </a:lnTo>
                  <a:lnTo>
                    <a:pt x="7274281" y="2338575"/>
                  </a:lnTo>
                  <a:lnTo>
                    <a:pt x="7274618" y="2339902"/>
                  </a:lnTo>
                  <a:lnTo>
                    <a:pt x="7274954" y="2341297"/>
                  </a:lnTo>
                  <a:lnTo>
                    <a:pt x="7275290" y="2342584"/>
                  </a:lnTo>
                  <a:lnTo>
                    <a:pt x="7275627" y="2343640"/>
                  </a:lnTo>
                  <a:lnTo>
                    <a:pt x="7275963" y="2344593"/>
                  </a:lnTo>
                  <a:lnTo>
                    <a:pt x="7276300" y="2345481"/>
                  </a:lnTo>
                  <a:lnTo>
                    <a:pt x="7276636" y="2346051"/>
                  </a:lnTo>
                  <a:lnTo>
                    <a:pt x="7276973" y="2346494"/>
                  </a:lnTo>
                  <a:lnTo>
                    <a:pt x="7277309" y="2346778"/>
                  </a:lnTo>
                  <a:lnTo>
                    <a:pt x="7277646" y="2347025"/>
                  </a:lnTo>
                  <a:lnTo>
                    <a:pt x="7277982" y="2346993"/>
                  </a:lnTo>
                  <a:lnTo>
                    <a:pt x="7278319" y="2346767"/>
                  </a:lnTo>
                  <a:lnTo>
                    <a:pt x="7278655" y="2346642"/>
                  </a:lnTo>
                  <a:lnTo>
                    <a:pt x="7278992" y="2346780"/>
                  </a:lnTo>
                  <a:lnTo>
                    <a:pt x="7279328" y="2346956"/>
                  </a:lnTo>
                  <a:lnTo>
                    <a:pt x="7279664" y="2346865"/>
                  </a:lnTo>
                  <a:lnTo>
                    <a:pt x="7280001" y="2346557"/>
                  </a:lnTo>
                  <a:lnTo>
                    <a:pt x="7280337" y="2346157"/>
                  </a:lnTo>
                  <a:lnTo>
                    <a:pt x="7280674" y="2345669"/>
                  </a:lnTo>
                  <a:lnTo>
                    <a:pt x="7281010" y="2344964"/>
                  </a:lnTo>
                  <a:lnTo>
                    <a:pt x="7281347" y="2343972"/>
                  </a:lnTo>
                  <a:lnTo>
                    <a:pt x="7281683" y="2343111"/>
                  </a:lnTo>
                  <a:lnTo>
                    <a:pt x="7282020" y="2342284"/>
                  </a:lnTo>
                  <a:lnTo>
                    <a:pt x="7282356" y="2341212"/>
                  </a:lnTo>
                  <a:lnTo>
                    <a:pt x="7282693" y="2340043"/>
                  </a:lnTo>
                  <a:lnTo>
                    <a:pt x="7283029" y="2338790"/>
                  </a:lnTo>
                  <a:lnTo>
                    <a:pt x="7283366" y="2337284"/>
                  </a:lnTo>
                  <a:lnTo>
                    <a:pt x="7283702" y="2335541"/>
                  </a:lnTo>
                  <a:lnTo>
                    <a:pt x="7284038" y="2333469"/>
                  </a:lnTo>
                  <a:lnTo>
                    <a:pt x="7284375" y="2331259"/>
                  </a:lnTo>
                  <a:lnTo>
                    <a:pt x="7284711" y="2329091"/>
                  </a:lnTo>
                  <a:lnTo>
                    <a:pt x="7285048" y="2326858"/>
                  </a:lnTo>
                  <a:lnTo>
                    <a:pt x="7285384" y="2324807"/>
                  </a:lnTo>
                  <a:lnTo>
                    <a:pt x="7285721" y="2322817"/>
                  </a:lnTo>
                  <a:lnTo>
                    <a:pt x="7286057" y="2320949"/>
                  </a:lnTo>
                  <a:lnTo>
                    <a:pt x="7286394" y="2319266"/>
                  </a:lnTo>
                  <a:lnTo>
                    <a:pt x="7286730" y="2317819"/>
                  </a:lnTo>
                  <a:lnTo>
                    <a:pt x="7287067" y="2316564"/>
                  </a:lnTo>
                  <a:lnTo>
                    <a:pt x="7287403" y="2315691"/>
                  </a:lnTo>
                  <a:lnTo>
                    <a:pt x="7287740" y="2315140"/>
                  </a:lnTo>
                  <a:lnTo>
                    <a:pt x="7288076" y="2314941"/>
                  </a:lnTo>
                  <a:lnTo>
                    <a:pt x="7288412" y="2315003"/>
                  </a:lnTo>
                  <a:lnTo>
                    <a:pt x="7288749" y="2315301"/>
                  </a:lnTo>
                  <a:lnTo>
                    <a:pt x="7289085" y="2316036"/>
                  </a:lnTo>
                  <a:lnTo>
                    <a:pt x="7289422" y="2317077"/>
                  </a:lnTo>
                  <a:lnTo>
                    <a:pt x="7289758" y="2318003"/>
                  </a:lnTo>
                  <a:lnTo>
                    <a:pt x="7290095" y="2318968"/>
                  </a:lnTo>
                  <a:lnTo>
                    <a:pt x="7290431" y="2319865"/>
                  </a:lnTo>
                  <a:lnTo>
                    <a:pt x="7290768" y="2320754"/>
                  </a:lnTo>
                  <a:lnTo>
                    <a:pt x="7291104" y="2321796"/>
                  </a:lnTo>
                  <a:lnTo>
                    <a:pt x="7291441" y="2322931"/>
                  </a:lnTo>
                  <a:lnTo>
                    <a:pt x="7291777" y="2323896"/>
                  </a:lnTo>
                  <a:lnTo>
                    <a:pt x="7292114" y="2325010"/>
                  </a:lnTo>
                  <a:lnTo>
                    <a:pt x="7292450" y="2326162"/>
                  </a:lnTo>
                  <a:lnTo>
                    <a:pt x="7292786" y="2327219"/>
                  </a:lnTo>
                  <a:lnTo>
                    <a:pt x="7293123" y="2327566"/>
                  </a:lnTo>
                  <a:lnTo>
                    <a:pt x="7293459" y="2327442"/>
                  </a:lnTo>
                  <a:lnTo>
                    <a:pt x="7293796" y="2327023"/>
                  </a:lnTo>
                  <a:lnTo>
                    <a:pt x="7294132" y="2326366"/>
                  </a:lnTo>
                  <a:lnTo>
                    <a:pt x="7294469" y="2325450"/>
                  </a:lnTo>
                  <a:lnTo>
                    <a:pt x="7294805" y="2324573"/>
                  </a:lnTo>
                  <a:lnTo>
                    <a:pt x="7295142" y="2323853"/>
                  </a:lnTo>
                  <a:lnTo>
                    <a:pt x="7295478" y="2323120"/>
                  </a:lnTo>
                  <a:lnTo>
                    <a:pt x="7295815" y="2322267"/>
                  </a:lnTo>
                  <a:lnTo>
                    <a:pt x="7296151" y="2321196"/>
                  </a:lnTo>
                  <a:lnTo>
                    <a:pt x="7296488" y="2319865"/>
                  </a:lnTo>
                  <a:lnTo>
                    <a:pt x="7296824" y="2318371"/>
                  </a:lnTo>
                  <a:lnTo>
                    <a:pt x="7297160" y="2316391"/>
                  </a:lnTo>
                  <a:lnTo>
                    <a:pt x="7297497" y="2314083"/>
                  </a:lnTo>
                  <a:lnTo>
                    <a:pt x="7297833" y="2311666"/>
                  </a:lnTo>
                  <a:lnTo>
                    <a:pt x="7298170" y="2309605"/>
                  </a:lnTo>
                  <a:lnTo>
                    <a:pt x="7298506" y="2307801"/>
                  </a:lnTo>
                  <a:lnTo>
                    <a:pt x="7298843" y="2306242"/>
                  </a:lnTo>
                  <a:lnTo>
                    <a:pt x="7299179" y="2304726"/>
                  </a:lnTo>
                  <a:lnTo>
                    <a:pt x="7299516" y="2303156"/>
                  </a:lnTo>
                  <a:lnTo>
                    <a:pt x="7299852" y="2301587"/>
                  </a:lnTo>
                  <a:lnTo>
                    <a:pt x="7300189" y="2299810"/>
                  </a:lnTo>
                  <a:lnTo>
                    <a:pt x="7300525" y="2297938"/>
                  </a:lnTo>
                  <a:lnTo>
                    <a:pt x="7300862" y="2296086"/>
                  </a:lnTo>
                  <a:lnTo>
                    <a:pt x="7301198" y="2294296"/>
                  </a:lnTo>
                  <a:lnTo>
                    <a:pt x="7301534" y="2292667"/>
                  </a:lnTo>
                  <a:lnTo>
                    <a:pt x="7301871" y="2291539"/>
                  </a:lnTo>
                  <a:lnTo>
                    <a:pt x="7302207" y="2291165"/>
                  </a:lnTo>
                  <a:lnTo>
                    <a:pt x="7302544" y="2291315"/>
                  </a:lnTo>
                  <a:lnTo>
                    <a:pt x="7302880" y="2291855"/>
                  </a:lnTo>
                  <a:lnTo>
                    <a:pt x="7303217" y="2292253"/>
                  </a:lnTo>
                  <a:lnTo>
                    <a:pt x="7303553" y="2292743"/>
                  </a:lnTo>
                  <a:lnTo>
                    <a:pt x="7303890" y="2292919"/>
                  </a:lnTo>
                  <a:lnTo>
                    <a:pt x="7304226" y="2293195"/>
                  </a:lnTo>
                  <a:lnTo>
                    <a:pt x="7304563" y="2293631"/>
                  </a:lnTo>
                  <a:lnTo>
                    <a:pt x="7304899" y="2294129"/>
                  </a:lnTo>
                  <a:lnTo>
                    <a:pt x="7305235" y="2295183"/>
                  </a:lnTo>
                  <a:lnTo>
                    <a:pt x="7305572" y="2296368"/>
                  </a:lnTo>
                  <a:lnTo>
                    <a:pt x="7305908" y="2297546"/>
                  </a:lnTo>
                  <a:lnTo>
                    <a:pt x="7306245" y="2298673"/>
                  </a:lnTo>
                  <a:lnTo>
                    <a:pt x="7306581" y="2299921"/>
                  </a:lnTo>
                  <a:lnTo>
                    <a:pt x="7306918" y="2300934"/>
                  </a:lnTo>
                  <a:lnTo>
                    <a:pt x="7307254" y="2301348"/>
                  </a:lnTo>
                  <a:lnTo>
                    <a:pt x="7307591" y="2301161"/>
                  </a:lnTo>
                  <a:lnTo>
                    <a:pt x="7307927" y="2300808"/>
                  </a:lnTo>
                  <a:lnTo>
                    <a:pt x="7308264" y="2300507"/>
                  </a:lnTo>
                  <a:lnTo>
                    <a:pt x="7308600" y="2300310"/>
                  </a:lnTo>
                  <a:lnTo>
                    <a:pt x="7308937" y="2300380"/>
                  </a:lnTo>
                  <a:lnTo>
                    <a:pt x="7309273" y="2300427"/>
                  </a:lnTo>
                  <a:lnTo>
                    <a:pt x="7309609" y="2300478"/>
                  </a:lnTo>
                  <a:lnTo>
                    <a:pt x="7309946" y="2300973"/>
                  </a:lnTo>
                  <a:lnTo>
                    <a:pt x="7310282" y="2301700"/>
                  </a:lnTo>
                  <a:lnTo>
                    <a:pt x="7310619" y="2302657"/>
                  </a:lnTo>
                  <a:lnTo>
                    <a:pt x="7310955" y="2303764"/>
                  </a:lnTo>
                  <a:lnTo>
                    <a:pt x="7311292" y="2304793"/>
                  </a:lnTo>
                  <a:lnTo>
                    <a:pt x="7311628" y="2305834"/>
                  </a:lnTo>
                  <a:lnTo>
                    <a:pt x="7311965" y="2306937"/>
                  </a:lnTo>
                  <a:lnTo>
                    <a:pt x="7312301" y="2308008"/>
                  </a:lnTo>
                  <a:lnTo>
                    <a:pt x="7312638" y="2309130"/>
                  </a:lnTo>
                  <a:lnTo>
                    <a:pt x="7312974" y="2310254"/>
                  </a:lnTo>
                  <a:lnTo>
                    <a:pt x="7313311" y="2311610"/>
                  </a:lnTo>
                  <a:lnTo>
                    <a:pt x="7313647" y="2313023"/>
                  </a:lnTo>
                  <a:lnTo>
                    <a:pt x="7313983" y="2314498"/>
                  </a:lnTo>
                  <a:lnTo>
                    <a:pt x="7314320" y="2315929"/>
                  </a:lnTo>
                  <a:lnTo>
                    <a:pt x="7314656" y="2317287"/>
                  </a:lnTo>
                  <a:lnTo>
                    <a:pt x="7314993" y="2318149"/>
                  </a:lnTo>
                  <a:lnTo>
                    <a:pt x="7315329" y="2318810"/>
                  </a:lnTo>
                  <a:lnTo>
                    <a:pt x="7315666" y="2319244"/>
                  </a:lnTo>
                  <a:lnTo>
                    <a:pt x="7316002" y="2319557"/>
                  </a:lnTo>
                  <a:lnTo>
                    <a:pt x="7316339" y="2319753"/>
                  </a:lnTo>
                  <a:lnTo>
                    <a:pt x="7316675" y="2320003"/>
                  </a:lnTo>
                  <a:lnTo>
                    <a:pt x="7317012" y="2320279"/>
                  </a:lnTo>
                  <a:lnTo>
                    <a:pt x="7317348" y="2320535"/>
                  </a:lnTo>
                  <a:lnTo>
                    <a:pt x="7317685" y="2320682"/>
                  </a:lnTo>
                  <a:lnTo>
                    <a:pt x="7318021" y="2320707"/>
                  </a:lnTo>
                  <a:lnTo>
                    <a:pt x="7318357" y="2320622"/>
                  </a:lnTo>
                  <a:lnTo>
                    <a:pt x="7318694" y="2320469"/>
                  </a:lnTo>
                  <a:lnTo>
                    <a:pt x="7319030" y="2320240"/>
                  </a:lnTo>
                  <a:lnTo>
                    <a:pt x="7319367" y="2320033"/>
                  </a:lnTo>
                  <a:lnTo>
                    <a:pt x="7319703" y="2319926"/>
                  </a:lnTo>
                  <a:lnTo>
                    <a:pt x="7320040" y="2319926"/>
                  </a:lnTo>
                  <a:lnTo>
                    <a:pt x="7320376" y="2319826"/>
                  </a:lnTo>
                  <a:lnTo>
                    <a:pt x="7320713" y="2319712"/>
                  </a:lnTo>
                  <a:lnTo>
                    <a:pt x="7321049" y="2319574"/>
                  </a:lnTo>
                  <a:lnTo>
                    <a:pt x="7321386" y="2319551"/>
                  </a:lnTo>
                  <a:lnTo>
                    <a:pt x="7321722" y="2319551"/>
                  </a:lnTo>
                  <a:lnTo>
                    <a:pt x="7322059" y="2319467"/>
                  </a:lnTo>
                  <a:lnTo>
                    <a:pt x="7322395" y="2319360"/>
                  </a:lnTo>
                  <a:lnTo>
                    <a:pt x="7322731" y="2319222"/>
                  </a:lnTo>
                  <a:lnTo>
                    <a:pt x="7323068" y="2319053"/>
                  </a:lnTo>
                  <a:lnTo>
                    <a:pt x="7323404" y="2318701"/>
                  </a:lnTo>
                  <a:lnTo>
                    <a:pt x="7323741" y="2318127"/>
                  </a:lnTo>
                  <a:lnTo>
                    <a:pt x="7324077" y="2317454"/>
                  </a:lnTo>
                  <a:lnTo>
                    <a:pt x="7324414" y="2316378"/>
                  </a:lnTo>
                  <a:lnTo>
                    <a:pt x="7324750" y="2315299"/>
                  </a:lnTo>
                  <a:lnTo>
                    <a:pt x="7325087" y="2314434"/>
                  </a:lnTo>
                  <a:lnTo>
                    <a:pt x="7325423" y="2313702"/>
                  </a:lnTo>
                  <a:lnTo>
                    <a:pt x="7325760" y="2313129"/>
                  </a:lnTo>
                  <a:lnTo>
                    <a:pt x="7326096" y="2312440"/>
                  </a:lnTo>
                  <a:lnTo>
                    <a:pt x="7326433" y="2311705"/>
                  </a:lnTo>
                  <a:lnTo>
                    <a:pt x="7326769" y="2310980"/>
                  </a:lnTo>
                  <a:lnTo>
                    <a:pt x="7327105" y="2310032"/>
                  </a:lnTo>
                  <a:lnTo>
                    <a:pt x="7327442" y="2308777"/>
                  </a:lnTo>
                  <a:lnTo>
                    <a:pt x="7327778" y="2307241"/>
                  </a:lnTo>
                  <a:lnTo>
                    <a:pt x="7328115" y="2305482"/>
                  </a:lnTo>
                  <a:lnTo>
                    <a:pt x="7328451" y="2303811"/>
                  </a:lnTo>
                  <a:lnTo>
                    <a:pt x="7328788" y="2302392"/>
                  </a:lnTo>
                  <a:lnTo>
                    <a:pt x="7329124" y="2300938"/>
                  </a:lnTo>
                  <a:lnTo>
                    <a:pt x="7329461" y="2299735"/>
                  </a:lnTo>
                  <a:lnTo>
                    <a:pt x="7329797" y="2298519"/>
                  </a:lnTo>
                  <a:lnTo>
                    <a:pt x="7330134" y="2297087"/>
                  </a:lnTo>
                  <a:lnTo>
                    <a:pt x="7330470" y="2295557"/>
                  </a:lnTo>
                  <a:lnTo>
                    <a:pt x="7330807" y="2293760"/>
                  </a:lnTo>
                  <a:lnTo>
                    <a:pt x="7331143" y="2291818"/>
                  </a:lnTo>
                  <a:lnTo>
                    <a:pt x="7331479" y="2289686"/>
                  </a:lnTo>
                  <a:lnTo>
                    <a:pt x="7331816" y="2287864"/>
                  </a:lnTo>
                  <a:lnTo>
                    <a:pt x="7332152" y="2285827"/>
                  </a:lnTo>
                  <a:lnTo>
                    <a:pt x="7332489" y="2283863"/>
                  </a:lnTo>
                  <a:lnTo>
                    <a:pt x="7332825" y="2282539"/>
                  </a:lnTo>
                  <a:lnTo>
                    <a:pt x="7333162" y="2281264"/>
                  </a:lnTo>
                  <a:lnTo>
                    <a:pt x="7333498" y="2279952"/>
                  </a:lnTo>
                  <a:lnTo>
                    <a:pt x="7333835" y="2278879"/>
                  </a:lnTo>
                  <a:lnTo>
                    <a:pt x="7334171" y="2278214"/>
                  </a:lnTo>
                  <a:lnTo>
                    <a:pt x="7334508" y="2277589"/>
                  </a:lnTo>
                  <a:lnTo>
                    <a:pt x="7334844" y="2276933"/>
                  </a:lnTo>
                  <a:lnTo>
                    <a:pt x="7335180" y="2276267"/>
                  </a:lnTo>
                  <a:lnTo>
                    <a:pt x="7335517" y="2275542"/>
                  </a:lnTo>
                  <a:lnTo>
                    <a:pt x="7335853" y="2274927"/>
                  </a:lnTo>
                  <a:lnTo>
                    <a:pt x="7336190" y="2274488"/>
                  </a:lnTo>
                  <a:lnTo>
                    <a:pt x="7336526" y="2274025"/>
                  </a:lnTo>
                  <a:lnTo>
                    <a:pt x="7336863" y="2273380"/>
                  </a:lnTo>
                  <a:lnTo>
                    <a:pt x="7337199" y="2272652"/>
                  </a:lnTo>
                  <a:lnTo>
                    <a:pt x="7337536" y="2272014"/>
                  </a:lnTo>
                  <a:lnTo>
                    <a:pt x="7337872" y="2271416"/>
                  </a:lnTo>
                  <a:lnTo>
                    <a:pt x="7338209" y="2270794"/>
                  </a:lnTo>
                  <a:lnTo>
                    <a:pt x="7338545" y="2270319"/>
                  </a:lnTo>
                  <a:lnTo>
                    <a:pt x="7338882" y="2269761"/>
                  </a:lnTo>
                  <a:lnTo>
                    <a:pt x="7339218" y="2269184"/>
                  </a:lnTo>
                  <a:lnTo>
                    <a:pt x="7339554" y="2268427"/>
                  </a:lnTo>
                  <a:lnTo>
                    <a:pt x="7339891" y="2267868"/>
                  </a:lnTo>
                  <a:lnTo>
                    <a:pt x="7340227" y="2267424"/>
                  </a:lnTo>
                  <a:lnTo>
                    <a:pt x="7340564" y="2267363"/>
                  </a:lnTo>
                  <a:lnTo>
                    <a:pt x="7340900" y="2267546"/>
                  </a:lnTo>
                  <a:lnTo>
                    <a:pt x="7341237" y="2267906"/>
                  </a:lnTo>
                  <a:lnTo>
                    <a:pt x="7341573" y="2268733"/>
                  </a:lnTo>
                  <a:lnTo>
                    <a:pt x="7341910" y="2269797"/>
                  </a:lnTo>
                  <a:lnTo>
                    <a:pt x="7342246" y="2270868"/>
                  </a:lnTo>
                  <a:lnTo>
                    <a:pt x="7342583" y="2272047"/>
                  </a:lnTo>
                  <a:lnTo>
                    <a:pt x="7342919" y="2273348"/>
                  </a:lnTo>
                  <a:lnTo>
                    <a:pt x="7343256" y="2274725"/>
                  </a:lnTo>
                  <a:lnTo>
                    <a:pt x="7343592" y="2276195"/>
                  </a:lnTo>
                  <a:lnTo>
                    <a:pt x="7343928" y="2277879"/>
                  </a:lnTo>
                  <a:lnTo>
                    <a:pt x="7344265" y="2279662"/>
                  </a:lnTo>
                  <a:lnTo>
                    <a:pt x="7344601" y="2281468"/>
                  </a:lnTo>
                  <a:lnTo>
                    <a:pt x="7344938" y="2283175"/>
                  </a:lnTo>
                  <a:lnTo>
                    <a:pt x="7345274" y="2284859"/>
                  </a:lnTo>
                  <a:lnTo>
                    <a:pt x="7345611" y="2286297"/>
                  </a:lnTo>
                  <a:lnTo>
                    <a:pt x="7345947" y="2287491"/>
                  </a:lnTo>
                  <a:lnTo>
                    <a:pt x="7346284" y="2288509"/>
                  </a:lnTo>
                  <a:lnTo>
                    <a:pt x="7346620" y="2289313"/>
                  </a:lnTo>
                  <a:lnTo>
                    <a:pt x="7346957" y="2289933"/>
                  </a:lnTo>
                  <a:lnTo>
                    <a:pt x="7347293" y="2290545"/>
                  </a:lnTo>
                  <a:lnTo>
                    <a:pt x="7347630" y="2291157"/>
                  </a:lnTo>
                  <a:lnTo>
                    <a:pt x="7347966" y="2291770"/>
                  </a:lnTo>
                  <a:lnTo>
                    <a:pt x="7348302" y="2292474"/>
                  </a:lnTo>
                  <a:lnTo>
                    <a:pt x="7348639" y="2292818"/>
                  </a:lnTo>
                  <a:lnTo>
                    <a:pt x="7348975" y="2292887"/>
                  </a:lnTo>
                  <a:lnTo>
                    <a:pt x="7349312" y="2292803"/>
                  </a:lnTo>
                  <a:lnTo>
                    <a:pt x="7349648" y="2292849"/>
                  </a:lnTo>
                  <a:lnTo>
                    <a:pt x="7349985" y="2292788"/>
                  </a:lnTo>
                  <a:lnTo>
                    <a:pt x="7350321" y="2292822"/>
                  </a:lnTo>
                  <a:lnTo>
                    <a:pt x="7350658" y="2293077"/>
                  </a:lnTo>
                  <a:lnTo>
                    <a:pt x="7350994" y="2293332"/>
                  </a:lnTo>
                  <a:lnTo>
                    <a:pt x="7351331" y="2293614"/>
                  </a:lnTo>
                  <a:lnTo>
                    <a:pt x="7351667" y="2294233"/>
                  </a:lnTo>
                  <a:lnTo>
                    <a:pt x="7352004" y="2294841"/>
                  </a:lnTo>
                  <a:lnTo>
                    <a:pt x="7352340" y="2295206"/>
                  </a:lnTo>
                  <a:lnTo>
                    <a:pt x="7352676" y="2295554"/>
                  </a:lnTo>
                  <a:lnTo>
                    <a:pt x="7353013" y="2295783"/>
                  </a:lnTo>
                  <a:lnTo>
                    <a:pt x="7353349" y="2295642"/>
                  </a:lnTo>
                  <a:lnTo>
                    <a:pt x="7353686" y="2295395"/>
                  </a:lnTo>
                  <a:lnTo>
                    <a:pt x="7354022" y="2295102"/>
                  </a:lnTo>
                  <a:lnTo>
                    <a:pt x="7354359" y="2294710"/>
                  </a:lnTo>
                  <a:lnTo>
                    <a:pt x="7354695" y="2293667"/>
                  </a:lnTo>
                  <a:lnTo>
                    <a:pt x="7355032" y="2292131"/>
                  </a:lnTo>
                  <a:lnTo>
                    <a:pt x="7355368" y="2290518"/>
                  </a:lnTo>
                  <a:lnTo>
                    <a:pt x="7355705" y="2288617"/>
                  </a:lnTo>
                  <a:lnTo>
                    <a:pt x="7356041" y="2286214"/>
                  </a:lnTo>
                  <a:lnTo>
                    <a:pt x="7356378" y="2283576"/>
                  </a:lnTo>
                  <a:lnTo>
                    <a:pt x="7356714" y="2280663"/>
                  </a:lnTo>
                  <a:lnTo>
                    <a:pt x="7357050" y="2277646"/>
                  </a:lnTo>
                  <a:lnTo>
                    <a:pt x="7357387" y="2274771"/>
                  </a:lnTo>
                  <a:lnTo>
                    <a:pt x="7357723" y="2271425"/>
                  </a:lnTo>
                  <a:lnTo>
                    <a:pt x="7358060" y="2268248"/>
                  </a:lnTo>
                  <a:lnTo>
                    <a:pt x="7358396" y="2265362"/>
                  </a:lnTo>
                  <a:lnTo>
                    <a:pt x="7358733" y="2263132"/>
                  </a:lnTo>
                  <a:lnTo>
                    <a:pt x="7359069" y="2261007"/>
                  </a:lnTo>
                  <a:lnTo>
                    <a:pt x="7359406" y="2258926"/>
                  </a:lnTo>
                  <a:lnTo>
                    <a:pt x="7359742" y="2257236"/>
                  </a:lnTo>
                  <a:lnTo>
                    <a:pt x="7360079" y="2256119"/>
                  </a:lnTo>
                  <a:lnTo>
                    <a:pt x="7360415" y="2255711"/>
                  </a:lnTo>
                  <a:lnTo>
                    <a:pt x="7360752" y="2255842"/>
                  </a:lnTo>
                  <a:lnTo>
                    <a:pt x="7361088" y="2256181"/>
                  </a:lnTo>
                  <a:lnTo>
                    <a:pt x="7361424" y="2256753"/>
                  </a:lnTo>
                  <a:lnTo>
                    <a:pt x="7361761" y="2257607"/>
                  </a:lnTo>
                  <a:lnTo>
                    <a:pt x="7362097" y="2258442"/>
                  </a:lnTo>
                  <a:lnTo>
                    <a:pt x="7362434" y="2259169"/>
                  </a:lnTo>
                  <a:lnTo>
                    <a:pt x="7362770" y="2259911"/>
                  </a:lnTo>
                  <a:lnTo>
                    <a:pt x="7363107" y="2260718"/>
                  </a:lnTo>
                  <a:lnTo>
                    <a:pt x="7363443" y="2261660"/>
                  </a:lnTo>
                  <a:lnTo>
                    <a:pt x="7363780" y="2262869"/>
                  </a:lnTo>
                  <a:lnTo>
                    <a:pt x="7364116" y="2264317"/>
                  </a:lnTo>
                  <a:lnTo>
                    <a:pt x="7364453" y="2266100"/>
                  </a:lnTo>
                  <a:lnTo>
                    <a:pt x="7364789" y="2268033"/>
                  </a:lnTo>
                  <a:lnTo>
                    <a:pt x="7365126" y="2269991"/>
                  </a:lnTo>
                  <a:lnTo>
                    <a:pt x="7365462" y="2271593"/>
                  </a:lnTo>
                  <a:lnTo>
                    <a:pt x="7365798" y="2272937"/>
                  </a:lnTo>
                  <a:lnTo>
                    <a:pt x="7366135" y="2274213"/>
                  </a:lnTo>
                  <a:lnTo>
                    <a:pt x="7366471" y="2275606"/>
                  </a:lnTo>
                  <a:lnTo>
                    <a:pt x="7366808" y="2277084"/>
                  </a:lnTo>
                  <a:lnTo>
                    <a:pt x="7367144" y="2278746"/>
                  </a:lnTo>
                  <a:lnTo>
                    <a:pt x="7367481" y="2280546"/>
                  </a:lnTo>
                  <a:lnTo>
                    <a:pt x="7367817" y="2282417"/>
                  </a:lnTo>
                  <a:lnTo>
                    <a:pt x="7368154" y="2284270"/>
                  </a:lnTo>
                  <a:lnTo>
                    <a:pt x="7368490" y="2286059"/>
                  </a:lnTo>
                  <a:lnTo>
                    <a:pt x="7368827" y="2287895"/>
                  </a:lnTo>
                  <a:lnTo>
                    <a:pt x="7369163" y="2289413"/>
                  </a:lnTo>
                  <a:lnTo>
                    <a:pt x="7369499" y="2290767"/>
                  </a:lnTo>
                  <a:lnTo>
                    <a:pt x="7369836" y="2291919"/>
                  </a:lnTo>
                  <a:lnTo>
                    <a:pt x="7370172" y="2292817"/>
                  </a:lnTo>
                  <a:lnTo>
                    <a:pt x="7370509" y="2293926"/>
                  </a:lnTo>
                  <a:lnTo>
                    <a:pt x="7370845" y="2294967"/>
                  </a:lnTo>
                  <a:lnTo>
                    <a:pt x="7371182" y="2296322"/>
                  </a:lnTo>
                  <a:lnTo>
                    <a:pt x="7371518" y="2297677"/>
                  </a:lnTo>
                  <a:lnTo>
                    <a:pt x="7371855" y="2298970"/>
                  </a:lnTo>
                  <a:lnTo>
                    <a:pt x="7372191" y="2300309"/>
                  </a:lnTo>
                  <a:lnTo>
                    <a:pt x="7372528" y="2301222"/>
                  </a:lnTo>
                  <a:lnTo>
                    <a:pt x="7372864" y="2302027"/>
                  </a:lnTo>
                  <a:lnTo>
                    <a:pt x="7373201" y="2302693"/>
                  </a:lnTo>
                  <a:lnTo>
                    <a:pt x="7373537" y="2303249"/>
                  </a:lnTo>
                  <a:lnTo>
                    <a:pt x="7373873" y="2303609"/>
                  </a:lnTo>
                  <a:lnTo>
                    <a:pt x="7374210" y="2303935"/>
                  </a:lnTo>
                  <a:lnTo>
                    <a:pt x="7374546" y="2304532"/>
                  </a:lnTo>
                  <a:lnTo>
                    <a:pt x="7374883" y="2305293"/>
                  </a:lnTo>
                  <a:lnTo>
                    <a:pt x="7375219" y="2306143"/>
                  </a:lnTo>
                  <a:lnTo>
                    <a:pt x="7375556" y="2306819"/>
                  </a:lnTo>
                  <a:lnTo>
                    <a:pt x="7375892" y="2307261"/>
                  </a:lnTo>
                  <a:lnTo>
                    <a:pt x="7376229" y="2307344"/>
                  </a:lnTo>
                  <a:lnTo>
                    <a:pt x="7376565" y="2307350"/>
                  </a:lnTo>
                  <a:lnTo>
                    <a:pt x="7376902" y="2307300"/>
                  </a:lnTo>
                  <a:lnTo>
                    <a:pt x="7377238" y="2306874"/>
                  </a:lnTo>
                  <a:lnTo>
                    <a:pt x="7377575" y="2306338"/>
                  </a:lnTo>
                  <a:lnTo>
                    <a:pt x="7377911" y="2305695"/>
                  </a:lnTo>
                  <a:lnTo>
                    <a:pt x="7378247" y="2305078"/>
                  </a:lnTo>
                  <a:lnTo>
                    <a:pt x="7378584" y="2304431"/>
                  </a:lnTo>
                  <a:lnTo>
                    <a:pt x="7378920" y="2303658"/>
                  </a:lnTo>
                  <a:lnTo>
                    <a:pt x="7379257" y="2302969"/>
                  </a:lnTo>
                  <a:lnTo>
                    <a:pt x="7379593" y="2302134"/>
                  </a:lnTo>
                  <a:lnTo>
                    <a:pt x="7379930" y="2301367"/>
                  </a:lnTo>
                  <a:lnTo>
                    <a:pt x="7380266" y="2300583"/>
                  </a:lnTo>
                  <a:lnTo>
                    <a:pt x="7380603" y="2300134"/>
                  </a:lnTo>
                  <a:lnTo>
                    <a:pt x="7380939" y="2299761"/>
                  </a:lnTo>
                  <a:lnTo>
                    <a:pt x="7381276" y="2299454"/>
                  </a:lnTo>
                  <a:lnTo>
                    <a:pt x="7381612" y="2299293"/>
                  </a:lnTo>
                  <a:lnTo>
                    <a:pt x="7381949" y="2299245"/>
                  </a:lnTo>
                  <a:lnTo>
                    <a:pt x="7382285" y="2299518"/>
                  </a:lnTo>
                  <a:lnTo>
                    <a:pt x="7382621" y="2299878"/>
                  </a:lnTo>
                  <a:lnTo>
                    <a:pt x="7382958" y="2300354"/>
                  </a:lnTo>
                  <a:lnTo>
                    <a:pt x="7383294" y="2301026"/>
                  </a:lnTo>
                  <a:lnTo>
                    <a:pt x="7383631" y="2302019"/>
                  </a:lnTo>
                  <a:lnTo>
                    <a:pt x="7383967" y="2303006"/>
                  </a:lnTo>
                  <a:lnTo>
                    <a:pt x="7384304" y="2303924"/>
                  </a:lnTo>
                  <a:lnTo>
                    <a:pt x="7384640" y="2304749"/>
                  </a:lnTo>
                  <a:lnTo>
                    <a:pt x="7384977" y="2305522"/>
                  </a:lnTo>
                  <a:lnTo>
                    <a:pt x="7385313" y="2306197"/>
                  </a:lnTo>
                  <a:lnTo>
                    <a:pt x="7385650" y="2306656"/>
                  </a:lnTo>
                  <a:lnTo>
                    <a:pt x="7385986" y="2307116"/>
                  </a:lnTo>
                  <a:lnTo>
                    <a:pt x="7386323" y="2307575"/>
                  </a:lnTo>
                  <a:lnTo>
                    <a:pt x="7386659" y="2307889"/>
                  </a:lnTo>
                  <a:lnTo>
                    <a:pt x="7386995" y="2307996"/>
                  </a:lnTo>
                  <a:lnTo>
                    <a:pt x="7387332" y="2307996"/>
                  </a:lnTo>
                  <a:lnTo>
                    <a:pt x="7387668" y="2308095"/>
                  </a:lnTo>
                  <a:lnTo>
                    <a:pt x="7388005" y="2308110"/>
                  </a:lnTo>
                  <a:lnTo>
                    <a:pt x="7388341" y="2307957"/>
                  </a:lnTo>
                  <a:lnTo>
                    <a:pt x="7388678" y="2307674"/>
                  </a:lnTo>
                  <a:lnTo>
                    <a:pt x="7389014" y="2307292"/>
                  </a:lnTo>
                  <a:lnTo>
                    <a:pt x="7389351" y="2306832"/>
                  </a:lnTo>
                  <a:lnTo>
                    <a:pt x="7389687" y="2306656"/>
                  </a:lnTo>
                  <a:lnTo>
                    <a:pt x="7390024" y="2306664"/>
                  </a:lnTo>
                  <a:lnTo>
                    <a:pt x="7390360" y="2306978"/>
                  </a:lnTo>
                  <a:lnTo>
                    <a:pt x="7390697" y="2307429"/>
                  </a:lnTo>
                  <a:lnTo>
                    <a:pt x="7391033" y="2308003"/>
                  </a:lnTo>
                  <a:lnTo>
                    <a:pt x="7391369" y="2308570"/>
                  </a:lnTo>
                  <a:lnTo>
                    <a:pt x="7391706" y="2309190"/>
                  </a:lnTo>
                  <a:lnTo>
                    <a:pt x="7392042" y="2309802"/>
                  </a:lnTo>
                  <a:lnTo>
                    <a:pt x="7392379" y="2310636"/>
                  </a:lnTo>
                  <a:lnTo>
                    <a:pt x="7392715" y="2311394"/>
                  </a:lnTo>
                  <a:lnTo>
                    <a:pt x="7393052" y="2312184"/>
                  </a:lnTo>
                  <a:lnTo>
                    <a:pt x="7393388" y="2313172"/>
                  </a:lnTo>
                  <a:lnTo>
                    <a:pt x="7393725" y="2314220"/>
                  </a:lnTo>
                  <a:lnTo>
                    <a:pt x="7394061" y="2315321"/>
                  </a:lnTo>
                  <a:lnTo>
                    <a:pt x="7394398" y="2316701"/>
                  </a:lnTo>
                  <a:lnTo>
                    <a:pt x="7394734" y="2318175"/>
                  </a:lnTo>
                  <a:lnTo>
                    <a:pt x="7395071" y="2319750"/>
                  </a:lnTo>
                  <a:lnTo>
                    <a:pt x="7395407" y="2321665"/>
                  </a:lnTo>
                  <a:lnTo>
                    <a:pt x="7395743" y="2323552"/>
                  </a:lnTo>
                  <a:lnTo>
                    <a:pt x="7396080" y="2325436"/>
                  </a:lnTo>
                  <a:lnTo>
                    <a:pt x="7396416" y="2327480"/>
                  </a:lnTo>
                  <a:lnTo>
                    <a:pt x="7396753" y="2329564"/>
                  </a:lnTo>
                  <a:lnTo>
                    <a:pt x="7397089" y="2331692"/>
                  </a:lnTo>
                  <a:lnTo>
                    <a:pt x="7397426" y="2333811"/>
                  </a:lnTo>
                  <a:lnTo>
                    <a:pt x="7397762" y="2336014"/>
                  </a:lnTo>
                  <a:lnTo>
                    <a:pt x="7398099" y="2338466"/>
                  </a:lnTo>
                  <a:lnTo>
                    <a:pt x="7398435" y="2341132"/>
                  </a:lnTo>
                  <a:lnTo>
                    <a:pt x="7398772" y="2343950"/>
                  </a:lnTo>
                  <a:lnTo>
                    <a:pt x="7399108" y="2346472"/>
                  </a:lnTo>
                  <a:lnTo>
                    <a:pt x="7399445" y="2349196"/>
                  </a:lnTo>
                  <a:lnTo>
                    <a:pt x="7399781" y="2351676"/>
                  </a:lnTo>
                  <a:lnTo>
                    <a:pt x="7400117" y="2353333"/>
                  </a:lnTo>
                  <a:lnTo>
                    <a:pt x="7400454" y="2354452"/>
                  </a:lnTo>
                  <a:lnTo>
                    <a:pt x="7400790" y="2355449"/>
                  </a:lnTo>
                  <a:lnTo>
                    <a:pt x="7401127" y="2356376"/>
                  </a:lnTo>
                  <a:lnTo>
                    <a:pt x="7401463" y="2356942"/>
                  </a:lnTo>
                  <a:lnTo>
                    <a:pt x="7401800" y="2357254"/>
                  </a:lnTo>
                  <a:lnTo>
                    <a:pt x="7402136" y="2357450"/>
                  </a:lnTo>
                  <a:lnTo>
                    <a:pt x="7402473" y="2357656"/>
                  </a:lnTo>
                  <a:lnTo>
                    <a:pt x="7402809" y="2357869"/>
                  </a:lnTo>
                  <a:lnTo>
                    <a:pt x="7403146" y="2357749"/>
                  </a:lnTo>
                  <a:lnTo>
                    <a:pt x="7403482" y="2357324"/>
                  </a:lnTo>
                  <a:lnTo>
                    <a:pt x="7403818" y="2356799"/>
                  </a:lnTo>
                  <a:lnTo>
                    <a:pt x="7404155" y="2356319"/>
                  </a:lnTo>
                  <a:lnTo>
                    <a:pt x="7404491" y="2355853"/>
                  </a:lnTo>
                  <a:lnTo>
                    <a:pt x="7404828" y="2355527"/>
                  </a:lnTo>
                  <a:lnTo>
                    <a:pt x="7405164" y="2355428"/>
                  </a:lnTo>
                  <a:lnTo>
                    <a:pt x="7405501" y="2355614"/>
                  </a:lnTo>
                  <a:lnTo>
                    <a:pt x="7405837" y="2355783"/>
                  </a:lnTo>
                  <a:lnTo>
                    <a:pt x="7406174" y="2355920"/>
                  </a:lnTo>
                  <a:lnTo>
                    <a:pt x="7406510" y="2355984"/>
                  </a:lnTo>
                  <a:lnTo>
                    <a:pt x="7406847" y="2356367"/>
                  </a:lnTo>
                  <a:lnTo>
                    <a:pt x="7407183" y="2356826"/>
                  </a:lnTo>
                  <a:lnTo>
                    <a:pt x="7407520" y="2357270"/>
                  </a:lnTo>
                  <a:lnTo>
                    <a:pt x="7407856" y="2357576"/>
                  </a:lnTo>
                  <a:lnTo>
                    <a:pt x="7408192" y="2358004"/>
                  </a:lnTo>
                  <a:lnTo>
                    <a:pt x="7408529" y="2358464"/>
                  </a:lnTo>
                  <a:lnTo>
                    <a:pt x="7408865" y="2358670"/>
                  </a:lnTo>
                  <a:lnTo>
                    <a:pt x="7409202" y="2358915"/>
                  </a:lnTo>
                  <a:lnTo>
                    <a:pt x="7409538" y="2359198"/>
                  </a:lnTo>
                  <a:lnTo>
                    <a:pt x="7409875" y="2359244"/>
                  </a:lnTo>
                  <a:lnTo>
                    <a:pt x="7410211" y="2359168"/>
                  </a:lnTo>
                  <a:lnTo>
                    <a:pt x="7410548" y="2358877"/>
                  </a:lnTo>
                  <a:lnTo>
                    <a:pt x="7410884" y="2358571"/>
                  </a:lnTo>
                  <a:lnTo>
                    <a:pt x="7411221" y="2358265"/>
                  </a:lnTo>
                  <a:lnTo>
                    <a:pt x="7411557" y="2357958"/>
                  </a:lnTo>
                  <a:lnTo>
                    <a:pt x="7411894" y="2357652"/>
                  </a:lnTo>
                  <a:lnTo>
                    <a:pt x="7412230" y="2357293"/>
                  </a:lnTo>
                  <a:lnTo>
                    <a:pt x="7412566" y="2356803"/>
                  </a:lnTo>
                  <a:lnTo>
                    <a:pt x="7412903" y="2356091"/>
                  </a:lnTo>
                  <a:lnTo>
                    <a:pt x="7413239" y="2355326"/>
                  </a:lnTo>
                  <a:lnTo>
                    <a:pt x="7413576" y="2354560"/>
                  </a:lnTo>
                  <a:lnTo>
                    <a:pt x="7413912" y="2353795"/>
                  </a:lnTo>
                  <a:lnTo>
                    <a:pt x="7414249" y="2353030"/>
                  </a:lnTo>
                  <a:lnTo>
                    <a:pt x="7414585" y="2352287"/>
                  </a:lnTo>
                  <a:lnTo>
                    <a:pt x="7414922" y="2351675"/>
                  </a:lnTo>
                  <a:lnTo>
                    <a:pt x="7415258" y="2351063"/>
                  </a:lnTo>
                  <a:lnTo>
                    <a:pt x="7415595" y="2350450"/>
                  </a:lnTo>
                  <a:lnTo>
                    <a:pt x="7415931" y="2350129"/>
                  </a:lnTo>
                  <a:lnTo>
                    <a:pt x="7416268" y="2349838"/>
                  </a:lnTo>
                  <a:lnTo>
                    <a:pt x="7416604" y="2349754"/>
                  </a:lnTo>
                  <a:lnTo>
                    <a:pt x="7416940" y="2349892"/>
                  </a:lnTo>
                  <a:lnTo>
                    <a:pt x="7417277" y="2350343"/>
                  </a:lnTo>
                  <a:lnTo>
                    <a:pt x="7417613" y="2350913"/>
                  </a:lnTo>
                  <a:lnTo>
                    <a:pt x="7417950" y="2351738"/>
                  </a:lnTo>
                  <a:lnTo>
                    <a:pt x="7418286" y="2352853"/>
                  </a:lnTo>
                  <a:lnTo>
                    <a:pt x="7418623" y="2354270"/>
                  </a:lnTo>
                  <a:lnTo>
                    <a:pt x="7418959" y="2355365"/>
                  </a:lnTo>
                  <a:lnTo>
                    <a:pt x="7419296" y="2356426"/>
                  </a:lnTo>
                  <a:lnTo>
                    <a:pt x="7419632" y="2357668"/>
                  </a:lnTo>
                  <a:lnTo>
                    <a:pt x="7419969" y="2359003"/>
                  </a:lnTo>
                  <a:lnTo>
                    <a:pt x="7420305" y="2360459"/>
                  </a:lnTo>
                  <a:lnTo>
                    <a:pt x="7420642" y="2362329"/>
                  </a:lnTo>
                  <a:lnTo>
                    <a:pt x="7420978" y="2364298"/>
                  </a:lnTo>
                  <a:lnTo>
                    <a:pt x="7421314" y="2366344"/>
                  </a:lnTo>
                  <a:lnTo>
                    <a:pt x="7421651" y="2368335"/>
                  </a:lnTo>
                  <a:lnTo>
                    <a:pt x="7421987" y="2370573"/>
                  </a:lnTo>
                  <a:lnTo>
                    <a:pt x="7422324" y="2373073"/>
                  </a:lnTo>
                  <a:lnTo>
                    <a:pt x="7422660" y="2375612"/>
                  </a:lnTo>
                  <a:lnTo>
                    <a:pt x="7422997" y="2378217"/>
                  </a:lnTo>
                  <a:lnTo>
                    <a:pt x="7423333" y="2381086"/>
                  </a:lnTo>
                  <a:lnTo>
                    <a:pt x="7423670" y="2383862"/>
                  </a:lnTo>
                  <a:lnTo>
                    <a:pt x="7424006" y="2386898"/>
                  </a:lnTo>
                  <a:lnTo>
                    <a:pt x="7424343" y="2390229"/>
                  </a:lnTo>
                  <a:lnTo>
                    <a:pt x="7424679" y="2393516"/>
                  </a:lnTo>
                  <a:lnTo>
                    <a:pt x="7425016" y="2397250"/>
                  </a:lnTo>
                  <a:lnTo>
                    <a:pt x="7425352" y="2400817"/>
                  </a:lnTo>
                  <a:lnTo>
                    <a:pt x="7425688" y="2404093"/>
                  </a:lnTo>
                  <a:lnTo>
                    <a:pt x="7426025" y="2406549"/>
                  </a:lnTo>
                  <a:lnTo>
                    <a:pt x="7426361" y="2408888"/>
                  </a:lnTo>
                  <a:lnTo>
                    <a:pt x="7426698" y="2411141"/>
                  </a:lnTo>
                  <a:lnTo>
                    <a:pt x="7427034" y="2412988"/>
                  </a:lnTo>
                  <a:lnTo>
                    <a:pt x="7427371" y="2414319"/>
                  </a:lnTo>
                  <a:lnTo>
                    <a:pt x="7427707" y="2415336"/>
                  </a:lnTo>
                  <a:lnTo>
                    <a:pt x="7428044" y="2416246"/>
                  </a:lnTo>
                  <a:lnTo>
                    <a:pt x="7428380" y="2417245"/>
                  </a:lnTo>
                  <a:lnTo>
                    <a:pt x="7428717" y="2418287"/>
                  </a:lnTo>
                  <a:lnTo>
                    <a:pt x="7429053" y="2419298"/>
                  </a:lnTo>
                  <a:lnTo>
                    <a:pt x="7429390" y="2420259"/>
                  </a:lnTo>
                  <a:lnTo>
                    <a:pt x="7429726" y="2421108"/>
                  </a:lnTo>
                  <a:lnTo>
                    <a:pt x="7430062" y="2421559"/>
                  </a:lnTo>
                  <a:lnTo>
                    <a:pt x="7430399" y="2421934"/>
                  </a:lnTo>
                  <a:lnTo>
                    <a:pt x="7430735" y="2421980"/>
                  </a:lnTo>
                  <a:lnTo>
                    <a:pt x="7431072" y="2422069"/>
                  </a:lnTo>
                  <a:lnTo>
                    <a:pt x="7431408" y="2422167"/>
                  </a:lnTo>
                  <a:lnTo>
                    <a:pt x="7431745" y="2422218"/>
                  </a:lnTo>
                  <a:lnTo>
                    <a:pt x="7432081" y="2422450"/>
                  </a:lnTo>
                  <a:lnTo>
                    <a:pt x="7432418" y="2422524"/>
                  </a:lnTo>
                  <a:lnTo>
                    <a:pt x="7432754" y="2422505"/>
                  </a:lnTo>
                  <a:lnTo>
                    <a:pt x="7433091" y="2422397"/>
                  </a:lnTo>
                  <a:lnTo>
                    <a:pt x="7433427" y="2422039"/>
                  </a:lnTo>
                  <a:lnTo>
                    <a:pt x="7433764" y="2421286"/>
                  </a:lnTo>
                  <a:lnTo>
                    <a:pt x="7434100" y="2420341"/>
                  </a:lnTo>
                  <a:lnTo>
                    <a:pt x="7434436" y="2419214"/>
                  </a:lnTo>
                  <a:lnTo>
                    <a:pt x="7434773" y="2418205"/>
                  </a:lnTo>
                  <a:lnTo>
                    <a:pt x="7435109" y="2417545"/>
                  </a:lnTo>
                  <a:lnTo>
                    <a:pt x="7435446" y="2416949"/>
                  </a:lnTo>
                  <a:lnTo>
                    <a:pt x="7435782" y="2416566"/>
                  </a:lnTo>
                  <a:lnTo>
                    <a:pt x="7436119" y="2416277"/>
                  </a:lnTo>
                  <a:lnTo>
                    <a:pt x="7436455" y="2415832"/>
                  </a:lnTo>
                  <a:lnTo>
                    <a:pt x="7436792" y="2415129"/>
                  </a:lnTo>
                  <a:lnTo>
                    <a:pt x="7437128" y="2414058"/>
                  </a:lnTo>
                  <a:lnTo>
                    <a:pt x="7437465" y="2413147"/>
                  </a:lnTo>
                  <a:lnTo>
                    <a:pt x="7437801" y="2412205"/>
                  </a:lnTo>
                  <a:lnTo>
                    <a:pt x="7438137" y="2411088"/>
                  </a:lnTo>
                  <a:lnTo>
                    <a:pt x="7438474" y="2409909"/>
                  </a:lnTo>
                  <a:lnTo>
                    <a:pt x="7438810" y="2408838"/>
                  </a:lnTo>
                  <a:lnTo>
                    <a:pt x="7439147" y="2407766"/>
                  </a:lnTo>
                  <a:lnTo>
                    <a:pt x="7439483" y="2406695"/>
                  </a:lnTo>
                  <a:lnTo>
                    <a:pt x="7439820" y="2405493"/>
                  </a:lnTo>
                  <a:lnTo>
                    <a:pt x="7440156" y="2404269"/>
                  </a:lnTo>
                  <a:lnTo>
                    <a:pt x="7440493" y="2403190"/>
                  </a:lnTo>
                  <a:lnTo>
                    <a:pt x="7440829" y="2402271"/>
                  </a:lnTo>
                  <a:lnTo>
                    <a:pt x="7441166" y="2401391"/>
                  </a:lnTo>
                  <a:lnTo>
                    <a:pt x="7441502" y="2400871"/>
                  </a:lnTo>
                  <a:lnTo>
                    <a:pt x="7441839" y="2400557"/>
                  </a:lnTo>
                  <a:lnTo>
                    <a:pt x="7442175" y="2400251"/>
                  </a:lnTo>
                  <a:lnTo>
                    <a:pt x="7442511" y="2399830"/>
                  </a:lnTo>
                  <a:lnTo>
                    <a:pt x="7442848" y="2399501"/>
                  </a:lnTo>
                  <a:lnTo>
                    <a:pt x="7443184" y="2399378"/>
                  </a:lnTo>
                  <a:lnTo>
                    <a:pt x="7443521" y="2399378"/>
                  </a:lnTo>
                  <a:lnTo>
                    <a:pt x="7443857" y="2399271"/>
                  </a:lnTo>
                  <a:lnTo>
                    <a:pt x="7444194" y="2399202"/>
                  </a:lnTo>
                  <a:lnTo>
                    <a:pt x="7444530" y="2399432"/>
                  </a:lnTo>
                  <a:lnTo>
                    <a:pt x="7444867" y="2399784"/>
                  </a:lnTo>
                  <a:lnTo>
                    <a:pt x="7445203" y="2400243"/>
                  </a:lnTo>
                  <a:lnTo>
                    <a:pt x="7445540" y="2400557"/>
                  </a:lnTo>
                  <a:lnTo>
                    <a:pt x="7445876" y="2400787"/>
                  </a:lnTo>
                  <a:lnTo>
                    <a:pt x="7446213" y="2401173"/>
                  </a:lnTo>
                  <a:lnTo>
                    <a:pt x="7446549" y="2401259"/>
                  </a:lnTo>
                  <a:lnTo>
                    <a:pt x="7446885" y="2401359"/>
                  </a:lnTo>
                  <a:lnTo>
                    <a:pt x="7447222" y="2401341"/>
                  </a:lnTo>
                  <a:lnTo>
                    <a:pt x="7447558" y="2401570"/>
                  </a:lnTo>
                  <a:lnTo>
                    <a:pt x="7447895" y="2401571"/>
                  </a:lnTo>
                  <a:lnTo>
                    <a:pt x="7448231" y="2401614"/>
                  </a:lnTo>
                  <a:lnTo>
                    <a:pt x="7448568" y="2401670"/>
                  </a:lnTo>
                  <a:lnTo>
                    <a:pt x="7448904" y="2401794"/>
                  </a:lnTo>
                  <a:lnTo>
                    <a:pt x="7449241" y="2401888"/>
                  </a:lnTo>
                  <a:lnTo>
                    <a:pt x="7449577" y="2401768"/>
                  </a:lnTo>
                  <a:lnTo>
                    <a:pt x="7449914" y="2401561"/>
                  </a:lnTo>
                  <a:lnTo>
                    <a:pt x="7450250" y="2401278"/>
                  </a:lnTo>
                  <a:lnTo>
                    <a:pt x="7450587" y="2400986"/>
                  </a:lnTo>
                  <a:lnTo>
                    <a:pt x="7450923" y="2400626"/>
                  </a:lnTo>
                  <a:lnTo>
                    <a:pt x="7451259" y="2400262"/>
                  </a:lnTo>
                  <a:lnTo>
                    <a:pt x="7451596" y="2400032"/>
                  </a:lnTo>
                  <a:lnTo>
                    <a:pt x="7451932" y="2399870"/>
                  </a:lnTo>
                  <a:lnTo>
                    <a:pt x="7452269" y="2399799"/>
                  </a:lnTo>
                  <a:lnTo>
                    <a:pt x="7452605" y="2399762"/>
                  </a:lnTo>
                  <a:lnTo>
                    <a:pt x="7452942" y="2399762"/>
                  </a:lnTo>
                  <a:lnTo>
                    <a:pt x="7453278" y="2399762"/>
                  </a:lnTo>
                  <a:lnTo>
                    <a:pt x="7453615" y="2399762"/>
                  </a:lnTo>
                  <a:lnTo>
                    <a:pt x="7453951" y="2399762"/>
                  </a:lnTo>
                  <a:lnTo>
                    <a:pt x="7454288" y="2399762"/>
                  </a:lnTo>
                  <a:lnTo>
                    <a:pt x="7454624" y="2399762"/>
                  </a:lnTo>
                  <a:lnTo>
                    <a:pt x="7454961" y="2399762"/>
                  </a:lnTo>
                  <a:lnTo>
                    <a:pt x="7455297" y="2399861"/>
                  </a:lnTo>
                  <a:lnTo>
                    <a:pt x="7455633" y="2400014"/>
                  </a:lnTo>
                  <a:lnTo>
                    <a:pt x="7455970" y="2400167"/>
                  </a:lnTo>
                  <a:lnTo>
                    <a:pt x="7456306" y="2400527"/>
                  </a:lnTo>
                  <a:lnTo>
                    <a:pt x="7456643" y="2400986"/>
                  </a:lnTo>
                  <a:lnTo>
                    <a:pt x="7456979" y="2401399"/>
                  </a:lnTo>
                  <a:lnTo>
                    <a:pt x="7457316" y="2401859"/>
                  </a:lnTo>
                  <a:lnTo>
                    <a:pt x="7457652" y="2402172"/>
                  </a:lnTo>
                  <a:lnTo>
                    <a:pt x="7457989" y="2402532"/>
                  </a:lnTo>
                  <a:lnTo>
                    <a:pt x="7458325" y="2402991"/>
                  </a:lnTo>
                  <a:lnTo>
                    <a:pt x="7458662" y="2403558"/>
                  </a:lnTo>
                  <a:lnTo>
                    <a:pt x="7458998" y="2404246"/>
                  </a:lnTo>
                  <a:lnTo>
                    <a:pt x="7459335" y="2404859"/>
                  </a:lnTo>
                  <a:lnTo>
                    <a:pt x="7459671" y="2405234"/>
                  </a:lnTo>
                  <a:lnTo>
                    <a:pt x="7460007" y="2405615"/>
                  </a:lnTo>
                  <a:lnTo>
                    <a:pt x="7460344" y="2405922"/>
                  </a:lnTo>
                  <a:lnTo>
                    <a:pt x="7460680" y="2406060"/>
                  </a:lnTo>
                  <a:lnTo>
                    <a:pt x="7461017" y="2406205"/>
                  </a:lnTo>
                  <a:lnTo>
                    <a:pt x="7461353" y="2406003"/>
                  </a:lnTo>
                  <a:lnTo>
                    <a:pt x="7461690" y="2405602"/>
                  </a:lnTo>
                  <a:lnTo>
                    <a:pt x="7462026" y="2405109"/>
                  </a:lnTo>
                  <a:lnTo>
                    <a:pt x="7462363" y="2404615"/>
                  </a:lnTo>
                  <a:lnTo>
                    <a:pt x="7462699" y="2404293"/>
                  </a:lnTo>
                  <a:lnTo>
                    <a:pt x="7463036" y="2403927"/>
                  </a:lnTo>
                  <a:lnTo>
                    <a:pt x="7463372" y="2403483"/>
                  </a:lnTo>
                  <a:lnTo>
                    <a:pt x="7463709" y="2402990"/>
                  </a:lnTo>
                  <a:lnTo>
                    <a:pt x="7464045" y="2402360"/>
                  </a:lnTo>
                  <a:lnTo>
                    <a:pt x="7464381" y="2401694"/>
                  </a:lnTo>
                  <a:lnTo>
                    <a:pt x="7464718" y="2400941"/>
                  </a:lnTo>
                  <a:lnTo>
                    <a:pt x="7465054" y="2400154"/>
                  </a:lnTo>
                  <a:lnTo>
                    <a:pt x="7465391" y="2399304"/>
                  </a:lnTo>
                  <a:lnTo>
                    <a:pt x="7465727" y="2398331"/>
                  </a:lnTo>
                  <a:lnTo>
                    <a:pt x="7466064" y="2397612"/>
                  </a:lnTo>
                  <a:lnTo>
                    <a:pt x="7466400" y="2397361"/>
                  </a:lnTo>
                  <a:lnTo>
                    <a:pt x="7466737" y="2397207"/>
                  </a:lnTo>
                  <a:lnTo>
                    <a:pt x="7467073" y="2397395"/>
                  </a:lnTo>
                  <a:lnTo>
                    <a:pt x="7467410" y="2397835"/>
                  </a:lnTo>
                  <a:lnTo>
                    <a:pt x="7467746" y="2398525"/>
                  </a:lnTo>
                  <a:lnTo>
                    <a:pt x="7468082" y="2399346"/>
                  </a:lnTo>
                  <a:lnTo>
                    <a:pt x="7468419" y="2399982"/>
                  </a:lnTo>
                  <a:lnTo>
                    <a:pt x="7468755" y="2400647"/>
                  </a:lnTo>
                  <a:lnTo>
                    <a:pt x="7469092" y="2401526"/>
                  </a:lnTo>
                  <a:lnTo>
                    <a:pt x="7469428" y="2402413"/>
                  </a:lnTo>
                  <a:lnTo>
                    <a:pt x="7469765" y="2403477"/>
                  </a:lnTo>
                  <a:lnTo>
                    <a:pt x="7470101" y="2404740"/>
                  </a:lnTo>
                  <a:lnTo>
                    <a:pt x="7470438" y="2406118"/>
                  </a:lnTo>
                  <a:lnTo>
                    <a:pt x="7470774" y="2407648"/>
                  </a:lnTo>
                  <a:lnTo>
                    <a:pt x="7471111" y="2409095"/>
                  </a:lnTo>
                  <a:lnTo>
                    <a:pt x="7471447" y="2410297"/>
                  </a:lnTo>
                  <a:lnTo>
                    <a:pt x="7471784" y="2411368"/>
                  </a:lnTo>
                  <a:lnTo>
                    <a:pt x="7472120" y="2412179"/>
                  </a:lnTo>
                  <a:lnTo>
                    <a:pt x="7472456" y="2412661"/>
                  </a:lnTo>
                  <a:lnTo>
                    <a:pt x="7472793" y="2412792"/>
                  </a:lnTo>
                  <a:lnTo>
                    <a:pt x="7473129" y="2412792"/>
                  </a:lnTo>
                  <a:lnTo>
                    <a:pt x="7473466" y="2412753"/>
                  </a:lnTo>
                  <a:lnTo>
                    <a:pt x="7473802" y="2412593"/>
                  </a:lnTo>
                  <a:lnTo>
                    <a:pt x="7474139" y="2412080"/>
                  </a:lnTo>
                  <a:lnTo>
                    <a:pt x="7474475" y="2411468"/>
                  </a:lnTo>
                  <a:lnTo>
                    <a:pt x="7474812" y="2410855"/>
                  </a:lnTo>
                  <a:lnTo>
                    <a:pt x="7475148" y="2410151"/>
                  </a:lnTo>
                  <a:lnTo>
                    <a:pt x="7475485" y="2409302"/>
                  </a:lnTo>
                  <a:lnTo>
                    <a:pt x="7475821" y="2408138"/>
                  </a:lnTo>
                  <a:lnTo>
                    <a:pt x="7476158" y="2406860"/>
                  </a:lnTo>
                  <a:lnTo>
                    <a:pt x="7476494" y="2405513"/>
                  </a:lnTo>
                  <a:lnTo>
                    <a:pt x="7476830" y="2403959"/>
                  </a:lnTo>
                  <a:lnTo>
                    <a:pt x="7477167" y="2402161"/>
                  </a:lnTo>
                  <a:lnTo>
                    <a:pt x="7477503" y="2400800"/>
                  </a:lnTo>
                  <a:lnTo>
                    <a:pt x="7477840" y="2399725"/>
                  </a:lnTo>
                  <a:lnTo>
                    <a:pt x="7478176" y="2398626"/>
                  </a:lnTo>
                  <a:lnTo>
                    <a:pt x="7478513" y="2397383"/>
                  </a:lnTo>
                  <a:lnTo>
                    <a:pt x="7478849" y="2396232"/>
                  </a:lnTo>
                  <a:lnTo>
                    <a:pt x="7479186" y="2395142"/>
                  </a:lnTo>
                  <a:lnTo>
                    <a:pt x="7479522" y="2394009"/>
                  </a:lnTo>
                  <a:lnTo>
                    <a:pt x="7479859" y="2392901"/>
                  </a:lnTo>
                  <a:lnTo>
                    <a:pt x="7480195" y="2392043"/>
                  </a:lnTo>
                  <a:lnTo>
                    <a:pt x="7480532" y="2391227"/>
                  </a:lnTo>
                  <a:lnTo>
                    <a:pt x="7480868" y="2390537"/>
                  </a:lnTo>
                  <a:lnTo>
                    <a:pt x="7481204" y="2389913"/>
                  </a:lnTo>
                  <a:lnTo>
                    <a:pt x="7481541" y="2389377"/>
                  </a:lnTo>
                  <a:lnTo>
                    <a:pt x="7481877" y="2388888"/>
                  </a:lnTo>
                  <a:lnTo>
                    <a:pt x="7482214" y="2388532"/>
                  </a:lnTo>
                  <a:lnTo>
                    <a:pt x="7482550" y="2388090"/>
                  </a:lnTo>
                  <a:lnTo>
                    <a:pt x="7482887" y="2387620"/>
                  </a:lnTo>
                  <a:lnTo>
                    <a:pt x="7483223" y="2387043"/>
                  </a:lnTo>
                  <a:lnTo>
                    <a:pt x="7483560" y="2386621"/>
                  </a:lnTo>
                  <a:lnTo>
                    <a:pt x="7483896" y="2386424"/>
                  </a:lnTo>
                  <a:lnTo>
                    <a:pt x="7484233" y="2386122"/>
                  </a:lnTo>
                  <a:lnTo>
                    <a:pt x="7484569" y="2385617"/>
                  </a:lnTo>
                  <a:lnTo>
                    <a:pt x="7484906" y="2385035"/>
                  </a:lnTo>
                  <a:lnTo>
                    <a:pt x="7485242" y="2384132"/>
                  </a:lnTo>
                  <a:lnTo>
                    <a:pt x="7485578" y="2383152"/>
                  </a:lnTo>
                  <a:lnTo>
                    <a:pt x="7485915" y="2382280"/>
                  </a:lnTo>
                  <a:lnTo>
                    <a:pt x="7486251" y="2381484"/>
                  </a:lnTo>
                  <a:lnTo>
                    <a:pt x="7486588" y="2380696"/>
                  </a:lnTo>
                  <a:lnTo>
                    <a:pt x="7486924" y="2380076"/>
                  </a:lnTo>
                  <a:lnTo>
                    <a:pt x="7487261" y="2379463"/>
                  </a:lnTo>
                  <a:lnTo>
                    <a:pt x="7487597" y="2378958"/>
                  </a:lnTo>
                  <a:lnTo>
                    <a:pt x="7487934" y="2378178"/>
                  </a:lnTo>
                  <a:lnTo>
                    <a:pt x="7488270" y="2377343"/>
                  </a:lnTo>
                  <a:lnTo>
                    <a:pt x="7488607" y="2376532"/>
                  </a:lnTo>
                  <a:lnTo>
                    <a:pt x="7488943" y="2375751"/>
                  </a:lnTo>
                  <a:lnTo>
                    <a:pt x="7489280" y="2374925"/>
                  </a:lnTo>
                  <a:lnTo>
                    <a:pt x="7489616" y="2373968"/>
                  </a:lnTo>
                  <a:lnTo>
                    <a:pt x="7489952" y="2372736"/>
                  </a:lnTo>
                  <a:lnTo>
                    <a:pt x="7490289" y="2371366"/>
                  </a:lnTo>
                  <a:lnTo>
                    <a:pt x="7490625" y="2370042"/>
                  </a:lnTo>
                  <a:lnTo>
                    <a:pt x="7490962" y="2368664"/>
                  </a:lnTo>
                  <a:lnTo>
                    <a:pt x="7491298" y="2367317"/>
                  </a:lnTo>
                  <a:lnTo>
                    <a:pt x="7491635" y="2365963"/>
                  </a:lnTo>
                  <a:lnTo>
                    <a:pt x="7491971" y="2364363"/>
                  </a:lnTo>
                  <a:lnTo>
                    <a:pt x="7492308" y="2362679"/>
                  </a:lnTo>
                  <a:lnTo>
                    <a:pt x="7492644" y="2361026"/>
                  </a:lnTo>
                  <a:lnTo>
                    <a:pt x="7492981" y="2359472"/>
                  </a:lnTo>
                  <a:lnTo>
                    <a:pt x="7493317" y="2357942"/>
                  </a:lnTo>
                  <a:lnTo>
                    <a:pt x="7493654" y="2356411"/>
                  </a:lnTo>
                  <a:lnTo>
                    <a:pt x="7493990" y="2354850"/>
                  </a:lnTo>
                  <a:lnTo>
                    <a:pt x="7494326" y="2353311"/>
                  </a:lnTo>
                  <a:lnTo>
                    <a:pt x="7494663" y="2351819"/>
                  </a:lnTo>
                  <a:lnTo>
                    <a:pt x="7494999" y="2350694"/>
                  </a:lnTo>
                  <a:lnTo>
                    <a:pt x="7495336" y="2349898"/>
                  </a:lnTo>
                  <a:lnTo>
                    <a:pt x="7495672" y="2349232"/>
                  </a:lnTo>
                  <a:lnTo>
                    <a:pt x="7496009" y="2348620"/>
                  </a:lnTo>
                  <a:lnTo>
                    <a:pt x="7496345" y="2348008"/>
                  </a:lnTo>
                  <a:lnTo>
                    <a:pt x="7496682" y="2347395"/>
                  </a:lnTo>
                  <a:lnTo>
                    <a:pt x="7497018" y="2347066"/>
                  </a:lnTo>
                  <a:lnTo>
                    <a:pt x="7497355" y="2347219"/>
                  </a:lnTo>
                  <a:lnTo>
                    <a:pt x="7497691" y="2347449"/>
                  </a:lnTo>
                  <a:lnTo>
                    <a:pt x="7498028" y="2347962"/>
                  </a:lnTo>
                  <a:lnTo>
                    <a:pt x="7498364" y="2348536"/>
                  </a:lnTo>
                  <a:lnTo>
                    <a:pt x="7498700" y="2349143"/>
                  </a:lnTo>
                  <a:lnTo>
                    <a:pt x="7499037" y="2349764"/>
                  </a:lnTo>
                  <a:lnTo>
                    <a:pt x="7499373" y="2350519"/>
                  </a:lnTo>
                  <a:lnTo>
                    <a:pt x="7499710" y="2351516"/>
                  </a:lnTo>
                  <a:lnTo>
                    <a:pt x="7500046" y="2352607"/>
                  </a:lnTo>
                  <a:lnTo>
                    <a:pt x="7500383" y="2353786"/>
                  </a:lnTo>
                  <a:lnTo>
                    <a:pt x="7500719" y="2355041"/>
                  </a:lnTo>
                  <a:lnTo>
                    <a:pt x="7501056" y="2356383"/>
                  </a:lnTo>
                  <a:lnTo>
                    <a:pt x="7501392" y="2357725"/>
                  </a:lnTo>
                  <a:lnTo>
                    <a:pt x="7501729" y="2359067"/>
                  </a:lnTo>
                  <a:lnTo>
                    <a:pt x="7502065" y="2360359"/>
                  </a:lnTo>
                  <a:lnTo>
                    <a:pt x="7502401" y="2361325"/>
                  </a:lnTo>
                  <a:lnTo>
                    <a:pt x="7502738" y="2362227"/>
                  </a:lnTo>
                  <a:lnTo>
                    <a:pt x="7503074" y="2362916"/>
                  </a:lnTo>
                  <a:lnTo>
                    <a:pt x="7503411" y="2363358"/>
                  </a:lnTo>
                  <a:lnTo>
                    <a:pt x="7503747" y="2363956"/>
                  </a:lnTo>
                  <a:lnTo>
                    <a:pt x="7504084" y="2364812"/>
                  </a:lnTo>
                  <a:lnTo>
                    <a:pt x="7504420" y="2366037"/>
                  </a:lnTo>
                  <a:lnTo>
                    <a:pt x="7504757" y="2367185"/>
                  </a:lnTo>
                  <a:lnTo>
                    <a:pt x="7505093" y="2368433"/>
                  </a:lnTo>
                  <a:lnTo>
                    <a:pt x="7505430" y="2369856"/>
                  </a:lnTo>
                  <a:lnTo>
                    <a:pt x="7505766" y="2371341"/>
                  </a:lnTo>
                  <a:lnTo>
                    <a:pt x="7506103" y="2372718"/>
                  </a:lnTo>
                  <a:lnTo>
                    <a:pt x="7506439" y="2374096"/>
                  </a:lnTo>
                  <a:lnTo>
                    <a:pt x="7506775" y="2375474"/>
                  </a:lnTo>
                  <a:lnTo>
                    <a:pt x="7507112" y="2376851"/>
                  </a:lnTo>
                  <a:lnTo>
                    <a:pt x="7507448" y="2378229"/>
                  </a:lnTo>
                  <a:lnTo>
                    <a:pt x="7507785" y="2379576"/>
                  </a:lnTo>
                  <a:lnTo>
                    <a:pt x="7508121" y="2380801"/>
                  </a:lnTo>
                  <a:lnTo>
                    <a:pt x="7508458" y="2382002"/>
                  </a:lnTo>
                  <a:lnTo>
                    <a:pt x="7508794" y="2382982"/>
                  </a:lnTo>
                  <a:lnTo>
                    <a:pt x="7509131" y="2383755"/>
                  </a:lnTo>
                  <a:lnTo>
                    <a:pt x="7509467" y="2384520"/>
                  </a:lnTo>
                  <a:lnTo>
                    <a:pt x="7509804" y="2385316"/>
                  </a:lnTo>
                  <a:lnTo>
                    <a:pt x="7510140" y="2385936"/>
                  </a:lnTo>
                  <a:lnTo>
                    <a:pt x="7510477" y="2386426"/>
                  </a:lnTo>
                  <a:lnTo>
                    <a:pt x="7510813" y="2386816"/>
                  </a:lnTo>
                  <a:lnTo>
                    <a:pt x="7511149" y="2387168"/>
                  </a:lnTo>
                  <a:lnTo>
                    <a:pt x="7511486" y="2387436"/>
                  </a:lnTo>
                  <a:lnTo>
                    <a:pt x="7511822" y="2387436"/>
                  </a:lnTo>
                  <a:lnTo>
                    <a:pt x="7512159" y="2387436"/>
                  </a:lnTo>
                  <a:lnTo>
                    <a:pt x="7512495" y="2387436"/>
                  </a:lnTo>
                  <a:lnTo>
                    <a:pt x="7512832" y="2387581"/>
                  </a:lnTo>
                  <a:lnTo>
                    <a:pt x="7513168" y="2388041"/>
                  </a:lnTo>
                  <a:lnTo>
                    <a:pt x="7513505" y="2388404"/>
                  </a:lnTo>
                  <a:lnTo>
                    <a:pt x="7513841" y="2388930"/>
                  </a:lnTo>
                  <a:lnTo>
                    <a:pt x="7514178" y="2389443"/>
                  </a:lnTo>
                  <a:lnTo>
                    <a:pt x="7514514" y="2389776"/>
                  </a:lnTo>
                  <a:lnTo>
                    <a:pt x="7514851" y="2389873"/>
                  </a:lnTo>
                  <a:lnTo>
                    <a:pt x="7515187" y="2389984"/>
                  </a:lnTo>
                  <a:lnTo>
                    <a:pt x="7515523" y="2390007"/>
                  </a:lnTo>
                  <a:lnTo>
                    <a:pt x="7515860" y="2390021"/>
                  </a:lnTo>
                  <a:lnTo>
                    <a:pt x="7516196" y="2390291"/>
                  </a:lnTo>
                  <a:lnTo>
                    <a:pt x="7516533" y="2390695"/>
                  </a:lnTo>
                  <a:lnTo>
                    <a:pt x="7516869" y="2391395"/>
                  </a:lnTo>
                  <a:lnTo>
                    <a:pt x="7517206" y="2392040"/>
                  </a:lnTo>
                  <a:lnTo>
                    <a:pt x="7517542" y="2392553"/>
                  </a:lnTo>
                  <a:lnTo>
                    <a:pt x="7517879" y="2392982"/>
                  </a:lnTo>
                  <a:lnTo>
                    <a:pt x="7518215" y="2393287"/>
                  </a:lnTo>
                  <a:lnTo>
                    <a:pt x="7518552" y="2393541"/>
                  </a:lnTo>
                  <a:lnTo>
                    <a:pt x="7518888" y="2393646"/>
                  </a:lnTo>
                  <a:lnTo>
                    <a:pt x="7519225" y="2393682"/>
                  </a:lnTo>
                  <a:lnTo>
                    <a:pt x="7519561" y="2393680"/>
                  </a:lnTo>
                  <a:lnTo>
                    <a:pt x="7519897" y="2393741"/>
                  </a:lnTo>
                  <a:lnTo>
                    <a:pt x="7520234" y="2393883"/>
                  </a:lnTo>
                  <a:lnTo>
                    <a:pt x="7520570" y="2394014"/>
                  </a:lnTo>
                  <a:lnTo>
                    <a:pt x="7520907" y="2394144"/>
                  </a:lnTo>
                  <a:lnTo>
                    <a:pt x="7521243" y="2394250"/>
                  </a:lnTo>
                  <a:lnTo>
                    <a:pt x="7521580" y="2394093"/>
                  </a:lnTo>
                  <a:lnTo>
                    <a:pt x="7521916" y="2393922"/>
                  </a:lnTo>
                  <a:lnTo>
                    <a:pt x="7522253" y="2393570"/>
                  </a:lnTo>
                  <a:lnTo>
                    <a:pt x="7522589" y="2393401"/>
                  </a:lnTo>
                  <a:lnTo>
                    <a:pt x="7522926" y="2393248"/>
                  </a:lnTo>
                  <a:lnTo>
                    <a:pt x="7523262" y="2393095"/>
                  </a:lnTo>
                  <a:lnTo>
                    <a:pt x="7523599" y="2392812"/>
                  </a:lnTo>
                  <a:lnTo>
                    <a:pt x="7523935" y="2392529"/>
                  </a:lnTo>
                  <a:lnTo>
                    <a:pt x="7524271" y="2392292"/>
                  </a:lnTo>
                  <a:lnTo>
                    <a:pt x="7524608" y="2391917"/>
                  </a:lnTo>
                  <a:lnTo>
                    <a:pt x="7524944" y="2391457"/>
                  </a:lnTo>
                  <a:lnTo>
                    <a:pt x="7525281" y="2391136"/>
                  </a:lnTo>
                  <a:lnTo>
                    <a:pt x="7525617" y="2390569"/>
                  </a:lnTo>
                  <a:lnTo>
                    <a:pt x="7525954" y="2389957"/>
                  </a:lnTo>
                  <a:lnTo>
                    <a:pt x="7526290" y="2389406"/>
                  </a:lnTo>
                  <a:lnTo>
                    <a:pt x="7526627" y="2389105"/>
                  </a:lnTo>
                  <a:lnTo>
                    <a:pt x="7526963" y="2388934"/>
                  </a:lnTo>
                  <a:lnTo>
                    <a:pt x="7527300" y="2388295"/>
                  </a:lnTo>
                  <a:lnTo>
                    <a:pt x="7527636" y="2387403"/>
                  </a:lnTo>
                  <a:lnTo>
                    <a:pt x="7527973" y="2386681"/>
                  </a:lnTo>
                  <a:lnTo>
                    <a:pt x="7528309" y="2385937"/>
                  </a:lnTo>
                  <a:lnTo>
                    <a:pt x="7528645" y="2385337"/>
                  </a:lnTo>
                  <a:lnTo>
                    <a:pt x="7528982" y="2384784"/>
                  </a:lnTo>
                  <a:lnTo>
                    <a:pt x="7529318" y="2384341"/>
                  </a:lnTo>
                  <a:lnTo>
                    <a:pt x="7529655" y="2384004"/>
                  </a:lnTo>
                  <a:lnTo>
                    <a:pt x="7529991" y="2383531"/>
                  </a:lnTo>
                  <a:lnTo>
                    <a:pt x="7530328" y="2383058"/>
                  </a:lnTo>
                  <a:lnTo>
                    <a:pt x="7530664" y="2382694"/>
                  </a:lnTo>
                  <a:lnTo>
                    <a:pt x="7531001" y="2382311"/>
                  </a:lnTo>
                  <a:lnTo>
                    <a:pt x="7531337" y="2381933"/>
                  </a:lnTo>
                  <a:lnTo>
                    <a:pt x="7531674" y="2381659"/>
                  </a:lnTo>
                  <a:lnTo>
                    <a:pt x="7532010" y="2381383"/>
                  </a:lnTo>
                  <a:lnTo>
                    <a:pt x="7532347" y="2381594"/>
                  </a:lnTo>
                  <a:lnTo>
                    <a:pt x="7532683" y="2382126"/>
                  </a:lnTo>
                  <a:lnTo>
                    <a:pt x="7533019" y="2382722"/>
                  </a:lnTo>
                  <a:lnTo>
                    <a:pt x="7533356" y="2382989"/>
                  </a:lnTo>
                  <a:lnTo>
                    <a:pt x="7533692" y="2383301"/>
                  </a:lnTo>
                  <a:lnTo>
                    <a:pt x="7534029" y="2383837"/>
                  </a:lnTo>
                  <a:lnTo>
                    <a:pt x="7534365" y="2384308"/>
                  </a:lnTo>
                  <a:lnTo>
                    <a:pt x="7534702" y="2384702"/>
                  </a:lnTo>
                  <a:lnTo>
                    <a:pt x="7535038" y="2385106"/>
                  </a:lnTo>
                  <a:lnTo>
                    <a:pt x="7535375" y="2385510"/>
                  </a:lnTo>
                  <a:lnTo>
                    <a:pt x="7535711" y="2386099"/>
                  </a:lnTo>
                  <a:lnTo>
                    <a:pt x="7536048" y="2386658"/>
                  </a:lnTo>
                  <a:lnTo>
                    <a:pt x="7536384" y="2387211"/>
                  </a:lnTo>
                  <a:lnTo>
                    <a:pt x="7536720" y="2387854"/>
                  </a:lnTo>
                  <a:lnTo>
                    <a:pt x="7537057" y="2388236"/>
                  </a:lnTo>
                  <a:lnTo>
                    <a:pt x="7537393" y="2388351"/>
                  </a:lnTo>
                  <a:lnTo>
                    <a:pt x="7537730" y="2388473"/>
                  </a:lnTo>
                  <a:lnTo>
                    <a:pt x="7538066" y="2388443"/>
                  </a:lnTo>
                  <a:lnTo>
                    <a:pt x="7538403" y="2388366"/>
                  </a:lnTo>
                  <a:lnTo>
                    <a:pt x="7538739" y="2388259"/>
                  </a:lnTo>
                  <a:lnTo>
                    <a:pt x="7539076" y="2388098"/>
                  </a:lnTo>
                  <a:lnTo>
                    <a:pt x="7539412" y="2387685"/>
                  </a:lnTo>
                  <a:lnTo>
                    <a:pt x="7539749" y="2387287"/>
                  </a:lnTo>
                  <a:lnTo>
                    <a:pt x="7540085" y="2386981"/>
                  </a:lnTo>
                  <a:lnTo>
                    <a:pt x="7540422" y="2386675"/>
                  </a:lnTo>
                  <a:lnTo>
                    <a:pt x="7540758" y="2386407"/>
                  </a:lnTo>
                  <a:lnTo>
                    <a:pt x="7541094" y="2386262"/>
                  </a:lnTo>
                  <a:lnTo>
                    <a:pt x="7541431" y="2386262"/>
                  </a:lnTo>
                  <a:lnTo>
                    <a:pt x="7541767" y="2386262"/>
                  </a:lnTo>
                  <a:lnTo>
                    <a:pt x="7542104" y="2386346"/>
                  </a:lnTo>
                  <a:lnTo>
                    <a:pt x="7542440" y="2386591"/>
                  </a:lnTo>
                  <a:lnTo>
                    <a:pt x="7542777" y="2386859"/>
                  </a:lnTo>
                  <a:lnTo>
                    <a:pt x="7543113" y="2387440"/>
                  </a:lnTo>
                  <a:lnTo>
                    <a:pt x="7543450" y="2388267"/>
                  </a:lnTo>
                  <a:lnTo>
                    <a:pt x="7543786" y="2389246"/>
                  </a:lnTo>
                  <a:lnTo>
                    <a:pt x="7544123" y="2390525"/>
                  </a:lnTo>
                  <a:lnTo>
                    <a:pt x="7544459" y="2392430"/>
                  </a:lnTo>
                  <a:lnTo>
                    <a:pt x="7544796" y="2393944"/>
                  </a:lnTo>
                  <a:lnTo>
                    <a:pt x="7545132" y="2395310"/>
                  </a:lnTo>
                  <a:lnTo>
                    <a:pt x="7545468" y="2396593"/>
                  </a:lnTo>
                  <a:lnTo>
                    <a:pt x="7545805" y="2397874"/>
                  </a:lnTo>
                  <a:lnTo>
                    <a:pt x="7546141" y="2399025"/>
                  </a:lnTo>
                  <a:lnTo>
                    <a:pt x="7546478" y="2400115"/>
                  </a:lnTo>
                  <a:lnTo>
                    <a:pt x="7546814" y="2401302"/>
                  </a:lnTo>
                  <a:lnTo>
                    <a:pt x="7547151" y="2402760"/>
                  </a:lnTo>
                  <a:lnTo>
                    <a:pt x="7547487" y="2404219"/>
                  </a:lnTo>
                  <a:lnTo>
                    <a:pt x="7547824" y="2405588"/>
                  </a:lnTo>
                  <a:lnTo>
                    <a:pt x="7548160" y="2406800"/>
                  </a:lnTo>
                  <a:lnTo>
                    <a:pt x="7548497" y="2407852"/>
                  </a:lnTo>
                  <a:lnTo>
                    <a:pt x="7548833" y="2408816"/>
                  </a:lnTo>
                  <a:lnTo>
                    <a:pt x="7549170" y="2409710"/>
                  </a:lnTo>
                  <a:lnTo>
                    <a:pt x="7549506" y="2410341"/>
                  </a:lnTo>
                  <a:lnTo>
                    <a:pt x="7549842" y="2411057"/>
                  </a:lnTo>
                  <a:lnTo>
                    <a:pt x="7550179" y="2411833"/>
                  </a:lnTo>
                  <a:lnTo>
                    <a:pt x="7550515" y="2412976"/>
                  </a:lnTo>
                  <a:lnTo>
                    <a:pt x="7550852" y="2414199"/>
                  </a:lnTo>
                  <a:lnTo>
                    <a:pt x="7551188" y="2415228"/>
                  </a:lnTo>
                  <a:lnTo>
                    <a:pt x="7551525" y="2416362"/>
                  </a:lnTo>
                  <a:lnTo>
                    <a:pt x="7551861" y="2417646"/>
                  </a:lnTo>
                  <a:lnTo>
                    <a:pt x="7552198" y="2418835"/>
                  </a:lnTo>
                  <a:lnTo>
                    <a:pt x="7552534" y="2419975"/>
                  </a:lnTo>
                  <a:lnTo>
                    <a:pt x="7552871" y="2421261"/>
                  </a:lnTo>
                  <a:lnTo>
                    <a:pt x="7553207" y="2422478"/>
                  </a:lnTo>
                  <a:lnTo>
                    <a:pt x="7553544" y="2423855"/>
                  </a:lnTo>
                  <a:lnTo>
                    <a:pt x="7553880" y="2425271"/>
                  </a:lnTo>
                  <a:lnTo>
                    <a:pt x="7554216" y="2426656"/>
                  </a:lnTo>
                  <a:lnTo>
                    <a:pt x="7554553" y="2428034"/>
                  </a:lnTo>
                  <a:lnTo>
                    <a:pt x="7554889" y="2429305"/>
                  </a:lnTo>
                  <a:lnTo>
                    <a:pt x="7555226" y="2430682"/>
                  </a:lnTo>
                  <a:lnTo>
                    <a:pt x="7555562" y="2431937"/>
                  </a:lnTo>
                  <a:lnTo>
                    <a:pt x="7555899" y="2433055"/>
                  </a:lnTo>
                  <a:lnTo>
                    <a:pt x="7556235" y="2434142"/>
                  </a:lnTo>
                  <a:lnTo>
                    <a:pt x="7556572" y="2435159"/>
                  </a:lnTo>
                  <a:lnTo>
                    <a:pt x="7556908" y="2436131"/>
                  </a:lnTo>
                  <a:lnTo>
                    <a:pt x="7557245" y="2437310"/>
                  </a:lnTo>
                  <a:lnTo>
                    <a:pt x="7557581" y="2438458"/>
                  </a:lnTo>
                  <a:lnTo>
                    <a:pt x="7557918" y="2439476"/>
                  </a:lnTo>
                  <a:lnTo>
                    <a:pt x="7558254" y="2440548"/>
                  </a:lnTo>
                  <a:lnTo>
                    <a:pt x="7558590" y="2441466"/>
                  </a:lnTo>
                  <a:lnTo>
                    <a:pt x="7558927" y="2442346"/>
                  </a:lnTo>
                  <a:lnTo>
                    <a:pt x="7559263" y="2443333"/>
                  </a:lnTo>
                  <a:lnTo>
                    <a:pt x="7559600" y="2444405"/>
                  </a:lnTo>
                  <a:lnTo>
                    <a:pt x="7559936" y="2445446"/>
                  </a:lnTo>
                  <a:lnTo>
                    <a:pt x="7560273" y="2446387"/>
                  </a:lnTo>
                  <a:lnTo>
                    <a:pt x="7560609" y="2447474"/>
                  </a:lnTo>
                  <a:lnTo>
                    <a:pt x="7560946" y="2448698"/>
                  </a:lnTo>
                  <a:lnTo>
                    <a:pt x="7561282" y="2449954"/>
                  </a:lnTo>
                  <a:lnTo>
                    <a:pt x="7561619" y="2451301"/>
                  </a:lnTo>
                  <a:lnTo>
                    <a:pt x="7561955" y="2452778"/>
                  </a:lnTo>
                  <a:lnTo>
                    <a:pt x="7562292" y="2453956"/>
                  </a:lnTo>
                  <a:lnTo>
                    <a:pt x="7562628" y="2454974"/>
                  </a:lnTo>
                  <a:lnTo>
                    <a:pt x="7562964" y="2455946"/>
                  </a:lnTo>
                  <a:lnTo>
                    <a:pt x="7563301" y="2456719"/>
                  </a:lnTo>
                  <a:lnTo>
                    <a:pt x="7563637" y="2457485"/>
                  </a:lnTo>
                  <a:lnTo>
                    <a:pt x="7563974" y="2458250"/>
                  </a:lnTo>
                  <a:lnTo>
                    <a:pt x="7564310" y="2458793"/>
                  </a:lnTo>
                  <a:lnTo>
                    <a:pt x="7564647" y="2459253"/>
                  </a:lnTo>
                  <a:lnTo>
                    <a:pt x="7564983" y="2459712"/>
                  </a:lnTo>
                  <a:lnTo>
                    <a:pt x="7565320" y="2460148"/>
                  </a:lnTo>
                  <a:lnTo>
                    <a:pt x="7565656" y="2460439"/>
                  </a:lnTo>
                  <a:lnTo>
                    <a:pt x="7565993" y="2460477"/>
                  </a:lnTo>
                  <a:lnTo>
                    <a:pt x="7566329" y="2460408"/>
                  </a:lnTo>
                  <a:lnTo>
                    <a:pt x="7566666" y="2460186"/>
                  </a:lnTo>
                  <a:lnTo>
                    <a:pt x="7567002" y="2459880"/>
                  </a:lnTo>
                  <a:lnTo>
                    <a:pt x="7567338" y="2459574"/>
                  </a:lnTo>
                  <a:lnTo>
                    <a:pt x="7567675" y="2459268"/>
                  </a:lnTo>
                  <a:lnTo>
                    <a:pt x="7568011" y="2458847"/>
                  </a:lnTo>
                  <a:lnTo>
                    <a:pt x="7568348" y="2458533"/>
                  </a:lnTo>
                  <a:lnTo>
                    <a:pt x="7568684" y="2458227"/>
                  </a:lnTo>
                  <a:lnTo>
                    <a:pt x="7569021" y="2457921"/>
                  </a:lnTo>
                  <a:lnTo>
                    <a:pt x="7569357" y="2457615"/>
                  </a:lnTo>
                  <a:lnTo>
                    <a:pt x="7569694" y="2457309"/>
                  </a:lnTo>
                  <a:lnTo>
                    <a:pt x="7570030" y="2457002"/>
                  </a:lnTo>
                  <a:lnTo>
                    <a:pt x="7570367" y="2456375"/>
                  </a:lnTo>
                  <a:lnTo>
                    <a:pt x="7570703" y="2455533"/>
                  </a:lnTo>
                  <a:lnTo>
                    <a:pt x="7571039" y="2454462"/>
                  </a:lnTo>
                  <a:lnTo>
                    <a:pt x="7571376" y="2453237"/>
                  </a:lnTo>
                  <a:lnTo>
                    <a:pt x="7571712" y="2451936"/>
                  </a:lnTo>
                  <a:lnTo>
                    <a:pt x="7572049" y="2450413"/>
                  </a:lnTo>
                  <a:lnTo>
                    <a:pt x="7572385" y="2448882"/>
                  </a:lnTo>
                  <a:lnTo>
                    <a:pt x="7572722" y="2447351"/>
                  </a:lnTo>
                  <a:lnTo>
                    <a:pt x="7573058" y="2445936"/>
                  </a:lnTo>
                  <a:lnTo>
                    <a:pt x="7573395" y="2444558"/>
                  </a:lnTo>
                  <a:lnTo>
                    <a:pt x="7573731" y="2443119"/>
                  </a:lnTo>
                  <a:lnTo>
                    <a:pt x="7574068" y="2441795"/>
                  </a:lnTo>
                  <a:lnTo>
                    <a:pt x="7574404" y="2440535"/>
                  </a:lnTo>
                  <a:lnTo>
                    <a:pt x="7574741" y="2438850"/>
                  </a:lnTo>
                  <a:lnTo>
                    <a:pt x="7575077" y="2437148"/>
                  </a:lnTo>
                  <a:lnTo>
                    <a:pt x="7575413" y="2435833"/>
                  </a:lnTo>
                  <a:lnTo>
                    <a:pt x="7575750" y="2434528"/>
                  </a:lnTo>
                  <a:lnTo>
                    <a:pt x="7576086" y="2433218"/>
                  </a:lnTo>
                  <a:lnTo>
                    <a:pt x="7576423" y="2431840"/>
                  </a:lnTo>
                  <a:lnTo>
                    <a:pt x="7576759" y="2430432"/>
                  </a:lnTo>
                  <a:lnTo>
                    <a:pt x="7577096" y="2429054"/>
                  </a:lnTo>
                  <a:lnTo>
                    <a:pt x="7577432" y="2427695"/>
                  </a:lnTo>
                  <a:lnTo>
                    <a:pt x="7577769" y="2426249"/>
                  </a:lnTo>
                  <a:lnTo>
                    <a:pt x="7578105" y="2424658"/>
                  </a:lnTo>
                  <a:lnTo>
                    <a:pt x="7578442" y="2423121"/>
                  </a:lnTo>
                  <a:lnTo>
                    <a:pt x="7578778" y="2421744"/>
                  </a:lnTo>
                  <a:lnTo>
                    <a:pt x="7579115" y="2420769"/>
                  </a:lnTo>
                  <a:lnTo>
                    <a:pt x="7579451" y="2419730"/>
                  </a:lnTo>
                  <a:lnTo>
                    <a:pt x="7579787" y="2419022"/>
                  </a:lnTo>
                  <a:lnTo>
                    <a:pt x="7580124" y="2418396"/>
                  </a:lnTo>
                  <a:lnTo>
                    <a:pt x="7580460" y="2417748"/>
                  </a:lnTo>
                  <a:lnTo>
                    <a:pt x="7580797" y="2417189"/>
                  </a:lnTo>
                  <a:lnTo>
                    <a:pt x="7581133" y="2416706"/>
                  </a:lnTo>
                  <a:lnTo>
                    <a:pt x="7581470" y="2416141"/>
                  </a:lnTo>
                  <a:lnTo>
                    <a:pt x="7581806" y="2415684"/>
                  </a:lnTo>
                  <a:lnTo>
                    <a:pt x="7582143" y="2415239"/>
                  </a:lnTo>
                  <a:lnTo>
                    <a:pt x="7582479" y="2414847"/>
                  </a:lnTo>
                  <a:lnTo>
                    <a:pt x="7582816" y="2414620"/>
                  </a:lnTo>
                  <a:lnTo>
                    <a:pt x="7583152" y="2414675"/>
                  </a:lnTo>
                  <a:lnTo>
                    <a:pt x="7583489" y="2414556"/>
                  </a:lnTo>
                  <a:lnTo>
                    <a:pt x="7583825" y="2414274"/>
                  </a:lnTo>
                  <a:lnTo>
                    <a:pt x="7584161" y="2413695"/>
                  </a:lnTo>
                  <a:lnTo>
                    <a:pt x="7584498" y="2413241"/>
                  </a:lnTo>
                  <a:lnTo>
                    <a:pt x="7584834" y="2412963"/>
                  </a:lnTo>
                  <a:lnTo>
                    <a:pt x="7585171" y="2412661"/>
                  </a:lnTo>
                  <a:lnTo>
                    <a:pt x="7585507" y="2412340"/>
                  </a:lnTo>
                  <a:lnTo>
                    <a:pt x="7585844" y="2411837"/>
                  </a:lnTo>
                  <a:lnTo>
                    <a:pt x="7586180" y="2411527"/>
                  </a:lnTo>
                  <a:lnTo>
                    <a:pt x="7586517" y="2411440"/>
                  </a:lnTo>
                  <a:lnTo>
                    <a:pt x="7586853" y="2411360"/>
                  </a:lnTo>
                  <a:lnTo>
                    <a:pt x="7587190" y="2411426"/>
                  </a:lnTo>
                  <a:lnTo>
                    <a:pt x="7587526" y="2411591"/>
                  </a:lnTo>
                  <a:lnTo>
                    <a:pt x="7587863" y="2411766"/>
                  </a:lnTo>
                  <a:lnTo>
                    <a:pt x="7588199" y="2411942"/>
                  </a:lnTo>
                  <a:lnTo>
                    <a:pt x="7588535" y="2412142"/>
                  </a:lnTo>
                  <a:lnTo>
                    <a:pt x="7588872" y="2412567"/>
                  </a:lnTo>
                  <a:lnTo>
                    <a:pt x="7589208" y="2412891"/>
                  </a:lnTo>
                  <a:lnTo>
                    <a:pt x="7589545" y="2413381"/>
                  </a:lnTo>
                  <a:lnTo>
                    <a:pt x="7589881" y="2413550"/>
                  </a:lnTo>
                  <a:lnTo>
                    <a:pt x="7590218" y="2413703"/>
                  </a:lnTo>
                  <a:lnTo>
                    <a:pt x="7590554" y="2413856"/>
                  </a:lnTo>
                  <a:lnTo>
                    <a:pt x="7590891" y="2413994"/>
                  </a:lnTo>
                  <a:lnTo>
                    <a:pt x="7591227" y="2413971"/>
                  </a:lnTo>
                  <a:lnTo>
                    <a:pt x="7591564" y="2413764"/>
                  </a:lnTo>
                  <a:lnTo>
                    <a:pt x="7591900" y="2413527"/>
                  </a:lnTo>
                  <a:lnTo>
                    <a:pt x="7592237" y="2413374"/>
                  </a:lnTo>
                  <a:lnTo>
                    <a:pt x="7592573" y="2413083"/>
                  </a:lnTo>
                  <a:lnTo>
                    <a:pt x="7592909" y="2413037"/>
                  </a:lnTo>
                  <a:lnTo>
                    <a:pt x="7593246" y="2413037"/>
                  </a:lnTo>
                  <a:lnTo>
                    <a:pt x="7593582" y="2412953"/>
                  </a:lnTo>
                  <a:lnTo>
                    <a:pt x="7593919" y="2412680"/>
                  </a:lnTo>
                  <a:lnTo>
                    <a:pt x="7594255" y="2412299"/>
                  </a:lnTo>
                  <a:lnTo>
                    <a:pt x="7594592" y="2412328"/>
                  </a:lnTo>
                  <a:lnTo>
                    <a:pt x="7594928" y="2412736"/>
                  </a:lnTo>
                  <a:lnTo>
                    <a:pt x="7595265" y="2413057"/>
                  </a:lnTo>
                  <a:lnTo>
                    <a:pt x="7595601" y="2413298"/>
                  </a:lnTo>
                  <a:lnTo>
                    <a:pt x="7595938" y="2413624"/>
                  </a:lnTo>
                  <a:lnTo>
                    <a:pt x="7596274" y="2414109"/>
                  </a:lnTo>
                  <a:lnTo>
                    <a:pt x="7596611" y="2414596"/>
                  </a:lnTo>
                  <a:lnTo>
                    <a:pt x="7596947" y="2415346"/>
                  </a:lnTo>
                  <a:lnTo>
                    <a:pt x="7597283" y="2416089"/>
                  </a:lnTo>
                  <a:lnTo>
                    <a:pt x="7597620" y="2416832"/>
                  </a:lnTo>
                  <a:lnTo>
                    <a:pt x="7597956" y="2417501"/>
                  </a:lnTo>
                  <a:lnTo>
                    <a:pt x="7598293" y="2418164"/>
                  </a:lnTo>
                  <a:lnTo>
                    <a:pt x="7598629" y="2418877"/>
                  </a:lnTo>
                  <a:lnTo>
                    <a:pt x="7598966" y="2419566"/>
                  </a:lnTo>
                  <a:lnTo>
                    <a:pt x="7599302" y="2420302"/>
                  </a:lnTo>
                  <a:lnTo>
                    <a:pt x="7599639" y="2420211"/>
                  </a:lnTo>
                  <a:lnTo>
                    <a:pt x="7599975" y="2419398"/>
                  </a:lnTo>
                  <a:lnTo>
                    <a:pt x="7600312" y="2418445"/>
                  </a:lnTo>
                  <a:lnTo>
                    <a:pt x="7600648" y="2417777"/>
                  </a:lnTo>
                  <a:lnTo>
                    <a:pt x="7600984" y="2416843"/>
                  </a:lnTo>
                  <a:lnTo>
                    <a:pt x="7601321" y="2415760"/>
                  </a:lnTo>
                  <a:lnTo>
                    <a:pt x="7601657" y="2414669"/>
                  </a:lnTo>
                  <a:lnTo>
                    <a:pt x="7601994" y="2413556"/>
                  </a:lnTo>
                  <a:lnTo>
                    <a:pt x="7602330" y="2412382"/>
                  </a:lnTo>
                  <a:lnTo>
                    <a:pt x="7602667" y="2410960"/>
                  </a:lnTo>
                  <a:lnTo>
                    <a:pt x="7603003" y="2409472"/>
                  </a:lnTo>
                  <a:lnTo>
                    <a:pt x="7603340" y="2407635"/>
                  </a:lnTo>
                  <a:lnTo>
                    <a:pt x="7603676" y="2405798"/>
                  </a:lnTo>
                  <a:lnTo>
                    <a:pt x="7604013" y="2403961"/>
                  </a:lnTo>
                  <a:lnTo>
                    <a:pt x="7604349" y="2402377"/>
                  </a:lnTo>
                  <a:lnTo>
                    <a:pt x="7604686" y="2401397"/>
                  </a:lnTo>
                  <a:lnTo>
                    <a:pt x="7605022" y="2400984"/>
                  </a:lnTo>
                  <a:lnTo>
                    <a:pt x="7605358" y="2400861"/>
                  </a:lnTo>
                  <a:lnTo>
                    <a:pt x="7605695" y="2400869"/>
                  </a:lnTo>
                  <a:lnTo>
                    <a:pt x="7606031" y="2401053"/>
                  </a:lnTo>
                  <a:lnTo>
                    <a:pt x="7606368" y="2401367"/>
                  </a:lnTo>
                  <a:lnTo>
                    <a:pt x="7606704" y="2401933"/>
                  </a:lnTo>
                  <a:lnTo>
                    <a:pt x="7607041" y="2402545"/>
                  </a:lnTo>
                  <a:lnTo>
                    <a:pt x="7607377" y="2403158"/>
                  </a:lnTo>
                  <a:lnTo>
                    <a:pt x="7607714" y="2403900"/>
                  </a:lnTo>
                  <a:lnTo>
                    <a:pt x="7608050" y="2404512"/>
                  </a:lnTo>
                  <a:lnTo>
                    <a:pt x="7608387" y="2404987"/>
                  </a:lnTo>
                  <a:lnTo>
                    <a:pt x="7608723" y="2405002"/>
                  </a:lnTo>
                  <a:lnTo>
                    <a:pt x="7609060" y="2405002"/>
                  </a:lnTo>
                  <a:lnTo>
                    <a:pt x="7609396" y="2404635"/>
                  </a:lnTo>
                  <a:lnTo>
                    <a:pt x="7609732" y="2404467"/>
                  </a:lnTo>
                  <a:lnTo>
                    <a:pt x="7610069" y="2404342"/>
                  </a:lnTo>
                  <a:lnTo>
                    <a:pt x="7610405" y="2404049"/>
                  </a:lnTo>
                  <a:lnTo>
                    <a:pt x="7610742" y="2403417"/>
                  </a:lnTo>
                  <a:lnTo>
                    <a:pt x="7611078" y="2402467"/>
                  </a:lnTo>
                  <a:lnTo>
                    <a:pt x="7611415" y="2401387"/>
                  </a:lnTo>
                  <a:lnTo>
                    <a:pt x="7611751" y="2400054"/>
                  </a:lnTo>
                  <a:lnTo>
                    <a:pt x="7612088" y="2398676"/>
                  </a:lnTo>
                  <a:lnTo>
                    <a:pt x="7612424" y="2397264"/>
                  </a:lnTo>
                  <a:lnTo>
                    <a:pt x="7612761" y="2395926"/>
                  </a:lnTo>
                  <a:lnTo>
                    <a:pt x="7613097" y="2394744"/>
                  </a:lnTo>
                  <a:lnTo>
                    <a:pt x="7613434" y="2393590"/>
                  </a:lnTo>
                  <a:lnTo>
                    <a:pt x="7613770" y="2392725"/>
                  </a:lnTo>
                  <a:lnTo>
                    <a:pt x="7614106" y="2391872"/>
                  </a:lnTo>
                  <a:lnTo>
                    <a:pt x="7614443" y="2391053"/>
                  </a:lnTo>
                  <a:lnTo>
                    <a:pt x="7614779" y="2390210"/>
                  </a:lnTo>
                  <a:lnTo>
                    <a:pt x="7615116" y="2389450"/>
                  </a:lnTo>
                  <a:lnTo>
                    <a:pt x="7615452" y="2388640"/>
                  </a:lnTo>
                  <a:lnTo>
                    <a:pt x="7615789" y="2388249"/>
                  </a:lnTo>
                  <a:lnTo>
                    <a:pt x="7616125" y="2387822"/>
                  </a:lnTo>
                  <a:lnTo>
                    <a:pt x="7616462" y="2387394"/>
                  </a:lnTo>
                  <a:lnTo>
                    <a:pt x="7616798" y="2386928"/>
                  </a:lnTo>
                  <a:lnTo>
                    <a:pt x="7617135" y="2386347"/>
                  </a:lnTo>
                  <a:lnTo>
                    <a:pt x="7617471" y="2385781"/>
                  </a:lnTo>
                  <a:lnTo>
                    <a:pt x="7617808" y="2384970"/>
                  </a:lnTo>
                  <a:lnTo>
                    <a:pt x="7618144" y="2383710"/>
                  </a:lnTo>
                  <a:lnTo>
                    <a:pt x="7618480" y="2382487"/>
                  </a:lnTo>
                  <a:lnTo>
                    <a:pt x="7618817" y="2381096"/>
                  </a:lnTo>
                  <a:lnTo>
                    <a:pt x="7619153" y="2379652"/>
                  </a:lnTo>
                  <a:lnTo>
                    <a:pt x="7619490" y="2378249"/>
                  </a:lnTo>
                  <a:lnTo>
                    <a:pt x="7619826" y="2376940"/>
                  </a:lnTo>
                  <a:lnTo>
                    <a:pt x="7620163" y="2375410"/>
                  </a:lnTo>
                  <a:lnTo>
                    <a:pt x="7620499" y="2373871"/>
                  </a:lnTo>
                  <a:lnTo>
                    <a:pt x="7620836" y="2372340"/>
                  </a:lnTo>
                  <a:lnTo>
                    <a:pt x="7621172" y="2370810"/>
                  </a:lnTo>
                  <a:lnTo>
                    <a:pt x="7621509" y="2369279"/>
                  </a:lnTo>
                  <a:lnTo>
                    <a:pt x="7621845" y="2367787"/>
                  </a:lnTo>
                  <a:lnTo>
                    <a:pt x="7622182" y="2366409"/>
                  </a:lnTo>
                  <a:lnTo>
                    <a:pt x="7622518" y="2365062"/>
                  </a:lnTo>
                  <a:lnTo>
                    <a:pt x="7622854" y="2364090"/>
                  </a:lnTo>
                  <a:lnTo>
                    <a:pt x="7623191" y="2363577"/>
                  </a:lnTo>
                  <a:lnTo>
                    <a:pt x="7623527" y="2363149"/>
                  </a:lnTo>
                  <a:lnTo>
                    <a:pt x="7623864" y="2363057"/>
                  </a:lnTo>
                  <a:lnTo>
                    <a:pt x="7624200" y="2363195"/>
                  </a:lnTo>
                  <a:lnTo>
                    <a:pt x="7624537" y="2363401"/>
                  </a:lnTo>
                  <a:lnTo>
                    <a:pt x="7624873" y="2363830"/>
                  </a:lnTo>
                  <a:lnTo>
                    <a:pt x="7625210" y="2364442"/>
                  </a:lnTo>
                  <a:lnTo>
                    <a:pt x="7625546" y="2365054"/>
                  </a:lnTo>
                  <a:lnTo>
                    <a:pt x="7625883" y="2365667"/>
                  </a:lnTo>
                  <a:lnTo>
                    <a:pt x="7626219" y="2366279"/>
                  </a:lnTo>
                  <a:lnTo>
                    <a:pt x="7626556" y="2366891"/>
                  </a:lnTo>
                  <a:lnTo>
                    <a:pt x="7626892" y="2367503"/>
                  </a:lnTo>
                  <a:lnTo>
                    <a:pt x="7627228" y="2368116"/>
                  </a:lnTo>
                  <a:lnTo>
                    <a:pt x="7627565" y="2368728"/>
                  </a:lnTo>
                  <a:lnTo>
                    <a:pt x="7627901" y="2369340"/>
                  </a:lnTo>
                  <a:lnTo>
                    <a:pt x="7628238" y="2369953"/>
                  </a:lnTo>
                  <a:lnTo>
                    <a:pt x="7628574" y="2370565"/>
                  </a:lnTo>
                  <a:lnTo>
                    <a:pt x="7628911" y="2371062"/>
                  </a:lnTo>
                  <a:lnTo>
                    <a:pt x="7629247" y="2371384"/>
                  </a:lnTo>
                  <a:lnTo>
                    <a:pt x="7629584" y="2371636"/>
                  </a:lnTo>
                  <a:lnTo>
                    <a:pt x="7629920" y="2371721"/>
                  </a:lnTo>
                  <a:lnTo>
                    <a:pt x="7630257" y="2371629"/>
                  </a:lnTo>
                  <a:lnTo>
                    <a:pt x="7630593" y="2371575"/>
                  </a:lnTo>
                  <a:lnTo>
                    <a:pt x="7630930" y="2371422"/>
                  </a:lnTo>
                  <a:lnTo>
                    <a:pt x="7631266" y="2371269"/>
                  </a:lnTo>
                  <a:lnTo>
                    <a:pt x="7631602" y="2371116"/>
                  </a:lnTo>
                  <a:lnTo>
                    <a:pt x="7631939" y="2370963"/>
                  </a:lnTo>
                  <a:lnTo>
                    <a:pt x="7632275" y="2370810"/>
                  </a:lnTo>
                  <a:lnTo>
                    <a:pt x="7632612" y="2370657"/>
                  </a:lnTo>
                  <a:lnTo>
                    <a:pt x="7632948" y="2370504"/>
                  </a:lnTo>
                  <a:lnTo>
                    <a:pt x="7633285" y="2370465"/>
                  </a:lnTo>
                  <a:lnTo>
                    <a:pt x="7633621" y="2370404"/>
                  </a:lnTo>
                  <a:lnTo>
                    <a:pt x="7633958" y="2370006"/>
                  </a:lnTo>
                  <a:lnTo>
                    <a:pt x="7634294" y="2369547"/>
                  </a:lnTo>
                  <a:lnTo>
                    <a:pt x="7634631" y="2369088"/>
                  </a:lnTo>
                  <a:lnTo>
                    <a:pt x="7634967" y="2368629"/>
                  </a:lnTo>
                  <a:lnTo>
                    <a:pt x="7635303" y="2368593"/>
                  </a:lnTo>
                  <a:lnTo>
                    <a:pt x="7635640" y="2368557"/>
                  </a:lnTo>
                  <a:lnTo>
                    <a:pt x="7635976" y="2368651"/>
                  </a:lnTo>
                  <a:lnTo>
                    <a:pt x="7636313" y="2368746"/>
                  </a:lnTo>
                  <a:lnTo>
                    <a:pt x="7636649" y="2368648"/>
                  </a:lnTo>
                  <a:lnTo>
                    <a:pt x="7636986" y="2368550"/>
                  </a:lnTo>
                  <a:lnTo>
                    <a:pt x="7637322" y="2368402"/>
                  </a:lnTo>
                  <a:lnTo>
                    <a:pt x="7637659" y="2368526"/>
                  </a:lnTo>
                  <a:lnTo>
                    <a:pt x="7637995" y="2368864"/>
                  </a:lnTo>
                  <a:lnTo>
                    <a:pt x="7638332" y="2369432"/>
                  </a:lnTo>
                  <a:lnTo>
                    <a:pt x="7638668" y="2370175"/>
                  </a:lnTo>
                  <a:lnTo>
                    <a:pt x="7639005" y="2371147"/>
                  </a:lnTo>
                  <a:lnTo>
                    <a:pt x="7639341" y="2372386"/>
                  </a:lnTo>
                  <a:lnTo>
                    <a:pt x="7639677" y="2373632"/>
                  </a:lnTo>
                  <a:lnTo>
                    <a:pt x="7640014" y="2374878"/>
                  </a:lnTo>
                  <a:lnTo>
                    <a:pt x="7640350" y="2376000"/>
                  </a:lnTo>
                  <a:lnTo>
                    <a:pt x="7640687" y="2377083"/>
                  </a:lnTo>
                  <a:lnTo>
                    <a:pt x="7641023" y="2378044"/>
                  </a:lnTo>
                  <a:lnTo>
                    <a:pt x="7641360" y="2379012"/>
                  </a:lnTo>
                  <a:lnTo>
                    <a:pt x="7641696" y="2380144"/>
                  </a:lnTo>
                  <a:lnTo>
                    <a:pt x="7642033" y="2381571"/>
                  </a:lnTo>
                  <a:lnTo>
                    <a:pt x="7642369" y="2382890"/>
                  </a:lnTo>
                  <a:lnTo>
                    <a:pt x="7642706" y="2383830"/>
                  </a:lnTo>
                  <a:lnTo>
                    <a:pt x="7643042" y="2384676"/>
                  </a:lnTo>
                  <a:lnTo>
                    <a:pt x="7643379" y="2385373"/>
                  </a:lnTo>
                  <a:lnTo>
                    <a:pt x="7643715" y="2386017"/>
                  </a:lnTo>
                  <a:lnTo>
                    <a:pt x="7644051" y="2386848"/>
                  </a:lnTo>
                  <a:lnTo>
                    <a:pt x="7644388" y="2387506"/>
                  </a:lnTo>
                  <a:lnTo>
                    <a:pt x="7644724" y="2388056"/>
                  </a:lnTo>
                  <a:lnTo>
                    <a:pt x="7645061" y="2388497"/>
                  </a:lnTo>
                  <a:lnTo>
                    <a:pt x="7645397" y="2389121"/>
                  </a:lnTo>
                  <a:lnTo>
                    <a:pt x="7645734" y="2389837"/>
                  </a:lnTo>
                  <a:lnTo>
                    <a:pt x="7646070" y="2390521"/>
                  </a:lnTo>
                  <a:lnTo>
                    <a:pt x="7646407" y="2391073"/>
                  </a:lnTo>
                  <a:lnTo>
                    <a:pt x="7646743" y="2391688"/>
                  </a:lnTo>
                  <a:lnTo>
                    <a:pt x="7647080" y="2392048"/>
                  </a:lnTo>
                  <a:lnTo>
                    <a:pt x="7647416" y="2392250"/>
                  </a:lnTo>
                  <a:lnTo>
                    <a:pt x="7647753" y="2392504"/>
                  </a:lnTo>
                  <a:lnTo>
                    <a:pt x="7648089" y="2392738"/>
                  </a:lnTo>
                  <a:lnTo>
                    <a:pt x="7648425" y="2393020"/>
                  </a:lnTo>
                  <a:lnTo>
                    <a:pt x="7648762" y="2393510"/>
                  </a:lnTo>
                  <a:lnTo>
                    <a:pt x="7649098" y="2393965"/>
                  </a:lnTo>
                  <a:lnTo>
                    <a:pt x="7649435" y="2394302"/>
                  </a:lnTo>
                  <a:lnTo>
                    <a:pt x="7649771" y="2394242"/>
                  </a:lnTo>
                  <a:lnTo>
                    <a:pt x="7650108" y="2394117"/>
                  </a:lnTo>
                  <a:lnTo>
                    <a:pt x="7650444" y="2393650"/>
                  </a:lnTo>
                  <a:lnTo>
                    <a:pt x="7650781" y="2392892"/>
                  </a:lnTo>
                  <a:lnTo>
                    <a:pt x="7651117" y="2391950"/>
                  </a:lnTo>
                  <a:lnTo>
                    <a:pt x="7651454" y="2390908"/>
                  </a:lnTo>
                  <a:lnTo>
                    <a:pt x="7651790" y="2389671"/>
                  </a:lnTo>
                  <a:lnTo>
                    <a:pt x="7652127" y="2388326"/>
                  </a:lnTo>
                  <a:lnTo>
                    <a:pt x="7652463" y="2387079"/>
                  </a:lnTo>
                  <a:lnTo>
                    <a:pt x="7652799" y="2385644"/>
                  </a:lnTo>
                  <a:lnTo>
                    <a:pt x="7653136" y="2384064"/>
                  </a:lnTo>
                  <a:lnTo>
                    <a:pt x="7653472" y="2382133"/>
                  </a:lnTo>
                  <a:lnTo>
                    <a:pt x="7653809" y="2379939"/>
                  </a:lnTo>
                  <a:lnTo>
                    <a:pt x="7654145" y="2377775"/>
                  </a:lnTo>
                  <a:lnTo>
                    <a:pt x="7654482" y="2375711"/>
                  </a:lnTo>
                  <a:lnTo>
                    <a:pt x="7654818" y="2373879"/>
                  </a:lnTo>
                  <a:lnTo>
                    <a:pt x="7655155" y="2372166"/>
                  </a:lnTo>
                  <a:lnTo>
                    <a:pt x="7655491" y="2370685"/>
                  </a:lnTo>
                  <a:lnTo>
                    <a:pt x="7655828" y="2369302"/>
                  </a:lnTo>
                  <a:lnTo>
                    <a:pt x="7656164" y="2367886"/>
                  </a:lnTo>
                  <a:lnTo>
                    <a:pt x="7656501" y="2366708"/>
                  </a:lnTo>
                  <a:lnTo>
                    <a:pt x="7656837" y="2365698"/>
                  </a:lnTo>
                  <a:lnTo>
                    <a:pt x="7657173" y="2364932"/>
                  </a:lnTo>
                  <a:lnTo>
                    <a:pt x="7657510" y="2364213"/>
                  </a:lnTo>
                  <a:lnTo>
                    <a:pt x="7657846" y="2363746"/>
                  </a:lnTo>
                  <a:lnTo>
                    <a:pt x="7658183" y="2363692"/>
                  </a:lnTo>
                  <a:lnTo>
                    <a:pt x="7658519" y="2363991"/>
                  </a:lnTo>
                  <a:lnTo>
                    <a:pt x="7658856" y="2364504"/>
                  </a:lnTo>
                  <a:lnTo>
                    <a:pt x="7659192" y="2364978"/>
                  </a:lnTo>
                  <a:lnTo>
                    <a:pt x="7659529" y="2365437"/>
                  </a:lnTo>
                  <a:lnTo>
                    <a:pt x="7659865" y="2365897"/>
                  </a:lnTo>
                  <a:lnTo>
                    <a:pt x="7660202" y="2366356"/>
                  </a:lnTo>
                  <a:lnTo>
                    <a:pt x="7660538" y="2366731"/>
                  </a:lnTo>
                  <a:lnTo>
                    <a:pt x="7660875" y="2367098"/>
                  </a:lnTo>
                  <a:lnTo>
                    <a:pt x="7661211" y="2367519"/>
                  </a:lnTo>
                  <a:lnTo>
                    <a:pt x="7661547" y="2367932"/>
                  </a:lnTo>
                  <a:lnTo>
                    <a:pt x="7661884" y="2368478"/>
                  </a:lnTo>
                  <a:lnTo>
                    <a:pt x="7662220" y="2368786"/>
                  </a:lnTo>
                  <a:lnTo>
                    <a:pt x="7662557" y="2369060"/>
                  </a:lnTo>
                  <a:lnTo>
                    <a:pt x="7662893" y="2369413"/>
                  </a:lnTo>
                  <a:lnTo>
                    <a:pt x="7663230" y="2369700"/>
                  </a:lnTo>
                  <a:lnTo>
                    <a:pt x="7663566" y="2369862"/>
                  </a:lnTo>
                  <a:lnTo>
                    <a:pt x="7663903" y="2369985"/>
                  </a:lnTo>
                  <a:lnTo>
                    <a:pt x="7664239" y="2369928"/>
                  </a:lnTo>
                  <a:lnTo>
                    <a:pt x="7664576" y="2369854"/>
                  </a:lnTo>
                  <a:lnTo>
                    <a:pt x="7664912" y="2369780"/>
                  </a:lnTo>
                  <a:lnTo>
                    <a:pt x="7665249" y="2369668"/>
                  </a:lnTo>
                  <a:lnTo>
                    <a:pt x="7665585" y="2369611"/>
                  </a:lnTo>
                  <a:lnTo>
                    <a:pt x="7665921" y="2369561"/>
                  </a:lnTo>
                  <a:lnTo>
                    <a:pt x="7666258" y="2369436"/>
                  </a:lnTo>
                  <a:lnTo>
                    <a:pt x="7666594" y="2369360"/>
                  </a:lnTo>
                  <a:lnTo>
                    <a:pt x="7666931" y="2369731"/>
                  </a:lnTo>
                  <a:lnTo>
                    <a:pt x="7667267" y="2370647"/>
                  </a:lnTo>
                  <a:lnTo>
                    <a:pt x="7667604" y="2371683"/>
                  </a:lnTo>
                  <a:lnTo>
                    <a:pt x="7667940" y="2372657"/>
                  </a:lnTo>
                  <a:lnTo>
                    <a:pt x="7668277" y="2373721"/>
                  </a:lnTo>
                  <a:lnTo>
                    <a:pt x="7668613" y="2374797"/>
                  </a:lnTo>
                  <a:lnTo>
                    <a:pt x="7668950" y="2375804"/>
                  </a:lnTo>
                  <a:lnTo>
                    <a:pt x="7669286" y="2376587"/>
                  </a:lnTo>
                  <a:lnTo>
                    <a:pt x="7669622" y="2377148"/>
                  </a:lnTo>
                  <a:lnTo>
                    <a:pt x="7669959" y="2377958"/>
                  </a:lnTo>
                  <a:lnTo>
                    <a:pt x="7670295" y="2378835"/>
                  </a:lnTo>
                  <a:lnTo>
                    <a:pt x="7670632" y="2380059"/>
                  </a:lnTo>
                  <a:lnTo>
                    <a:pt x="7670968" y="2381284"/>
                  </a:lnTo>
                  <a:lnTo>
                    <a:pt x="7671305" y="2382508"/>
                  </a:lnTo>
                  <a:lnTo>
                    <a:pt x="7671641" y="2383564"/>
                  </a:lnTo>
                  <a:lnTo>
                    <a:pt x="7671978" y="2384016"/>
                  </a:lnTo>
                  <a:lnTo>
                    <a:pt x="7672314" y="2383817"/>
                  </a:lnTo>
                  <a:lnTo>
                    <a:pt x="7672651" y="2383358"/>
                  </a:lnTo>
                  <a:lnTo>
                    <a:pt x="7672987" y="2382899"/>
                  </a:lnTo>
                  <a:lnTo>
                    <a:pt x="7673324" y="2382439"/>
                  </a:lnTo>
                  <a:lnTo>
                    <a:pt x="7673660" y="2381980"/>
                  </a:lnTo>
                  <a:lnTo>
                    <a:pt x="7673996" y="2381605"/>
                  </a:lnTo>
                  <a:lnTo>
                    <a:pt x="7674333" y="2381475"/>
                  </a:lnTo>
                  <a:lnTo>
                    <a:pt x="7674669" y="2381628"/>
                  </a:lnTo>
                  <a:lnTo>
                    <a:pt x="7675006" y="2381651"/>
                  </a:lnTo>
                  <a:lnTo>
                    <a:pt x="7675342" y="2381804"/>
                  </a:lnTo>
                  <a:lnTo>
                    <a:pt x="7675679" y="2382095"/>
                  </a:lnTo>
                  <a:lnTo>
                    <a:pt x="7676015" y="2382845"/>
                  </a:lnTo>
                  <a:lnTo>
                    <a:pt x="7676352" y="2383610"/>
                  </a:lnTo>
                  <a:lnTo>
                    <a:pt x="7676688" y="2384659"/>
                  </a:lnTo>
                  <a:lnTo>
                    <a:pt x="7677025" y="2385507"/>
                  </a:lnTo>
                  <a:lnTo>
                    <a:pt x="7677361" y="2386329"/>
                  </a:lnTo>
                  <a:lnTo>
                    <a:pt x="7677698" y="2387135"/>
                  </a:lnTo>
                  <a:lnTo>
                    <a:pt x="7678034" y="2387935"/>
                  </a:lnTo>
                  <a:lnTo>
                    <a:pt x="7678370" y="2388854"/>
                  </a:lnTo>
                  <a:lnTo>
                    <a:pt x="7678707" y="2389651"/>
                  </a:lnTo>
                  <a:lnTo>
                    <a:pt x="7679043" y="2390418"/>
                  </a:lnTo>
                  <a:lnTo>
                    <a:pt x="7679380" y="2391184"/>
                  </a:lnTo>
                  <a:lnTo>
                    <a:pt x="7679716" y="2391983"/>
                  </a:lnTo>
                  <a:lnTo>
                    <a:pt x="7680053" y="2392801"/>
                  </a:lnTo>
                  <a:lnTo>
                    <a:pt x="7680389" y="2393485"/>
                  </a:lnTo>
                  <a:lnTo>
                    <a:pt x="7680726" y="2394081"/>
                  </a:lnTo>
                  <a:lnTo>
                    <a:pt x="7681062" y="2394326"/>
                  </a:lnTo>
                  <a:lnTo>
                    <a:pt x="7681399" y="2394414"/>
                  </a:lnTo>
                  <a:lnTo>
                    <a:pt x="7681735" y="2394292"/>
                  </a:lnTo>
                  <a:lnTo>
                    <a:pt x="7682072" y="2394023"/>
                  </a:lnTo>
                  <a:lnTo>
                    <a:pt x="7682408" y="2393839"/>
                  </a:lnTo>
                  <a:lnTo>
                    <a:pt x="7682744" y="2393890"/>
                  </a:lnTo>
                  <a:lnTo>
                    <a:pt x="7683081" y="2393829"/>
                  </a:lnTo>
                  <a:lnTo>
                    <a:pt x="7683417" y="2393829"/>
                  </a:lnTo>
                  <a:lnTo>
                    <a:pt x="7683754" y="2393860"/>
                  </a:lnTo>
                  <a:lnTo>
                    <a:pt x="7684090" y="2393776"/>
                  </a:lnTo>
                  <a:lnTo>
                    <a:pt x="7684427" y="2393776"/>
                  </a:lnTo>
                  <a:lnTo>
                    <a:pt x="7684763" y="2393761"/>
                  </a:lnTo>
                  <a:lnTo>
                    <a:pt x="7685100" y="2393921"/>
                  </a:lnTo>
                  <a:lnTo>
                    <a:pt x="7685436" y="2394534"/>
                  </a:lnTo>
                  <a:lnTo>
                    <a:pt x="7685773" y="2395176"/>
                  </a:lnTo>
                  <a:lnTo>
                    <a:pt x="7686109" y="2396236"/>
                  </a:lnTo>
                  <a:lnTo>
                    <a:pt x="7686446" y="2397378"/>
                  </a:lnTo>
                  <a:lnTo>
                    <a:pt x="7686782" y="2398326"/>
                  </a:lnTo>
                  <a:lnTo>
                    <a:pt x="7687118" y="2399457"/>
                  </a:lnTo>
                  <a:lnTo>
                    <a:pt x="7687455" y="2400577"/>
                  </a:lnTo>
                  <a:lnTo>
                    <a:pt x="7687791" y="2401382"/>
                  </a:lnTo>
                  <a:lnTo>
                    <a:pt x="7688128" y="2401863"/>
                  </a:lnTo>
                  <a:lnTo>
                    <a:pt x="7688464" y="2402228"/>
                  </a:lnTo>
                  <a:lnTo>
                    <a:pt x="7688801" y="2402555"/>
                  </a:lnTo>
                  <a:lnTo>
                    <a:pt x="7689137" y="2402975"/>
                  </a:lnTo>
                  <a:lnTo>
                    <a:pt x="7689474" y="2403302"/>
                  </a:lnTo>
                  <a:lnTo>
                    <a:pt x="7689810" y="2403577"/>
                  </a:lnTo>
                  <a:lnTo>
                    <a:pt x="7690147" y="2403307"/>
                  </a:lnTo>
                  <a:lnTo>
                    <a:pt x="7690483" y="2402551"/>
                  </a:lnTo>
                  <a:lnTo>
                    <a:pt x="7690820" y="2401710"/>
                  </a:lnTo>
                  <a:lnTo>
                    <a:pt x="7691156" y="2400570"/>
                  </a:lnTo>
                  <a:lnTo>
                    <a:pt x="7691492" y="2399385"/>
                  </a:lnTo>
                  <a:lnTo>
                    <a:pt x="7691829" y="2398196"/>
                  </a:lnTo>
                  <a:lnTo>
                    <a:pt x="7692165" y="2397010"/>
                  </a:lnTo>
                  <a:lnTo>
                    <a:pt x="7692502" y="2395836"/>
                  </a:lnTo>
                  <a:lnTo>
                    <a:pt x="7692838" y="2394635"/>
                  </a:lnTo>
                  <a:lnTo>
                    <a:pt x="7693175" y="2393716"/>
                  </a:lnTo>
                  <a:lnTo>
                    <a:pt x="7693511" y="2393141"/>
                  </a:lnTo>
                  <a:lnTo>
                    <a:pt x="7693848" y="2392621"/>
                  </a:lnTo>
                  <a:lnTo>
                    <a:pt x="7694184" y="2392298"/>
                  </a:lnTo>
                  <a:lnTo>
                    <a:pt x="7694521" y="2392004"/>
                  </a:lnTo>
                  <a:lnTo>
                    <a:pt x="7694857" y="2391741"/>
                  </a:lnTo>
                  <a:lnTo>
                    <a:pt x="7695194" y="2391615"/>
                  </a:lnTo>
                  <a:lnTo>
                    <a:pt x="7695530" y="2391439"/>
                  </a:lnTo>
                  <a:lnTo>
                    <a:pt x="7695866" y="2391264"/>
                  </a:lnTo>
                  <a:lnTo>
                    <a:pt x="7696203" y="2391160"/>
                  </a:lnTo>
                  <a:lnTo>
                    <a:pt x="7696539" y="2391023"/>
                  </a:lnTo>
                  <a:lnTo>
                    <a:pt x="7696876" y="2390847"/>
                  </a:lnTo>
                  <a:lnTo>
                    <a:pt x="7697212" y="2390672"/>
                  </a:lnTo>
                  <a:lnTo>
                    <a:pt x="7697549" y="2390637"/>
                  </a:lnTo>
                  <a:lnTo>
                    <a:pt x="7697885" y="2390770"/>
                  </a:lnTo>
                  <a:lnTo>
                    <a:pt x="7698222" y="2391010"/>
                  </a:lnTo>
                  <a:lnTo>
                    <a:pt x="7698558" y="2391282"/>
                  </a:lnTo>
                  <a:lnTo>
                    <a:pt x="7698895" y="2391614"/>
                  </a:lnTo>
                  <a:lnTo>
                    <a:pt x="7699231" y="2391696"/>
                  </a:lnTo>
                  <a:lnTo>
                    <a:pt x="7699568" y="2391472"/>
                  </a:lnTo>
                  <a:lnTo>
                    <a:pt x="7699904" y="2390867"/>
                  </a:lnTo>
                  <a:lnTo>
                    <a:pt x="7700240" y="2390301"/>
                  </a:lnTo>
                  <a:lnTo>
                    <a:pt x="7700577" y="2389841"/>
                  </a:lnTo>
                  <a:lnTo>
                    <a:pt x="7700913" y="2389290"/>
                  </a:lnTo>
                  <a:lnTo>
                    <a:pt x="7701250" y="2388869"/>
                  </a:lnTo>
                  <a:lnTo>
                    <a:pt x="7701586" y="2388387"/>
                  </a:lnTo>
                  <a:lnTo>
                    <a:pt x="7701923" y="2387798"/>
                  </a:lnTo>
                  <a:lnTo>
                    <a:pt x="7702259" y="2387174"/>
                  </a:lnTo>
                  <a:lnTo>
                    <a:pt x="7702596" y="2386176"/>
                  </a:lnTo>
                  <a:lnTo>
                    <a:pt x="7702932" y="2384889"/>
                  </a:lnTo>
                  <a:lnTo>
                    <a:pt x="7703269" y="2383381"/>
                  </a:lnTo>
                  <a:lnTo>
                    <a:pt x="7703605" y="2381767"/>
                  </a:lnTo>
                  <a:lnTo>
                    <a:pt x="7703941" y="2380339"/>
                  </a:lnTo>
                  <a:lnTo>
                    <a:pt x="7704278" y="2379024"/>
                  </a:lnTo>
                  <a:lnTo>
                    <a:pt x="7704614" y="2377998"/>
                  </a:lnTo>
                  <a:lnTo>
                    <a:pt x="7704951" y="2377153"/>
                  </a:lnTo>
                  <a:lnTo>
                    <a:pt x="7705287" y="2376314"/>
                  </a:lnTo>
                  <a:lnTo>
                    <a:pt x="7705624" y="2375476"/>
                  </a:lnTo>
                  <a:lnTo>
                    <a:pt x="7705960" y="2374741"/>
                  </a:lnTo>
                  <a:lnTo>
                    <a:pt x="7706297" y="2374022"/>
                  </a:lnTo>
                  <a:lnTo>
                    <a:pt x="7706633" y="2373442"/>
                  </a:lnTo>
                  <a:lnTo>
                    <a:pt x="7706970" y="2372994"/>
                  </a:lnTo>
                  <a:lnTo>
                    <a:pt x="7707306" y="2372818"/>
                  </a:lnTo>
                  <a:lnTo>
                    <a:pt x="7707643" y="2372786"/>
                  </a:lnTo>
                  <a:lnTo>
                    <a:pt x="7707979" y="2372828"/>
                  </a:lnTo>
                  <a:lnTo>
                    <a:pt x="7708315" y="2373022"/>
                  </a:lnTo>
                  <a:lnTo>
                    <a:pt x="7708652" y="2373141"/>
                  </a:lnTo>
                  <a:lnTo>
                    <a:pt x="7708988" y="2372963"/>
                  </a:lnTo>
                  <a:lnTo>
                    <a:pt x="7709325" y="2372915"/>
                  </a:lnTo>
                  <a:lnTo>
                    <a:pt x="7709661" y="2373022"/>
                  </a:lnTo>
                  <a:lnTo>
                    <a:pt x="7709998" y="2373229"/>
                  </a:lnTo>
                  <a:lnTo>
                    <a:pt x="7710334" y="2373244"/>
                  </a:lnTo>
                  <a:lnTo>
                    <a:pt x="7710671" y="2373397"/>
                  </a:lnTo>
                  <a:lnTo>
                    <a:pt x="7711007" y="2373765"/>
                  </a:lnTo>
                  <a:lnTo>
                    <a:pt x="7711344" y="2373851"/>
                  </a:lnTo>
                  <a:lnTo>
                    <a:pt x="7711680" y="2374135"/>
                  </a:lnTo>
                  <a:lnTo>
                    <a:pt x="7712017" y="2374556"/>
                  </a:lnTo>
                  <a:lnTo>
                    <a:pt x="7712353" y="2375152"/>
                  </a:lnTo>
                  <a:lnTo>
                    <a:pt x="7712689" y="2375736"/>
                  </a:lnTo>
                  <a:lnTo>
                    <a:pt x="7713026" y="2376239"/>
                  </a:lnTo>
                  <a:lnTo>
                    <a:pt x="7713362" y="2376848"/>
                  </a:lnTo>
                  <a:lnTo>
                    <a:pt x="7713699" y="2377526"/>
                  </a:lnTo>
                  <a:lnTo>
                    <a:pt x="7714035" y="2378280"/>
                  </a:lnTo>
                  <a:lnTo>
                    <a:pt x="7714372" y="2378958"/>
                  </a:lnTo>
                  <a:lnTo>
                    <a:pt x="7714708" y="2379680"/>
                  </a:lnTo>
                  <a:lnTo>
                    <a:pt x="7715045" y="2380264"/>
                  </a:lnTo>
                  <a:lnTo>
                    <a:pt x="7715381" y="2381005"/>
                  </a:lnTo>
                  <a:lnTo>
                    <a:pt x="7715718" y="2381633"/>
                  </a:lnTo>
                  <a:lnTo>
                    <a:pt x="7716054" y="2382214"/>
                  </a:lnTo>
                  <a:lnTo>
                    <a:pt x="7716391" y="2382831"/>
                  </a:lnTo>
                  <a:lnTo>
                    <a:pt x="7716727" y="2383398"/>
                  </a:lnTo>
                  <a:lnTo>
                    <a:pt x="7717063" y="2384278"/>
                  </a:lnTo>
                  <a:lnTo>
                    <a:pt x="7717400" y="2385090"/>
                  </a:lnTo>
                  <a:lnTo>
                    <a:pt x="7717736" y="2385946"/>
                  </a:lnTo>
                  <a:lnTo>
                    <a:pt x="7718073" y="2387076"/>
                  </a:lnTo>
                  <a:lnTo>
                    <a:pt x="7718409" y="2388358"/>
                  </a:lnTo>
                  <a:lnTo>
                    <a:pt x="7718746" y="2389768"/>
                  </a:lnTo>
                  <a:lnTo>
                    <a:pt x="7719082" y="2391200"/>
                  </a:lnTo>
                  <a:lnTo>
                    <a:pt x="7719419" y="2392682"/>
                  </a:lnTo>
                  <a:lnTo>
                    <a:pt x="7719755" y="2394101"/>
                  </a:lnTo>
                  <a:lnTo>
                    <a:pt x="7720092" y="2395727"/>
                  </a:lnTo>
                  <a:lnTo>
                    <a:pt x="7720428" y="2397680"/>
                  </a:lnTo>
                  <a:lnTo>
                    <a:pt x="7720765" y="2399809"/>
                  </a:lnTo>
                  <a:lnTo>
                    <a:pt x="7721101" y="2402069"/>
                  </a:lnTo>
                  <a:lnTo>
                    <a:pt x="7721437" y="2404292"/>
                  </a:lnTo>
                  <a:lnTo>
                    <a:pt x="7721774" y="2406270"/>
                  </a:lnTo>
                  <a:lnTo>
                    <a:pt x="7722110" y="2408016"/>
                  </a:lnTo>
                  <a:lnTo>
                    <a:pt x="7722447" y="2409643"/>
                  </a:lnTo>
                  <a:lnTo>
                    <a:pt x="7722783" y="2411037"/>
                  </a:lnTo>
                  <a:lnTo>
                    <a:pt x="7723120" y="2412377"/>
                  </a:lnTo>
                  <a:lnTo>
                    <a:pt x="7723456" y="2413834"/>
                  </a:lnTo>
                  <a:lnTo>
                    <a:pt x="7723793" y="2415148"/>
                  </a:lnTo>
                  <a:lnTo>
                    <a:pt x="7724129" y="2416312"/>
                  </a:lnTo>
                  <a:lnTo>
                    <a:pt x="7724466" y="2417383"/>
                  </a:lnTo>
                  <a:lnTo>
                    <a:pt x="7724802" y="2418409"/>
                  </a:lnTo>
                  <a:lnTo>
                    <a:pt x="7725139" y="2419182"/>
                  </a:lnTo>
                  <a:lnTo>
                    <a:pt x="7725475" y="2419557"/>
                  </a:lnTo>
                  <a:lnTo>
                    <a:pt x="7725811" y="2419718"/>
                  </a:lnTo>
                  <a:lnTo>
                    <a:pt x="7726148" y="2419718"/>
                  </a:lnTo>
                  <a:lnTo>
                    <a:pt x="7726484" y="2419855"/>
                  </a:lnTo>
                  <a:lnTo>
                    <a:pt x="7726821" y="2420008"/>
                  </a:lnTo>
                  <a:lnTo>
                    <a:pt x="7727157" y="2420161"/>
                  </a:lnTo>
                  <a:lnTo>
                    <a:pt x="7727494" y="2420315"/>
                  </a:lnTo>
                  <a:lnTo>
                    <a:pt x="7727830" y="2420552"/>
                  </a:lnTo>
                  <a:lnTo>
                    <a:pt x="7728167" y="2420858"/>
                  </a:lnTo>
                  <a:lnTo>
                    <a:pt x="7728503" y="2421156"/>
                  </a:lnTo>
                  <a:lnTo>
                    <a:pt x="7728840" y="2421309"/>
                  </a:lnTo>
                  <a:lnTo>
                    <a:pt x="7729176" y="2421223"/>
                  </a:lnTo>
                  <a:lnTo>
                    <a:pt x="7729513" y="2421221"/>
                  </a:lnTo>
                  <a:lnTo>
                    <a:pt x="7729849" y="2421253"/>
                  </a:lnTo>
                  <a:lnTo>
                    <a:pt x="7730185" y="2421290"/>
                  </a:lnTo>
                  <a:lnTo>
                    <a:pt x="7730522" y="2421447"/>
                  </a:lnTo>
                  <a:lnTo>
                    <a:pt x="7730858" y="2421661"/>
                  </a:lnTo>
                  <a:lnTo>
                    <a:pt x="7731195" y="2421943"/>
                  </a:lnTo>
                  <a:lnTo>
                    <a:pt x="7731531" y="2422113"/>
                  </a:lnTo>
                  <a:lnTo>
                    <a:pt x="7731868" y="2422270"/>
                  </a:lnTo>
                  <a:lnTo>
                    <a:pt x="7732204" y="2422427"/>
                  </a:lnTo>
                  <a:lnTo>
                    <a:pt x="7732541" y="2422446"/>
                  </a:lnTo>
                  <a:lnTo>
                    <a:pt x="7732877" y="2422381"/>
                  </a:lnTo>
                  <a:lnTo>
                    <a:pt x="7733214" y="2422259"/>
                  </a:lnTo>
                  <a:lnTo>
                    <a:pt x="7733550" y="2422145"/>
                  </a:lnTo>
                  <a:lnTo>
                    <a:pt x="7733886" y="2422176"/>
                  </a:lnTo>
                  <a:lnTo>
                    <a:pt x="7734223" y="2422164"/>
                  </a:lnTo>
                  <a:lnTo>
                    <a:pt x="7734559" y="2422070"/>
                  </a:lnTo>
                  <a:lnTo>
                    <a:pt x="7734896" y="2422070"/>
                  </a:lnTo>
                  <a:lnTo>
                    <a:pt x="7735232" y="2422063"/>
                  </a:lnTo>
                  <a:lnTo>
                    <a:pt x="7735569" y="2421910"/>
                  </a:lnTo>
                  <a:lnTo>
                    <a:pt x="7735905" y="2421688"/>
                  </a:lnTo>
                  <a:lnTo>
                    <a:pt x="7736242" y="2421466"/>
                  </a:lnTo>
                  <a:lnTo>
                    <a:pt x="7736578" y="2421489"/>
                  </a:lnTo>
                  <a:lnTo>
                    <a:pt x="7736915" y="2421795"/>
                  </a:lnTo>
                  <a:lnTo>
                    <a:pt x="7737251" y="2422101"/>
                  </a:lnTo>
                  <a:lnTo>
                    <a:pt x="7737588" y="2422545"/>
                  </a:lnTo>
                  <a:lnTo>
                    <a:pt x="7737924" y="2423004"/>
                  </a:lnTo>
                  <a:lnTo>
                    <a:pt x="7738260" y="2423463"/>
                  </a:lnTo>
                  <a:lnTo>
                    <a:pt x="7738597" y="2423923"/>
                  </a:lnTo>
                  <a:lnTo>
                    <a:pt x="7738933" y="2424382"/>
                  </a:lnTo>
                  <a:lnTo>
                    <a:pt x="7739270" y="2425048"/>
                  </a:lnTo>
                  <a:lnTo>
                    <a:pt x="7739606" y="2425813"/>
                  </a:lnTo>
                  <a:lnTo>
                    <a:pt x="7739943" y="2426578"/>
                  </a:lnTo>
                  <a:lnTo>
                    <a:pt x="7740279" y="2427344"/>
                  </a:lnTo>
                  <a:lnTo>
                    <a:pt x="7740616" y="2428063"/>
                  </a:lnTo>
                  <a:lnTo>
                    <a:pt x="7740952" y="2428660"/>
                  </a:lnTo>
                  <a:lnTo>
                    <a:pt x="7741289" y="2429035"/>
                  </a:lnTo>
                  <a:lnTo>
                    <a:pt x="7741625" y="2429165"/>
                  </a:lnTo>
                  <a:lnTo>
                    <a:pt x="7741962" y="2428989"/>
                  </a:lnTo>
                  <a:lnTo>
                    <a:pt x="7742298" y="2428438"/>
                  </a:lnTo>
                  <a:lnTo>
                    <a:pt x="7742634" y="2427826"/>
                  </a:lnTo>
                  <a:lnTo>
                    <a:pt x="7742971" y="2427214"/>
                  </a:lnTo>
                  <a:lnTo>
                    <a:pt x="7743307" y="2426349"/>
                  </a:lnTo>
                  <a:lnTo>
                    <a:pt x="7743644" y="2425430"/>
                  </a:lnTo>
                  <a:lnTo>
                    <a:pt x="7743980" y="2424336"/>
                  </a:lnTo>
                  <a:lnTo>
                    <a:pt x="7744317" y="2422981"/>
                  </a:lnTo>
                  <a:lnTo>
                    <a:pt x="7744653" y="2421389"/>
                  </a:lnTo>
                  <a:lnTo>
                    <a:pt x="7744990" y="2419629"/>
                  </a:lnTo>
                  <a:lnTo>
                    <a:pt x="7745326" y="2417509"/>
                  </a:lnTo>
                  <a:lnTo>
                    <a:pt x="7745663" y="2415312"/>
                  </a:lnTo>
                  <a:lnTo>
                    <a:pt x="7745999" y="2413307"/>
                  </a:lnTo>
                  <a:lnTo>
                    <a:pt x="7746336" y="2411470"/>
                  </a:lnTo>
                  <a:lnTo>
                    <a:pt x="7746672" y="2409634"/>
                  </a:lnTo>
                  <a:lnTo>
                    <a:pt x="7747008" y="2407728"/>
                  </a:lnTo>
                  <a:lnTo>
                    <a:pt x="7747345" y="2405891"/>
                  </a:lnTo>
                  <a:lnTo>
                    <a:pt x="7747681" y="2404046"/>
                  </a:lnTo>
                  <a:lnTo>
                    <a:pt x="7748018" y="2402034"/>
                  </a:lnTo>
                  <a:lnTo>
                    <a:pt x="7748354" y="2400622"/>
                  </a:lnTo>
                  <a:lnTo>
                    <a:pt x="7748691" y="2399474"/>
                  </a:lnTo>
                  <a:lnTo>
                    <a:pt x="7749027" y="2398483"/>
                  </a:lnTo>
                  <a:lnTo>
                    <a:pt x="7749364" y="2397802"/>
                  </a:lnTo>
                  <a:lnTo>
                    <a:pt x="7749700" y="2397345"/>
                  </a:lnTo>
                  <a:lnTo>
                    <a:pt x="7750037" y="2396999"/>
                  </a:lnTo>
                  <a:lnTo>
                    <a:pt x="7750373" y="2396910"/>
                  </a:lnTo>
                  <a:lnTo>
                    <a:pt x="7750710" y="2397123"/>
                  </a:lnTo>
                  <a:lnTo>
                    <a:pt x="7751046" y="2397343"/>
                  </a:lnTo>
                  <a:lnTo>
                    <a:pt x="7751382" y="2397667"/>
                  </a:lnTo>
                  <a:lnTo>
                    <a:pt x="7751719" y="2397743"/>
                  </a:lnTo>
                  <a:lnTo>
                    <a:pt x="7752055" y="2397704"/>
                  </a:lnTo>
                  <a:lnTo>
                    <a:pt x="7752392" y="2397848"/>
                  </a:lnTo>
                  <a:lnTo>
                    <a:pt x="7752728" y="2398005"/>
                  </a:lnTo>
                  <a:lnTo>
                    <a:pt x="7753065" y="2398255"/>
                  </a:lnTo>
                  <a:lnTo>
                    <a:pt x="7753401" y="2398379"/>
                  </a:lnTo>
                  <a:lnTo>
                    <a:pt x="7753738" y="2398414"/>
                  </a:lnTo>
                  <a:lnTo>
                    <a:pt x="7754074" y="2398471"/>
                  </a:lnTo>
                  <a:lnTo>
                    <a:pt x="7754411" y="2398121"/>
                  </a:lnTo>
                  <a:lnTo>
                    <a:pt x="7754747" y="2397594"/>
                  </a:lnTo>
                  <a:lnTo>
                    <a:pt x="7755084" y="2397351"/>
                  </a:lnTo>
                  <a:lnTo>
                    <a:pt x="7755420" y="2397289"/>
                  </a:lnTo>
                  <a:lnTo>
                    <a:pt x="7755756" y="2397097"/>
                  </a:lnTo>
                  <a:lnTo>
                    <a:pt x="7756093" y="2396781"/>
                  </a:lnTo>
                  <a:lnTo>
                    <a:pt x="7756429" y="2395817"/>
                  </a:lnTo>
                  <a:lnTo>
                    <a:pt x="7756766" y="2394924"/>
                  </a:lnTo>
                  <a:lnTo>
                    <a:pt x="7757102" y="2394243"/>
                  </a:lnTo>
                  <a:lnTo>
                    <a:pt x="7757439" y="2393648"/>
                  </a:lnTo>
                  <a:lnTo>
                    <a:pt x="7757775" y="2393081"/>
                  </a:lnTo>
                  <a:lnTo>
                    <a:pt x="7758112" y="2392513"/>
                  </a:lnTo>
                  <a:lnTo>
                    <a:pt x="7758448" y="2392023"/>
                  </a:lnTo>
                  <a:lnTo>
                    <a:pt x="7758785" y="2391348"/>
                  </a:lnTo>
                  <a:lnTo>
                    <a:pt x="7759121" y="2390724"/>
                  </a:lnTo>
                  <a:lnTo>
                    <a:pt x="7759458" y="2390363"/>
                  </a:lnTo>
                  <a:lnTo>
                    <a:pt x="7759794" y="2389845"/>
                  </a:lnTo>
                  <a:lnTo>
                    <a:pt x="7760130" y="2389095"/>
                  </a:lnTo>
                  <a:lnTo>
                    <a:pt x="7760467" y="2387871"/>
                  </a:lnTo>
                  <a:lnTo>
                    <a:pt x="7760803" y="2386311"/>
                  </a:lnTo>
                  <a:lnTo>
                    <a:pt x="7761140" y="2384359"/>
                  </a:lnTo>
                  <a:lnTo>
                    <a:pt x="7761476" y="2382378"/>
                  </a:lnTo>
                  <a:lnTo>
                    <a:pt x="7761813" y="2380543"/>
                  </a:lnTo>
                  <a:lnTo>
                    <a:pt x="7762149" y="2378736"/>
                  </a:lnTo>
                  <a:lnTo>
                    <a:pt x="7762486" y="2376892"/>
                  </a:lnTo>
                  <a:lnTo>
                    <a:pt x="7762822" y="2375097"/>
                  </a:lnTo>
                  <a:lnTo>
                    <a:pt x="7763159" y="2373302"/>
                  </a:lnTo>
                  <a:lnTo>
                    <a:pt x="7763495" y="2371198"/>
                  </a:lnTo>
                  <a:lnTo>
                    <a:pt x="7763832" y="2369120"/>
                  </a:lnTo>
                  <a:lnTo>
                    <a:pt x="7764168" y="2367076"/>
                  </a:lnTo>
                  <a:lnTo>
                    <a:pt x="7764504" y="2364605"/>
                  </a:lnTo>
                  <a:lnTo>
                    <a:pt x="7764841" y="2362024"/>
                  </a:lnTo>
                  <a:lnTo>
                    <a:pt x="7765177" y="2359789"/>
                  </a:lnTo>
                  <a:lnTo>
                    <a:pt x="7765514" y="2357646"/>
                  </a:lnTo>
                  <a:lnTo>
                    <a:pt x="7765850" y="2355519"/>
                  </a:lnTo>
                  <a:lnTo>
                    <a:pt x="7766187" y="2353514"/>
                  </a:lnTo>
                  <a:lnTo>
                    <a:pt x="7766523" y="2351865"/>
                  </a:lnTo>
                  <a:lnTo>
                    <a:pt x="7766860" y="2350550"/>
                  </a:lnTo>
                  <a:lnTo>
                    <a:pt x="7767196" y="2349428"/>
                  </a:lnTo>
                  <a:lnTo>
                    <a:pt x="7767533" y="2348418"/>
                  </a:lnTo>
                  <a:lnTo>
                    <a:pt x="7767869" y="2347205"/>
                  </a:lnTo>
                  <a:lnTo>
                    <a:pt x="7768205" y="2346016"/>
                  </a:lnTo>
                  <a:lnTo>
                    <a:pt x="7768542" y="2345199"/>
                  </a:lnTo>
                  <a:lnTo>
                    <a:pt x="7768878" y="2344532"/>
                  </a:lnTo>
                  <a:lnTo>
                    <a:pt x="7769215" y="2344285"/>
                  </a:lnTo>
                  <a:lnTo>
                    <a:pt x="7769551" y="2344266"/>
                  </a:lnTo>
                  <a:lnTo>
                    <a:pt x="7769888" y="2344489"/>
                  </a:lnTo>
                  <a:lnTo>
                    <a:pt x="7770224" y="2345034"/>
                  </a:lnTo>
                  <a:lnTo>
                    <a:pt x="7770561" y="2345687"/>
                  </a:lnTo>
                  <a:lnTo>
                    <a:pt x="7770897" y="2346278"/>
                  </a:lnTo>
                  <a:lnTo>
                    <a:pt x="7771234" y="2347056"/>
                  </a:lnTo>
                  <a:lnTo>
                    <a:pt x="7771570" y="2347973"/>
                  </a:lnTo>
                  <a:lnTo>
                    <a:pt x="7771907" y="2348758"/>
                  </a:lnTo>
                  <a:lnTo>
                    <a:pt x="7772243" y="2349518"/>
                  </a:lnTo>
                  <a:lnTo>
                    <a:pt x="7772579" y="2350328"/>
                  </a:lnTo>
                  <a:lnTo>
                    <a:pt x="7772916" y="2351169"/>
                  </a:lnTo>
                  <a:lnTo>
                    <a:pt x="7773252" y="2351954"/>
                  </a:lnTo>
                  <a:lnTo>
                    <a:pt x="7773589" y="2352538"/>
                  </a:lnTo>
                  <a:lnTo>
                    <a:pt x="7773925" y="2353122"/>
                  </a:lnTo>
                  <a:lnTo>
                    <a:pt x="7774262" y="2353662"/>
                  </a:lnTo>
                  <a:lnTo>
                    <a:pt x="7774598" y="2354037"/>
                  </a:lnTo>
                  <a:lnTo>
                    <a:pt x="7774935" y="2354276"/>
                  </a:lnTo>
                  <a:lnTo>
                    <a:pt x="7775271" y="2354386"/>
                  </a:lnTo>
                  <a:lnTo>
                    <a:pt x="7775608" y="2354331"/>
                  </a:lnTo>
                  <a:lnTo>
                    <a:pt x="7775944" y="2354231"/>
                  </a:lnTo>
                  <a:lnTo>
                    <a:pt x="7776281" y="2354200"/>
                  </a:lnTo>
                  <a:lnTo>
                    <a:pt x="7776617" y="2354168"/>
                  </a:lnTo>
                  <a:lnTo>
                    <a:pt x="7776953" y="2354137"/>
                  </a:lnTo>
                  <a:lnTo>
                    <a:pt x="7777290" y="2354108"/>
                  </a:lnTo>
                  <a:lnTo>
                    <a:pt x="7777626" y="2354224"/>
                  </a:lnTo>
                  <a:lnTo>
                    <a:pt x="7777963" y="2354137"/>
                  </a:lnTo>
                  <a:lnTo>
                    <a:pt x="7778299" y="2353532"/>
                  </a:lnTo>
                  <a:lnTo>
                    <a:pt x="7778636" y="2352745"/>
                  </a:lnTo>
                  <a:lnTo>
                    <a:pt x="7778972" y="2351680"/>
                  </a:lnTo>
                  <a:lnTo>
                    <a:pt x="7779309" y="2350660"/>
                  </a:lnTo>
                  <a:lnTo>
                    <a:pt x="7779645" y="2349691"/>
                  </a:lnTo>
                  <a:lnTo>
                    <a:pt x="7779982" y="2348543"/>
                  </a:lnTo>
                  <a:lnTo>
                    <a:pt x="7780318" y="2347202"/>
                  </a:lnTo>
                  <a:lnTo>
                    <a:pt x="7780655" y="2345792"/>
                  </a:lnTo>
                  <a:lnTo>
                    <a:pt x="7780991" y="2343808"/>
                  </a:lnTo>
                  <a:lnTo>
                    <a:pt x="7781327" y="2341511"/>
                  </a:lnTo>
                  <a:lnTo>
                    <a:pt x="7781664" y="2339039"/>
                  </a:lnTo>
                  <a:lnTo>
                    <a:pt x="7782000" y="2336413"/>
                  </a:lnTo>
                  <a:lnTo>
                    <a:pt x="7782337" y="2333698"/>
                  </a:lnTo>
                  <a:lnTo>
                    <a:pt x="7782673" y="2330635"/>
                  </a:lnTo>
                  <a:lnTo>
                    <a:pt x="7783010" y="2327895"/>
                  </a:lnTo>
                  <a:lnTo>
                    <a:pt x="7783346" y="2325184"/>
                  </a:lnTo>
                  <a:lnTo>
                    <a:pt x="7783683" y="2322634"/>
                  </a:lnTo>
                  <a:lnTo>
                    <a:pt x="7784019" y="2320361"/>
                  </a:lnTo>
                  <a:lnTo>
                    <a:pt x="7784356" y="2317820"/>
                  </a:lnTo>
                  <a:lnTo>
                    <a:pt x="7784692" y="2314935"/>
                  </a:lnTo>
                  <a:lnTo>
                    <a:pt x="7785029" y="2312042"/>
                  </a:lnTo>
                  <a:lnTo>
                    <a:pt x="7785365" y="2309359"/>
                  </a:lnTo>
                  <a:lnTo>
                    <a:pt x="7785701" y="2306869"/>
                  </a:lnTo>
                  <a:lnTo>
                    <a:pt x="7786038" y="2304673"/>
                  </a:lnTo>
                  <a:lnTo>
                    <a:pt x="7786374" y="2302435"/>
                  </a:lnTo>
                  <a:lnTo>
                    <a:pt x="7786711" y="2300226"/>
                  </a:lnTo>
                  <a:lnTo>
                    <a:pt x="7787047" y="2298169"/>
                  </a:lnTo>
                  <a:lnTo>
                    <a:pt x="7787384" y="2296059"/>
                  </a:lnTo>
                  <a:lnTo>
                    <a:pt x="7787720" y="2293665"/>
                  </a:lnTo>
                  <a:lnTo>
                    <a:pt x="7788057" y="2291057"/>
                  </a:lnTo>
                  <a:lnTo>
                    <a:pt x="7788393" y="2288327"/>
                  </a:lnTo>
                  <a:lnTo>
                    <a:pt x="7788730" y="2285589"/>
                  </a:lnTo>
                  <a:lnTo>
                    <a:pt x="7789066" y="2282614"/>
                  </a:lnTo>
                  <a:lnTo>
                    <a:pt x="7789403" y="2279777"/>
                  </a:lnTo>
                  <a:lnTo>
                    <a:pt x="7789739" y="2277085"/>
                  </a:lnTo>
                  <a:lnTo>
                    <a:pt x="7790075" y="2274508"/>
                  </a:lnTo>
                  <a:lnTo>
                    <a:pt x="7790412" y="2271574"/>
                  </a:lnTo>
                  <a:lnTo>
                    <a:pt x="7790748" y="2268471"/>
                  </a:lnTo>
                  <a:lnTo>
                    <a:pt x="7791085" y="2265197"/>
                  </a:lnTo>
                  <a:lnTo>
                    <a:pt x="7791421" y="2262136"/>
                  </a:lnTo>
                  <a:lnTo>
                    <a:pt x="7791758" y="2258883"/>
                  </a:lnTo>
                  <a:lnTo>
                    <a:pt x="7792094" y="2255447"/>
                  </a:lnTo>
                  <a:lnTo>
                    <a:pt x="7792431" y="2252011"/>
                  </a:lnTo>
                  <a:lnTo>
                    <a:pt x="7792767" y="2248865"/>
                  </a:lnTo>
                  <a:lnTo>
                    <a:pt x="7793104" y="2245888"/>
                  </a:lnTo>
                  <a:lnTo>
                    <a:pt x="7793440" y="2243018"/>
                  </a:lnTo>
                  <a:lnTo>
                    <a:pt x="7793777" y="2239949"/>
                  </a:lnTo>
                  <a:lnTo>
                    <a:pt x="7794113" y="2236857"/>
                  </a:lnTo>
                  <a:lnTo>
                    <a:pt x="7794449" y="2233658"/>
                  </a:lnTo>
                  <a:lnTo>
                    <a:pt x="7794786" y="2230298"/>
                  </a:lnTo>
                  <a:lnTo>
                    <a:pt x="7795122" y="2226808"/>
                  </a:lnTo>
                  <a:lnTo>
                    <a:pt x="7795459" y="2223509"/>
                  </a:lnTo>
                  <a:lnTo>
                    <a:pt x="7795795" y="2220379"/>
                  </a:lnTo>
                  <a:lnTo>
                    <a:pt x="7796132" y="2217769"/>
                  </a:lnTo>
                  <a:lnTo>
                    <a:pt x="7796468" y="2215465"/>
                  </a:lnTo>
                  <a:lnTo>
                    <a:pt x="7796805" y="2213514"/>
                  </a:lnTo>
                  <a:lnTo>
                    <a:pt x="7797141" y="2212153"/>
                  </a:lnTo>
                  <a:lnTo>
                    <a:pt x="7797478" y="2210932"/>
                  </a:lnTo>
                  <a:lnTo>
                    <a:pt x="7797814" y="2209991"/>
                  </a:lnTo>
                  <a:lnTo>
                    <a:pt x="7798151" y="2208967"/>
                  </a:lnTo>
                  <a:lnTo>
                    <a:pt x="7798487" y="2208101"/>
                  </a:lnTo>
                  <a:lnTo>
                    <a:pt x="7798823" y="2207297"/>
                  </a:lnTo>
                  <a:lnTo>
                    <a:pt x="7799160" y="2206744"/>
                  </a:lnTo>
                  <a:lnTo>
                    <a:pt x="7799496" y="2206211"/>
                  </a:lnTo>
                  <a:lnTo>
                    <a:pt x="7799833" y="2206060"/>
                  </a:lnTo>
                  <a:lnTo>
                    <a:pt x="7800169" y="2205930"/>
                  </a:lnTo>
                  <a:lnTo>
                    <a:pt x="7800506" y="2205713"/>
                  </a:lnTo>
                  <a:lnTo>
                    <a:pt x="7800842" y="2205419"/>
                  </a:lnTo>
                  <a:lnTo>
                    <a:pt x="7801179" y="2204766"/>
                  </a:lnTo>
                  <a:lnTo>
                    <a:pt x="7801515" y="2204106"/>
                  </a:lnTo>
                  <a:lnTo>
                    <a:pt x="7801852" y="2203447"/>
                  </a:lnTo>
                  <a:lnTo>
                    <a:pt x="7802188" y="2202710"/>
                  </a:lnTo>
                  <a:lnTo>
                    <a:pt x="7802524" y="2201925"/>
                  </a:lnTo>
                  <a:lnTo>
                    <a:pt x="7802861" y="2201034"/>
                  </a:lnTo>
                  <a:lnTo>
                    <a:pt x="7803197" y="2200251"/>
                  </a:lnTo>
                  <a:lnTo>
                    <a:pt x="7803534" y="2199397"/>
                  </a:lnTo>
                  <a:lnTo>
                    <a:pt x="7803870" y="2198688"/>
                  </a:lnTo>
                  <a:lnTo>
                    <a:pt x="7804207" y="2197903"/>
                  </a:lnTo>
                  <a:lnTo>
                    <a:pt x="7804543" y="2197244"/>
                  </a:lnTo>
                  <a:lnTo>
                    <a:pt x="7804880" y="2196446"/>
                  </a:lnTo>
                  <a:lnTo>
                    <a:pt x="7805216" y="2195785"/>
                  </a:lnTo>
                  <a:lnTo>
                    <a:pt x="7805553" y="2195268"/>
                  </a:lnTo>
                  <a:lnTo>
                    <a:pt x="7805889" y="2194738"/>
                  </a:lnTo>
                  <a:lnTo>
                    <a:pt x="7806226" y="2194422"/>
                  </a:lnTo>
                  <a:lnTo>
                    <a:pt x="7806562" y="2193974"/>
                  </a:lnTo>
                  <a:lnTo>
                    <a:pt x="7806898" y="2193511"/>
                  </a:lnTo>
                  <a:lnTo>
                    <a:pt x="7807235" y="2193048"/>
                  </a:lnTo>
                  <a:lnTo>
                    <a:pt x="7807571" y="2192610"/>
                  </a:lnTo>
                  <a:lnTo>
                    <a:pt x="7807908" y="2192266"/>
                  </a:lnTo>
                  <a:lnTo>
                    <a:pt x="7808244" y="2192071"/>
                  </a:lnTo>
                  <a:lnTo>
                    <a:pt x="7808581" y="2192032"/>
                  </a:lnTo>
                  <a:lnTo>
                    <a:pt x="7808917" y="2192040"/>
                  </a:lnTo>
                  <a:lnTo>
                    <a:pt x="7809254" y="2192216"/>
                  </a:lnTo>
                  <a:lnTo>
                    <a:pt x="7809590" y="2192767"/>
                  </a:lnTo>
                  <a:lnTo>
                    <a:pt x="7809927" y="2193379"/>
                  </a:lnTo>
                  <a:lnTo>
                    <a:pt x="7810263" y="2193992"/>
                  </a:lnTo>
                  <a:lnTo>
                    <a:pt x="7810600" y="2194910"/>
                  </a:lnTo>
                  <a:lnTo>
                    <a:pt x="7810936" y="2195982"/>
                  </a:lnTo>
                  <a:lnTo>
                    <a:pt x="7811272" y="2197229"/>
                  </a:lnTo>
                  <a:lnTo>
                    <a:pt x="7811609" y="2198668"/>
                  </a:lnTo>
                  <a:lnTo>
                    <a:pt x="7811945" y="2200329"/>
                  </a:lnTo>
                  <a:lnTo>
                    <a:pt x="7812282" y="2202311"/>
                  </a:lnTo>
                  <a:lnTo>
                    <a:pt x="7812618" y="2204867"/>
                  </a:lnTo>
                  <a:lnTo>
                    <a:pt x="7812955" y="2207523"/>
                  </a:lnTo>
                  <a:lnTo>
                    <a:pt x="7813291" y="2210110"/>
                  </a:lnTo>
                  <a:lnTo>
                    <a:pt x="7813628" y="2212559"/>
                  </a:lnTo>
                  <a:lnTo>
                    <a:pt x="7813964" y="2215008"/>
                  </a:lnTo>
                  <a:lnTo>
                    <a:pt x="7814301" y="2217526"/>
                  </a:lnTo>
                  <a:lnTo>
                    <a:pt x="7814637" y="2220006"/>
                  </a:lnTo>
                  <a:lnTo>
                    <a:pt x="7814974" y="2222616"/>
                  </a:lnTo>
                  <a:lnTo>
                    <a:pt x="7815310" y="2225493"/>
                  </a:lnTo>
                  <a:lnTo>
                    <a:pt x="7815646" y="2227831"/>
                  </a:lnTo>
                  <a:lnTo>
                    <a:pt x="7815983" y="2230051"/>
                  </a:lnTo>
                  <a:lnTo>
                    <a:pt x="7816319" y="2232120"/>
                  </a:lnTo>
                  <a:lnTo>
                    <a:pt x="7816656" y="2234026"/>
                  </a:lnTo>
                  <a:lnTo>
                    <a:pt x="7816992" y="2235639"/>
                  </a:lnTo>
                  <a:lnTo>
                    <a:pt x="7817329" y="2237121"/>
                  </a:lnTo>
                  <a:lnTo>
                    <a:pt x="7817665" y="2238132"/>
                  </a:lnTo>
                  <a:lnTo>
                    <a:pt x="7818002" y="2238842"/>
                  </a:lnTo>
                  <a:lnTo>
                    <a:pt x="7818338" y="2239521"/>
                  </a:lnTo>
                  <a:lnTo>
                    <a:pt x="7818675" y="2240250"/>
                  </a:lnTo>
                  <a:lnTo>
                    <a:pt x="7819011" y="2241257"/>
                  </a:lnTo>
                  <a:lnTo>
                    <a:pt x="7819348" y="2242380"/>
                  </a:lnTo>
                  <a:lnTo>
                    <a:pt x="7819684" y="2243289"/>
                  </a:lnTo>
                  <a:lnTo>
                    <a:pt x="7820020" y="2244061"/>
                  </a:lnTo>
                  <a:lnTo>
                    <a:pt x="7820357" y="2244642"/>
                  </a:lnTo>
                  <a:lnTo>
                    <a:pt x="7820693" y="2245101"/>
                  </a:lnTo>
                  <a:lnTo>
                    <a:pt x="7821030" y="2245620"/>
                  </a:lnTo>
                  <a:lnTo>
                    <a:pt x="7821366" y="2246266"/>
                  </a:lnTo>
                  <a:lnTo>
                    <a:pt x="7821703" y="2246989"/>
                  </a:lnTo>
                  <a:lnTo>
                    <a:pt x="7822039" y="2247968"/>
                  </a:lnTo>
                  <a:lnTo>
                    <a:pt x="7822376" y="2248728"/>
                  </a:lnTo>
                  <a:lnTo>
                    <a:pt x="7822712" y="2249503"/>
                  </a:lnTo>
                  <a:lnTo>
                    <a:pt x="7823049" y="2250650"/>
                  </a:lnTo>
                  <a:lnTo>
                    <a:pt x="7823385" y="2251833"/>
                  </a:lnTo>
                  <a:lnTo>
                    <a:pt x="7823722" y="2253531"/>
                  </a:lnTo>
                  <a:lnTo>
                    <a:pt x="7824058" y="2255137"/>
                  </a:lnTo>
                  <a:lnTo>
                    <a:pt x="7824394" y="2256553"/>
                  </a:lnTo>
                  <a:lnTo>
                    <a:pt x="7824731" y="2258052"/>
                  </a:lnTo>
                  <a:lnTo>
                    <a:pt x="7825067" y="2259551"/>
                  </a:lnTo>
                  <a:lnTo>
                    <a:pt x="7825404" y="2261051"/>
                  </a:lnTo>
                  <a:lnTo>
                    <a:pt x="7825740" y="2262550"/>
                  </a:lnTo>
                  <a:lnTo>
                    <a:pt x="7826077" y="2264225"/>
                  </a:lnTo>
                  <a:lnTo>
                    <a:pt x="7826413" y="2265899"/>
                  </a:lnTo>
                  <a:lnTo>
                    <a:pt x="7826750" y="2267452"/>
                  </a:lnTo>
                  <a:lnTo>
                    <a:pt x="7827086" y="2269082"/>
                  </a:lnTo>
                  <a:lnTo>
                    <a:pt x="7827423" y="2271161"/>
                  </a:lnTo>
                  <a:lnTo>
                    <a:pt x="7827759" y="2273461"/>
                  </a:lnTo>
                  <a:lnTo>
                    <a:pt x="7828096" y="2275730"/>
                  </a:lnTo>
                  <a:lnTo>
                    <a:pt x="7828432" y="2278367"/>
                  </a:lnTo>
                  <a:lnTo>
                    <a:pt x="7828768" y="2280928"/>
                  </a:lnTo>
                  <a:lnTo>
                    <a:pt x="7829105" y="2283314"/>
                  </a:lnTo>
                  <a:lnTo>
                    <a:pt x="7829441" y="2285646"/>
                  </a:lnTo>
                  <a:lnTo>
                    <a:pt x="7829778" y="2287943"/>
                  </a:lnTo>
                  <a:lnTo>
                    <a:pt x="7830114" y="2290240"/>
                  </a:lnTo>
                  <a:lnTo>
                    <a:pt x="7830451" y="2292577"/>
                  </a:lnTo>
                  <a:lnTo>
                    <a:pt x="7830787" y="2295152"/>
                  </a:lnTo>
                  <a:lnTo>
                    <a:pt x="7831124" y="2297697"/>
                  </a:lnTo>
                  <a:lnTo>
                    <a:pt x="7831460" y="2300191"/>
                  </a:lnTo>
                  <a:lnTo>
                    <a:pt x="7831797" y="2303034"/>
                  </a:lnTo>
                  <a:lnTo>
                    <a:pt x="7832133" y="2305832"/>
                  </a:lnTo>
                  <a:lnTo>
                    <a:pt x="7832470" y="2308187"/>
                  </a:lnTo>
                  <a:lnTo>
                    <a:pt x="7832806" y="2310394"/>
                  </a:lnTo>
                  <a:lnTo>
                    <a:pt x="7833142" y="2312551"/>
                  </a:lnTo>
                  <a:lnTo>
                    <a:pt x="7833479" y="2314287"/>
                  </a:lnTo>
                  <a:lnTo>
                    <a:pt x="7833815" y="2315711"/>
                  </a:lnTo>
                  <a:lnTo>
                    <a:pt x="7834152" y="2316716"/>
                  </a:lnTo>
                  <a:lnTo>
                    <a:pt x="7834488" y="2317264"/>
                  </a:lnTo>
                  <a:lnTo>
                    <a:pt x="7834825" y="2317262"/>
                  </a:lnTo>
                  <a:lnTo>
                    <a:pt x="7835161" y="2317272"/>
                  </a:lnTo>
                  <a:lnTo>
                    <a:pt x="7835498" y="2317332"/>
                  </a:lnTo>
                  <a:lnTo>
                    <a:pt x="7835834" y="2317042"/>
                  </a:lnTo>
                  <a:lnTo>
                    <a:pt x="7836171" y="2316457"/>
                  </a:lnTo>
                  <a:lnTo>
                    <a:pt x="7836507" y="2315362"/>
                  </a:lnTo>
                  <a:lnTo>
                    <a:pt x="7836843" y="2314365"/>
                  </a:lnTo>
                  <a:lnTo>
                    <a:pt x="7837180" y="2313169"/>
                  </a:lnTo>
                  <a:lnTo>
                    <a:pt x="7837516" y="2311689"/>
                  </a:lnTo>
                  <a:lnTo>
                    <a:pt x="7837853" y="2310101"/>
                  </a:lnTo>
                  <a:lnTo>
                    <a:pt x="7838189" y="2308505"/>
                  </a:lnTo>
                  <a:lnTo>
                    <a:pt x="7838526" y="2306757"/>
                  </a:lnTo>
                  <a:lnTo>
                    <a:pt x="7838862" y="2304764"/>
                  </a:lnTo>
                  <a:lnTo>
                    <a:pt x="7839199" y="2302909"/>
                  </a:lnTo>
                  <a:lnTo>
                    <a:pt x="7839535" y="2300986"/>
                  </a:lnTo>
                  <a:lnTo>
                    <a:pt x="7839872" y="2299317"/>
                  </a:lnTo>
                  <a:lnTo>
                    <a:pt x="7840208" y="2297681"/>
                  </a:lnTo>
                  <a:lnTo>
                    <a:pt x="7840545" y="2296004"/>
                  </a:lnTo>
                  <a:lnTo>
                    <a:pt x="7840881" y="2294703"/>
                  </a:lnTo>
                  <a:lnTo>
                    <a:pt x="7841217" y="2293331"/>
                  </a:lnTo>
                  <a:lnTo>
                    <a:pt x="7841554" y="2292145"/>
                  </a:lnTo>
                  <a:lnTo>
                    <a:pt x="7841890" y="2290937"/>
                  </a:lnTo>
                  <a:lnTo>
                    <a:pt x="7842227" y="2289710"/>
                  </a:lnTo>
                  <a:lnTo>
                    <a:pt x="7842563" y="2288838"/>
                  </a:lnTo>
                  <a:lnTo>
                    <a:pt x="7842900" y="2288279"/>
                  </a:lnTo>
                  <a:lnTo>
                    <a:pt x="7843236" y="2287960"/>
                  </a:lnTo>
                  <a:lnTo>
                    <a:pt x="7843573" y="2287731"/>
                  </a:lnTo>
                  <a:lnTo>
                    <a:pt x="7843909" y="2287579"/>
                  </a:lnTo>
                  <a:lnTo>
                    <a:pt x="7844246" y="2287542"/>
                  </a:lnTo>
                  <a:lnTo>
                    <a:pt x="7844582" y="2287395"/>
                  </a:lnTo>
                  <a:lnTo>
                    <a:pt x="7844919" y="2287483"/>
                  </a:lnTo>
                  <a:lnTo>
                    <a:pt x="7845255" y="2287743"/>
                  </a:lnTo>
                  <a:lnTo>
                    <a:pt x="7845591" y="2288255"/>
                  </a:lnTo>
                  <a:lnTo>
                    <a:pt x="7845928" y="2289151"/>
                  </a:lnTo>
                  <a:lnTo>
                    <a:pt x="7846264" y="2290383"/>
                  </a:lnTo>
                  <a:lnTo>
                    <a:pt x="7846601" y="2291761"/>
                  </a:lnTo>
                  <a:lnTo>
                    <a:pt x="7846937" y="2293138"/>
                  </a:lnTo>
                  <a:lnTo>
                    <a:pt x="7847274" y="2294738"/>
                  </a:lnTo>
                  <a:lnTo>
                    <a:pt x="7847610" y="2296613"/>
                  </a:lnTo>
                  <a:lnTo>
                    <a:pt x="7847947" y="2298595"/>
                  </a:lnTo>
                  <a:lnTo>
                    <a:pt x="7848283" y="2301243"/>
                  </a:lnTo>
                  <a:lnTo>
                    <a:pt x="7848620" y="2304129"/>
                  </a:lnTo>
                  <a:lnTo>
                    <a:pt x="7848956" y="2307190"/>
                  </a:lnTo>
                  <a:lnTo>
                    <a:pt x="7849293" y="2310404"/>
                  </a:lnTo>
                  <a:lnTo>
                    <a:pt x="7849629" y="2313695"/>
                  </a:lnTo>
                  <a:lnTo>
                    <a:pt x="7849965" y="2317109"/>
                  </a:lnTo>
                  <a:lnTo>
                    <a:pt x="7850302" y="2320186"/>
                  </a:lnTo>
                  <a:lnTo>
                    <a:pt x="7850638" y="2323155"/>
                  </a:lnTo>
                  <a:lnTo>
                    <a:pt x="7850975" y="2325857"/>
                  </a:lnTo>
                  <a:lnTo>
                    <a:pt x="7851311" y="2328436"/>
                  </a:lnTo>
                  <a:lnTo>
                    <a:pt x="7851648" y="2331191"/>
                  </a:lnTo>
                  <a:lnTo>
                    <a:pt x="7851984" y="2334230"/>
                  </a:lnTo>
                  <a:lnTo>
                    <a:pt x="7852321" y="2337222"/>
                  </a:lnTo>
                  <a:lnTo>
                    <a:pt x="7852657" y="2339870"/>
                  </a:lnTo>
                  <a:lnTo>
                    <a:pt x="7852994" y="2342358"/>
                  </a:lnTo>
                  <a:lnTo>
                    <a:pt x="7853330" y="2344524"/>
                  </a:lnTo>
                  <a:lnTo>
                    <a:pt x="7853667" y="2346835"/>
                  </a:lnTo>
                  <a:lnTo>
                    <a:pt x="7854003" y="2349131"/>
                  </a:lnTo>
                  <a:lnTo>
                    <a:pt x="7854339" y="2351251"/>
                  </a:lnTo>
                  <a:lnTo>
                    <a:pt x="7854676" y="2353451"/>
                  </a:lnTo>
                  <a:lnTo>
                    <a:pt x="7855012" y="2355960"/>
                  </a:lnTo>
                  <a:lnTo>
                    <a:pt x="7855349" y="2358499"/>
                  </a:lnTo>
                  <a:lnTo>
                    <a:pt x="7855685" y="2360896"/>
                  </a:lnTo>
                  <a:lnTo>
                    <a:pt x="7856022" y="2363397"/>
                  </a:lnTo>
                  <a:lnTo>
                    <a:pt x="7856358" y="2366165"/>
                  </a:lnTo>
                  <a:lnTo>
                    <a:pt x="7856695" y="2368795"/>
                  </a:lnTo>
                  <a:lnTo>
                    <a:pt x="7857031" y="2371288"/>
                  </a:lnTo>
                  <a:lnTo>
                    <a:pt x="7857368" y="2373618"/>
                  </a:lnTo>
                  <a:lnTo>
                    <a:pt x="7857704" y="2376102"/>
                  </a:lnTo>
                  <a:lnTo>
                    <a:pt x="7858041" y="2378562"/>
                  </a:lnTo>
                  <a:lnTo>
                    <a:pt x="7858377" y="2381043"/>
                  </a:lnTo>
                  <a:lnTo>
                    <a:pt x="7858713" y="2383282"/>
                  </a:lnTo>
                  <a:lnTo>
                    <a:pt x="7859050" y="2385727"/>
                  </a:lnTo>
                  <a:lnTo>
                    <a:pt x="7859386" y="2388322"/>
                  </a:lnTo>
                  <a:lnTo>
                    <a:pt x="7859723" y="2390951"/>
                  </a:lnTo>
                  <a:lnTo>
                    <a:pt x="7860059" y="2393046"/>
                  </a:lnTo>
                  <a:lnTo>
                    <a:pt x="7860396" y="2395142"/>
                  </a:lnTo>
                  <a:lnTo>
                    <a:pt x="7860732" y="2397257"/>
                  </a:lnTo>
                  <a:lnTo>
                    <a:pt x="7861069" y="2399399"/>
                  </a:lnTo>
                  <a:lnTo>
                    <a:pt x="7861405" y="2401535"/>
                  </a:lnTo>
                  <a:lnTo>
                    <a:pt x="7861742" y="2403639"/>
                  </a:lnTo>
                  <a:lnTo>
                    <a:pt x="7862078" y="2405512"/>
                  </a:lnTo>
                  <a:lnTo>
                    <a:pt x="7862415" y="2407465"/>
                  </a:lnTo>
                  <a:lnTo>
                    <a:pt x="7862751" y="2409409"/>
                  </a:lnTo>
                  <a:lnTo>
                    <a:pt x="7863087" y="2411362"/>
                  </a:lnTo>
                  <a:lnTo>
                    <a:pt x="7863424" y="2413134"/>
                  </a:lnTo>
                  <a:lnTo>
                    <a:pt x="7863760" y="2414769"/>
                  </a:lnTo>
                  <a:lnTo>
                    <a:pt x="7864097" y="2416180"/>
                  </a:lnTo>
                  <a:lnTo>
                    <a:pt x="7864433" y="2417065"/>
                  </a:lnTo>
                  <a:lnTo>
                    <a:pt x="7864770" y="2417589"/>
                  </a:lnTo>
                  <a:lnTo>
                    <a:pt x="7865106" y="2417766"/>
                  </a:lnTo>
                  <a:lnTo>
                    <a:pt x="7865443" y="2418024"/>
                  </a:lnTo>
                  <a:lnTo>
                    <a:pt x="7865779" y="2418271"/>
                  </a:lnTo>
                  <a:lnTo>
                    <a:pt x="7866116" y="2418730"/>
                  </a:lnTo>
                  <a:lnTo>
                    <a:pt x="7866452" y="2418976"/>
                  </a:lnTo>
                  <a:lnTo>
                    <a:pt x="7866788" y="2419334"/>
                  </a:lnTo>
                  <a:lnTo>
                    <a:pt x="7867125" y="2419615"/>
                  </a:lnTo>
                  <a:lnTo>
                    <a:pt x="7867461" y="2419852"/>
                  </a:lnTo>
                  <a:lnTo>
                    <a:pt x="7867798" y="2420062"/>
                  </a:lnTo>
                  <a:lnTo>
                    <a:pt x="7868134" y="2420080"/>
                  </a:lnTo>
                  <a:lnTo>
                    <a:pt x="7868471" y="2420136"/>
                  </a:lnTo>
                  <a:lnTo>
                    <a:pt x="7868807" y="2419977"/>
                  </a:lnTo>
                  <a:lnTo>
                    <a:pt x="7869144" y="2419664"/>
                  </a:lnTo>
                  <a:lnTo>
                    <a:pt x="7869480" y="2419329"/>
                  </a:lnTo>
                  <a:lnTo>
                    <a:pt x="7869817" y="2418898"/>
                  </a:lnTo>
                  <a:lnTo>
                    <a:pt x="7870153" y="2418411"/>
                  </a:lnTo>
                  <a:lnTo>
                    <a:pt x="7870490" y="2417808"/>
                  </a:lnTo>
                  <a:lnTo>
                    <a:pt x="7870826" y="2417132"/>
                  </a:lnTo>
                  <a:lnTo>
                    <a:pt x="7871162" y="2416310"/>
                  </a:lnTo>
                  <a:lnTo>
                    <a:pt x="7871499" y="2415396"/>
                  </a:lnTo>
                  <a:lnTo>
                    <a:pt x="7871835" y="2414066"/>
                  </a:lnTo>
                  <a:lnTo>
                    <a:pt x="7872172" y="2412643"/>
                  </a:lnTo>
                  <a:lnTo>
                    <a:pt x="7872508" y="2411085"/>
                  </a:lnTo>
                  <a:lnTo>
                    <a:pt x="7872845" y="2409330"/>
                  </a:lnTo>
                  <a:lnTo>
                    <a:pt x="7873181" y="2407831"/>
                  </a:lnTo>
                  <a:lnTo>
                    <a:pt x="7873518" y="2406242"/>
                  </a:lnTo>
                  <a:lnTo>
                    <a:pt x="7873854" y="2404769"/>
                  </a:lnTo>
                  <a:lnTo>
                    <a:pt x="7874191" y="2403448"/>
                  </a:lnTo>
                  <a:lnTo>
                    <a:pt x="7874527" y="2402228"/>
                  </a:lnTo>
                  <a:lnTo>
                    <a:pt x="7874864" y="2401135"/>
                  </a:lnTo>
                  <a:lnTo>
                    <a:pt x="7875200" y="2400300"/>
                  </a:lnTo>
                  <a:lnTo>
                    <a:pt x="7875536" y="2399447"/>
                  </a:lnTo>
                  <a:lnTo>
                    <a:pt x="7875873" y="2398720"/>
                  </a:lnTo>
                  <a:lnTo>
                    <a:pt x="7876209" y="2397947"/>
                  </a:lnTo>
                  <a:lnTo>
                    <a:pt x="7876546" y="2397197"/>
                  </a:lnTo>
                  <a:lnTo>
                    <a:pt x="7876882" y="2396899"/>
                  </a:lnTo>
                  <a:lnTo>
                    <a:pt x="7877219" y="2396676"/>
                  </a:lnTo>
                  <a:lnTo>
                    <a:pt x="7877555" y="2396592"/>
                  </a:lnTo>
                  <a:lnTo>
                    <a:pt x="7877892" y="2396536"/>
                  </a:lnTo>
                  <a:lnTo>
                    <a:pt x="7878228" y="2396205"/>
                  </a:lnTo>
                  <a:lnTo>
                    <a:pt x="7878565" y="2395654"/>
                  </a:lnTo>
                  <a:lnTo>
                    <a:pt x="7878901" y="2395065"/>
                  </a:lnTo>
                  <a:lnTo>
                    <a:pt x="7879238" y="2394477"/>
                  </a:lnTo>
                  <a:lnTo>
                    <a:pt x="7879574" y="2393888"/>
                  </a:lnTo>
                  <a:lnTo>
                    <a:pt x="7879910" y="2393299"/>
                  </a:lnTo>
                  <a:lnTo>
                    <a:pt x="7880247" y="2392711"/>
                  </a:lnTo>
                  <a:lnTo>
                    <a:pt x="7880583" y="2392122"/>
                  </a:lnTo>
                  <a:lnTo>
                    <a:pt x="7880920" y="2391496"/>
                  </a:lnTo>
                  <a:lnTo>
                    <a:pt x="7881256" y="2390712"/>
                  </a:lnTo>
                  <a:lnTo>
                    <a:pt x="7881593" y="2389734"/>
                  </a:lnTo>
                  <a:lnTo>
                    <a:pt x="7881929" y="2388600"/>
                  </a:lnTo>
                  <a:lnTo>
                    <a:pt x="7882266" y="2387524"/>
                  </a:lnTo>
                  <a:lnTo>
                    <a:pt x="7882602" y="2386147"/>
                  </a:lnTo>
                  <a:lnTo>
                    <a:pt x="7882939" y="2384838"/>
                  </a:lnTo>
                  <a:lnTo>
                    <a:pt x="7883275" y="2383759"/>
                  </a:lnTo>
                  <a:lnTo>
                    <a:pt x="7883612" y="2383001"/>
                  </a:lnTo>
                  <a:lnTo>
                    <a:pt x="7883948" y="2382335"/>
                  </a:lnTo>
                  <a:lnTo>
                    <a:pt x="7884284" y="2381570"/>
                  </a:lnTo>
                  <a:lnTo>
                    <a:pt x="7884621" y="2380671"/>
                  </a:lnTo>
                  <a:lnTo>
                    <a:pt x="7884957" y="2379771"/>
                  </a:lnTo>
                  <a:lnTo>
                    <a:pt x="7885294" y="2378849"/>
                  </a:lnTo>
                  <a:lnTo>
                    <a:pt x="7885630" y="2377774"/>
                  </a:lnTo>
                  <a:lnTo>
                    <a:pt x="7885967" y="2376606"/>
                  </a:lnTo>
                  <a:lnTo>
                    <a:pt x="7886303" y="2375546"/>
                  </a:lnTo>
                  <a:lnTo>
                    <a:pt x="7886640" y="2374363"/>
                  </a:lnTo>
                  <a:lnTo>
                    <a:pt x="7886976" y="2373257"/>
                  </a:lnTo>
                  <a:lnTo>
                    <a:pt x="7887313" y="2371867"/>
                  </a:lnTo>
                  <a:lnTo>
                    <a:pt x="7887649" y="2370478"/>
                  </a:lnTo>
                  <a:lnTo>
                    <a:pt x="7887986" y="2369027"/>
                  </a:lnTo>
                  <a:lnTo>
                    <a:pt x="7888322" y="2367424"/>
                  </a:lnTo>
                  <a:lnTo>
                    <a:pt x="7888658" y="2365772"/>
                  </a:lnTo>
                  <a:lnTo>
                    <a:pt x="7888995" y="2364375"/>
                  </a:lnTo>
                  <a:lnTo>
                    <a:pt x="7889331" y="2363109"/>
                  </a:lnTo>
                  <a:lnTo>
                    <a:pt x="7889668" y="2362062"/>
                  </a:lnTo>
                  <a:lnTo>
                    <a:pt x="7890004" y="2361022"/>
                  </a:lnTo>
                  <a:lnTo>
                    <a:pt x="7890341" y="2359724"/>
                  </a:lnTo>
                  <a:lnTo>
                    <a:pt x="7890677" y="2358309"/>
                  </a:lnTo>
                  <a:lnTo>
                    <a:pt x="7891014" y="2356940"/>
                  </a:lnTo>
                  <a:lnTo>
                    <a:pt x="7891350" y="2355655"/>
                  </a:lnTo>
                  <a:lnTo>
                    <a:pt x="7891687" y="2354638"/>
                  </a:lnTo>
                  <a:lnTo>
                    <a:pt x="7892023" y="2353774"/>
                  </a:lnTo>
                  <a:lnTo>
                    <a:pt x="7892360" y="2353075"/>
                  </a:lnTo>
                  <a:lnTo>
                    <a:pt x="7892696" y="2352370"/>
                  </a:lnTo>
                  <a:lnTo>
                    <a:pt x="7893032" y="2351792"/>
                  </a:lnTo>
                  <a:lnTo>
                    <a:pt x="7893369" y="2351513"/>
                  </a:lnTo>
                  <a:lnTo>
                    <a:pt x="7893705" y="2351199"/>
                  </a:lnTo>
                  <a:lnTo>
                    <a:pt x="7894042" y="2350509"/>
                  </a:lnTo>
                  <a:lnTo>
                    <a:pt x="7894378" y="2349910"/>
                  </a:lnTo>
                  <a:lnTo>
                    <a:pt x="7894715" y="2349064"/>
                  </a:lnTo>
                  <a:lnTo>
                    <a:pt x="7895051" y="2348065"/>
                  </a:lnTo>
                  <a:lnTo>
                    <a:pt x="7895388" y="2347162"/>
                  </a:lnTo>
                  <a:lnTo>
                    <a:pt x="7895724" y="2346479"/>
                  </a:lnTo>
                  <a:lnTo>
                    <a:pt x="7896061" y="2345763"/>
                  </a:lnTo>
                  <a:lnTo>
                    <a:pt x="7896397" y="2345037"/>
                  </a:lnTo>
                  <a:lnTo>
                    <a:pt x="7896734" y="2344277"/>
                  </a:lnTo>
                  <a:lnTo>
                    <a:pt x="7897070" y="2343491"/>
                  </a:lnTo>
                  <a:lnTo>
                    <a:pt x="7897406" y="2342796"/>
                  </a:lnTo>
                  <a:lnTo>
                    <a:pt x="7897743" y="2342066"/>
                  </a:lnTo>
                  <a:lnTo>
                    <a:pt x="7898079" y="2341196"/>
                  </a:lnTo>
                  <a:lnTo>
                    <a:pt x="7898416" y="2340352"/>
                  </a:lnTo>
                  <a:lnTo>
                    <a:pt x="7898752" y="2339624"/>
                  </a:lnTo>
                  <a:lnTo>
                    <a:pt x="7899089" y="2338918"/>
                  </a:lnTo>
                  <a:lnTo>
                    <a:pt x="7899425" y="2337981"/>
                  </a:lnTo>
                  <a:lnTo>
                    <a:pt x="7899762" y="2336713"/>
                  </a:lnTo>
                  <a:lnTo>
                    <a:pt x="7900098" y="2335145"/>
                  </a:lnTo>
                  <a:lnTo>
                    <a:pt x="7900435" y="2333077"/>
                  </a:lnTo>
                  <a:lnTo>
                    <a:pt x="7900771" y="2330648"/>
                  </a:lnTo>
                  <a:lnTo>
                    <a:pt x="7901107" y="2328342"/>
                  </a:lnTo>
                  <a:lnTo>
                    <a:pt x="7901444" y="2326281"/>
                  </a:lnTo>
                  <a:lnTo>
                    <a:pt x="7901780" y="2324789"/>
                  </a:lnTo>
                  <a:lnTo>
                    <a:pt x="7902117" y="2323613"/>
                  </a:lnTo>
                  <a:lnTo>
                    <a:pt x="7902453" y="2322404"/>
                  </a:lnTo>
                  <a:lnTo>
                    <a:pt x="7902790" y="2321238"/>
                  </a:lnTo>
                  <a:lnTo>
                    <a:pt x="7903126" y="2320025"/>
                  </a:lnTo>
                  <a:lnTo>
                    <a:pt x="7903463" y="2318950"/>
                  </a:lnTo>
                  <a:lnTo>
                    <a:pt x="7903799" y="2317974"/>
                  </a:lnTo>
                  <a:lnTo>
                    <a:pt x="7904136" y="2316828"/>
                  </a:lnTo>
                  <a:lnTo>
                    <a:pt x="7904472" y="2316117"/>
                  </a:lnTo>
                  <a:lnTo>
                    <a:pt x="7904809" y="2316019"/>
                  </a:lnTo>
                  <a:lnTo>
                    <a:pt x="7905145" y="2316155"/>
                  </a:lnTo>
                  <a:lnTo>
                    <a:pt x="7905481" y="2316927"/>
                  </a:lnTo>
                  <a:lnTo>
                    <a:pt x="7905818" y="2318182"/>
                  </a:lnTo>
                  <a:lnTo>
                    <a:pt x="7906154" y="2319447"/>
                  </a:lnTo>
                  <a:lnTo>
                    <a:pt x="7906491" y="2320627"/>
                  </a:lnTo>
                  <a:lnTo>
                    <a:pt x="7906827" y="2321983"/>
                  </a:lnTo>
                  <a:lnTo>
                    <a:pt x="7907164" y="2323267"/>
                  </a:lnTo>
                  <a:lnTo>
                    <a:pt x="7907500" y="2324600"/>
                  </a:lnTo>
                  <a:lnTo>
                    <a:pt x="7907837" y="2325943"/>
                  </a:lnTo>
                  <a:lnTo>
                    <a:pt x="7908173" y="2327171"/>
                  </a:lnTo>
                  <a:lnTo>
                    <a:pt x="7908510" y="2328419"/>
                  </a:lnTo>
                  <a:lnTo>
                    <a:pt x="7908846" y="2329491"/>
                  </a:lnTo>
                  <a:lnTo>
                    <a:pt x="7909183" y="2330479"/>
                  </a:lnTo>
                  <a:lnTo>
                    <a:pt x="7909519" y="2331486"/>
                  </a:lnTo>
                  <a:lnTo>
                    <a:pt x="7909855" y="2332195"/>
                  </a:lnTo>
                  <a:lnTo>
                    <a:pt x="7910192" y="2332878"/>
                  </a:lnTo>
                  <a:lnTo>
                    <a:pt x="7910528" y="2333381"/>
                  </a:lnTo>
                  <a:lnTo>
                    <a:pt x="7910865" y="2333878"/>
                  </a:lnTo>
                  <a:lnTo>
                    <a:pt x="7911201" y="2334368"/>
                  </a:lnTo>
                  <a:lnTo>
                    <a:pt x="7911538" y="2334620"/>
                  </a:lnTo>
                  <a:lnTo>
                    <a:pt x="7911874" y="2334965"/>
                  </a:lnTo>
                  <a:lnTo>
                    <a:pt x="7912211" y="2335205"/>
                  </a:lnTo>
                  <a:lnTo>
                    <a:pt x="7912547" y="2335491"/>
                  </a:lnTo>
                  <a:lnTo>
                    <a:pt x="7912884" y="2335951"/>
                  </a:lnTo>
                  <a:lnTo>
                    <a:pt x="7913220" y="2336333"/>
                  </a:lnTo>
                  <a:lnTo>
                    <a:pt x="7913557" y="2336601"/>
                  </a:lnTo>
                  <a:lnTo>
                    <a:pt x="7913893" y="2336655"/>
                  </a:lnTo>
                  <a:lnTo>
                    <a:pt x="7914229" y="2336655"/>
                  </a:lnTo>
                  <a:lnTo>
                    <a:pt x="7914566" y="2336655"/>
                  </a:lnTo>
                  <a:lnTo>
                    <a:pt x="7914902" y="2336655"/>
                  </a:lnTo>
                  <a:lnTo>
                    <a:pt x="7915239" y="2336509"/>
                  </a:lnTo>
                  <a:lnTo>
                    <a:pt x="7915575" y="2336203"/>
                  </a:lnTo>
                  <a:lnTo>
                    <a:pt x="7915912" y="2335897"/>
                  </a:lnTo>
                  <a:lnTo>
                    <a:pt x="7916248" y="2335591"/>
                  </a:lnTo>
                  <a:lnTo>
                    <a:pt x="7916585" y="2335407"/>
                  </a:lnTo>
                  <a:lnTo>
                    <a:pt x="7916921" y="2335254"/>
                  </a:lnTo>
                  <a:lnTo>
                    <a:pt x="7917258" y="2335003"/>
                  </a:lnTo>
                  <a:lnTo>
                    <a:pt x="7917594" y="2334483"/>
                  </a:lnTo>
                  <a:lnTo>
                    <a:pt x="7917931" y="2333875"/>
                  </a:lnTo>
                  <a:lnTo>
                    <a:pt x="7918267" y="2332954"/>
                  </a:lnTo>
                  <a:lnTo>
                    <a:pt x="7918603" y="2331919"/>
                  </a:lnTo>
                  <a:lnTo>
                    <a:pt x="7918940" y="2330659"/>
                  </a:lnTo>
                  <a:lnTo>
                    <a:pt x="7919276" y="2329172"/>
                  </a:lnTo>
                  <a:lnTo>
                    <a:pt x="7919613" y="2327579"/>
                  </a:lnTo>
                  <a:lnTo>
                    <a:pt x="7919949" y="2325816"/>
                  </a:lnTo>
                  <a:lnTo>
                    <a:pt x="7920286" y="2323412"/>
                  </a:lnTo>
                  <a:lnTo>
                    <a:pt x="7920622" y="2320979"/>
                  </a:lnTo>
                  <a:lnTo>
                    <a:pt x="7920959" y="2318507"/>
                  </a:lnTo>
                  <a:lnTo>
                    <a:pt x="7921295" y="2316292"/>
                  </a:lnTo>
                  <a:lnTo>
                    <a:pt x="7921632" y="2314070"/>
                  </a:lnTo>
                  <a:lnTo>
                    <a:pt x="7921968" y="2311950"/>
                  </a:lnTo>
                  <a:lnTo>
                    <a:pt x="7922305" y="2309877"/>
                  </a:lnTo>
                  <a:lnTo>
                    <a:pt x="7922641" y="2308203"/>
                  </a:lnTo>
                  <a:lnTo>
                    <a:pt x="7922977" y="2306861"/>
                  </a:lnTo>
                  <a:lnTo>
                    <a:pt x="7923314" y="2305561"/>
                  </a:lnTo>
                  <a:lnTo>
                    <a:pt x="7923650" y="2304323"/>
                  </a:lnTo>
                  <a:lnTo>
                    <a:pt x="7923987" y="2303279"/>
                  </a:lnTo>
                  <a:lnTo>
                    <a:pt x="7924323" y="2302232"/>
                  </a:lnTo>
                  <a:lnTo>
                    <a:pt x="7924660" y="2301206"/>
                  </a:lnTo>
                  <a:lnTo>
                    <a:pt x="7924996" y="2300255"/>
                  </a:lnTo>
                  <a:lnTo>
                    <a:pt x="7925333" y="2299821"/>
                  </a:lnTo>
                  <a:lnTo>
                    <a:pt x="7925669" y="2299791"/>
                  </a:lnTo>
                  <a:lnTo>
                    <a:pt x="7926006" y="2299791"/>
                  </a:lnTo>
                  <a:lnTo>
                    <a:pt x="7926342" y="2299710"/>
                  </a:lnTo>
                  <a:lnTo>
                    <a:pt x="7926679" y="2299688"/>
                  </a:lnTo>
                  <a:lnTo>
                    <a:pt x="7927015" y="2299701"/>
                  </a:lnTo>
                  <a:lnTo>
                    <a:pt x="7927351" y="2299888"/>
                  </a:lnTo>
                  <a:lnTo>
                    <a:pt x="7927688" y="2299857"/>
                  </a:lnTo>
                  <a:lnTo>
                    <a:pt x="7928024" y="2299741"/>
                  </a:lnTo>
                  <a:lnTo>
                    <a:pt x="7928361" y="2299596"/>
                  </a:lnTo>
                  <a:lnTo>
                    <a:pt x="7928697" y="2299404"/>
                  </a:lnTo>
                  <a:lnTo>
                    <a:pt x="7929034" y="2299222"/>
                  </a:lnTo>
                  <a:lnTo>
                    <a:pt x="7929370" y="2299521"/>
                  </a:lnTo>
                  <a:lnTo>
                    <a:pt x="7929707" y="2299596"/>
                  </a:lnTo>
                  <a:lnTo>
                    <a:pt x="7930043" y="2299397"/>
                  </a:lnTo>
                  <a:lnTo>
                    <a:pt x="7930380" y="2298899"/>
                  </a:lnTo>
                  <a:lnTo>
                    <a:pt x="7930716" y="2297930"/>
                  </a:lnTo>
                  <a:lnTo>
                    <a:pt x="7931053" y="2296899"/>
                  </a:lnTo>
                  <a:lnTo>
                    <a:pt x="7931389" y="2295756"/>
                  </a:lnTo>
                  <a:lnTo>
                    <a:pt x="7931725" y="2294548"/>
                  </a:lnTo>
                  <a:lnTo>
                    <a:pt x="7932062" y="2293400"/>
                  </a:lnTo>
                  <a:lnTo>
                    <a:pt x="7932398" y="2292259"/>
                  </a:lnTo>
                  <a:lnTo>
                    <a:pt x="7932735" y="2291264"/>
                  </a:lnTo>
                  <a:lnTo>
                    <a:pt x="7933071" y="2290009"/>
                  </a:lnTo>
                  <a:lnTo>
                    <a:pt x="7933408" y="2288303"/>
                  </a:lnTo>
                  <a:lnTo>
                    <a:pt x="7933744" y="2286611"/>
                  </a:lnTo>
                  <a:lnTo>
                    <a:pt x="7934081" y="2284797"/>
                  </a:lnTo>
                  <a:lnTo>
                    <a:pt x="7934417" y="2282792"/>
                  </a:lnTo>
                  <a:lnTo>
                    <a:pt x="7934754" y="2280856"/>
                  </a:lnTo>
                  <a:lnTo>
                    <a:pt x="7935090" y="2279509"/>
                  </a:lnTo>
                  <a:lnTo>
                    <a:pt x="7935426" y="2278552"/>
                  </a:lnTo>
                  <a:lnTo>
                    <a:pt x="7935763" y="2278047"/>
                  </a:lnTo>
                  <a:lnTo>
                    <a:pt x="7936099" y="2277794"/>
                  </a:lnTo>
                  <a:lnTo>
                    <a:pt x="7936436" y="2277549"/>
                  </a:lnTo>
                  <a:lnTo>
                    <a:pt x="7936772" y="2277205"/>
                  </a:lnTo>
                  <a:lnTo>
                    <a:pt x="7937109" y="2277052"/>
                  </a:lnTo>
                  <a:lnTo>
                    <a:pt x="7937445" y="2277128"/>
                  </a:lnTo>
                  <a:lnTo>
                    <a:pt x="7937782" y="2277151"/>
                  </a:lnTo>
                  <a:lnTo>
                    <a:pt x="7938118" y="2277519"/>
                  </a:lnTo>
                  <a:lnTo>
                    <a:pt x="7938455" y="2278192"/>
                  </a:lnTo>
                  <a:lnTo>
                    <a:pt x="7938791" y="2279271"/>
                  </a:lnTo>
                  <a:lnTo>
                    <a:pt x="7939128" y="2280442"/>
                  </a:lnTo>
                  <a:lnTo>
                    <a:pt x="7939464" y="2281782"/>
                  </a:lnTo>
                  <a:lnTo>
                    <a:pt x="7939800" y="2282922"/>
                  </a:lnTo>
                  <a:lnTo>
                    <a:pt x="7940137" y="2283802"/>
                  </a:lnTo>
                  <a:lnTo>
                    <a:pt x="7940473" y="2283955"/>
                  </a:lnTo>
                  <a:lnTo>
                    <a:pt x="7940810" y="2283588"/>
                  </a:lnTo>
                  <a:lnTo>
                    <a:pt x="7941146" y="2282700"/>
                  </a:lnTo>
                  <a:lnTo>
                    <a:pt x="7941483" y="2281624"/>
                  </a:lnTo>
                  <a:lnTo>
                    <a:pt x="7941819" y="2279957"/>
                  </a:lnTo>
                  <a:lnTo>
                    <a:pt x="7942156" y="2278161"/>
                  </a:lnTo>
                  <a:lnTo>
                    <a:pt x="7942492" y="2275964"/>
                  </a:lnTo>
                  <a:lnTo>
                    <a:pt x="7942829" y="2273585"/>
                  </a:lnTo>
                  <a:lnTo>
                    <a:pt x="7943165" y="2270928"/>
                  </a:lnTo>
                  <a:lnTo>
                    <a:pt x="7943502" y="2268189"/>
                  </a:lnTo>
                  <a:lnTo>
                    <a:pt x="7943838" y="2265119"/>
                  </a:lnTo>
                  <a:lnTo>
                    <a:pt x="7944174" y="2261760"/>
                  </a:lnTo>
                  <a:lnTo>
                    <a:pt x="7944511" y="2258332"/>
                  </a:lnTo>
                  <a:lnTo>
                    <a:pt x="7944847" y="2254973"/>
                  </a:lnTo>
                  <a:lnTo>
                    <a:pt x="7945184" y="2251789"/>
                  </a:lnTo>
                  <a:lnTo>
                    <a:pt x="7945520" y="2249177"/>
                  </a:lnTo>
                  <a:lnTo>
                    <a:pt x="7945857" y="2247111"/>
                  </a:lnTo>
                  <a:lnTo>
                    <a:pt x="7946193" y="2245409"/>
                  </a:lnTo>
                  <a:lnTo>
                    <a:pt x="7946530" y="2244276"/>
                  </a:lnTo>
                  <a:lnTo>
                    <a:pt x="7946866" y="2243808"/>
                  </a:lnTo>
                  <a:lnTo>
                    <a:pt x="7947203" y="2243504"/>
                  </a:lnTo>
                  <a:lnTo>
                    <a:pt x="7947539" y="2243182"/>
                  </a:lnTo>
                  <a:lnTo>
                    <a:pt x="7947876" y="2243150"/>
                  </a:lnTo>
                  <a:lnTo>
                    <a:pt x="7948212" y="2243317"/>
                  </a:lnTo>
                  <a:lnTo>
                    <a:pt x="7948548" y="2243741"/>
                  </a:lnTo>
                  <a:lnTo>
                    <a:pt x="7948885" y="2244566"/>
                  </a:lnTo>
                  <a:lnTo>
                    <a:pt x="7949221" y="2245448"/>
                  </a:lnTo>
                  <a:lnTo>
                    <a:pt x="7949558" y="2246309"/>
                  </a:lnTo>
                  <a:lnTo>
                    <a:pt x="7949894" y="2247396"/>
                  </a:lnTo>
                  <a:lnTo>
                    <a:pt x="7950231" y="2248360"/>
                  </a:lnTo>
                  <a:lnTo>
                    <a:pt x="7950567" y="2248980"/>
                  </a:lnTo>
                  <a:lnTo>
                    <a:pt x="7950904" y="2249279"/>
                  </a:lnTo>
                  <a:lnTo>
                    <a:pt x="7951240" y="2249485"/>
                  </a:lnTo>
                  <a:lnTo>
                    <a:pt x="7951577" y="2249661"/>
                  </a:lnTo>
                  <a:lnTo>
                    <a:pt x="7951913" y="2249814"/>
                  </a:lnTo>
                  <a:lnTo>
                    <a:pt x="7952250" y="2249967"/>
                  </a:lnTo>
                  <a:lnTo>
                    <a:pt x="7952586" y="2250120"/>
                  </a:lnTo>
                  <a:lnTo>
                    <a:pt x="7952922" y="2250419"/>
                  </a:lnTo>
                  <a:lnTo>
                    <a:pt x="7953259" y="2250672"/>
                  </a:lnTo>
                  <a:lnTo>
                    <a:pt x="7953595" y="2250802"/>
                  </a:lnTo>
                  <a:lnTo>
                    <a:pt x="7953932" y="2251054"/>
                  </a:lnTo>
                  <a:lnTo>
                    <a:pt x="7954268" y="2251330"/>
                  </a:lnTo>
                  <a:lnTo>
                    <a:pt x="7954605" y="2251942"/>
                  </a:lnTo>
                  <a:lnTo>
                    <a:pt x="7954941" y="2252692"/>
                  </a:lnTo>
                  <a:lnTo>
                    <a:pt x="7955278" y="2253557"/>
                  </a:lnTo>
                  <a:lnTo>
                    <a:pt x="7955614" y="2254690"/>
                  </a:lnTo>
                  <a:lnTo>
                    <a:pt x="7955951" y="2255769"/>
                  </a:lnTo>
                  <a:lnTo>
                    <a:pt x="7956287" y="2256787"/>
                  </a:lnTo>
                  <a:lnTo>
                    <a:pt x="7956624" y="2257835"/>
                  </a:lnTo>
                  <a:lnTo>
                    <a:pt x="7956960" y="2258907"/>
                  </a:lnTo>
                  <a:lnTo>
                    <a:pt x="7957296" y="2259978"/>
                  </a:lnTo>
                  <a:lnTo>
                    <a:pt x="7957633" y="2261088"/>
                  </a:lnTo>
                  <a:lnTo>
                    <a:pt x="7957969" y="2262267"/>
                  </a:lnTo>
                  <a:lnTo>
                    <a:pt x="7958306" y="2263346"/>
                  </a:lnTo>
                  <a:lnTo>
                    <a:pt x="7958642" y="2264310"/>
                  </a:lnTo>
                  <a:lnTo>
                    <a:pt x="7958979" y="2264769"/>
                  </a:lnTo>
                  <a:lnTo>
                    <a:pt x="7959315" y="2265052"/>
                  </a:lnTo>
                  <a:lnTo>
                    <a:pt x="7959652" y="2265170"/>
                  </a:lnTo>
                  <a:lnTo>
                    <a:pt x="7959988" y="2265279"/>
                  </a:lnTo>
                  <a:lnTo>
                    <a:pt x="7960325" y="2265123"/>
                  </a:lnTo>
                  <a:lnTo>
                    <a:pt x="7960661" y="2264668"/>
                  </a:lnTo>
                  <a:lnTo>
                    <a:pt x="7960998" y="2264350"/>
                  </a:lnTo>
                  <a:lnTo>
                    <a:pt x="7961334" y="2264107"/>
                  </a:lnTo>
                  <a:lnTo>
                    <a:pt x="7961670" y="2263695"/>
                  </a:lnTo>
                  <a:lnTo>
                    <a:pt x="7962007" y="2263235"/>
                  </a:lnTo>
                  <a:lnTo>
                    <a:pt x="7962343" y="2262707"/>
                  </a:lnTo>
                  <a:lnTo>
                    <a:pt x="7962680" y="2262190"/>
                  </a:lnTo>
                  <a:lnTo>
                    <a:pt x="7963016" y="2261599"/>
                  </a:lnTo>
                  <a:lnTo>
                    <a:pt x="7963353" y="2261139"/>
                  </a:lnTo>
                  <a:lnTo>
                    <a:pt x="7963689" y="2260735"/>
                  </a:lnTo>
                  <a:lnTo>
                    <a:pt x="7964026" y="2260598"/>
                  </a:lnTo>
                  <a:lnTo>
                    <a:pt x="7964362" y="2260437"/>
                  </a:lnTo>
                  <a:lnTo>
                    <a:pt x="7964699" y="2259926"/>
                  </a:lnTo>
                  <a:lnTo>
                    <a:pt x="7965035" y="2259386"/>
                  </a:lnTo>
                  <a:lnTo>
                    <a:pt x="7965372" y="2259125"/>
                  </a:lnTo>
                  <a:lnTo>
                    <a:pt x="7965708" y="2258874"/>
                  </a:lnTo>
                  <a:lnTo>
                    <a:pt x="7966044" y="2258561"/>
                  </a:lnTo>
                  <a:lnTo>
                    <a:pt x="7966381" y="2258412"/>
                  </a:lnTo>
                  <a:lnTo>
                    <a:pt x="7966717" y="2258647"/>
                  </a:lnTo>
                  <a:lnTo>
                    <a:pt x="7967054" y="2259356"/>
                  </a:lnTo>
                  <a:lnTo>
                    <a:pt x="7967390" y="2260611"/>
                  </a:lnTo>
                  <a:lnTo>
                    <a:pt x="7967727" y="2262379"/>
                  </a:lnTo>
                  <a:lnTo>
                    <a:pt x="7968063" y="2264744"/>
                  </a:lnTo>
                  <a:lnTo>
                    <a:pt x="7968400" y="2267193"/>
                  </a:lnTo>
                  <a:lnTo>
                    <a:pt x="7968736" y="2269788"/>
                  </a:lnTo>
                  <a:lnTo>
                    <a:pt x="7969073" y="2272359"/>
                  </a:lnTo>
                  <a:lnTo>
                    <a:pt x="7969409" y="2274969"/>
                  </a:lnTo>
                  <a:lnTo>
                    <a:pt x="7969745" y="2277954"/>
                  </a:lnTo>
                  <a:lnTo>
                    <a:pt x="7970082" y="2281016"/>
                  </a:lnTo>
                  <a:lnTo>
                    <a:pt x="7970418" y="2284306"/>
                  </a:lnTo>
                  <a:lnTo>
                    <a:pt x="7970755" y="2287728"/>
                  </a:lnTo>
                  <a:lnTo>
                    <a:pt x="7971091" y="2291118"/>
                  </a:lnTo>
                  <a:lnTo>
                    <a:pt x="7971428" y="2294363"/>
                  </a:lnTo>
                  <a:lnTo>
                    <a:pt x="7971764" y="2297195"/>
                  </a:lnTo>
                  <a:lnTo>
                    <a:pt x="7972101" y="2299560"/>
                  </a:lnTo>
                  <a:lnTo>
                    <a:pt x="7972437" y="2301772"/>
                  </a:lnTo>
                  <a:lnTo>
                    <a:pt x="7972774" y="2303524"/>
                  </a:lnTo>
                  <a:lnTo>
                    <a:pt x="7973110" y="2304764"/>
                  </a:lnTo>
                  <a:lnTo>
                    <a:pt x="7973447" y="2305989"/>
                  </a:lnTo>
                  <a:lnTo>
                    <a:pt x="7973783" y="2307053"/>
                  </a:lnTo>
                  <a:lnTo>
                    <a:pt x="7974119" y="2308002"/>
                  </a:lnTo>
                  <a:lnTo>
                    <a:pt x="7974456" y="2308706"/>
                  </a:lnTo>
                  <a:lnTo>
                    <a:pt x="7974792" y="2309203"/>
                  </a:lnTo>
                  <a:lnTo>
                    <a:pt x="7975129" y="2309662"/>
                  </a:lnTo>
                  <a:lnTo>
                    <a:pt x="7975465" y="2309892"/>
                  </a:lnTo>
                  <a:lnTo>
                    <a:pt x="7975802" y="2309992"/>
                  </a:lnTo>
                  <a:lnTo>
                    <a:pt x="7976138" y="2310122"/>
                  </a:lnTo>
                  <a:lnTo>
                    <a:pt x="7976475" y="2310275"/>
                  </a:lnTo>
                  <a:lnTo>
                    <a:pt x="7976811" y="2310428"/>
                  </a:lnTo>
                  <a:lnTo>
                    <a:pt x="7977148" y="2310474"/>
                  </a:lnTo>
                  <a:lnTo>
                    <a:pt x="7977484" y="2310382"/>
                  </a:lnTo>
                  <a:lnTo>
                    <a:pt x="7977821" y="2310221"/>
                  </a:lnTo>
                  <a:lnTo>
                    <a:pt x="7978157" y="2309831"/>
                  </a:lnTo>
                  <a:lnTo>
                    <a:pt x="7978493" y="2309372"/>
                  </a:lnTo>
                  <a:lnTo>
                    <a:pt x="7978830" y="2309035"/>
                  </a:lnTo>
                  <a:lnTo>
                    <a:pt x="7979166" y="2308729"/>
                  </a:lnTo>
                  <a:lnTo>
                    <a:pt x="7979503" y="2308484"/>
                  </a:lnTo>
                  <a:lnTo>
                    <a:pt x="7979839" y="2308331"/>
                  </a:lnTo>
                  <a:lnTo>
                    <a:pt x="7980176" y="2308178"/>
                  </a:lnTo>
                  <a:lnTo>
                    <a:pt x="7980512" y="2307994"/>
                  </a:lnTo>
                  <a:lnTo>
                    <a:pt x="7980849" y="2307875"/>
                  </a:lnTo>
                  <a:lnTo>
                    <a:pt x="7981185" y="2307870"/>
                  </a:lnTo>
                  <a:lnTo>
                    <a:pt x="7981522" y="2307917"/>
                  </a:lnTo>
                  <a:lnTo>
                    <a:pt x="7981858" y="2307965"/>
                  </a:lnTo>
                  <a:lnTo>
                    <a:pt x="7982195" y="2308147"/>
                  </a:lnTo>
                  <a:lnTo>
                    <a:pt x="7982531" y="2308367"/>
                  </a:lnTo>
                  <a:lnTo>
                    <a:pt x="7982867" y="2308593"/>
                  </a:lnTo>
                  <a:lnTo>
                    <a:pt x="7983204" y="2308938"/>
                  </a:lnTo>
                  <a:lnTo>
                    <a:pt x="7983540" y="2309284"/>
                  </a:lnTo>
                  <a:lnTo>
                    <a:pt x="7983877" y="2309507"/>
                  </a:lnTo>
                  <a:lnTo>
                    <a:pt x="7984213" y="2309699"/>
                  </a:lnTo>
                  <a:lnTo>
                    <a:pt x="7984550" y="2309990"/>
                  </a:lnTo>
                  <a:lnTo>
                    <a:pt x="7984886" y="2310549"/>
                  </a:lnTo>
                  <a:lnTo>
                    <a:pt x="7985223" y="2311196"/>
                  </a:lnTo>
                  <a:lnTo>
                    <a:pt x="7985559" y="2312182"/>
                  </a:lnTo>
                  <a:lnTo>
                    <a:pt x="7985896" y="2313350"/>
                  </a:lnTo>
                  <a:lnTo>
                    <a:pt x="7986232" y="2314745"/>
                  </a:lnTo>
                  <a:lnTo>
                    <a:pt x="7986569" y="2316365"/>
                  </a:lnTo>
                  <a:lnTo>
                    <a:pt x="7986905" y="2318083"/>
                  </a:lnTo>
                  <a:lnTo>
                    <a:pt x="7987241" y="2319846"/>
                  </a:lnTo>
                  <a:lnTo>
                    <a:pt x="7987578" y="2322250"/>
                  </a:lnTo>
                  <a:lnTo>
                    <a:pt x="7987914" y="2324683"/>
                  </a:lnTo>
                  <a:lnTo>
                    <a:pt x="7988251" y="2327156"/>
                  </a:lnTo>
                  <a:lnTo>
                    <a:pt x="7988587" y="2329371"/>
                  </a:lnTo>
                  <a:lnTo>
                    <a:pt x="7988924" y="2331355"/>
                  </a:lnTo>
                  <a:lnTo>
                    <a:pt x="7989260" y="2333166"/>
                  </a:lnTo>
                  <a:lnTo>
                    <a:pt x="7989597" y="2334902"/>
                  </a:lnTo>
                  <a:lnTo>
                    <a:pt x="7989933" y="2336604"/>
                  </a:lnTo>
                  <a:lnTo>
                    <a:pt x="7990270" y="2338185"/>
                  </a:lnTo>
                  <a:lnTo>
                    <a:pt x="7990606" y="2339584"/>
                  </a:lnTo>
                  <a:lnTo>
                    <a:pt x="7990943" y="2340912"/>
                  </a:lnTo>
                  <a:lnTo>
                    <a:pt x="7991279" y="2341973"/>
                  </a:lnTo>
                  <a:lnTo>
                    <a:pt x="7991615" y="2343079"/>
                  </a:lnTo>
                  <a:lnTo>
                    <a:pt x="7991952" y="2344135"/>
                  </a:lnTo>
                  <a:lnTo>
                    <a:pt x="7992288" y="2345110"/>
                  </a:lnTo>
                  <a:lnTo>
                    <a:pt x="7992625" y="2345716"/>
                  </a:lnTo>
                  <a:lnTo>
                    <a:pt x="7992961" y="2346087"/>
                  </a:lnTo>
                  <a:lnTo>
                    <a:pt x="7993298" y="2346455"/>
                  </a:lnTo>
                  <a:lnTo>
                    <a:pt x="7993634" y="2346875"/>
                  </a:lnTo>
                  <a:lnTo>
                    <a:pt x="7993971" y="2347418"/>
                  </a:lnTo>
                  <a:lnTo>
                    <a:pt x="7994307" y="2347918"/>
                  </a:lnTo>
                  <a:lnTo>
                    <a:pt x="7994644" y="2348485"/>
                  </a:lnTo>
                  <a:lnTo>
                    <a:pt x="7994980" y="2349102"/>
                  </a:lnTo>
                  <a:lnTo>
                    <a:pt x="7995317" y="2349674"/>
                  </a:lnTo>
                  <a:lnTo>
                    <a:pt x="7995653" y="2350528"/>
                  </a:lnTo>
                  <a:lnTo>
                    <a:pt x="7995989" y="2351425"/>
                  </a:lnTo>
                  <a:lnTo>
                    <a:pt x="7996326" y="2352491"/>
                  </a:lnTo>
                  <a:lnTo>
                    <a:pt x="7996662" y="2353447"/>
                  </a:lnTo>
                  <a:lnTo>
                    <a:pt x="7996999" y="2354777"/>
                  </a:lnTo>
                  <a:lnTo>
                    <a:pt x="7997335" y="2356193"/>
                  </a:lnTo>
                  <a:lnTo>
                    <a:pt x="7997672" y="2357724"/>
                  </a:lnTo>
                  <a:lnTo>
                    <a:pt x="7998008" y="2359308"/>
                  </a:lnTo>
                  <a:lnTo>
                    <a:pt x="7998345" y="2360739"/>
                  </a:lnTo>
                  <a:lnTo>
                    <a:pt x="7998681" y="2361994"/>
                  </a:lnTo>
                  <a:lnTo>
                    <a:pt x="7999018" y="2363219"/>
                  </a:lnTo>
                  <a:lnTo>
                    <a:pt x="7999354" y="2364604"/>
                  </a:lnTo>
                  <a:lnTo>
                    <a:pt x="7999690" y="2366051"/>
                  </a:lnTo>
                  <a:lnTo>
                    <a:pt x="8000027" y="2367352"/>
                  </a:lnTo>
                  <a:lnTo>
                    <a:pt x="8000363" y="2368767"/>
                  </a:lnTo>
                  <a:lnTo>
                    <a:pt x="8000700" y="2370359"/>
                  </a:lnTo>
                  <a:lnTo>
                    <a:pt x="8001036" y="2371821"/>
                  </a:lnTo>
                  <a:lnTo>
                    <a:pt x="8001373" y="2373199"/>
                  </a:lnTo>
                  <a:lnTo>
                    <a:pt x="8001709" y="2374599"/>
                  </a:lnTo>
                  <a:lnTo>
                    <a:pt x="8002046" y="2375969"/>
                  </a:lnTo>
                  <a:lnTo>
                    <a:pt x="8002382" y="2377003"/>
                  </a:lnTo>
                  <a:lnTo>
                    <a:pt x="8002719" y="2377829"/>
                  </a:lnTo>
                  <a:lnTo>
                    <a:pt x="8003055" y="2378541"/>
                  </a:lnTo>
                  <a:lnTo>
                    <a:pt x="8003392" y="2379406"/>
                  </a:lnTo>
                  <a:lnTo>
                    <a:pt x="8003728" y="2380592"/>
                  </a:lnTo>
                  <a:lnTo>
                    <a:pt x="8004064" y="2382008"/>
                  </a:lnTo>
                  <a:lnTo>
                    <a:pt x="8004401" y="2383378"/>
                  </a:lnTo>
                  <a:lnTo>
                    <a:pt x="8004737" y="2384580"/>
                  </a:lnTo>
                  <a:lnTo>
                    <a:pt x="8005074" y="2385643"/>
                  </a:lnTo>
                  <a:lnTo>
                    <a:pt x="8005410" y="2386347"/>
                  </a:lnTo>
                  <a:lnTo>
                    <a:pt x="8005747" y="2386745"/>
                  </a:lnTo>
                  <a:lnTo>
                    <a:pt x="8006083" y="2386983"/>
                  </a:lnTo>
                  <a:lnTo>
                    <a:pt x="8006420" y="2387496"/>
                  </a:lnTo>
                  <a:lnTo>
                    <a:pt x="8006756" y="2387932"/>
                  </a:lnTo>
                  <a:lnTo>
                    <a:pt x="8007093" y="2388552"/>
                  </a:lnTo>
                  <a:lnTo>
                    <a:pt x="8007429" y="2389386"/>
                  </a:lnTo>
                  <a:lnTo>
                    <a:pt x="8007766" y="2390687"/>
                  </a:lnTo>
                  <a:lnTo>
                    <a:pt x="8008102" y="2392141"/>
                  </a:lnTo>
                  <a:lnTo>
                    <a:pt x="8008438" y="2393764"/>
                  </a:lnTo>
                  <a:lnTo>
                    <a:pt x="8008775" y="2395245"/>
                  </a:lnTo>
                  <a:lnTo>
                    <a:pt x="8009111" y="2397219"/>
                  </a:lnTo>
                  <a:lnTo>
                    <a:pt x="8009448" y="2399168"/>
                  </a:lnTo>
                  <a:lnTo>
                    <a:pt x="8009784" y="2401311"/>
                  </a:lnTo>
                  <a:lnTo>
                    <a:pt x="8010121" y="2403698"/>
                  </a:lnTo>
                  <a:lnTo>
                    <a:pt x="8010457" y="2406102"/>
                  </a:lnTo>
                  <a:lnTo>
                    <a:pt x="8010794" y="2408601"/>
                  </a:lnTo>
                  <a:lnTo>
                    <a:pt x="8011130" y="2411082"/>
                  </a:lnTo>
                  <a:lnTo>
                    <a:pt x="8011467" y="2413392"/>
                  </a:lnTo>
                  <a:lnTo>
                    <a:pt x="8011803" y="2415603"/>
                  </a:lnTo>
                  <a:lnTo>
                    <a:pt x="8012140" y="2417908"/>
                  </a:lnTo>
                  <a:lnTo>
                    <a:pt x="8012476" y="2419940"/>
                  </a:lnTo>
                  <a:lnTo>
                    <a:pt x="8012812" y="2421598"/>
                  </a:lnTo>
                  <a:lnTo>
                    <a:pt x="8013149" y="2422891"/>
                  </a:lnTo>
                  <a:lnTo>
                    <a:pt x="8013485" y="2423895"/>
                  </a:lnTo>
                  <a:lnTo>
                    <a:pt x="8013822" y="2424457"/>
                  </a:lnTo>
                  <a:lnTo>
                    <a:pt x="8014158" y="2424353"/>
                  </a:lnTo>
                  <a:lnTo>
                    <a:pt x="8014495" y="2424087"/>
                  </a:lnTo>
                  <a:lnTo>
                    <a:pt x="8014831" y="2423838"/>
                  </a:lnTo>
                  <a:lnTo>
                    <a:pt x="8015168" y="2423369"/>
                  </a:lnTo>
                  <a:lnTo>
                    <a:pt x="8015504" y="2422762"/>
                  </a:lnTo>
                  <a:lnTo>
                    <a:pt x="8015841" y="2422232"/>
                  </a:lnTo>
                  <a:lnTo>
                    <a:pt x="8016177" y="2421420"/>
                  </a:lnTo>
                  <a:lnTo>
                    <a:pt x="8016514" y="2420738"/>
                  </a:lnTo>
                  <a:lnTo>
                    <a:pt x="8016850" y="2420094"/>
                  </a:lnTo>
                  <a:lnTo>
                    <a:pt x="8017186" y="2419399"/>
                  </a:lnTo>
                  <a:lnTo>
                    <a:pt x="8017523" y="2418519"/>
                  </a:lnTo>
                  <a:lnTo>
                    <a:pt x="8017859" y="2417654"/>
                  </a:lnTo>
                  <a:lnTo>
                    <a:pt x="8018196" y="2417233"/>
                  </a:lnTo>
                  <a:lnTo>
                    <a:pt x="8018532" y="2416911"/>
                  </a:lnTo>
                  <a:lnTo>
                    <a:pt x="8018869" y="2416582"/>
                  </a:lnTo>
                  <a:lnTo>
                    <a:pt x="8019205" y="2416082"/>
                  </a:lnTo>
                  <a:lnTo>
                    <a:pt x="8019542" y="2415603"/>
                  </a:lnTo>
                  <a:lnTo>
                    <a:pt x="8019878" y="2414992"/>
                  </a:lnTo>
                  <a:lnTo>
                    <a:pt x="8020215" y="2414287"/>
                  </a:lnTo>
                  <a:lnTo>
                    <a:pt x="8020551" y="2413827"/>
                  </a:lnTo>
                  <a:lnTo>
                    <a:pt x="8020888" y="2413432"/>
                  </a:lnTo>
                  <a:lnTo>
                    <a:pt x="8021224" y="2413107"/>
                  </a:lnTo>
                  <a:lnTo>
                    <a:pt x="8021560" y="2412606"/>
                  </a:lnTo>
                  <a:lnTo>
                    <a:pt x="8021897" y="2411876"/>
                  </a:lnTo>
                  <a:lnTo>
                    <a:pt x="8022233" y="2411065"/>
                  </a:lnTo>
                  <a:lnTo>
                    <a:pt x="8022570" y="2410269"/>
                  </a:lnTo>
                  <a:lnTo>
                    <a:pt x="8022906" y="2409503"/>
                  </a:lnTo>
                  <a:lnTo>
                    <a:pt x="8023243" y="2409007"/>
                  </a:lnTo>
                  <a:lnTo>
                    <a:pt x="8023579" y="2408554"/>
                  </a:lnTo>
                  <a:lnTo>
                    <a:pt x="8023916" y="2408109"/>
                  </a:lnTo>
                  <a:lnTo>
                    <a:pt x="8024252" y="2407871"/>
                  </a:lnTo>
                  <a:lnTo>
                    <a:pt x="8024589" y="2407412"/>
                  </a:lnTo>
                  <a:lnTo>
                    <a:pt x="8024925" y="2407205"/>
                  </a:lnTo>
                  <a:lnTo>
                    <a:pt x="8025262" y="2407320"/>
                  </a:lnTo>
                  <a:lnTo>
                    <a:pt x="8025598" y="2407603"/>
                  </a:lnTo>
                  <a:lnTo>
                    <a:pt x="8025934" y="2407955"/>
                  </a:lnTo>
                  <a:lnTo>
                    <a:pt x="8026271" y="2408544"/>
                  </a:lnTo>
                  <a:lnTo>
                    <a:pt x="8026607" y="2409249"/>
                  </a:lnTo>
                  <a:lnTo>
                    <a:pt x="8026944" y="2410167"/>
                  </a:lnTo>
                  <a:lnTo>
                    <a:pt x="8027280" y="2411101"/>
                  </a:lnTo>
                  <a:lnTo>
                    <a:pt x="8027617" y="2412172"/>
                  </a:lnTo>
                  <a:lnTo>
                    <a:pt x="8027953" y="2413244"/>
                  </a:lnTo>
                  <a:lnTo>
                    <a:pt x="8028290" y="2414170"/>
                  </a:lnTo>
                  <a:lnTo>
                    <a:pt x="8028626" y="2415195"/>
                  </a:lnTo>
                  <a:lnTo>
                    <a:pt x="8028963" y="2416267"/>
                  </a:lnTo>
                  <a:lnTo>
                    <a:pt x="8029299" y="2417445"/>
                  </a:lnTo>
                  <a:lnTo>
                    <a:pt x="8029636" y="2418815"/>
                  </a:lnTo>
                  <a:lnTo>
                    <a:pt x="8029972" y="2420086"/>
                  </a:lnTo>
                  <a:lnTo>
                    <a:pt x="8030308" y="2420935"/>
                  </a:lnTo>
                  <a:lnTo>
                    <a:pt x="8030645" y="2421548"/>
                  </a:lnTo>
                  <a:lnTo>
                    <a:pt x="8030981" y="2421976"/>
                  </a:lnTo>
                  <a:lnTo>
                    <a:pt x="8031318" y="2422340"/>
                  </a:lnTo>
                  <a:lnTo>
                    <a:pt x="8031654" y="2422622"/>
                  </a:lnTo>
                  <a:lnTo>
                    <a:pt x="8031991" y="2423165"/>
                  </a:lnTo>
                  <a:lnTo>
                    <a:pt x="8032327" y="2423731"/>
                  </a:lnTo>
                  <a:lnTo>
                    <a:pt x="8032664" y="2424159"/>
                  </a:lnTo>
                  <a:lnTo>
                    <a:pt x="8033000" y="2424586"/>
                  </a:lnTo>
                  <a:lnTo>
                    <a:pt x="8033337" y="2425014"/>
                  </a:lnTo>
                  <a:lnTo>
                    <a:pt x="8033673" y="2425335"/>
                  </a:lnTo>
                  <a:lnTo>
                    <a:pt x="8034009" y="2425610"/>
                  </a:lnTo>
                  <a:lnTo>
                    <a:pt x="8034346" y="2425777"/>
                  </a:lnTo>
                  <a:lnTo>
                    <a:pt x="8034682" y="2425754"/>
                  </a:lnTo>
                  <a:lnTo>
                    <a:pt x="8035019" y="2425616"/>
                  </a:lnTo>
                  <a:lnTo>
                    <a:pt x="8035355" y="2425459"/>
                  </a:lnTo>
                  <a:lnTo>
                    <a:pt x="8035692" y="2425302"/>
                  </a:lnTo>
                  <a:lnTo>
                    <a:pt x="8036028" y="2425145"/>
                  </a:lnTo>
                  <a:lnTo>
                    <a:pt x="8036365" y="2424913"/>
                  </a:lnTo>
                  <a:lnTo>
                    <a:pt x="8036701" y="2424599"/>
                  </a:lnTo>
                  <a:lnTo>
                    <a:pt x="8037038" y="2423926"/>
                  </a:lnTo>
                  <a:lnTo>
                    <a:pt x="8037374" y="2423160"/>
                  </a:lnTo>
                  <a:lnTo>
                    <a:pt x="8037711" y="2422395"/>
                  </a:lnTo>
                  <a:lnTo>
                    <a:pt x="8038047" y="2421629"/>
                  </a:lnTo>
                  <a:lnTo>
                    <a:pt x="8038383" y="2420994"/>
                  </a:lnTo>
                  <a:lnTo>
                    <a:pt x="8038720" y="2420382"/>
                  </a:lnTo>
                  <a:lnTo>
                    <a:pt x="8039056" y="2419770"/>
                  </a:lnTo>
                  <a:lnTo>
                    <a:pt x="8039393" y="2419157"/>
                  </a:lnTo>
                  <a:lnTo>
                    <a:pt x="8039729" y="2418545"/>
                  </a:lnTo>
                  <a:lnTo>
                    <a:pt x="8040066" y="2418078"/>
                  </a:lnTo>
                  <a:lnTo>
                    <a:pt x="8040402" y="2417879"/>
                  </a:lnTo>
                  <a:lnTo>
                    <a:pt x="8040739" y="2417726"/>
                  </a:lnTo>
                  <a:lnTo>
                    <a:pt x="8041075" y="2417711"/>
                  </a:lnTo>
                  <a:lnTo>
                    <a:pt x="8041412" y="2417764"/>
                  </a:lnTo>
                  <a:lnTo>
                    <a:pt x="8041748" y="2417650"/>
                  </a:lnTo>
                  <a:lnTo>
                    <a:pt x="8042085" y="2417489"/>
                  </a:lnTo>
                  <a:lnTo>
                    <a:pt x="8042421" y="2417336"/>
                  </a:lnTo>
                  <a:lnTo>
                    <a:pt x="8042757" y="2417183"/>
                  </a:lnTo>
                  <a:lnTo>
                    <a:pt x="8043094" y="2417030"/>
                  </a:lnTo>
                  <a:lnTo>
                    <a:pt x="8043430" y="2416747"/>
                  </a:lnTo>
                  <a:lnTo>
                    <a:pt x="8043767" y="2416440"/>
                  </a:lnTo>
                  <a:lnTo>
                    <a:pt x="8044103" y="2416073"/>
                  </a:lnTo>
                  <a:lnTo>
                    <a:pt x="8044440" y="2415721"/>
                  </a:lnTo>
                  <a:lnTo>
                    <a:pt x="8044776" y="2415623"/>
                  </a:lnTo>
                  <a:lnTo>
                    <a:pt x="8045113" y="2415548"/>
                  </a:lnTo>
                  <a:lnTo>
                    <a:pt x="8045449" y="2415507"/>
                  </a:lnTo>
                  <a:lnTo>
                    <a:pt x="8045786" y="2415497"/>
                  </a:lnTo>
                  <a:lnTo>
                    <a:pt x="8046122" y="2415260"/>
                  </a:lnTo>
                  <a:lnTo>
                    <a:pt x="8046459" y="2414899"/>
                  </a:lnTo>
                  <a:lnTo>
                    <a:pt x="8046795" y="2414582"/>
                  </a:lnTo>
                  <a:lnTo>
                    <a:pt x="8047131" y="2414262"/>
                  </a:lnTo>
                  <a:lnTo>
                    <a:pt x="8047468" y="2413948"/>
                  </a:lnTo>
                  <a:lnTo>
                    <a:pt x="8047804" y="2413445"/>
                  </a:lnTo>
                  <a:lnTo>
                    <a:pt x="8048141" y="2412676"/>
                  </a:lnTo>
                  <a:lnTo>
                    <a:pt x="8048477" y="2411705"/>
                  </a:lnTo>
                  <a:lnTo>
                    <a:pt x="8048814" y="2410621"/>
                  </a:lnTo>
                  <a:lnTo>
                    <a:pt x="8049150" y="2409588"/>
                  </a:lnTo>
                  <a:lnTo>
                    <a:pt x="8049487" y="2408495"/>
                  </a:lnTo>
                  <a:lnTo>
                    <a:pt x="8049823" y="2407277"/>
                  </a:lnTo>
                  <a:lnTo>
                    <a:pt x="8050160" y="2406053"/>
                  </a:lnTo>
                  <a:lnTo>
                    <a:pt x="8050496" y="2404820"/>
                  </a:lnTo>
                  <a:lnTo>
                    <a:pt x="8050833" y="2403258"/>
                  </a:lnTo>
                  <a:lnTo>
                    <a:pt x="8051169" y="2401902"/>
                  </a:lnTo>
                  <a:lnTo>
                    <a:pt x="8051505" y="2400615"/>
                  </a:lnTo>
                  <a:lnTo>
                    <a:pt x="8051842" y="2399374"/>
                  </a:lnTo>
                  <a:lnTo>
                    <a:pt x="8052178" y="2398263"/>
                  </a:lnTo>
                  <a:lnTo>
                    <a:pt x="8052515" y="2397191"/>
                  </a:lnTo>
                  <a:lnTo>
                    <a:pt x="8052851" y="2396231"/>
                  </a:lnTo>
                  <a:lnTo>
                    <a:pt x="8053188" y="2395424"/>
                  </a:lnTo>
                  <a:lnTo>
                    <a:pt x="8053524" y="2394846"/>
                  </a:lnTo>
                  <a:lnTo>
                    <a:pt x="8053861" y="2394406"/>
                  </a:lnTo>
                  <a:lnTo>
                    <a:pt x="8054197" y="2393975"/>
                  </a:lnTo>
                  <a:lnTo>
                    <a:pt x="8054534" y="2393835"/>
                  </a:lnTo>
                  <a:lnTo>
                    <a:pt x="8054870" y="2393708"/>
                  </a:lnTo>
                  <a:lnTo>
                    <a:pt x="8055207" y="2393559"/>
                  </a:lnTo>
                  <a:lnTo>
                    <a:pt x="8055543" y="2393227"/>
                  </a:lnTo>
                  <a:lnTo>
                    <a:pt x="8055879" y="2392890"/>
                  </a:lnTo>
                  <a:lnTo>
                    <a:pt x="8056216" y="2392750"/>
                  </a:lnTo>
                  <a:lnTo>
                    <a:pt x="8056552" y="2392687"/>
                  </a:lnTo>
                  <a:lnTo>
                    <a:pt x="8056889" y="2392530"/>
                  </a:lnTo>
                  <a:lnTo>
                    <a:pt x="8057225" y="2392195"/>
                  </a:lnTo>
                  <a:lnTo>
                    <a:pt x="8057562" y="2391912"/>
                  </a:lnTo>
                  <a:lnTo>
                    <a:pt x="8057898" y="2391780"/>
                  </a:lnTo>
                  <a:lnTo>
                    <a:pt x="8058235" y="2391646"/>
                  </a:lnTo>
                  <a:lnTo>
                    <a:pt x="8058571" y="2391498"/>
                  </a:lnTo>
                  <a:lnTo>
                    <a:pt x="8058908" y="2391261"/>
                  </a:lnTo>
                  <a:lnTo>
                    <a:pt x="8059244" y="2391102"/>
                  </a:lnTo>
                  <a:lnTo>
                    <a:pt x="8059581" y="2391050"/>
                  </a:lnTo>
                  <a:lnTo>
                    <a:pt x="8059917" y="2390975"/>
                  </a:lnTo>
                  <a:lnTo>
                    <a:pt x="8060253" y="2390755"/>
                  </a:lnTo>
                  <a:lnTo>
                    <a:pt x="8060590" y="2390756"/>
                  </a:lnTo>
                  <a:lnTo>
                    <a:pt x="8060926" y="2390766"/>
                  </a:lnTo>
                  <a:lnTo>
                    <a:pt x="8061263" y="2390773"/>
                  </a:lnTo>
                  <a:lnTo>
                    <a:pt x="8061599" y="2390800"/>
                  </a:lnTo>
                  <a:lnTo>
                    <a:pt x="8061936" y="2390943"/>
                  </a:lnTo>
                  <a:lnTo>
                    <a:pt x="8062272" y="2391085"/>
                  </a:lnTo>
                  <a:lnTo>
                    <a:pt x="8062609" y="2391232"/>
                  </a:lnTo>
                  <a:lnTo>
                    <a:pt x="8062945" y="2391297"/>
                  </a:lnTo>
                  <a:lnTo>
                    <a:pt x="8063282" y="2391393"/>
                  </a:lnTo>
                  <a:lnTo>
                    <a:pt x="8063618" y="2391429"/>
                  </a:lnTo>
                  <a:lnTo>
                    <a:pt x="8063955" y="2391508"/>
                  </a:lnTo>
                  <a:lnTo>
                    <a:pt x="8064291" y="2391487"/>
                  </a:lnTo>
                  <a:lnTo>
                    <a:pt x="8064627" y="2391472"/>
                  </a:lnTo>
                  <a:lnTo>
                    <a:pt x="8064964" y="2391472"/>
                  </a:lnTo>
                  <a:lnTo>
                    <a:pt x="8065300" y="2391495"/>
                  </a:lnTo>
                  <a:lnTo>
                    <a:pt x="8065637" y="2391594"/>
                  </a:lnTo>
                  <a:lnTo>
                    <a:pt x="8065973" y="2391870"/>
                  </a:lnTo>
                  <a:lnTo>
                    <a:pt x="8066310" y="2392176"/>
                  </a:lnTo>
                  <a:lnTo>
                    <a:pt x="8066646" y="2392482"/>
                  </a:lnTo>
                  <a:lnTo>
                    <a:pt x="8066983" y="2392788"/>
                  </a:lnTo>
                  <a:lnTo>
                    <a:pt x="8067319" y="2393094"/>
                  </a:lnTo>
                  <a:lnTo>
                    <a:pt x="8067656" y="2393400"/>
                  </a:lnTo>
                  <a:lnTo>
                    <a:pt x="8067992" y="2393707"/>
                  </a:lnTo>
                  <a:lnTo>
                    <a:pt x="8068328" y="2394059"/>
                  </a:lnTo>
                  <a:lnTo>
                    <a:pt x="8068665" y="2394495"/>
                  </a:lnTo>
                  <a:lnTo>
                    <a:pt x="8069001" y="2394954"/>
                  </a:lnTo>
                  <a:lnTo>
                    <a:pt x="8069338" y="2395413"/>
                  </a:lnTo>
                  <a:lnTo>
                    <a:pt x="8069674" y="2395735"/>
                  </a:lnTo>
                  <a:lnTo>
                    <a:pt x="8070011" y="2396133"/>
                  </a:lnTo>
                  <a:lnTo>
                    <a:pt x="8070347" y="2396569"/>
                  </a:lnTo>
                  <a:lnTo>
                    <a:pt x="8070684" y="2396929"/>
                  </a:lnTo>
                  <a:lnTo>
                    <a:pt x="8071020" y="2397112"/>
                  </a:lnTo>
                  <a:lnTo>
                    <a:pt x="8071357" y="2397265"/>
                  </a:lnTo>
                  <a:lnTo>
                    <a:pt x="8071693" y="2397419"/>
                  </a:lnTo>
                  <a:lnTo>
                    <a:pt x="8072030" y="2397671"/>
                  </a:lnTo>
                  <a:lnTo>
                    <a:pt x="8072366" y="2398123"/>
                  </a:lnTo>
                  <a:lnTo>
                    <a:pt x="8072702" y="2398735"/>
                  </a:lnTo>
                  <a:lnTo>
                    <a:pt x="8073039" y="2399347"/>
                  </a:lnTo>
                  <a:lnTo>
                    <a:pt x="8073375" y="2399914"/>
                  </a:lnTo>
                  <a:lnTo>
                    <a:pt x="8073712" y="2400526"/>
                  </a:lnTo>
                  <a:lnTo>
                    <a:pt x="8074048" y="2401138"/>
                  </a:lnTo>
                  <a:lnTo>
                    <a:pt x="8074385" y="2401750"/>
                  </a:lnTo>
                  <a:lnTo>
                    <a:pt x="8074721" y="2402462"/>
                  </a:lnTo>
                  <a:lnTo>
                    <a:pt x="8075058" y="2403189"/>
                  </a:lnTo>
                  <a:lnTo>
                    <a:pt x="8075394" y="2404161"/>
                  </a:lnTo>
                  <a:lnTo>
                    <a:pt x="8075731" y="2405363"/>
                  </a:lnTo>
                  <a:lnTo>
                    <a:pt x="8076067" y="2406740"/>
                  </a:lnTo>
                  <a:lnTo>
                    <a:pt x="8076404" y="2408118"/>
                  </a:lnTo>
                  <a:lnTo>
                    <a:pt x="8076740" y="2409496"/>
                  </a:lnTo>
                  <a:lnTo>
                    <a:pt x="8077076" y="2410774"/>
                  </a:lnTo>
                  <a:lnTo>
                    <a:pt x="8077413" y="2411983"/>
                  </a:lnTo>
                  <a:lnTo>
                    <a:pt x="8077749" y="2413307"/>
                  </a:lnTo>
                  <a:lnTo>
                    <a:pt x="8078086" y="2414618"/>
                  </a:lnTo>
                  <a:lnTo>
                    <a:pt x="8078422" y="2416111"/>
                  </a:lnTo>
                  <a:lnTo>
                    <a:pt x="8078759" y="2417611"/>
                  </a:lnTo>
                  <a:lnTo>
                    <a:pt x="8079095" y="2419204"/>
                  </a:lnTo>
                  <a:lnTo>
                    <a:pt x="8079432" y="2420495"/>
                  </a:lnTo>
                  <a:lnTo>
                    <a:pt x="8079768" y="2421803"/>
                  </a:lnTo>
                  <a:lnTo>
                    <a:pt x="8080105" y="2423088"/>
                  </a:lnTo>
                  <a:lnTo>
                    <a:pt x="8080441" y="2424412"/>
                  </a:lnTo>
                  <a:lnTo>
                    <a:pt x="8080778" y="2425698"/>
                  </a:lnTo>
                  <a:lnTo>
                    <a:pt x="8081114" y="2426858"/>
                  </a:lnTo>
                  <a:lnTo>
                    <a:pt x="8081450" y="2428018"/>
                  </a:lnTo>
                  <a:lnTo>
                    <a:pt x="8081787" y="2429177"/>
                  </a:lnTo>
                  <a:lnTo>
                    <a:pt x="8082123" y="2430337"/>
                  </a:lnTo>
                  <a:lnTo>
                    <a:pt x="8082460" y="2431426"/>
                  </a:lnTo>
                  <a:lnTo>
                    <a:pt x="8082796" y="2432493"/>
                  </a:lnTo>
                  <a:lnTo>
                    <a:pt x="8083133" y="2433382"/>
                  </a:lnTo>
                  <a:lnTo>
                    <a:pt x="8083469" y="2434347"/>
                  </a:lnTo>
                  <a:lnTo>
                    <a:pt x="8083806" y="2435281"/>
                  </a:lnTo>
                  <a:lnTo>
                    <a:pt x="8084142" y="2436140"/>
                  </a:lnTo>
                  <a:lnTo>
                    <a:pt x="8084479" y="2437126"/>
                  </a:lnTo>
                  <a:lnTo>
                    <a:pt x="8084815" y="2438350"/>
                  </a:lnTo>
                  <a:lnTo>
                    <a:pt x="8085152" y="2439674"/>
                  </a:lnTo>
                  <a:lnTo>
                    <a:pt x="8085488" y="2440554"/>
                  </a:lnTo>
                  <a:lnTo>
                    <a:pt x="8085824" y="2441336"/>
                  </a:lnTo>
                  <a:lnTo>
                    <a:pt x="8086161" y="2442255"/>
                  </a:lnTo>
                  <a:lnTo>
                    <a:pt x="8086497" y="2443367"/>
                  </a:lnTo>
                  <a:lnTo>
                    <a:pt x="8086834" y="2444458"/>
                  </a:lnTo>
                  <a:lnTo>
                    <a:pt x="8087170" y="2445681"/>
                  </a:lnTo>
                  <a:lnTo>
                    <a:pt x="8087507" y="2446998"/>
                  </a:lnTo>
                  <a:lnTo>
                    <a:pt x="8087843" y="2448208"/>
                  </a:lnTo>
                  <a:lnTo>
                    <a:pt x="8088180" y="2449368"/>
                  </a:lnTo>
                  <a:lnTo>
                    <a:pt x="8088516" y="2450459"/>
                  </a:lnTo>
                  <a:lnTo>
                    <a:pt x="8088853" y="2451473"/>
                  </a:lnTo>
                  <a:lnTo>
                    <a:pt x="8089189" y="2452662"/>
                  </a:lnTo>
                  <a:lnTo>
                    <a:pt x="8089526" y="2453795"/>
                  </a:lnTo>
                  <a:lnTo>
                    <a:pt x="8089862" y="2454827"/>
                  </a:lnTo>
                  <a:lnTo>
                    <a:pt x="8090198" y="2455593"/>
                  </a:lnTo>
                  <a:lnTo>
                    <a:pt x="8090535" y="2456235"/>
                  </a:lnTo>
                  <a:lnTo>
                    <a:pt x="8090871" y="2456841"/>
                  </a:lnTo>
                  <a:lnTo>
                    <a:pt x="8091208" y="2457310"/>
                  </a:lnTo>
                  <a:lnTo>
                    <a:pt x="8091544" y="2457547"/>
                  </a:lnTo>
                  <a:lnTo>
                    <a:pt x="8091881" y="2458006"/>
                  </a:lnTo>
                  <a:lnTo>
                    <a:pt x="8092217" y="2458305"/>
                  </a:lnTo>
                  <a:lnTo>
                    <a:pt x="8092554" y="2458458"/>
                  </a:lnTo>
                  <a:lnTo>
                    <a:pt x="8092890" y="2458496"/>
                  </a:lnTo>
                  <a:lnTo>
                    <a:pt x="8093227" y="2458496"/>
                  </a:lnTo>
                  <a:lnTo>
                    <a:pt x="8093563" y="2458496"/>
                  </a:lnTo>
                  <a:lnTo>
                    <a:pt x="8093900" y="2458558"/>
                  </a:lnTo>
                  <a:lnTo>
                    <a:pt x="8094236" y="2458404"/>
                  </a:lnTo>
                  <a:lnTo>
                    <a:pt x="8094572" y="2458251"/>
                  </a:lnTo>
                  <a:lnTo>
                    <a:pt x="8094909" y="2458129"/>
                  </a:lnTo>
                  <a:lnTo>
                    <a:pt x="8095245" y="2458129"/>
                  </a:lnTo>
                  <a:lnTo>
                    <a:pt x="8095582" y="2458129"/>
                  </a:lnTo>
                  <a:lnTo>
                    <a:pt x="8095918" y="2458129"/>
                  </a:lnTo>
                  <a:lnTo>
                    <a:pt x="8096255" y="2458129"/>
                  </a:lnTo>
                  <a:lnTo>
                    <a:pt x="8096591" y="2458129"/>
                  </a:lnTo>
                  <a:lnTo>
                    <a:pt x="8096928" y="2458129"/>
                  </a:lnTo>
                  <a:lnTo>
                    <a:pt x="8097264" y="2458144"/>
                  </a:lnTo>
                  <a:lnTo>
                    <a:pt x="8097601" y="2458404"/>
                  </a:lnTo>
                  <a:lnTo>
                    <a:pt x="8097937" y="2458711"/>
                  </a:lnTo>
                  <a:lnTo>
                    <a:pt x="8098274" y="2459155"/>
                  </a:lnTo>
                  <a:lnTo>
                    <a:pt x="8098610" y="2459426"/>
                  </a:lnTo>
                  <a:lnTo>
                    <a:pt x="8098946" y="2459764"/>
                  </a:lnTo>
                  <a:lnTo>
                    <a:pt x="8099283" y="2460101"/>
                  </a:lnTo>
                  <a:lnTo>
                    <a:pt x="8099619" y="2460438"/>
                  </a:lnTo>
                  <a:lnTo>
                    <a:pt x="8099956" y="2460776"/>
                  </a:lnTo>
                  <a:lnTo>
                    <a:pt x="8100292" y="2461113"/>
                  </a:lnTo>
                  <a:lnTo>
                    <a:pt x="8100629" y="2461451"/>
                  </a:lnTo>
                  <a:lnTo>
                    <a:pt x="8100965" y="2461788"/>
                  </a:lnTo>
                  <a:lnTo>
                    <a:pt x="8101302" y="2462126"/>
                  </a:lnTo>
                  <a:lnTo>
                    <a:pt x="8101638" y="2462463"/>
                  </a:lnTo>
                  <a:lnTo>
                    <a:pt x="8101975" y="2462801"/>
                  </a:lnTo>
                  <a:lnTo>
                    <a:pt x="8102311" y="2463245"/>
                  </a:lnTo>
                  <a:lnTo>
                    <a:pt x="8102647" y="2463708"/>
                  </a:lnTo>
                  <a:lnTo>
                    <a:pt x="8102984" y="2464171"/>
                  </a:lnTo>
                  <a:lnTo>
                    <a:pt x="8103320" y="2464634"/>
                  </a:lnTo>
                  <a:lnTo>
                    <a:pt x="8103657" y="2465272"/>
                  </a:lnTo>
                  <a:lnTo>
                    <a:pt x="8103993" y="2466037"/>
                  </a:lnTo>
                  <a:lnTo>
                    <a:pt x="8104330" y="2466902"/>
                  </a:lnTo>
                  <a:lnTo>
                    <a:pt x="8104666" y="2467821"/>
                  </a:lnTo>
                  <a:lnTo>
                    <a:pt x="8105003" y="2468739"/>
                  </a:lnTo>
                  <a:lnTo>
                    <a:pt x="8105339" y="2469657"/>
                  </a:lnTo>
                  <a:lnTo>
                    <a:pt x="8105676" y="2470576"/>
                  </a:lnTo>
                  <a:lnTo>
                    <a:pt x="8106012" y="2471494"/>
                  </a:lnTo>
                  <a:lnTo>
                    <a:pt x="8106349" y="2472413"/>
                  </a:lnTo>
                  <a:lnTo>
                    <a:pt x="8106685" y="2473331"/>
                  </a:lnTo>
                  <a:lnTo>
                    <a:pt x="8107021" y="2474250"/>
                  </a:lnTo>
                  <a:lnTo>
                    <a:pt x="8107358" y="2475023"/>
                  </a:lnTo>
                  <a:lnTo>
                    <a:pt x="8107694" y="2475528"/>
                  </a:lnTo>
                  <a:lnTo>
                    <a:pt x="8108031" y="2475926"/>
                  </a:lnTo>
                  <a:lnTo>
                    <a:pt x="8108367" y="2476094"/>
                  </a:lnTo>
                  <a:lnTo>
                    <a:pt x="8108704" y="2476094"/>
                  </a:lnTo>
                  <a:lnTo>
                    <a:pt x="8109040" y="2476125"/>
                  </a:lnTo>
                  <a:lnTo>
                    <a:pt x="8109377" y="2476285"/>
                  </a:lnTo>
                  <a:lnTo>
                    <a:pt x="8109713" y="2476438"/>
                  </a:lnTo>
                  <a:lnTo>
                    <a:pt x="8110050" y="2476591"/>
                  </a:lnTo>
                  <a:lnTo>
                    <a:pt x="8110386" y="2476745"/>
                  </a:lnTo>
                  <a:lnTo>
                    <a:pt x="8110723" y="2476898"/>
                  </a:lnTo>
                  <a:lnTo>
                    <a:pt x="8111059" y="2477051"/>
                  </a:lnTo>
                  <a:lnTo>
                    <a:pt x="8111395" y="2477265"/>
                  </a:lnTo>
                  <a:lnTo>
                    <a:pt x="8111732" y="2477571"/>
                  </a:lnTo>
                  <a:lnTo>
                    <a:pt x="8112068" y="2477669"/>
                  </a:lnTo>
                  <a:lnTo>
                    <a:pt x="8112405" y="2477752"/>
                  </a:lnTo>
                  <a:lnTo>
                    <a:pt x="8112741" y="2477808"/>
                  </a:lnTo>
                  <a:lnTo>
                    <a:pt x="8113078" y="2477849"/>
                  </a:lnTo>
                  <a:lnTo>
                    <a:pt x="8113414" y="2478085"/>
                  </a:lnTo>
                  <a:lnTo>
                    <a:pt x="8113751" y="2478447"/>
                  </a:lnTo>
                  <a:lnTo>
                    <a:pt x="8114087" y="2478848"/>
                  </a:lnTo>
                  <a:lnTo>
                    <a:pt x="8114424" y="2478915"/>
                  </a:lnTo>
                  <a:lnTo>
                    <a:pt x="8114760" y="2478770"/>
                  </a:lnTo>
                  <a:lnTo>
                    <a:pt x="8115097" y="2478844"/>
                  </a:lnTo>
                  <a:lnTo>
                    <a:pt x="8115433" y="2478936"/>
                  </a:lnTo>
                  <a:lnTo>
                    <a:pt x="8115769" y="2479094"/>
                  </a:lnTo>
                  <a:lnTo>
                    <a:pt x="8116106" y="2479342"/>
                  </a:lnTo>
                  <a:lnTo>
                    <a:pt x="8116442" y="2479179"/>
                  </a:lnTo>
                  <a:lnTo>
                    <a:pt x="8116779" y="2478796"/>
                  </a:lnTo>
                  <a:lnTo>
                    <a:pt x="8117115" y="2478417"/>
                  </a:lnTo>
                  <a:lnTo>
                    <a:pt x="8117452" y="2478038"/>
                  </a:lnTo>
                  <a:lnTo>
                    <a:pt x="8117788" y="2477647"/>
                  </a:lnTo>
                  <a:lnTo>
                    <a:pt x="8118125" y="2477517"/>
                  </a:lnTo>
                  <a:lnTo>
                    <a:pt x="8118461" y="2477257"/>
                  </a:lnTo>
                  <a:lnTo>
                    <a:pt x="8118798" y="2476821"/>
                  </a:lnTo>
                  <a:lnTo>
                    <a:pt x="8119134" y="2476338"/>
                  </a:lnTo>
                  <a:lnTo>
                    <a:pt x="8119471" y="2475979"/>
                  </a:lnTo>
                  <a:lnTo>
                    <a:pt x="8119807" y="2475787"/>
                  </a:lnTo>
                  <a:lnTo>
                    <a:pt x="8120143" y="2475458"/>
                  </a:lnTo>
                  <a:lnTo>
                    <a:pt x="8120480" y="2475091"/>
                  </a:lnTo>
                  <a:lnTo>
                    <a:pt x="8120816" y="2474616"/>
                  </a:lnTo>
                  <a:lnTo>
                    <a:pt x="8121153" y="2473958"/>
                  </a:lnTo>
                  <a:lnTo>
                    <a:pt x="8121489" y="2473438"/>
                  </a:lnTo>
                  <a:lnTo>
                    <a:pt x="8121826" y="2472751"/>
                  </a:lnTo>
                  <a:lnTo>
                    <a:pt x="8122162" y="2472113"/>
                  </a:lnTo>
                  <a:lnTo>
                    <a:pt x="8122499" y="2471497"/>
                  </a:lnTo>
                  <a:lnTo>
                    <a:pt x="8122835" y="2471101"/>
                  </a:lnTo>
                  <a:lnTo>
                    <a:pt x="8123172" y="2470765"/>
                  </a:lnTo>
                  <a:lnTo>
                    <a:pt x="8123508" y="2470446"/>
                  </a:lnTo>
                  <a:lnTo>
                    <a:pt x="8123845" y="2470202"/>
                  </a:lnTo>
                  <a:lnTo>
                    <a:pt x="8124181" y="2470053"/>
                  </a:lnTo>
                  <a:lnTo>
                    <a:pt x="8124517" y="2469904"/>
                  </a:lnTo>
                  <a:lnTo>
                    <a:pt x="8124854" y="2469755"/>
                  </a:lnTo>
                  <a:lnTo>
                    <a:pt x="8125190" y="2469499"/>
                  </a:lnTo>
                  <a:lnTo>
                    <a:pt x="8125527" y="2469224"/>
                  </a:lnTo>
                  <a:lnTo>
                    <a:pt x="8125863" y="2469037"/>
                  </a:lnTo>
                  <a:lnTo>
                    <a:pt x="8126200" y="2468957"/>
                  </a:lnTo>
                  <a:lnTo>
                    <a:pt x="8126536" y="2469042"/>
                  </a:lnTo>
                  <a:lnTo>
                    <a:pt x="8126873" y="2469238"/>
                  </a:lnTo>
                  <a:lnTo>
                    <a:pt x="8127209" y="2469431"/>
                  </a:lnTo>
                  <a:lnTo>
                    <a:pt x="8127546" y="2469782"/>
                  </a:lnTo>
                  <a:lnTo>
                    <a:pt x="8127882" y="2469912"/>
                  </a:lnTo>
                  <a:lnTo>
                    <a:pt x="8128219" y="2470084"/>
                  </a:lnTo>
                  <a:lnTo>
                    <a:pt x="8128555" y="2470186"/>
                  </a:lnTo>
                  <a:lnTo>
                    <a:pt x="8128891" y="2470242"/>
                  </a:lnTo>
                  <a:lnTo>
                    <a:pt x="8129228" y="2470183"/>
                  </a:lnTo>
                  <a:lnTo>
                    <a:pt x="8129564" y="2470124"/>
                  </a:lnTo>
                  <a:lnTo>
                    <a:pt x="8129901" y="2470065"/>
                  </a:lnTo>
                  <a:lnTo>
                    <a:pt x="8130237" y="2470006"/>
                  </a:lnTo>
                  <a:lnTo>
                    <a:pt x="8130574" y="2469948"/>
                  </a:lnTo>
                  <a:lnTo>
                    <a:pt x="8130910" y="2469912"/>
                  </a:lnTo>
                  <a:lnTo>
                    <a:pt x="8131247" y="2469853"/>
                  </a:lnTo>
                  <a:lnTo>
                    <a:pt x="8131583" y="2469972"/>
                  </a:lnTo>
                  <a:lnTo>
                    <a:pt x="8131920" y="2470044"/>
                  </a:lnTo>
                  <a:lnTo>
                    <a:pt x="8132256" y="2470185"/>
                  </a:lnTo>
                  <a:lnTo>
                    <a:pt x="8132592" y="2470131"/>
                  </a:lnTo>
                  <a:lnTo>
                    <a:pt x="8132929" y="2469978"/>
                  </a:lnTo>
                  <a:lnTo>
                    <a:pt x="8133265" y="2469825"/>
                  </a:lnTo>
                  <a:lnTo>
                    <a:pt x="8133602" y="2469672"/>
                  </a:lnTo>
                  <a:lnTo>
                    <a:pt x="8133938" y="2469488"/>
                  </a:lnTo>
                  <a:lnTo>
                    <a:pt x="8134275" y="2469182"/>
                  </a:lnTo>
                  <a:lnTo>
                    <a:pt x="8134611" y="2468876"/>
                  </a:lnTo>
                  <a:lnTo>
                    <a:pt x="8134948" y="2468440"/>
                  </a:lnTo>
                  <a:lnTo>
                    <a:pt x="8135284" y="2467452"/>
                  </a:lnTo>
                  <a:lnTo>
                    <a:pt x="8135621" y="2466258"/>
                  </a:lnTo>
                  <a:lnTo>
                    <a:pt x="8135957" y="2464957"/>
                  </a:lnTo>
                  <a:lnTo>
                    <a:pt x="8136294" y="2463427"/>
                  </a:lnTo>
                  <a:lnTo>
                    <a:pt x="8136630" y="2461919"/>
                  </a:lnTo>
                  <a:lnTo>
                    <a:pt x="8136966" y="2460396"/>
                  </a:lnTo>
                  <a:lnTo>
                    <a:pt x="8137303" y="2458773"/>
                  </a:lnTo>
                  <a:lnTo>
                    <a:pt x="8137639" y="2457135"/>
                  </a:lnTo>
                  <a:lnTo>
                    <a:pt x="8137976" y="2455322"/>
                  </a:lnTo>
                  <a:lnTo>
                    <a:pt x="8138312" y="2453485"/>
                  </a:lnTo>
                  <a:lnTo>
                    <a:pt x="8138649" y="2451495"/>
                  </a:lnTo>
                  <a:lnTo>
                    <a:pt x="8138985" y="2449536"/>
                  </a:lnTo>
                  <a:lnTo>
                    <a:pt x="8139322" y="2447699"/>
                  </a:lnTo>
                  <a:lnTo>
                    <a:pt x="8139658" y="2445862"/>
                  </a:lnTo>
                  <a:lnTo>
                    <a:pt x="8139995" y="2444155"/>
                  </a:lnTo>
                  <a:lnTo>
                    <a:pt x="8140331" y="2442999"/>
                  </a:lnTo>
                  <a:lnTo>
                    <a:pt x="8140668" y="2442050"/>
                  </a:lnTo>
                  <a:lnTo>
                    <a:pt x="8141004" y="2441010"/>
                  </a:lnTo>
                  <a:lnTo>
                    <a:pt x="8141340" y="2439793"/>
                  </a:lnTo>
                  <a:lnTo>
                    <a:pt x="8141677" y="2438346"/>
                  </a:lnTo>
                  <a:lnTo>
                    <a:pt x="8142013" y="2436892"/>
                  </a:lnTo>
                  <a:lnTo>
                    <a:pt x="8142350" y="2435384"/>
                  </a:lnTo>
                  <a:lnTo>
                    <a:pt x="8142686" y="2433624"/>
                  </a:lnTo>
                  <a:lnTo>
                    <a:pt x="8143023" y="2431917"/>
                  </a:lnTo>
                  <a:lnTo>
                    <a:pt x="8143359" y="2430149"/>
                  </a:lnTo>
                  <a:lnTo>
                    <a:pt x="8143696" y="2428366"/>
                  </a:lnTo>
                  <a:lnTo>
                    <a:pt x="8144032" y="2426223"/>
                  </a:lnTo>
                  <a:lnTo>
                    <a:pt x="8144369" y="2424080"/>
                  </a:lnTo>
                  <a:lnTo>
                    <a:pt x="8144705" y="2421784"/>
                  </a:lnTo>
                  <a:lnTo>
                    <a:pt x="8145042" y="2419488"/>
                  </a:lnTo>
                  <a:lnTo>
                    <a:pt x="8145378" y="2416947"/>
                  </a:lnTo>
                  <a:lnTo>
                    <a:pt x="8145714" y="2414177"/>
                  </a:lnTo>
                  <a:lnTo>
                    <a:pt x="8146051" y="2411337"/>
                  </a:lnTo>
                  <a:lnTo>
                    <a:pt x="8146387" y="2408873"/>
                  </a:lnTo>
                  <a:lnTo>
                    <a:pt x="8146724" y="2406492"/>
                  </a:lnTo>
                  <a:lnTo>
                    <a:pt x="8147060" y="2404265"/>
                  </a:lnTo>
                  <a:lnTo>
                    <a:pt x="8147397" y="2402191"/>
                  </a:lnTo>
                  <a:lnTo>
                    <a:pt x="8147733" y="2400408"/>
                  </a:lnTo>
                  <a:lnTo>
                    <a:pt x="8148070" y="2398724"/>
                  </a:lnTo>
                  <a:lnTo>
                    <a:pt x="8148406" y="2397125"/>
                  </a:lnTo>
                  <a:lnTo>
                    <a:pt x="8148743" y="2395693"/>
                  </a:lnTo>
                  <a:lnTo>
                    <a:pt x="8149079" y="2394385"/>
                  </a:lnTo>
                  <a:lnTo>
                    <a:pt x="8149416" y="2393007"/>
                  </a:lnTo>
                  <a:lnTo>
                    <a:pt x="8149752" y="2391782"/>
                  </a:lnTo>
                  <a:lnTo>
                    <a:pt x="8150088" y="2390558"/>
                  </a:lnTo>
                  <a:lnTo>
                    <a:pt x="8150425" y="2389578"/>
                  </a:lnTo>
                  <a:lnTo>
                    <a:pt x="8150761" y="2388828"/>
                  </a:lnTo>
                  <a:lnTo>
                    <a:pt x="8151098" y="2388109"/>
                  </a:lnTo>
                  <a:lnTo>
                    <a:pt x="8151434" y="2387298"/>
                  </a:lnTo>
                  <a:lnTo>
                    <a:pt x="8151771" y="2386387"/>
                  </a:lnTo>
                  <a:lnTo>
                    <a:pt x="8152107" y="2385377"/>
                  </a:lnTo>
                  <a:lnTo>
                    <a:pt x="8152444" y="2384282"/>
                  </a:lnTo>
                  <a:lnTo>
                    <a:pt x="8152780" y="2383204"/>
                  </a:lnTo>
                  <a:lnTo>
                    <a:pt x="8153117" y="2382161"/>
                  </a:lnTo>
                  <a:lnTo>
                    <a:pt x="8153453" y="2381048"/>
                  </a:lnTo>
                  <a:lnTo>
                    <a:pt x="8153790" y="2379744"/>
                  </a:lnTo>
                  <a:lnTo>
                    <a:pt x="8154126" y="2378395"/>
                  </a:lnTo>
                  <a:lnTo>
                    <a:pt x="8154462" y="2377053"/>
                  </a:lnTo>
                  <a:lnTo>
                    <a:pt x="8154799" y="2375680"/>
                  </a:lnTo>
                  <a:lnTo>
                    <a:pt x="8155135" y="2374011"/>
                  </a:lnTo>
                  <a:lnTo>
                    <a:pt x="8155472" y="2372198"/>
                  </a:lnTo>
                  <a:lnTo>
                    <a:pt x="8155808" y="2370353"/>
                  </a:lnTo>
                  <a:lnTo>
                    <a:pt x="8156145" y="2368750"/>
                  </a:lnTo>
                  <a:lnTo>
                    <a:pt x="8156481" y="2367228"/>
                  </a:lnTo>
                  <a:lnTo>
                    <a:pt x="8156818" y="2365907"/>
                  </a:lnTo>
                  <a:lnTo>
                    <a:pt x="8157154" y="2364698"/>
                  </a:lnTo>
                  <a:lnTo>
                    <a:pt x="8157491" y="2363681"/>
                  </a:lnTo>
                  <a:lnTo>
                    <a:pt x="8157827" y="2362852"/>
                  </a:lnTo>
                  <a:lnTo>
                    <a:pt x="8158164" y="2362024"/>
                  </a:lnTo>
                  <a:lnTo>
                    <a:pt x="8158500" y="2361195"/>
                  </a:lnTo>
                  <a:lnTo>
                    <a:pt x="8158836" y="2360192"/>
                  </a:lnTo>
                  <a:lnTo>
                    <a:pt x="8159173" y="2359366"/>
                  </a:lnTo>
                  <a:lnTo>
                    <a:pt x="8159509" y="2358600"/>
                  </a:lnTo>
                  <a:lnTo>
                    <a:pt x="8159846" y="2357873"/>
                  </a:lnTo>
                  <a:lnTo>
                    <a:pt x="8160182" y="2357253"/>
                  </a:lnTo>
                  <a:lnTo>
                    <a:pt x="8160519" y="2356495"/>
                  </a:lnTo>
                  <a:lnTo>
                    <a:pt x="8160855" y="2355370"/>
                  </a:lnTo>
                  <a:lnTo>
                    <a:pt x="8161192" y="2353993"/>
                  </a:lnTo>
                  <a:lnTo>
                    <a:pt x="8161528" y="2352615"/>
                  </a:lnTo>
                  <a:lnTo>
                    <a:pt x="8161865" y="2351238"/>
                  </a:lnTo>
                  <a:lnTo>
                    <a:pt x="8162201" y="2349829"/>
                  </a:lnTo>
                  <a:lnTo>
                    <a:pt x="8162538" y="2348283"/>
                  </a:lnTo>
                  <a:lnTo>
                    <a:pt x="8162874" y="2346569"/>
                  </a:lnTo>
                  <a:lnTo>
                    <a:pt x="8163210" y="2344763"/>
                  </a:lnTo>
                  <a:lnTo>
                    <a:pt x="8163547" y="2342842"/>
                  </a:lnTo>
                  <a:lnTo>
                    <a:pt x="8163883" y="2341043"/>
                  </a:lnTo>
                  <a:lnTo>
                    <a:pt x="8164220" y="2339359"/>
                  </a:lnTo>
                  <a:lnTo>
                    <a:pt x="8164556" y="2337676"/>
                  </a:lnTo>
                  <a:lnTo>
                    <a:pt x="8164893" y="2335992"/>
                  </a:lnTo>
                  <a:lnTo>
                    <a:pt x="8165229" y="2334561"/>
                  </a:lnTo>
                  <a:lnTo>
                    <a:pt x="8165566" y="2333443"/>
                  </a:lnTo>
                  <a:lnTo>
                    <a:pt x="8165902" y="2332731"/>
                  </a:lnTo>
                  <a:lnTo>
                    <a:pt x="8166239" y="2332119"/>
                  </a:lnTo>
                  <a:lnTo>
                    <a:pt x="8166575" y="2331507"/>
                  </a:lnTo>
                  <a:lnTo>
                    <a:pt x="8166911" y="2330895"/>
                  </a:lnTo>
                  <a:lnTo>
                    <a:pt x="8167248" y="2330282"/>
                  </a:lnTo>
                  <a:lnTo>
                    <a:pt x="8167584" y="2329685"/>
                  </a:lnTo>
                  <a:lnTo>
                    <a:pt x="8167921" y="2329257"/>
                  </a:lnTo>
                  <a:lnTo>
                    <a:pt x="8168257" y="2329027"/>
                  </a:lnTo>
                  <a:lnTo>
                    <a:pt x="8168594" y="2329027"/>
                  </a:lnTo>
                  <a:lnTo>
                    <a:pt x="8168930" y="2329027"/>
                  </a:lnTo>
                  <a:lnTo>
                    <a:pt x="8169267" y="2329027"/>
                  </a:lnTo>
                  <a:lnTo>
                    <a:pt x="8169603" y="2329027"/>
                  </a:lnTo>
                  <a:lnTo>
                    <a:pt x="8169940" y="2329027"/>
                  </a:lnTo>
                  <a:lnTo>
                    <a:pt x="8170276" y="2329027"/>
                  </a:lnTo>
                  <a:lnTo>
                    <a:pt x="8170613" y="2329027"/>
                  </a:lnTo>
                  <a:lnTo>
                    <a:pt x="8170949" y="2329027"/>
                  </a:lnTo>
                  <a:lnTo>
                    <a:pt x="8171285" y="2328981"/>
                  </a:lnTo>
                  <a:lnTo>
                    <a:pt x="8171622" y="2328828"/>
                  </a:lnTo>
                  <a:lnTo>
                    <a:pt x="8171958" y="2328724"/>
                  </a:lnTo>
                  <a:lnTo>
                    <a:pt x="8172295" y="2328557"/>
                  </a:lnTo>
                  <a:lnTo>
                    <a:pt x="8172631" y="2328298"/>
                  </a:lnTo>
                  <a:lnTo>
                    <a:pt x="8172968" y="2328040"/>
                  </a:lnTo>
                  <a:lnTo>
                    <a:pt x="8173304" y="2327702"/>
                  </a:lnTo>
                  <a:lnTo>
                    <a:pt x="8173641" y="2327201"/>
                  </a:lnTo>
                  <a:lnTo>
                    <a:pt x="8173977" y="2326703"/>
                  </a:lnTo>
                  <a:lnTo>
                    <a:pt x="8174314" y="2325913"/>
                  </a:lnTo>
                  <a:lnTo>
                    <a:pt x="8174650" y="2325021"/>
                  </a:lnTo>
                  <a:lnTo>
                    <a:pt x="8174987" y="2324085"/>
                  </a:lnTo>
                  <a:lnTo>
                    <a:pt x="8175323" y="2323097"/>
                  </a:lnTo>
                  <a:lnTo>
                    <a:pt x="8175659" y="2322152"/>
                  </a:lnTo>
                  <a:lnTo>
                    <a:pt x="8175996" y="2321157"/>
                  </a:lnTo>
                  <a:lnTo>
                    <a:pt x="8176332" y="2320328"/>
                  </a:lnTo>
                  <a:lnTo>
                    <a:pt x="8176669" y="2319457"/>
                  </a:lnTo>
                  <a:lnTo>
                    <a:pt x="8177005" y="2318566"/>
                  </a:lnTo>
                  <a:lnTo>
                    <a:pt x="8177342" y="2317597"/>
                  </a:lnTo>
                  <a:lnTo>
                    <a:pt x="8177678" y="2316651"/>
                  </a:lnTo>
                  <a:lnTo>
                    <a:pt x="8178015" y="2315692"/>
                  </a:lnTo>
                  <a:lnTo>
                    <a:pt x="8178351" y="2314411"/>
                  </a:lnTo>
                  <a:lnTo>
                    <a:pt x="8178688" y="2313049"/>
                  </a:lnTo>
                  <a:lnTo>
                    <a:pt x="8179024" y="2311799"/>
                  </a:lnTo>
                  <a:lnTo>
                    <a:pt x="8179361" y="2310823"/>
                  </a:lnTo>
                  <a:lnTo>
                    <a:pt x="8179697" y="2309731"/>
                  </a:lnTo>
                  <a:lnTo>
                    <a:pt x="8180033" y="2308621"/>
                  </a:lnTo>
                  <a:lnTo>
                    <a:pt x="8180370" y="2307672"/>
                  </a:lnTo>
                  <a:lnTo>
                    <a:pt x="8180706" y="2306753"/>
                  </a:lnTo>
                  <a:lnTo>
                    <a:pt x="8181043" y="2306098"/>
                  </a:lnTo>
                  <a:lnTo>
                    <a:pt x="8181379" y="2305223"/>
                  </a:lnTo>
                  <a:lnTo>
                    <a:pt x="8181716" y="2304728"/>
                  </a:lnTo>
                  <a:lnTo>
                    <a:pt x="8182052" y="2304547"/>
                  </a:lnTo>
                  <a:lnTo>
                    <a:pt x="8182389" y="2304472"/>
                  </a:lnTo>
                  <a:lnTo>
                    <a:pt x="8182725" y="2304582"/>
                  </a:lnTo>
                  <a:lnTo>
                    <a:pt x="8183062" y="2304801"/>
                  </a:lnTo>
                  <a:lnTo>
                    <a:pt x="8183398" y="2305177"/>
                  </a:lnTo>
                  <a:lnTo>
                    <a:pt x="8183735" y="2305814"/>
                  </a:lnTo>
                  <a:lnTo>
                    <a:pt x="8184071" y="2306412"/>
                  </a:lnTo>
                  <a:lnTo>
                    <a:pt x="8184407" y="2307239"/>
                  </a:lnTo>
                  <a:lnTo>
                    <a:pt x="8184744" y="2308002"/>
                  </a:lnTo>
                  <a:lnTo>
                    <a:pt x="8185080" y="2308636"/>
                  </a:lnTo>
                  <a:lnTo>
                    <a:pt x="8185417" y="2309338"/>
                  </a:lnTo>
                  <a:lnTo>
                    <a:pt x="8185753" y="2310013"/>
                  </a:lnTo>
                  <a:lnTo>
                    <a:pt x="8186090" y="2310860"/>
                  </a:lnTo>
                  <a:lnTo>
                    <a:pt x="8186426" y="2311307"/>
                  </a:lnTo>
                  <a:lnTo>
                    <a:pt x="8186763" y="2311310"/>
                  </a:lnTo>
                  <a:lnTo>
                    <a:pt x="8187099" y="2310582"/>
                  </a:lnTo>
                  <a:lnTo>
                    <a:pt x="8187436" y="2309340"/>
                  </a:lnTo>
                  <a:lnTo>
                    <a:pt x="8187772" y="2307717"/>
                  </a:lnTo>
                  <a:lnTo>
                    <a:pt x="8188109" y="2305561"/>
                  </a:lnTo>
                  <a:lnTo>
                    <a:pt x="8188445" y="2303383"/>
                  </a:lnTo>
                  <a:lnTo>
                    <a:pt x="8188781" y="2300676"/>
                  </a:lnTo>
                  <a:lnTo>
                    <a:pt x="8189118" y="2297115"/>
                  </a:lnTo>
                  <a:lnTo>
                    <a:pt x="8189454" y="2292790"/>
                  </a:lnTo>
                  <a:lnTo>
                    <a:pt x="8189791" y="2289080"/>
                  </a:lnTo>
                  <a:lnTo>
                    <a:pt x="8190127" y="2284970"/>
                  </a:lnTo>
                  <a:lnTo>
                    <a:pt x="8190464" y="2280649"/>
                  </a:lnTo>
                  <a:lnTo>
                    <a:pt x="8190800" y="2276788"/>
                  </a:lnTo>
                  <a:lnTo>
                    <a:pt x="8191137" y="2272553"/>
                  </a:lnTo>
                  <a:lnTo>
                    <a:pt x="8191473" y="2268326"/>
                  </a:lnTo>
                  <a:lnTo>
                    <a:pt x="8191810" y="2264244"/>
                  </a:lnTo>
                  <a:lnTo>
                    <a:pt x="8192146" y="2260733"/>
                  </a:lnTo>
                  <a:lnTo>
                    <a:pt x="8192483" y="2257865"/>
                  </a:lnTo>
                  <a:lnTo>
                    <a:pt x="8192819" y="2255628"/>
                  </a:lnTo>
                  <a:lnTo>
                    <a:pt x="8193155" y="2253553"/>
                  </a:lnTo>
                  <a:lnTo>
                    <a:pt x="8193492" y="2251732"/>
                  </a:lnTo>
                  <a:lnTo>
                    <a:pt x="8193828" y="2250111"/>
                  </a:lnTo>
                  <a:lnTo>
                    <a:pt x="8194165" y="2248692"/>
                  </a:lnTo>
                  <a:lnTo>
                    <a:pt x="8194501" y="2247581"/>
                  </a:lnTo>
                  <a:lnTo>
                    <a:pt x="8194838" y="2246609"/>
                  </a:lnTo>
                  <a:lnTo>
                    <a:pt x="8195174" y="2245853"/>
                  </a:lnTo>
                  <a:lnTo>
                    <a:pt x="8195511" y="2245077"/>
                  </a:lnTo>
                  <a:lnTo>
                    <a:pt x="8195847" y="2244175"/>
                  </a:lnTo>
                  <a:lnTo>
                    <a:pt x="8196184" y="2243493"/>
                  </a:lnTo>
                  <a:lnTo>
                    <a:pt x="8196520" y="2243321"/>
                  </a:lnTo>
                  <a:lnTo>
                    <a:pt x="8196857" y="2243398"/>
                  </a:lnTo>
                  <a:lnTo>
                    <a:pt x="8197193" y="2243554"/>
                  </a:lnTo>
                  <a:lnTo>
                    <a:pt x="8197529" y="2243743"/>
                  </a:lnTo>
                  <a:lnTo>
                    <a:pt x="8197866" y="2243956"/>
                  </a:lnTo>
                  <a:lnTo>
                    <a:pt x="8198202" y="2244233"/>
                  </a:lnTo>
                  <a:lnTo>
                    <a:pt x="8198539" y="2244601"/>
                  </a:lnTo>
                  <a:lnTo>
                    <a:pt x="8198875" y="2244751"/>
                  </a:lnTo>
                  <a:lnTo>
                    <a:pt x="8199212" y="2244833"/>
                  </a:lnTo>
                  <a:lnTo>
                    <a:pt x="8199548" y="2244845"/>
                  </a:lnTo>
                  <a:lnTo>
                    <a:pt x="8199885" y="2245251"/>
                  </a:lnTo>
                  <a:lnTo>
                    <a:pt x="8200221" y="2245863"/>
                  </a:lnTo>
                  <a:lnTo>
                    <a:pt x="8200558" y="2246475"/>
                  </a:lnTo>
                  <a:lnTo>
                    <a:pt x="8200894" y="2247087"/>
                  </a:lnTo>
                  <a:lnTo>
                    <a:pt x="8201230" y="2247730"/>
                  </a:lnTo>
                  <a:lnTo>
                    <a:pt x="8201567" y="2248496"/>
                  </a:lnTo>
                  <a:lnTo>
                    <a:pt x="8201903" y="2249261"/>
                  </a:lnTo>
                  <a:lnTo>
                    <a:pt x="8202240" y="2250157"/>
                  </a:lnTo>
                  <a:lnTo>
                    <a:pt x="8202576" y="2251603"/>
                  </a:lnTo>
                  <a:lnTo>
                    <a:pt x="8202913" y="2253287"/>
                  </a:lnTo>
                  <a:lnTo>
                    <a:pt x="8203249" y="2255070"/>
                  </a:lnTo>
                  <a:lnTo>
                    <a:pt x="8203586" y="2257060"/>
                  </a:lnTo>
                  <a:lnTo>
                    <a:pt x="8203922" y="2259027"/>
                  </a:lnTo>
                  <a:lnTo>
                    <a:pt x="8204259" y="2261009"/>
                  </a:lnTo>
                  <a:lnTo>
                    <a:pt x="8204595" y="2263091"/>
                  </a:lnTo>
                  <a:lnTo>
                    <a:pt x="8204932" y="2264989"/>
                  </a:lnTo>
                  <a:lnTo>
                    <a:pt x="8205268" y="2266856"/>
                  </a:lnTo>
                  <a:lnTo>
                    <a:pt x="8205604" y="2268540"/>
                  </a:lnTo>
                  <a:lnTo>
                    <a:pt x="8205941" y="2270140"/>
                  </a:lnTo>
                  <a:lnTo>
                    <a:pt x="8206277" y="2271510"/>
                  </a:lnTo>
                  <a:lnTo>
                    <a:pt x="8206614" y="2272482"/>
                  </a:lnTo>
                  <a:lnTo>
                    <a:pt x="8206950" y="2273278"/>
                  </a:lnTo>
                  <a:lnTo>
                    <a:pt x="8207287" y="2273913"/>
                  </a:lnTo>
                  <a:lnTo>
                    <a:pt x="8207623" y="2273997"/>
                  </a:lnTo>
                  <a:lnTo>
                    <a:pt x="8207960" y="2273806"/>
                  </a:lnTo>
                  <a:lnTo>
                    <a:pt x="8208296" y="2273771"/>
                  </a:lnTo>
                  <a:lnTo>
                    <a:pt x="8208633" y="2273840"/>
                  </a:lnTo>
                  <a:lnTo>
                    <a:pt x="8208969" y="2274045"/>
                  </a:lnTo>
                  <a:lnTo>
                    <a:pt x="8209306" y="2274157"/>
                  </a:lnTo>
                  <a:lnTo>
                    <a:pt x="8209642" y="2274323"/>
                  </a:lnTo>
                  <a:lnTo>
                    <a:pt x="8209978" y="2274678"/>
                  </a:lnTo>
                  <a:lnTo>
                    <a:pt x="8210315" y="2274948"/>
                  </a:lnTo>
                  <a:lnTo>
                    <a:pt x="8210651" y="2275330"/>
                  </a:lnTo>
                  <a:lnTo>
                    <a:pt x="8210988" y="2275796"/>
                  </a:lnTo>
                  <a:lnTo>
                    <a:pt x="8211324" y="2276679"/>
                  </a:lnTo>
                  <a:lnTo>
                    <a:pt x="8211661" y="2277687"/>
                  </a:lnTo>
                  <a:lnTo>
                    <a:pt x="8211997" y="2278992"/>
                  </a:lnTo>
                  <a:lnTo>
                    <a:pt x="8212334" y="2280323"/>
                  </a:lnTo>
                  <a:lnTo>
                    <a:pt x="8212670" y="2281898"/>
                  </a:lnTo>
                  <a:lnTo>
                    <a:pt x="8213007" y="2283735"/>
                  </a:lnTo>
                  <a:lnTo>
                    <a:pt x="8213343" y="2285716"/>
                  </a:lnTo>
                  <a:lnTo>
                    <a:pt x="8213680" y="2287274"/>
                  </a:lnTo>
                  <a:lnTo>
                    <a:pt x="8214016" y="2288613"/>
                  </a:lnTo>
                  <a:lnTo>
                    <a:pt x="8214352" y="2289922"/>
                  </a:lnTo>
                  <a:lnTo>
                    <a:pt x="8214689" y="2291078"/>
                  </a:lnTo>
                  <a:lnTo>
                    <a:pt x="8215025" y="2292019"/>
                  </a:lnTo>
                  <a:lnTo>
                    <a:pt x="8215362" y="2292999"/>
                  </a:lnTo>
                  <a:lnTo>
                    <a:pt x="8215698" y="2293902"/>
                  </a:lnTo>
                  <a:lnTo>
                    <a:pt x="8216035" y="2294583"/>
                  </a:lnTo>
                  <a:lnTo>
                    <a:pt x="8216371" y="2295157"/>
                  </a:lnTo>
                  <a:lnTo>
                    <a:pt x="8216708" y="2295807"/>
                  </a:lnTo>
                  <a:lnTo>
                    <a:pt x="8217044" y="2296167"/>
                  </a:lnTo>
                  <a:lnTo>
                    <a:pt x="8217381" y="2296182"/>
                  </a:lnTo>
                  <a:lnTo>
                    <a:pt x="8217717" y="2295853"/>
                  </a:lnTo>
                  <a:lnTo>
                    <a:pt x="8218054" y="2295226"/>
                  </a:lnTo>
                  <a:lnTo>
                    <a:pt x="8218390" y="2294568"/>
                  </a:lnTo>
                  <a:lnTo>
                    <a:pt x="8218726" y="2294093"/>
                  </a:lnTo>
                  <a:lnTo>
                    <a:pt x="8219063" y="2293749"/>
                  </a:lnTo>
                  <a:lnTo>
                    <a:pt x="8219399" y="2293381"/>
                  </a:lnTo>
                  <a:lnTo>
                    <a:pt x="8219736" y="2293014"/>
                  </a:lnTo>
                  <a:lnTo>
                    <a:pt x="8220072" y="2292554"/>
                  </a:lnTo>
                  <a:lnTo>
                    <a:pt x="8220409" y="2291844"/>
                  </a:lnTo>
                  <a:lnTo>
                    <a:pt x="8220745" y="2291257"/>
                  </a:lnTo>
                  <a:lnTo>
                    <a:pt x="8221082" y="2291070"/>
                  </a:lnTo>
                  <a:lnTo>
                    <a:pt x="8221418" y="2290994"/>
                  </a:lnTo>
                  <a:lnTo>
                    <a:pt x="8221755" y="2290921"/>
                  </a:lnTo>
                  <a:lnTo>
                    <a:pt x="8222091" y="2291016"/>
                  </a:lnTo>
                  <a:lnTo>
                    <a:pt x="8222428" y="2291736"/>
                  </a:lnTo>
                  <a:lnTo>
                    <a:pt x="8222764" y="2292562"/>
                  </a:lnTo>
                  <a:lnTo>
                    <a:pt x="8223100" y="2293442"/>
                  </a:lnTo>
                  <a:lnTo>
                    <a:pt x="8223437" y="2294127"/>
                  </a:lnTo>
                  <a:lnTo>
                    <a:pt x="8223773" y="2294731"/>
                  </a:lnTo>
                  <a:lnTo>
                    <a:pt x="8224110" y="2295164"/>
                  </a:lnTo>
                  <a:lnTo>
                    <a:pt x="8224446" y="2295710"/>
                  </a:lnTo>
                  <a:lnTo>
                    <a:pt x="8224783" y="2296193"/>
                  </a:lnTo>
                  <a:lnTo>
                    <a:pt x="8225119" y="2296619"/>
                  </a:lnTo>
                  <a:lnTo>
                    <a:pt x="8225456" y="2297222"/>
                  </a:lnTo>
                  <a:lnTo>
                    <a:pt x="8225792" y="2297787"/>
                  </a:lnTo>
                  <a:lnTo>
                    <a:pt x="8226129" y="2298294"/>
                  </a:lnTo>
                  <a:lnTo>
                    <a:pt x="8226465" y="2298555"/>
                  </a:lnTo>
                  <a:lnTo>
                    <a:pt x="8226802" y="2298661"/>
                  </a:lnTo>
                  <a:lnTo>
                    <a:pt x="8227138" y="2298729"/>
                  </a:lnTo>
                  <a:lnTo>
                    <a:pt x="8227474" y="2298702"/>
                  </a:lnTo>
                  <a:lnTo>
                    <a:pt x="8227811" y="2298926"/>
                  </a:lnTo>
                  <a:lnTo>
                    <a:pt x="8228147" y="2299555"/>
                  </a:lnTo>
                  <a:lnTo>
                    <a:pt x="8228484" y="2300372"/>
                  </a:lnTo>
                  <a:lnTo>
                    <a:pt x="8228820" y="2301188"/>
                  </a:lnTo>
                  <a:lnTo>
                    <a:pt x="8229157" y="2302004"/>
                  </a:lnTo>
                  <a:lnTo>
                    <a:pt x="8229493" y="2302930"/>
                  </a:lnTo>
                  <a:lnTo>
                    <a:pt x="8229830" y="2303940"/>
                  </a:lnTo>
                  <a:lnTo>
                    <a:pt x="8230166" y="2304889"/>
                  </a:lnTo>
                  <a:lnTo>
                    <a:pt x="8230503" y="2305930"/>
                  </a:lnTo>
                  <a:lnTo>
                    <a:pt x="8230839" y="2307216"/>
                  </a:lnTo>
                  <a:lnTo>
                    <a:pt x="8231176" y="2308662"/>
                  </a:lnTo>
                  <a:lnTo>
                    <a:pt x="8231512" y="2310124"/>
                  </a:lnTo>
                  <a:lnTo>
                    <a:pt x="8231848" y="2311808"/>
                  </a:lnTo>
                  <a:lnTo>
                    <a:pt x="8232185" y="2313492"/>
                  </a:lnTo>
                  <a:lnTo>
                    <a:pt x="8232521" y="2314923"/>
                  </a:lnTo>
                  <a:lnTo>
                    <a:pt x="8232858" y="2316040"/>
                  </a:lnTo>
                  <a:lnTo>
                    <a:pt x="8233194" y="2316752"/>
                  </a:lnTo>
                  <a:lnTo>
                    <a:pt x="8233531" y="2317303"/>
                  </a:lnTo>
                  <a:lnTo>
                    <a:pt x="8233867" y="2317762"/>
                  </a:lnTo>
                  <a:lnTo>
                    <a:pt x="8234204" y="2318084"/>
                  </a:lnTo>
                  <a:lnTo>
                    <a:pt x="8234540" y="2318290"/>
                  </a:lnTo>
                  <a:lnTo>
                    <a:pt x="8234877" y="2318428"/>
                  </a:lnTo>
                  <a:lnTo>
                    <a:pt x="8235213" y="2318306"/>
                  </a:lnTo>
                  <a:lnTo>
                    <a:pt x="8235549" y="2317923"/>
                  </a:lnTo>
                  <a:lnTo>
                    <a:pt x="8235886" y="2317311"/>
                  </a:lnTo>
                  <a:lnTo>
                    <a:pt x="8236222" y="2316645"/>
                  </a:lnTo>
                  <a:lnTo>
                    <a:pt x="8236559" y="2315857"/>
                  </a:lnTo>
                  <a:lnTo>
                    <a:pt x="8236895" y="2314938"/>
                  </a:lnTo>
                  <a:lnTo>
                    <a:pt x="8237232" y="2314020"/>
                  </a:lnTo>
                  <a:lnTo>
                    <a:pt x="8237568" y="2313101"/>
                  </a:lnTo>
                  <a:lnTo>
                    <a:pt x="8237905" y="2312183"/>
                  </a:lnTo>
                  <a:lnTo>
                    <a:pt x="8238241" y="2311265"/>
                  </a:lnTo>
                  <a:lnTo>
                    <a:pt x="8238578" y="2310453"/>
                  </a:lnTo>
                  <a:lnTo>
                    <a:pt x="8238914" y="2309726"/>
                  </a:lnTo>
                  <a:lnTo>
                    <a:pt x="8239251" y="2308920"/>
                  </a:lnTo>
                  <a:lnTo>
                    <a:pt x="8239587" y="2308184"/>
                  </a:lnTo>
                  <a:lnTo>
                    <a:pt x="8239923" y="2307524"/>
                  </a:lnTo>
                  <a:lnTo>
                    <a:pt x="8240260" y="2306956"/>
                  </a:lnTo>
                  <a:lnTo>
                    <a:pt x="8240596" y="2306528"/>
                  </a:lnTo>
                  <a:lnTo>
                    <a:pt x="8240933" y="2306264"/>
                  </a:lnTo>
                  <a:lnTo>
                    <a:pt x="8241269" y="2306050"/>
                  </a:lnTo>
                  <a:lnTo>
                    <a:pt x="8241606" y="2306105"/>
                  </a:lnTo>
                  <a:lnTo>
                    <a:pt x="8241942" y="2306385"/>
                  </a:lnTo>
                  <a:lnTo>
                    <a:pt x="8242279" y="2306708"/>
                  </a:lnTo>
                  <a:lnTo>
                    <a:pt x="8242615" y="2307145"/>
                  </a:lnTo>
                  <a:lnTo>
                    <a:pt x="8242952" y="2307632"/>
                  </a:lnTo>
                  <a:lnTo>
                    <a:pt x="8243288" y="2308167"/>
                  </a:lnTo>
                  <a:lnTo>
                    <a:pt x="8243625" y="2308682"/>
                  </a:lnTo>
                  <a:lnTo>
                    <a:pt x="8243961" y="2309362"/>
                  </a:lnTo>
                  <a:lnTo>
                    <a:pt x="8244297" y="2310230"/>
                  </a:lnTo>
                  <a:lnTo>
                    <a:pt x="8244634" y="2311284"/>
                  </a:lnTo>
                  <a:lnTo>
                    <a:pt x="8244970" y="2312382"/>
                  </a:lnTo>
                  <a:lnTo>
                    <a:pt x="8245307" y="2313495"/>
                  </a:lnTo>
                  <a:lnTo>
                    <a:pt x="8245643" y="2314928"/>
                  </a:lnTo>
                  <a:lnTo>
                    <a:pt x="8245980" y="2316444"/>
                  </a:lnTo>
                  <a:lnTo>
                    <a:pt x="8246316" y="2317846"/>
                  </a:lnTo>
                  <a:lnTo>
                    <a:pt x="8246653" y="2319121"/>
                  </a:lnTo>
                  <a:lnTo>
                    <a:pt x="8246989" y="2320520"/>
                  </a:lnTo>
                  <a:lnTo>
                    <a:pt x="8247326" y="2322073"/>
                  </a:lnTo>
                  <a:lnTo>
                    <a:pt x="8247662" y="2323451"/>
                  </a:lnTo>
                  <a:lnTo>
                    <a:pt x="8247999" y="2324829"/>
                  </a:lnTo>
                  <a:lnTo>
                    <a:pt x="8248335" y="2325944"/>
                  </a:lnTo>
                  <a:lnTo>
                    <a:pt x="8248671" y="2327117"/>
                  </a:lnTo>
                  <a:lnTo>
                    <a:pt x="8249008" y="2328017"/>
                  </a:lnTo>
                  <a:lnTo>
                    <a:pt x="8249344" y="2328811"/>
                  </a:lnTo>
                  <a:lnTo>
                    <a:pt x="8249681" y="2329321"/>
                  </a:lnTo>
                  <a:lnTo>
                    <a:pt x="8250017" y="2329632"/>
                  </a:lnTo>
                  <a:lnTo>
                    <a:pt x="8250354" y="2329631"/>
                  </a:lnTo>
                  <a:lnTo>
                    <a:pt x="8250690" y="2329227"/>
                  </a:lnTo>
                  <a:lnTo>
                    <a:pt x="8251027" y="2328627"/>
                  </a:lnTo>
                  <a:lnTo>
                    <a:pt x="8251363" y="2328161"/>
                  </a:lnTo>
                  <a:lnTo>
                    <a:pt x="8251700" y="2327550"/>
                  </a:lnTo>
                  <a:lnTo>
                    <a:pt x="8252036" y="2327003"/>
                  </a:lnTo>
                  <a:lnTo>
                    <a:pt x="8252373" y="2326486"/>
                  </a:lnTo>
                  <a:lnTo>
                    <a:pt x="8252709" y="2325969"/>
                  </a:lnTo>
                  <a:lnTo>
                    <a:pt x="8253045" y="2325403"/>
                  </a:lnTo>
                  <a:lnTo>
                    <a:pt x="8253382" y="2324772"/>
                  </a:lnTo>
                  <a:lnTo>
                    <a:pt x="8253718" y="2324553"/>
                  </a:lnTo>
                  <a:lnTo>
                    <a:pt x="8254055" y="2324482"/>
                  </a:lnTo>
                  <a:lnTo>
                    <a:pt x="8254391" y="2324841"/>
                  </a:lnTo>
                  <a:lnTo>
                    <a:pt x="8254728" y="2325859"/>
                  </a:lnTo>
                  <a:lnTo>
                    <a:pt x="8255064" y="2327343"/>
                  </a:lnTo>
                  <a:lnTo>
                    <a:pt x="8255401" y="2329576"/>
                  </a:lnTo>
                  <a:lnTo>
                    <a:pt x="8255737" y="2332031"/>
                  </a:lnTo>
                  <a:lnTo>
                    <a:pt x="8256074" y="2335044"/>
                  </a:lnTo>
                  <a:lnTo>
                    <a:pt x="8256410" y="2338857"/>
                  </a:lnTo>
                  <a:lnTo>
                    <a:pt x="8256747" y="2343029"/>
                  </a:lnTo>
                  <a:lnTo>
                    <a:pt x="8257083" y="2346587"/>
                  </a:lnTo>
                  <a:lnTo>
                    <a:pt x="8257419" y="2350414"/>
                  </a:lnTo>
                  <a:lnTo>
                    <a:pt x="8257756" y="2354313"/>
                  </a:lnTo>
                  <a:lnTo>
                    <a:pt x="8258092" y="2357669"/>
                  </a:lnTo>
                  <a:lnTo>
                    <a:pt x="8258429" y="2361292"/>
                  </a:lnTo>
                  <a:lnTo>
                    <a:pt x="8258765" y="2364906"/>
                  </a:lnTo>
                  <a:lnTo>
                    <a:pt x="8259102" y="2368567"/>
                  </a:lnTo>
                  <a:lnTo>
                    <a:pt x="8259438" y="2371772"/>
                  </a:lnTo>
                  <a:lnTo>
                    <a:pt x="8259775" y="2374335"/>
                  </a:lnTo>
                  <a:lnTo>
                    <a:pt x="8260111" y="2376265"/>
                  </a:lnTo>
                  <a:lnTo>
                    <a:pt x="8260448" y="2377973"/>
                  </a:lnTo>
                  <a:lnTo>
                    <a:pt x="8260784" y="2379227"/>
                  </a:lnTo>
                  <a:lnTo>
                    <a:pt x="8261121" y="2380132"/>
                  </a:lnTo>
                  <a:lnTo>
                    <a:pt x="8261457" y="2380764"/>
                  </a:lnTo>
                  <a:lnTo>
                    <a:pt x="8261793" y="2381461"/>
                  </a:lnTo>
                  <a:lnTo>
                    <a:pt x="8262130" y="2382006"/>
                  </a:lnTo>
                  <a:lnTo>
                    <a:pt x="8262466" y="2382425"/>
                  </a:lnTo>
                  <a:lnTo>
                    <a:pt x="8262803" y="2382899"/>
                  </a:lnTo>
                  <a:lnTo>
                    <a:pt x="8263139" y="2383485"/>
                  </a:lnTo>
                  <a:lnTo>
                    <a:pt x="8263476" y="2383767"/>
                  </a:lnTo>
                  <a:lnTo>
                    <a:pt x="8263812" y="2383378"/>
                  </a:lnTo>
                  <a:lnTo>
                    <a:pt x="8264149" y="2382594"/>
                  </a:lnTo>
                  <a:lnTo>
                    <a:pt x="8264485" y="2381732"/>
                  </a:lnTo>
                  <a:lnTo>
                    <a:pt x="8264822" y="2380836"/>
                  </a:lnTo>
                  <a:lnTo>
                    <a:pt x="8265158" y="2379916"/>
                  </a:lnTo>
                  <a:lnTo>
                    <a:pt x="8265494" y="2378994"/>
                  </a:lnTo>
                  <a:lnTo>
                    <a:pt x="8265831" y="2378225"/>
                  </a:lnTo>
                  <a:lnTo>
                    <a:pt x="8266167" y="2377520"/>
                  </a:lnTo>
                  <a:lnTo>
                    <a:pt x="8266504" y="2376854"/>
                  </a:lnTo>
                  <a:lnTo>
                    <a:pt x="8266840" y="2375859"/>
                  </a:lnTo>
                  <a:lnTo>
                    <a:pt x="8267177" y="2374550"/>
                  </a:lnTo>
                  <a:lnTo>
                    <a:pt x="8267513" y="2373020"/>
                  </a:lnTo>
                  <a:lnTo>
                    <a:pt x="8267850" y="2371489"/>
                  </a:lnTo>
                  <a:lnTo>
                    <a:pt x="8268186" y="2370012"/>
                  </a:lnTo>
                  <a:lnTo>
                    <a:pt x="8268523" y="2368481"/>
                  </a:lnTo>
                  <a:lnTo>
                    <a:pt x="8268859" y="2367027"/>
                  </a:lnTo>
                  <a:lnTo>
                    <a:pt x="8269196" y="2365496"/>
                  </a:lnTo>
                  <a:lnTo>
                    <a:pt x="8269532" y="2363851"/>
                  </a:lnTo>
                  <a:lnTo>
                    <a:pt x="8269868" y="2361914"/>
                  </a:lnTo>
                  <a:lnTo>
                    <a:pt x="8270205" y="2359909"/>
                  </a:lnTo>
                  <a:lnTo>
                    <a:pt x="8270541" y="2357713"/>
                  </a:lnTo>
                  <a:lnTo>
                    <a:pt x="8270878" y="2355401"/>
                  </a:lnTo>
                  <a:lnTo>
                    <a:pt x="8271214" y="2352822"/>
                  </a:lnTo>
                  <a:lnTo>
                    <a:pt x="8271551" y="2350427"/>
                  </a:lnTo>
                  <a:lnTo>
                    <a:pt x="8271887" y="2348360"/>
                  </a:lnTo>
                  <a:lnTo>
                    <a:pt x="8272224" y="2346608"/>
                  </a:lnTo>
                  <a:lnTo>
                    <a:pt x="8272560" y="2345176"/>
                  </a:lnTo>
                  <a:lnTo>
                    <a:pt x="8272897" y="2343952"/>
                  </a:lnTo>
                  <a:lnTo>
                    <a:pt x="8273233" y="2342873"/>
                  </a:lnTo>
                  <a:lnTo>
                    <a:pt x="8273570" y="2342084"/>
                  </a:lnTo>
                  <a:lnTo>
                    <a:pt x="8273906" y="2341656"/>
                  </a:lnTo>
                  <a:lnTo>
                    <a:pt x="8274242" y="2341625"/>
                  </a:lnTo>
                  <a:lnTo>
                    <a:pt x="8274579" y="2341740"/>
                  </a:lnTo>
                  <a:lnTo>
                    <a:pt x="8274915" y="2342146"/>
                  </a:lnTo>
                  <a:lnTo>
                    <a:pt x="8275252" y="2342658"/>
                  </a:lnTo>
                  <a:lnTo>
                    <a:pt x="8275588" y="2343175"/>
                  </a:lnTo>
                  <a:lnTo>
                    <a:pt x="8275925" y="2344058"/>
                  </a:lnTo>
                  <a:lnTo>
                    <a:pt x="8276261" y="2345283"/>
                  </a:lnTo>
                  <a:lnTo>
                    <a:pt x="8276598" y="2346560"/>
                  </a:lnTo>
                  <a:lnTo>
                    <a:pt x="8276934" y="2347816"/>
                  </a:lnTo>
                  <a:lnTo>
                    <a:pt x="8277271" y="2349135"/>
                  </a:lnTo>
                  <a:lnTo>
                    <a:pt x="8277607" y="2350441"/>
                  </a:lnTo>
                  <a:lnTo>
                    <a:pt x="8277944" y="2351615"/>
                  </a:lnTo>
                  <a:lnTo>
                    <a:pt x="8278280" y="2352808"/>
                  </a:lnTo>
                  <a:lnTo>
                    <a:pt x="8278616" y="2353983"/>
                  </a:lnTo>
                  <a:lnTo>
                    <a:pt x="8278953" y="2354975"/>
                  </a:lnTo>
                  <a:lnTo>
                    <a:pt x="8279289" y="2355753"/>
                  </a:lnTo>
                  <a:lnTo>
                    <a:pt x="8279626" y="2356507"/>
                  </a:lnTo>
                  <a:lnTo>
                    <a:pt x="8279962" y="2357260"/>
                  </a:lnTo>
                  <a:lnTo>
                    <a:pt x="8280299" y="2357870"/>
                  </a:lnTo>
                  <a:lnTo>
                    <a:pt x="8280635" y="2358391"/>
                  </a:lnTo>
                  <a:lnTo>
                    <a:pt x="8280972" y="2358946"/>
                  </a:lnTo>
                  <a:lnTo>
                    <a:pt x="8281308" y="2359572"/>
                  </a:lnTo>
                  <a:lnTo>
                    <a:pt x="8281645" y="2360038"/>
                  </a:lnTo>
                  <a:lnTo>
                    <a:pt x="8281981" y="2360336"/>
                  </a:lnTo>
                  <a:lnTo>
                    <a:pt x="8282318" y="2360413"/>
                  </a:lnTo>
                  <a:lnTo>
                    <a:pt x="8282654" y="2360405"/>
                  </a:lnTo>
                  <a:lnTo>
                    <a:pt x="8282990" y="2360489"/>
                  </a:lnTo>
                  <a:lnTo>
                    <a:pt x="8283327" y="2360627"/>
                  </a:lnTo>
                  <a:lnTo>
                    <a:pt x="8283663" y="2360650"/>
                  </a:lnTo>
                  <a:lnTo>
                    <a:pt x="8284000" y="2360352"/>
                  </a:lnTo>
                  <a:lnTo>
                    <a:pt x="8284336" y="2360076"/>
                  </a:lnTo>
                  <a:lnTo>
                    <a:pt x="8284673" y="2360332"/>
                  </a:lnTo>
                  <a:lnTo>
                    <a:pt x="8285009" y="2360597"/>
                  </a:lnTo>
                  <a:lnTo>
                    <a:pt x="8285346" y="2361050"/>
                  </a:lnTo>
                  <a:lnTo>
                    <a:pt x="8285682" y="2361588"/>
                  </a:lnTo>
                  <a:lnTo>
                    <a:pt x="8286019" y="2362033"/>
                  </a:lnTo>
                  <a:lnTo>
                    <a:pt x="8286355" y="2362474"/>
                  </a:lnTo>
                  <a:lnTo>
                    <a:pt x="8286692" y="2363137"/>
                  </a:lnTo>
                  <a:lnTo>
                    <a:pt x="8287028" y="2363891"/>
                  </a:lnTo>
                  <a:lnTo>
                    <a:pt x="8287364" y="2364841"/>
                  </a:lnTo>
                  <a:lnTo>
                    <a:pt x="8287701" y="2366005"/>
                  </a:lnTo>
                  <a:lnTo>
                    <a:pt x="8288037" y="2367115"/>
                  </a:lnTo>
                  <a:lnTo>
                    <a:pt x="8288374" y="2367918"/>
                  </a:lnTo>
                  <a:lnTo>
                    <a:pt x="8288710" y="2368709"/>
                  </a:lnTo>
                  <a:lnTo>
                    <a:pt x="8289047" y="2369807"/>
                  </a:lnTo>
                  <a:lnTo>
                    <a:pt x="8289383" y="2370804"/>
                  </a:lnTo>
                  <a:lnTo>
                    <a:pt x="8289720" y="2371402"/>
                  </a:lnTo>
                  <a:lnTo>
                    <a:pt x="8290056" y="2372131"/>
                  </a:lnTo>
                  <a:lnTo>
                    <a:pt x="8290393" y="2372824"/>
                  </a:lnTo>
                  <a:lnTo>
                    <a:pt x="8290729" y="2373436"/>
                  </a:lnTo>
                  <a:lnTo>
                    <a:pt x="8291066" y="2374048"/>
                  </a:lnTo>
                  <a:lnTo>
                    <a:pt x="8291402" y="2374546"/>
                  </a:lnTo>
                  <a:lnTo>
                    <a:pt x="8291738" y="2374627"/>
                  </a:lnTo>
                  <a:lnTo>
                    <a:pt x="8292075" y="2374648"/>
                  </a:lnTo>
                  <a:lnTo>
                    <a:pt x="8292411" y="2374285"/>
                  </a:lnTo>
                  <a:lnTo>
                    <a:pt x="8292748" y="2373531"/>
                  </a:lnTo>
                  <a:lnTo>
                    <a:pt x="8293084" y="2372509"/>
                  </a:lnTo>
                  <a:lnTo>
                    <a:pt x="8293421" y="2371750"/>
                  </a:lnTo>
                  <a:lnTo>
                    <a:pt x="8293757" y="2371014"/>
                  </a:lnTo>
                  <a:lnTo>
                    <a:pt x="8294094" y="2370181"/>
                  </a:lnTo>
                  <a:lnTo>
                    <a:pt x="8294430" y="2369463"/>
                  </a:lnTo>
                  <a:lnTo>
                    <a:pt x="8294767" y="2368563"/>
                  </a:lnTo>
                  <a:lnTo>
                    <a:pt x="8295103" y="2367283"/>
                  </a:lnTo>
                  <a:lnTo>
                    <a:pt x="8295440" y="2365820"/>
                  </a:lnTo>
                  <a:lnTo>
                    <a:pt x="8295776" y="2364024"/>
                  </a:lnTo>
                  <a:lnTo>
                    <a:pt x="8296112" y="2362013"/>
                  </a:lnTo>
                  <a:lnTo>
                    <a:pt x="8296449" y="2360057"/>
                  </a:lnTo>
                  <a:lnTo>
                    <a:pt x="8296785" y="2358213"/>
                  </a:lnTo>
                  <a:lnTo>
                    <a:pt x="8297122" y="2356353"/>
                  </a:lnTo>
                  <a:lnTo>
                    <a:pt x="8297458" y="2354975"/>
                  </a:lnTo>
                  <a:lnTo>
                    <a:pt x="8297795" y="2353812"/>
                  </a:lnTo>
                  <a:lnTo>
                    <a:pt x="8298131" y="2352825"/>
                  </a:lnTo>
                  <a:lnTo>
                    <a:pt x="8298468" y="2351646"/>
                  </a:lnTo>
                  <a:lnTo>
                    <a:pt x="8298804" y="2350414"/>
                  </a:lnTo>
                  <a:lnTo>
                    <a:pt x="8299141" y="2349151"/>
                  </a:lnTo>
                  <a:lnTo>
                    <a:pt x="8299477" y="2347927"/>
                  </a:lnTo>
                  <a:lnTo>
                    <a:pt x="8299813" y="2347023"/>
                  </a:lnTo>
                  <a:lnTo>
                    <a:pt x="8300150" y="2346388"/>
                  </a:lnTo>
                  <a:lnTo>
                    <a:pt x="8300486" y="2345898"/>
                  </a:lnTo>
                  <a:lnTo>
                    <a:pt x="8300823" y="2345715"/>
                  </a:lnTo>
                  <a:lnTo>
                    <a:pt x="8301159" y="2345837"/>
                  </a:lnTo>
                  <a:lnTo>
                    <a:pt x="8301496" y="2346128"/>
                  </a:lnTo>
                  <a:lnTo>
                    <a:pt x="8301832" y="2346534"/>
                  </a:lnTo>
                  <a:lnTo>
                    <a:pt x="8302169" y="2346993"/>
                  </a:lnTo>
                  <a:lnTo>
                    <a:pt x="8302505" y="2347544"/>
                  </a:lnTo>
                  <a:lnTo>
                    <a:pt x="8302842" y="2348156"/>
                  </a:lnTo>
                  <a:lnTo>
                    <a:pt x="8303178" y="2348768"/>
                  </a:lnTo>
                  <a:lnTo>
                    <a:pt x="8303515" y="2349434"/>
                  </a:lnTo>
                  <a:lnTo>
                    <a:pt x="8303851" y="2350223"/>
                  </a:lnTo>
                  <a:lnTo>
                    <a:pt x="8304187" y="2351141"/>
                  </a:lnTo>
                  <a:lnTo>
                    <a:pt x="8304524" y="2352059"/>
                  </a:lnTo>
                  <a:lnTo>
                    <a:pt x="8304860" y="2352848"/>
                  </a:lnTo>
                  <a:lnTo>
                    <a:pt x="8305197" y="2353605"/>
                  </a:lnTo>
                  <a:lnTo>
                    <a:pt x="8305533" y="2354318"/>
                  </a:lnTo>
                  <a:lnTo>
                    <a:pt x="8305870" y="2354913"/>
                  </a:lnTo>
                  <a:lnTo>
                    <a:pt x="8306206" y="2355456"/>
                  </a:lnTo>
                  <a:lnTo>
                    <a:pt x="8306543" y="2356029"/>
                  </a:lnTo>
                  <a:lnTo>
                    <a:pt x="8306879" y="2356594"/>
                  </a:lnTo>
                  <a:lnTo>
                    <a:pt x="8307216" y="2357175"/>
                  </a:lnTo>
                  <a:lnTo>
                    <a:pt x="8307552" y="2357620"/>
                  </a:lnTo>
                  <a:lnTo>
                    <a:pt x="8307889" y="2357910"/>
                  </a:lnTo>
                  <a:lnTo>
                    <a:pt x="8308225" y="2358087"/>
                  </a:lnTo>
                  <a:lnTo>
                    <a:pt x="8308561" y="2358210"/>
                  </a:lnTo>
                  <a:lnTo>
                    <a:pt x="8308898" y="2358356"/>
                  </a:lnTo>
                  <a:lnTo>
                    <a:pt x="8309234" y="2358380"/>
                  </a:lnTo>
                  <a:lnTo>
                    <a:pt x="8309571" y="2358403"/>
                  </a:lnTo>
                  <a:lnTo>
                    <a:pt x="8309907" y="2358534"/>
                  </a:lnTo>
                  <a:lnTo>
                    <a:pt x="8310244" y="2358689"/>
                  </a:lnTo>
                  <a:lnTo>
                    <a:pt x="8310406" y="252988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792904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92921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87144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311199" y="2702589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11199" y="2034165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1199" y="136574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199" y="697318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24" name="pl24"/>
            <p:cNvSpPr/>
            <p:nvPr/>
          </p:nvSpPr>
          <p:spPr>
            <a:xfrm>
              <a:off x="552350" y="27463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52350" y="20779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2350" y="14095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2350" y="7411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87144" y="3231162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694941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77245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059549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741853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424157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 rot="-5400000">
              <a:off x="96391" y="1763399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87144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587144" y="3520461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70307" y="6343384"/>
              <a:ext cx="14174" cy="10760"/>
            </a:xfrm>
            <a:custGeom>
              <a:avLst/>
              <a:pathLst>
                <a:path w="14174" h="10760">
                  <a:moveTo>
                    <a:pt x="0" y="10760"/>
                  </a:moveTo>
                  <a:lnTo>
                    <a:pt x="305" y="10387"/>
                  </a:lnTo>
                  <a:lnTo>
                    <a:pt x="641" y="10054"/>
                  </a:lnTo>
                  <a:lnTo>
                    <a:pt x="978" y="9721"/>
                  </a:lnTo>
                  <a:lnTo>
                    <a:pt x="1314" y="9359"/>
                  </a:lnTo>
                  <a:lnTo>
                    <a:pt x="1650" y="8995"/>
                  </a:lnTo>
                  <a:lnTo>
                    <a:pt x="1987" y="8694"/>
                  </a:lnTo>
                  <a:lnTo>
                    <a:pt x="2323" y="8465"/>
                  </a:lnTo>
                  <a:lnTo>
                    <a:pt x="2660" y="8195"/>
                  </a:lnTo>
                  <a:lnTo>
                    <a:pt x="2996" y="7654"/>
                  </a:lnTo>
                  <a:lnTo>
                    <a:pt x="3333" y="7074"/>
                  </a:lnTo>
                  <a:lnTo>
                    <a:pt x="3669" y="6458"/>
                  </a:lnTo>
                  <a:lnTo>
                    <a:pt x="4006" y="5555"/>
                  </a:lnTo>
                  <a:lnTo>
                    <a:pt x="4342" y="4863"/>
                  </a:lnTo>
                  <a:lnTo>
                    <a:pt x="4679" y="4215"/>
                  </a:lnTo>
                  <a:lnTo>
                    <a:pt x="5015" y="3566"/>
                  </a:lnTo>
                  <a:lnTo>
                    <a:pt x="5352" y="2921"/>
                  </a:lnTo>
                  <a:lnTo>
                    <a:pt x="5688" y="2380"/>
                  </a:lnTo>
                  <a:lnTo>
                    <a:pt x="6024" y="1874"/>
                  </a:lnTo>
                  <a:lnTo>
                    <a:pt x="6361" y="1419"/>
                  </a:lnTo>
                  <a:lnTo>
                    <a:pt x="6697" y="1057"/>
                  </a:lnTo>
                  <a:lnTo>
                    <a:pt x="7034" y="695"/>
                  </a:lnTo>
                  <a:lnTo>
                    <a:pt x="7370" y="322"/>
                  </a:lnTo>
                  <a:lnTo>
                    <a:pt x="7707" y="58"/>
                  </a:lnTo>
                  <a:lnTo>
                    <a:pt x="8043" y="0"/>
                  </a:lnTo>
                  <a:lnTo>
                    <a:pt x="8380" y="308"/>
                  </a:lnTo>
                  <a:lnTo>
                    <a:pt x="8716" y="826"/>
                  </a:lnTo>
                  <a:lnTo>
                    <a:pt x="9053" y="1400"/>
                  </a:lnTo>
                  <a:lnTo>
                    <a:pt x="9389" y="2018"/>
                  </a:lnTo>
                  <a:lnTo>
                    <a:pt x="9725" y="2751"/>
                  </a:lnTo>
                  <a:lnTo>
                    <a:pt x="10062" y="3470"/>
                  </a:lnTo>
                  <a:lnTo>
                    <a:pt x="10398" y="4181"/>
                  </a:lnTo>
                  <a:lnTo>
                    <a:pt x="10735" y="4684"/>
                  </a:lnTo>
                  <a:lnTo>
                    <a:pt x="11071" y="5115"/>
                  </a:lnTo>
                  <a:lnTo>
                    <a:pt x="11408" y="5596"/>
                  </a:lnTo>
                  <a:lnTo>
                    <a:pt x="11744" y="6171"/>
                  </a:lnTo>
                  <a:lnTo>
                    <a:pt x="12081" y="6746"/>
                  </a:lnTo>
                  <a:lnTo>
                    <a:pt x="12417" y="7320"/>
                  </a:lnTo>
                  <a:lnTo>
                    <a:pt x="12754" y="8024"/>
                  </a:lnTo>
                  <a:lnTo>
                    <a:pt x="13090" y="8743"/>
                  </a:lnTo>
                  <a:lnTo>
                    <a:pt x="13427" y="9440"/>
                  </a:lnTo>
                  <a:lnTo>
                    <a:pt x="13763" y="10000"/>
                  </a:lnTo>
                  <a:lnTo>
                    <a:pt x="14099" y="10611"/>
                  </a:lnTo>
                  <a:lnTo>
                    <a:pt x="14174" y="107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71356" y="6323476"/>
              <a:ext cx="69805" cy="30668"/>
            </a:xfrm>
            <a:custGeom>
              <a:avLst/>
              <a:pathLst>
                <a:path w="69805" h="30668">
                  <a:moveTo>
                    <a:pt x="0" y="30668"/>
                  </a:moveTo>
                  <a:lnTo>
                    <a:pt x="123" y="30456"/>
                  </a:lnTo>
                  <a:lnTo>
                    <a:pt x="459" y="29783"/>
                  </a:lnTo>
                  <a:lnTo>
                    <a:pt x="796" y="29066"/>
                  </a:lnTo>
                  <a:lnTo>
                    <a:pt x="1132" y="28390"/>
                  </a:lnTo>
                  <a:lnTo>
                    <a:pt x="1469" y="27689"/>
                  </a:lnTo>
                  <a:lnTo>
                    <a:pt x="1805" y="26877"/>
                  </a:lnTo>
                  <a:lnTo>
                    <a:pt x="2142" y="26151"/>
                  </a:lnTo>
                  <a:lnTo>
                    <a:pt x="2478" y="25483"/>
                  </a:lnTo>
                  <a:lnTo>
                    <a:pt x="2815" y="24975"/>
                  </a:lnTo>
                  <a:lnTo>
                    <a:pt x="3151" y="24721"/>
                  </a:lnTo>
                  <a:lnTo>
                    <a:pt x="3488" y="24628"/>
                  </a:lnTo>
                  <a:lnTo>
                    <a:pt x="3824" y="24645"/>
                  </a:lnTo>
                  <a:lnTo>
                    <a:pt x="4161" y="24685"/>
                  </a:lnTo>
                  <a:lnTo>
                    <a:pt x="4497" y="24662"/>
                  </a:lnTo>
                  <a:lnTo>
                    <a:pt x="4833" y="24464"/>
                  </a:lnTo>
                  <a:lnTo>
                    <a:pt x="5170" y="24203"/>
                  </a:lnTo>
                  <a:lnTo>
                    <a:pt x="5506" y="23874"/>
                  </a:lnTo>
                  <a:lnTo>
                    <a:pt x="5843" y="23518"/>
                  </a:lnTo>
                  <a:lnTo>
                    <a:pt x="6179" y="23011"/>
                  </a:lnTo>
                  <a:lnTo>
                    <a:pt x="6516" y="22507"/>
                  </a:lnTo>
                  <a:lnTo>
                    <a:pt x="6852" y="21947"/>
                  </a:lnTo>
                  <a:lnTo>
                    <a:pt x="7189" y="21486"/>
                  </a:lnTo>
                  <a:lnTo>
                    <a:pt x="7525" y="21013"/>
                  </a:lnTo>
                  <a:lnTo>
                    <a:pt x="7862" y="20532"/>
                  </a:lnTo>
                  <a:lnTo>
                    <a:pt x="8198" y="19967"/>
                  </a:lnTo>
                  <a:lnTo>
                    <a:pt x="8535" y="19406"/>
                  </a:lnTo>
                  <a:lnTo>
                    <a:pt x="8871" y="18884"/>
                  </a:lnTo>
                  <a:lnTo>
                    <a:pt x="9207" y="18307"/>
                  </a:lnTo>
                  <a:lnTo>
                    <a:pt x="9544" y="17844"/>
                  </a:lnTo>
                  <a:lnTo>
                    <a:pt x="9880" y="17475"/>
                  </a:lnTo>
                  <a:lnTo>
                    <a:pt x="10217" y="17176"/>
                  </a:lnTo>
                  <a:lnTo>
                    <a:pt x="10553" y="17021"/>
                  </a:lnTo>
                  <a:lnTo>
                    <a:pt x="10890" y="16897"/>
                  </a:lnTo>
                  <a:lnTo>
                    <a:pt x="11226" y="16833"/>
                  </a:lnTo>
                  <a:lnTo>
                    <a:pt x="11563" y="16816"/>
                  </a:lnTo>
                  <a:lnTo>
                    <a:pt x="11899" y="16799"/>
                  </a:lnTo>
                  <a:lnTo>
                    <a:pt x="12236" y="16764"/>
                  </a:lnTo>
                  <a:lnTo>
                    <a:pt x="12572" y="16747"/>
                  </a:lnTo>
                  <a:lnTo>
                    <a:pt x="12909" y="16832"/>
                  </a:lnTo>
                  <a:lnTo>
                    <a:pt x="13245" y="16920"/>
                  </a:lnTo>
                  <a:lnTo>
                    <a:pt x="13581" y="17002"/>
                  </a:lnTo>
                  <a:lnTo>
                    <a:pt x="13918" y="17094"/>
                  </a:lnTo>
                  <a:lnTo>
                    <a:pt x="14254" y="17186"/>
                  </a:lnTo>
                  <a:lnTo>
                    <a:pt x="14591" y="17302"/>
                  </a:lnTo>
                  <a:lnTo>
                    <a:pt x="14927" y="17440"/>
                  </a:lnTo>
                  <a:lnTo>
                    <a:pt x="15264" y="17524"/>
                  </a:lnTo>
                  <a:lnTo>
                    <a:pt x="15600" y="17609"/>
                  </a:lnTo>
                  <a:lnTo>
                    <a:pt x="15937" y="17709"/>
                  </a:lnTo>
                  <a:lnTo>
                    <a:pt x="16273" y="17793"/>
                  </a:lnTo>
                  <a:lnTo>
                    <a:pt x="16610" y="17905"/>
                  </a:lnTo>
                  <a:lnTo>
                    <a:pt x="16946" y="18103"/>
                  </a:lnTo>
                  <a:lnTo>
                    <a:pt x="17283" y="18103"/>
                  </a:lnTo>
                  <a:lnTo>
                    <a:pt x="17619" y="18103"/>
                  </a:lnTo>
                  <a:lnTo>
                    <a:pt x="17955" y="18103"/>
                  </a:lnTo>
                  <a:lnTo>
                    <a:pt x="18292" y="18103"/>
                  </a:lnTo>
                  <a:lnTo>
                    <a:pt x="18628" y="18103"/>
                  </a:lnTo>
                  <a:lnTo>
                    <a:pt x="18965" y="18103"/>
                  </a:lnTo>
                  <a:lnTo>
                    <a:pt x="19301" y="18103"/>
                  </a:lnTo>
                  <a:lnTo>
                    <a:pt x="19638" y="18103"/>
                  </a:lnTo>
                  <a:lnTo>
                    <a:pt x="19974" y="18103"/>
                  </a:lnTo>
                  <a:lnTo>
                    <a:pt x="20311" y="18103"/>
                  </a:lnTo>
                  <a:lnTo>
                    <a:pt x="20647" y="18103"/>
                  </a:lnTo>
                  <a:lnTo>
                    <a:pt x="20984" y="18103"/>
                  </a:lnTo>
                  <a:lnTo>
                    <a:pt x="21320" y="18103"/>
                  </a:lnTo>
                  <a:lnTo>
                    <a:pt x="21657" y="18103"/>
                  </a:lnTo>
                  <a:lnTo>
                    <a:pt x="21993" y="18103"/>
                  </a:lnTo>
                  <a:lnTo>
                    <a:pt x="22329" y="18103"/>
                  </a:lnTo>
                  <a:lnTo>
                    <a:pt x="22666" y="18211"/>
                  </a:lnTo>
                  <a:lnTo>
                    <a:pt x="23002" y="18355"/>
                  </a:lnTo>
                  <a:lnTo>
                    <a:pt x="23339" y="18499"/>
                  </a:lnTo>
                  <a:lnTo>
                    <a:pt x="23675" y="18642"/>
                  </a:lnTo>
                  <a:lnTo>
                    <a:pt x="24012" y="18930"/>
                  </a:lnTo>
                  <a:lnTo>
                    <a:pt x="24348" y="19217"/>
                  </a:lnTo>
                  <a:lnTo>
                    <a:pt x="24685" y="19504"/>
                  </a:lnTo>
                  <a:lnTo>
                    <a:pt x="25021" y="19792"/>
                  </a:lnTo>
                  <a:lnTo>
                    <a:pt x="25358" y="19823"/>
                  </a:lnTo>
                  <a:lnTo>
                    <a:pt x="25694" y="19799"/>
                  </a:lnTo>
                  <a:lnTo>
                    <a:pt x="26031" y="19774"/>
                  </a:lnTo>
                  <a:lnTo>
                    <a:pt x="26367" y="19571"/>
                  </a:lnTo>
                  <a:lnTo>
                    <a:pt x="26703" y="19375"/>
                  </a:lnTo>
                  <a:lnTo>
                    <a:pt x="27040" y="19179"/>
                  </a:lnTo>
                  <a:lnTo>
                    <a:pt x="27376" y="18984"/>
                  </a:lnTo>
                  <a:lnTo>
                    <a:pt x="27713" y="18726"/>
                  </a:lnTo>
                  <a:lnTo>
                    <a:pt x="28049" y="18447"/>
                  </a:lnTo>
                  <a:lnTo>
                    <a:pt x="28386" y="18168"/>
                  </a:lnTo>
                  <a:lnTo>
                    <a:pt x="28722" y="17889"/>
                  </a:lnTo>
                  <a:lnTo>
                    <a:pt x="29059" y="17526"/>
                  </a:lnTo>
                  <a:lnTo>
                    <a:pt x="29395" y="17164"/>
                  </a:lnTo>
                  <a:lnTo>
                    <a:pt x="29732" y="16802"/>
                  </a:lnTo>
                  <a:lnTo>
                    <a:pt x="30068" y="16439"/>
                  </a:lnTo>
                  <a:lnTo>
                    <a:pt x="30405" y="16071"/>
                  </a:lnTo>
                  <a:lnTo>
                    <a:pt x="30741" y="15837"/>
                  </a:lnTo>
                  <a:lnTo>
                    <a:pt x="31077" y="15603"/>
                  </a:lnTo>
                  <a:lnTo>
                    <a:pt x="31414" y="15412"/>
                  </a:lnTo>
                  <a:lnTo>
                    <a:pt x="31750" y="15412"/>
                  </a:lnTo>
                  <a:lnTo>
                    <a:pt x="32087" y="15412"/>
                  </a:lnTo>
                  <a:lnTo>
                    <a:pt x="32423" y="15412"/>
                  </a:lnTo>
                  <a:lnTo>
                    <a:pt x="32760" y="15213"/>
                  </a:lnTo>
                  <a:lnTo>
                    <a:pt x="33096" y="14998"/>
                  </a:lnTo>
                  <a:lnTo>
                    <a:pt x="33433" y="14783"/>
                  </a:lnTo>
                  <a:lnTo>
                    <a:pt x="33769" y="14553"/>
                  </a:lnTo>
                  <a:lnTo>
                    <a:pt x="34106" y="14318"/>
                  </a:lnTo>
                  <a:lnTo>
                    <a:pt x="34442" y="14056"/>
                  </a:lnTo>
                  <a:lnTo>
                    <a:pt x="34778" y="13678"/>
                  </a:lnTo>
                  <a:lnTo>
                    <a:pt x="35115" y="13185"/>
                  </a:lnTo>
                  <a:lnTo>
                    <a:pt x="35451" y="12674"/>
                  </a:lnTo>
                  <a:lnTo>
                    <a:pt x="35788" y="12162"/>
                  </a:lnTo>
                  <a:lnTo>
                    <a:pt x="36124" y="11656"/>
                  </a:lnTo>
                  <a:lnTo>
                    <a:pt x="36461" y="11150"/>
                  </a:lnTo>
                  <a:lnTo>
                    <a:pt x="36797" y="10644"/>
                  </a:lnTo>
                  <a:lnTo>
                    <a:pt x="37134" y="10016"/>
                  </a:lnTo>
                  <a:lnTo>
                    <a:pt x="37470" y="9622"/>
                  </a:lnTo>
                  <a:lnTo>
                    <a:pt x="37807" y="9254"/>
                  </a:lnTo>
                  <a:lnTo>
                    <a:pt x="38143" y="8906"/>
                  </a:lnTo>
                  <a:lnTo>
                    <a:pt x="38480" y="8563"/>
                  </a:lnTo>
                  <a:lnTo>
                    <a:pt x="38816" y="8354"/>
                  </a:lnTo>
                  <a:lnTo>
                    <a:pt x="39152" y="8144"/>
                  </a:lnTo>
                  <a:lnTo>
                    <a:pt x="39489" y="8130"/>
                  </a:lnTo>
                  <a:lnTo>
                    <a:pt x="39825" y="8181"/>
                  </a:lnTo>
                  <a:lnTo>
                    <a:pt x="40162" y="8229"/>
                  </a:lnTo>
                  <a:lnTo>
                    <a:pt x="40498" y="8243"/>
                  </a:lnTo>
                  <a:lnTo>
                    <a:pt x="40835" y="8170"/>
                  </a:lnTo>
                  <a:lnTo>
                    <a:pt x="41171" y="8067"/>
                  </a:lnTo>
                  <a:lnTo>
                    <a:pt x="41508" y="7946"/>
                  </a:lnTo>
                  <a:lnTo>
                    <a:pt x="41844" y="7824"/>
                  </a:lnTo>
                  <a:lnTo>
                    <a:pt x="42181" y="7773"/>
                  </a:lnTo>
                  <a:lnTo>
                    <a:pt x="42517" y="7742"/>
                  </a:lnTo>
                  <a:lnTo>
                    <a:pt x="42854" y="7711"/>
                  </a:lnTo>
                  <a:lnTo>
                    <a:pt x="43190" y="7502"/>
                  </a:lnTo>
                  <a:lnTo>
                    <a:pt x="43526" y="7282"/>
                  </a:lnTo>
                  <a:lnTo>
                    <a:pt x="43863" y="6942"/>
                  </a:lnTo>
                  <a:lnTo>
                    <a:pt x="44199" y="6714"/>
                  </a:lnTo>
                  <a:lnTo>
                    <a:pt x="44536" y="6296"/>
                  </a:lnTo>
                  <a:lnTo>
                    <a:pt x="44872" y="6068"/>
                  </a:lnTo>
                  <a:lnTo>
                    <a:pt x="45209" y="5516"/>
                  </a:lnTo>
                  <a:lnTo>
                    <a:pt x="45545" y="5026"/>
                  </a:lnTo>
                  <a:lnTo>
                    <a:pt x="45882" y="4652"/>
                  </a:lnTo>
                  <a:lnTo>
                    <a:pt x="46218" y="4328"/>
                  </a:lnTo>
                  <a:lnTo>
                    <a:pt x="46555" y="4118"/>
                  </a:lnTo>
                  <a:lnTo>
                    <a:pt x="46891" y="3909"/>
                  </a:lnTo>
                  <a:lnTo>
                    <a:pt x="47228" y="3700"/>
                  </a:lnTo>
                  <a:lnTo>
                    <a:pt x="47564" y="3490"/>
                  </a:lnTo>
                  <a:lnTo>
                    <a:pt x="47900" y="3281"/>
                  </a:lnTo>
                  <a:lnTo>
                    <a:pt x="48237" y="3072"/>
                  </a:lnTo>
                  <a:lnTo>
                    <a:pt x="48573" y="2873"/>
                  </a:lnTo>
                  <a:lnTo>
                    <a:pt x="48910" y="2794"/>
                  </a:lnTo>
                  <a:lnTo>
                    <a:pt x="49246" y="2775"/>
                  </a:lnTo>
                  <a:lnTo>
                    <a:pt x="49583" y="2756"/>
                  </a:lnTo>
                  <a:lnTo>
                    <a:pt x="49919" y="2526"/>
                  </a:lnTo>
                  <a:lnTo>
                    <a:pt x="50256" y="2311"/>
                  </a:lnTo>
                  <a:lnTo>
                    <a:pt x="50592" y="2112"/>
                  </a:lnTo>
                  <a:lnTo>
                    <a:pt x="50929" y="1968"/>
                  </a:lnTo>
                  <a:lnTo>
                    <a:pt x="51265" y="1709"/>
                  </a:lnTo>
                  <a:lnTo>
                    <a:pt x="51602" y="1422"/>
                  </a:lnTo>
                  <a:lnTo>
                    <a:pt x="51938" y="1135"/>
                  </a:lnTo>
                  <a:lnTo>
                    <a:pt x="52274" y="847"/>
                  </a:lnTo>
                  <a:lnTo>
                    <a:pt x="52611" y="560"/>
                  </a:lnTo>
                  <a:lnTo>
                    <a:pt x="52947" y="273"/>
                  </a:lnTo>
                  <a:lnTo>
                    <a:pt x="53284" y="122"/>
                  </a:lnTo>
                  <a:lnTo>
                    <a:pt x="53620" y="0"/>
                  </a:lnTo>
                  <a:lnTo>
                    <a:pt x="53957" y="0"/>
                  </a:lnTo>
                  <a:lnTo>
                    <a:pt x="54293" y="0"/>
                  </a:lnTo>
                  <a:lnTo>
                    <a:pt x="54630" y="280"/>
                  </a:lnTo>
                  <a:lnTo>
                    <a:pt x="54966" y="710"/>
                  </a:lnTo>
                  <a:lnTo>
                    <a:pt x="55303" y="1162"/>
                  </a:lnTo>
                  <a:lnTo>
                    <a:pt x="55639" y="1623"/>
                  </a:lnTo>
                  <a:lnTo>
                    <a:pt x="55976" y="2284"/>
                  </a:lnTo>
                  <a:lnTo>
                    <a:pt x="56312" y="3072"/>
                  </a:lnTo>
                  <a:lnTo>
                    <a:pt x="56648" y="3880"/>
                  </a:lnTo>
                  <a:lnTo>
                    <a:pt x="56985" y="4374"/>
                  </a:lnTo>
                  <a:lnTo>
                    <a:pt x="57321" y="4568"/>
                  </a:lnTo>
                  <a:lnTo>
                    <a:pt x="57658" y="4719"/>
                  </a:lnTo>
                  <a:lnTo>
                    <a:pt x="57994" y="4891"/>
                  </a:lnTo>
                  <a:lnTo>
                    <a:pt x="58331" y="5189"/>
                  </a:lnTo>
                  <a:lnTo>
                    <a:pt x="58667" y="5516"/>
                  </a:lnTo>
                  <a:lnTo>
                    <a:pt x="59004" y="6001"/>
                  </a:lnTo>
                  <a:lnTo>
                    <a:pt x="59340" y="6501"/>
                  </a:lnTo>
                  <a:lnTo>
                    <a:pt x="59677" y="7121"/>
                  </a:lnTo>
                  <a:lnTo>
                    <a:pt x="60013" y="7773"/>
                  </a:lnTo>
                  <a:lnTo>
                    <a:pt x="60350" y="8503"/>
                  </a:lnTo>
                  <a:lnTo>
                    <a:pt x="60686" y="9304"/>
                  </a:lnTo>
                  <a:lnTo>
                    <a:pt x="61022" y="10169"/>
                  </a:lnTo>
                  <a:lnTo>
                    <a:pt x="61359" y="11021"/>
                  </a:lnTo>
                  <a:lnTo>
                    <a:pt x="61695" y="11806"/>
                  </a:lnTo>
                  <a:lnTo>
                    <a:pt x="62032" y="12611"/>
                  </a:lnTo>
                  <a:lnTo>
                    <a:pt x="62368" y="13429"/>
                  </a:lnTo>
                  <a:lnTo>
                    <a:pt x="62705" y="14280"/>
                  </a:lnTo>
                  <a:lnTo>
                    <a:pt x="63041" y="15129"/>
                  </a:lnTo>
                  <a:lnTo>
                    <a:pt x="63378" y="15910"/>
                  </a:lnTo>
                  <a:lnTo>
                    <a:pt x="63714" y="16597"/>
                  </a:lnTo>
                  <a:lnTo>
                    <a:pt x="64051" y="17194"/>
                  </a:lnTo>
                  <a:lnTo>
                    <a:pt x="64387" y="17871"/>
                  </a:lnTo>
                  <a:lnTo>
                    <a:pt x="64724" y="18618"/>
                  </a:lnTo>
                  <a:lnTo>
                    <a:pt x="65060" y="19303"/>
                  </a:lnTo>
                  <a:lnTo>
                    <a:pt x="65396" y="19886"/>
                  </a:lnTo>
                  <a:lnTo>
                    <a:pt x="65733" y="20560"/>
                  </a:lnTo>
                  <a:lnTo>
                    <a:pt x="66069" y="21209"/>
                  </a:lnTo>
                  <a:lnTo>
                    <a:pt x="66406" y="21821"/>
                  </a:lnTo>
                  <a:lnTo>
                    <a:pt x="66742" y="22487"/>
                  </a:lnTo>
                  <a:lnTo>
                    <a:pt x="67079" y="23194"/>
                  </a:lnTo>
                  <a:lnTo>
                    <a:pt x="67415" y="24004"/>
                  </a:lnTo>
                  <a:lnTo>
                    <a:pt x="67752" y="24911"/>
                  </a:lnTo>
                  <a:lnTo>
                    <a:pt x="68088" y="25862"/>
                  </a:lnTo>
                  <a:lnTo>
                    <a:pt x="68425" y="26772"/>
                  </a:lnTo>
                  <a:lnTo>
                    <a:pt x="68761" y="27708"/>
                  </a:lnTo>
                  <a:lnTo>
                    <a:pt x="69097" y="28753"/>
                  </a:lnTo>
                  <a:lnTo>
                    <a:pt x="69434" y="29710"/>
                  </a:lnTo>
                  <a:lnTo>
                    <a:pt x="69770" y="30593"/>
                  </a:lnTo>
                  <a:lnTo>
                    <a:pt x="69805" y="3066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159895" y="6352085"/>
              <a:ext cx="6191" cy="2059"/>
            </a:xfrm>
            <a:custGeom>
              <a:avLst/>
              <a:pathLst>
                <a:path w="6191" h="2059">
                  <a:moveTo>
                    <a:pt x="0" y="2059"/>
                  </a:moveTo>
                  <a:lnTo>
                    <a:pt x="73" y="1996"/>
                  </a:lnTo>
                  <a:lnTo>
                    <a:pt x="410" y="1708"/>
                  </a:lnTo>
                  <a:lnTo>
                    <a:pt x="746" y="1493"/>
                  </a:lnTo>
                  <a:lnTo>
                    <a:pt x="1083" y="1349"/>
                  </a:lnTo>
                  <a:lnTo>
                    <a:pt x="1419" y="1170"/>
                  </a:lnTo>
                  <a:lnTo>
                    <a:pt x="1756" y="882"/>
                  </a:lnTo>
                  <a:lnTo>
                    <a:pt x="2092" y="595"/>
                  </a:lnTo>
                  <a:lnTo>
                    <a:pt x="2429" y="307"/>
                  </a:lnTo>
                  <a:lnTo>
                    <a:pt x="2765" y="20"/>
                  </a:lnTo>
                  <a:lnTo>
                    <a:pt x="3102" y="0"/>
                  </a:lnTo>
                  <a:lnTo>
                    <a:pt x="3438" y="107"/>
                  </a:lnTo>
                  <a:lnTo>
                    <a:pt x="3774" y="214"/>
                  </a:lnTo>
                  <a:lnTo>
                    <a:pt x="4111" y="339"/>
                  </a:lnTo>
                  <a:lnTo>
                    <a:pt x="4447" y="603"/>
                  </a:lnTo>
                  <a:lnTo>
                    <a:pt x="4784" y="888"/>
                  </a:lnTo>
                  <a:lnTo>
                    <a:pt x="5120" y="1167"/>
                  </a:lnTo>
                  <a:lnTo>
                    <a:pt x="5457" y="1446"/>
                  </a:lnTo>
                  <a:lnTo>
                    <a:pt x="5793" y="1725"/>
                  </a:lnTo>
                  <a:lnTo>
                    <a:pt x="6130" y="2004"/>
                  </a:lnTo>
                  <a:lnTo>
                    <a:pt x="6191" y="205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249642" y="3520461"/>
              <a:ext cx="7715442" cy="2833682"/>
            </a:xfrm>
            <a:custGeom>
              <a:avLst/>
              <a:pathLst>
                <a:path w="7715442" h="2833682">
                  <a:moveTo>
                    <a:pt x="0" y="2833682"/>
                  </a:moveTo>
                  <a:lnTo>
                    <a:pt x="162" y="2833182"/>
                  </a:lnTo>
                  <a:lnTo>
                    <a:pt x="498" y="2832231"/>
                  </a:lnTo>
                  <a:lnTo>
                    <a:pt x="835" y="2831160"/>
                  </a:lnTo>
                  <a:lnTo>
                    <a:pt x="1171" y="2829948"/>
                  </a:lnTo>
                  <a:lnTo>
                    <a:pt x="1508" y="2828649"/>
                  </a:lnTo>
                  <a:lnTo>
                    <a:pt x="1844" y="2827339"/>
                  </a:lnTo>
                  <a:lnTo>
                    <a:pt x="2181" y="2825942"/>
                  </a:lnTo>
                  <a:lnTo>
                    <a:pt x="2517" y="2824519"/>
                  </a:lnTo>
                  <a:lnTo>
                    <a:pt x="2853" y="2822987"/>
                  </a:lnTo>
                  <a:lnTo>
                    <a:pt x="3190" y="2821424"/>
                  </a:lnTo>
                  <a:lnTo>
                    <a:pt x="3526" y="2819820"/>
                  </a:lnTo>
                  <a:lnTo>
                    <a:pt x="3863" y="2818204"/>
                  </a:lnTo>
                  <a:lnTo>
                    <a:pt x="4199" y="2816217"/>
                  </a:lnTo>
                  <a:lnTo>
                    <a:pt x="4536" y="2814264"/>
                  </a:lnTo>
                  <a:lnTo>
                    <a:pt x="4872" y="2812244"/>
                  </a:lnTo>
                  <a:lnTo>
                    <a:pt x="5209" y="2810368"/>
                  </a:lnTo>
                  <a:lnTo>
                    <a:pt x="5545" y="2808421"/>
                  </a:lnTo>
                  <a:lnTo>
                    <a:pt x="5882" y="2806427"/>
                  </a:lnTo>
                  <a:lnTo>
                    <a:pt x="6218" y="2804438"/>
                  </a:lnTo>
                  <a:lnTo>
                    <a:pt x="6554" y="2802632"/>
                  </a:lnTo>
                  <a:lnTo>
                    <a:pt x="6891" y="2801048"/>
                  </a:lnTo>
                  <a:lnTo>
                    <a:pt x="7227" y="2799456"/>
                  </a:lnTo>
                  <a:lnTo>
                    <a:pt x="7564" y="2798185"/>
                  </a:lnTo>
                  <a:lnTo>
                    <a:pt x="7900" y="2796961"/>
                  </a:lnTo>
                  <a:lnTo>
                    <a:pt x="8237" y="2795522"/>
                  </a:lnTo>
                  <a:lnTo>
                    <a:pt x="8573" y="2794282"/>
                  </a:lnTo>
                  <a:lnTo>
                    <a:pt x="8910" y="2793201"/>
                  </a:lnTo>
                  <a:lnTo>
                    <a:pt x="9246" y="2792223"/>
                  </a:lnTo>
                  <a:lnTo>
                    <a:pt x="9583" y="2791388"/>
                  </a:lnTo>
                  <a:lnTo>
                    <a:pt x="9919" y="2790547"/>
                  </a:lnTo>
                  <a:lnTo>
                    <a:pt x="10256" y="2789825"/>
                  </a:lnTo>
                  <a:lnTo>
                    <a:pt x="10592" y="2789261"/>
                  </a:lnTo>
                  <a:lnTo>
                    <a:pt x="10928" y="2788760"/>
                  </a:lnTo>
                  <a:lnTo>
                    <a:pt x="11265" y="2788408"/>
                  </a:lnTo>
                  <a:lnTo>
                    <a:pt x="11601" y="2788067"/>
                  </a:lnTo>
                  <a:lnTo>
                    <a:pt x="11938" y="2787700"/>
                  </a:lnTo>
                  <a:lnTo>
                    <a:pt x="12274" y="2787396"/>
                  </a:lnTo>
                  <a:lnTo>
                    <a:pt x="12611" y="2786753"/>
                  </a:lnTo>
                  <a:lnTo>
                    <a:pt x="12947" y="2785361"/>
                  </a:lnTo>
                  <a:lnTo>
                    <a:pt x="13284" y="2784061"/>
                  </a:lnTo>
                  <a:lnTo>
                    <a:pt x="13620" y="2783042"/>
                  </a:lnTo>
                  <a:lnTo>
                    <a:pt x="13957" y="2781925"/>
                  </a:lnTo>
                  <a:lnTo>
                    <a:pt x="14293" y="2781089"/>
                  </a:lnTo>
                  <a:lnTo>
                    <a:pt x="14630" y="2780137"/>
                  </a:lnTo>
                  <a:lnTo>
                    <a:pt x="14966" y="2778747"/>
                  </a:lnTo>
                  <a:lnTo>
                    <a:pt x="15302" y="2777142"/>
                  </a:lnTo>
                  <a:lnTo>
                    <a:pt x="15639" y="2775450"/>
                  </a:lnTo>
                  <a:lnTo>
                    <a:pt x="15975" y="2773565"/>
                  </a:lnTo>
                  <a:lnTo>
                    <a:pt x="16312" y="2771410"/>
                  </a:lnTo>
                  <a:lnTo>
                    <a:pt x="16648" y="2769291"/>
                  </a:lnTo>
                  <a:lnTo>
                    <a:pt x="16985" y="2767518"/>
                  </a:lnTo>
                  <a:lnTo>
                    <a:pt x="17321" y="2766081"/>
                  </a:lnTo>
                  <a:lnTo>
                    <a:pt x="17658" y="2764356"/>
                  </a:lnTo>
                  <a:lnTo>
                    <a:pt x="17994" y="2762345"/>
                  </a:lnTo>
                  <a:lnTo>
                    <a:pt x="18331" y="2760333"/>
                  </a:lnTo>
                  <a:lnTo>
                    <a:pt x="18667" y="2758235"/>
                  </a:lnTo>
                  <a:lnTo>
                    <a:pt x="19004" y="2756015"/>
                  </a:lnTo>
                  <a:lnTo>
                    <a:pt x="19340" y="2753587"/>
                  </a:lnTo>
                  <a:lnTo>
                    <a:pt x="19676" y="2751353"/>
                  </a:lnTo>
                  <a:lnTo>
                    <a:pt x="20013" y="2749557"/>
                  </a:lnTo>
                  <a:lnTo>
                    <a:pt x="20349" y="2747976"/>
                  </a:lnTo>
                  <a:lnTo>
                    <a:pt x="20686" y="2746482"/>
                  </a:lnTo>
                  <a:lnTo>
                    <a:pt x="21022" y="2745067"/>
                  </a:lnTo>
                  <a:lnTo>
                    <a:pt x="21359" y="2743931"/>
                  </a:lnTo>
                  <a:lnTo>
                    <a:pt x="21695" y="2742926"/>
                  </a:lnTo>
                  <a:lnTo>
                    <a:pt x="22032" y="2741920"/>
                  </a:lnTo>
                  <a:lnTo>
                    <a:pt x="22368" y="2740914"/>
                  </a:lnTo>
                  <a:lnTo>
                    <a:pt x="22705" y="2740196"/>
                  </a:lnTo>
                  <a:lnTo>
                    <a:pt x="23041" y="2739765"/>
                  </a:lnTo>
                  <a:lnTo>
                    <a:pt x="23378" y="2739333"/>
                  </a:lnTo>
                  <a:lnTo>
                    <a:pt x="23714" y="2738902"/>
                  </a:lnTo>
                  <a:lnTo>
                    <a:pt x="24050" y="2738536"/>
                  </a:lnTo>
                  <a:lnTo>
                    <a:pt x="24387" y="2738385"/>
                  </a:lnTo>
                  <a:lnTo>
                    <a:pt x="24723" y="2738241"/>
                  </a:lnTo>
                  <a:lnTo>
                    <a:pt x="25060" y="2738198"/>
                  </a:lnTo>
                  <a:lnTo>
                    <a:pt x="25396" y="2738277"/>
                  </a:lnTo>
                  <a:lnTo>
                    <a:pt x="25733" y="2738421"/>
                  </a:lnTo>
                  <a:lnTo>
                    <a:pt x="26069" y="2738687"/>
                  </a:lnTo>
                  <a:lnTo>
                    <a:pt x="26406" y="2738833"/>
                  </a:lnTo>
                  <a:lnTo>
                    <a:pt x="26742" y="2739168"/>
                  </a:lnTo>
                  <a:lnTo>
                    <a:pt x="27079" y="2739557"/>
                  </a:lnTo>
                  <a:lnTo>
                    <a:pt x="27415" y="2739807"/>
                  </a:lnTo>
                  <a:lnTo>
                    <a:pt x="27752" y="2739935"/>
                  </a:lnTo>
                  <a:lnTo>
                    <a:pt x="28088" y="2740117"/>
                  </a:lnTo>
                  <a:lnTo>
                    <a:pt x="28424" y="2740251"/>
                  </a:lnTo>
                  <a:lnTo>
                    <a:pt x="28761" y="2740385"/>
                  </a:lnTo>
                  <a:lnTo>
                    <a:pt x="29097" y="2740471"/>
                  </a:lnTo>
                  <a:lnTo>
                    <a:pt x="29434" y="2740571"/>
                  </a:lnTo>
                  <a:lnTo>
                    <a:pt x="29770" y="2740671"/>
                  </a:lnTo>
                  <a:lnTo>
                    <a:pt x="30107" y="2740639"/>
                  </a:lnTo>
                  <a:lnTo>
                    <a:pt x="30443" y="2740675"/>
                  </a:lnTo>
                  <a:lnTo>
                    <a:pt x="30780" y="2740813"/>
                  </a:lnTo>
                  <a:lnTo>
                    <a:pt x="31116" y="2740945"/>
                  </a:lnTo>
                  <a:lnTo>
                    <a:pt x="31453" y="2741015"/>
                  </a:lnTo>
                  <a:lnTo>
                    <a:pt x="31789" y="2740983"/>
                  </a:lnTo>
                  <a:lnTo>
                    <a:pt x="32126" y="2740932"/>
                  </a:lnTo>
                  <a:lnTo>
                    <a:pt x="32462" y="2741175"/>
                  </a:lnTo>
                  <a:lnTo>
                    <a:pt x="32798" y="2741302"/>
                  </a:lnTo>
                  <a:lnTo>
                    <a:pt x="33135" y="2741461"/>
                  </a:lnTo>
                  <a:lnTo>
                    <a:pt x="33471" y="2741670"/>
                  </a:lnTo>
                  <a:lnTo>
                    <a:pt x="33808" y="2741879"/>
                  </a:lnTo>
                  <a:lnTo>
                    <a:pt x="34144" y="2742116"/>
                  </a:lnTo>
                  <a:lnTo>
                    <a:pt x="34481" y="2742407"/>
                  </a:lnTo>
                  <a:lnTo>
                    <a:pt x="34817" y="2742699"/>
                  </a:lnTo>
                  <a:lnTo>
                    <a:pt x="35154" y="2742708"/>
                  </a:lnTo>
                  <a:lnTo>
                    <a:pt x="35490" y="2742592"/>
                  </a:lnTo>
                  <a:lnTo>
                    <a:pt x="35827" y="2742314"/>
                  </a:lnTo>
                  <a:lnTo>
                    <a:pt x="36163" y="2741991"/>
                  </a:lnTo>
                  <a:lnTo>
                    <a:pt x="36499" y="2741626"/>
                  </a:lnTo>
                  <a:lnTo>
                    <a:pt x="36836" y="2741243"/>
                  </a:lnTo>
                  <a:lnTo>
                    <a:pt x="37172" y="2740860"/>
                  </a:lnTo>
                  <a:lnTo>
                    <a:pt x="37509" y="2740477"/>
                  </a:lnTo>
                  <a:lnTo>
                    <a:pt x="37845" y="2740094"/>
                  </a:lnTo>
                  <a:lnTo>
                    <a:pt x="38182" y="2739651"/>
                  </a:lnTo>
                  <a:lnTo>
                    <a:pt x="38518" y="2739208"/>
                  </a:lnTo>
                  <a:lnTo>
                    <a:pt x="38855" y="2738765"/>
                  </a:lnTo>
                  <a:lnTo>
                    <a:pt x="39191" y="2738301"/>
                  </a:lnTo>
                  <a:lnTo>
                    <a:pt x="39528" y="2737799"/>
                  </a:lnTo>
                  <a:lnTo>
                    <a:pt x="39864" y="2737268"/>
                  </a:lnTo>
                  <a:lnTo>
                    <a:pt x="40201" y="2736796"/>
                  </a:lnTo>
                  <a:lnTo>
                    <a:pt x="40537" y="2736323"/>
                  </a:lnTo>
                  <a:lnTo>
                    <a:pt x="40873" y="2735961"/>
                  </a:lnTo>
                  <a:lnTo>
                    <a:pt x="41210" y="2735804"/>
                  </a:lnTo>
                  <a:lnTo>
                    <a:pt x="41546" y="2735785"/>
                  </a:lnTo>
                  <a:lnTo>
                    <a:pt x="41883" y="2735900"/>
                  </a:lnTo>
                  <a:lnTo>
                    <a:pt x="42219" y="2736028"/>
                  </a:lnTo>
                  <a:lnTo>
                    <a:pt x="42556" y="2736227"/>
                  </a:lnTo>
                  <a:lnTo>
                    <a:pt x="42892" y="2736425"/>
                  </a:lnTo>
                  <a:lnTo>
                    <a:pt x="43229" y="2736560"/>
                  </a:lnTo>
                  <a:lnTo>
                    <a:pt x="43565" y="2736687"/>
                  </a:lnTo>
                  <a:lnTo>
                    <a:pt x="43902" y="2736814"/>
                  </a:lnTo>
                  <a:lnTo>
                    <a:pt x="44238" y="2736945"/>
                  </a:lnTo>
                  <a:lnTo>
                    <a:pt x="44575" y="2737091"/>
                  </a:lnTo>
                  <a:lnTo>
                    <a:pt x="44911" y="2737260"/>
                  </a:lnTo>
                  <a:lnTo>
                    <a:pt x="45247" y="2737667"/>
                  </a:lnTo>
                  <a:lnTo>
                    <a:pt x="45584" y="2738075"/>
                  </a:lnTo>
                  <a:lnTo>
                    <a:pt x="45920" y="2738482"/>
                  </a:lnTo>
                  <a:lnTo>
                    <a:pt x="46257" y="2738889"/>
                  </a:lnTo>
                  <a:lnTo>
                    <a:pt x="46593" y="2739283"/>
                  </a:lnTo>
                  <a:lnTo>
                    <a:pt x="46930" y="2739389"/>
                  </a:lnTo>
                  <a:lnTo>
                    <a:pt x="47266" y="2739468"/>
                  </a:lnTo>
                  <a:lnTo>
                    <a:pt x="47603" y="2739364"/>
                  </a:lnTo>
                  <a:lnTo>
                    <a:pt x="47939" y="2739317"/>
                  </a:lnTo>
                  <a:lnTo>
                    <a:pt x="48276" y="2739411"/>
                  </a:lnTo>
                  <a:lnTo>
                    <a:pt x="48612" y="2739516"/>
                  </a:lnTo>
                  <a:lnTo>
                    <a:pt x="48949" y="2739620"/>
                  </a:lnTo>
                  <a:lnTo>
                    <a:pt x="49285" y="2739572"/>
                  </a:lnTo>
                  <a:lnTo>
                    <a:pt x="49621" y="2739498"/>
                  </a:lnTo>
                  <a:lnTo>
                    <a:pt x="49958" y="2739421"/>
                  </a:lnTo>
                  <a:lnTo>
                    <a:pt x="50294" y="2739332"/>
                  </a:lnTo>
                  <a:lnTo>
                    <a:pt x="50631" y="2739219"/>
                  </a:lnTo>
                  <a:lnTo>
                    <a:pt x="50967" y="2738880"/>
                  </a:lnTo>
                  <a:lnTo>
                    <a:pt x="51304" y="2738540"/>
                  </a:lnTo>
                  <a:lnTo>
                    <a:pt x="51640" y="2738255"/>
                  </a:lnTo>
                  <a:lnTo>
                    <a:pt x="51977" y="2738336"/>
                  </a:lnTo>
                  <a:lnTo>
                    <a:pt x="52313" y="2738368"/>
                  </a:lnTo>
                  <a:lnTo>
                    <a:pt x="52650" y="2738388"/>
                  </a:lnTo>
                  <a:lnTo>
                    <a:pt x="52986" y="2738302"/>
                  </a:lnTo>
                  <a:lnTo>
                    <a:pt x="53323" y="2737888"/>
                  </a:lnTo>
                  <a:lnTo>
                    <a:pt x="53659" y="2737439"/>
                  </a:lnTo>
                  <a:lnTo>
                    <a:pt x="53995" y="2736992"/>
                  </a:lnTo>
                  <a:lnTo>
                    <a:pt x="54332" y="2736613"/>
                  </a:lnTo>
                  <a:lnTo>
                    <a:pt x="54668" y="2736233"/>
                  </a:lnTo>
                  <a:lnTo>
                    <a:pt x="55005" y="2735957"/>
                  </a:lnTo>
                  <a:lnTo>
                    <a:pt x="55341" y="2735509"/>
                  </a:lnTo>
                  <a:lnTo>
                    <a:pt x="55678" y="2734967"/>
                  </a:lnTo>
                  <a:lnTo>
                    <a:pt x="56014" y="2734374"/>
                  </a:lnTo>
                  <a:lnTo>
                    <a:pt x="56351" y="2733763"/>
                  </a:lnTo>
                  <a:lnTo>
                    <a:pt x="56687" y="2733119"/>
                  </a:lnTo>
                  <a:lnTo>
                    <a:pt x="57024" y="2732409"/>
                  </a:lnTo>
                  <a:lnTo>
                    <a:pt x="57360" y="2731692"/>
                  </a:lnTo>
                  <a:lnTo>
                    <a:pt x="57697" y="2731161"/>
                  </a:lnTo>
                  <a:lnTo>
                    <a:pt x="58033" y="2730524"/>
                  </a:lnTo>
                  <a:lnTo>
                    <a:pt x="58369" y="2730352"/>
                  </a:lnTo>
                  <a:lnTo>
                    <a:pt x="58706" y="2729999"/>
                  </a:lnTo>
                  <a:lnTo>
                    <a:pt x="59042" y="2729682"/>
                  </a:lnTo>
                  <a:lnTo>
                    <a:pt x="59379" y="2729671"/>
                  </a:lnTo>
                  <a:lnTo>
                    <a:pt x="59715" y="2729881"/>
                  </a:lnTo>
                  <a:lnTo>
                    <a:pt x="60052" y="2729953"/>
                  </a:lnTo>
                  <a:lnTo>
                    <a:pt x="60388" y="2730210"/>
                  </a:lnTo>
                  <a:lnTo>
                    <a:pt x="60725" y="2730575"/>
                  </a:lnTo>
                  <a:lnTo>
                    <a:pt x="61061" y="2730990"/>
                  </a:lnTo>
                  <a:lnTo>
                    <a:pt x="61398" y="2731163"/>
                  </a:lnTo>
                  <a:lnTo>
                    <a:pt x="61734" y="2731295"/>
                  </a:lnTo>
                  <a:lnTo>
                    <a:pt x="62071" y="2731560"/>
                  </a:lnTo>
                  <a:lnTo>
                    <a:pt x="62407" y="2732005"/>
                  </a:lnTo>
                  <a:lnTo>
                    <a:pt x="62743" y="2732371"/>
                  </a:lnTo>
                  <a:lnTo>
                    <a:pt x="63080" y="2732702"/>
                  </a:lnTo>
                  <a:lnTo>
                    <a:pt x="63416" y="2732741"/>
                  </a:lnTo>
                  <a:lnTo>
                    <a:pt x="63753" y="2732867"/>
                  </a:lnTo>
                  <a:lnTo>
                    <a:pt x="64089" y="2732652"/>
                  </a:lnTo>
                  <a:lnTo>
                    <a:pt x="64426" y="2732149"/>
                  </a:lnTo>
                  <a:lnTo>
                    <a:pt x="64762" y="2731302"/>
                  </a:lnTo>
                  <a:lnTo>
                    <a:pt x="65099" y="2730088"/>
                  </a:lnTo>
                  <a:lnTo>
                    <a:pt x="65435" y="2728879"/>
                  </a:lnTo>
                  <a:lnTo>
                    <a:pt x="65772" y="2727823"/>
                  </a:lnTo>
                  <a:lnTo>
                    <a:pt x="66108" y="2726902"/>
                  </a:lnTo>
                  <a:lnTo>
                    <a:pt x="66445" y="2726160"/>
                  </a:lnTo>
                  <a:lnTo>
                    <a:pt x="66781" y="2725647"/>
                  </a:lnTo>
                  <a:lnTo>
                    <a:pt x="67117" y="2725372"/>
                  </a:lnTo>
                  <a:lnTo>
                    <a:pt x="67454" y="2725185"/>
                  </a:lnTo>
                  <a:lnTo>
                    <a:pt x="67790" y="2725112"/>
                  </a:lnTo>
                  <a:lnTo>
                    <a:pt x="68127" y="2725247"/>
                  </a:lnTo>
                  <a:lnTo>
                    <a:pt x="68463" y="2725502"/>
                  </a:lnTo>
                  <a:lnTo>
                    <a:pt x="68800" y="2725798"/>
                  </a:lnTo>
                  <a:lnTo>
                    <a:pt x="69136" y="2726299"/>
                  </a:lnTo>
                  <a:lnTo>
                    <a:pt x="69473" y="2726895"/>
                  </a:lnTo>
                  <a:lnTo>
                    <a:pt x="69809" y="2727695"/>
                  </a:lnTo>
                  <a:lnTo>
                    <a:pt x="70146" y="2728850"/>
                  </a:lnTo>
                  <a:lnTo>
                    <a:pt x="70482" y="2730035"/>
                  </a:lnTo>
                  <a:lnTo>
                    <a:pt x="70818" y="2731261"/>
                  </a:lnTo>
                  <a:lnTo>
                    <a:pt x="71155" y="2732499"/>
                  </a:lnTo>
                  <a:lnTo>
                    <a:pt x="71491" y="2734080"/>
                  </a:lnTo>
                  <a:lnTo>
                    <a:pt x="71828" y="2735515"/>
                  </a:lnTo>
                  <a:lnTo>
                    <a:pt x="72164" y="2737049"/>
                  </a:lnTo>
                  <a:lnTo>
                    <a:pt x="72501" y="2738638"/>
                  </a:lnTo>
                  <a:lnTo>
                    <a:pt x="72837" y="2740297"/>
                  </a:lnTo>
                  <a:lnTo>
                    <a:pt x="73174" y="2742004"/>
                  </a:lnTo>
                  <a:lnTo>
                    <a:pt x="73510" y="2743720"/>
                  </a:lnTo>
                  <a:lnTo>
                    <a:pt x="73847" y="2745382"/>
                  </a:lnTo>
                  <a:lnTo>
                    <a:pt x="74183" y="2746823"/>
                  </a:lnTo>
                  <a:lnTo>
                    <a:pt x="74520" y="2748271"/>
                  </a:lnTo>
                  <a:lnTo>
                    <a:pt x="74856" y="2749398"/>
                  </a:lnTo>
                  <a:lnTo>
                    <a:pt x="75192" y="2750479"/>
                  </a:lnTo>
                  <a:lnTo>
                    <a:pt x="75529" y="2751774"/>
                  </a:lnTo>
                  <a:lnTo>
                    <a:pt x="75865" y="2752870"/>
                  </a:lnTo>
                  <a:lnTo>
                    <a:pt x="76202" y="2753808"/>
                  </a:lnTo>
                  <a:lnTo>
                    <a:pt x="76538" y="2754670"/>
                  </a:lnTo>
                  <a:lnTo>
                    <a:pt x="76875" y="2755506"/>
                  </a:lnTo>
                  <a:lnTo>
                    <a:pt x="77211" y="2756347"/>
                  </a:lnTo>
                  <a:lnTo>
                    <a:pt x="77548" y="2757040"/>
                  </a:lnTo>
                  <a:lnTo>
                    <a:pt x="77884" y="2757323"/>
                  </a:lnTo>
                  <a:lnTo>
                    <a:pt x="78221" y="2757373"/>
                  </a:lnTo>
                  <a:lnTo>
                    <a:pt x="78557" y="2757330"/>
                  </a:lnTo>
                  <a:lnTo>
                    <a:pt x="78894" y="2757276"/>
                  </a:lnTo>
                  <a:lnTo>
                    <a:pt x="79230" y="2757248"/>
                  </a:lnTo>
                  <a:lnTo>
                    <a:pt x="79566" y="2757064"/>
                  </a:lnTo>
                  <a:lnTo>
                    <a:pt x="79903" y="2757146"/>
                  </a:lnTo>
                  <a:lnTo>
                    <a:pt x="80239" y="2757978"/>
                  </a:lnTo>
                  <a:lnTo>
                    <a:pt x="80576" y="2758480"/>
                  </a:lnTo>
                  <a:lnTo>
                    <a:pt x="80912" y="2758715"/>
                  </a:lnTo>
                  <a:lnTo>
                    <a:pt x="81249" y="2759088"/>
                  </a:lnTo>
                  <a:lnTo>
                    <a:pt x="81585" y="2759181"/>
                  </a:lnTo>
                  <a:lnTo>
                    <a:pt x="81922" y="2759390"/>
                  </a:lnTo>
                  <a:lnTo>
                    <a:pt x="82258" y="2760036"/>
                  </a:lnTo>
                  <a:lnTo>
                    <a:pt x="82595" y="2760927"/>
                  </a:lnTo>
                  <a:lnTo>
                    <a:pt x="82931" y="2762156"/>
                  </a:lnTo>
                  <a:lnTo>
                    <a:pt x="83268" y="2763578"/>
                  </a:lnTo>
                  <a:lnTo>
                    <a:pt x="83604" y="2765195"/>
                  </a:lnTo>
                  <a:lnTo>
                    <a:pt x="83940" y="2766775"/>
                  </a:lnTo>
                  <a:lnTo>
                    <a:pt x="84277" y="2768011"/>
                  </a:lnTo>
                  <a:lnTo>
                    <a:pt x="84613" y="2769232"/>
                  </a:lnTo>
                  <a:lnTo>
                    <a:pt x="84950" y="2770763"/>
                  </a:lnTo>
                  <a:lnTo>
                    <a:pt x="85286" y="2772487"/>
                  </a:lnTo>
                  <a:lnTo>
                    <a:pt x="85623" y="2774448"/>
                  </a:lnTo>
                  <a:lnTo>
                    <a:pt x="85959" y="2776460"/>
                  </a:lnTo>
                  <a:lnTo>
                    <a:pt x="86296" y="2778514"/>
                  </a:lnTo>
                  <a:lnTo>
                    <a:pt x="86632" y="2780526"/>
                  </a:lnTo>
                  <a:lnTo>
                    <a:pt x="86969" y="2782329"/>
                  </a:lnTo>
                  <a:lnTo>
                    <a:pt x="87305" y="2783694"/>
                  </a:lnTo>
                  <a:lnTo>
                    <a:pt x="87642" y="2784844"/>
                  </a:lnTo>
                  <a:lnTo>
                    <a:pt x="87978" y="2785699"/>
                  </a:lnTo>
                  <a:lnTo>
                    <a:pt x="88314" y="2786768"/>
                  </a:lnTo>
                  <a:lnTo>
                    <a:pt x="88651" y="2787401"/>
                  </a:lnTo>
                  <a:lnTo>
                    <a:pt x="88987" y="2787859"/>
                  </a:lnTo>
                  <a:lnTo>
                    <a:pt x="89324" y="2788262"/>
                  </a:lnTo>
                  <a:lnTo>
                    <a:pt x="89660" y="2788664"/>
                  </a:lnTo>
                  <a:lnTo>
                    <a:pt x="89997" y="2788816"/>
                  </a:lnTo>
                  <a:lnTo>
                    <a:pt x="90333" y="2788748"/>
                  </a:lnTo>
                  <a:lnTo>
                    <a:pt x="90670" y="2788930"/>
                  </a:lnTo>
                  <a:lnTo>
                    <a:pt x="91006" y="2789123"/>
                  </a:lnTo>
                  <a:lnTo>
                    <a:pt x="91343" y="2789177"/>
                  </a:lnTo>
                  <a:lnTo>
                    <a:pt x="91679" y="2789099"/>
                  </a:lnTo>
                  <a:lnTo>
                    <a:pt x="92016" y="2789022"/>
                  </a:lnTo>
                  <a:lnTo>
                    <a:pt x="92352" y="2788945"/>
                  </a:lnTo>
                  <a:lnTo>
                    <a:pt x="92688" y="2788868"/>
                  </a:lnTo>
                  <a:lnTo>
                    <a:pt x="93025" y="2788907"/>
                  </a:lnTo>
                  <a:lnTo>
                    <a:pt x="93361" y="2788833"/>
                  </a:lnTo>
                  <a:lnTo>
                    <a:pt x="93698" y="2788671"/>
                  </a:lnTo>
                  <a:lnTo>
                    <a:pt x="94034" y="2788557"/>
                  </a:lnTo>
                  <a:lnTo>
                    <a:pt x="94371" y="2788300"/>
                  </a:lnTo>
                  <a:lnTo>
                    <a:pt x="94707" y="2788002"/>
                  </a:lnTo>
                  <a:lnTo>
                    <a:pt x="95044" y="2787675"/>
                  </a:lnTo>
                  <a:lnTo>
                    <a:pt x="95380" y="2787338"/>
                  </a:lnTo>
                  <a:lnTo>
                    <a:pt x="95717" y="2787066"/>
                  </a:lnTo>
                  <a:lnTo>
                    <a:pt x="96053" y="2786762"/>
                  </a:lnTo>
                  <a:lnTo>
                    <a:pt x="96390" y="2786491"/>
                  </a:lnTo>
                  <a:lnTo>
                    <a:pt x="96726" y="2785966"/>
                  </a:lnTo>
                  <a:lnTo>
                    <a:pt x="97062" y="2785441"/>
                  </a:lnTo>
                  <a:lnTo>
                    <a:pt x="97399" y="2784853"/>
                  </a:lnTo>
                  <a:lnTo>
                    <a:pt x="97735" y="2784102"/>
                  </a:lnTo>
                  <a:lnTo>
                    <a:pt x="98072" y="2783527"/>
                  </a:lnTo>
                  <a:lnTo>
                    <a:pt x="98408" y="2782969"/>
                  </a:lnTo>
                  <a:lnTo>
                    <a:pt x="98745" y="2782642"/>
                  </a:lnTo>
                  <a:lnTo>
                    <a:pt x="99081" y="2782192"/>
                  </a:lnTo>
                  <a:lnTo>
                    <a:pt x="99418" y="2781889"/>
                  </a:lnTo>
                  <a:lnTo>
                    <a:pt x="99754" y="2781513"/>
                  </a:lnTo>
                  <a:lnTo>
                    <a:pt x="100091" y="2781088"/>
                  </a:lnTo>
                  <a:lnTo>
                    <a:pt x="100427" y="2780662"/>
                  </a:lnTo>
                  <a:lnTo>
                    <a:pt x="100764" y="2780183"/>
                  </a:lnTo>
                  <a:lnTo>
                    <a:pt x="101100" y="2779757"/>
                  </a:lnTo>
                  <a:lnTo>
                    <a:pt x="101436" y="2779331"/>
                  </a:lnTo>
                  <a:lnTo>
                    <a:pt x="101773" y="2778905"/>
                  </a:lnTo>
                  <a:lnTo>
                    <a:pt x="102109" y="2778479"/>
                  </a:lnTo>
                  <a:lnTo>
                    <a:pt x="102446" y="2778096"/>
                  </a:lnTo>
                  <a:lnTo>
                    <a:pt x="102782" y="2777824"/>
                  </a:lnTo>
                  <a:lnTo>
                    <a:pt x="103119" y="2777582"/>
                  </a:lnTo>
                  <a:lnTo>
                    <a:pt x="103455" y="2777415"/>
                  </a:lnTo>
                  <a:lnTo>
                    <a:pt x="103792" y="2777225"/>
                  </a:lnTo>
                  <a:lnTo>
                    <a:pt x="104128" y="2777250"/>
                  </a:lnTo>
                  <a:lnTo>
                    <a:pt x="104465" y="2777244"/>
                  </a:lnTo>
                  <a:lnTo>
                    <a:pt x="104801" y="2777209"/>
                  </a:lnTo>
                  <a:lnTo>
                    <a:pt x="105137" y="2777010"/>
                  </a:lnTo>
                  <a:lnTo>
                    <a:pt x="105474" y="2776740"/>
                  </a:lnTo>
                  <a:lnTo>
                    <a:pt x="105810" y="2776350"/>
                  </a:lnTo>
                  <a:lnTo>
                    <a:pt x="106147" y="2775898"/>
                  </a:lnTo>
                  <a:lnTo>
                    <a:pt x="106483" y="2775295"/>
                  </a:lnTo>
                  <a:lnTo>
                    <a:pt x="106820" y="2774692"/>
                  </a:lnTo>
                  <a:lnTo>
                    <a:pt x="107156" y="2774057"/>
                  </a:lnTo>
                  <a:lnTo>
                    <a:pt x="107493" y="2773318"/>
                  </a:lnTo>
                  <a:lnTo>
                    <a:pt x="107829" y="2772416"/>
                  </a:lnTo>
                  <a:lnTo>
                    <a:pt x="108166" y="2771452"/>
                  </a:lnTo>
                  <a:lnTo>
                    <a:pt x="108502" y="2770238"/>
                  </a:lnTo>
                  <a:lnTo>
                    <a:pt x="108839" y="2769001"/>
                  </a:lnTo>
                  <a:lnTo>
                    <a:pt x="109175" y="2767630"/>
                  </a:lnTo>
                  <a:lnTo>
                    <a:pt x="109511" y="2766251"/>
                  </a:lnTo>
                  <a:lnTo>
                    <a:pt x="109848" y="2764943"/>
                  </a:lnTo>
                  <a:lnTo>
                    <a:pt x="110184" y="2763846"/>
                  </a:lnTo>
                  <a:lnTo>
                    <a:pt x="110521" y="2762884"/>
                  </a:lnTo>
                  <a:lnTo>
                    <a:pt x="110857" y="2762033"/>
                  </a:lnTo>
                  <a:lnTo>
                    <a:pt x="111194" y="2760889"/>
                  </a:lnTo>
                  <a:lnTo>
                    <a:pt x="111530" y="2759953"/>
                  </a:lnTo>
                  <a:lnTo>
                    <a:pt x="111867" y="2759017"/>
                  </a:lnTo>
                  <a:lnTo>
                    <a:pt x="112203" y="2758124"/>
                  </a:lnTo>
                  <a:lnTo>
                    <a:pt x="112540" y="2757321"/>
                  </a:lnTo>
                  <a:lnTo>
                    <a:pt x="112876" y="2756892"/>
                  </a:lnTo>
                  <a:lnTo>
                    <a:pt x="113213" y="2756551"/>
                  </a:lnTo>
                  <a:lnTo>
                    <a:pt x="113549" y="2756215"/>
                  </a:lnTo>
                  <a:lnTo>
                    <a:pt x="113885" y="2755980"/>
                  </a:lnTo>
                  <a:lnTo>
                    <a:pt x="114222" y="2755827"/>
                  </a:lnTo>
                  <a:lnTo>
                    <a:pt x="114558" y="2755836"/>
                  </a:lnTo>
                  <a:lnTo>
                    <a:pt x="114895" y="2756023"/>
                  </a:lnTo>
                  <a:lnTo>
                    <a:pt x="115231" y="2756211"/>
                  </a:lnTo>
                  <a:lnTo>
                    <a:pt x="115568" y="2756304"/>
                  </a:lnTo>
                  <a:lnTo>
                    <a:pt x="115904" y="2756387"/>
                  </a:lnTo>
                  <a:lnTo>
                    <a:pt x="116241" y="2756470"/>
                  </a:lnTo>
                  <a:lnTo>
                    <a:pt x="116577" y="2756553"/>
                  </a:lnTo>
                  <a:lnTo>
                    <a:pt x="116914" y="2756636"/>
                  </a:lnTo>
                  <a:lnTo>
                    <a:pt x="117250" y="2756723"/>
                  </a:lnTo>
                  <a:lnTo>
                    <a:pt x="117587" y="2756831"/>
                  </a:lnTo>
                  <a:lnTo>
                    <a:pt x="117923" y="2756970"/>
                  </a:lnTo>
                  <a:lnTo>
                    <a:pt x="118259" y="2757466"/>
                  </a:lnTo>
                  <a:lnTo>
                    <a:pt x="118596" y="2757936"/>
                  </a:lnTo>
                  <a:lnTo>
                    <a:pt x="118932" y="2758400"/>
                  </a:lnTo>
                  <a:lnTo>
                    <a:pt x="119269" y="2758389"/>
                  </a:lnTo>
                  <a:lnTo>
                    <a:pt x="119605" y="2758281"/>
                  </a:lnTo>
                  <a:lnTo>
                    <a:pt x="119942" y="2758154"/>
                  </a:lnTo>
                  <a:lnTo>
                    <a:pt x="120278" y="2757854"/>
                  </a:lnTo>
                  <a:lnTo>
                    <a:pt x="120615" y="2757747"/>
                  </a:lnTo>
                  <a:lnTo>
                    <a:pt x="120951" y="2757539"/>
                  </a:lnTo>
                  <a:lnTo>
                    <a:pt x="121288" y="2757332"/>
                  </a:lnTo>
                  <a:lnTo>
                    <a:pt x="121624" y="2757389"/>
                  </a:lnTo>
                  <a:lnTo>
                    <a:pt x="121961" y="2757626"/>
                  </a:lnTo>
                  <a:lnTo>
                    <a:pt x="122297" y="2757794"/>
                  </a:lnTo>
                  <a:lnTo>
                    <a:pt x="122633" y="2758075"/>
                  </a:lnTo>
                  <a:lnTo>
                    <a:pt x="122970" y="2758322"/>
                  </a:lnTo>
                  <a:lnTo>
                    <a:pt x="123306" y="2758310"/>
                  </a:lnTo>
                  <a:lnTo>
                    <a:pt x="123643" y="2758241"/>
                  </a:lnTo>
                  <a:lnTo>
                    <a:pt x="123979" y="2758172"/>
                  </a:lnTo>
                  <a:lnTo>
                    <a:pt x="124316" y="2758140"/>
                  </a:lnTo>
                  <a:lnTo>
                    <a:pt x="124652" y="2758177"/>
                  </a:lnTo>
                  <a:lnTo>
                    <a:pt x="124989" y="2758181"/>
                  </a:lnTo>
                  <a:lnTo>
                    <a:pt x="125325" y="2758137"/>
                  </a:lnTo>
                  <a:lnTo>
                    <a:pt x="125662" y="2757859"/>
                  </a:lnTo>
                  <a:lnTo>
                    <a:pt x="125998" y="2757653"/>
                  </a:lnTo>
                  <a:lnTo>
                    <a:pt x="126335" y="2757505"/>
                  </a:lnTo>
                  <a:lnTo>
                    <a:pt x="126671" y="2757357"/>
                  </a:lnTo>
                  <a:lnTo>
                    <a:pt x="127007" y="2757141"/>
                  </a:lnTo>
                  <a:lnTo>
                    <a:pt x="127344" y="2756734"/>
                  </a:lnTo>
                  <a:lnTo>
                    <a:pt x="127680" y="2755992"/>
                  </a:lnTo>
                  <a:lnTo>
                    <a:pt x="128017" y="2755416"/>
                  </a:lnTo>
                  <a:lnTo>
                    <a:pt x="128353" y="2755032"/>
                  </a:lnTo>
                  <a:lnTo>
                    <a:pt x="128690" y="2754837"/>
                  </a:lnTo>
                  <a:lnTo>
                    <a:pt x="129026" y="2754726"/>
                  </a:lnTo>
                  <a:lnTo>
                    <a:pt x="129363" y="2754715"/>
                  </a:lnTo>
                  <a:lnTo>
                    <a:pt x="129699" y="2754756"/>
                  </a:lnTo>
                  <a:lnTo>
                    <a:pt x="130036" y="2754950"/>
                  </a:lnTo>
                  <a:lnTo>
                    <a:pt x="130372" y="2755238"/>
                  </a:lnTo>
                  <a:lnTo>
                    <a:pt x="130709" y="2755957"/>
                  </a:lnTo>
                  <a:lnTo>
                    <a:pt x="131045" y="2756675"/>
                  </a:lnTo>
                  <a:lnTo>
                    <a:pt x="131381" y="2757393"/>
                  </a:lnTo>
                  <a:lnTo>
                    <a:pt x="131718" y="2758076"/>
                  </a:lnTo>
                  <a:lnTo>
                    <a:pt x="132054" y="2758837"/>
                  </a:lnTo>
                  <a:lnTo>
                    <a:pt x="132391" y="2759843"/>
                  </a:lnTo>
                  <a:lnTo>
                    <a:pt x="132727" y="2760849"/>
                  </a:lnTo>
                  <a:lnTo>
                    <a:pt x="133064" y="2761855"/>
                  </a:lnTo>
                  <a:lnTo>
                    <a:pt x="133400" y="2762932"/>
                  </a:lnTo>
                  <a:lnTo>
                    <a:pt x="133737" y="2763974"/>
                  </a:lnTo>
                  <a:lnTo>
                    <a:pt x="134073" y="2764901"/>
                  </a:lnTo>
                  <a:lnTo>
                    <a:pt x="134410" y="2765691"/>
                  </a:lnTo>
                  <a:lnTo>
                    <a:pt x="134746" y="2766410"/>
                  </a:lnTo>
                  <a:lnTo>
                    <a:pt x="135083" y="2766927"/>
                  </a:lnTo>
                  <a:lnTo>
                    <a:pt x="135419" y="2767358"/>
                  </a:lnTo>
                  <a:lnTo>
                    <a:pt x="135755" y="2767803"/>
                  </a:lnTo>
                  <a:lnTo>
                    <a:pt x="136092" y="2768314"/>
                  </a:lnTo>
                  <a:lnTo>
                    <a:pt x="136428" y="2768745"/>
                  </a:lnTo>
                  <a:lnTo>
                    <a:pt x="136765" y="2769212"/>
                  </a:lnTo>
                  <a:lnTo>
                    <a:pt x="137101" y="2769600"/>
                  </a:lnTo>
                  <a:lnTo>
                    <a:pt x="137438" y="2769743"/>
                  </a:lnTo>
                  <a:lnTo>
                    <a:pt x="137774" y="2769887"/>
                  </a:lnTo>
                  <a:lnTo>
                    <a:pt x="138111" y="2769851"/>
                  </a:lnTo>
                  <a:lnTo>
                    <a:pt x="138447" y="2769650"/>
                  </a:lnTo>
                  <a:lnTo>
                    <a:pt x="138784" y="2769391"/>
                  </a:lnTo>
                  <a:lnTo>
                    <a:pt x="139120" y="2769248"/>
                  </a:lnTo>
                  <a:lnTo>
                    <a:pt x="139456" y="2769104"/>
                  </a:lnTo>
                  <a:lnTo>
                    <a:pt x="139793" y="2768960"/>
                  </a:lnTo>
                  <a:lnTo>
                    <a:pt x="140129" y="2768709"/>
                  </a:lnTo>
                  <a:lnTo>
                    <a:pt x="140466" y="2768421"/>
                  </a:lnTo>
                  <a:lnTo>
                    <a:pt x="140802" y="2768120"/>
                  </a:lnTo>
                  <a:lnTo>
                    <a:pt x="141139" y="2767545"/>
                  </a:lnTo>
                  <a:lnTo>
                    <a:pt x="141475" y="2766970"/>
                  </a:lnTo>
                  <a:lnTo>
                    <a:pt x="141812" y="2766288"/>
                  </a:lnTo>
                  <a:lnTo>
                    <a:pt x="142148" y="2765569"/>
                  </a:lnTo>
                  <a:lnTo>
                    <a:pt x="142485" y="2764851"/>
                  </a:lnTo>
                  <a:lnTo>
                    <a:pt x="142821" y="2764039"/>
                  </a:lnTo>
                  <a:lnTo>
                    <a:pt x="143158" y="2763356"/>
                  </a:lnTo>
                  <a:lnTo>
                    <a:pt x="143494" y="2762645"/>
                  </a:lnTo>
                  <a:lnTo>
                    <a:pt x="143830" y="2761869"/>
                  </a:lnTo>
                  <a:lnTo>
                    <a:pt x="144167" y="2760863"/>
                  </a:lnTo>
                  <a:lnTo>
                    <a:pt x="144503" y="2759735"/>
                  </a:lnTo>
                  <a:lnTo>
                    <a:pt x="144840" y="2758485"/>
                  </a:lnTo>
                  <a:lnTo>
                    <a:pt x="145176" y="2757444"/>
                  </a:lnTo>
                  <a:lnTo>
                    <a:pt x="145513" y="2756438"/>
                  </a:lnTo>
                  <a:lnTo>
                    <a:pt x="145849" y="2755425"/>
                  </a:lnTo>
                  <a:lnTo>
                    <a:pt x="146186" y="2754419"/>
                  </a:lnTo>
                  <a:lnTo>
                    <a:pt x="146522" y="2753298"/>
                  </a:lnTo>
                  <a:lnTo>
                    <a:pt x="146859" y="2752328"/>
                  </a:lnTo>
                  <a:lnTo>
                    <a:pt x="147195" y="2751394"/>
                  </a:lnTo>
                  <a:lnTo>
                    <a:pt x="147532" y="2750389"/>
                  </a:lnTo>
                  <a:lnTo>
                    <a:pt x="147868" y="2749713"/>
                  </a:lnTo>
                  <a:lnTo>
                    <a:pt x="148204" y="2749139"/>
                  </a:lnTo>
                  <a:lnTo>
                    <a:pt x="148541" y="2748758"/>
                  </a:lnTo>
                  <a:lnTo>
                    <a:pt x="148877" y="2748499"/>
                  </a:lnTo>
                  <a:lnTo>
                    <a:pt x="149214" y="2748356"/>
                  </a:lnTo>
                  <a:lnTo>
                    <a:pt x="149550" y="2748334"/>
                  </a:lnTo>
                  <a:lnTo>
                    <a:pt x="149887" y="2748761"/>
                  </a:lnTo>
                  <a:lnTo>
                    <a:pt x="150223" y="2749086"/>
                  </a:lnTo>
                  <a:lnTo>
                    <a:pt x="150560" y="2749437"/>
                  </a:lnTo>
                  <a:lnTo>
                    <a:pt x="150896" y="2749762"/>
                  </a:lnTo>
                  <a:lnTo>
                    <a:pt x="151233" y="2750113"/>
                  </a:lnTo>
                  <a:lnTo>
                    <a:pt x="151569" y="2750548"/>
                  </a:lnTo>
                  <a:lnTo>
                    <a:pt x="151906" y="2750932"/>
                  </a:lnTo>
                  <a:lnTo>
                    <a:pt x="152242" y="2751452"/>
                  </a:lnTo>
                  <a:lnTo>
                    <a:pt x="152578" y="2752061"/>
                  </a:lnTo>
                  <a:lnTo>
                    <a:pt x="152915" y="2752376"/>
                  </a:lnTo>
                  <a:lnTo>
                    <a:pt x="153251" y="2752632"/>
                  </a:lnTo>
                  <a:lnTo>
                    <a:pt x="153588" y="2752780"/>
                  </a:lnTo>
                  <a:lnTo>
                    <a:pt x="153924" y="2753030"/>
                  </a:lnTo>
                  <a:lnTo>
                    <a:pt x="154261" y="2753241"/>
                  </a:lnTo>
                  <a:lnTo>
                    <a:pt x="154597" y="2753451"/>
                  </a:lnTo>
                  <a:lnTo>
                    <a:pt x="154934" y="2753661"/>
                  </a:lnTo>
                  <a:lnTo>
                    <a:pt x="155270" y="2753965"/>
                  </a:lnTo>
                  <a:lnTo>
                    <a:pt x="155607" y="2753461"/>
                  </a:lnTo>
                  <a:lnTo>
                    <a:pt x="155943" y="2753330"/>
                  </a:lnTo>
                  <a:lnTo>
                    <a:pt x="156280" y="2753229"/>
                  </a:lnTo>
                  <a:lnTo>
                    <a:pt x="156616" y="2752870"/>
                  </a:lnTo>
                  <a:lnTo>
                    <a:pt x="156952" y="2752676"/>
                  </a:lnTo>
                  <a:lnTo>
                    <a:pt x="157289" y="2752389"/>
                  </a:lnTo>
                  <a:lnTo>
                    <a:pt x="157625" y="2752118"/>
                  </a:lnTo>
                  <a:lnTo>
                    <a:pt x="157962" y="2751703"/>
                  </a:lnTo>
                  <a:lnTo>
                    <a:pt x="158298" y="2751168"/>
                  </a:lnTo>
                  <a:lnTo>
                    <a:pt x="158635" y="2750705"/>
                  </a:lnTo>
                  <a:lnTo>
                    <a:pt x="158971" y="2750170"/>
                  </a:lnTo>
                  <a:lnTo>
                    <a:pt x="159308" y="2749655"/>
                  </a:lnTo>
                  <a:lnTo>
                    <a:pt x="159644" y="2749116"/>
                  </a:lnTo>
                  <a:lnTo>
                    <a:pt x="159981" y="2748511"/>
                  </a:lnTo>
                  <a:lnTo>
                    <a:pt x="160317" y="2747783"/>
                  </a:lnTo>
                  <a:lnTo>
                    <a:pt x="160654" y="2747079"/>
                  </a:lnTo>
                  <a:lnTo>
                    <a:pt x="160990" y="2746359"/>
                  </a:lnTo>
                  <a:lnTo>
                    <a:pt x="161326" y="2745577"/>
                  </a:lnTo>
                  <a:lnTo>
                    <a:pt x="161663" y="2744963"/>
                  </a:lnTo>
                  <a:lnTo>
                    <a:pt x="161999" y="2744553"/>
                  </a:lnTo>
                  <a:lnTo>
                    <a:pt x="162336" y="2744062"/>
                  </a:lnTo>
                  <a:lnTo>
                    <a:pt x="162672" y="2743459"/>
                  </a:lnTo>
                  <a:lnTo>
                    <a:pt x="163009" y="2742552"/>
                  </a:lnTo>
                  <a:lnTo>
                    <a:pt x="163345" y="2740923"/>
                  </a:lnTo>
                  <a:lnTo>
                    <a:pt x="163682" y="2738947"/>
                  </a:lnTo>
                  <a:lnTo>
                    <a:pt x="164018" y="2736304"/>
                  </a:lnTo>
                  <a:lnTo>
                    <a:pt x="164355" y="2733460"/>
                  </a:lnTo>
                  <a:lnTo>
                    <a:pt x="164691" y="2730671"/>
                  </a:lnTo>
                  <a:lnTo>
                    <a:pt x="165028" y="2728095"/>
                  </a:lnTo>
                  <a:lnTo>
                    <a:pt x="165364" y="2725365"/>
                  </a:lnTo>
                  <a:lnTo>
                    <a:pt x="165700" y="2723754"/>
                  </a:lnTo>
                  <a:lnTo>
                    <a:pt x="166037" y="2722001"/>
                  </a:lnTo>
                  <a:lnTo>
                    <a:pt x="166373" y="2720058"/>
                  </a:lnTo>
                  <a:lnTo>
                    <a:pt x="166710" y="2717963"/>
                  </a:lnTo>
                  <a:lnTo>
                    <a:pt x="167046" y="2715802"/>
                  </a:lnTo>
                  <a:lnTo>
                    <a:pt x="167383" y="2713750"/>
                  </a:lnTo>
                  <a:lnTo>
                    <a:pt x="167719" y="2711741"/>
                  </a:lnTo>
                  <a:lnTo>
                    <a:pt x="168056" y="2709733"/>
                  </a:lnTo>
                  <a:lnTo>
                    <a:pt x="168392" y="2708012"/>
                  </a:lnTo>
                  <a:lnTo>
                    <a:pt x="168729" y="2706772"/>
                  </a:lnTo>
                  <a:lnTo>
                    <a:pt x="169065" y="2705621"/>
                  </a:lnTo>
                  <a:lnTo>
                    <a:pt x="169401" y="2704392"/>
                  </a:lnTo>
                  <a:lnTo>
                    <a:pt x="169738" y="2702957"/>
                  </a:lnTo>
                  <a:lnTo>
                    <a:pt x="170074" y="2701490"/>
                  </a:lnTo>
                  <a:lnTo>
                    <a:pt x="170411" y="2700072"/>
                  </a:lnTo>
                  <a:lnTo>
                    <a:pt x="170747" y="2698539"/>
                  </a:lnTo>
                  <a:lnTo>
                    <a:pt x="171084" y="2697374"/>
                  </a:lnTo>
                  <a:lnTo>
                    <a:pt x="171420" y="2696432"/>
                  </a:lnTo>
                  <a:lnTo>
                    <a:pt x="171757" y="2695683"/>
                  </a:lnTo>
                  <a:lnTo>
                    <a:pt x="172093" y="2694859"/>
                  </a:lnTo>
                  <a:lnTo>
                    <a:pt x="172430" y="2693982"/>
                  </a:lnTo>
                  <a:lnTo>
                    <a:pt x="172766" y="2692578"/>
                  </a:lnTo>
                  <a:lnTo>
                    <a:pt x="173103" y="2691137"/>
                  </a:lnTo>
                  <a:lnTo>
                    <a:pt x="173439" y="2689720"/>
                  </a:lnTo>
                  <a:lnTo>
                    <a:pt x="173775" y="2688456"/>
                  </a:lnTo>
                  <a:lnTo>
                    <a:pt x="174112" y="2687234"/>
                  </a:lnTo>
                  <a:lnTo>
                    <a:pt x="174448" y="2686360"/>
                  </a:lnTo>
                  <a:lnTo>
                    <a:pt x="174785" y="2685806"/>
                  </a:lnTo>
                  <a:lnTo>
                    <a:pt x="175121" y="2685192"/>
                  </a:lnTo>
                  <a:lnTo>
                    <a:pt x="175458" y="2684590"/>
                  </a:lnTo>
                  <a:lnTo>
                    <a:pt x="175794" y="2684175"/>
                  </a:lnTo>
                  <a:lnTo>
                    <a:pt x="176131" y="2683760"/>
                  </a:lnTo>
                  <a:lnTo>
                    <a:pt x="176467" y="2683345"/>
                  </a:lnTo>
                  <a:lnTo>
                    <a:pt x="176804" y="2682925"/>
                  </a:lnTo>
                  <a:lnTo>
                    <a:pt x="177140" y="2682622"/>
                  </a:lnTo>
                  <a:lnTo>
                    <a:pt x="177477" y="2682388"/>
                  </a:lnTo>
                  <a:lnTo>
                    <a:pt x="177813" y="2682321"/>
                  </a:lnTo>
                  <a:lnTo>
                    <a:pt x="178149" y="2682344"/>
                  </a:lnTo>
                  <a:lnTo>
                    <a:pt x="178486" y="2682696"/>
                  </a:lnTo>
                  <a:lnTo>
                    <a:pt x="178822" y="2682840"/>
                  </a:lnTo>
                  <a:lnTo>
                    <a:pt x="179159" y="2682983"/>
                  </a:lnTo>
                  <a:lnTo>
                    <a:pt x="179495" y="2683084"/>
                  </a:lnTo>
                  <a:lnTo>
                    <a:pt x="179832" y="2682998"/>
                  </a:lnTo>
                  <a:lnTo>
                    <a:pt x="180168" y="2682740"/>
                  </a:lnTo>
                  <a:lnTo>
                    <a:pt x="180505" y="2682228"/>
                  </a:lnTo>
                  <a:lnTo>
                    <a:pt x="180841" y="2681467"/>
                  </a:lnTo>
                  <a:lnTo>
                    <a:pt x="181178" y="2680331"/>
                  </a:lnTo>
                  <a:lnTo>
                    <a:pt x="181514" y="2679486"/>
                  </a:lnTo>
                  <a:lnTo>
                    <a:pt x="181851" y="2678414"/>
                  </a:lnTo>
                  <a:lnTo>
                    <a:pt x="182187" y="2677400"/>
                  </a:lnTo>
                  <a:lnTo>
                    <a:pt x="182523" y="2676262"/>
                  </a:lnTo>
                  <a:lnTo>
                    <a:pt x="182860" y="2674980"/>
                  </a:lnTo>
                  <a:lnTo>
                    <a:pt x="183196" y="2673435"/>
                  </a:lnTo>
                  <a:lnTo>
                    <a:pt x="183533" y="2671720"/>
                  </a:lnTo>
                  <a:lnTo>
                    <a:pt x="183869" y="2669763"/>
                  </a:lnTo>
                  <a:lnTo>
                    <a:pt x="184206" y="2667747"/>
                  </a:lnTo>
                  <a:lnTo>
                    <a:pt x="184542" y="2665702"/>
                  </a:lnTo>
                  <a:lnTo>
                    <a:pt x="184879" y="2663583"/>
                  </a:lnTo>
                  <a:lnTo>
                    <a:pt x="185215" y="2661644"/>
                  </a:lnTo>
                  <a:lnTo>
                    <a:pt x="185552" y="2659782"/>
                  </a:lnTo>
                  <a:lnTo>
                    <a:pt x="185888" y="2657910"/>
                  </a:lnTo>
                  <a:lnTo>
                    <a:pt x="186225" y="2656183"/>
                  </a:lnTo>
                  <a:lnTo>
                    <a:pt x="186561" y="2654553"/>
                  </a:lnTo>
                  <a:lnTo>
                    <a:pt x="186897" y="2652876"/>
                  </a:lnTo>
                  <a:lnTo>
                    <a:pt x="187234" y="2651387"/>
                  </a:lnTo>
                  <a:lnTo>
                    <a:pt x="187570" y="2650171"/>
                  </a:lnTo>
                  <a:lnTo>
                    <a:pt x="187907" y="2648992"/>
                  </a:lnTo>
                  <a:lnTo>
                    <a:pt x="188243" y="2648085"/>
                  </a:lnTo>
                  <a:lnTo>
                    <a:pt x="188580" y="2647015"/>
                  </a:lnTo>
                  <a:lnTo>
                    <a:pt x="188916" y="2645775"/>
                  </a:lnTo>
                  <a:lnTo>
                    <a:pt x="189253" y="2644397"/>
                  </a:lnTo>
                  <a:lnTo>
                    <a:pt x="189589" y="2643050"/>
                  </a:lnTo>
                  <a:lnTo>
                    <a:pt x="189926" y="2641879"/>
                  </a:lnTo>
                  <a:lnTo>
                    <a:pt x="190262" y="2640876"/>
                  </a:lnTo>
                  <a:lnTo>
                    <a:pt x="190599" y="2640363"/>
                  </a:lnTo>
                  <a:lnTo>
                    <a:pt x="190935" y="2640063"/>
                  </a:lnTo>
                  <a:lnTo>
                    <a:pt x="191271" y="2639829"/>
                  </a:lnTo>
                  <a:lnTo>
                    <a:pt x="191608" y="2639439"/>
                  </a:lnTo>
                  <a:lnTo>
                    <a:pt x="191944" y="2639135"/>
                  </a:lnTo>
                  <a:lnTo>
                    <a:pt x="192281" y="2638929"/>
                  </a:lnTo>
                  <a:lnTo>
                    <a:pt x="192617" y="2638808"/>
                  </a:lnTo>
                  <a:lnTo>
                    <a:pt x="192954" y="2638813"/>
                  </a:lnTo>
                  <a:lnTo>
                    <a:pt x="193290" y="2638857"/>
                  </a:lnTo>
                  <a:lnTo>
                    <a:pt x="193627" y="2639079"/>
                  </a:lnTo>
                  <a:lnTo>
                    <a:pt x="193963" y="2639332"/>
                  </a:lnTo>
                  <a:lnTo>
                    <a:pt x="194300" y="2639605"/>
                  </a:lnTo>
                  <a:lnTo>
                    <a:pt x="194636" y="2640017"/>
                  </a:lnTo>
                  <a:lnTo>
                    <a:pt x="194973" y="2640586"/>
                  </a:lnTo>
                  <a:lnTo>
                    <a:pt x="195309" y="2640889"/>
                  </a:lnTo>
                  <a:lnTo>
                    <a:pt x="195645" y="2640856"/>
                  </a:lnTo>
                  <a:lnTo>
                    <a:pt x="195982" y="2640600"/>
                  </a:lnTo>
                  <a:lnTo>
                    <a:pt x="196318" y="2640359"/>
                  </a:lnTo>
                  <a:lnTo>
                    <a:pt x="196655" y="2639784"/>
                  </a:lnTo>
                  <a:lnTo>
                    <a:pt x="196991" y="2639087"/>
                  </a:lnTo>
                  <a:lnTo>
                    <a:pt x="197328" y="2638369"/>
                  </a:lnTo>
                  <a:lnTo>
                    <a:pt x="197664" y="2637651"/>
                  </a:lnTo>
                  <a:lnTo>
                    <a:pt x="198001" y="2636932"/>
                  </a:lnTo>
                  <a:lnTo>
                    <a:pt x="198337" y="2636214"/>
                  </a:lnTo>
                  <a:lnTo>
                    <a:pt x="198674" y="2635517"/>
                  </a:lnTo>
                  <a:lnTo>
                    <a:pt x="199010" y="2634985"/>
                  </a:lnTo>
                  <a:lnTo>
                    <a:pt x="199347" y="2634626"/>
                  </a:lnTo>
                  <a:lnTo>
                    <a:pt x="199683" y="2634475"/>
                  </a:lnTo>
                  <a:lnTo>
                    <a:pt x="200019" y="2634331"/>
                  </a:lnTo>
                  <a:lnTo>
                    <a:pt x="200356" y="2634188"/>
                  </a:lnTo>
                  <a:lnTo>
                    <a:pt x="200692" y="2634094"/>
                  </a:lnTo>
                  <a:lnTo>
                    <a:pt x="201029" y="2634051"/>
                  </a:lnTo>
                  <a:lnTo>
                    <a:pt x="201365" y="2634051"/>
                  </a:lnTo>
                  <a:lnTo>
                    <a:pt x="201702" y="2634051"/>
                  </a:lnTo>
                  <a:lnTo>
                    <a:pt x="202038" y="2634173"/>
                  </a:lnTo>
                  <a:lnTo>
                    <a:pt x="202375" y="2634317"/>
                  </a:lnTo>
                  <a:lnTo>
                    <a:pt x="202711" y="2634461"/>
                  </a:lnTo>
                  <a:lnTo>
                    <a:pt x="203048" y="2634554"/>
                  </a:lnTo>
                  <a:lnTo>
                    <a:pt x="203384" y="2634533"/>
                  </a:lnTo>
                  <a:lnTo>
                    <a:pt x="203720" y="2634389"/>
                  </a:lnTo>
                  <a:lnTo>
                    <a:pt x="204057" y="2634123"/>
                  </a:lnTo>
                  <a:lnTo>
                    <a:pt x="204393" y="2633599"/>
                  </a:lnTo>
                  <a:lnTo>
                    <a:pt x="204730" y="2633024"/>
                  </a:lnTo>
                  <a:lnTo>
                    <a:pt x="205066" y="2632449"/>
                  </a:lnTo>
                  <a:lnTo>
                    <a:pt x="205403" y="2631903"/>
                  </a:lnTo>
                  <a:lnTo>
                    <a:pt x="205739" y="2631235"/>
                  </a:lnTo>
                  <a:lnTo>
                    <a:pt x="206076" y="2630301"/>
                  </a:lnTo>
                  <a:lnTo>
                    <a:pt x="206412" y="2629824"/>
                  </a:lnTo>
                  <a:lnTo>
                    <a:pt x="206749" y="2629267"/>
                  </a:lnTo>
                  <a:lnTo>
                    <a:pt x="207085" y="2628676"/>
                  </a:lnTo>
                  <a:lnTo>
                    <a:pt x="207422" y="2628193"/>
                  </a:lnTo>
                  <a:lnTo>
                    <a:pt x="207758" y="2627652"/>
                  </a:lnTo>
                  <a:lnTo>
                    <a:pt x="208094" y="2627137"/>
                  </a:lnTo>
                  <a:lnTo>
                    <a:pt x="208431" y="2626744"/>
                  </a:lnTo>
                  <a:lnTo>
                    <a:pt x="208767" y="2626237"/>
                  </a:lnTo>
                  <a:lnTo>
                    <a:pt x="209104" y="2625512"/>
                  </a:lnTo>
                  <a:lnTo>
                    <a:pt x="209440" y="2624974"/>
                  </a:lnTo>
                  <a:lnTo>
                    <a:pt x="209777" y="2624124"/>
                  </a:lnTo>
                  <a:lnTo>
                    <a:pt x="210113" y="2622555"/>
                  </a:lnTo>
                  <a:lnTo>
                    <a:pt x="210450" y="2620495"/>
                  </a:lnTo>
                  <a:lnTo>
                    <a:pt x="210786" y="2618310"/>
                  </a:lnTo>
                  <a:lnTo>
                    <a:pt x="211123" y="2616077"/>
                  </a:lnTo>
                  <a:lnTo>
                    <a:pt x="211459" y="2613883"/>
                  </a:lnTo>
                  <a:lnTo>
                    <a:pt x="211796" y="2611660"/>
                  </a:lnTo>
                  <a:lnTo>
                    <a:pt x="212132" y="2608672"/>
                  </a:lnTo>
                  <a:lnTo>
                    <a:pt x="212468" y="2605727"/>
                  </a:lnTo>
                  <a:lnTo>
                    <a:pt x="212805" y="2602848"/>
                  </a:lnTo>
                  <a:lnTo>
                    <a:pt x="213141" y="2601056"/>
                  </a:lnTo>
                  <a:lnTo>
                    <a:pt x="213478" y="2599290"/>
                  </a:lnTo>
                  <a:lnTo>
                    <a:pt x="213814" y="2597724"/>
                  </a:lnTo>
                  <a:lnTo>
                    <a:pt x="214151" y="2596384"/>
                  </a:lnTo>
                  <a:lnTo>
                    <a:pt x="214487" y="2595489"/>
                  </a:lnTo>
                  <a:lnTo>
                    <a:pt x="214824" y="2595090"/>
                  </a:lnTo>
                  <a:lnTo>
                    <a:pt x="215160" y="2595336"/>
                  </a:lnTo>
                  <a:lnTo>
                    <a:pt x="215497" y="2595613"/>
                  </a:lnTo>
                  <a:lnTo>
                    <a:pt x="215833" y="2596098"/>
                  </a:lnTo>
                  <a:lnTo>
                    <a:pt x="216170" y="2596702"/>
                  </a:lnTo>
                  <a:lnTo>
                    <a:pt x="216506" y="2597306"/>
                  </a:lnTo>
                  <a:lnTo>
                    <a:pt x="216842" y="2597904"/>
                  </a:lnTo>
                  <a:lnTo>
                    <a:pt x="217179" y="2598086"/>
                  </a:lnTo>
                  <a:lnTo>
                    <a:pt x="217515" y="2598120"/>
                  </a:lnTo>
                  <a:lnTo>
                    <a:pt x="217852" y="2598115"/>
                  </a:lnTo>
                  <a:lnTo>
                    <a:pt x="218188" y="2598113"/>
                  </a:lnTo>
                  <a:lnTo>
                    <a:pt x="218525" y="2598125"/>
                  </a:lnTo>
                  <a:lnTo>
                    <a:pt x="218861" y="2597834"/>
                  </a:lnTo>
                  <a:lnTo>
                    <a:pt x="219198" y="2597522"/>
                  </a:lnTo>
                  <a:lnTo>
                    <a:pt x="219534" y="2597052"/>
                  </a:lnTo>
                  <a:lnTo>
                    <a:pt x="219871" y="2596587"/>
                  </a:lnTo>
                  <a:lnTo>
                    <a:pt x="220207" y="2596078"/>
                  </a:lnTo>
                  <a:lnTo>
                    <a:pt x="220544" y="2595513"/>
                  </a:lnTo>
                  <a:lnTo>
                    <a:pt x="220880" y="2595278"/>
                  </a:lnTo>
                  <a:lnTo>
                    <a:pt x="221216" y="2595266"/>
                  </a:lnTo>
                  <a:lnTo>
                    <a:pt x="221553" y="2595402"/>
                  </a:lnTo>
                  <a:lnTo>
                    <a:pt x="221889" y="2595543"/>
                  </a:lnTo>
                  <a:lnTo>
                    <a:pt x="222226" y="2595684"/>
                  </a:lnTo>
                  <a:lnTo>
                    <a:pt x="222562" y="2595908"/>
                  </a:lnTo>
                  <a:lnTo>
                    <a:pt x="222899" y="2596573"/>
                  </a:lnTo>
                  <a:lnTo>
                    <a:pt x="223235" y="2597022"/>
                  </a:lnTo>
                  <a:lnTo>
                    <a:pt x="223572" y="2597487"/>
                  </a:lnTo>
                  <a:lnTo>
                    <a:pt x="223908" y="2598175"/>
                  </a:lnTo>
                  <a:lnTo>
                    <a:pt x="224245" y="2598683"/>
                  </a:lnTo>
                  <a:lnTo>
                    <a:pt x="224581" y="2599247"/>
                  </a:lnTo>
                  <a:lnTo>
                    <a:pt x="224918" y="2599938"/>
                  </a:lnTo>
                  <a:lnTo>
                    <a:pt x="225254" y="2600617"/>
                  </a:lnTo>
                  <a:lnTo>
                    <a:pt x="225590" y="2601431"/>
                  </a:lnTo>
                  <a:lnTo>
                    <a:pt x="225927" y="2602318"/>
                  </a:lnTo>
                  <a:lnTo>
                    <a:pt x="226263" y="2603113"/>
                  </a:lnTo>
                  <a:lnTo>
                    <a:pt x="226600" y="2603855"/>
                  </a:lnTo>
                  <a:lnTo>
                    <a:pt x="226936" y="2604430"/>
                  </a:lnTo>
                  <a:lnTo>
                    <a:pt x="227273" y="2605071"/>
                  </a:lnTo>
                  <a:lnTo>
                    <a:pt x="227609" y="2605936"/>
                  </a:lnTo>
                  <a:lnTo>
                    <a:pt x="227946" y="2606870"/>
                  </a:lnTo>
                  <a:lnTo>
                    <a:pt x="228282" y="2607874"/>
                  </a:lnTo>
                  <a:lnTo>
                    <a:pt x="228619" y="2608866"/>
                  </a:lnTo>
                  <a:lnTo>
                    <a:pt x="228955" y="2609879"/>
                  </a:lnTo>
                  <a:lnTo>
                    <a:pt x="229292" y="2610844"/>
                  </a:lnTo>
                  <a:lnTo>
                    <a:pt x="229628" y="2611917"/>
                  </a:lnTo>
                  <a:lnTo>
                    <a:pt x="229964" y="2613187"/>
                  </a:lnTo>
                  <a:lnTo>
                    <a:pt x="230301" y="2614773"/>
                  </a:lnTo>
                  <a:lnTo>
                    <a:pt x="230637" y="2616915"/>
                  </a:lnTo>
                  <a:lnTo>
                    <a:pt x="230974" y="2619379"/>
                  </a:lnTo>
                  <a:lnTo>
                    <a:pt x="231310" y="2622954"/>
                  </a:lnTo>
                  <a:lnTo>
                    <a:pt x="231647" y="2626740"/>
                  </a:lnTo>
                  <a:lnTo>
                    <a:pt x="231983" y="2630533"/>
                  </a:lnTo>
                  <a:lnTo>
                    <a:pt x="232320" y="2634276"/>
                  </a:lnTo>
                  <a:lnTo>
                    <a:pt x="232656" y="2637994"/>
                  </a:lnTo>
                  <a:lnTo>
                    <a:pt x="232993" y="2640557"/>
                  </a:lnTo>
                  <a:lnTo>
                    <a:pt x="233329" y="2643032"/>
                  </a:lnTo>
                  <a:lnTo>
                    <a:pt x="233666" y="2645826"/>
                  </a:lnTo>
                  <a:lnTo>
                    <a:pt x="234002" y="2648469"/>
                  </a:lnTo>
                  <a:lnTo>
                    <a:pt x="234338" y="2651056"/>
                  </a:lnTo>
                  <a:lnTo>
                    <a:pt x="234675" y="2653476"/>
                  </a:lnTo>
                  <a:lnTo>
                    <a:pt x="235011" y="2655703"/>
                  </a:lnTo>
                  <a:lnTo>
                    <a:pt x="235348" y="2657903"/>
                  </a:lnTo>
                  <a:lnTo>
                    <a:pt x="235684" y="2659762"/>
                  </a:lnTo>
                  <a:lnTo>
                    <a:pt x="236021" y="2661141"/>
                  </a:lnTo>
                  <a:lnTo>
                    <a:pt x="236357" y="2662430"/>
                  </a:lnTo>
                  <a:lnTo>
                    <a:pt x="236694" y="2663798"/>
                  </a:lnTo>
                  <a:lnTo>
                    <a:pt x="237030" y="2665328"/>
                  </a:lnTo>
                  <a:lnTo>
                    <a:pt x="237367" y="2666779"/>
                  </a:lnTo>
                  <a:lnTo>
                    <a:pt x="237703" y="2668153"/>
                  </a:lnTo>
                  <a:lnTo>
                    <a:pt x="238039" y="2669566"/>
                  </a:lnTo>
                  <a:lnTo>
                    <a:pt x="238376" y="2670632"/>
                  </a:lnTo>
                  <a:lnTo>
                    <a:pt x="238712" y="2671262"/>
                  </a:lnTo>
                  <a:lnTo>
                    <a:pt x="239049" y="2671730"/>
                  </a:lnTo>
                  <a:lnTo>
                    <a:pt x="239385" y="2672394"/>
                  </a:lnTo>
                  <a:lnTo>
                    <a:pt x="239722" y="2673385"/>
                  </a:lnTo>
                  <a:lnTo>
                    <a:pt x="240058" y="2675059"/>
                  </a:lnTo>
                  <a:lnTo>
                    <a:pt x="240395" y="2676891"/>
                  </a:lnTo>
                  <a:lnTo>
                    <a:pt x="240731" y="2678758"/>
                  </a:lnTo>
                  <a:lnTo>
                    <a:pt x="241068" y="2680626"/>
                  </a:lnTo>
                  <a:lnTo>
                    <a:pt x="241404" y="2682451"/>
                  </a:lnTo>
                  <a:lnTo>
                    <a:pt x="241741" y="2683960"/>
                  </a:lnTo>
                  <a:lnTo>
                    <a:pt x="242077" y="2685253"/>
                  </a:lnTo>
                  <a:lnTo>
                    <a:pt x="242413" y="2686769"/>
                  </a:lnTo>
                  <a:lnTo>
                    <a:pt x="242750" y="2688335"/>
                  </a:lnTo>
                  <a:lnTo>
                    <a:pt x="243086" y="2689772"/>
                  </a:lnTo>
                  <a:lnTo>
                    <a:pt x="243423" y="2691209"/>
                  </a:lnTo>
                  <a:lnTo>
                    <a:pt x="243759" y="2692646"/>
                  </a:lnTo>
                  <a:lnTo>
                    <a:pt x="244096" y="2694083"/>
                  </a:lnTo>
                  <a:lnTo>
                    <a:pt x="244432" y="2695261"/>
                  </a:lnTo>
                  <a:lnTo>
                    <a:pt x="244769" y="2696159"/>
                  </a:lnTo>
                  <a:lnTo>
                    <a:pt x="245105" y="2696820"/>
                  </a:lnTo>
                  <a:lnTo>
                    <a:pt x="245442" y="2697287"/>
                  </a:lnTo>
                  <a:lnTo>
                    <a:pt x="245778" y="2697718"/>
                  </a:lnTo>
                  <a:lnTo>
                    <a:pt x="246115" y="2698149"/>
                  </a:lnTo>
                  <a:lnTo>
                    <a:pt x="246451" y="2698580"/>
                  </a:lnTo>
                  <a:lnTo>
                    <a:pt x="246787" y="2699011"/>
                  </a:lnTo>
                  <a:lnTo>
                    <a:pt x="247124" y="2699492"/>
                  </a:lnTo>
                  <a:lnTo>
                    <a:pt x="247460" y="2699643"/>
                  </a:lnTo>
                  <a:lnTo>
                    <a:pt x="247797" y="2699945"/>
                  </a:lnTo>
                  <a:lnTo>
                    <a:pt x="248133" y="2700426"/>
                  </a:lnTo>
                  <a:lnTo>
                    <a:pt x="248470" y="2701375"/>
                  </a:lnTo>
                  <a:lnTo>
                    <a:pt x="248806" y="2701991"/>
                  </a:lnTo>
                  <a:lnTo>
                    <a:pt x="249143" y="2702635"/>
                  </a:lnTo>
                  <a:lnTo>
                    <a:pt x="249479" y="2703148"/>
                  </a:lnTo>
                  <a:lnTo>
                    <a:pt x="249816" y="2703784"/>
                  </a:lnTo>
                  <a:lnTo>
                    <a:pt x="250152" y="2704565"/>
                  </a:lnTo>
                  <a:lnTo>
                    <a:pt x="250489" y="2705609"/>
                  </a:lnTo>
                  <a:lnTo>
                    <a:pt x="250825" y="2706822"/>
                  </a:lnTo>
                  <a:lnTo>
                    <a:pt x="251161" y="2708488"/>
                  </a:lnTo>
                  <a:lnTo>
                    <a:pt x="251498" y="2710248"/>
                  </a:lnTo>
                  <a:lnTo>
                    <a:pt x="251834" y="2712026"/>
                  </a:lnTo>
                  <a:lnTo>
                    <a:pt x="252171" y="2713805"/>
                  </a:lnTo>
                  <a:lnTo>
                    <a:pt x="252507" y="2715565"/>
                  </a:lnTo>
                  <a:lnTo>
                    <a:pt x="252844" y="2717078"/>
                  </a:lnTo>
                  <a:lnTo>
                    <a:pt x="253180" y="2718659"/>
                  </a:lnTo>
                  <a:lnTo>
                    <a:pt x="253517" y="2720126"/>
                  </a:lnTo>
                  <a:lnTo>
                    <a:pt x="253853" y="2721701"/>
                  </a:lnTo>
                  <a:lnTo>
                    <a:pt x="254190" y="2723521"/>
                  </a:lnTo>
                  <a:lnTo>
                    <a:pt x="254526" y="2725222"/>
                  </a:lnTo>
                  <a:lnTo>
                    <a:pt x="254863" y="2726872"/>
                  </a:lnTo>
                  <a:lnTo>
                    <a:pt x="255199" y="2728491"/>
                  </a:lnTo>
                  <a:lnTo>
                    <a:pt x="255535" y="2729976"/>
                  </a:lnTo>
                  <a:lnTo>
                    <a:pt x="255872" y="2731622"/>
                  </a:lnTo>
                  <a:lnTo>
                    <a:pt x="256208" y="2733185"/>
                  </a:lnTo>
                  <a:lnTo>
                    <a:pt x="256545" y="2734705"/>
                  </a:lnTo>
                  <a:lnTo>
                    <a:pt x="256881" y="2736160"/>
                  </a:lnTo>
                  <a:lnTo>
                    <a:pt x="257218" y="2737576"/>
                  </a:lnTo>
                  <a:lnTo>
                    <a:pt x="257554" y="2739009"/>
                  </a:lnTo>
                  <a:lnTo>
                    <a:pt x="257891" y="2740220"/>
                  </a:lnTo>
                  <a:lnTo>
                    <a:pt x="258227" y="2741322"/>
                  </a:lnTo>
                  <a:lnTo>
                    <a:pt x="258564" y="2742354"/>
                  </a:lnTo>
                  <a:lnTo>
                    <a:pt x="258900" y="2743497"/>
                  </a:lnTo>
                  <a:lnTo>
                    <a:pt x="259237" y="2744519"/>
                  </a:lnTo>
                  <a:lnTo>
                    <a:pt x="259573" y="2745421"/>
                  </a:lnTo>
                  <a:lnTo>
                    <a:pt x="259909" y="2746045"/>
                  </a:lnTo>
                  <a:lnTo>
                    <a:pt x="260246" y="2746474"/>
                  </a:lnTo>
                  <a:lnTo>
                    <a:pt x="260582" y="2746638"/>
                  </a:lnTo>
                  <a:lnTo>
                    <a:pt x="260919" y="2746811"/>
                  </a:lnTo>
                  <a:lnTo>
                    <a:pt x="261255" y="2746951"/>
                  </a:lnTo>
                  <a:lnTo>
                    <a:pt x="261592" y="2747141"/>
                  </a:lnTo>
                  <a:lnTo>
                    <a:pt x="261928" y="2747414"/>
                  </a:lnTo>
                  <a:lnTo>
                    <a:pt x="262265" y="2747592"/>
                  </a:lnTo>
                  <a:lnTo>
                    <a:pt x="262601" y="2747629"/>
                  </a:lnTo>
                  <a:lnTo>
                    <a:pt x="262938" y="2747562"/>
                  </a:lnTo>
                  <a:lnTo>
                    <a:pt x="263274" y="2747470"/>
                  </a:lnTo>
                  <a:lnTo>
                    <a:pt x="263611" y="2747242"/>
                  </a:lnTo>
                  <a:lnTo>
                    <a:pt x="263947" y="2747348"/>
                  </a:lnTo>
                  <a:lnTo>
                    <a:pt x="264283" y="2747576"/>
                  </a:lnTo>
                  <a:lnTo>
                    <a:pt x="264620" y="2747826"/>
                  </a:lnTo>
                  <a:lnTo>
                    <a:pt x="264956" y="2748075"/>
                  </a:lnTo>
                  <a:lnTo>
                    <a:pt x="265293" y="2748342"/>
                  </a:lnTo>
                  <a:lnTo>
                    <a:pt x="265629" y="2748652"/>
                  </a:lnTo>
                  <a:lnTo>
                    <a:pt x="265966" y="2748978"/>
                  </a:lnTo>
                  <a:lnTo>
                    <a:pt x="266302" y="2749146"/>
                  </a:lnTo>
                  <a:lnTo>
                    <a:pt x="266639" y="2749328"/>
                  </a:lnTo>
                  <a:lnTo>
                    <a:pt x="266975" y="2749272"/>
                  </a:lnTo>
                  <a:lnTo>
                    <a:pt x="267312" y="2749190"/>
                  </a:lnTo>
                  <a:lnTo>
                    <a:pt x="267648" y="2749200"/>
                  </a:lnTo>
                  <a:lnTo>
                    <a:pt x="267985" y="2749156"/>
                  </a:lnTo>
                  <a:lnTo>
                    <a:pt x="268321" y="2749177"/>
                  </a:lnTo>
                  <a:lnTo>
                    <a:pt x="268657" y="2749321"/>
                  </a:lnTo>
                  <a:lnTo>
                    <a:pt x="268994" y="2749465"/>
                  </a:lnTo>
                  <a:lnTo>
                    <a:pt x="269330" y="2749486"/>
                  </a:lnTo>
                  <a:lnTo>
                    <a:pt x="269667" y="2749486"/>
                  </a:lnTo>
                  <a:lnTo>
                    <a:pt x="270003" y="2749486"/>
                  </a:lnTo>
                  <a:lnTo>
                    <a:pt x="270340" y="2749537"/>
                  </a:lnTo>
                  <a:lnTo>
                    <a:pt x="270676" y="2749702"/>
                  </a:lnTo>
                  <a:lnTo>
                    <a:pt x="271013" y="2749989"/>
                  </a:lnTo>
                  <a:lnTo>
                    <a:pt x="271349" y="2750356"/>
                  </a:lnTo>
                  <a:lnTo>
                    <a:pt x="271686" y="2751072"/>
                  </a:lnTo>
                  <a:lnTo>
                    <a:pt x="272022" y="2751862"/>
                  </a:lnTo>
                  <a:lnTo>
                    <a:pt x="272358" y="2752667"/>
                  </a:lnTo>
                  <a:lnTo>
                    <a:pt x="272695" y="2753580"/>
                  </a:lnTo>
                  <a:lnTo>
                    <a:pt x="273031" y="2754617"/>
                  </a:lnTo>
                  <a:lnTo>
                    <a:pt x="273368" y="2755949"/>
                  </a:lnTo>
                  <a:lnTo>
                    <a:pt x="273704" y="2756679"/>
                  </a:lnTo>
                  <a:lnTo>
                    <a:pt x="274041" y="2757481"/>
                  </a:lnTo>
                  <a:lnTo>
                    <a:pt x="274377" y="2758272"/>
                  </a:lnTo>
                  <a:lnTo>
                    <a:pt x="274714" y="2759004"/>
                  </a:lnTo>
                  <a:lnTo>
                    <a:pt x="275050" y="2759831"/>
                  </a:lnTo>
                  <a:lnTo>
                    <a:pt x="275387" y="2760506"/>
                  </a:lnTo>
                  <a:lnTo>
                    <a:pt x="275723" y="2761030"/>
                  </a:lnTo>
                  <a:lnTo>
                    <a:pt x="276060" y="2761469"/>
                  </a:lnTo>
                  <a:lnTo>
                    <a:pt x="276396" y="2762055"/>
                  </a:lnTo>
                  <a:lnTo>
                    <a:pt x="276732" y="2762287"/>
                  </a:lnTo>
                  <a:lnTo>
                    <a:pt x="277069" y="2762623"/>
                  </a:lnTo>
                  <a:lnTo>
                    <a:pt x="277405" y="2763590"/>
                  </a:lnTo>
                  <a:lnTo>
                    <a:pt x="277742" y="2764149"/>
                  </a:lnTo>
                  <a:lnTo>
                    <a:pt x="278078" y="2764768"/>
                  </a:lnTo>
                  <a:lnTo>
                    <a:pt x="278415" y="2765478"/>
                  </a:lnTo>
                  <a:lnTo>
                    <a:pt x="278751" y="2766371"/>
                  </a:lnTo>
                  <a:lnTo>
                    <a:pt x="279088" y="2767423"/>
                  </a:lnTo>
                  <a:lnTo>
                    <a:pt x="279424" y="2769456"/>
                  </a:lnTo>
                  <a:lnTo>
                    <a:pt x="279761" y="2771567"/>
                  </a:lnTo>
                  <a:lnTo>
                    <a:pt x="280097" y="2773491"/>
                  </a:lnTo>
                  <a:lnTo>
                    <a:pt x="280434" y="2774299"/>
                  </a:lnTo>
                  <a:lnTo>
                    <a:pt x="280770" y="2775858"/>
                  </a:lnTo>
                  <a:lnTo>
                    <a:pt x="281106" y="2777511"/>
                  </a:lnTo>
                  <a:lnTo>
                    <a:pt x="281443" y="2779090"/>
                  </a:lnTo>
                  <a:lnTo>
                    <a:pt x="281779" y="2780464"/>
                  </a:lnTo>
                  <a:lnTo>
                    <a:pt x="282116" y="2781566"/>
                  </a:lnTo>
                  <a:lnTo>
                    <a:pt x="282452" y="2782023"/>
                  </a:lnTo>
                  <a:lnTo>
                    <a:pt x="282789" y="2782505"/>
                  </a:lnTo>
                  <a:lnTo>
                    <a:pt x="283125" y="2782813"/>
                  </a:lnTo>
                  <a:lnTo>
                    <a:pt x="283462" y="2782934"/>
                  </a:lnTo>
                  <a:lnTo>
                    <a:pt x="283798" y="2783007"/>
                  </a:lnTo>
                  <a:lnTo>
                    <a:pt x="284135" y="2782965"/>
                  </a:lnTo>
                  <a:lnTo>
                    <a:pt x="284471" y="2782860"/>
                  </a:lnTo>
                  <a:lnTo>
                    <a:pt x="284808" y="2782756"/>
                  </a:lnTo>
                  <a:lnTo>
                    <a:pt x="285144" y="2782724"/>
                  </a:lnTo>
                  <a:lnTo>
                    <a:pt x="285480" y="2782868"/>
                  </a:lnTo>
                  <a:lnTo>
                    <a:pt x="285817" y="2783124"/>
                  </a:lnTo>
                  <a:lnTo>
                    <a:pt x="286153" y="2783626"/>
                  </a:lnTo>
                  <a:lnTo>
                    <a:pt x="286490" y="2784105"/>
                  </a:lnTo>
                  <a:lnTo>
                    <a:pt x="286826" y="2784392"/>
                  </a:lnTo>
                  <a:lnTo>
                    <a:pt x="287163" y="2784680"/>
                  </a:lnTo>
                  <a:lnTo>
                    <a:pt x="287499" y="2785068"/>
                  </a:lnTo>
                  <a:lnTo>
                    <a:pt x="287836" y="2785520"/>
                  </a:lnTo>
                  <a:lnTo>
                    <a:pt x="288172" y="2785772"/>
                  </a:lnTo>
                  <a:lnTo>
                    <a:pt x="288509" y="2785864"/>
                  </a:lnTo>
                  <a:lnTo>
                    <a:pt x="288845" y="2785805"/>
                  </a:lnTo>
                  <a:lnTo>
                    <a:pt x="289182" y="2785742"/>
                  </a:lnTo>
                  <a:lnTo>
                    <a:pt x="289518" y="2785678"/>
                  </a:lnTo>
                  <a:lnTo>
                    <a:pt x="289854" y="2785645"/>
                  </a:lnTo>
                  <a:lnTo>
                    <a:pt x="290191" y="2785686"/>
                  </a:lnTo>
                  <a:lnTo>
                    <a:pt x="290527" y="2785727"/>
                  </a:lnTo>
                  <a:lnTo>
                    <a:pt x="290864" y="2785768"/>
                  </a:lnTo>
                  <a:lnTo>
                    <a:pt x="291200" y="2785898"/>
                  </a:lnTo>
                  <a:lnTo>
                    <a:pt x="291537" y="2786044"/>
                  </a:lnTo>
                  <a:lnTo>
                    <a:pt x="291873" y="2786189"/>
                  </a:lnTo>
                  <a:lnTo>
                    <a:pt x="292210" y="2785959"/>
                  </a:lnTo>
                  <a:lnTo>
                    <a:pt x="292546" y="2785514"/>
                  </a:lnTo>
                  <a:lnTo>
                    <a:pt x="292883" y="2784855"/>
                  </a:lnTo>
                  <a:lnTo>
                    <a:pt x="293219" y="2784024"/>
                  </a:lnTo>
                  <a:lnTo>
                    <a:pt x="293556" y="2783362"/>
                  </a:lnTo>
                  <a:lnTo>
                    <a:pt x="293892" y="2782780"/>
                  </a:lnTo>
                  <a:lnTo>
                    <a:pt x="294228" y="2782390"/>
                  </a:lnTo>
                  <a:lnTo>
                    <a:pt x="294565" y="2782000"/>
                  </a:lnTo>
                  <a:lnTo>
                    <a:pt x="294901" y="2781264"/>
                  </a:lnTo>
                  <a:lnTo>
                    <a:pt x="295238" y="2780425"/>
                  </a:lnTo>
                  <a:lnTo>
                    <a:pt x="295574" y="2779470"/>
                  </a:lnTo>
                  <a:lnTo>
                    <a:pt x="295911" y="2778218"/>
                  </a:lnTo>
                  <a:lnTo>
                    <a:pt x="296247" y="2777104"/>
                  </a:lnTo>
                  <a:lnTo>
                    <a:pt x="296584" y="2775686"/>
                  </a:lnTo>
                  <a:lnTo>
                    <a:pt x="296920" y="2773934"/>
                  </a:lnTo>
                  <a:lnTo>
                    <a:pt x="297257" y="2772284"/>
                  </a:lnTo>
                  <a:lnTo>
                    <a:pt x="297593" y="2770722"/>
                  </a:lnTo>
                  <a:lnTo>
                    <a:pt x="297930" y="2769498"/>
                  </a:lnTo>
                  <a:lnTo>
                    <a:pt x="298266" y="2768331"/>
                  </a:lnTo>
                  <a:lnTo>
                    <a:pt x="298602" y="2766876"/>
                  </a:lnTo>
                  <a:lnTo>
                    <a:pt x="298939" y="2765410"/>
                  </a:lnTo>
                  <a:lnTo>
                    <a:pt x="299275" y="2763778"/>
                  </a:lnTo>
                  <a:lnTo>
                    <a:pt x="299612" y="2762619"/>
                  </a:lnTo>
                  <a:lnTo>
                    <a:pt x="299948" y="2761176"/>
                  </a:lnTo>
                  <a:lnTo>
                    <a:pt x="300285" y="2759269"/>
                  </a:lnTo>
                  <a:lnTo>
                    <a:pt x="300621" y="2757419"/>
                  </a:lnTo>
                  <a:lnTo>
                    <a:pt x="300958" y="2755459"/>
                  </a:lnTo>
                  <a:lnTo>
                    <a:pt x="301294" y="2753813"/>
                  </a:lnTo>
                  <a:lnTo>
                    <a:pt x="301631" y="2752418"/>
                  </a:lnTo>
                  <a:lnTo>
                    <a:pt x="301967" y="2751095"/>
                  </a:lnTo>
                  <a:lnTo>
                    <a:pt x="302303" y="2749976"/>
                  </a:lnTo>
                  <a:lnTo>
                    <a:pt x="302640" y="2748857"/>
                  </a:lnTo>
                  <a:lnTo>
                    <a:pt x="302976" y="2747713"/>
                  </a:lnTo>
                  <a:lnTo>
                    <a:pt x="303313" y="2746539"/>
                  </a:lnTo>
                  <a:lnTo>
                    <a:pt x="303649" y="2745276"/>
                  </a:lnTo>
                  <a:lnTo>
                    <a:pt x="303986" y="2743968"/>
                  </a:lnTo>
                  <a:lnTo>
                    <a:pt x="304322" y="2742514"/>
                  </a:lnTo>
                  <a:lnTo>
                    <a:pt x="304659" y="2741138"/>
                  </a:lnTo>
                  <a:lnTo>
                    <a:pt x="304995" y="2740115"/>
                  </a:lnTo>
                  <a:lnTo>
                    <a:pt x="305332" y="2739420"/>
                  </a:lnTo>
                  <a:lnTo>
                    <a:pt x="305668" y="2738902"/>
                  </a:lnTo>
                  <a:lnTo>
                    <a:pt x="306005" y="2738434"/>
                  </a:lnTo>
                  <a:lnTo>
                    <a:pt x="306341" y="2737899"/>
                  </a:lnTo>
                  <a:lnTo>
                    <a:pt x="306677" y="2737317"/>
                  </a:lnTo>
                  <a:lnTo>
                    <a:pt x="307014" y="2736595"/>
                  </a:lnTo>
                  <a:lnTo>
                    <a:pt x="307350" y="2735589"/>
                  </a:lnTo>
                  <a:lnTo>
                    <a:pt x="307687" y="2734583"/>
                  </a:lnTo>
                  <a:lnTo>
                    <a:pt x="308023" y="2733671"/>
                  </a:lnTo>
                  <a:lnTo>
                    <a:pt x="308360" y="2732881"/>
                  </a:lnTo>
                  <a:lnTo>
                    <a:pt x="308696" y="2732564"/>
                  </a:lnTo>
                  <a:lnTo>
                    <a:pt x="309033" y="2732421"/>
                  </a:lnTo>
                  <a:lnTo>
                    <a:pt x="309369" y="2732277"/>
                  </a:lnTo>
                  <a:lnTo>
                    <a:pt x="309706" y="2732133"/>
                  </a:lnTo>
                  <a:lnTo>
                    <a:pt x="310042" y="2732026"/>
                  </a:lnTo>
                  <a:lnTo>
                    <a:pt x="310379" y="2732026"/>
                  </a:lnTo>
                  <a:lnTo>
                    <a:pt x="310715" y="2731896"/>
                  </a:lnTo>
                  <a:lnTo>
                    <a:pt x="311051" y="2731753"/>
                  </a:lnTo>
                  <a:lnTo>
                    <a:pt x="311388" y="2731609"/>
                  </a:lnTo>
                  <a:lnTo>
                    <a:pt x="311724" y="2731465"/>
                  </a:lnTo>
                  <a:lnTo>
                    <a:pt x="312061" y="2731214"/>
                  </a:lnTo>
                  <a:lnTo>
                    <a:pt x="312397" y="2730783"/>
                  </a:lnTo>
                  <a:lnTo>
                    <a:pt x="312734" y="2730352"/>
                  </a:lnTo>
                  <a:lnTo>
                    <a:pt x="313070" y="2729921"/>
                  </a:lnTo>
                  <a:lnTo>
                    <a:pt x="313407" y="2729403"/>
                  </a:lnTo>
                  <a:lnTo>
                    <a:pt x="313743" y="2728663"/>
                  </a:lnTo>
                  <a:lnTo>
                    <a:pt x="314080" y="2727801"/>
                  </a:lnTo>
                  <a:lnTo>
                    <a:pt x="314416" y="2726846"/>
                  </a:lnTo>
                  <a:lnTo>
                    <a:pt x="314753" y="2725797"/>
                  </a:lnTo>
                  <a:lnTo>
                    <a:pt x="315089" y="2724540"/>
                  </a:lnTo>
                  <a:lnTo>
                    <a:pt x="315425" y="2723167"/>
                  </a:lnTo>
                  <a:lnTo>
                    <a:pt x="315762" y="2721745"/>
                  </a:lnTo>
                  <a:lnTo>
                    <a:pt x="316098" y="2720303"/>
                  </a:lnTo>
                  <a:lnTo>
                    <a:pt x="316435" y="2718831"/>
                  </a:lnTo>
                  <a:lnTo>
                    <a:pt x="316771" y="2717152"/>
                  </a:lnTo>
                  <a:lnTo>
                    <a:pt x="317108" y="2715501"/>
                  </a:lnTo>
                  <a:lnTo>
                    <a:pt x="317444" y="2713922"/>
                  </a:lnTo>
                  <a:lnTo>
                    <a:pt x="317781" y="2712214"/>
                  </a:lnTo>
                  <a:lnTo>
                    <a:pt x="318117" y="2710312"/>
                  </a:lnTo>
                  <a:lnTo>
                    <a:pt x="318454" y="2708171"/>
                  </a:lnTo>
                  <a:lnTo>
                    <a:pt x="318790" y="2706082"/>
                  </a:lnTo>
                  <a:lnTo>
                    <a:pt x="319127" y="2703981"/>
                  </a:lnTo>
                  <a:lnTo>
                    <a:pt x="319463" y="2702044"/>
                  </a:lnTo>
                  <a:lnTo>
                    <a:pt x="319799" y="2700162"/>
                  </a:lnTo>
                  <a:lnTo>
                    <a:pt x="320136" y="2698542"/>
                  </a:lnTo>
                  <a:lnTo>
                    <a:pt x="320472" y="2697643"/>
                  </a:lnTo>
                  <a:lnTo>
                    <a:pt x="320809" y="2696701"/>
                  </a:lnTo>
                  <a:lnTo>
                    <a:pt x="321145" y="2696083"/>
                  </a:lnTo>
                  <a:lnTo>
                    <a:pt x="321482" y="2695424"/>
                  </a:lnTo>
                  <a:lnTo>
                    <a:pt x="321818" y="2695024"/>
                  </a:lnTo>
                  <a:lnTo>
                    <a:pt x="322155" y="2694612"/>
                  </a:lnTo>
                  <a:lnTo>
                    <a:pt x="322491" y="2694254"/>
                  </a:lnTo>
                  <a:lnTo>
                    <a:pt x="322828" y="2693961"/>
                  </a:lnTo>
                  <a:lnTo>
                    <a:pt x="323164" y="2693764"/>
                  </a:lnTo>
                  <a:lnTo>
                    <a:pt x="323501" y="2693565"/>
                  </a:lnTo>
                  <a:lnTo>
                    <a:pt x="323837" y="2693383"/>
                  </a:lnTo>
                  <a:lnTo>
                    <a:pt x="324173" y="2693316"/>
                  </a:lnTo>
                  <a:lnTo>
                    <a:pt x="324510" y="2693118"/>
                  </a:lnTo>
                  <a:lnTo>
                    <a:pt x="324846" y="2692862"/>
                  </a:lnTo>
                  <a:lnTo>
                    <a:pt x="325183" y="2692691"/>
                  </a:lnTo>
                  <a:lnTo>
                    <a:pt x="325519" y="2692474"/>
                  </a:lnTo>
                  <a:lnTo>
                    <a:pt x="325856" y="2692197"/>
                  </a:lnTo>
                  <a:lnTo>
                    <a:pt x="326192" y="2692000"/>
                  </a:lnTo>
                  <a:lnTo>
                    <a:pt x="326529" y="2691647"/>
                  </a:lnTo>
                  <a:lnTo>
                    <a:pt x="326865" y="2691314"/>
                  </a:lnTo>
                  <a:lnTo>
                    <a:pt x="327202" y="2690920"/>
                  </a:lnTo>
                  <a:lnTo>
                    <a:pt x="327538" y="2690581"/>
                  </a:lnTo>
                  <a:lnTo>
                    <a:pt x="327875" y="2690307"/>
                  </a:lnTo>
                  <a:lnTo>
                    <a:pt x="328211" y="2689710"/>
                  </a:lnTo>
                  <a:lnTo>
                    <a:pt x="328547" y="2689321"/>
                  </a:lnTo>
                  <a:lnTo>
                    <a:pt x="328884" y="2688965"/>
                  </a:lnTo>
                  <a:lnTo>
                    <a:pt x="329220" y="2688592"/>
                  </a:lnTo>
                  <a:lnTo>
                    <a:pt x="329557" y="2688315"/>
                  </a:lnTo>
                  <a:lnTo>
                    <a:pt x="329893" y="2688200"/>
                  </a:lnTo>
                  <a:lnTo>
                    <a:pt x="330230" y="2688293"/>
                  </a:lnTo>
                  <a:lnTo>
                    <a:pt x="330566" y="2688286"/>
                  </a:lnTo>
                  <a:lnTo>
                    <a:pt x="330903" y="2688348"/>
                  </a:lnTo>
                  <a:lnTo>
                    <a:pt x="331239" y="2688357"/>
                  </a:lnTo>
                  <a:lnTo>
                    <a:pt x="331576" y="2688330"/>
                  </a:lnTo>
                  <a:lnTo>
                    <a:pt x="331912" y="2688568"/>
                  </a:lnTo>
                  <a:lnTo>
                    <a:pt x="332249" y="2688760"/>
                  </a:lnTo>
                  <a:lnTo>
                    <a:pt x="332585" y="2688893"/>
                  </a:lnTo>
                  <a:lnTo>
                    <a:pt x="332921" y="2689062"/>
                  </a:lnTo>
                  <a:lnTo>
                    <a:pt x="333258" y="2689231"/>
                  </a:lnTo>
                  <a:lnTo>
                    <a:pt x="333594" y="2689432"/>
                  </a:lnTo>
                  <a:lnTo>
                    <a:pt x="333931" y="2689528"/>
                  </a:lnTo>
                  <a:lnTo>
                    <a:pt x="334267" y="2689334"/>
                  </a:lnTo>
                  <a:lnTo>
                    <a:pt x="334604" y="2689171"/>
                  </a:lnTo>
                  <a:lnTo>
                    <a:pt x="334940" y="2688884"/>
                  </a:lnTo>
                  <a:lnTo>
                    <a:pt x="335277" y="2688529"/>
                  </a:lnTo>
                  <a:lnTo>
                    <a:pt x="335613" y="2687987"/>
                  </a:lnTo>
                  <a:lnTo>
                    <a:pt x="335950" y="2687279"/>
                  </a:lnTo>
                  <a:lnTo>
                    <a:pt x="336286" y="2686466"/>
                  </a:lnTo>
                  <a:lnTo>
                    <a:pt x="336622" y="2685681"/>
                  </a:lnTo>
                  <a:lnTo>
                    <a:pt x="336959" y="2684985"/>
                  </a:lnTo>
                  <a:lnTo>
                    <a:pt x="337295" y="2683893"/>
                  </a:lnTo>
                  <a:lnTo>
                    <a:pt x="337632" y="2682887"/>
                  </a:lnTo>
                  <a:lnTo>
                    <a:pt x="337968" y="2681882"/>
                  </a:lnTo>
                  <a:lnTo>
                    <a:pt x="338305" y="2680998"/>
                  </a:lnTo>
                  <a:lnTo>
                    <a:pt x="338641" y="2680358"/>
                  </a:lnTo>
                  <a:lnTo>
                    <a:pt x="338978" y="2679549"/>
                  </a:lnTo>
                  <a:lnTo>
                    <a:pt x="339314" y="2678759"/>
                  </a:lnTo>
                  <a:lnTo>
                    <a:pt x="339651" y="2678054"/>
                  </a:lnTo>
                  <a:lnTo>
                    <a:pt x="339987" y="2677436"/>
                  </a:lnTo>
                  <a:lnTo>
                    <a:pt x="340324" y="2676980"/>
                  </a:lnTo>
                  <a:lnTo>
                    <a:pt x="340660" y="2676582"/>
                  </a:lnTo>
                  <a:lnTo>
                    <a:pt x="340996" y="2676402"/>
                  </a:lnTo>
                  <a:lnTo>
                    <a:pt x="341333" y="2676443"/>
                  </a:lnTo>
                  <a:lnTo>
                    <a:pt x="341669" y="2676531"/>
                  </a:lnTo>
                  <a:lnTo>
                    <a:pt x="342006" y="2676677"/>
                  </a:lnTo>
                  <a:lnTo>
                    <a:pt x="342342" y="2676822"/>
                  </a:lnTo>
                  <a:lnTo>
                    <a:pt x="342679" y="2677094"/>
                  </a:lnTo>
                  <a:lnTo>
                    <a:pt x="343015" y="2677537"/>
                  </a:lnTo>
                  <a:lnTo>
                    <a:pt x="343352" y="2678180"/>
                  </a:lnTo>
                  <a:lnTo>
                    <a:pt x="343688" y="2679001"/>
                  </a:lnTo>
                  <a:lnTo>
                    <a:pt x="344025" y="2680084"/>
                  </a:lnTo>
                  <a:lnTo>
                    <a:pt x="344361" y="2681459"/>
                  </a:lnTo>
                  <a:lnTo>
                    <a:pt x="344698" y="2682973"/>
                  </a:lnTo>
                  <a:lnTo>
                    <a:pt x="345034" y="2685157"/>
                  </a:lnTo>
                  <a:lnTo>
                    <a:pt x="345370" y="2687435"/>
                  </a:lnTo>
                  <a:lnTo>
                    <a:pt x="345707" y="2689705"/>
                  </a:lnTo>
                  <a:lnTo>
                    <a:pt x="346043" y="2691867"/>
                  </a:lnTo>
                  <a:lnTo>
                    <a:pt x="346380" y="2694023"/>
                  </a:lnTo>
                  <a:lnTo>
                    <a:pt x="346716" y="2696113"/>
                  </a:lnTo>
                  <a:lnTo>
                    <a:pt x="347053" y="2698125"/>
                  </a:lnTo>
                  <a:lnTo>
                    <a:pt x="347389" y="2700230"/>
                  </a:lnTo>
                  <a:lnTo>
                    <a:pt x="347726" y="2702371"/>
                  </a:lnTo>
                  <a:lnTo>
                    <a:pt x="348062" y="2703727"/>
                  </a:lnTo>
                  <a:lnTo>
                    <a:pt x="348399" y="2704905"/>
                  </a:lnTo>
                  <a:lnTo>
                    <a:pt x="348735" y="2705851"/>
                  </a:lnTo>
                  <a:lnTo>
                    <a:pt x="349072" y="2706543"/>
                  </a:lnTo>
                  <a:lnTo>
                    <a:pt x="349408" y="2706990"/>
                  </a:lnTo>
                  <a:lnTo>
                    <a:pt x="349744" y="2707263"/>
                  </a:lnTo>
                  <a:lnTo>
                    <a:pt x="350081" y="2707432"/>
                  </a:lnTo>
                  <a:lnTo>
                    <a:pt x="350417" y="2707162"/>
                  </a:lnTo>
                  <a:lnTo>
                    <a:pt x="350754" y="2706732"/>
                  </a:lnTo>
                  <a:lnTo>
                    <a:pt x="351090" y="2706199"/>
                  </a:lnTo>
                  <a:lnTo>
                    <a:pt x="351427" y="2705876"/>
                  </a:lnTo>
                  <a:lnTo>
                    <a:pt x="351763" y="2705364"/>
                  </a:lnTo>
                  <a:lnTo>
                    <a:pt x="352100" y="2704832"/>
                  </a:lnTo>
                  <a:lnTo>
                    <a:pt x="352436" y="2704199"/>
                  </a:lnTo>
                  <a:lnTo>
                    <a:pt x="352773" y="2703330"/>
                  </a:lnTo>
                  <a:lnTo>
                    <a:pt x="353109" y="2702225"/>
                  </a:lnTo>
                  <a:lnTo>
                    <a:pt x="353446" y="2700956"/>
                  </a:lnTo>
                  <a:lnTo>
                    <a:pt x="353782" y="2699638"/>
                  </a:lnTo>
                  <a:lnTo>
                    <a:pt x="354118" y="2698485"/>
                  </a:lnTo>
                  <a:lnTo>
                    <a:pt x="354455" y="2697254"/>
                  </a:lnTo>
                  <a:lnTo>
                    <a:pt x="354791" y="2696112"/>
                  </a:lnTo>
                  <a:lnTo>
                    <a:pt x="355128" y="2695042"/>
                  </a:lnTo>
                  <a:lnTo>
                    <a:pt x="355464" y="2694125"/>
                  </a:lnTo>
                  <a:lnTo>
                    <a:pt x="355801" y="2693331"/>
                  </a:lnTo>
                  <a:lnTo>
                    <a:pt x="356137" y="2692557"/>
                  </a:lnTo>
                  <a:lnTo>
                    <a:pt x="356474" y="2691746"/>
                  </a:lnTo>
                  <a:lnTo>
                    <a:pt x="356810" y="2691075"/>
                  </a:lnTo>
                  <a:lnTo>
                    <a:pt x="357147" y="2690371"/>
                  </a:lnTo>
                  <a:lnTo>
                    <a:pt x="357483" y="2689135"/>
                  </a:lnTo>
                  <a:lnTo>
                    <a:pt x="357820" y="2687936"/>
                  </a:lnTo>
                  <a:lnTo>
                    <a:pt x="358156" y="2686786"/>
                  </a:lnTo>
                  <a:lnTo>
                    <a:pt x="358492" y="2685823"/>
                  </a:lnTo>
                  <a:lnTo>
                    <a:pt x="358829" y="2684961"/>
                  </a:lnTo>
                  <a:lnTo>
                    <a:pt x="359165" y="2684078"/>
                  </a:lnTo>
                  <a:lnTo>
                    <a:pt x="359502" y="2683474"/>
                  </a:lnTo>
                  <a:lnTo>
                    <a:pt x="359838" y="2682756"/>
                  </a:lnTo>
                  <a:lnTo>
                    <a:pt x="360175" y="2682224"/>
                  </a:lnTo>
                  <a:lnTo>
                    <a:pt x="360511" y="2681793"/>
                  </a:lnTo>
                  <a:lnTo>
                    <a:pt x="360848" y="2681333"/>
                  </a:lnTo>
                  <a:lnTo>
                    <a:pt x="361184" y="2680902"/>
                  </a:lnTo>
                  <a:lnTo>
                    <a:pt x="361521" y="2680694"/>
                  </a:lnTo>
                  <a:lnTo>
                    <a:pt x="361857" y="2680550"/>
                  </a:lnTo>
                  <a:lnTo>
                    <a:pt x="362194" y="2680579"/>
                  </a:lnTo>
                  <a:lnTo>
                    <a:pt x="362530" y="2680708"/>
                  </a:lnTo>
                  <a:lnTo>
                    <a:pt x="362866" y="2680902"/>
                  </a:lnTo>
                  <a:lnTo>
                    <a:pt x="363203" y="2681455"/>
                  </a:lnTo>
                  <a:lnTo>
                    <a:pt x="363539" y="2681750"/>
                  </a:lnTo>
                  <a:lnTo>
                    <a:pt x="363876" y="2682338"/>
                  </a:lnTo>
                  <a:lnTo>
                    <a:pt x="364212" y="2683367"/>
                  </a:lnTo>
                  <a:lnTo>
                    <a:pt x="364549" y="2684207"/>
                  </a:lnTo>
                  <a:lnTo>
                    <a:pt x="364885" y="2684771"/>
                  </a:lnTo>
                  <a:lnTo>
                    <a:pt x="365222" y="2685070"/>
                  </a:lnTo>
                  <a:lnTo>
                    <a:pt x="365558" y="2685164"/>
                  </a:lnTo>
                  <a:lnTo>
                    <a:pt x="365895" y="2685099"/>
                  </a:lnTo>
                  <a:lnTo>
                    <a:pt x="366231" y="2684919"/>
                  </a:lnTo>
                  <a:lnTo>
                    <a:pt x="366568" y="2684842"/>
                  </a:lnTo>
                  <a:lnTo>
                    <a:pt x="366904" y="2684254"/>
                  </a:lnTo>
                  <a:lnTo>
                    <a:pt x="367240" y="2683733"/>
                  </a:lnTo>
                  <a:lnTo>
                    <a:pt x="367577" y="2683679"/>
                  </a:lnTo>
                  <a:lnTo>
                    <a:pt x="367913" y="2683669"/>
                  </a:lnTo>
                  <a:lnTo>
                    <a:pt x="368250" y="2683569"/>
                  </a:lnTo>
                  <a:lnTo>
                    <a:pt x="368586" y="2683102"/>
                  </a:lnTo>
                  <a:lnTo>
                    <a:pt x="368923" y="2682710"/>
                  </a:lnTo>
                  <a:lnTo>
                    <a:pt x="369259" y="2682292"/>
                  </a:lnTo>
                  <a:lnTo>
                    <a:pt x="369596" y="2681881"/>
                  </a:lnTo>
                  <a:lnTo>
                    <a:pt x="369932" y="2681857"/>
                  </a:lnTo>
                  <a:lnTo>
                    <a:pt x="370269" y="2681869"/>
                  </a:lnTo>
                  <a:lnTo>
                    <a:pt x="370605" y="2681936"/>
                  </a:lnTo>
                  <a:lnTo>
                    <a:pt x="370941" y="2682229"/>
                  </a:lnTo>
                  <a:lnTo>
                    <a:pt x="371278" y="2683006"/>
                  </a:lnTo>
                  <a:lnTo>
                    <a:pt x="371614" y="2683929"/>
                  </a:lnTo>
                  <a:lnTo>
                    <a:pt x="371951" y="2684745"/>
                  </a:lnTo>
                  <a:lnTo>
                    <a:pt x="372287" y="2685416"/>
                  </a:lnTo>
                  <a:lnTo>
                    <a:pt x="372624" y="2685584"/>
                  </a:lnTo>
                  <a:lnTo>
                    <a:pt x="372960" y="2685406"/>
                  </a:lnTo>
                  <a:lnTo>
                    <a:pt x="373297" y="2685191"/>
                  </a:lnTo>
                  <a:lnTo>
                    <a:pt x="373633" y="2685137"/>
                  </a:lnTo>
                  <a:lnTo>
                    <a:pt x="373970" y="2685179"/>
                  </a:lnTo>
                  <a:lnTo>
                    <a:pt x="374306" y="2685302"/>
                  </a:lnTo>
                  <a:lnTo>
                    <a:pt x="374643" y="2685550"/>
                  </a:lnTo>
                  <a:lnTo>
                    <a:pt x="374979" y="2685293"/>
                  </a:lnTo>
                  <a:lnTo>
                    <a:pt x="375315" y="2684731"/>
                  </a:lnTo>
                  <a:lnTo>
                    <a:pt x="375652" y="2683972"/>
                  </a:lnTo>
                  <a:lnTo>
                    <a:pt x="375988" y="2682685"/>
                  </a:lnTo>
                  <a:lnTo>
                    <a:pt x="376325" y="2681108"/>
                  </a:lnTo>
                  <a:lnTo>
                    <a:pt x="376661" y="2679510"/>
                  </a:lnTo>
                  <a:lnTo>
                    <a:pt x="376998" y="2677962"/>
                  </a:lnTo>
                  <a:lnTo>
                    <a:pt x="377334" y="2675844"/>
                  </a:lnTo>
                  <a:lnTo>
                    <a:pt x="377671" y="2673786"/>
                  </a:lnTo>
                  <a:lnTo>
                    <a:pt x="378007" y="2672051"/>
                  </a:lnTo>
                  <a:lnTo>
                    <a:pt x="378344" y="2670325"/>
                  </a:lnTo>
                  <a:lnTo>
                    <a:pt x="378680" y="2668483"/>
                  </a:lnTo>
                  <a:lnTo>
                    <a:pt x="379017" y="2666501"/>
                  </a:lnTo>
                  <a:lnTo>
                    <a:pt x="379353" y="2665279"/>
                  </a:lnTo>
                  <a:lnTo>
                    <a:pt x="379689" y="2664134"/>
                  </a:lnTo>
                  <a:lnTo>
                    <a:pt x="380026" y="2662915"/>
                  </a:lnTo>
                  <a:lnTo>
                    <a:pt x="380362" y="2661947"/>
                  </a:lnTo>
                  <a:lnTo>
                    <a:pt x="380699" y="2661198"/>
                  </a:lnTo>
                  <a:lnTo>
                    <a:pt x="381035" y="2660767"/>
                  </a:lnTo>
                  <a:lnTo>
                    <a:pt x="381372" y="2660622"/>
                  </a:lnTo>
                  <a:lnTo>
                    <a:pt x="381708" y="2660690"/>
                  </a:lnTo>
                  <a:lnTo>
                    <a:pt x="382045" y="2660930"/>
                  </a:lnTo>
                  <a:lnTo>
                    <a:pt x="382381" y="2661385"/>
                  </a:lnTo>
                  <a:lnTo>
                    <a:pt x="382718" y="2661997"/>
                  </a:lnTo>
                  <a:lnTo>
                    <a:pt x="383054" y="2662065"/>
                  </a:lnTo>
                  <a:lnTo>
                    <a:pt x="383391" y="2662279"/>
                  </a:lnTo>
                  <a:lnTo>
                    <a:pt x="383727" y="2662756"/>
                  </a:lnTo>
                  <a:lnTo>
                    <a:pt x="384063" y="2663891"/>
                  </a:lnTo>
                  <a:lnTo>
                    <a:pt x="384400" y="2664919"/>
                  </a:lnTo>
                  <a:lnTo>
                    <a:pt x="384736" y="2665951"/>
                  </a:lnTo>
                  <a:lnTo>
                    <a:pt x="385073" y="2667036"/>
                  </a:lnTo>
                  <a:lnTo>
                    <a:pt x="385409" y="2668365"/>
                  </a:lnTo>
                  <a:lnTo>
                    <a:pt x="385746" y="2669723"/>
                  </a:lnTo>
                  <a:lnTo>
                    <a:pt x="386082" y="2670994"/>
                  </a:lnTo>
                  <a:lnTo>
                    <a:pt x="386419" y="2672287"/>
                  </a:lnTo>
                  <a:lnTo>
                    <a:pt x="386755" y="2673487"/>
                  </a:lnTo>
                  <a:lnTo>
                    <a:pt x="387092" y="2674471"/>
                  </a:lnTo>
                  <a:lnTo>
                    <a:pt x="387428" y="2675312"/>
                  </a:lnTo>
                  <a:lnTo>
                    <a:pt x="387765" y="2675428"/>
                  </a:lnTo>
                  <a:lnTo>
                    <a:pt x="388101" y="2675491"/>
                  </a:lnTo>
                  <a:lnTo>
                    <a:pt x="388437" y="2675290"/>
                  </a:lnTo>
                  <a:lnTo>
                    <a:pt x="388774" y="2675124"/>
                  </a:lnTo>
                  <a:lnTo>
                    <a:pt x="389110" y="2674650"/>
                  </a:lnTo>
                  <a:lnTo>
                    <a:pt x="389447" y="2674183"/>
                  </a:lnTo>
                  <a:lnTo>
                    <a:pt x="389783" y="2673820"/>
                  </a:lnTo>
                  <a:lnTo>
                    <a:pt x="390120" y="2673292"/>
                  </a:lnTo>
                  <a:lnTo>
                    <a:pt x="390456" y="2672624"/>
                  </a:lnTo>
                  <a:lnTo>
                    <a:pt x="390793" y="2671950"/>
                  </a:lnTo>
                  <a:lnTo>
                    <a:pt x="391129" y="2671257"/>
                  </a:lnTo>
                  <a:lnTo>
                    <a:pt x="391466" y="2670554"/>
                  </a:lnTo>
                  <a:lnTo>
                    <a:pt x="391802" y="2669904"/>
                  </a:lnTo>
                  <a:lnTo>
                    <a:pt x="392139" y="2669154"/>
                  </a:lnTo>
                  <a:lnTo>
                    <a:pt x="392475" y="2668372"/>
                  </a:lnTo>
                  <a:lnTo>
                    <a:pt x="392811" y="2667615"/>
                  </a:lnTo>
                  <a:lnTo>
                    <a:pt x="393148" y="2666943"/>
                  </a:lnTo>
                  <a:lnTo>
                    <a:pt x="393484" y="2666206"/>
                  </a:lnTo>
                  <a:lnTo>
                    <a:pt x="393821" y="2665554"/>
                  </a:lnTo>
                  <a:lnTo>
                    <a:pt x="394157" y="2664830"/>
                  </a:lnTo>
                  <a:lnTo>
                    <a:pt x="394494" y="2664491"/>
                  </a:lnTo>
                  <a:lnTo>
                    <a:pt x="394830" y="2664177"/>
                  </a:lnTo>
                  <a:lnTo>
                    <a:pt x="395167" y="2664063"/>
                  </a:lnTo>
                  <a:lnTo>
                    <a:pt x="395503" y="2664129"/>
                  </a:lnTo>
                  <a:lnTo>
                    <a:pt x="395840" y="2663988"/>
                  </a:lnTo>
                  <a:lnTo>
                    <a:pt x="396176" y="2663811"/>
                  </a:lnTo>
                  <a:lnTo>
                    <a:pt x="396513" y="2663620"/>
                  </a:lnTo>
                  <a:lnTo>
                    <a:pt x="396849" y="2663432"/>
                  </a:lnTo>
                  <a:lnTo>
                    <a:pt x="397185" y="2663447"/>
                  </a:lnTo>
                  <a:lnTo>
                    <a:pt x="397522" y="2663469"/>
                  </a:lnTo>
                  <a:lnTo>
                    <a:pt x="397858" y="2663731"/>
                  </a:lnTo>
                  <a:lnTo>
                    <a:pt x="398195" y="2664138"/>
                  </a:lnTo>
                  <a:lnTo>
                    <a:pt x="398531" y="2664598"/>
                  </a:lnTo>
                  <a:lnTo>
                    <a:pt x="398868" y="2665166"/>
                  </a:lnTo>
                  <a:lnTo>
                    <a:pt x="399204" y="2665539"/>
                  </a:lnTo>
                  <a:lnTo>
                    <a:pt x="399541" y="2665960"/>
                  </a:lnTo>
                  <a:lnTo>
                    <a:pt x="399877" y="2666422"/>
                  </a:lnTo>
                  <a:lnTo>
                    <a:pt x="400214" y="2666806"/>
                  </a:lnTo>
                  <a:lnTo>
                    <a:pt x="400550" y="2667072"/>
                  </a:lnTo>
                  <a:lnTo>
                    <a:pt x="400887" y="2667184"/>
                  </a:lnTo>
                  <a:lnTo>
                    <a:pt x="401223" y="2667266"/>
                  </a:lnTo>
                  <a:lnTo>
                    <a:pt x="401559" y="2667544"/>
                  </a:lnTo>
                  <a:lnTo>
                    <a:pt x="401896" y="2667789"/>
                  </a:lnTo>
                  <a:lnTo>
                    <a:pt x="402232" y="2668066"/>
                  </a:lnTo>
                  <a:lnTo>
                    <a:pt x="402569" y="2668343"/>
                  </a:lnTo>
                  <a:lnTo>
                    <a:pt x="402905" y="2668620"/>
                  </a:lnTo>
                  <a:lnTo>
                    <a:pt x="403242" y="2668854"/>
                  </a:lnTo>
                  <a:lnTo>
                    <a:pt x="403578" y="2669092"/>
                  </a:lnTo>
                  <a:lnTo>
                    <a:pt x="403915" y="2669187"/>
                  </a:lnTo>
                  <a:lnTo>
                    <a:pt x="404251" y="2668906"/>
                  </a:lnTo>
                  <a:lnTo>
                    <a:pt x="404588" y="2668985"/>
                  </a:lnTo>
                  <a:lnTo>
                    <a:pt x="404924" y="2668841"/>
                  </a:lnTo>
                  <a:lnTo>
                    <a:pt x="405260" y="2668619"/>
                  </a:lnTo>
                  <a:lnTo>
                    <a:pt x="405597" y="2668137"/>
                  </a:lnTo>
                  <a:lnTo>
                    <a:pt x="405933" y="2667433"/>
                  </a:lnTo>
                  <a:lnTo>
                    <a:pt x="406270" y="2666758"/>
                  </a:lnTo>
                  <a:lnTo>
                    <a:pt x="406606" y="2666162"/>
                  </a:lnTo>
                  <a:lnTo>
                    <a:pt x="406943" y="2665486"/>
                  </a:lnTo>
                  <a:lnTo>
                    <a:pt x="407279" y="2665147"/>
                  </a:lnTo>
                  <a:lnTo>
                    <a:pt x="407616" y="2664764"/>
                  </a:lnTo>
                  <a:lnTo>
                    <a:pt x="407952" y="2664382"/>
                  </a:lnTo>
                  <a:lnTo>
                    <a:pt x="408289" y="2663960"/>
                  </a:lnTo>
                  <a:lnTo>
                    <a:pt x="408625" y="2663683"/>
                  </a:lnTo>
                  <a:lnTo>
                    <a:pt x="408962" y="2663519"/>
                  </a:lnTo>
                  <a:lnTo>
                    <a:pt x="409298" y="2663508"/>
                  </a:lnTo>
                  <a:lnTo>
                    <a:pt x="409634" y="2663519"/>
                  </a:lnTo>
                  <a:lnTo>
                    <a:pt x="409971" y="2663608"/>
                  </a:lnTo>
                  <a:lnTo>
                    <a:pt x="410307" y="2663743"/>
                  </a:lnTo>
                  <a:lnTo>
                    <a:pt x="410644" y="2664004"/>
                  </a:lnTo>
                  <a:lnTo>
                    <a:pt x="410980" y="2664343"/>
                  </a:lnTo>
                  <a:lnTo>
                    <a:pt x="411317" y="2664625"/>
                  </a:lnTo>
                  <a:lnTo>
                    <a:pt x="411653" y="2664821"/>
                  </a:lnTo>
                  <a:lnTo>
                    <a:pt x="411990" y="2665059"/>
                  </a:lnTo>
                  <a:lnTo>
                    <a:pt x="412326" y="2665468"/>
                  </a:lnTo>
                  <a:lnTo>
                    <a:pt x="412663" y="2665922"/>
                  </a:lnTo>
                  <a:lnTo>
                    <a:pt x="412999" y="2666300"/>
                  </a:lnTo>
                  <a:lnTo>
                    <a:pt x="413336" y="2666678"/>
                  </a:lnTo>
                  <a:lnTo>
                    <a:pt x="413672" y="2667052"/>
                  </a:lnTo>
                  <a:lnTo>
                    <a:pt x="414008" y="2667394"/>
                  </a:lnTo>
                  <a:lnTo>
                    <a:pt x="414345" y="2667538"/>
                  </a:lnTo>
                  <a:lnTo>
                    <a:pt x="414681" y="2667681"/>
                  </a:lnTo>
                  <a:lnTo>
                    <a:pt x="415018" y="2667825"/>
                  </a:lnTo>
                  <a:lnTo>
                    <a:pt x="415354" y="2667969"/>
                  </a:lnTo>
                  <a:lnTo>
                    <a:pt x="415691" y="2668084"/>
                  </a:lnTo>
                  <a:lnTo>
                    <a:pt x="416027" y="2668084"/>
                  </a:lnTo>
                  <a:lnTo>
                    <a:pt x="416364" y="2668134"/>
                  </a:lnTo>
                  <a:lnTo>
                    <a:pt x="416700" y="2668277"/>
                  </a:lnTo>
                  <a:lnTo>
                    <a:pt x="417037" y="2668371"/>
                  </a:lnTo>
                  <a:lnTo>
                    <a:pt x="417373" y="2668450"/>
                  </a:lnTo>
                  <a:lnTo>
                    <a:pt x="417710" y="2668737"/>
                  </a:lnTo>
                  <a:lnTo>
                    <a:pt x="418046" y="2669132"/>
                  </a:lnTo>
                  <a:lnTo>
                    <a:pt x="418382" y="2669828"/>
                  </a:lnTo>
                  <a:lnTo>
                    <a:pt x="418719" y="2670335"/>
                  </a:lnTo>
                  <a:lnTo>
                    <a:pt x="419055" y="2671055"/>
                  </a:lnTo>
                  <a:lnTo>
                    <a:pt x="419392" y="2671797"/>
                  </a:lnTo>
                  <a:lnTo>
                    <a:pt x="419728" y="2672571"/>
                  </a:lnTo>
                  <a:lnTo>
                    <a:pt x="420065" y="2673430"/>
                  </a:lnTo>
                  <a:lnTo>
                    <a:pt x="420401" y="2674372"/>
                  </a:lnTo>
                  <a:lnTo>
                    <a:pt x="420738" y="2675471"/>
                  </a:lnTo>
                  <a:lnTo>
                    <a:pt x="421074" y="2676727"/>
                  </a:lnTo>
                  <a:lnTo>
                    <a:pt x="421411" y="2678009"/>
                  </a:lnTo>
                  <a:lnTo>
                    <a:pt x="421747" y="2679370"/>
                  </a:lnTo>
                  <a:lnTo>
                    <a:pt x="422084" y="2680736"/>
                  </a:lnTo>
                  <a:lnTo>
                    <a:pt x="422420" y="2681966"/>
                  </a:lnTo>
                  <a:lnTo>
                    <a:pt x="422756" y="2682819"/>
                  </a:lnTo>
                  <a:lnTo>
                    <a:pt x="423093" y="2683525"/>
                  </a:lnTo>
                  <a:lnTo>
                    <a:pt x="423429" y="2684226"/>
                  </a:lnTo>
                  <a:lnTo>
                    <a:pt x="423766" y="2684937"/>
                  </a:lnTo>
                  <a:lnTo>
                    <a:pt x="424102" y="2685177"/>
                  </a:lnTo>
                  <a:lnTo>
                    <a:pt x="424439" y="2685449"/>
                  </a:lnTo>
                  <a:lnTo>
                    <a:pt x="424775" y="2686254"/>
                  </a:lnTo>
                  <a:lnTo>
                    <a:pt x="425112" y="2686908"/>
                  </a:lnTo>
                  <a:lnTo>
                    <a:pt x="425448" y="2687483"/>
                  </a:lnTo>
                  <a:lnTo>
                    <a:pt x="425785" y="2687849"/>
                  </a:lnTo>
                  <a:lnTo>
                    <a:pt x="426121" y="2687993"/>
                  </a:lnTo>
                  <a:lnTo>
                    <a:pt x="426458" y="2688158"/>
                  </a:lnTo>
                  <a:lnTo>
                    <a:pt x="426794" y="2688596"/>
                  </a:lnTo>
                  <a:lnTo>
                    <a:pt x="427130" y="2689314"/>
                  </a:lnTo>
                  <a:lnTo>
                    <a:pt x="427467" y="2690143"/>
                  </a:lnTo>
                  <a:lnTo>
                    <a:pt x="427803" y="2691197"/>
                  </a:lnTo>
                  <a:lnTo>
                    <a:pt x="428140" y="2692303"/>
                  </a:lnTo>
                  <a:lnTo>
                    <a:pt x="428476" y="2693333"/>
                  </a:lnTo>
                  <a:lnTo>
                    <a:pt x="428813" y="2694141"/>
                  </a:lnTo>
                  <a:lnTo>
                    <a:pt x="429149" y="2694884"/>
                  </a:lnTo>
                  <a:lnTo>
                    <a:pt x="429486" y="2695585"/>
                  </a:lnTo>
                  <a:lnTo>
                    <a:pt x="429822" y="2696198"/>
                  </a:lnTo>
                  <a:lnTo>
                    <a:pt x="430159" y="2696946"/>
                  </a:lnTo>
                  <a:lnTo>
                    <a:pt x="430495" y="2697679"/>
                  </a:lnTo>
                  <a:lnTo>
                    <a:pt x="430832" y="2698543"/>
                  </a:lnTo>
                  <a:lnTo>
                    <a:pt x="431168" y="2699495"/>
                  </a:lnTo>
                  <a:lnTo>
                    <a:pt x="431504" y="2700340"/>
                  </a:lnTo>
                  <a:lnTo>
                    <a:pt x="431841" y="2701260"/>
                  </a:lnTo>
                  <a:lnTo>
                    <a:pt x="432177" y="2702331"/>
                  </a:lnTo>
                  <a:lnTo>
                    <a:pt x="432514" y="2703337"/>
                  </a:lnTo>
                  <a:lnTo>
                    <a:pt x="432850" y="2704479"/>
                  </a:lnTo>
                  <a:lnTo>
                    <a:pt x="433187" y="2705880"/>
                  </a:lnTo>
                  <a:lnTo>
                    <a:pt x="433523" y="2707396"/>
                  </a:lnTo>
                  <a:lnTo>
                    <a:pt x="433860" y="2708976"/>
                  </a:lnTo>
                  <a:lnTo>
                    <a:pt x="434196" y="2710593"/>
                  </a:lnTo>
                  <a:lnTo>
                    <a:pt x="434533" y="2712432"/>
                  </a:lnTo>
                  <a:lnTo>
                    <a:pt x="434869" y="2714286"/>
                  </a:lnTo>
                  <a:lnTo>
                    <a:pt x="435205" y="2716039"/>
                  </a:lnTo>
                  <a:lnTo>
                    <a:pt x="435542" y="2717986"/>
                  </a:lnTo>
                  <a:lnTo>
                    <a:pt x="435878" y="2720098"/>
                  </a:lnTo>
                  <a:lnTo>
                    <a:pt x="436215" y="2721979"/>
                  </a:lnTo>
                  <a:lnTo>
                    <a:pt x="436551" y="2723920"/>
                  </a:lnTo>
                  <a:lnTo>
                    <a:pt x="436888" y="2725738"/>
                  </a:lnTo>
                  <a:lnTo>
                    <a:pt x="437224" y="2727168"/>
                  </a:lnTo>
                  <a:lnTo>
                    <a:pt x="437561" y="2728588"/>
                  </a:lnTo>
                  <a:lnTo>
                    <a:pt x="437897" y="2729982"/>
                  </a:lnTo>
                  <a:lnTo>
                    <a:pt x="438234" y="2731239"/>
                  </a:lnTo>
                  <a:lnTo>
                    <a:pt x="438570" y="2732051"/>
                  </a:lnTo>
                  <a:lnTo>
                    <a:pt x="438907" y="2732725"/>
                  </a:lnTo>
                  <a:lnTo>
                    <a:pt x="439243" y="2733371"/>
                  </a:lnTo>
                  <a:lnTo>
                    <a:pt x="439579" y="2733493"/>
                  </a:lnTo>
                  <a:lnTo>
                    <a:pt x="439916" y="2733733"/>
                  </a:lnTo>
                  <a:lnTo>
                    <a:pt x="440252" y="2734143"/>
                  </a:lnTo>
                  <a:lnTo>
                    <a:pt x="440589" y="2734538"/>
                  </a:lnTo>
                  <a:lnTo>
                    <a:pt x="440925" y="2734839"/>
                  </a:lnTo>
                  <a:lnTo>
                    <a:pt x="441262" y="2734912"/>
                  </a:lnTo>
                  <a:lnTo>
                    <a:pt x="441598" y="2734879"/>
                  </a:lnTo>
                  <a:lnTo>
                    <a:pt x="441935" y="2734919"/>
                  </a:lnTo>
                  <a:lnTo>
                    <a:pt x="442271" y="2735240"/>
                  </a:lnTo>
                  <a:lnTo>
                    <a:pt x="442608" y="2735579"/>
                  </a:lnTo>
                  <a:lnTo>
                    <a:pt x="442944" y="2735979"/>
                  </a:lnTo>
                  <a:lnTo>
                    <a:pt x="443281" y="2736433"/>
                  </a:lnTo>
                  <a:lnTo>
                    <a:pt x="443617" y="2737011"/>
                  </a:lnTo>
                  <a:lnTo>
                    <a:pt x="443953" y="2737747"/>
                  </a:lnTo>
                  <a:lnTo>
                    <a:pt x="444290" y="2738490"/>
                  </a:lnTo>
                  <a:lnTo>
                    <a:pt x="444626" y="2740084"/>
                  </a:lnTo>
                  <a:lnTo>
                    <a:pt x="444963" y="2741567"/>
                  </a:lnTo>
                  <a:lnTo>
                    <a:pt x="445299" y="2742857"/>
                  </a:lnTo>
                  <a:lnTo>
                    <a:pt x="445636" y="2744152"/>
                  </a:lnTo>
                  <a:lnTo>
                    <a:pt x="445972" y="2745562"/>
                  </a:lnTo>
                  <a:lnTo>
                    <a:pt x="446309" y="2747078"/>
                  </a:lnTo>
                  <a:lnTo>
                    <a:pt x="446645" y="2747976"/>
                  </a:lnTo>
                  <a:lnTo>
                    <a:pt x="446982" y="2748978"/>
                  </a:lnTo>
                  <a:lnTo>
                    <a:pt x="447318" y="2750275"/>
                  </a:lnTo>
                  <a:lnTo>
                    <a:pt x="447655" y="2751517"/>
                  </a:lnTo>
                  <a:lnTo>
                    <a:pt x="447991" y="2752639"/>
                  </a:lnTo>
                  <a:lnTo>
                    <a:pt x="448327" y="2753537"/>
                  </a:lnTo>
                  <a:lnTo>
                    <a:pt x="448664" y="2754143"/>
                  </a:lnTo>
                  <a:lnTo>
                    <a:pt x="449000" y="2754376"/>
                  </a:lnTo>
                  <a:lnTo>
                    <a:pt x="449337" y="2754595"/>
                  </a:lnTo>
                  <a:lnTo>
                    <a:pt x="449673" y="2754823"/>
                  </a:lnTo>
                  <a:lnTo>
                    <a:pt x="450010" y="2755073"/>
                  </a:lnTo>
                  <a:lnTo>
                    <a:pt x="450346" y="2755738"/>
                  </a:lnTo>
                  <a:lnTo>
                    <a:pt x="450683" y="2756329"/>
                  </a:lnTo>
                  <a:lnTo>
                    <a:pt x="451019" y="2756800"/>
                  </a:lnTo>
                  <a:lnTo>
                    <a:pt x="451356" y="2756807"/>
                  </a:lnTo>
                  <a:lnTo>
                    <a:pt x="451692" y="2756691"/>
                  </a:lnTo>
                  <a:lnTo>
                    <a:pt x="452029" y="2756378"/>
                  </a:lnTo>
                  <a:lnTo>
                    <a:pt x="452365" y="2756141"/>
                  </a:lnTo>
                  <a:lnTo>
                    <a:pt x="452701" y="2755854"/>
                  </a:lnTo>
                  <a:lnTo>
                    <a:pt x="453038" y="2755940"/>
                  </a:lnTo>
                  <a:lnTo>
                    <a:pt x="453374" y="2756123"/>
                  </a:lnTo>
                  <a:lnTo>
                    <a:pt x="453711" y="2756361"/>
                  </a:lnTo>
                  <a:lnTo>
                    <a:pt x="454047" y="2756693"/>
                  </a:lnTo>
                  <a:lnTo>
                    <a:pt x="454384" y="2757049"/>
                  </a:lnTo>
                  <a:lnTo>
                    <a:pt x="454720" y="2757274"/>
                  </a:lnTo>
                  <a:lnTo>
                    <a:pt x="455057" y="2757418"/>
                  </a:lnTo>
                  <a:lnTo>
                    <a:pt x="455393" y="2757873"/>
                  </a:lnTo>
                  <a:lnTo>
                    <a:pt x="455730" y="2758271"/>
                  </a:lnTo>
                  <a:lnTo>
                    <a:pt x="456066" y="2758555"/>
                  </a:lnTo>
                  <a:lnTo>
                    <a:pt x="456403" y="2758958"/>
                  </a:lnTo>
                  <a:lnTo>
                    <a:pt x="456739" y="2759506"/>
                  </a:lnTo>
                  <a:lnTo>
                    <a:pt x="457075" y="2760064"/>
                  </a:lnTo>
                  <a:lnTo>
                    <a:pt x="457412" y="2760667"/>
                  </a:lnTo>
                  <a:lnTo>
                    <a:pt x="457748" y="2761245"/>
                  </a:lnTo>
                  <a:lnTo>
                    <a:pt x="458085" y="2761895"/>
                  </a:lnTo>
                  <a:lnTo>
                    <a:pt x="458421" y="2762461"/>
                  </a:lnTo>
                  <a:lnTo>
                    <a:pt x="458758" y="2763065"/>
                  </a:lnTo>
                  <a:lnTo>
                    <a:pt x="459094" y="2763740"/>
                  </a:lnTo>
                  <a:lnTo>
                    <a:pt x="459431" y="2764527"/>
                  </a:lnTo>
                  <a:lnTo>
                    <a:pt x="459767" y="2765400"/>
                  </a:lnTo>
                  <a:lnTo>
                    <a:pt x="460104" y="2766335"/>
                  </a:lnTo>
                  <a:lnTo>
                    <a:pt x="460440" y="2767257"/>
                  </a:lnTo>
                  <a:lnTo>
                    <a:pt x="460777" y="2768178"/>
                  </a:lnTo>
                  <a:lnTo>
                    <a:pt x="461113" y="2768993"/>
                  </a:lnTo>
                  <a:lnTo>
                    <a:pt x="461449" y="2769880"/>
                  </a:lnTo>
                  <a:lnTo>
                    <a:pt x="461786" y="2770612"/>
                  </a:lnTo>
                  <a:lnTo>
                    <a:pt x="462122" y="2771271"/>
                  </a:lnTo>
                  <a:lnTo>
                    <a:pt x="462459" y="2771849"/>
                  </a:lnTo>
                  <a:lnTo>
                    <a:pt x="462795" y="2772136"/>
                  </a:lnTo>
                  <a:lnTo>
                    <a:pt x="463132" y="2772424"/>
                  </a:lnTo>
                  <a:lnTo>
                    <a:pt x="463468" y="2772711"/>
                  </a:lnTo>
                  <a:lnTo>
                    <a:pt x="463805" y="2772998"/>
                  </a:lnTo>
                  <a:lnTo>
                    <a:pt x="464141" y="2773286"/>
                  </a:lnTo>
                  <a:lnTo>
                    <a:pt x="464478" y="2773358"/>
                  </a:lnTo>
                  <a:lnTo>
                    <a:pt x="464814" y="2773358"/>
                  </a:lnTo>
                  <a:lnTo>
                    <a:pt x="465151" y="2773307"/>
                  </a:lnTo>
                  <a:lnTo>
                    <a:pt x="465487" y="2773164"/>
                  </a:lnTo>
                  <a:lnTo>
                    <a:pt x="465823" y="2773020"/>
                  </a:lnTo>
                  <a:lnTo>
                    <a:pt x="466160" y="2772804"/>
                  </a:lnTo>
                  <a:lnTo>
                    <a:pt x="466496" y="2772517"/>
                  </a:lnTo>
                  <a:lnTo>
                    <a:pt x="466833" y="2772258"/>
                  </a:lnTo>
                  <a:lnTo>
                    <a:pt x="467169" y="2772115"/>
                  </a:lnTo>
                  <a:lnTo>
                    <a:pt x="467506" y="2772021"/>
                  </a:lnTo>
                  <a:lnTo>
                    <a:pt x="467842" y="2772100"/>
                  </a:lnTo>
                  <a:lnTo>
                    <a:pt x="468179" y="2772337"/>
                  </a:lnTo>
                  <a:lnTo>
                    <a:pt x="468515" y="2772625"/>
                  </a:lnTo>
                  <a:lnTo>
                    <a:pt x="468852" y="2773034"/>
                  </a:lnTo>
                  <a:lnTo>
                    <a:pt x="469188" y="2773465"/>
                  </a:lnTo>
                  <a:lnTo>
                    <a:pt x="469524" y="2773896"/>
                  </a:lnTo>
                  <a:lnTo>
                    <a:pt x="469861" y="2774328"/>
                  </a:lnTo>
                  <a:lnTo>
                    <a:pt x="470197" y="2774759"/>
                  </a:lnTo>
                  <a:lnTo>
                    <a:pt x="470534" y="2775233"/>
                  </a:lnTo>
                  <a:lnTo>
                    <a:pt x="470870" y="2775807"/>
                  </a:lnTo>
                  <a:lnTo>
                    <a:pt x="471207" y="2776497"/>
                  </a:lnTo>
                  <a:lnTo>
                    <a:pt x="471543" y="2777474"/>
                  </a:lnTo>
                  <a:lnTo>
                    <a:pt x="471880" y="2778487"/>
                  </a:lnTo>
                  <a:lnTo>
                    <a:pt x="472216" y="2779637"/>
                  </a:lnTo>
                  <a:lnTo>
                    <a:pt x="472553" y="2780865"/>
                  </a:lnTo>
                  <a:lnTo>
                    <a:pt x="472889" y="2782230"/>
                  </a:lnTo>
                  <a:lnTo>
                    <a:pt x="473226" y="2783574"/>
                  </a:lnTo>
                  <a:lnTo>
                    <a:pt x="473562" y="2784867"/>
                  </a:lnTo>
                  <a:lnTo>
                    <a:pt x="473898" y="2786038"/>
                  </a:lnTo>
                  <a:lnTo>
                    <a:pt x="474235" y="2787187"/>
                  </a:lnTo>
                  <a:lnTo>
                    <a:pt x="474571" y="2787958"/>
                  </a:lnTo>
                  <a:lnTo>
                    <a:pt x="474908" y="2788772"/>
                  </a:lnTo>
                  <a:lnTo>
                    <a:pt x="475244" y="2789585"/>
                  </a:lnTo>
                  <a:lnTo>
                    <a:pt x="475581" y="2790366"/>
                  </a:lnTo>
                  <a:lnTo>
                    <a:pt x="475917" y="2790744"/>
                  </a:lnTo>
                  <a:lnTo>
                    <a:pt x="476254" y="2790908"/>
                  </a:lnTo>
                  <a:lnTo>
                    <a:pt x="476590" y="2790919"/>
                  </a:lnTo>
                  <a:lnTo>
                    <a:pt x="476927" y="2790908"/>
                  </a:lnTo>
                  <a:lnTo>
                    <a:pt x="477263" y="2790819"/>
                  </a:lnTo>
                  <a:lnTo>
                    <a:pt x="477600" y="2790683"/>
                  </a:lnTo>
                  <a:lnTo>
                    <a:pt x="477936" y="2790423"/>
                  </a:lnTo>
                  <a:lnTo>
                    <a:pt x="478272" y="2790084"/>
                  </a:lnTo>
                  <a:lnTo>
                    <a:pt x="478609" y="2789665"/>
                  </a:lnTo>
                  <a:lnTo>
                    <a:pt x="478945" y="2789182"/>
                  </a:lnTo>
                  <a:lnTo>
                    <a:pt x="479282" y="2788699"/>
                  </a:lnTo>
                  <a:lnTo>
                    <a:pt x="479618" y="2788147"/>
                  </a:lnTo>
                  <a:lnTo>
                    <a:pt x="479955" y="2787549"/>
                  </a:lnTo>
                  <a:lnTo>
                    <a:pt x="480291" y="2787028"/>
                  </a:lnTo>
                  <a:lnTo>
                    <a:pt x="480628" y="2786506"/>
                  </a:lnTo>
                  <a:lnTo>
                    <a:pt x="480964" y="2786031"/>
                  </a:lnTo>
                  <a:lnTo>
                    <a:pt x="481301" y="2785689"/>
                  </a:lnTo>
                  <a:lnTo>
                    <a:pt x="481637" y="2785546"/>
                  </a:lnTo>
                  <a:lnTo>
                    <a:pt x="481974" y="2785402"/>
                  </a:lnTo>
                  <a:lnTo>
                    <a:pt x="482310" y="2785258"/>
                  </a:lnTo>
                  <a:lnTo>
                    <a:pt x="482646" y="2785115"/>
                  </a:lnTo>
                  <a:lnTo>
                    <a:pt x="482983" y="2785000"/>
                  </a:lnTo>
                  <a:lnTo>
                    <a:pt x="483319" y="2785000"/>
                  </a:lnTo>
                  <a:lnTo>
                    <a:pt x="483656" y="2785079"/>
                  </a:lnTo>
                  <a:lnTo>
                    <a:pt x="483992" y="2785079"/>
                  </a:lnTo>
                  <a:lnTo>
                    <a:pt x="484329" y="2785064"/>
                  </a:lnTo>
                  <a:lnTo>
                    <a:pt x="484665" y="2785064"/>
                  </a:lnTo>
                  <a:lnTo>
                    <a:pt x="485002" y="2785064"/>
                  </a:lnTo>
                  <a:lnTo>
                    <a:pt x="485338" y="2784870"/>
                  </a:lnTo>
                  <a:lnTo>
                    <a:pt x="485675" y="2784319"/>
                  </a:lnTo>
                  <a:lnTo>
                    <a:pt x="486011" y="2783745"/>
                  </a:lnTo>
                  <a:lnTo>
                    <a:pt x="486348" y="2783145"/>
                  </a:lnTo>
                  <a:lnTo>
                    <a:pt x="486684" y="2782467"/>
                  </a:lnTo>
                  <a:lnTo>
                    <a:pt x="487020" y="2781616"/>
                  </a:lnTo>
                  <a:lnTo>
                    <a:pt x="487357" y="2780729"/>
                  </a:lnTo>
                  <a:lnTo>
                    <a:pt x="487693" y="2779842"/>
                  </a:lnTo>
                  <a:lnTo>
                    <a:pt x="488030" y="2778934"/>
                  </a:lnTo>
                  <a:lnTo>
                    <a:pt x="488366" y="2778156"/>
                  </a:lnTo>
                  <a:lnTo>
                    <a:pt x="488703" y="2777271"/>
                  </a:lnTo>
                  <a:lnTo>
                    <a:pt x="489039" y="2776434"/>
                  </a:lnTo>
                  <a:lnTo>
                    <a:pt x="489376" y="2775607"/>
                  </a:lnTo>
                  <a:lnTo>
                    <a:pt x="489712" y="2774843"/>
                  </a:lnTo>
                  <a:lnTo>
                    <a:pt x="490049" y="2774304"/>
                  </a:lnTo>
                  <a:lnTo>
                    <a:pt x="490385" y="2774016"/>
                  </a:lnTo>
                  <a:lnTo>
                    <a:pt x="490722" y="2773839"/>
                  </a:lnTo>
                  <a:lnTo>
                    <a:pt x="491058" y="2773689"/>
                  </a:lnTo>
                  <a:lnTo>
                    <a:pt x="491394" y="2773865"/>
                  </a:lnTo>
                  <a:lnTo>
                    <a:pt x="491731" y="2773998"/>
                  </a:lnTo>
                  <a:lnTo>
                    <a:pt x="492067" y="2774158"/>
                  </a:lnTo>
                  <a:lnTo>
                    <a:pt x="492404" y="2774454"/>
                  </a:lnTo>
                  <a:lnTo>
                    <a:pt x="492740" y="2774779"/>
                  </a:lnTo>
                  <a:lnTo>
                    <a:pt x="493077" y="2775125"/>
                  </a:lnTo>
                  <a:lnTo>
                    <a:pt x="493413" y="2775673"/>
                  </a:lnTo>
                  <a:lnTo>
                    <a:pt x="493750" y="2776291"/>
                  </a:lnTo>
                  <a:lnTo>
                    <a:pt x="494086" y="2776334"/>
                  </a:lnTo>
                  <a:lnTo>
                    <a:pt x="494423" y="2776335"/>
                  </a:lnTo>
                  <a:lnTo>
                    <a:pt x="494759" y="2776224"/>
                  </a:lnTo>
                  <a:lnTo>
                    <a:pt x="495096" y="2775889"/>
                  </a:lnTo>
                  <a:lnTo>
                    <a:pt x="495432" y="2775444"/>
                  </a:lnTo>
                  <a:lnTo>
                    <a:pt x="495768" y="2774988"/>
                  </a:lnTo>
                  <a:lnTo>
                    <a:pt x="496105" y="2774525"/>
                  </a:lnTo>
                  <a:lnTo>
                    <a:pt x="496441" y="2773932"/>
                  </a:lnTo>
                  <a:lnTo>
                    <a:pt x="496778" y="2773477"/>
                  </a:lnTo>
                  <a:lnTo>
                    <a:pt x="497114" y="2773157"/>
                  </a:lnTo>
                  <a:lnTo>
                    <a:pt x="497451" y="2772761"/>
                  </a:lnTo>
                  <a:lnTo>
                    <a:pt x="497787" y="2772345"/>
                  </a:lnTo>
                  <a:lnTo>
                    <a:pt x="498124" y="2771912"/>
                  </a:lnTo>
                  <a:lnTo>
                    <a:pt x="498460" y="2771470"/>
                  </a:lnTo>
                  <a:lnTo>
                    <a:pt x="498797" y="2771092"/>
                  </a:lnTo>
                  <a:lnTo>
                    <a:pt x="499133" y="2770718"/>
                  </a:lnTo>
                  <a:lnTo>
                    <a:pt x="499470" y="2770380"/>
                  </a:lnTo>
                  <a:lnTo>
                    <a:pt x="499806" y="2770236"/>
                  </a:lnTo>
                  <a:lnTo>
                    <a:pt x="500142" y="2770092"/>
                  </a:lnTo>
                  <a:lnTo>
                    <a:pt x="500479" y="2769805"/>
                  </a:lnTo>
                  <a:lnTo>
                    <a:pt x="500815" y="2769518"/>
                  </a:lnTo>
                  <a:lnTo>
                    <a:pt x="501152" y="2769238"/>
                  </a:lnTo>
                  <a:lnTo>
                    <a:pt x="501488" y="2769094"/>
                  </a:lnTo>
                  <a:lnTo>
                    <a:pt x="501825" y="2768950"/>
                  </a:lnTo>
                  <a:lnTo>
                    <a:pt x="502161" y="2768807"/>
                  </a:lnTo>
                  <a:lnTo>
                    <a:pt x="502498" y="2768663"/>
                  </a:lnTo>
                  <a:lnTo>
                    <a:pt x="502834" y="2768469"/>
                  </a:lnTo>
                  <a:lnTo>
                    <a:pt x="503171" y="2768181"/>
                  </a:lnTo>
                  <a:lnTo>
                    <a:pt x="503507" y="2767822"/>
                  </a:lnTo>
                  <a:lnTo>
                    <a:pt x="503843" y="2767240"/>
                  </a:lnTo>
                  <a:lnTo>
                    <a:pt x="504180" y="2766464"/>
                  </a:lnTo>
                  <a:lnTo>
                    <a:pt x="504516" y="2765602"/>
                  </a:lnTo>
                  <a:lnTo>
                    <a:pt x="504853" y="2764740"/>
                  </a:lnTo>
                  <a:lnTo>
                    <a:pt x="505189" y="2763785"/>
                  </a:lnTo>
                  <a:lnTo>
                    <a:pt x="505526" y="2762923"/>
                  </a:lnTo>
                  <a:lnTo>
                    <a:pt x="505862" y="2762068"/>
                  </a:lnTo>
                  <a:lnTo>
                    <a:pt x="506199" y="2761349"/>
                  </a:lnTo>
                  <a:lnTo>
                    <a:pt x="506535" y="2760688"/>
                  </a:lnTo>
                  <a:lnTo>
                    <a:pt x="506872" y="2760343"/>
                  </a:lnTo>
                  <a:lnTo>
                    <a:pt x="507208" y="2760056"/>
                  </a:lnTo>
                  <a:lnTo>
                    <a:pt x="507545" y="2759733"/>
                  </a:lnTo>
                  <a:lnTo>
                    <a:pt x="507881" y="2759352"/>
                  </a:lnTo>
                  <a:lnTo>
                    <a:pt x="508217" y="2759065"/>
                  </a:lnTo>
                  <a:lnTo>
                    <a:pt x="508554" y="2758863"/>
                  </a:lnTo>
                  <a:lnTo>
                    <a:pt x="508890" y="2758871"/>
                  </a:lnTo>
                  <a:lnTo>
                    <a:pt x="509227" y="2759072"/>
                  </a:lnTo>
                  <a:lnTo>
                    <a:pt x="509563" y="2759582"/>
                  </a:lnTo>
                  <a:lnTo>
                    <a:pt x="509900" y="2760286"/>
                  </a:lnTo>
                  <a:lnTo>
                    <a:pt x="510236" y="2761098"/>
                  </a:lnTo>
                  <a:lnTo>
                    <a:pt x="510573" y="2761960"/>
                  </a:lnTo>
                  <a:lnTo>
                    <a:pt x="510909" y="2762815"/>
                  </a:lnTo>
                  <a:lnTo>
                    <a:pt x="511246" y="2763533"/>
                  </a:lnTo>
                  <a:lnTo>
                    <a:pt x="511582" y="2764194"/>
                  </a:lnTo>
                  <a:lnTo>
                    <a:pt x="511919" y="2764539"/>
                  </a:lnTo>
                  <a:lnTo>
                    <a:pt x="512255" y="2764826"/>
                  </a:lnTo>
                  <a:lnTo>
                    <a:pt x="512591" y="2765150"/>
                  </a:lnTo>
                  <a:lnTo>
                    <a:pt x="512928" y="2765581"/>
                  </a:lnTo>
                  <a:lnTo>
                    <a:pt x="513264" y="2766012"/>
                  </a:lnTo>
                  <a:lnTo>
                    <a:pt x="513601" y="2766551"/>
                  </a:lnTo>
                  <a:lnTo>
                    <a:pt x="513937" y="2767125"/>
                  </a:lnTo>
                  <a:lnTo>
                    <a:pt x="514274" y="2767839"/>
                  </a:lnTo>
                  <a:lnTo>
                    <a:pt x="514610" y="2768298"/>
                  </a:lnTo>
                  <a:lnTo>
                    <a:pt x="514947" y="2768585"/>
                  </a:lnTo>
                  <a:lnTo>
                    <a:pt x="515283" y="2769014"/>
                  </a:lnTo>
                  <a:lnTo>
                    <a:pt x="515620" y="2769521"/>
                  </a:lnTo>
                  <a:lnTo>
                    <a:pt x="515956" y="2770119"/>
                  </a:lnTo>
                  <a:lnTo>
                    <a:pt x="516293" y="2770943"/>
                  </a:lnTo>
                  <a:lnTo>
                    <a:pt x="516629" y="2771770"/>
                  </a:lnTo>
                  <a:lnTo>
                    <a:pt x="516965" y="2772467"/>
                  </a:lnTo>
                  <a:lnTo>
                    <a:pt x="517302" y="2773086"/>
                  </a:lnTo>
                  <a:lnTo>
                    <a:pt x="517638" y="2773667"/>
                  </a:lnTo>
                  <a:lnTo>
                    <a:pt x="517975" y="2774248"/>
                  </a:lnTo>
                  <a:lnTo>
                    <a:pt x="518311" y="2774850"/>
                  </a:lnTo>
                  <a:lnTo>
                    <a:pt x="518648" y="2775531"/>
                  </a:lnTo>
                  <a:lnTo>
                    <a:pt x="518984" y="2776329"/>
                  </a:lnTo>
                  <a:lnTo>
                    <a:pt x="519321" y="2777228"/>
                  </a:lnTo>
                  <a:lnTo>
                    <a:pt x="519657" y="2778095"/>
                  </a:lnTo>
                  <a:lnTo>
                    <a:pt x="519994" y="2778633"/>
                  </a:lnTo>
                  <a:lnTo>
                    <a:pt x="520330" y="2778634"/>
                  </a:lnTo>
                  <a:lnTo>
                    <a:pt x="520667" y="2778099"/>
                  </a:lnTo>
                  <a:lnTo>
                    <a:pt x="521003" y="2777574"/>
                  </a:lnTo>
                  <a:lnTo>
                    <a:pt x="521339" y="2776998"/>
                  </a:lnTo>
                  <a:lnTo>
                    <a:pt x="521676" y="2776498"/>
                  </a:lnTo>
                  <a:lnTo>
                    <a:pt x="522012" y="2776273"/>
                  </a:lnTo>
                  <a:lnTo>
                    <a:pt x="522349" y="2776237"/>
                  </a:lnTo>
                  <a:lnTo>
                    <a:pt x="522685" y="2775997"/>
                  </a:lnTo>
                  <a:lnTo>
                    <a:pt x="523022" y="2775714"/>
                  </a:lnTo>
                  <a:lnTo>
                    <a:pt x="523358" y="2775431"/>
                  </a:lnTo>
                  <a:lnTo>
                    <a:pt x="523695" y="2775396"/>
                  </a:lnTo>
                  <a:lnTo>
                    <a:pt x="524031" y="2775368"/>
                  </a:lnTo>
                  <a:lnTo>
                    <a:pt x="524368" y="2775266"/>
                  </a:lnTo>
                  <a:lnTo>
                    <a:pt x="524704" y="2775313"/>
                  </a:lnTo>
                  <a:lnTo>
                    <a:pt x="525041" y="2775439"/>
                  </a:lnTo>
                  <a:lnTo>
                    <a:pt x="525377" y="2775562"/>
                  </a:lnTo>
                  <a:lnTo>
                    <a:pt x="525713" y="2775805"/>
                  </a:lnTo>
                  <a:lnTo>
                    <a:pt x="526050" y="2775968"/>
                  </a:lnTo>
                  <a:lnTo>
                    <a:pt x="526386" y="2775997"/>
                  </a:lnTo>
                  <a:lnTo>
                    <a:pt x="526723" y="2776014"/>
                  </a:lnTo>
                  <a:lnTo>
                    <a:pt x="527059" y="2775990"/>
                  </a:lnTo>
                  <a:lnTo>
                    <a:pt x="527396" y="2775923"/>
                  </a:lnTo>
                  <a:lnTo>
                    <a:pt x="527732" y="2775829"/>
                  </a:lnTo>
                  <a:lnTo>
                    <a:pt x="528069" y="2775650"/>
                  </a:lnTo>
                  <a:lnTo>
                    <a:pt x="528405" y="2775650"/>
                  </a:lnTo>
                  <a:lnTo>
                    <a:pt x="528742" y="2775614"/>
                  </a:lnTo>
                  <a:lnTo>
                    <a:pt x="529078" y="2775184"/>
                  </a:lnTo>
                  <a:lnTo>
                    <a:pt x="529415" y="2774813"/>
                  </a:lnTo>
                  <a:lnTo>
                    <a:pt x="529751" y="2774422"/>
                  </a:lnTo>
                  <a:lnTo>
                    <a:pt x="530087" y="2774271"/>
                  </a:lnTo>
                  <a:lnTo>
                    <a:pt x="530424" y="2773983"/>
                  </a:lnTo>
                  <a:lnTo>
                    <a:pt x="530760" y="2773696"/>
                  </a:lnTo>
                  <a:lnTo>
                    <a:pt x="531097" y="2773301"/>
                  </a:lnTo>
                  <a:lnTo>
                    <a:pt x="531433" y="2772762"/>
                  </a:lnTo>
                  <a:lnTo>
                    <a:pt x="531770" y="2772108"/>
                  </a:lnTo>
                  <a:lnTo>
                    <a:pt x="532106" y="2771390"/>
                  </a:lnTo>
                  <a:lnTo>
                    <a:pt x="532443" y="2770671"/>
                  </a:lnTo>
                  <a:lnTo>
                    <a:pt x="532779" y="2769982"/>
                  </a:lnTo>
                  <a:lnTo>
                    <a:pt x="533116" y="2769407"/>
                  </a:lnTo>
                  <a:lnTo>
                    <a:pt x="533452" y="2768832"/>
                  </a:lnTo>
                  <a:lnTo>
                    <a:pt x="533789" y="2768272"/>
                  </a:lnTo>
                  <a:lnTo>
                    <a:pt x="534125" y="2767812"/>
                  </a:lnTo>
                  <a:lnTo>
                    <a:pt x="534461" y="2767512"/>
                  </a:lnTo>
                  <a:lnTo>
                    <a:pt x="534798" y="2767174"/>
                  </a:lnTo>
                  <a:lnTo>
                    <a:pt x="535134" y="2766785"/>
                  </a:lnTo>
                  <a:lnTo>
                    <a:pt x="535471" y="2766443"/>
                  </a:lnTo>
                  <a:lnTo>
                    <a:pt x="535807" y="2766049"/>
                  </a:lnTo>
                  <a:lnTo>
                    <a:pt x="536144" y="2765776"/>
                  </a:lnTo>
                  <a:lnTo>
                    <a:pt x="536480" y="2765670"/>
                  </a:lnTo>
                  <a:lnTo>
                    <a:pt x="536817" y="2765647"/>
                  </a:lnTo>
                  <a:lnTo>
                    <a:pt x="537153" y="2765672"/>
                  </a:lnTo>
                  <a:lnTo>
                    <a:pt x="537490" y="2765697"/>
                  </a:lnTo>
                  <a:lnTo>
                    <a:pt x="537826" y="2765722"/>
                  </a:lnTo>
                  <a:lnTo>
                    <a:pt x="538162" y="2765746"/>
                  </a:lnTo>
                  <a:lnTo>
                    <a:pt x="538499" y="2765771"/>
                  </a:lnTo>
                  <a:lnTo>
                    <a:pt x="538835" y="2765796"/>
                  </a:lnTo>
                  <a:lnTo>
                    <a:pt x="539172" y="2765974"/>
                  </a:lnTo>
                  <a:lnTo>
                    <a:pt x="539508" y="2766082"/>
                  </a:lnTo>
                  <a:lnTo>
                    <a:pt x="539845" y="2766345"/>
                  </a:lnTo>
                  <a:lnTo>
                    <a:pt x="540181" y="2766475"/>
                  </a:lnTo>
                  <a:lnTo>
                    <a:pt x="540518" y="2766657"/>
                  </a:lnTo>
                  <a:lnTo>
                    <a:pt x="540854" y="2766891"/>
                  </a:lnTo>
                  <a:lnTo>
                    <a:pt x="541191" y="2767125"/>
                  </a:lnTo>
                  <a:lnTo>
                    <a:pt x="541527" y="2767359"/>
                  </a:lnTo>
                  <a:lnTo>
                    <a:pt x="541864" y="2767593"/>
                  </a:lnTo>
                  <a:lnTo>
                    <a:pt x="542200" y="2767827"/>
                  </a:lnTo>
                  <a:lnTo>
                    <a:pt x="542536" y="2768061"/>
                  </a:lnTo>
                  <a:lnTo>
                    <a:pt x="542873" y="2768295"/>
                  </a:lnTo>
                  <a:lnTo>
                    <a:pt x="543209" y="2768572"/>
                  </a:lnTo>
                  <a:lnTo>
                    <a:pt x="543546" y="2768950"/>
                  </a:lnTo>
                  <a:lnTo>
                    <a:pt x="543882" y="2769328"/>
                  </a:lnTo>
                  <a:lnTo>
                    <a:pt x="544219" y="2769687"/>
                  </a:lnTo>
                  <a:lnTo>
                    <a:pt x="544555" y="2770046"/>
                  </a:lnTo>
                  <a:lnTo>
                    <a:pt x="544892" y="2770189"/>
                  </a:lnTo>
                  <a:lnTo>
                    <a:pt x="545228" y="2770333"/>
                  </a:lnTo>
                  <a:lnTo>
                    <a:pt x="545565" y="2770477"/>
                  </a:lnTo>
                  <a:lnTo>
                    <a:pt x="545901" y="2770699"/>
                  </a:lnTo>
                  <a:lnTo>
                    <a:pt x="546238" y="2770987"/>
                  </a:lnTo>
                  <a:lnTo>
                    <a:pt x="546574" y="2771274"/>
                  </a:lnTo>
                  <a:lnTo>
                    <a:pt x="546910" y="2771561"/>
                  </a:lnTo>
                  <a:lnTo>
                    <a:pt x="547247" y="2771849"/>
                  </a:lnTo>
                  <a:lnTo>
                    <a:pt x="547583" y="2772136"/>
                  </a:lnTo>
                  <a:lnTo>
                    <a:pt x="547920" y="2772424"/>
                  </a:lnTo>
                  <a:lnTo>
                    <a:pt x="548256" y="2772668"/>
                  </a:lnTo>
                  <a:lnTo>
                    <a:pt x="548593" y="2772812"/>
                  </a:lnTo>
                  <a:lnTo>
                    <a:pt x="548929" y="2772955"/>
                  </a:lnTo>
                  <a:lnTo>
                    <a:pt x="549266" y="2773099"/>
                  </a:lnTo>
                  <a:lnTo>
                    <a:pt x="549602" y="2773243"/>
                  </a:lnTo>
                  <a:lnTo>
                    <a:pt x="549939" y="2773386"/>
                  </a:lnTo>
                  <a:lnTo>
                    <a:pt x="550275" y="2773530"/>
                  </a:lnTo>
                  <a:lnTo>
                    <a:pt x="550612" y="2773674"/>
                  </a:lnTo>
                  <a:lnTo>
                    <a:pt x="550948" y="2773738"/>
                  </a:lnTo>
                  <a:lnTo>
                    <a:pt x="551284" y="2773882"/>
                  </a:lnTo>
                  <a:lnTo>
                    <a:pt x="551621" y="2774169"/>
                  </a:lnTo>
                  <a:lnTo>
                    <a:pt x="551957" y="2774457"/>
                  </a:lnTo>
                  <a:lnTo>
                    <a:pt x="552294" y="2774658"/>
                  </a:lnTo>
                  <a:lnTo>
                    <a:pt x="552630" y="2774917"/>
                  </a:lnTo>
                  <a:lnTo>
                    <a:pt x="552967" y="2775060"/>
                  </a:lnTo>
                  <a:lnTo>
                    <a:pt x="553303" y="2774960"/>
                  </a:lnTo>
                  <a:lnTo>
                    <a:pt x="553640" y="2774564"/>
                  </a:lnTo>
                  <a:lnTo>
                    <a:pt x="553976" y="2774522"/>
                  </a:lnTo>
                  <a:lnTo>
                    <a:pt x="554313" y="2774571"/>
                  </a:lnTo>
                  <a:lnTo>
                    <a:pt x="554649" y="2774570"/>
                  </a:lnTo>
                  <a:lnTo>
                    <a:pt x="554986" y="2774619"/>
                  </a:lnTo>
                  <a:lnTo>
                    <a:pt x="555322" y="2774595"/>
                  </a:lnTo>
                  <a:lnTo>
                    <a:pt x="555658" y="2774326"/>
                  </a:lnTo>
                  <a:lnTo>
                    <a:pt x="555995" y="2774443"/>
                  </a:lnTo>
                  <a:lnTo>
                    <a:pt x="556331" y="2774493"/>
                  </a:lnTo>
                  <a:lnTo>
                    <a:pt x="556668" y="2774393"/>
                  </a:lnTo>
                  <a:lnTo>
                    <a:pt x="557004" y="2774276"/>
                  </a:lnTo>
                  <a:lnTo>
                    <a:pt x="557341" y="2774208"/>
                  </a:lnTo>
                  <a:lnTo>
                    <a:pt x="557677" y="2774079"/>
                  </a:lnTo>
                  <a:lnTo>
                    <a:pt x="558014" y="2774002"/>
                  </a:lnTo>
                  <a:lnTo>
                    <a:pt x="558350" y="2774067"/>
                  </a:lnTo>
                  <a:lnTo>
                    <a:pt x="558687" y="2774308"/>
                  </a:lnTo>
                  <a:lnTo>
                    <a:pt x="559023" y="2774705"/>
                  </a:lnTo>
                  <a:lnTo>
                    <a:pt x="559360" y="2775174"/>
                  </a:lnTo>
                  <a:lnTo>
                    <a:pt x="559696" y="2775661"/>
                  </a:lnTo>
                  <a:lnTo>
                    <a:pt x="560032" y="2775891"/>
                  </a:lnTo>
                  <a:lnTo>
                    <a:pt x="560369" y="2776173"/>
                  </a:lnTo>
                  <a:lnTo>
                    <a:pt x="560705" y="2776407"/>
                  </a:lnTo>
                  <a:lnTo>
                    <a:pt x="561042" y="2776602"/>
                  </a:lnTo>
                  <a:lnTo>
                    <a:pt x="561378" y="2777081"/>
                  </a:lnTo>
                  <a:lnTo>
                    <a:pt x="561715" y="2777536"/>
                  </a:lnTo>
                  <a:lnTo>
                    <a:pt x="562051" y="2777680"/>
                  </a:lnTo>
                  <a:lnTo>
                    <a:pt x="562388" y="2777730"/>
                  </a:lnTo>
                  <a:lnTo>
                    <a:pt x="562724" y="2778010"/>
                  </a:lnTo>
                  <a:lnTo>
                    <a:pt x="563061" y="2778225"/>
                  </a:lnTo>
                  <a:lnTo>
                    <a:pt x="563397" y="2778478"/>
                  </a:lnTo>
                  <a:lnTo>
                    <a:pt x="563734" y="2778777"/>
                  </a:lnTo>
                  <a:lnTo>
                    <a:pt x="564070" y="2778867"/>
                  </a:lnTo>
                  <a:lnTo>
                    <a:pt x="564406" y="2778768"/>
                  </a:lnTo>
                  <a:lnTo>
                    <a:pt x="564743" y="2778661"/>
                  </a:lnTo>
                  <a:lnTo>
                    <a:pt x="565079" y="2778638"/>
                  </a:lnTo>
                  <a:lnTo>
                    <a:pt x="565416" y="2778636"/>
                  </a:lnTo>
                  <a:lnTo>
                    <a:pt x="565752" y="2778555"/>
                  </a:lnTo>
                  <a:lnTo>
                    <a:pt x="566089" y="2778410"/>
                  </a:lnTo>
                  <a:lnTo>
                    <a:pt x="566425" y="2778264"/>
                  </a:lnTo>
                  <a:lnTo>
                    <a:pt x="566762" y="2778171"/>
                  </a:lnTo>
                  <a:lnTo>
                    <a:pt x="567098" y="2778130"/>
                  </a:lnTo>
                  <a:lnTo>
                    <a:pt x="567435" y="2778157"/>
                  </a:lnTo>
                  <a:lnTo>
                    <a:pt x="567771" y="2778379"/>
                  </a:lnTo>
                  <a:lnTo>
                    <a:pt x="568107" y="2778644"/>
                  </a:lnTo>
                  <a:lnTo>
                    <a:pt x="568444" y="2778636"/>
                  </a:lnTo>
                  <a:lnTo>
                    <a:pt x="568780" y="2778608"/>
                  </a:lnTo>
                  <a:lnTo>
                    <a:pt x="569117" y="2778679"/>
                  </a:lnTo>
                  <a:lnTo>
                    <a:pt x="569453" y="2778823"/>
                  </a:lnTo>
                  <a:lnTo>
                    <a:pt x="569790" y="2778967"/>
                  </a:lnTo>
                  <a:lnTo>
                    <a:pt x="570126" y="2779161"/>
                  </a:lnTo>
                  <a:lnTo>
                    <a:pt x="570463" y="2779448"/>
                  </a:lnTo>
                  <a:lnTo>
                    <a:pt x="570799" y="2779707"/>
                  </a:lnTo>
                  <a:lnTo>
                    <a:pt x="571136" y="2780145"/>
                  </a:lnTo>
                  <a:lnTo>
                    <a:pt x="571472" y="2780777"/>
                  </a:lnTo>
                  <a:lnTo>
                    <a:pt x="571809" y="2781496"/>
                  </a:lnTo>
                  <a:lnTo>
                    <a:pt x="572145" y="2782214"/>
                  </a:lnTo>
                  <a:lnTo>
                    <a:pt x="572481" y="2783252"/>
                  </a:lnTo>
                  <a:lnTo>
                    <a:pt x="572818" y="2784222"/>
                  </a:lnTo>
                  <a:lnTo>
                    <a:pt x="573154" y="2785213"/>
                  </a:lnTo>
                  <a:lnTo>
                    <a:pt x="573491" y="2786205"/>
                  </a:lnTo>
                  <a:lnTo>
                    <a:pt x="573827" y="2787113"/>
                  </a:lnTo>
                  <a:lnTo>
                    <a:pt x="574164" y="2787999"/>
                  </a:lnTo>
                  <a:lnTo>
                    <a:pt x="574500" y="2788886"/>
                  </a:lnTo>
                  <a:lnTo>
                    <a:pt x="574837" y="2789809"/>
                  </a:lnTo>
                  <a:lnTo>
                    <a:pt x="575173" y="2790789"/>
                  </a:lnTo>
                  <a:lnTo>
                    <a:pt x="575510" y="2791676"/>
                  </a:lnTo>
                  <a:lnTo>
                    <a:pt x="575846" y="2792636"/>
                  </a:lnTo>
                  <a:lnTo>
                    <a:pt x="576183" y="2793477"/>
                  </a:lnTo>
                  <a:lnTo>
                    <a:pt x="576519" y="2794124"/>
                  </a:lnTo>
                  <a:lnTo>
                    <a:pt x="576855" y="2794684"/>
                  </a:lnTo>
                  <a:lnTo>
                    <a:pt x="577192" y="2795245"/>
                  </a:lnTo>
                  <a:lnTo>
                    <a:pt x="577528" y="2795708"/>
                  </a:lnTo>
                  <a:lnTo>
                    <a:pt x="577865" y="2796083"/>
                  </a:lnTo>
                  <a:lnTo>
                    <a:pt x="578201" y="2796140"/>
                  </a:lnTo>
                  <a:lnTo>
                    <a:pt x="578538" y="2796140"/>
                  </a:lnTo>
                  <a:lnTo>
                    <a:pt x="578874" y="2796255"/>
                  </a:lnTo>
                  <a:lnTo>
                    <a:pt x="579211" y="2796399"/>
                  </a:lnTo>
                  <a:lnTo>
                    <a:pt x="579547" y="2796542"/>
                  </a:lnTo>
                  <a:lnTo>
                    <a:pt x="579884" y="2796650"/>
                  </a:lnTo>
                  <a:lnTo>
                    <a:pt x="580220" y="2796650"/>
                  </a:lnTo>
                  <a:lnTo>
                    <a:pt x="580557" y="2796650"/>
                  </a:lnTo>
                  <a:lnTo>
                    <a:pt x="580893" y="2796578"/>
                  </a:lnTo>
                  <a:lnTo>
                    <a:pt x="581229" y="2796435"/>
                  </a:lnTo>
                  <a:lnTo>
                    <a:pt x="581566" y="2796117"/>
                  </a:lnTo>
                  <a:lnTo>
                    <a:pt x="581902" y="2795722"/>
                  </a:lnTo>
                  <a:lnTo>
                    <a:pt x="582239" y="2795305"/>
                  </a:lnTo>
                  <a:lnTo>
                    <a:pt x="582575" y="2794732"/>
                  </a:lnTo>
                  <a:lnTo>
                    <a:pt x="582912" y="2794212"/>
                  </a:lnTo>
                  <a:lnTo>
                    <a:pt x="583248" y="2793815"/>
                  </a:lnTo>
                  <a:lnTo>
                    <a:pt x="583585" y="2793501"/>
                  </a:lnTo>
                  <a:lnTo>
                    <a:pt x="583921" y="2793249"/>
                  </a:lnTo>
                  <a:lnTo>
                    <a:pt x="584258" y="2793126"/>
                  </a:lnTo>
                  <a:lnTo>
                    <a:pt x="584594" y="2793082"/>
                  </a:lnTo>
                  <a:lnTo>
                    <a:pt x="584931" y="2793076"/>
                  </a:lnTo>
                  <a:lnTo>
                    <a:pt x="585267" y="2793070"/>
                  </a:lnTo>
                  <a:lnTo>
                    <a:pt x="585603" y="2793064"/>
                  </a:lnTo>
                  <a:lnTo>
                    <a:pt x="585940" y="2793066"/>
                  </a:lnTo>
                  <a:lnTo>
                    <a:pt x="586276" y="2793151"/>
                  </a:lnTo>
                  <a:lnTo>
                    <a:pt x="586613" y="2793293"/>
                  </a:lnTo>
                  <a:lnTo>
                    <a:pt x="586949" y="2793576"/>
                  </a:lnTo>
                  <a:lnTo>
                    <a:pt x="587286" y="2794188"/>
                  </a:lnTo>
                  <a:lnTo>
                    <a:pt x="587622" y="2794962"/>
                  </a:lnTo>
                  <a:lnTo>
                    <a:pt x="587959" y="2796177"/>
                  </a:lnTo>
                  <a:lnTo>
                    <a:pt x="588295" y="2797326"/>
                  </a:lnTo>
                  <a:lnTo>
                    <a:pt x="588632" y="2798433"/>
                  </a:lnTo>
                  <a:lnTo>
                    <a:pt x="588968" y="2799431"/>
                  </a:lnTo>
                  <a:lnTo>
                    <a:pt x="589305" y="2800207"/>
                  </a:lnTo>
                  <a:lnTo>
                    <a:pt x="589641" y="2800846"/>
                  </a:lnTo>
                  <a:lnTo>
                    <a:pt x="589977" y="2801421"/>
                  </a:lnTo>
                  <a:lnTo>
                    <a:pt x="590314" y="2801996"/>
                  </a:lnTo>
                  <a:lnTo>
                    <a:pt x="590650" y="2802571"/>
                  </a:lnTo>
                  <a:lnTo>
                    <a:pt x="590987" y="2802776"/>
                  </a:lnTo>
                  <a:lnTo>
                    <a:pt x="591323" y="2802846"/>
                  </a:lnTo>
                  <a:lnTo>
                    <a:pt x="591660" y="2802821"/>
                  </a:lnTo>
                  <a:lnTo>
                    <a:pt x="591996" y="2802702"/>
                  </a:lnTo>
                  <a:lnTo>
                    <a:pt x="592333" y="2802486"/>
                  </a:lnTo>
                  <a:lnTo>
                    <a:pt x="592669" y="2802145"/>
                  </a:lnTo>
                  <a:lnTo>
                    <a:pt x="593006" y="2801767"/>
                  </a:lnTo>
                  <a:lnTo>
                    <a:pt x="593342" y="2801431"/>
                  </a:lnTo>
                  <a:lnTo>
                    <a:pt x="593679" y="2801158"/>
                  </a:lnTo>
                  <a:lnTo>
                    <a:pt x="594015" y="2800885"/>
                  </a:lnTo>
                  <a:lnTo>
                    <a:pt x="594351" y="2800612"/>
                  </a:lnTo>
                  <a:lnTo>
                    <a:pt x="594688" y="2800339"/>
                  </a:lnTo>
                  <a:lnTo>
                    <a:pt x="595024" y="2800216"/>
                  </a:lnTo>
                  <a:lnTo>
                    <a:pt x="595361" y="2800168"/>
                  </a:lnTo>
                  <a:lnTo>
                    <a:pt x="595697" y="2799901"/>
                  </a:lnTo>
                  <a:lnTo>
                    <a:pt x="596034" y="2799447"/>
                  </a:lnTo>
                  <a:lnTo>
                    <a:pt x="596370" y="2798979"/>
                  </a:lnTo>
                  <a:lnTo>
                    <a:pt x="596707" y="2798206"/>
                  </a:lnTo>
                  <a:lnTo>
                    <a:pt x="597043" y="2797280"/>
                  </a:lnTo>
                  <a:lnTo>
                    <a:pt x="597380" y="2796080"/>
                  </a:lnTo>
                  <a:lnTo>
                    <a:pt x="597716" y="2794879"/>
                  </a:lnTo>
                  <a:lnTo>
                    <a:pt x="598053" y="2793511"/>
                  </a:lnTo>
                  <a:lnTo>
                    <a:pt x="598389" y="2792178"/>
                  </a:lnTo>
                  <a:lnTo>
                    <a:pt x="598725" y="2790931"/>
                  </a:lnTo>
                  <a:lnTo>
                    <a:pt x="599062" y="2789800"/>
                  </a:lnTo>
                  <a:lnTo>
                    <a:pt x="599398" y="2788734"/>
                  </a:lnTo>
                  <a:lnTo>
                    <a:pt x="599735" y="2787667"/>
                  </a:lnTo>
                  <a:lnTo>
                    <a:pt x="600071" y="2786623"/>
                  </a:lnTo>
                  <a:lnTo>
                    <a:pt x="600408" y="2785381"/>
                  </a:lnTo>
                  <a:lnTo>
                    <a:pt x="600744" y="2784057"/>
                  </a:lnTo>
                  <a:lnTo>
                    <a:pt x="601081" y="2782647"/>
                  </a:lnTo>
                  <a:lnTo>
                    <a:pt x="601417" y="2781202"/>
                  </a:lnTo>
                  <a:lnTo>
                    <a:pt x="601754" y="2779975"/>
                  </a:lnTo>
                  <a:lnTo>
                    <a:pt x="602090" y="2779226"/>
                  </a:lnTo>
                  <a:lnTo>
                    <a:pt x="602426" y="2778515"/>
                  </a:lnTo>
                  <a:lnTo>
                    <a:pt x="602763" y="2778059"/>
                  </a:lnTo>
                  <a:lnTo>
                    <a:pt x="603099" y="2777706"/>
                  </a:lnTo>
                  <a:lnTo>
                    <a:pt x="603436" y="2777483"/>
                  </a:lnTo>
                  <a:lnTo>
                    <a:pt x="603772" y="2777340"/>
                  </a:lnTo>
                  <a:lnTo>
                    <a:pt x="604109" y="2777276"/>
                  </a:lnTo>
                  <a:lnTo>
                    <a:pt x="604445" y="2777340"/>
                  </a:lnTo>
                  <a:lnTo>
                    <a:pt x="604782" y="2777320"/>
                  </a:lnTo>
                  <a:lnTo>
                    <a:pt x="605118" y="2777109"/>
                  </a:lnTo>
                  <a:lnTo>
                    <a:pt x="605455" y="2776688"/>
                  </a:lnTo>
                  <a:lnTo>
                    <a:pt x="605791" y="2776211"/>
                  </a:lnTo>
                  <a:lnTo>
                    <a:pt x="606128" y="2775702"/>
                  </a:lnTo>
                  <a:lnTo>
                    <a:pt x="606464" y="2774908"/>
                  </a:lnTo>
                  <a:lnTo>
                    <a:pt x="606800" y="2774183"/>
                  </a:lnTo>
                  <a:lnTo>
                    <a:pt x="607137" y="2773283"/>
                  </a:lnTo>
                  <a:lnTo>
                    <a:pt x="607473" y="2772443"/>
                  </a:lnTo>
                  <a:lnTo>
                    <a:pt x="607810" y="2771392"/>
                  </a:lnTo>
                  <a:lnTo>
                    <a:pt x="608146" y="2770289"/>
                  </a:lnTo>
                  <a:lnTo>
                    <a:pt x="608483" y="2769098"/>
                  </a:lnTo>
                  <a:lnTo>
                    <a:pt x="608819" y="2767906"/>
                  </a:lnTo>
                  <a:lnTo>
                    <a:pt x="609156" y="2766548"/>
                  </a:lnTo>
                  <a:lnTo>
                    <a:pt x="609492" y="2764958"/>
                  </a:lnTo>
                  <a:lnTo>
                    <a:pt x="609829" y="2763075"/>
                  </a:lnTo>
                  <a:lnTo>
                    <a:pt x="610165" y="2761155"/>
                  </a:lnTo>
                  <a:lnTo>
                    <a:pt x="610502" y="2759426"/>
                  </a:lnTo>
                  <a:lnTo>
                    <a:pt x="610838" y="2757520"/>
                  </a:lnTo>
                  <a:lnTo>
                    <a:pt x="611174" y="2755576"/>
                  </a:lnTo>
                  <a:lnTo>
                    <a:pt x="611511" y="2753542"/>
                  </a:lnTo>
                  <a:lnTo>
                    <a:pt x="611847" y="2751623"/>
                  </a:lnTo>
                  <a:lnTo>
                    <a:pt x="612184" y="2749892"/>
                  </a:lnTo>
                  <a:lnTo>
                    <a:pt x="612520" y="2748185"/>
                  </a:lnTo>
                  <a:lnTo>
                    <a:pt x="612857" y="2746576"/>
                  </a:lnTo>
                  <a:lnTo>
                    <a:pt x="613193" y="2744942"/>
                  </a:lnTo>
                  <a:lnTo>
                    <a:pt x="613530" y="2743496"/>
                  </a:lnTo>
                  <a:lnTo>
                    <a:pt x="613866" y="2742189"/>
                  </a:lnTo>
                  <a:lnTo>
                    <a:pt x="614203" y="2741069"/>
                  </a:lnTo>
                  <a:lnTo>
                    <a:pt x="614539" y="2740135"/>
                  </a:lnTo>
                  <a:lnTo>
                    <a:pt x="614876" y="2739426"/>
                  </a:lnTo>
                  <a:lnTo>
                    <a:pt x="615212" y="2738928"/>
                  </a:lnTo>
                  <a:lnTo>
                    <a:pt x="615548" y="2738473"/>
                  </a:lnTo>
                  <a:lnTo>
                    <a:pt x="615885" y="2738151"/>
                  </a:lnTo>
                  <a:lnTo>
                    <a:pt x="616221" y="2737839"/>
                  </a:lnTo>
                  <a:lnTo>
                    <a:pt x="616558" y="2737683"/>
                  </a:lnTo>
                  <a:lnTo>
                    <a:pt x="616894" y="2737355"/>
                  </a:lnTo>
                  <a:lnTo>
                    <a:pt x="617231" y="2737126"/>
                  </a:lnTo>
                  <a:lnTo>
                    <a:pt x="617567" y="2736732"/>
                  </a:lnTo>
                  <a:lnTo>
                    <a:pt x="617904" y="2736338"/>
                  </a:lnTo>
                  <a:lnTo>
                    <a:pt x="618240" y="2735944"/>
                  </a:lnTo>
                  <a:lnTo>
                    <a:pt x="618577" y="2735550"/>
                  </a:lnTo>
                  <a:lnTo>
                    <a:pt x="618913" y="2735156"/>
                  </a:lnTo>
                  <a:lnTo>
                    <a:pt x="619250" y="2734913"/>
                  </a:lnTo>
                  <a:lnTo>
                    <a:pt x="619586" y="2734844"/>
                  </a:lnTo>
                  <a:lnTo>
                    <a:pt x="619922" y="2734729"/>
                  </a:lnTo>
                  <a:lnTo>
                    <a:pt x="620259" y="2734872"/>
                  </a:lnTo>
                  <a:lnTo>
                    <a:pt x="620595" y="2735260"/>
                  </a:lnTo>
                  <a:lnTo>
                    <a:pt x="620932" y="2736072"/>
                  </a:lnTo>
                  <a:lnTo>
                    <a:pt x="621268" y="2736690"/>
                  </a:lnTo>
                  <a:lnTo>
                    <a:pt x="621605" y="2737467"/>
                  </a:lnTo>
                  <a:lnTo>
                    <a:pt x="621941" y="2738330"/>
                  </a:lnTo>
                  <a:lnTo>
                    <a:pt x="622278" y="2739143"/>
                  </a:lnTo>
                  <a:lnTo>
                    <a:pt x="622614" y="2740029"/>
                  </a:lnTo>
                  <a:lnTo>
                    <a:pt x="622951" y="2740896"/>
                  </a:lnTo>
                  <a:lnTo>
                    <a:pt x="623287" y="2741348"/>
                  </a:lnTo>
                  <a:lnTo>
                    <a:pt x="623624" y="2741718"/>
                  </a:lnTo>
                  <a:lnTo>
                    <a:pt x="623960" y="2742134"/>
                  </a:lnTo>
                  <a:lnTo>
                    <a:pt x="624296" y="2742567"/>
                  </a:lnTo>
                  <a:lnTo>
                    <a:pt x="624633" y="2742951"/>
                  </a:lnTo>
                  <a:lnTo>
                    <a:pt x="624969" y="2743255"/>
                  </a:lnTo>
                  <a:lnTo>
                    <a:pt x="625306" y="2743438"/>
                  </a:lnTo>
                  <a:lnTo>
                    <a:pt x="625642" y="2743480"/>
                  </a:lnTo>
                  <a:lnTo>
                    <a:pt x="625979" y="2743351"/>
                  </a:lnTo>
                  <a:lnTo>
                    <a:pt x="626315" y="2743107"/>
                  </a:lnTo>
                  <a:lnTo>
                    <a:pt x="626652" y="2742765"/>
                  </a:lnTo>
                  <a:lnTo>
                    <a:pt x="626988" y="2742350"/>
                  </a:lnTo>
                  <a:lnTo>
                    <a:pt x="627325" y="2742082"/>
                  </a:lnTo>
                  <a:lnTo>
                    <a:pt x="627661" y="2741763"/>
                  </a:lnTo>
                  <a:lnTo>
                    <a:pt x="627998" y="2741462"/>
                  </a:lnTo>
                  <a:lnTo>
                    <a:pt x="628334" y="2741267"/>
                  </a:lnTo>
                  <a:lnTo>
                    <a:pt x="628670" y="2741075"/>
                  </a:lnTo>
                  <a:lnTo>
                    <a:pt x="629007" y="2740907"/>
                  </a:lnTo>
                  <a:lnTo>
                    <a:pt x="629343" y="2741051"/>
                  </a:lnTo>
                  <a:lnTo>
                    <a:pt x="629680" y="2741187"/>
                  </a:lnTo>
                  <a:lnTo>
                    <a:pt x="630016" y="2741052"/>
                  </a:lnTo>
                  <a:lnTo>
                    <a:pt x="630353" y="2740981"/>
                  </a:lnTo>
                  <a:lnTo>
                    <a:pt x="630689" y="2740878"/>
                  </a:lnTo>
                  <a:lnTo>
                    <a:pt x="631026" y="2740859"/>
                  </a:lnTo>
                  <a:lnTo>
                    <a:pt x="631362" y="2740913"/>
                  </a:lnTo>
                  <a:lnTo>
                    <a:pt x="631699" y="2741020"/>
                  </a:lnTo>
                  <a:lnTo>
                    <a:pt x="632035" y="2741162"/>
                  </a:lnTo>
                  <a:lnTo>
                    <a:pt x="632372" y="2741328"/>
                  </a:lnTo>
                  <a:lnTo>
                    <a:pt x="632708" y="2741474"/>
                  </a:lnTo>
                  <a:lnTo>
                    <a:pt x="633044" y="2741620"/>
                  </a:lnTo>
                  <a:lnTo>
                    <a:pt x="633381" y="2741765"/>
                  </a:lnTo>
                  <a:lnTo>
                    <a:pt x="633717" y="2741911"/>
                  </a:lnTo>
                  <a:lnTo>
                    <a:pt x="634054" y="2742004"/>
                  </a:lnTo>
                  <a:lnTo>
                    <a:pt x="634390" y="2742045"/>
                  </a:lnTo>
                  <a:lnTo>
                    <a:pt x="634727" y="2742118"/>
                  </a:lnTo>
                  <a:lnTo>
                    <a:pt x="635063" y="2742054"/>
                  </a:lnTo>
                  <a:lnTo>
                    <a:pt x="635400" y="2741905"/>
                  </a:lnTo>
                  <a:lnTo>
                    <a:pt x="635736" y="2741905"/>
                  </a:lnTo>
                  <a:lnTo>
                    <a:pt x="636073" y="2741790"/>
                  </a:lnTo>
                  <a:lnTo>
                    <a:pt x="636409" y="2741575"/>
                  </a:lnTo>
                  <a:lnTo>
                    <a:pt x="636745" y="2741287"/>
                  </a:lnTo>
                  <a:lnTo>
                    <a:pt x="637082" y="2741000"/>
                  </a:lnTo>
                  <a:lnTo>
                    <a:pt x="637418" y="2740713"/>
                  </a:lnTo>
                  <a:lnTo>
                    <a:pt x="637755" y="2740425"/>
                  </a:lnTo>
                  <a:lnTo>
                    <a:pt x="638091" y="2740238"/>
                  </a:lnTo>
                  <a:lnTo>
                    <a:pt x="638428" y="2740059"/>
                  </a:lnTo>
                  <a:lnTo>
                    <a:pt x="638764" y="2739771"/>
                  </a:lnTo>
                  <a:lnTo>
                    <a:pt x="639101" y="2739484"/>
                  </a:lnTo>
                  <a:lnTo>
                    <a:pt x="639437" y="2739197"/>
                  </a:lnTo>
                  <a:lnTo>
                    <a:pt x="639774" y="2738683"/>
                  </a:lnTo>
                  <a:lnTo>
                    <a:pt x="640110" y="2738274"/>
                  </a:lnTo>
                  <a:lnTo>
                    <a:pt x="640447" y="2737886"/>
                  </a:lnTo>
                  <a:lnTo>
                    <a:pt x="640783" y="2737613"/>
                  </a:lnTo>
                  <a:lnTo>
                    <a:pt x="641119" y="2737366"/>
                  </a:lnTo>
                  <a:lnTo>
                    <a:pt x="641456" y="2736932"/>
                  </a:lnTo>
                  <a:lnTo>
                    <a:pt x="641792" y="2736354"/>
                  </a:lnTo>
                  <a:lnTo>
                    <a:pt x="642129" y="2735985"/>
                  </a:lnTo>
                  <a:lnTo>
                    <a:pt x="642465" y="2735528"/>
                  </a:lnTo>
                  <a:lnTo>
                    <a:pt x="642802" y="2734971"/>
                  </a:lnTo>
                  <a:lnTo>
                    <a:pt x="643138" y="2734139"/>
                  </a:lnTo>
                  <a:lnTo>
                    <a:pt x="643475" y="2733223"/>
                  </a:lnTo>
                  <a:lnTo>
                    <a:pt x="643811" y="2732386"/>
                  </a:lnTo>
                  <a:lnTo>
                    <a:pt x="644148" y="2731548"/>
                  </a:lnTo>
                  <a:lnTo>
                    <a:pt x="644484" y="2730706"/>
                  </a:lnTo>
                  <a:lnTo>
                    <a:pt x="644821" y="2729768"/>
                  </a:lnTo>
                  <a:lnTo>
                    <a:pt x="645157" y="2728810"/>
                  </a:lnTo>
                  <a:lnTo>
                    <a:pt x="645493" y="2727929"/>
                  </a:lnTo>
                  <a:lnTo>
                    <a:pt x="645830" y="2727053"/>
                  </a:lnTo>
                  <a:lnTo>
                    <a:pt x="646166" y="2726020"/>
                  </a:lnTo>
                  <a:lnTo>
                    <a:pt x="646503" y="2724927"/>
                  </a:lnTo>
                  <a:lnTo>
                    <a:pt x="646839" y="2723929"/>
                  </a:lnTo>
                  <a:lnTo>
                    <a:pt x="647176" y="2722983"/>
                  </a:lnTo>
                  <a:lnTo>
                    <a:pt x="647512" y="2722155"/>
                  </a:lnTo>
                  <a:lnTo>
                    <a:pt x="647849" y="2721407"/>
                  </a:lnTo>
                  <a:lnTo>
                    <a:pt x="648185" y="2720438"/>
                  </a:lnTo>
                  <a:lnTo>
                    <a:pt x="648522" y="2719575"/>
                  </a:lnTo>
                  <a:lnTo>
                    <a:pt x="648858" y="2718749"/>
                  </a:lnTo>
                  <a:lnTo>
                    <a:pt x="649195" y="2718031"/>
                  </a:lnTo>
                  <a:lnTo>
                    <a:pt x="649531" y="2717320"/>
                  </a:lnTo>
                  <a:lnTo>
                    <a:pt x="649867" y="2716745"/>
                  </a:lnTo>
                  <a:lnTo>
                    <a:pt x="650204" y="2716249"/>
                  </a:lnTo>
                  <a:lnTo>
                    <a:pt x="650540" y="2715998"/>
                  </a:lnTo>
                  <a:lnTo>
                    <a:pt x="650877" y="2715761"/>
                  </a:lnTo>
                  <a:lnTo>
                    <a:pt x="651213" y="2715603"/>
                  </a:lnTo>
                  <a:lnTo>
                    <a:pt x="651550" y="2715516"/>
                  </a:lnTo>
                  <a:lnTo>
                    <a:pt x="651886" y="2715207"/>
                  </a:lnTo>
                  <a:lnTo>
                    <a:pt x="652223" y="2714640"/>
                  </a:lnTo>
                  <a:lnTo>
                    <a:pt x="652559" y="2713921"/>
                  </a:lnTo>
                  <a:lnTo>
                    <a:pt x="652896" y="2713203"/>
                  </a:lnTo>
                  <a:lnTo>
                    <a:pt x="653232" y="2712485"/>
                  </a:lnTo>
                  <a:lnTo>
                    <a:pt x="653569" y="2711737"/>
                  </a:lnTo>
                  <a:lnTo>
                    <a:pt x="653905" y="2710423"/>
                  </a:lnTo>
                  <a:lnTo>
                    <a:pt x="654241" y="2708756"/>
                  </a:lnTo>
                  <a:lnTo>
                    <a:pt x="654578" y="2707032"/>
                  </a:lnTo>
                  <a:lnTo>
                    <a:pt x="654914" y="2705307"/>
                  </a:lnTo>
                  <a:lnTo>
                    <a:pt x="655251" y="2703583"/>
                  </a:lnTo>
                  <a:lnTo>
                    <a:pt x="655587" y="2701859"/>
                  </a:lnTo>
                  <a:lnTo>
                    <a:pt x="655924" y="2700135"/>
                  </a:lnTo>
                  <a:lnTo>
                    <a:pt x="656260" y="2698446"/>
                  </a:lnTo>
                  <a:lnTo>
                    <a:pt x="656597" y="2696938"/>
                  </a:lnTo>
                  <a:lnTo>
                    <a:pt x="656933" y="2695601"/>
                  </a:lnTo>
                  <a:lnTo>
                    <a:pt x="657270" y="2694445"/>
                  </a:lnTo>
                  <a:lnTo>
                    <a:pt x="657606" y="2693439"/>
                  </a:lnTo>
                  <a:lnTo>
                    <a:pt x="657943" y="2692433"/>
                  </a:lnTo>
                  <a:lnTo>
                    <a:pt x="658279" y="2691427"/>
                  </a:lnTo>
                  <a:lnTo>
                    <a:pt x="658615" y="2690450"/>
                  </a:lnTo>
                  <a:lnTo>
                    <a:pt x="658952" y="2690005"/>
                  </a:lnTo>
                  <a:lnTo>
                    <a:pt x="659288" y="2689725"/>
                  </a:lnTo>
                  <a:lnTo>
                    <a:pt x="659625" y="2689524"/>
                  </a:lnTo>
                  <a:lnTo>
                    <a:pt x="659961" y="2689380"/>
                  </a:lnTo>
                  <a:lnTo>
                    <a:pt x="660298" y="2689236"/>
                  </a:lnTo>
                  <a:lnTo>
                    <a:pt x="660634" y="2688920"/>
                  </a:lnTo>
                  <a:lnTo>
                    <a:pt x="660971" y="2688489"/>
                  </a:lnTo>
                  <a:lnTo>
                    <a:pt x="661307" y="2688036"/>
                  </a:lnTo>
                  <a:lnTo>
                    <a:pt x="661644" y="2687462"/>
                  </a:lnTo>
                  <a:lnTo>
                    <a:pt x="661980" y="2686952"/>
                  </a:lnTo>
                  <a:lnTo>
                    <a:pt x="662317" y="2686392"/>
                  </a:lnTo>
                  <a:lnTo>
                    <a:pt x="662653" y="2685833"/>
                  </a:lnTo>
                  <a:lnTo>
                    <a:pt x="662989" y="2685356"/>
                  </a:lnTo>
                  <a:lnTo>
                    <a:pt x="663326" y="2685103"/>
                  </a:lnTo>
                  <a:lnTo>
                    <a:pt x="663662" y="2685176"/>
                  </a:lnTo>
                  <a:lnTo>
                    <a:pt x="663999" y="2685518"/>
                  </a:lnTo>
                  <a:lnTo>
                    <a:pt x="664335" y="2686092"/>
                  </a:lnTo>
                  <a:lnTo>
                    <a:pt x="664672" y="2687012"/>
                  </a:lnTo>
                  <a:lnTo>
                    <a:pt x="665008" y="2688069"/>
                  </a:lnTo>
                  <a:lnTo>
                    <a:pt x="665345" y="2689258"/>
                  </a:lnTo>
                  <a:lnTo>
                    <a:pt x="665681" y="2690505"/>
                  </a:lnTo>
                  <a:lnTo>
                    <a:pt x="666018" y="2692210"/>
                  </a:lnTo>
                  <a:lnTo>
                    <a:pt x="666354" y="2693975"/>
                  </a:lnTo>
                  <a:lnTo>
                    <a:pt x="666691" y="2695494"/>
                  </a:lnTo>
                  <a:lnTo>
                    <a:pt x="667027" y="2696868"/>
                  </a:lnTo>
                  <a:lnTo>
                    <a:pt x="667363" y="2697941"/>
                  </a:lnTo>
                  <a:lnTo>
                    <a:pt x="667700" y="2699029"/>
                  </a:lnTo>
                  <a:lnTo>
                    <a:pt x="668036" y="2700287"/>
                  </a:lnTo>
                  <a:lnTo>
                    <a:pt x="668373" y="2701366"/>
                  </a:lnTo>
                  <a:lnTo>
                    <a:pt x="668709" y="2702376"/>
                  </a:lnTo>
                  <a:lnTo>
                    <a:pt x="669046" y="2702920"/>
                  </a:lnTo>
                  <a:lnTo>
                    <a:pt x="669382" y="2703398"/>
                  </a:lnTo>
                  <a:lnTo>
                    <a:pt x="669719" y="2703777"/>
                  </a:lnTo>
                  <a:lnTo>
                    <a:pt x="670055" y="2704101"/>
                  </a:lnTo>
                  <a:lnTo>
                    <a:pt x="670392" y="2704368"/>
                  </a:lnTo>
                  <a:lnTo>
                    <a:pt x="670728" y="2704467"/>
                  </a:lnTo>
                  <a:lnTo>
                    <a:pt x="671064" y="2704264"/>
                  </a:lnTo>
                  <a:lnTo>
                    <a:pt x="671401" y="2703877"/>
                  </a:lnTo>
                  <a:lnTo>
                    <a:pt x="671737" y="2703355"/>
                  </a:lnTo>
                  <a:lnTo>
                    <a:pt x="672074" y="2703037"/>
                  </a:lnTo>
                  <a:lnTo>
                    <a:pt x="672410" y="2703111"/>
                  </a:lnTo>
                  <a:lnTo>
                    <a:pt x="672747" y="2703454"/>
                  </a:lnTo>
                  <a:lnTo>
                    <a:pt x="673083" y="2703859"/>
                  </a:lnTo>
                  <a:lnTo>
                    <a:pt x="673420" y="2704498"/>
                  </a:lnTo>
                  <a:lnTo>
                    <a:pt x="673756" y="2705310"/>
                  </a:lnTo>
                  <a:lnTo>
                    <a:pt x="674093" y="2706129"/>
                  </a:lnTo>
                  <a:lnTo>
                    <a:pt x="674429" y="2706969"/>
                  </a:lnTo>
                  <a:lnTo>
                    <a:pt x="674766" y="2707700"/>
                  </a:lnTo>
                  <a:lnTo>
                    <a:pt x="675102" y="2708546"/>
                  </a:lnTo>
                  <a:lnTo>
                    <a:pt x="675438" y="2709128"/>
                  </a:lnTo>
                  <a:lnTo>
                    <a:pt x="675775" y="2709819"/>
                  </a:lnTo>
                  <a:lnTo>
                    <a:pt x="676111" y="2710611"/>
                  </a:lnTo>
                  <a:lnTo>
                    <a:pt x="676448" y="2711591"/>
                  </a:lnTo>
                  <a:lnTo>
                    <a:pt x="676784" y="2712804"/>
                  </a:lnTo>
                  <a:lnTo>
                    <a:pt x="677121" y="2714310"/>
                  </a:lnTo>
                  <a:lnTo>
                    <a:pt x="677457" y="2715851"/>
                  </a:lnTo>
                  <a:lnTo>
                    <a:pt x="677794" y="2717202"/>
                  </a:lnTo>
                  <a:lnTo>
                    <a:pt x="678130" y="2718731"/>
                  </a:lnTo>
                  <a:lnTo>
                    <a:pt x="678467" y="2720297"/>
                  </a:lnTo>
                  <a:lnTo>
                    <a:pt x="678803" y="2721972"/>
                  </a:lnTo>
                  <a:lnTo>
                    <a:pt x="679140" y="2723533"/>
                  </a:lnTo>
                  <a:lnTo>
                    <a:pt x="679476" y="2725119"/>
                  </a:lnTo>
                  <a:lnTo>
                    <a:pt x="679812" y="2726683"/>
                  </a:lnTo>
                  <a:lnTo>
                    <a:pt x="680149" y="2728149"/>
                  </a:lnTo>
                  <a:lnTo>
                    <a:pt x="680485" y="2729639"/>
                  </a:lnTo>
                  <a:lnTo>
                    <a:pt x="680822" y="2730941"/>
                  </a:lnTo>
                  <a:lnTo>
                    <a:pt x="681158" y="2732227"/>
                  </a:lnTo>
                  <a:lnTo>
                    <a:pt x="681495" y="2733289"/>
                  </a:lnTo>
                  <a:lnTo>
                    <a:pt x="681831" y="2734079"/>
                  </a:lnTo>
                  <a:lnTo>
                    <a:pt x="682168" y="2734644"/>
                  </a:lnTo>
                  <a:lnTo>
                    <a:pt x="682504" y="2734999"/>
                  </a:lnTo>
                  <a:lnTo>
                    <a:pt x="682841" y="2735310"/>
                  </a:lnTo>
                  <a:lnTo>
                    <a:pt x="683177" y="2735374"/>
                  </a:lnTo>
                  <a:lnTo>
                    <a:pt x="683514" y="2735305"/>
                  </a:lnTo>
                  <a:lnTo>
                    <a:pt x="683850" y="2735030"/>
                  </a:lnTo>
                  <a:lnTo>
                    <a:pt x="684186" y="2734927"/>
                  </a:lnTo>
                  <a:lnTo>
                    <a:pt x="684523" y="2734725"/>
                  </a:lnTo>
                  <a:lnTo>
                    <a:pt x="684859" y="2734687"/>
                  </a:lnTo>
                  <a:lnTo>
                    <a:pt x="685196" y="2734650"/>
                  </a:lnTo>
                  <a:lnTo>
                    <a:pt x="685532" y="2734849"/>
                  </a:lnTo>
                  <a:lnTo>
                    <a:pt x="685869" y="2735264"/>
                  </a:lnTo>
                  <a:lnTo>
                    <a:pt x="686205" y="2735698"/>
                  </a:lnTo>
                  <a:lnTo>
                    <a:pt x="686542" y="2735984"/>
                  </a:lnTo>
                  <a:lnTo>
                    <a:pt x="686878" y="2736222"/>
                  </a:lnTo>
                  <a:lnTo>
                    <a:pt x="687215" y="2736665"/>
                  </a:lnTo>
                  <a:lnTo>
                    <a:pt x="687551" y="2736865"/>
                  </a:lnTo>
                  <a:lnTo>
                    <a:pt x="687888" y="2736990"/>
                  </a:lnTo>
                  <a:lnTo>
                    <a:pt x="688224" y="2736977"/>
                  </a:lnTo>
                  <a:lnTo>
                    <a:pt x="688560" y="2736880"/>
                  </a:lnTo>
                  <a:lnTo>
                    <a:pt x="688897" y="2736724"/>
                  </a:lnTo>
                  <a:lnTo>
                    <a:pt x="689233" y="2736568"/>
                  </a:lnTo>
                  <a:lnTo>
                    <a:pt x="689570" y="2736412"/>
                  </a:lnTo>
                  <a:lnTo>
                    <a:pt x="689906" y="2736256"/>
                  </a:lnTo>
                  <a:lnTo>
                    <a:pt x="690243" y="2736150"/>
                  </a:lnTo>
                  <a:lnTo>
                    <a:pt x="690579" y="2736211"/>
                  </a:lnTo>
                  <a:lnTo>
                    <a:pt x="690916" y="2736230"/>
                  </a:lnTo>
                  <a:lnTo>
                    <a:pt x="691252" y="2736188"/>
                  </a:lnTo>
                  <a:lnTo>
                    <a:pt x="691589" y="2736226"/>
                  </a:lnTo>
                  <a:lnTo>
                    <a:pt x="691925" y="2736014"/>
                  </a:lnTo>
                  <a:lnTo>
                    <a:pt x="692262" y="2735832"/>
                  </a:lnTo>
                  <a:lnTo>
                    <a:pt x="692598" y="2735959"/>
                  </a:lnTo>
                  <a:lnTo>
                    <a:pt x="692934" y="2735973"/>
                  </a:lnTo>
                  <a:lnTo>
                    <a:pt x="693271" y="2736124"/>
                  </a:lnTo>
                  <a:lnTo>
                    <a:pt x="693607" y="2736412"/>
                  </a:lnTo>
                  <a:lnTo>
                    <a:pt x="693944" y="2736699"/>
                  </a:lnTo>
                  <a:lnTo>
                    <a:pt x="694280" y="2736943"/>
                  </a:lnTo>
                  <a:lnTo>
                    <a:pt x="694617" y="2737231"/>
                  </a:lnTo>
                  <a:lnTo>
                    <a:pt x="694953" y="2737518"/>
                  </a:lnTo>
                  <a:lnTo>
                    <a:pt x="695290" y="2737755"/>
                  </a:lnTo>
                  <a:lnTo>
                    <a:pt x="695626" y="2737856"/>
                  </a:lnTo>
                  <a:lnTo>
                    <a:pt x="695963" y="2737856"/>
                  </a:lnTo>
                  <a:lnTo>
                    <a:pt x="696299" y="2737856"/>
                  </a:lnTo>
                  <a:lnTo>
                    <a:pt x="696636" y="2737856"/>
                  </a:lnTo>
                  <a:lnTo>
                    <a:pt x="696972" y="2737884"/>
                  </a:lnTo>
                  <a:lnTo>
                    <a:pt x="697308" y="2737834"/>
                  </a:lnTo>
                  <a:lnTo>
                    <a:pt x="697645" y="2737691"/>
                  </a:lnTo>
                  <a:lnTo>
                    <a:pt x="697981" y="2737547"/>
                  </a:lnTo>
                  <a:lnTo>
                    <a:pt x="698318" y="2737403"/>
                  </a:lnTo>
                  <a:lnTo>
                    <a:pt x="698654" y="2737259"/>
                  </a:lnTo>
                  <a:lnTo>
                    <a:pt x="698991" y="2737116"/>
                  </a:lnTo>
                  <a:lnTo>
                    <a:pt x="699327" y="2737015"/>
                  </a:lnTo>
                  <a:lnTo>
                    <a:pt x="699664" y="2736872"/>
                  </a:lnTo>
                  <a:lnTo>
                    <a:pt x="700000" y="2736728"/>
                  </a:lnTo>
                  <a:lnTo>
                    <a:pt x="700337" y="2736584"/>
                  </a:lnTo>
                  <a:lnTo>
                    <a:pt x="700673" y="2736440"/>
                  </a:lnTo>
                  <a:lnTo>
                    <a:pt x="701009" y="2736297"/>
                  </a:lnTo>
                  <a:lnTo>
                    <a:pt x="701346" y="2736103"/>
                  </a:lnTo>
                  <a:lnTo>
                    <a:pt x="701682" y="2735772"/>
                  </a:lnTo>
                  <a:lnTo>
                    <a:pt x="702019" y="2735313"/>
                  </a:lnTo>
                  <a:lnTo>
                    <a:pt x="702355" y="2735061"/>
                  </a:lnTo>
                  <a:lnTo>
                    <a:pt x="702692" y="2734946"/>
                  </a:lnTo>
                  <a:lnTo>
                    <a:pt x="703028" y="2734946"/>
                  </a:lnTo>
                  <a:lnTo>
                    <a:pt x="703365" y="2734946"/>
                  </a:lnTo>
                  <a:lnTo>
                    <a:pt x="703701" y="2734946"/>
                  </a:lnTo>
                  <a:lnTo>
                    <a:pt x="704038" y="2734946"/>
                  </a:lnTo>
                  <a:lnTo>
                    <a:pt x="704374" y="2734946"/>
                  </a:lnTo>
                  <a:lnTo>
                    <a:pt x="704711" y="2734946"/>
                  </a:lnTo>
                  <a:lnTo>
                    <a:pt x="705047" y="2734946"/>
                  </a:lnTo>
                  <a:lnTo>
                    <a:pt x="705383" y="2734946"/>
                  </a:lnTo>
                  <a:lnTo>
                    <a:pt x="705720" y="2734982"/>
                  </a:lnTo>
                  <a:lnTo>
                    <a:pt x="706056" y="2735126"/>
                  </a:lnTo>
                  <a:lnTo>
                    <a:pt x="706393" y="2735320"/>
                  </a:lnTo>
                  <a:lnTo>
                    <a:pt x="706729" y="2735650"/>
                  </a:lnTo>
                  <a:lnTo>
                    <a:pt x="707066" y="2736081"/>
                  </a:lnTo>
                  <a:lnTo>
                    <a:pt x="707402" y="2736383"/>
                  </a:lnTo>
                  <a:lnTo>
                    <a:pt x="707739" y="2736642"/>
                  </a:lnTo>
                  <a:lnTo>
                    <a:pt x="708075" y="2736785"/>
                  </a:lnTo>
                  <a:lnTo>
                    <a:pt x="708412" y="2736986"/>
                  </a:lnTo>
                  <a:lnTo>
                    <a:pt x="708748" y="2737396"/>
                  </a:lnTo>
                  <a:lnTo>
                    <a:pt x="709085" y="2737949"/>
                  </a:lnTo>
                  <a:lnTo>
                    <a:pt x="709421" y="2738293"/>
                  </a:lnTo>
                  <a:lnTo>
                    <a:pt x="709757" y="2738725"/>
                  </a:lnTo>
                  <a:lnTo>
                    <a:pt x="710094" y="2739258"/>
                  </a:lnTo>
                  <a:lnTo>
                    <a:pt x="710430" y="2739992"/>
                  </a:lnTo>
                  <a:lnTo>
                    <a:pt x="710767" y="2740778"/>
                  </a:lnTo>
                  <a:lnTo>
                    <a:pt x="711103" y="2741486"/>
                  </a:lnTo>
                  <a:lnTo>
                    <a:pt x="711440" y="2742194"/>
                  </a:lnTo>
                  <a:lnTo>
                    <a:pt x="711776" y="2742907"/>
                  </a:lnTo>
                  <a:lnTo>
                    <a:pt x="712113" y="2743720"/>
                  </a:lnTo>
                  <a:lnTo>
                    <a:pt x="712449" y="2744590"/>
                  </a:lnTo>
                  <a:lnTo>
                    <a:pt x="712786" y="2745701"/>
                  </a:lnTo>
                  <a:lnTo>
                    <a:pt x="713122" y="2746864"/>
                  </a:lnTo>
                  <a:lnTo>
                    <a:pt x="713459" y="2748069"/>
                  </a:lnTo>
                  <a:lnTo>
                    <a:pt x="713795" y="2749306"/>
                  </a:lnTo>
                  <a:lnTo>
                    <a:pt x="714131" y="2750448"/>
                  </a:lnTo>
                  <a:lnTo>
                    <a:pt x="714468" y="2751538"/>
                  </a:lnTo>
                  <a:lnTo>
                    <a:pt x="714804" y="2752509"/>
                  </a:lnTo>
                  <a:lnTo>
                    <a:pt x="715141" y="2753401"/>
                  </a:lnTo>
                  <a:lnTo>
                    <a:pt x="715477" y="2754514"/>
                  </a:lnTo>
                  <a:lnTo>
                    <a:pt x="715814" y="2755513"/>
                  </a:lnTo>
                  <a:lnTo>
                    <a:pt x="716150" y="2756375"/>
                  </a:lnTo>
                  <a:lnTo>
                    <a:pt x="716487" y="2757237"/>
                  </a:lnTo>
                  <a:lnTo>
                    <a:pt x="716823" y="2758092"/>
                  </a:lnTo>
                  <a:lnTo>
                    <a:pt x="717160" y="2758810"/>
                  </a:lnTo>
                  <a:lnTo>
                    <a:pt x="717496" y="2759450"/>
                  </a:lnTo>
                  <a:lnTo>
                    <a:pt x="717833" y="2759759"/>
                  </a:lnTo>
                  <a:lnTo>
                    <a:pt x="718169" y="2759996"/>
                  </a:lnTo>
                  <a:lnTo>
                    <a:pt x="718505" y="2760154"/>
                  </a:lnTo>
                  <a:lnTo>
                    <a:pt x="718842" y="2760218"/>
                  </a:lnTo>
                  <a:lnTo>
                    <a:pt x="719178" y="2760384"/>
                  </a:lnTo>
                  <a:lnTo>
                    <a:pt x="719515" y="2760786"/>
                  </a:lnTo>
                  <a:lnTo>
                    <a:pt x="719851" y="2761174"/>
                  </a:lnTo>
                  <a:lnTo>
                    <a:pt x="720188" y="2761433"/>
                  </a:lnTo>
                  <a:lnTo>
                    <a:pt x="720524" y="2761476"/>
                  </a:lnTo>
                  <a:lnTo>
                    <a:pt x="720861" y="2761512"/>
                  </a:lnTo>
                  <a:lnTo>
                    <a:pt x="721197" y="2762216"/>
                  </a:lnTo>
                  <a:lnTo>
                    <a:pt x="721534" y="2763164"/>
                  </a:lnTo>
                  <a:lnTo>
                    <a:pt x="721870" y="2764170"/>
                  </a:lnTo>
                  <a:lnTo>
                    <a:pt x="722207" y="2765176"/>
                  </a:lnTo>
                  <a:lnTo>
                    <a:pt x="722543" y="2766174"/>
                  </a:lnTo>
                  <a:lnTo>
                    <a:pt x="722879" y="2766979"/>
                  </a:lnTo>
                  <a:lnTo>
                    <a:pt x="723216" y="2767697"/>
                  </a:lnTo>
                  <a:lnTo>
                    <a:pt x="723552" y="2768380"/>
                  </a:lnTo>
                  <a:lnTo>
                    <a:pt x="723889" y="2768775"/>
                  </a:lnTo>
                  <a:lnTo>
                    <a:pt x="724225" y="2769105"/>
                  </a:lnTo>
                  <a:lnTo>
                    <a:pt x="724562" y="2769077"/>
                  </a:lnTo>
                  <a:lnTo>
                    <a:pt x="724898" y="2768976"/>
                  </a:lnTo>
                  <a:lnTo>
                    <a:pt x="725235" y="2769005"/>
                  </a:lnTo>
                  <a:lnTo>
                    <a:pt x="725571" y="2769249"/>
                  </a:lnTo>
                  <a:lnTo>
                    <a:pt x="725908" y="2769508"/>
                  </a:lnTo>
                  <a:lnTo>
                    <a:pt x="726244" y="2769235"/>
                  </a:lnTo>
                  <a:lnTo>
                    <a:pt x="726581" y="2768797"/>
                  </a:lnTo>
                  <a:lnTo>
                    <a:pt x="726917" y="2768365"/>
                  </a:lnTo>
                  <a:lnTo>
                    <a:pt x="727253" y="2767805"/>
                  </a:lnTo>
                  <a:lnTo>
                    <a:pt x="727590" y="2767216"/>
                  </a:lnTo>
                  <a:lnTo>
                    <a:pt x="727926" y="2766584"/>
                  </a:lnTo>
                  <a:lnTo>
                    <a:pt x="728263" y="2765980"/>
                  </a:lnTo>
                  <a:lnTo>
                    <a:pt x="728599" y="2765283"/>
                  </a:lnTo>
                  <a:lnTo>
                    <a:pt x="728936" y="2764838"/>
                  </a:lnTo>
                  <a:lnTo>
                    <a:pt x="729272" y="2764342"/>
                  </a:lnTo>
                  <a:lnTo>
                    <a:pt x="729609" y="2763882"/>
                  </a:lnTo>
                  <a:lnTo>
                    <a:pt x="729945" y="2763459"/>
                  </a:lnTo>
                  <a:lnTo>
                    <a:pt x="730282" y="2763150"/>
                  </a:lnTo>
                  <a:lnTo>
                    <a:pt x="730618" y="2762719"/>
                  </a:lnTo>
                  <a:lnTo>
                    <a:pt x="730955" y="2762201"/>
                  </a:lnTo>
                  <a:lnTo>
                    <a:pt x="731291" y="2761583"/>
                  </a:lnTo>
                  <a:lnTo>
                    <a:pt x="731627" y="2760721"/>
                  </a:lnTo>
                  <a:lnTo>
                    <a:pt x="731964" y="2759716"/>
                  </a:lnTo>
                  <a:lnTo>
                    <a:pt x="732300" y="2758839"/>
                  </a:lnTo>
                  <a:lnTo>
                    <a:pt x="732637" y="2758034"/>
                  </a:lnTo>
                  <a:lnTo>
                    <a:pt x="732973" y="2757654"/>
                  </a:lnTo>
                  <a:lnTo>
                    <a:pt x="733310" y="2757044"/>
                  </a:lnTo>
                  <a:lnTo>
                    <a:pt x="733646" y="2756489"/>
                  </a:lnTo>
                  <a:lnTo>
                    <a:pt x="733983" y="2756181"/>
                  </a:lnTo>
                  <a:lnTo>
                    <a:pt x="734319" y="2756313"/>
                  </a:lnTo>
                  <a:lnTo>
                    <a:pt x="734656" y="2756819"/>
                  </a:lnTo>
                  <a:lnTo>
                    <a:pt x="734992" y="2757441"/>
                  </a:lnTo>
                  <a:lnTo>
                    <a:pt x="735328" y="2758255"/>
                  </a:lnTo>
                  <a:lnTo>
                    <a:pt x="735665" y="2759326"/>
                  </a:lnTo>
                  <a:lnTo>
                    <a:pt x="736001" y="2760453"/>
                  </a:lnTo>
                  <a:lnTo>
                    <a:pt x="736338" y="2761605"/>
                  </a:lnTo>
                  <a:lnTo>
                    <a:pt x="736674" y="2762291"/>
                  </a:lnTo>
                  <a:lnTo>
                    <a:pt x="737011" y="2762945"/>
                  </a:lnTo>
                  <a:lnTo>
                    <a:pt x="737347" y="2763282"/>
                  </a:lnTo>
                  <a:lnTo>
                    <a:pt x="737684" y="2763624"/>
                  </a:lnTo>
                  <a:lnTo>
                    <a:pt x="738020" y="2763883"/>
                  </a:lnTo>
                  <a:lnTo>
                    <a:pt x="738357" y="2764199"/>
                  </a:lnTo>
                  <a:lnTo>
                    <a:pt x="738693" y="2764535"/>
                  </a:lnTo>
                  <a:lnTo>
                    <a:pt x="739030" y="2764831"/>
                  </a:lnTo>
                  <a:lnTo>
                    <a:pt x="739366" y="2764976"/>
                  </a:lnTo>
                  <a:lnTo>
                    <a:pt x="739702" y="2764868"/>
                  </a:lnTo>
                  <a:lnTo>
                    <a:pt x="740039" y="2764689"/>
                  </a:lnTo>
                  <a:lnTo>
                    <a:pt x="740375" y="2764399"/>
                  </a:lnTo>
                  <a:lnTo>
                    <a:pt x="740712" y="2763710"/>
                  </a:lnTo>
                  <a:lnTo>
                    <a:pt x="741048" y="2762979"/>
                  </a:lnTo>
                  <a:lnTo>
                    <a:pt x="741385" y="2762209"/>
                  </a:lnTo>
                  <a:lnTo>
                    <a:pt x="741721" y="2761612"/>
                  </a:lnTo>
                  <a:lnTo>
                    <a:pt x="742058" y="2761313"/>
                  </a:lnTo>
                  <a:lnTo>
                    <a:pt x="742394" y="2760958"/>
                  </a:lnTo>
                  <a:lnTo>
                    <a:pt x="742731" y="2760799"/>
                  </a:lnTo>
                  <a:lnTo>
                    <a:pt x="743067" y="2760488"/>
                  </a:lnTo>
                  <a:lnTo>
                    <a:pt x="743404" y="2760050"/>
                  </a:lnTo>
                  <a:lnTo>
                    <a:pt x="743740" y="2759590"/>
                  </a:lnTo>
                  <a:lnTo>
                    <a:pt x="744076" y="2759131"/>
                  </a:lnTo>
                  <a:lnTo>
                    <a:pt x="744413" y="2758718"/>
                  </a:lnTo>
                  <a:lnTo>
                    <a:pt x="744749" y="2758238"/>
                  </a:lnTo>
                  <a:lnTo>
                    <a:pt x="745086" y="2757276"/>
                  </a:lnTo>
                  <a:lnTo>
                    <a:pt x="745422" y="2756413"/>
                  </a:lnTo>
                  <a:lnTo>
                    <a:pt x="745759" y="2755551"/>
                  </a:lnTo>
                  <a:lnTo>
                    <a:pt x="746095" y="2754739"/>
                  </a:lnTo>
                  <a:lnTo>
                    <a:pt x="746432" y="2753906"/>
                  </a:lnTo>
                  <a:lnTo>
                    <a:pt x="746768" y="2753044"/>
                  </a:lnTo>
                  <a:lnTo>
                    <a:pt x="747105" y="2752139"/>
                  </a:lnTo>
                  <a:lnTo>
                    <a:pt x="747441" y="2751384"/>
                  </a:lnTo>
                  <a:lnTo>
                    <a:pt x="747778" y="2750494"/>
                  </a:lnTo>
                  <a:lnTo>
                    <a:pt x="748114" y="2749639"/>
                  </a:lnTo>
                  <a:lnTo>
                    <a:pt x="748450" y="2748654"/>
                  </a:lnTo>
                  <a:lnTo>
                    <a:pt x="748787" y="2747490"/>
                  </a:lnTo>
                  <a:lnTo>
                    <a:pt x="749123" y="2746341"/>
                  </a:lnTo>
                  <a:lnTo>
                    <a:pt x="749460" y="2745213"/>
                  </a:lnTo>
                  <a:lnTo>
                    <a:pt x="749796" y="2743956"/>
                  </a:lnTo>
                  <a:lnTo>
                    <a:pt x="750133" y="2742490"/>
                  </a:lnTo>
                  <a:lnTo>
                    <a:pt x="750469" y="2741025"/>
                  </a:lnTo>
                  <a:lnTo>
                    <a:pt x="750806" y="2739681"/>
                  </a:lnTo>
                  <a:lnTo>
                    <a:pt x="751142" y="2738381"/>
                  </a:lnTo>
                  <a:lnTo>
                    <a:pt x="751479" y="2737059"/>
                  </a:lnTo>
                  <a:lnTo>
                    <a:pt x="751815" y="2735766"/>
                  </a:lnTo>
                  <a:lnTo>
                    <a:pt x="752152" y="2734523"/>
                  </a:lnTo>
                  <a:lnTo>
                    <a:pt x="752488" y="2733287"/>
                  </a:lnTo>
                  <a:lnTo>
                    <a:pt x="752824" y="2731873"/>
                  </a:lnTo>
                  <a:lnTo>
                    <a:pt x="753161" y="2730142"/>
                  </a:lnTo>
                  <a:lnTo>
                    <a:pt x="753497" y="2728292"/>
                  </a:lnTo>
                  <a:lnTo>
                    <a:pt x="753834" y="2726596"/>
                  </a:lnTo>
                  <a:lnTo>
                    <a:pt x="754170" y="2724933"/>
                  </a:lnTo>
                  <a:lnTo>
                    <a:pt x="754507" y="2723284"/>
                  </a:lnTo>
                  <a:lnTo>
                    <a:pt x="754843" y="2722085"/>
                  </a:lnTo>
                  <a:lnTo>
                    <a:pt x="755180" y="2721205"/>
                  </a:lnTo>
                  <a:lnTo>
                    <a:pt x="755516" y="2720370"/>
                  </a:lnTo>
                  <a:lnTo>
                    <a:pt x="755853" y="2719542"/>
                  </a:lnTo>
                  <a:lnTo>
                    <a:pt x="756189" y="2718699"/>
                  </a:lnTo>
                  <a:lnTo>
                    <a:pt x="756526" y="2717993"/>
                  </a:lnTo>
                  <a:lnTo>
                    <a:pt x="756862" y="2717287"/>
                  </a:lnTo>
                  <a:lnTo>
                    <a:pt x="757198" y="2716580"/>
                  </a:lnTo>
                  <a:lnTo>
                    <a:pt x="757535" y="2715924"/>
                  </a:lnTo>
                  <a:lnTo>
                    <a:pt x="757871" y="2715095"/>
                  </a:lnTo>
                  <a:lnTo>
                    <a:pt x="758208" y="2714415"/>
                  </a:lnTo>
                  <a:lnTo>
                    <a:pt x="758544" y="2713796"/>
                  </a:lnTo>
                  <a:lnTo>
                    <a:pt x="758881" y="2713040"/>
                  </a:lnTo>
                  <a:lnTo>
                    <a:pt x="759217" y="2712533"/>
                  </a:lnTo>
                  <a:lnTo>
                    <a:pt x="759554" y="2711997"/>
                  </a:lnTo>
                  <a:lnTo>
                    <a:pt x="759890" y="2711151"/>
                  </a:lnTo>
                  <a:lnTo>
                    <a:pt x="760227" y="2710361"/>
                  </a:lnTo>
                  <a:lnTo>
                    <a:pt x="760563" y="2709695"/>
                  </a:lnTo>
                  <a:lnTo>
                    <a:pt x="760900" y="2708832"/>
                  </a:lnTo>
                  <a:lnTo>
                    <a:pt x="761236" y="2708019"/>
                  </a:lnTo>
                  <a:lnTo>
                    <a:pt x="761572" y="2707285"/>
                  </a:lnTo>
                  <a:lnTo>
                    <a:pt x="761909" y="2706617"/>
                  </a:lnTo>
                  <a:lnTo>
                    <a:pt x="762245" y="2705948"/>
                  </a:lnTo>
                  <a:lnTo>
                    <a:pt x="762582" y="2705315"/>
                  </a:lnTo>
                  <a:lnTo>
                    <a:pt x="762918" y="2704913"/>
                  </a:lnTo>
                  <a:lnTo>
                    <a:pt x="763255" y="2704590"/>
                  </a:lnTo>
                  <a:lnTo>
                    <a:pt x="763591" y="2704360"/>
                  </a:lnTo>
                  <a:lnTo>
                    <a:pt x="763928" y="2704215"/>
                  </a:lnTo>
                  <a:lnTo>
                    <a:pt x="764264" y="2704141"/>
                  </a:lnTo>
                  <a:lnTo>
                    <a:pt x="764601" y="2704190"/>
                  </a:lnTo>
                  <a:lnTo>
                    <a:pt x="764937" y="2704295"/>
                  </a:lnTo>
                  <a:lnTo>
                    <a:pt x="765274" y="2704421"/>
                  </a:lnTo>
                  <a:lnTo>
                    <a:pt x="765610" y="2704762"/>
                  </a:lnTo>
                  <a:lnTo>
                    <a:pt x="765946" y="2705169"/>
                  </a:lnTo>
                  <a:lnTo>
                    <a:pt x="766283" y="2705313"/>
                  </a:lnTo>
                  <a:lnTo>
                    <a:pt x="766619" y="2705248"/>
                  </a:lnTo>
                  <a:lnTo>
                    <a:pt x="766956" y="2705105"/>
                  </a:lnTo>
                  <a:lnTo>
                    <a:pt x="767292" y="2704839"/>
                  </a:lnTo>
                  <a:lnTo>
                    <a:pt x="767629" y="2704552"/>
                  </a:lnTo>
                  <a:lnTo>
                    <a:pt x="767965" y="2704178"/>
                  </a:lnTo>
                  <a:lnTo>
                    <a:pt x="768302" y="2703761"/>
                  </a:lnTo>
                  <a:lnTo>
                    <a:pt x="768638" y="2703381"/>
                  </a:lnTo>
                  <a:lnTo>
                    <a:pt x="768975" y="2703136"/>
                  </a:lnTo>
                  <a:lnTo>
                    <a:pt x="769311" y="2702662"/>
                  </a:lnTo>
                  <a:lnTo>
                    <a:pt x="769647" y="2701965"/>
                  </a:lnTo>
                  <a:lnTo>
                    <a:pt x="769984" y="2701153"/>
                  </a:lnTo>
                  <a:lnTo>
                    <a:pt x="770320" y="2700306"/>
                  </a:lnTo>
                  <a:lnTo>
                    <a:pt x="770657" y="2699444"/>
                  </a:lnTo>
                  <a:lnTo>
                    <a:pt x="770993" y="2698581"/>
                  </a:lnTo>
                  <a:lnTo>
                    <a:pt x="771330" y="2697446"/>
                  </a:lnTo>
                  <a:lnTo>
                    <a:pt x="771666" y="2696925"/>
                  </a:lnTo>
                  <a:lnTo>
                    <a:pt x="772003" y="2696457"/>
                  </a:lnTo>
                  <a:lnTo>
                    <a:pt x="772339" y="2696125"/>
                  </a:lnTo>
                  <a:lnTo>
                    <a:pt x="772676" y="2695809"/>
                  </a:lnTo>
                  <a:lnTo>
                    <a:pt x="773012" y="2695457"/>
                  </a:lnTo>
                  <a:lnTo>
                    <a:pt x="773349" y="2695057"/>
                  </a:lnTo>
                  <a:lnTo>
                    <a:pt x="773685" y="2694482"/>
                  </a:lnTo>
                  <a:lnTo>
                    <a:pt x="774021" y="2693759"/>
                  </a:lnTo>
                  <a:lnTo>
                    <a:pt x="774358" y="2692936"/>
                  </a:lnTo>
                  <a:lnTo>
                    <a:pt x="774694" y="2692176"/>
                  </a:lnTo>
                  <a:lnTo>
                    <a:pt x="775031" y="2691468"/>
                  </a:lnTo>
                  <a:lnTo>
                    <a:pt x="775367" y="2691168"/>
                  </a:lnTo>
                  <a:lnTo>
                    <a:pt x="775704" y="2690815"/>
                  </a:lnTo>
                  <a:lnTo>
                    <a:pt x="776040" y="2690428"/>
                  </a:lnTo>
                  <a:lnTo>
                    <a:pt x="776377" y="2690082"/>
                  </a:lnTo>
                  <a:lnTo>
                    <a:pt x="776713" y="2689709"/>
                  </a:lnTo>
                  <a:lnTo>
                    <a:pt x="777050" y="2689335"/>
                  </a:lnTo>
                  <a:lnTo>
                    <a:pt x="777386" y="2688627"/>
                  </a:lnTo>
                  <a:lnTo>
                    <a:pt x="777723" y="2687919"/>
                  </a:lnTo>
                  <a:lnTo>
                    <a:pt x="778059" y="2687310"/>
                  </a:lnTo>
                  <a:lnTo>
                    <a:pt x="778395" y="2686875"/>
                  </a:lnTo>
                  <a:lnTo>
                    <a:pt x="778732" y="2686585"/>
                  </a:lnTo>
                  <a:lnTo>
                    <a:pt x="779068" y="2686307"/>
                  </a:lnTo>
                  <a:lnTo>
                    <a:pt x="779405" y="2686216"/>
                  </a:lnTo>
                  <a:lnTo>
                    <a:pt x="779741" y="2686136"/>
                  </a:lnTo>
                  <a:lnTo>
                    <a:pt x="780078" y="2686051"/>
                  </a:lnTo>
                  <a:lnTo>
                    <a:pt x="780414" y="2685943"/>
                  </a:lnTo>
                  <a:lnTo>
                    <a:pt x="780751" y="2685883"/>
                  </a:lnTo>
                  <a:lnTo>
                    <a:pt x="781087" y="2685596"/>
                  </a:lnTo>
                  <a:lnTo>
                    <a:pt x="781424" y="2685510"/>
                  </a:lnTo>
                  <a:lnTo>
                    <a:pt x="781760" y="2685510"/>
                  </a:lnTo>
                  <a:lnTo>
                    <a:pt x="782097" y="2685510"/>
                  </a:lnTo>
                  <a:lnTo>
                    <a:pt x="782433" y="2685510"/>
                  </a:lnTo>
                  <a:lnTo>
                    <a:pt x="782769" y="2685510"/>
                  </a:lnTo>
                  <a:lnTo>
                    <a:pt x="783106" y="2685517"/>
                  </a:lnTo>
                  <a:lnTo>
                    <a:pt x="783442" y="2685660"/>
                  </a:lnTo>
                  <a:lnTo>
                    <a:pt x="783779" y="2685804"/>
                  </a:lnTo>
                  <a:lnTo>
                    <a:pt x="784115" y="2685948"/>
                  </a:lnTo>
                  <a:lnTo>
                    <a:pt x="784452" y="2686091"/>
                  </a:lnTo>
                  <a:lnTo>
                    <a:pt x="784788" y="2686235"/>
                  </a:lnTo>
                  <a:lnTo>
                    <a:pt x="785125" y="2686379"/>
                  </a:lnTo>
                  <a:lnTo>
                    <a:pt x="785461" y="2686523"/>
                  </a:lnTo>
                  <a:lnTo>
                    <a:pt x="785798" y="2686666"/>
                  </a:lnTo>
                  <a:lnTo>
                    <a:pt x="786134" y="2686831"/>
                  </a:lnTo>
                  <a:lnTo>
                    <a:pt x="786471" y="2687119"/>
                  </a:lnTo>
                  <a:lnTo>
                    <a:pt x="786807" y="2687428"/>
                  </a:lnTo>
                  <a:lnTo>
                    <a:pt x="787143" y="2687902"/>
                  </a:lnTo>
                  <a:lnTo>
                    <a:pt x="787480" y="2688505"/>
                  </a:lnTo>
                  <a:lnTo>
                    <a:pt x="787816" y="2689303"/>
                  </a:lnTo>
                  <a:lnTo>
                    <a:pt x="788153" y="2690014"/>
                  </a:lnTo>
                  <a:lnTo>
                    <a:pt x="788489" y="2690589"/>
                  </a:lnTo>
                  <a:lnTo>
                    <a:pt x="788826" y="2691164"/>
                  </a:lnTo>
                  <a:lnTo>
                    <a:pt x="789162" y="2691738"/>
                  </a:lnTo>
                  <a:lnTo>
                    <a:pt x="789499" y="2692313"/>
                  </a:lnTo>
                  <a:lnTo>
                    <a:pt x="789835" y="2692866"/>
                  </a:lnTo>
                  <a:lnTo>
                    <a:pt x="790172" y="2693498"/>
                  </a:lnTo>
                  <a:lnTo>
                    <a:pt x="790508" y="2694116"/>
                  </a:lnTo>
                  <a:lnTo>
                    <a:pt x="790845" y="2694691"/>
                  </a:lnTo>
                  <a:lnTo>
                    <a:pt x="791181" y="2695230"/>
                  </a:lnTo>
                  <a:lnTo>
                    <a:pt x="791517" y="2695374"/>
                  </a:lnTo>
                  <a:lnTo>
                    <a:pt x="791854" y="2695410"/>
                  </a:lnTo>
                  <a:lnTo>
                    <a:pt x="792190" y="2695144"/>
                  </a:lnTo>
                  <a:lnTo>
                    <a:pt x="792527" y="2694562"/>
                  </a:lnTo>
                  <a:lnTo>
                    <a:pt x="792863" y="2693764"/>
                  </a:lnTo>
                  <a:lnTo>
                    <a:pt x="793200" y="2693046"/>
                  </a:lnTo>
                  <a:lnTo>
                    <a:pt x="793536" y="2692327"/>
                  </a:lnTo>
                  <a:lnTo>
                    <a:pt x="793873" y="2691559"/>
                  </a:lnTo>
                  <a:lnTo>
                    <a:pt x="794209" y="2690618"/>
                  </a:lnTo>
                  <a:lnTo>
                    <a:pt x="794546" y="2689497"/>
                  </a:lnTo>
                  <a:lnTo>
                    <a:pt x="794882" y="2688261"/>
                  </a:lnTo>
                  <a:lnTo>
                    <a:pt x="795219" y="2687219"/>
                  </a:lnTo>
                  <a:lnTo>
                    <a:pt x="795555" y="2686199"/>
                  </a:lnTo>
                  <a:lnTo>
                    <a:pt x="795891" y="2685337"/>
                  </a:lnTo>
                  <a:lnTo>
                    <a:pt x="796228" y="2685136"/>
                  </a:lnTo>
                  <a:lnTo>
                    <a:pt x="796564" y="2685207"/>
                  </a:lnTo>
                  <a:lnTo>
                    <a:pt x="796901" y="2685420"/>
                  </a:lnTo>
                  <a:lnTo>
                    <a:pt x="797237" y="2685744"/>
                  </a:lnTo>
                  <a:lnTo>
                    <a:pt x="797574" y="2686152"/>
                  </a:lnTo>
                  <a:lnTo>
                    <a:pt x="797910" y="2686698"/>
                  </a:lnTo>
                  <a:lnTo>
                    <a:pt x="798247" y="2687438"/>
                  </a:lnTo>
                  <a:lnTo>
                    <a:pt x="798583" y="2688221"/>
                  </a:lnTo>
                  <a:lnTo>
                    <a:pt x="798920" y="2689012"/>
                  </a:lnTo>
                  <a:lnTo>
                    <a:pt x="799256" y="2689923"/>
                  </a:lnTo>
                  <a:lnTo>
                    <a:pt x="799593" y="2690883"/>
                  </a:lnTo>
                  <a:lnTo>
                    <a:pt x="799929" y="2691933"/>
                  </a:lnTo>
                  <a:lnTo>
                    <a:pt x="800265" y="2692673"/>
                  </a:lnTo>
                  <a:lnTo>
                    <a:pt x="800602" y="2693361"/>
                  </a:lnTo>
                  <a:lnTo>
                    <a:pt x="800938" y="2693913"/>
                  </a:lnTo>
                  <a:lnTo>
                    <a:pt x="801275" y="2694295"/>
                  </a:lnTo>
                  <a:lnTo>
                    <a:pt x="801611" y="2694197"/>
                  </a:lnTo>
                  <a:lnTo>
                    <a:pt x="801948" y="2693923"/>
                  </a:lnTo>
                  <a:lnTo>
                    <a:pt x="802284" y="2693594"/>
                  </a:lnTo>
                  <a:lnTo>
                    <a:pt x="802621" y="2693060"/>
                  </a:lnTo>
                  <a:lnTo>
                    <a:pt x="802957" y="2692473"/>
                  </a:lnTo>
                  <a:lnTo>
                    <a:pt x="803294" y="2691656"/>
                  </a:lnTo>
                  <a:lnTo>
                    <a:pt x="803630" y="2690912"/>
                  </a:lnTo>
                  <a:lnTo>
                    <a:pt x="803966" y="2690289"/>
                  </a:lnTo>
                  <a:lnTo>
                    <a:pt x="804303" y="2689622"/>
                  </a:lnTo>
                  <a:lnTo>
                    <a:pt x="804639" y="2689051"/>
                  </a:lnTo>
                  <a:lnTo>
                    <a:pt x="804976" y="2688481"/>
                  </a:lnTo>
                  <a:lnTo>
                    <a:pt x="805312" y="2687910"/>
                  </a:lnTo>
                  <a:lnTo>
                    <a:pt x="805649" y="2687340"/>
                  </a:lnTo>
                  <a:lnTo>
                    <a:pt x="805985" y="2686691"/>
                  </a:lnTo>
                  <a:lnTo>
                    <a:pt x="806322" y="2686183"/>
                  </a:lnTo>
                  <a:lnTo>
                    <a:pt x="806658" y="2685791"/>
                  </a:lnTo>
                  <a:lnTo>
                    <a:pt x="806995" y="2685365"/>
                  </a:lnTo>
                  <a:lnTo>
                    <a:pt x="807331" y="2684950"/>
                  </a:lnTo>
                  <a:lnTo>
                    <a:pt x="807668" y="2684638"/>
                  </a:lnTo>
                  <a:lnTo>
                    <a:pt x="808004" y="2684574"/>
                  </a:lnTo>
                  <a:lnTo>
                    <a:pt x="808340" y="2684600"/>
                  </a:lnTo>
                  <a:lnTo>
                    <a:pt x="808677" y="2684160"/>
                  </a:lnTo>
                  <a:lnTo>
                    <a:pt x="809013" y="2683707"/>
                  </a:lnTo>
                  <a:lnTo>
                    <a:pt x="809350" y="2683382"/>
                  </a:lnTo>
                  <a:lnTo>
                    <a:pt x="809686" y="2683185"/>
                  </a:lnTo>
                  <a:lnTo>
                    <a:pt x="810023" y="2683057"/>
                  </a:lnTo>
                  <a:lnTo>
                    <a:pt x="810359" y="2683059"/>
                  </a:lnTo>
                  <a:lnTo>
                    <a:pt x="810696" y="2682966"/>
                  </a:lnTo>
                  <a:lnTo>
                    <a:pt x="811032" y="2682987"/>
                  </a:lnTo>
                  <a:lnTo>
                    <a:pt x="811369" y="2682879"/>
                  </a:lnTo>
                  <a:lnTo>
                    <a:pt x="811705" y="2682487"/>
                  </a:lnTo>
                  <a:lnTo>
                    <a:pt x="812042" y="2682227"/>
                  </a:lnTo>
                  <a:lnTo>
                    <a:pt x="812378" y="2682198"/>
                  </a:lnTo>
                  <a:lnTo>
                    <a:pt x="812714" y="2682123"/>
                  </a:lnTo>
                  <a:lnTo>
                    <a:pt x="813051" y="2681948"/>
                  </a:lnTo>
                  <a:lnTo>
                    <a:pt x="813387" y="2681745"/>
                  </a:lnTo>
                  <a:lnTo>
                    <a:pt x="813724" y="2681596"/>
                  </a:lnTo>
                  <a:lnTo>
                    <a:pt x="814060" y="2681407"/>
                  </a:lnTo>
                  <a:lnTo>
                    <a:pt x="814397" y="2681172"/>
                  </a:lnTo>
                  <a:lnTo>
                    <a:pt x="814733" y="2680645"/>
                  </a:lnTo>
                  <a:lnTo>
                    <a:pt x="815070" y="2680218"/>
                  </a:lnTo>
                  <a:lnTo>
                    <a:pt x="815406" y="2679671"/>
                  </a:lnTo>
                  <a:lnTo>
                    <a:pt x="815743" y="2679200"/>
                  </a:lnTo>
                  <a:lnTo>
                    <a:pt x="816079" y="2678876"/>
                  </a:lnTo>
                  <a:lnTo>
                    <a:pt x="816416" y="2679141"/>
                  </a:lnTo>
                  <a:lnTo>
                    <a:pt x="816752" y="2679450"/>
                  </a:lnTo>
                  <a:lnTo>
                    <a:pt x="817088" y="2679589"/>
                  </a:lnTo>
                  <a:lnTo>
                    <a:pt x="817425" y="2679915"/>
                  </a:lnTo>
                  <a:lnTo>
                    <a:pt x="817761" y="2680454"/>
                  </a:lnTo>
                  <a:lnTo>
                    <a:pt x="818098" y="2680956"/>
                  </a:lnTo>
                  <a:lnTo>
                    <a:pt x="818434" y="2681280"/>
                  </a:lnTo>
                  <a:lnTo>
                    <a:pt x="818771" y="2681396"/>
                  </a:lnTo>
                  <a:lnTo>
                    <a:pt x="819107" y="2681267"/>
                  </a:lnTo>
                  <a:lnTo>
                    <a:pt x="819444" y="2681000"/>
                  </a:lnTo>
                  <a:lnTo>
                    <a:pt x="819780" y="2680924"/>
                  </a:lnTo>
                  <a:lnTo>
                    <a:pt x="820117" y="2680970"/>
                  </a:lnTo>
                  <a:lnTo>
                    <a:pt x="820453" y="2681261"/>
                  </a:lnTo>
                  <a:lnTo>
                    <a:pt x="820790" y="2681739"/>
                  </a:lnTo>
                  <a:lnTo>
                    <a:pt x="821126" y="2682230"/>
                  </a:lnTo>
                  <a:lnTo>
                    <a:pt x="821462" y="2682616"/>
                  </a:lnTo>
                  <a:lnTo>
                    <a:pt x="821799" y="2683151"/>
                  </a:lnTo>
                  <a:lnTo>
                    <a:pt x="822135" y="2683564"/>
                  </a:lnTo>
                  <a:lnTo>
                    <a:pt x="822472" y="2683571"/>
                  </a:lnTo>
                  <a:lnTo>
                    <a:pt x="822808" y="2683520"/>
                  </a:lnTo>
                  <a:lnTo>
                    <a:pt x="823145" y="2683476"/>
                  </a:lnTo>
                  <a:lnTo>
                    <a:pt x="823481" y="2683338"/>
                  </a:lnTo>
                  <a:lnTo>
                    <a:pt x="823818" y="2682966"/>
                  </a:lnTo>
                  <a:lnTo>
                    <a:pt x="824154" y="2682447"/>
                  </a:lnTo>
                  <a:lnTo>
                    <a:pt x="824491" y="2681901"/>
                  </a:lnTo>
                  <a:lnTo>
                    <a:pt x="824827" y="2681350"/>
                  </a:lnTo>
                  <a:lnTo>
                    <a:pt x="825164" y="2680816"/>
                  </a:lnTo>
                  <a:lnTo>
                    <a:pt x="825500" y="2680150"/>
                  </a:lnTo>
                  <a:lnTo>
                    <a:pt x="825836" y="2679422"/>
                  </a:lnTo>
                  <a:lnTo>
                    <a:pt x="826173" y="2678770"/>
                  </a:lnTo>
                  <a:lnTo>
                    <a:pt x="826509" y="2678096"/>
                  </a:lnTo>
                  <a:lnTo>
                    <a:pt x="826846" y="2677254"/>
                  </a:lnTo>
                  <a:lnTo>
                    <a:pt x="827182" y="2676318"/>
                  </a:lnTo>
                  <a:lnTo>
                    <a:pt x="827519" y="2675463"/>
                  </a:lnTo>
                  <a:lnTo>
                    <a:pt x="827855" y="2674388"/>
                  </a:lnTo>
                  <a:lnTo>
                    <a:pt x="828192" y="2673233"/>
                  </a:lnTo>
                  <a:lnTo>
                    <a:pt x="828528" y="2672100"/>
                  </a:lnTo>
                  <a:lnTo>
                    <a:pt x="828865" y="2671034"/>
                  </a:lnTo>
                  <a:lnTo>
                    <a:pt x="829201" y="2670076"/>
                  </a:lnTo>
                  <a:lnTo>
                    <a:pt x="829538" y="2669180"/>
                  </a:lnTo>
                  <a:lnTo>
                    <a:pt x="829874" y="2668349"/>
                  </a:lnTo>
                  <a:lnTo>
                    <a:pt x="830210" y="2667583"/>
                  </a:lnTo>
                  <a:lnTo>
                    <a:pt x="830547" y="2666942"/>
                  </a:lnTo>
                  <a:lnTo>
                    <a:pt x="830883" y="2666286"/>
                  </a:lnTo>
                  <a:lnTo>
                    <a:pt x="831220" y="2665356"/>
                  </a:lnTo>
                  <a:lnTo>
                    <a:pt x="831556" y="2664495"/>
                  </a:lnTo>
                  <a:lnTo>
                    <a:pt x="831893" y="2663616"/>
                  </a:lnTo>
                  <a:lnTo>
                    <a:pt x="832229" y="2662744"/>
                  </a:lnTo>
                  <a:lnTo>
                    <a:pt x="832566" y="2661775"/>
                  </a:lnTo>
                  <a:lnTo>
                    <a:pt x="832902" y="2660849"/>
                  </a:lnTo>
                  <a:lnTo>
                    <a:pt x="833239" y="2659735"/>
                  </a:lnTo>
                  <a:lnTo>
                    <a:pt x="833575" y="2659124"/>
                  </a:lnTo>
                  <a:lnTo>
                    <a:pt x="833911" y="2658966"/>
                  </a:lnTo>
                  <a:lnTo>
                    <a:pt x="834248" y="2658822"/>
                  </a:lnTo>
                  <a:lnTo>
                    <a:pt x="834584" y="2658729"/>
                  </a:lnTo>
                  <a:lnTo>
                    <a:pt x="834921" y="2658585"/>
                  </a:lnTo>
                  <a:lnTo>
                    <a:pt x="835257" y="2658528"/>
                  </a:lnTo>
                  <a:lnTo>
                    <a:pt x="835594" y="2658514"/>
                  </a:lnTo>
                  <a:lnTo>
                    <a:pt x="835930" y="2658672"/>
                  </a:lnTo>
                  <a:lnTo>
                    <a:pt x="836267" y="2658959"/>
                  </a:lnTo>
                  <a:lnTo>
                    <a:pt x="836603" y="2659505"/>
                  </a:lnTo>
                  <a:lnTo>
                    <a:pt x="836940" y="2660152"/>
                  </a:lnTo>
                  <a:lnTo>
                    <a:pt x="837276" y="2660820"/>
                  </a:lnTo>
                  <a:lnTo>
                    <a:pt x="837613" y="2661553"/>
                  </a:lnTo>
                  <a:lnTo>
                    <a:pt x="837949" y="2662544"/>
                  </a:lnTo>
                  <a:lnTo>
                    <a:pt x="838285" y="2663550"/>
                  </a:lnTo>
                  <a:lnTo>
                    <a:pt x="838622" y="2664829"/>
                  </a:lnTo>
                  <a:lnTo>
                    <a:pt x="838958" y="2665487"/>
                  </a:lnTo>
                  <a:lnTo>
                    <a:pt x="839295" y="2665955"/>
                  </a:lnTo>
                  <a:lnTo>
                    <a:pt x="839631" y="2666358"/>
                  </a:lnTo>
                  <a:lnTo>
                    <a:pt x="839968" y="2666818"/>
                  </a:lnTo>
                  <a:lnTo>
                    <a:pt x="840304" y="2667314"/>
                  </a:lnTo>
                  <a:lnTo>
                    <a:pt x="840641" y="2667800"/>
                  </a:lnTo>
                  <a:lnTo>
                    <a:pt x="840977" y="2668325"/>
                  </a:lnTo>
                  <a:lnTo>
                    <a:pt x="841314" y="2668861"/>
                  </a:lnTo>
                  <a:lnTo>
                    <a:pt x="841650" y="2669396"/>
                  </a:lnTo>
                  <a:lnTo>
                    <a:pt x="841987" y="2669833"/>
                  </a:lnTo>
                  <a:lnTo>
                    <a:pt x="842323" y="2669959"/>
                  </a:lnTo>
                  <a:lnTo>
                    <a:pt x="842659" y="2669540"/>
                  </a:lnTo>
                  <a:lnTo>
                    <a:pt x="842996" y="2668967"/>
                  </a:lnTo>
                  <a:lnTo>
                    <a:pt x="843332" y="2668233"/>
                  </a:lnTo>
                  <a:lnTo>
                    <a:pt x="843669" y="2667329"/>
                  </a:lnTo>
                  <a:lnTo>
                    <a:pt x="844005" y="2666417"/>
                  </a:lnTo>
                  <a:lnTo>
                    <a:pt x="844342" y="2665519"/>
                  </a:lnTo>
                  <a:lnTo>
                    <a:pt x="844678" y="2664811"/>
                  </a:lnTo>
                  <a:lnTo>
                    <a:pt x="845015" y="2664082"/>
                  </a:lnTo>
                  <a:lnTo>
                    <a:pt x="845351" y="2663110"/>
                  </a:lnTo>
                  <a:lnTo>
                    <a:pt x="845688" y="2661879"/>
                  </a:lnTo>
                  <a:lnTo>
                    <a:pt x="846024" y="2660588"/>
                  </a:lnTo>
                  <a:lnTo>
                    <a:pt x="846361" y="2659049"/>
                  </a:lnTo>
                  <a:lnTo>
                    <a:pt x="846697" y="2657635"/>
                  </a:lnTo>
                  <a:lnTo>
                    <a:pt x="847033" y="2656193"/>
                  </a:lnTo>
                  <a:lnTo>
                    <a:pt x="847370" y="2654785"/>
                  </a:lnTo>
                  <a:lnTo>
                    <a:pt x="847706" y="2653857"/>
                  </a:lnTo>
                  <a:lnTo>
                    <a:pt x="848043" y="2652900"/>
                  </a:lnTo>
                  <a:lnTo>
                    <a:pt x="848379" y="2652200"/>
                  </a:lnTo>
                  <a:lnTo>
                    <a:pt x="848716" y="2651320"/>
                  </a:lnTo>
                  <a:lnTo>
                    <a:pt x="849052" y="2650254"/>
                  </a:lnTo>
                  <a:lnTo>
                    <a:pt x="849389" y="2649104"/>
                  </a:lnTo>
                  <a:lnTo>
                    <a:pt x="849725" y="2648038"/>
                  </a:lnTo>
                  <a:lnTo>
                    <a:pt x="850062" y="2646943"/>
                  </a:lnTo>
                  <a:lnTo>
                    <a:pt x="850398" y="2645889"/>
                  </a:lnTo>
                  <a:lnTo>
                    <a:pt x="850735" y="2644918"/>
                  </a:lnTo>
                  <a:lnTo>
                    <a:pt x="851071" y="2643948"/>
                  </a:lnTo>
                  <a:lnTo>
                    <a:pt x="851407" y="2643115"/>
                  </a:lnTo>
                  <a:lnTo>
                    <a:pt x="851744" y="2642572"/>
                  </a:lnTo>
                  <a:lnTo>
                    <a:pt x="852080" y="2642063"/>
                  </a:lnTo>
                  <a:lnTo>
                    <a:pt x="852417" y="2641412"/>
                  </a:lnTo>
                  <a:lnTo>
                    <a:pt x="852753" y="2640699"/>
                  </a:lnTo>
                  <a:lnTo>
                    <a:pt x="853090" y="2639693"/>
                  </a:lnTo>
                  <a:lnTo>
                    <a:pt x="853426" y="2638831"/>
                  </a:lnTo>
                  <a:lnTo>
                    <a:pt x="853763" y="2638062"/>
                  </a:lnTo>
                  <a:lnTo>
                    <a:pt x="854099" y="2637509"/>
                  </a:lnTo>
                  <a:lnTo>
                    <a:pt x="854436" y="2637222"/>
                  </a:lnTo>
                  <a:lnTo>
                    <a:pt x="854772" y="2636927"/>
                  </a:lnTo>
                  <a:lnTo>
                    <a:pt x="855109" y="2636590"/>
                  </a:lnTo>
                  <a:lnTo>
                    <a:pt x="855445" y="2636360"/>
                  </a:lnTo>
                  <a:lnTo>
                    <a:pt x="855781" y="2635943"/>
                  </a:lnTo>
                  <a:lnTo>
                    <a:pt x="856118" y="2635512"/>
                  </a:lnTo>
                  <a:lnTo>
                    <a:pt x="856454" y="2634980"/>
                  </a:lnTo>
                  <a:lnTo>
                    <a:pt x="856791" y="2634406"/>
                  </a:lnTo>
                  <a:lnTo>
                    <a:pt x="857127" y="2633860"/>
                  </a:lnTo>
                  <a:lnTo>
                    <a:pt x="857464" y="2633429"/>
                  </a:lnTo>
                  <a:lnTo>
                    <a:pt x="857800" y="2633191"/>
                  </a:lnTo>
                  <a:lnTo>
                    <a:pt x="858137" y="2633267"/>
                  </a:lnTo>
                  <a:lnTo>
                    <a:pt x="858473" y="2633518"/>
                  </a:lnTo>
                  <a:lnTo>
                    <a:pt x="858810" y="2634056"/>
                  </a:lnTo>
                  <a:lnTo>
                    <a:pt x="859146" y="2634678"/>
                  </a:lnTo>
                  <a:lnTo>
                    <a:pt x="859483" y="2635447"/>
                  </a:lnTo>
                  <a:lnTo>
                    <a:pt x="859819" y="2636408"/>
                  </a:lnTo>
                  <a:lnTo>
                    <a:pt x="860155" y="2637469"/>
                  </a:lnTo>
                  <a:lnTo>
                    <a:pt x="860492" y="2638470"/>
                  </a:lnTo>
                  <a:lnTo>
                    <a:pt x="860828" y="2639607"/>
                  </a:lnTo>
                  <a:lnTo>
                    <a:pt x="861165" y="2640805"/>
                  </a:lnTo>
                  <a:lnTo>
                    <a:pt x="861501" y="2642248"/>
                  </a:lnTo>
                  <a:lnTo>
                    <a:pt x="861838" y="2643933"/>
                  </a:lnTo>
                  <a:lnTo>
                    <a:pt x="862174" y="2645756"/>
                  </a:lnTo>
                  <a:lnTo>
                    <a:pt x="862511" y="2647600"/>
                  </a:lnTo>
                  <a:lnTo>
                    <a:pt x="862847" y="2649535"/>
                  </a:lnTo>
                  <a:lnTo>
                    <a:pt x="863184" y="2651475"/>
                  </a:lnTo>
                  <a:lnTo>
                    <a:pt x="863520" y="2652623"/>
                  </a:lnTo>
                  <a:lnTo>
                    <a:pt x="863857" y="2653486"/>
                  </a:lnTo>
                  <a:lnTo>
                    <a:pt x="864193" y="2654298"/>
                  </a:lnTo>
                  <a:lnTo>
                    <a:pt x="864529" y="2654822"/>
                  </a:lnTo>
                  <a:lnTo>
                    <a:pt x="864866" y="2655146"/>
                  </a:lnTo>
                  <a:lnTo>
                    <a:pt x="865202" y="2655389"/>
                  </a:lnTo>
                  <a:lnTo>
                    <a:pt x="865539" y="2655237"/>
                  </a:lnTo>
                  <a:lnTo>
                    <a:pt x="865875" y="2655050"/>
                  </a:lnTo>
                  <a:lnTo>
                    <a:pt x="866212" y="2654659"/>
                  </a:lnTo>
                  <a:lnTo>
                    <a:pt x="866548" y="2653777"/>
                  </a:lnTo>
                  <a:lnTo>
                    <a:pt x="866885" y="2652404"/>
                  </a:lnTo>
                  <a:lnTo>
                    <a:pt x="867221" y="2650447"/>
                  </a:lnTo>
                  <a:lnTo>
                    <a:pt x="867558" y="2648020"/>
                  </a:lnTo>
                  <a:lnTo>
                    <a:pt x="867894" y="2645423"/>
                  </a:lnTo>
                  <a:lnTo>
                    <a:pt x="868230" y="2642847"/>
                  </a:lnTo>
                  <a:lnTo>
                    <a:pt x="868567" y="2640440"/>
                  </a:lnTo>
                  <a:lnTo>
                    <a:pt x="868903" y="2638218"/>
                  </a:lnTo>
                  <a:lnTo>
                    <a:pt x="869240" y="2636048"/>
                  </a:lnTo>
                  <a:lnTo>
                    <a:pt x="869576" y="2633830"/>
                  </a:lnTo>
                  <a:lnTo>
                    <a:pt x="869913" y="2631596"/>
                  </a:lnTo>
                  <a:lnTo>
                    <a:pt x="870249" y="2629698"/>
                  </a:lnTo>
                  <a:lnTo>
                    <a:pt x="870586" y="2627414"/>
                  </a:lnTo>
                  <a:lnTo>
                    <a:pt x="870922" y="2625365"/>
                  </a:lnTo>
                  <a:lnTo>
                    <a:pt x="871259" y="2622743"/>
                  </a:lnTo>
                  <a:lnTo>
                    <a:pt x="871595" y="2620992"/>
                  </a:lnTo>
                  <a:lnTo>
                    <a:pt x="871932" y="2619889"/>
                  </a:lnTo>
                  <a:lnTo>
                    <a:pt x="872268" y="2619584"/>
                  </a:lnTo>
                  <a:lnTo>
                    <a:pt x="872604" y="2619918"/>
                  </a:lnTo>
                  <a:lnTo>
                    <a:pt x="872941" y="2620339"/>
                  </a:lnTo>
                  <a:lnTo>
                    <a:pt x="873277" y="2620838"/>
                  </a:lnTo>
                  <a:lnTo>
                    <a:pt x="873614" y="2621196"/>
                  </a:lnTo>
                  <a:lnTo>
                    <a:pt x="873950" y="2621467"/>
                  </a:lnTo>
                  <a:lnTo>
                    <a:pt x="874287" y="2621827"/>
                  </a:lnTo>
                  <a:lnTo>
                    <a:pt x="874623" y="2622295"/>
                  </a:lnTo>
                  <a:lnTo>
                    <a:pt x="874960" y="2622692"/>
                  </a:lnTo>
                  <a:lnTo>
                    <a:pt x="875296" y="2623003"/>
                  </a:lnTo>
                  <a:lnTo>
                    <a:pt x="875633" y="2623233"/>
                  </a:lnTo>
                  <a:lnTo>
                    <a:pt x="875969" y="2623952"/>
                  </a:lnTo>
                  <a:lnTo>
                    <a:pt x="876306" y="2624455"/>
                  </a:lnTo>
                  <a:lnTo>
                    <a:pt x="876642" y="2624627"/>
                  </a:lnTo>
                  <a:lnTo>
                    <a:pt x="876978" y="2624771"/>
                  </a:lnTo>
                  <a:lnTo>
                    <a:pt x="877315" y="2624914"/>
                  </a:lnTo>
                  <a:lnTo>
                    <a:pt x="877651" y="2625058"/>
                  </a:lnTo>
                  <a:lnTo>
                    <a:pt x="877988" y="2625324"/>
                  </a:lnTo>
                  <a:lnTo>
                    <a:pt x="878324" y="2625475"/>
                  </a:lnTo>
                  <a:lnTo>
                    <a:pt x="878661" y="2625583"/>
                  </a:lnTo>
                  <a:lnTo>
                    <a:pt x="878997" y="2625662"/>
                  </a:lnTo>
                  <a:lnTo>
                    <a:pt x="879334" y="2625539"/>
                  </a:lnTo>
                  <a:lnTo>
                    <a:pt x="879670" y="2625669"/>
                  </a:lnTo>
                  <a:lnTo>
                    <a:pt x="880007" y="2625851"/>
                  </a:lnTo>
                  <a:lnTo>
                    <a:pt x="880343" y="2626171"/>
                  </a:lnTo>
                  <a:lnTo>
                    <a:pt x="880680" y="2626539"/>
                  </a:lnTo>
                  <a:lnTo>
                    <a:pt x="881016" y="2626947"/>
                  </a:lnTo>
                  <a:lnTo>
                    <a:pt x="881352" y="2627480"/>
                  </a:lnTo>
                  <a:lnTo>
                    <a:pt x="881689" y="2628096"/>
                  </a:lnTo>
                  <a:lnTo>
                    <a:pt x="882025" y="2629022"/>
                  </a:lnTo>
                  <a:lnTo>
                    <a:pt x="882362" y="2629712"/>
                  </a:lnTo>
                  <a:lnTo>
                    <a:pt x="882698" y="2630444"/>
                  </a:lnTo>
                  <a:lnTo>
                    <a:pt x="883035" y="2631109"/>
                  </a:lnTo>
                  <a:lnTo>
                    <a:pt x="883371" y="2632198"/>
                  </a:lnTo>
                  <a:lnTo>
                    <a:pt x="883708" y="2632856"/>
                  </a:lnTo>
                  <a:lnTo>
                    <a:pt x="884044" y="2633602"/>
                  </a:lnTo>
                  <a:lnTo>
                    <a:pt x="884381" y="2634727"/>
                  </a:lnTo>
                  <a:lnTo>
                    <a:pt x="884717" y="2635872"/>
                  </a:lnTo>
                  <a:lnTo>
                    <a:pt x="885054" y="2636920"/>
                  </a:lnTo>
                  <a:lnTo>
                    <a:pt x="885390" y="2637983"/>
                  </a:lnTo>
                  <a:lnTo>
                    <a:pt x="885726" y="2639170"/>
                  </a:lnTo>
                  <a:lnTo>
                    <a:pt x="886063" y="2640586"/>
                  </a:lnTo>
                  <a:lnTo>
                    <a:pt x="886399" y="2642219"/>
                  </a:lnTo>
                  <a:lnTo>
                    <a:pt x="886736" y="2643993"/>
                  </a:lnTo>
                  <a:lnTo>
                    <a:pt x="887072" y="2645716"/>
                  </a:lnTo>
                  <a:lnTo>
                    <a:pt x="887409" y="2647470"/>
                  </a:lnTo>
                  <a:lnTo>
                    <a:pt x="887745" y="2649019"/>
                  </a:lnTo>
                  <a:lnTo>
                    <a:pt x="888082" y="2650481"/>
                  </a:lnTo>
                  <a:lnTo>
                    <a:pt x="888418" y="2651749"/>
                  </a:lnTo>
                  <a:lnTo>
                    <a:pt x="888755" y="2652800"/>
                  </a:lnTo>
                  <a:lnTo>
                    <a:pt x="889091" y="2653898"/>
                  </a:lnTo>
                  <a:lnTo>
                    <a:pt x="889428" y="2654722"/>
                  </a:lnTo>
                  <a:lnTo>
                    <a:pt x="889764" y="2655572"/>
                  </a:lnTo>
                  <a:lnTo>
                    <a:pt x="890100" y="2656444"/>
                  </a:lnTo>
                  <a:lnTo>
                    <a:pt x="890437" y="2657336"/>
                  </a:lnTo>
                  <a:lnTo>
                    <a:pt x="890773" y="2658366"/>
                  </a:lnTo>
                  <a:lnTo>
                    <a:pt x="891110" y="2659416"/>
                  </a:lnTo>
                  <a:lnTo>
                    <a:pt x="891446" y="2660612"/>
                  </a:lnTo>
                  <a:lnTo>
                    <a:pt x="891783" y="2661963"/>
                  </a:lnTo>
                  <a:lnTo>
                    <a:pt x="892119" y="2663269"/>
                  </a:lnTo>
                  <a:lnTo>
                    <a:pt x="892456" y="2664654"/>
                  </a:lnTo>
                  <a:lnTo>
                    <a:pt x="892792" y="2666221"/>
                  </a:lnTo>
                  <a:lnTo>
                    <a:pt x="893129" y="2667846"/>
                  </a:lnTo>
                  <a:lnTo>
                    <a:pt x="893465" y="2669333"/>
                  </a:lnTo>
                  <a:lnTo>
                    <a:pt x="893802" y="2670763"/>
                  </a:lnTo>
                  <a:lnTo>
                    <a:pt x="894138" y="2672239"/>
                  </a:lnTo>
                  <a:lnTo>
                    <a:pt x="894474" y="2673802"/>
                  </a:lnTo>
                  <a:lnTo>
                    <a:pt x="894811" y="2675372"/>
                  </a:lnTo>
                  <a:lnTo>
                    <a:pt x="895147" y="2676896"/>
                  </a:lnTo>
                  <a:lnTo>
                    <a:pt x="895484" y="2678538"/>
                  </a:lnTo>
                  <a:lnTo>
                    <a:pt x="895820" y="2680076"/>
                  </a:lnTo>
                  <a:lnTo>
                    <a:pt x="896157" y="2681564"/>
                  </a:lnTo>
                  <a:lnTo>
                    <a:pt x="896493" y="2682909"/>
                  </a:lnTo>
                  <a:lnTo>
                    <a:pt x="896830" y="2684204"/>
                  </a:lnTo>
                  <a:lnTo>
                    <a:pt x="897166" y="2685185"/>
                  </a:lnTo>
                  <a:lnTo>
                    <a:pt x="897503" y="2686104"/>
                  </a:lnTo>
                  <a:lnTo>
                    <a:pt x="897839" y="2686456"/>
                  </a:lnTo>
                  <a:lnTo>
                    <a:pt x="898176" y="2686504"/>
                  </a:lnTo>
                  <a:lnTo>
                    <a:pt x="898512" y="2686416"/>
                  </a:lnTo>
                  <a:lnTo>
                    <a:pt x="898848" y="2686431"/>
                  </a:lnTo>
                  <a:lnTo>
                    <a:pt x="899185" y="2686736"/>
                  </a:lnTo>
                  <a:lnTo>
                    <a:pt x="899521" y="2687022"/>
                  </a:lnTo>
                  <a:lnTo>
                    <a:pt x="899858" y="2687420"/>
                  </a:lnTo>
                  <a:lnTo>
                    <a:pt x="900194" y="2687574"/>
                  </a:lnTo>
                  <a:lnTo>
                    <a:pt x="900531" y="2687892"/>
                  </a:lnTo>
                  <a:lnTo>
                    <a:pt x="900867" y="2687992"/>
                  </a:lnTo>
                  <a:lnTo>
                    <a:pt x="901204" y="2687777"/>
                  </a:lnTo>
                  <a:lnTo>
                    <a:pt x="901540" y="2687576"/>
                  </a:lnTo>
                  <a:lnTo>
                    <a:pt x="901877" y="2687490"/>
                  </a:lnTo>
                  <a:lnTo>
                    <a:pt x="902213" y="2687490"/>
                  </a:lnTo>
                  <a:lnTo>
                    <a:pt x="902549" y="2687490"/>
                  </a:lnTo>
                  <a:lnTo>
                    <a:pt x="902886" y="2687490"/>
                  </a:lnTo>
                  <a:lnTo>
                    <a:pt x="903222" y="2687554"/>
                  </a:lnTo>
                  <a:lnTo>
                    <a:pt x="903559" y="2687554"/>
                  </a:lnTo>
                  <a:lnTo>
                    <a:pt x="903895" y="2687554"/>
                  </a:lnTo>
                  <a:lnTo>
                    <a:pt x="904232" y="2687554"/>
                  </a:lnTo>
                  <a:lnTo>
                    <a:pt x="904568" y="2687605"/>
                  </a:lnTo>
                  <a:lnTo>
                    <a:pt x="904905" y="2687719"/>
                  </a:lnTo>
                  <a:lnTo>
                    <a:pt x="905241" y="2687590"/>
                  </a:lnTo>
                  <a:lnTo>
                    <a:pt x="905578" y="2687446"/>
                  </a:lnTo>
                  <a:lnTo>
                    <a:pt x="905914" y="2687382"/>
                  </a:lnTo>
                  <a:lnTo>
                    <a:pt x="906251" y="2687389"/>
                  </a:lnTo>
                  <a:lnTo>
                    <a:pt x="906587" y="2687590"/>
                  </a:lnTo>
                  <a:lnTo>
                    <a:pt x="906923" y="2687806"/>
                  </a:lnTo>
                  <a:lnTo>
                    <a:pt x="907260" y="2687949"/>
                  </a:lnTo>
                  <a:lnTo>
                    <a:pt x="907596" y="2688175"/>
                  </a:lnTo>
                  <a:lnTo>
                    <a:pt x="907933" y="2688225"/>
                  </a:lnTo>
                  <a:lnTo>
                    <a:pt x="908269" y="2688296"/>
                  </a:lnTo>
                  <a:lnTo>
                    <a:pt x="908606" y="2688262"/>
                  </a:lnTo>
                  <a:lnTo>
                    <a:pt x="908942" y="2688051"/>
                  </a:lnTo>
                  <a:lnTo>
                    <a:pt x="909279" y="2687876"/>
                  </a:lnTo>
                  <a:lnTo>
                    <a:pt x="909615" y="2687959"/>
                  </a:lnTo>
                  <a:lnTo>
                    <a:pt x="909952" y="2688174"/>
                  </a:lnTo>
                  <a:lnTo>
                    <a:pt x="910288" y="2688497"/>
                  </a:lnTo>
                  <a:lnTo>
                    <a:pt x="910625" y="2689015"/>
                  </a:lnTo>
                  <a:lnTo>
                    <a:pt x="910961" y="2689662"/>
                  </a:lnTo>
                  <a:lnTo>
                    <a:pt x="911297" y="2690344"/>
                  </a:lnTo>
                  <a:lnTo>
                    <a:pt x="911634" y="2690945"/>
                  </a:lnTo>
                  <a:lnTo>
                    <a:pt x="911970" y="2691479"/>
                  </a:lnTo>
                  <a:lnTo>
                    <a:pt x="912307" y="2691889"/>
                  </a:lnTo>
                  <a:lnTo>
                    <a:pt x="912643" y="2692369"/>
                  </a:lnTo>
                  <a:lnTo>
                    <a:pt x="912980" y="2692870"/>
                  </a:lnTo>
                  <a:lnTo>
                    <a:pt x="913316" y="2693198"/>
                  </a:lnTo>
                  <a:lnTo>
                    <a:pt x="913653" y="2693198"/>
                  </a:lnTo>
                  <a:lnTo>
                    <a:pt x="913989" y="2693007"/>
                  </a:lnTo>
                  <a:lnTo>
                    <a:pt x="914326" y="2692660"/>
                  </a:lnTo>
                  <a:lnTo>
                    <a:pt x="914662" y="2692178"/>
                  </a:lnTo>
                  <a:lnTo>
                    <a:pt x="914999" y="2691210"/>
                  </a:lnTo>
                  <a:lnTo>
                    <a:pt x="915335" y="2690215"/>
                  </a:lnTo>
                  <a:lnTo>
                    <a:pt x="915671" y="2689047"/>
                  </a:lnTo>
                  <a:lnTo>
                    <a:pt x="916008" y="2687858"/>
                  </a:lnTo>
                  <a:lnTo>
                    <a:pt x="916344" y="2686719"/>
                  </a:lnTo>
                  <a:lnTo>
                    <a:pt x="916681" y="2685627"/>
                  </a:lnTo>
                  <a:lnTo>
                    <a:pt x="917017" y="2684631"/>
                  </a:lnTo>
                  <a:lnTo>
                    <a:pt x="917354" y="2683866"/>
                  </a:lnTo>
                  <a:lnTo>
                    <a:pt x="917690" y="2683231"/>
                  </a:lnTo>
                  <a:lnTo>
                    <a:pt x="918027" y="2683310"/>
                  </a:lnTo>
                  <a:lnTo>
                    <a:pt x="918363" y="2683293"/>
                  </a:lnTo>
                  <a:lnTo>
                    <a:pt x="918700" y="2683052"/>
                  </a:lnTo>
                  <a:lnTo>
                    <a:pt x="919036" y="2682866"/>
                  </a:lnTo>
                  <a:lnTo>
                    <a:pt x="919373" y="2682673"/>
                  </a:lnTo>
                  <a:lnTo>
                    <a:pt x="919709" y="2682627"/>
                  </a:lnTo>
                  <a:lnTo>
                    <a:pt x="920045" y="2682562"/>
                  </a:lnTo>
                  <a:lnTo>
                    <a:pt x="920382" y="2682743"/>
                  </a:lnTo>
                  <a:lnTo>
                    <a:pt x="920718" y="2682718"/>
                  </a:lnTo>
                  <a:lnTo>
                    <a:pt x="921055" y="2682562"/>
                  </a:lnTo>
                  <a:lnTo>
                    <a:pt x="921391" y="2682174"/>
                  </a:lnTo>
                  <a:lnTo>
                    <a:pt x="921728" y="2681520"/>
                  </a:lnTo>
                  <a:lnTo>
                    <a:pt x="922064" y="2680927"/>
                  </a:lnTo>
                  <a:lnTo>
                    <a:pt x="922401" y="2680399"/>
                  </a:lnTo>
                  <a:lnTo>
                    <a:pt x="922737" y="2679886"/>
                  </a:lnTo>
                  <a:lnTo>
                    <a:pt x="923074" y="2679575"/>
                  </a:lnTo>
                  <a:lnTo>
                    <a:pt x="923410" y="2679459"/>
                  </a:lnTo>
                  <a:lnTo>
                    <a:pt x="923747" y="2679254"/>
                  </a:lnTo>
                  <a:lnTo>
                    <a:pt x="924083" y="2679228"/>
                  </a:lnTo>
                  <a:lnTo>
                    <a:pt x="924419" y="2679259"/>
                  </a:lnTo>
                  <a:lnTo>
                    <a:pt x="924756" y="2678792"/>
                  </a:lnTo>
                  <a:lnTo>
                    <a:pt x="925092" y="2678347"/>
                  </a:lnTo>
                  <a:lnTo>
                    <a:pt x="925429" y="2678006"/>
                  </a:lnTo>
                  <a:lnTo>
                    <a:pt x="925765" y="2677866"/>
                  </a:lnTo>
                  <a:lnTo>
                    <a:pt x="926102" y="2677875"/>
                  </a:lnTo>
                  <a:lnTo>
                    <a:pt x="926438" y="2678039"/>
                  </a:lnTo>
                  <a:lnTo>
                    <a:pt x="926775" y="2678357"/>
                  </a:lnTo>
                  <a:lnTo>
                    <a:pt x="927111" y="2678632"/>
                  </a:lnTo>
                  <a:lnTo>
                    <a:pt x="927448" y="2678674"/>
                  </a:lnTo>
                  <a:lnTo>
                    <a:pt x="927784" y="2678657"/>
                  </a:lnTo>
                  <a:lnTo>
                    <a:pt x="928121" y="2678395"/>
                  </a:lnTo>
                  <a:lnTo>
                    <a:pt x="928457" y="2678019"/>
                  </a:lnTo>
                  <a:lnTo>
                    <a:pt x="928793" y="2677517"/>
                  </a:lnTo>
                  <a:lnTo>
                    <a:pt x="929130" y="2676992"/>
                  </a:lnTo>
                  <a:lnTo>
                    <a:pt x="929466" y="2676390"/>
                  </a:lnTo>
                  <a:lnTo>
                    <a:pt x="929803" y="2675695"/>
                  </a:lnTo>
                  <a:lnTo>
                    <a:pt x="930139" y="2674888"/>
                  </a:lnTo>
                  <a:lnTo>
                    <a:pt x="930476" y="2674097"/>
                  </a:lnTo>
                  <a:lnTo>
                    <a:pt x="930812" y="2673215"/>
                  </a:lnTo>
                  <a:lnTo>
                    <a:pt x="931149" y="2672302"/>
                  </a:lnTo>
                  <a:lnTo>
                    <a:pt x="931485" y="2671130"/>
                  </a:lnTo>
                  <a:lnTo>
                    <a:pt x="931822" y="2670023"/>
                  </a:lnTo>
                  <a:lnTo>
                    <a:pt x="932158" y="2669078"/>
                  </a:lnTo>
                  <a:lnTo>
                    <a:pt x="932494" y="2668218"/>
                  </a:lnTo>
                  <a:lnTo>
                    <a:pt x="932831" y="2667437"/>
                  </a:lnTo>
                  <a:lnTo>
                    <a:pt x="933167" y="2666740"/>
                  </a:lnTo>
                  <a:lnTo>
                    <a:pt x="933504" y="2666458"/>
                  </a:lnTo>
                  <a:lnTo>
                    <a:pt x="933840" y="2666650"/>
                  </a:lnTo>
                  <a:lnTo>
                    <a:pt x="934177" y="2667242"/>
                  </a:lnTo>
                  <a:lnTo>
                    <a:pt x="934513" y="2668393"/>
                  </a:lnTo>
                  <a:lnTo>
                    <a:pt x="934850" y="2670096"/>
                  </a:lnTo>
                  <a:lnTo>
                    <a:pt x="935186" y="2672006"/>
                  </a:lnTo>
                  <a:lnTo>
                    <a:pt x="935523" y="2673925"/>
                  </a:lnTo>
                  <a:lnTo>
                    <a:pt x="935859" y="2675877"/>
                  </a:lnTo>
                  <a:lnTo>
                    <a:pt x="936196" y="2677728"/>
                  </a:lnTo>
                  <a:lnTo>
                    <a:pt x="936532" y="2679582"/>
                  </a:lnTo>
                  <a:lnTo>
                    <a:pt x="936868" y="2681492"/>
                  </a:lnTo>
                  <a:lnTo>
                    <a:pt x="937205" y="2683422"/>
                  </a:lnTo>
                  <a:lnTo>
                    <a:pt x="937541" y="2685181"/>
                  </a:lnTo>
                  <a:lnTo>
                    <a:pt x="937878" y="2687259"/>
                  </a:lnTo>
                  <a:lnTo>
                    <a:pt x="938214" y="2689303"/>
                  </a:lnTo>
                  <a:lnTo>
                    <a:pt x="938551" y="2691864"/>
                  </a:lnTo>
                  <a:lnTo>
                    <a:pt x="938887" y="2693491"/>
                  </a:lnTo>
                  <a:lnTo>
                    <a:pt x="939224" y="2694461"/>
                  </a:lnTo>
                  <a:lnTo>
                    <a:pt x="939560" y="2694180"/>
                  </a:lnTo>
                  <a:lnTo>
                    <a:pt x="939897" y="2693139"/>
                  </a:lnTo>
                  <a:lnTo>
                    <a:pt x="940233" y="2691989"/>
                  </a:lnTo>
                  <a:lnTo>
                    <a:pt x="940570" y="2690976"/>
                  </a:lnTo>
                  <a:lnTo>
                    <a:pt x="940906" y="2690064"/>
                  </a:lnTo>
                  <a:lnTo>
                    <a:pt x="941242" y="2689374"/>
                  </a:lnTo>
                  <a:lnTo>
                    <a:pt x="941579" y="2688799"/>
                  </a:lnTo>
                  <a:lnTo>
                    <a:pt x="941915" y="2688117"/>
                  </a:lnTo>
                  <a:lnTo>
                    <a:pt x="942252" y="2687506"/>
                  </a:lnTo>
                  <a:lnTo>
                    <a:pt x="942588" y="2686931"/>
                  </a:lnTo>
                  <a:lnTo>
                    <a:pt x="942925" y="2686558"/>
                  </a:lnTo>
                  <a:lnTo>
                    <a:pt x="943261" y="2686278"/>
                  </a:lnTo>
                  <a:lnTo>
                    <a:pt x="943598" y="2686235"/>
                  </a:lnTo>
                  <a:lnTo>
                    <a:pt x="943934" y="2686515"/>
                  </a:lnTo>
                  <a:lnTo>
                    <a:pt x="944271" y="2686802"/>
                  </a:lnTo>
                  <a:lnTo>
                    <a:pt x="944607" y="2687089"/>
                  </a:lnTo>
                  <a:lnTo>
                    <a:pt x="944944" y="2687499"/>
                  </a:lnTo>
                  <a:lnTo>
                    <a:pt x="945280" y="2687916"/>
                  </a:lnTo>
                  <a:lnTo>
                    <a:pt x="945616" y="2688081"/>
                  </a:lnTo>
                  <a:lnTo>
                    <a:pt x="945953" y="2688397"/>
                  </a:lnTo>
                  <a:lnTo>
                    <a:pt x="946289" y="2688979"/>
                  </a:lnTo>
                  <a:lnTo>
                    <a:pt x="946626" y="2689697"/>
                  </a:lnTo>
                  <a:lnTo>
                    <a:pt x="946962" y="2690416"/>
                  </a:lnTo>
                  <a:lnTo>
                    <a:pt x="947299" y="2691026"/>
                  </a:lnTo>
                  <a:lnTo>
                    <a:pt x="947635" y="2691601"/>
                  </a:lnTo>
                  <a:lnTo>
                    <a:pt x="947972" y="2692104"/>
                  </a:lnTo>
                  <a:lnTo>
                    <a:pt x="948308" y="2692449"/>
                  </a:lnTo>
                  <a:lnTo>
                    <a:pt x="948645" y="2692679"/>
                  </a:lnTo>
                  <a:lnTo>
                    <a:pt x="948981" y="2692830"/>
                  </a:lnTo>
                  <a:lnTo>
                    <a:pt x="949318" y="2692481"/>
                  </a:lnTo>
                  <a:lnTo>
                    <a:pt x="949654" y="2692247"/>
                  </a:lnTo>
                  <a:lnTo>
                    <a:pt x="949990" y="2692054"/>
                  </a:lnTo>
                  <a:lnTo>
                    <a:pt x="950327" y="2691803"/>
                  </a:lnTo>
                  <a:lnTo>
                    <a:pt x="950663" y="2691375"/>
                  </a:lnTo>
                  <a:lnTo>
                    <a:pt x="951000" y="2690884"/>
                  </a:lnTo>
                  <a:lnTo>
                    <a:pt x="951336" y="2690167"/>
                  </a:lnTo>
                  <a:lnTo>
                    <a:pt x="951673" y="2689298"/>
                  </a:lnTo>
                  <a:lnTo>
                    <a:pt x="952009" y="2688286"/>
                  </a:lnTo>
                  <a:lnTo>
                    <a:pt x="952346" y="2686965"/>
                  </a:lnTo>
                  <a:lnTo>
                    <a:pt x="952682" y="2685543"/>
                  </a:lnTo>
                  <a:lnTo>
                    <a:pt x="953019" y="2684183"/>
                  </a:lnTo>
                  <a:lnTo>
                    <a:pt x="953355" y="2682910"/>
                  </a:lnTo>
                  <a:lnTo>
                    <a:pt x="953692" y="2681694"/>
                  </a:lnTo>
                  <a:lnTo>
                    <a:pt x="954028" y="2680510"/>
                  </a:lnTo>
                  <a:lnTo>
                    <a:pt x="954364" y="2679423"/>
                  </a:lnTo>
                  <a:lnTo>
                    <a:pt x="954701" y="2678226"/>
                  </a:lnTo>
                  <a:lnTo>
                    <a:pt x="955037" y="2677091"/>
                  </a:lnTo>
                  <a:lnTo>
                    <a:pt x="955374" y="2675956"/>
                  </a:lnTo>
                  <a:lnTo>
                    <a:pt x="955710" y="2674706"/>
                  </a:lnTo>
                  <a:lnTo>
                    <a:pt x="956047" y="2673499"/>
                  </a:lnTo>
                  <a:lnTo>
                    <a:pt x="956383" y="2672047"/>
                  </a:lnTo>
                  <a:lnTo>
                    <a:pt x="956720" y="2670802"/>
                  </a:lnTo>
                  <a:lnTo>
                    <a:pt x="957056" y="2669765"/>
                  </a:lnTo>
                  <a:lnTo>
                    <a:pt x="957393" y="2668685"/>
                  </a:lnTo>
                  <a:lnTo>
                    <a:pt x="957729" y="2667285"/>
                  </a:lnTo>
                  <a:lnTo>
                    <a:pt x="958066" y="2665609"/>
                  </a:lnTo>
                  <a:lnTo>
                    <a:pt x="958402" y="2663804"/>
                  </a:lnTo>
                  <a:lnTo>
                    <a:pt x="958738" y="2661833"/>
                  </a:lnTo>
                  <a:lnTo>
                    <a:pt x="959075" y="2659146"/>
                  </a:lnTo>
                  <a:lnTo>
                    <a:pt x="959411" y="2656171"/>
                  </a:lnTo>
                  <a:lnTo>
                    <a:pt x="959748" y="2653050"/>
                  </a:lnTo>
                  <a:lnTo>
                    <a:pt x="960084" y="2649670"/>
                  </a:lnTo>
                  <a:lnTo>
                    <a:pt x="960421" y="2646201"/>
                  </a:lnTo>
                  <a:lnTo>
                    <a:pt x="960757" y="2642945"/>
                  </a:lnTo>
                  <a:lnTo>
                    <a:pt x="961094" y="2639530"/>
                  </a:lnTo>
                  <a:lnTo>
                    <a:pt x="961430" y="2636023"/>
                  </a:lnTo>
                  <a:lnTo>
                    <a:pt x="961767" y="2632185"/>
                  </a:lnTo>
                  <a:lnTo>
                    <a:pt x="962103" y="2627769"/>
                  </a:lnTo>
                  <a:lnTo>
                    <a:pt x="962440" y="2624638"/>
                  </a:lnTo>
                  <a:lnTo>
                    <a:pt x="962776" y="2621536"/>
                  </a:lnTo>
                  <a:lnTo>
                    <a:pt x="963112" y="2619140"/>
                  </a:lnTo>
                  <a:lnTo>
                    <a:pt x="963449" y="2616516"/>
                  </a:lnTo>
                  <a:lnTo>
                    <a:pt x="963785" y="2613759"/>
                  </a:lnTo>
                  <a:lnTo>
                    <a:pt x="964122" y="2611035"/>
                  </a:lnTo>
                  <a:lnTo>
                    <a:pt x="964458" y="2608473"/>
                  </a:lnTo>
                  <a:lnTo>
                    <a:pt x="964795" y="2605456"/>
                  </a:lnTo>
                  <a:lnTo>
                    <a:pt x="965131" y="2602726"/>
                  </a:lnTo>
                  <a:lnTo>
                    <a:pt x="965468" y="2599988"/>
                  </a:lnTo>
                  <a:lnTo>
                    <a:pt x="965804" y="2597359"/>
                  </a:lnTo>
                  <a:lnTo>
                    <a:pt x="966141" y="2594712"/>
                  </a:lnTo>
                  <a:lnTo>
                    <a:pt x="966477" y="2591938"/>
                  </a:lnTo>
                  <a:lnTo>
                    <a:pt x="966813" y="2589331"/>
                  </a:lnTo>
                  <a:lnTo>
                    <a:pt x="967150" y="2586959"/>
                  </a:lnTo>
                  <a:lnTo>
                    <a:pt x="967486" y="2584737"/>
                  </a:lnTo>
                  <a:lnTo>
                    <a:pt x="967823" y="2582663"/>
                  </a:lnTo>
                  <a:lnTo>
                    <a:pt x="968159" y="2580144"/>
                  </a:lnTo>
                  <a:lnTo>
                    <a:pt x="968496" y="2577887"/>
                  </a:lnTo>
                  <a:lnTo>
                    <a:pt x="968832" y="2575767"/>
                  </a:lnTo>
                  <a:lnTo>
                    <a:pt x="969169" y="2573981"/>
                  </a:lnTo>
                  <a:lnTo>
                    <a:pt x="969505" y="2572447"/>
                  </a:lnTo>
                  <a:lnTo>
                    <a:pt x="969842" y="2570363"/>
                  </a:lnTo>
                  <a:lnTo>
                    <a:pt x="970178" y="2568359"/>
                  </a:lnTo>
                  <a:lnTo>
                    <a:pt x="970515" y="2566519"/>
                  </a:lnTo>
                  <a:lnTo>
                    <a:pt x="970851" y="2564853"/>
                  </a:lnTo>
                  <a:lnTo>
                    <a:pt x="971187" y="2563258"/>
                  </a:lnTo>
                  <a:lnTo>
                    <a:pt x="971524" y="2561167"/>
                  </a:lnTo>
                  <a:lnTo>
                    <a:pt x="971860" y="2558775"/>
                  </a:lnTo>
                  <a:lnTo>
                    <a:pt x="972197" y="2555872"/>
                  </a:lnTo>
                  <a:lnTo>
                    <a:pt x="972533" y="2552560"/>
                  </a:lnTo>
                  <a:lnTo>
                    <a:pt x="972870" y="2549256"/>
                  </a:lnTo>
                  <a:lnTo>
                    <a:pt x="973206" y="2547010"/>
                  </a:lnTo>
                  <a:lnTo>
                    <a:pt x="973543" y="2545326"/>
                  </a:lnTo>
                  <a:lnTo>
                    <a:pt x="973879" y="2543450"/>
                  </a:lnTo>
                  <a:lnTo>
                    <a:pt x="974216" y="2541837"/>
                  </a:lnTo>
                  <a:lnTo>
                    <a:pt x="974552" y="2540448"/>
                  </a:lnTo>
                  <a:lnTo>
                    <a:pt x="974889" y="2538919"/>
                  </a:lnTo>
                  <a:lnTo>
                    <a:pt x="975225" y="2537671"/>
                  </a:lnTo>
                  <a:lnTo>
                    <a:pt x="975561" y="2536606"/>
                  </a:lnTo>
                  <a:lnTo>
                    <a:pt x="975898" y="2535346"/>
                  </a:lnTo>
                  <a:lnTo>
                    <a:pt x="976234" y="2533714"/>
                  </a:lnTo>
                  <a:lnTo>
                    <a:pt x="976571" y="2532140"/>
                  </a:lnTo>
                  <a:lnTo>
                    <a:pt x="976907" y="2530535"/>
                  </a:lnTo>
                  <a:lnTo>
                    <a:pt x="977244" y="2528896"/>
                  </a:lnTo>
                  <a:lnTo>
                    <a:pt x="977580" y="2527335"/>
                  </a:lnTo>
                  <a:lnTo>
                    <a:pt x="977917" y="2525624"/>
                  </a:lnTo>
                  <a:lnTo>
                    <a:pt x="978253" y="2523708"/>
                  </a:lnTo>
                  <a:lnTo>
                    <a:pt x="978590" y="2521836"/>
                  </a:lnTo>
                  <a:lnTo>
                    <a:pt x="978926" y="2520100"/>
                  </a:lnTo>
                  <a:lnTo>
                    <a:pt x="979263" y="2518648"/>
                  </a:lnTo>
                  <a:lnTo>
                    <a:pt x="979599" y="2517290"/>
                  </a:lnTo>
                  <a:lnTo>
                    <a:pt x="979935" y="2516070"/>
                  </a:lnTo>
                  <a:lnTo>
                    <a:pt x="980272" y="2514979"/>
                  </a:lnTo>
                  <a:lnTo>
                    <a:pt x="980608" y="2513956"/>
                  </a:lnTo>
                  <a:lnTo>
                    <a:pt x="980945" y="2513776"/>
                  </a:lnTo>
                  <a:lnTo>
                    <a:pt x="981281" y="2513784"/>
                  </a:lnTo>
                  <a:lnTo>
                    <a:pt x="981618" y="2514032"/>
                  </a:lnTo>
                  <a:lnTo>
                    <a:pt x="981954" y="2514477"/>
                  </a:lnTo>
                  <a:lnTo>
                    <a:pt x="982291" y="2514673"/>
                  </a:lnTo>
                  <a:lnTo>
                    <a:pt x="982627" y="2514798"/>
                  </a:lnTo>
                  <a:lnTo>
                    <a:pt x="982964" y="2514841"/>
                  </a:lnTo>
                  <a:lnTo>
                    <a:pt x="983300" y="2514017"/>
                  </a:lnTo>
                  <a:lnTo>
                    <a:pt x="983637" y="2513014"/>
                  </a:lnTo>
                  <a:lnTo>
                    <a:pt x="983973" y="2511691"/>
                  </a:lnTo>
                  <a:lnTo>
                    <a:pt x="984309" y="2508961"/>
                  </a:lnTo>
                  <a:lnTo>
                    <a:pt x="984646" y="2506224"/>
                  </a:lnTo>
                  <a:lnTo>
                    <a:pt x="984982" y="2503314"/>
                  </a:lnTo>
                  <a:lnTo>
                    <a:pt x="985319" y="2499767"/>
                  </a:lnTo>
                  <a:lnTo>
                    <a:pt x="985655" y="2496501"/>
                  </a:lnTo>
                  <a:lnTo>
                    <a:pt x="985992" y="2493854"/>
                  </a:lnTo>
                  <a:lnTo>
                    <a:pt x="986328" y="2491198"/>
                  </a:lnTo>
                  <a:lnTo>
                    <a:pt x="986665" y="2488539"/>
                  </a:lnTo>
                  <a:lnTo>
                    <a:pt x="987001" y="2485965"/>
                  </a:lnTo>
                  <a:lnTo>
                    <a:pt x="987338" y="2483662"/>
                  </a:lnTo>
                  <a:lnTo>
                    <a:pt x="987674" y="2481455"/>
                  </a:lnTo>
                  <a:lnTo>
                    <a:pt x="988011" y="2479634"/>
                  </a:lnTo>
                  <a:lnTo>
                    <a:pt x="988347" y="2478216"/>
                  </a:lnTo>
                  <a:lnTo>
                    <a:pt x="988683" y="2477240"/>
                  </a:lnTo>
                  <a:lnTo>
                    <a:pt x="989020" y="2476643"/>
                  </a:lnTo>
                  <a:lnTo>
                    <a:pt x="989356" y="2476094"/>
                  </a:lnTo>
                  <a:lnTo>
                    <a:pt x="989693" y="2475544"/>
                  </a:lnTo>
                  <a:lnTo>
                    <a:pt x="990029" y="2474994"/>
                  </a:lnTo>
                  <a:lnTo>
                    <a:pt x="990366" y="2474428"/>
                  </a:lnTo>
                  <a:lnTo>
                    <a:pt x="990702" y="2473431"/>
                  </a:lnTo>
                  <a:lnTo>
                    <a:pt x="991039" y="2472429"/>
                  </a:lnTo>
                  <a:lnTo>
                    <a:pt x="991375" y="2471097"/>
                  </a:lnTo>
                  <a:lnTo>
                    <a:pt x="991712" y="2469335"/>
                  </a:lnTo>
                  <a:lnTo>
                    <a:pt x="992048" y="2468063"/>
                  </a:lnTo>
                  <a:lnTo>
                    <a:pt x="992385" y="2466698"/>
                  </a:lnTo>
                  <a:lnTo>
                    <a:pt x="992721" y="2465081"/>
                  </a:lnTo>
                  <a:lnTo>
                    <a:pt x="993057" y="2462965"/>
                  </a:lnTo>
                  <a:lnTo>
                    <a:pt x="993394" y="2461442"/>
                  </a:lnTo>
                  <a:lnTo>
                    <a:pt x="993730" y="2459313"/>
                  </a:lnTo>
                  <a:lnTo>
                    <a:pt x="994067" y="2456283"/>
                  </a:lnTo>
                  <a:lnTo>
                    <a:pt x="994403" y="2452371"/>
                  </a:lnTo>
                  <a:lnTo>
                    <a:pt x="994740" y="2447405"/>
                  </a:lnTo>
                  <a:lnTo>
                    <a:pt x="995076" y="2442010"/>
                  </a:lnTo>
                  <a:lnTo>
                    <a:pt x="995413" y="2436421"/>
                  </a:lnTo>
                  <a:lnTo>
                    <a:pt x="995749" y="2431014"/>
                  </a:lnTo>
                  <a:lnTo>
                    <a:pt x="996086" y="2425853"/>
                  </a:lnTo>
                  <a:lnTo>
                    <a:pt x="996422" y="2420810"/>
                  </a:lnTo>
                  <a:lnTo>
                    <a:pt x="996759" y="2415634"/>
                  </a:lnTo>
                  <a:lnTo>
                    <a:pt x="997095" y="2410101"/>
                  </a:lnTo>
                  <a:lnTo>
                    <a:pt x="997431" y="2404026"/>
                  </a:lnTo>
                  <a:lnTo>
                    <a:pt x="997768" y="2397239"/>
                  </a:lnTo>
                  <a:lnTo>
                    <a:pt x="998104" y="2390187"/>
                  </a:lnTo>
                  <a:lnTo>
                    <a:pt x="998441" y="2382700"/>
                  </a:lnTo>
                  <a:lnTo>
                    <a:pt x="998777" y="2375022"/>
                  </a:lnTo>
                  <a:lnTo>
                    <a:pt x="999114" y="2365582"/>
                  </a:lnTo>
                  <a:lnTo>
                    <a:pt x="999450" y="2356699"/>
                  </a:lnTo>
                  <a:lnTo>
                    <a:pt x="999787" y="2348516"/>
                  </a:lnTo>
                  <a:lnTo>
                    <a:pt x="1000123" y="2340798"/>
                  </a:lnTo>
                  <a:lnTo>
                    <a:pt x="1000460" y="2332990"/>
                  </a:lnTo>
                  <a:lnTo>
                    <a:pt x="1000796" y="2324826"/>
                  </a:lnTo>
                  <a:lnTo>
                    <a:pt x="1001132" y="2316300"/>
                  </a:lnTo>
                  <a:lnTo>
                    <a:pt x="1001469" y="2307880"/>
                  </a:lnTo>
                  <a:lnTo>
                    <a:pt x="1001805" y="2300128"/>
                  </a:lnTo>
                  <a:lnTo>
                    <a:pt x="1002142" y="2292259"/>
                  </a:lnTo>
                  <a:lnTo>
                    <a:pt x="1002478" y="2284967"/>
                  </a:lnTo>
                  <a:lnTo>
                    <a:pt x="1002815" y="2277658"/>
                  </a:lnTo>
                  <a:lnTo>
                    <a:pt x="1003151" y="2270072"/>
                  </a:lnTo>
                  <a:lnTo>
                    <a:pt x="1003488" y="2262177"/>
                  </a:lnTo>
                  <a:lnTo>
                    <a:pt x="1003824" y="2254703"/>
                  </a:lnTo>
                  <a:lnTo>
                    <a:pt x="1004161" y="2247134"/>
                  </a:lnTo>
                  <a:lnTo>
                    <a:pt x="1004497" y="2240025"/>
                  </a:lnTo>
                  <a:lnTo>
                    <a:pt x="1004834" y="2233295"/>
                  </a:lnTo>
                  <a:lnTo>
                    <a:pt x="1005170" y="2226440"/>
                  </a:lnTo>
                  <a:lnTo>
                    <a:pt x="1005506" y="2219455"/>
                  </a:lnTo>
                  <a:lnTo>
                    <a:pt x="1005843" y="2212418"/>
                  </a:lnTo>
                  <a:lnTo>
                    <a:pt x="1006179" y="2204871"/>
                  </a:lnTo>
                  <a:lnTo>
                    <a:pt x="1006516" y="2196624"/>
                  </a:lnTo>
                  <a:lnTo>
                    <a:pt x="1006852" y="2190933"/>
                  </a:lnTo>
                  <a:lnTo>
                    <a:pt x="1007189" y="2185651"/>
                  </a:lnTo>
                  <a:lnTo>
                    <a:pt x="1007525" y="2180393"/>
                  </a:lnTo>
                  <a:lnTo>
                    <a:pt x="1007862" y="2175480"/>
                  </a:lnTo>
                  <a:lnTo>
                    <a:pt x="1008198" y="2170597"/>
                  </a:lnTo>
                  <a:lnTo>
                    <a:pt x="1008535" y="2166822"/>
                  </a:lnTo>
                  <a:lnTo>
                    <a:pt x="1008871" y="2162697"/>
                  </a:lnTo>
                  <a:lnTo>
                    <a:pt x="1009208" y="2158473"/>
                  </a:lnTo>
                  <a:lnTo>
                    <a:pt x="1009544" y="2154117"/>
                  </a:lnTo>
                  <a:lnTo>
                    <a:pt x="1009880" y="2149868"/>
                  </a:lnTo>
                  <a:lnTo>
                    <a:pt x="1010217" y="2145836"/>
                  </a:lnTo>
                  <a:lnTo>
                    <a:pt x="1010553" y="2141789"/>
                  </a:lnTo>
                  <a:lnTo>
                    <a:pt x="1010890" y="2137533"/>
                  </a:lnTo>
                  <a:lnTo>
                    <a:pt x="1011226" y="2133327"/>
                  </a:lnTo>
                  <a:lnTo>
                    <a:pt x="1011563" y="2129472"/>
                  </a:lnTo>
                  <a:lnTo>
                    <a:pt x="1011899" y="2125852"/>
                  </a:lnTo>
                  <a:lnTo>
                    <a:pt x="1012236" y="2122275"/>
                  </a:lnTo>
                  <a:lnTo>
                    <a:pt x="1012572" y="2118587"/>
                  </a:lnTo>
                  <a:lnTo>
                    <a:pt x="1012909" y="2115143"/>
                  </a:lnTo>
                  <a:lnTo>
                    <a:pt x="1013245" y="2111904"/>
                  </a:lnTo>
                  <a:lnTo>
                    <a:pt x="1013582" y="2108229"/>
                  </a:lnTo>
                  <a:lnTo>
                    <a:pt x="1013918" y="2105729"/>
                  </a:lnTo>
                  <a:lnTo>
                    <a:pt x="1014254" y="2102032"/>
                  </a:lnTo>
                  <a:lnTo>
                    <a:pt x="1014591" y="2098387"/>
                  </a:lnTo>
                  <a:lnTo>
                    <a:pt x="1014927" y="2094633"/>
                  </a:lnTo>
                  <a:lnTo>
                    <a:pt x="1015264" y="2090648"/>
                  </a:lnTo>
                  <a:lnTo>
                    <a:pt x="1015600" y="2087393"/>
                  </a:lnTo>
                  <a:lnTo>
                    <a:pt x="1015937" y="2084040"/>
                  </a:lnTo>
                  <a:lnTo>
                    <a:pt x="1016273" y="2080700"/>
                  </a:lnTo>
                  <a:lnTo>
                    <a:pt x="1016610" y="2077458"/>
                  </a:lnTo>
                  <a:lnTo>
                    <a:pt x="1016946" y="2074099"/>
                  </a:lnTo>
                  <a:lnTo>
                    <a:pt x="1017283" y="2070616"/>
                  </a:lnTo>
                  <a:lnTo>
                    <a:pt x="1017619" y="2067352"/>
                  </a:lnTo>
                  <a:lnTo>
                    <a:pt x="1017956" y="2063623"/>
                  </a:lnTo>
                  <a:lnTo>
                    <a:pt x="1018292" y="2059519"/>
                  </a:lnTo>
                  <a:lnTo>
                    <a:pt x="1018628" y="2054823"/>
                  </a:lnTo>
                  <a:lnTo>
                    <a:pt x="1018965" y="2050006"/>
                  </a:lnTo>
                  <a:lnTo>
                    <a:pt x="1019301" y="2045482"/>
                  </a:lnTo>
                  <a:lnTo>
                    <a:pt x="1019638" y="2041093"/>
                  </a:lnTo>
                  <a:lnTo>
                    <a:pt x="1019974" y="2036639"/>
                  </a:lnTo>
                  <a:lnTo>
                    <a:pt x="1020311" y="2032263"/>
                  </a:lnTo>
                  <a:lnTo>
                    <a:pt x="1020647" y="2028107"/>
                  </a:lnTo>
                  <a:lnTo>
                    <a:pt x="1020984" y="2024244"/>
                  </a:lnTo>
                  <a:lnTo>
                    <a:pt x="1021320" y="2018711"/>
                  </a:lnTo>
                  <a:lnTo>
                    <a:pt x="1021657" y="2012955"/>
                  </a:lnTo>
                  <a:lnTo>
                    <a:pt x="1021993" y="2007271"/>
                  </a:lnTo>
                  <a:lnTo>
                    <a:pt x="1022330" y="2001686"/>
                  </a:lnTo>
                  <a:lnTo>
                    <a:pt x="1022666" y="1996269"/>
                  </a:lnTo>
                  <a:lnTo>
                    <a:pt x="1023002" y="1990931"/>
                  </a:lnTo>
                  <a:lnTo>
                    <a:pt x="1023339" y="1986104"/>
                  </a:lnTo>
                  <a:lnTo>
                    <a:pt x="1023675" y="1982348"/>
                  </a:lnTo>
                  <a:lnTo>
                    <a:pt x="1024012" y="1978748"/>
                  </a:lnTo>
                  <a:lnTo>
                    <a:pt x="1024348" y="1973122"/>
                  </a:lnTo>
                  <a:lnTo>
                    <a:pt x="1024685" y="1967986"/>
                  </a:lnTo>
                  <a:lnTo>
                    <a:pt x="1025021" y="1963718"/>
                  </a:lnTo>
                  <a:lnTo>
                    <a:pt x="1025358" y="1959587"/>
                  </a:lnTo>
                  <a:lnTo>
                    <a:pt x="1025694" y="1955873"/>
                  </a:lnTo>
                  <a:lnTo>
                    <a:pt x="1026031" y="1952798"/>
                  </a:lnTo>
                  <a:lnTo>
                    <a:pt x="1026367" y="1950786"/>
                  </a:lnTo>
                  <a:lnTo>
                    <a:pt x="1026704" y="1949773"/>
                  </a:lnTo>
                  <a:lnTo>
                    <a:pt x="1027040" y="1949249"/>
                  </a:lnTo>
                  <a:lnTo>
                    <a:pt x="1027376" y="1949213"/>
                  </a:lnTo>
                  <a:lnTo>
                    <a:pt x="1027713" y="1949464"/>
                  </a:lnTo>
                  <a:lnTo>
                    <a:pt x="1028049" y="1951120"/>
                  </a:lnTo>
                  <a:lnTo>
                    <a:pt x="1028386" y="1953246"/>
                  </a:lnTo>
                  <a:lnTo>
                    <a:pt x="1028722" y="1955345"/>
                  </a:lnTo>
                  <a:lnTo>
                    <a:pt x="1029059" y="1957755"/>
                  </a:lnTo>
                  <a:lnTo>
                    <a:pt x="1029395" y="1960958"/>
                  </a:lnTo>
                  <a:lnTo>
                    <a:pt x="1029732" y="1962599"/>
                  </a:lnTo>
                  <a:lnTo>
                    <a:pt x="1030068" y="1964072"/>
                  </a:lnTo>
                  <a:lnTo>
                    <a:pt x="1030405" y="1964891"/>
                  </a:lnTo>
                  <a:lnTo>
                    <a:pt x="1030741" y="1965930"/>
                  </a:lnTo>
                  <a:lnTo>
                    <a:pt x="1031078" y="1967045"/>
                  </a:lnTo>
                  <a:lnTo>
                    <a:pt x="1031414" y="1968113"/>
                  </a:lnTo>
                  <a:lnTo>
                    <a:pt x="1031750" y="1969232"/>
                  </a:lnTo>
                  <a:lnTo>
                    <a:pt x="1032087" y="1970747"/>
                  </a:lnTo>
                  <a:lnTo>
                    <a:pt x="1032423" y="1972285"/>
                  </a:lnTo>
                  <a:lnTo>
                    <a:pt x="1032760" y="1974009"/>
                  </a:lnTo>
                  <a:lnTo>
                    <a:pt x="1033096" y="1975885"/>
                  </a:lnTo>
                  <a:lnTo>
                    <a:pt x="1033433" y="1977618"/>
                  </a:lnTo>
                  <a:lnTo>
                    <a:pt x="1033769" y="1978503"/>
                  </a:lnTo>
                  <a:lnTo>
                    <a:pt x="1034106" y="1979350"/>
                  </a:lnTo>
                  <a:lnTo>
                    <a:pt x="1034442" y="1980041"/>
                  </a:lnTo>
                  <a:lnTo>
                    <a:pt x="1034779" y="1981113"/>
                  </a:lnTo>
                  <a:lnTo>
                    <a:pt x="1035115" y="1982347"/>
                  </a:lnTo>
                  <a:lnTo>
                    <a:pt x="1035451" y="1984277"/>
                  </a:lnTo>
                  <a:lnTo>
                    <a:pt x="1035788" y="1985945"/>
                  </a:lnTo>
                  <a:lnTo>
                    <a:pt x="1036124" y="1987540"/>
                  </a:lnTo>
                  <a:lnTo>
                    <a:pt x="1036461" y="1988622"/>
                  </a:lnTo>
                  <a:lnTo>
                    <a:pt x="1036797" y="1989438"/>
                  </a:lnTo>
                  <a:lnTo>
                    <a:pt x="1037134" y="1990810"/>
                  </a:lnTo>
                  <a:lnTo>
                    <a:pt x="1037470" y="1992362"/>
                  </a:lnTo>
                  <a:lnTo>
                    <a:pt x="1037807" y="1993734"/>
                  </a:lnTo>
                  <a:lnTo>
                    <a:pt x="1038143" y="1994970"/>
                  </a:lnTo>
                  <a:lnTo>
                    <a:pt x="1038480" y="1996026"/>
                  </a:lnTo>
                  <a:lnTo>
                    <a:pt x="1038816" y="1997657"/>
                  </a:lnTo>
                  <a:lnTo>
                    <a:pt x="1039153" y="1999626"/>
                  </a:lnTo>
                  <a:lnTo>
                    <a:pt x="1039489" y="2001953"/>
                  </a:lnTo>
                  <a:lnTo>
                    <a:pt x="1039825" y="2004690"/>
                  </a:lnTo>
                  <a:lnTo>
                    <a:pt x="1040162" y="2007421"/>
                  </a:lnTo>
                  <a:lnTo>
                    <a:pt x="1040498" y="2009012"/>
                  </a:lnTo>
                  <a:lnTo>
                    <a:pt x="1040835" y="2010078"/>
                  </a:lnTo>
                  <a:lnTo>
                    <a:pt x="1041171" y="2011099"/>
                  </a:lnTo>
                  <a:lnTo>
                    <a:pt x="1041508" y="2011693"/>
                  </a:lnTo>
                  <a:lnTo>
                    <a:pt x="1041844" y="2011932"/>
                  </a:lnTo>
                  <a:lnTo>
                    <a:pt x="1042181" y="2012230"/>
                  </a:lnTo>
                  <a:lnTo>
                    <a:pt x="1042517" y="2012479"/>
                  </a:lnTo>
                  <a:lnTo>
                    <a:pt x="1042854" y="2012611"/>
                  </a:lnTo>
                  <a:lnTo>
                    <a:pt x="1043190" y="2013042"/>
                  </a:lnTo>
                  <a:lnTo>
                    <a:pt x="1043527" y="2013994"/>
                  </a:lnTo>
                  <a:lnTo>
                    <a:pt x="1043863" y="2014616"/>
                  </a:lnTo>
                  <a:lnTo>
                    <a:pt x="1044199" y="2014830"/>
                  </a:lnTo>
                  <a:lnTo>
                    <a:pt x="1044536" y="2014882"/>
                  </a:lnTo>
                  <a:lnTo>
                    <a:pt x="1044872" y="2014496"/>
                  </a:lnTo>
                  <a:lnTo>
                    <a:pt x="1045209" y="2013491"/>
                  </a:lnTo>
                  <a:lnTo>
                    <a:pt x="1045545" y="2013007"/>
                  </a:lnTo>
                  <a:lnTo>
                    <a:pt x="1045882" y="2012139"/>
                  </a:lnTo>
                  <a:lnTo>
                    <a:pt x="1046218" y="2010703"/>
                  </a:lnTo>
                  <a:lnTo>
                    <a:pt x="1046555" y="2008559"/>
                  </a:lnTo>
                  <a:lnTo>
                    <a:pt x="1046891" y="2006123"/>
                  </a:lnTo>
                  <a:lnTo>
                    <a:pt x="1047228" y="2003109"/>
                  </a:lnTo>
                  <a:lnTo>
                    <a:pt x="1047564" y="1999618"/>
                  </a:lnTo>
                  <a:lnTo>
                    <a:pt x="1047901" y="1995623"/>
                  </a:lnTo>
                  <a:lnTo>
                    <a:pt x="1048237" y="1990847"/>
                  </a:lnTo>
                  <a:lnTo>
                    <a:pt x="1048573" y="1985242"/>
                  </a:lnTo>
                  <a:lnTo>
                    <a:pt x="1048910" y="1979063"/>
                  </a:lnTo>
                  <a:lnTo>
                    <a:pt x="1049246" y="1972371"/>
                  </a:lnTo>
                  <a:lnTo>
                    <a:pt x="1049583" y="1965317"/>
                  </a:lnTo>
                  <a:lnTo>
                    <a:pt x="1049919" y="1958253"/>
                  </a:lnTo>
                  <a:lnTo>
                    <a:pt x="1050256" y="1951838"/>
                  </a:lnTo>
                  <a:lnTo>
                    <a:pt x="1050592" y="1946368"/>
                  </a:lnTo>
                  <a:lnTo>
                    <a:pt x="1050929" y="1940894"/>
                  </a:lnTo>
                  <a:lnTo>
                    <a:pt x="1051265" y="1933761"/>
                  </a:lnTo>
                  <a:lnTo>
                    <a:pt x="1051602" y="1928495"/>
                  </a:lnTo>
                  <a:lnTo>
                    <a:pt x="1051938" y="1923064"/>
                  </a:lnTo>
                  <a:lnTo>
                    <a:pt x="1052275" y="1917632"/>
                  </a:lnTo>
                  <a:lnTo>
                    <a:pt x="1052611" y="1912266"/>
                  </a:lnTo>
                  <a:lnTo>
                    <a:pt x="1052947" y="1907078"/>
                  </a:lnTo>
                  <a:lnTo>
                    <a:pt x="1053284" y="1901640"/>
                  </a:lnTo>
                  <a:lnTo>
                    <a:pt x="1053620" y="1896747"/>
                  </a:lnTo>
                  <a:lnTo>
                    <a:pt x="1053957" y="1892696"/>
                  </a:lnTo>
                  <a:lnTo>
                    <a:pt x="1054293" y="1889118"/>
                  </a:lnTo>
                  <a:lnTo>
                    <a:pt x="1054630" y="1885899"/>
                  </a:lnTo>
                  <a:lnTo>
                    <a:pt x="1054966" y="1882939"/>
                  </a:lnTo>
                  <a:lnTo>
                    <a:pt x="1055303" y="1881393"/>
                  </a:lnTo>
                  <a:lnTo>
                    <a:pt x="1055639" y="1879642"/>
                  </a:lnTo>
                  <a:lnTo>
                    <a:pt x="1055976" y="1877688"/>
                  </a:lnTo>
                  <a:lnTo>
                    <a:pt x="1056312" y="1875415"/>
                  </a:lnTo>
                  <a:lnTo>
                    <a:pt x="1056649" y="1873171"/>
                  </a:lnTo>
                  <a:lnTo>
                    <a:pt x="1056985" y="1871047"/>
                  </a:lnTo>
                  <a:lnTo>
                    <a:pt x="1057321" y="1868997"/>
                  </a:lnTo>
                  <a:lnTo>
                    <a:pt x="1057658" y="1866911"/>
                  </a:lnTo>
                  <a:lnTo>
                    <a:pt x="1057994" y="1865800"/>
                  </a:lnTo>
                  <a:lnTo>
                    <a:pt x="1058331" y="1864961"/>
                  </a:lnTo>
                  <a:lnTo>
                    <a:pt x="1058667" y="1864021"/>
                  </a:lnTo>
                  <a:lnTo>
                    <a:pt x="1059004" y="1863539"/>
                  </a:lnTo>
                  <a:lnTo>
                    <a:pt x="1059340" y="1863326"/>
                  </a:lnTo>
                  <a:lnTo>
                    <a:pt x="1059677" y="1863396"/>
                  </a:lnTo>
                  <a:lnTo>
                    <a:pt x="1060013" y="1863335"/>
                  </a:lnTo>
                  <a:lnTo>
                    <a:pt x="1060350" y="1863399"/>
                  </a:lnTo>
                  <a:lnTo>
                    <a:pt x="1060686" y="1862690"/>
                  </a:lnTo>
                  <a:lnTo>
                    <a:pt x="1061023" y="1862596"/>
                  </a:lnTo>
                  <a:lnTo>
                    <a:pt x="1061359" y="1863368"/>
                  </a:lnTo>
                  <a:lnTo>
                    <a:pt x="1061695" y="1864346"/>
                  </a:lnTo>
                  <a:lnTo>
                    <a:pt x="1062032" y="1866529"/>
                  </a:lnTo>
                  <a:lnTo>
                    <a:pt x="1062368" y="1869486"/>
                  </a:lnTo>
                  <a:lnTo>
                    <a:pt x="1062705" y="1872720"/>
                  </a:lnTo>
                  <a:lnTo>
                    <a:pt x="1063041" y="1875756"/>
                  </a:lnTo>
                  <a:lnTo>
                    <a:pt x="1063378" y="1878165"/>
                  </a:lnTo>
                  <a:lnTo>
                    <a:pt x="1063714" y="1878966"/>
                  </a:lnTo>
                  <a:lnTo>
                    <a:pt x="1064051" y="1879552"/>
                  </a:lnTo>
                  <a:lnTo>
                    <a:pt x="1064387" y="1880207"/>
                  </a:lnTo>
                  <a:lnTo>
                    <a:pt x="1064724" y="1881188"/>
                  </a:lnTo>
                  <a:lnTo>
                    <a:pt x="1065060" y="1882602"/>
                  </a:lnTo>
                  <a:lnTo>
                    <a:pt x="1065396" y="1884157"/>
                  </a:lnTo>
                  <a:lnTo>
                    <a:pt x="1065733" y="1885626"/>
                  </a:lnTo>
                  <a:lnTo>
                    <a:pt x="1066069" y="1886043"/>
                  </a:lnTo>
                  <a:lnTo>
                    <a:pt x="1066406" y="1886999"/>
                  </a:lnTo>
                  <a:lnTo>
                    <a:pt x="1066742" y="1886309"/>
                  </a:lnTo>
                  <a:lnTo>
                    <a:pt x="1067079" y="1884930"/>
                  </a:lnTo>
                  <a:lnTo>
                    <a:pt x="1067415" y="1882889"/>
                  </a:lnTo>
                  <a:lnTo>
                    <a:pt x="1067752" y="1881065"/>
                  </a:lnTo>
                  <a:lnTo>
                    <a:pt x="1068088" y="1879599"/>
                  </a:lnTo>
                  <a:lnTo>
                    <a:pt x="1068425" y="1878141"/>
                  </a:lnTo>
                  <a:lnTo>
                    <a:pt x="1068761" y="1876093"/>
                  </a:lnTo>
                  <a:lnTo>
                    <a:pt x="1069098" y="1873413"/>
                  </a:lnTo>
                  <a:lnTo>
                    <a:pt x="1069434" y="1870367"/>
                  </a:lnTo>
                  <a:lnTo>
                    <a:pt x="1069770" y="1866754"/>
                  </a:lnTo>
                  <a:lnTo>
                    <a:pt x="1070107" y="1863477"/>
                  </a:lnTo>
                  <a:lnTo>
                    <a:pt x="1070443" y="1863344"/>
                  </a:lnTo>
                  <a:lnTo>
                    <a:pt x="1070780" y="1863872"/>
                  </a:lnTo>
                  <a:lnTo>
                    <a:pt x="1071116" y="1864064"/>
                  </a:lnTo>
                  <a:lnTo>
                    <a:pt x="1071453" y="1864790"/>
                  </a:lnTo>
                  <a:lnTo>
                    <a:pt x="1071789" y="1865219"/>
                  </a:lnTo>
                  <a:lnTo>
                    <a:pt x="1072126" y="1864812"/>
                  </a:lnTo>
                  <a:lnTo>
                    <a:pt x="1072462" y="1864895"/>
                  </a:lnTo>
                  <a:lnTo>
                    <a:pt x="1072799" y="1864710"/>
                  </a:lnTo>
                  <a:lnTo>
                    <a:pt x="1073135" y="1864255"/>
                  </a:lnTo>
                  <a:lnTo>
                    <a:pt x="1073472" y="1865207"/>
                  </a:lnTo>
                  <a:lnTo>
                    <a:pt x="1073808" y="1867276"/>
                  </a:lnTo>
                  <a:lnTo>
                    <a:pt x="1074144" y="1866638"/>
                  </a:lnTo>
                  <a:lnTo>
                    <a:pt x="1074481" y="1865499"/>
                  </a:lnTo>
                  <a:lnTo>
                    <a:pt x="1074817" y="1864065"/>
                  </a:lnTo>
                  <a:lnTo>
                    <a:pt x="1075154" y="1863506"/>
                  </a:lnTo>
                  <a:lnTo>
                    <a:pt x="1075490" y="1860905"/>
                  </a:lnTo>
                  <a:lnTo>
                    <a:pt x="1075827" y="1857225"/>
                  </a:lnTo>
                  <a:lnTo>
                    <a:pt x="1076163" y="1856167"/>
                  </a:lnTo>
                  <a:lnTo>
                    <a:pt x="1076500" y="1854306"/>
                  </a:lnTo>
                  <a:lnTo>
                    <a:pt x="1076836" y="1852992"/>
                  </a:lnTo>
                  <a:lnTo>
                    <a:pt x="1077173" y="1851946"/>
                  </a:lnTo>
                  <a:lnTo>
                    <a:pt x="1077509" y="1850491"/>
                  </a:lnTo>
                  <a:lnTo>
                    <a:pt x="1077846" y="1848647"/>
                  </a:lnTo>
                  <a:lnTo>
                    <a:pt x="1078182" y="1846894"/>
                  </a:lnTo>
                  <a:lnTo>
                    <a:pt x="1078518" y="1844488"/>
                  </a:lnTo>
                  <a:lnTo>
                    <a:pt x="1078855" y="1841901"/>
                  </a:lnTo>
                  <a:lnTo>
                    <a:pt x="1079191" y="1839943"/>
                  </a:lnTo>
                  <a:lnTo>
                    <a:pt x="1079528" y="1838286"/>
                  </a:lnTo>
                  <a:lnTo>
                    <a:pt x="1079864" y="1836904"/>
                  </a:lnTo>
                  <a:lnTo>
                    <a:pt x="1080201" y="1835593"/>
                  </a:lnTo>
                  <a:lnTo>
                    <a:pt x="1080537" y="1834271"/>
                  </a:lnTo>
                  <a:lnTo>
                    <a:pt x="1080874" y="1833387"/>
                  </a:lnTo>
                  <a:lnTo>
                    <a:pt x="1081210" y="1829651"/>
                  </a:lnTo>
                  <a:lnTo>
                    <a:pt x="1081547" y="1827327"/>
                  </a:lnTo>
                  <a:lnTo>
                    <a:pt x="1081883" y="1825231"/>
                  </a:lnTo>
                  <a:lnTo>
                    <a:pt x="1082220" y="1823418"/>
                  </a:lnTo>
                  <a:lnTo>
                    <a:pt x="1082556" y="1822208"/>
                  </a:lnTo>
                  <a:lnTo>
                    <a:pt x="1082892" y="1821246"/>
                  </a:lnTo>
                  <a:lnTo>
                    <a:pt x="1083229" y="1821101"/>
                  </a:lnTo>
                  <a:lnTo>
                    <a:pt x="1083565" y="1821358"/>
                  </a:lnTo>
                  <a:lnTo>
                    <a:pt x="1083902" y="1821870"/>
                  </a:lnTo>
                  <a:lnTo>
                    <a:pt x="1084238" y="1822327"/>
                  </a:lnTo>
                  <a:lnTo>
                    <a:pt x="1084575" y="1822721"/>
                  </a:lnTo>
                  <a:lnTo>
                    <a:pt x="1084911" y="1822889"/>
                  </a:lnTo>
                  <a:lnTo>
                    <a:pt x="1085248" y="1823593"/>
                  </a:lnTo>
                  <a:lnTo>
                    <a:pt x="1085584" y="1824802"/>
                  </a:lnTo>
                  <a:lnTo>
                    <a:pt x="1085921" y="1826588"/>
                  </a:lnTo>
                  <a:lnTo>
                    <a:pt x="1086257" y="1828395"/>
                  </a:lnTo>
                  <a:lnTo>
                    <a:pt x="1086594" y="1829937"/>
                  </a:lnTo>
                  <a:lnTo>
                    <a:pt x="1086930" y="1831632"/>
                  </a:lnTo>
                  <a:lnTo>
                    <a:pt x="1087266" y="1833594"/>
                  </a:lnTo>
                  <a:lnTo>
                    <a:pt x="1087603" y="1835074"/>
                  </a:lnTo>
                  <a:lnTo>
                    <a:pt x="1087939" y="1835300"/>
                  </a:lnTo>
                  <a:lnTo>
                    <a:pt x="1088276" y="1834802"/>
                  </a:lnTo>
                  <a:lnTo>
                    <a:pt x="1088612" y="1837542"/>
                  </a:lnTo>
                  <a:lnTo>
                    <a:pt x="1088949" y="1840209"/>
                  </a:lnTo>
                  <a:lnTo>
                    <a:pt x="1089285" y="1842730"/>
                  </a:lnTo>
                  <a:lnTo>
                    <a:pt x="1089622" y="1845521"/>
                  </a:lnTo>
                  <a:lnTo>
                    <a:pt x="1089958" y="1848415"/>
                  </a:lnTo>
                  <a:lnTo>
                    <a:pt x="1090295" y="1851487"/>
                  </a:lnTo>
                  <a:lnTo>
                    <a:pt x="1090631" y="1854235"/>
                  </a:lnTo>
                  <a:lnTo>
                    <a:pt x="1090968" y="1856754"/>
                  </a:lnTo>
                  <a:lnTo>
                    <a:pt x="1091304" y="1859050"/>
                  </a:lnTo>
                  <a:lnTo>
                    <a:pt x="1091640" y="1863360"/>
                  </a:lnTo>
                  <a:lnTo>
                    <a:pt x="1091977" y="1867130"/>
                  </a:lnTo>
                  <a:lnTo>
                    <a:pt x="1092313" y="1870207"/>
                  </a:lnTo>
                  <a:lnTo>
                    <a:pt x="1092650" y="1873379"/>
                  </a:lnTo>
                  <a:lnTo>
                    <a:pt x="1092986" y="1876759"/>
                  </a:lnTo>
                  <a:lnTo>
                    <a:pt x="1093323" y="1879936"/>
                  </a:lnTo>
                  <a:lnTo>
                    <a:pt x="1093659" y="1882790"/>
                  </a:lnTo>
                  <a:lnTo>
                    <a:pt x="1093996" y="1885275"/>
                  </a:lnTo>
                  <a:lnTo>
                    <a:pt x="1094332" y="1887568"/>
                  </a:lnTo>
                  <a:lnTo>
                    <a:pt x="1094669" y="1888606"/>
                  </a:lnTo>
                  <a:lnTo>
                    <a:pt x="1095005" y="1889231"/>
                  </a:lnTo>
                  <a:lnTo>
                    <a:pt x="1095342" y="1887819"/>
                  </a:lnTo>
                  <a:lnTo>
                    <a:pt x="1095678" y="1886215"/>
                  </a:lnTo>
                  <a:lnTo>
                    <a:pt x="1096014" y="1884738"/>
                  </a:lnTo>
                  <a:lnTo>
                    <a:pt x="1096351" y="1883152"/>
                  </a:lnTo>
                  <a:lnTo>
                    <a:pt x="1096687" y="1881137"/>
                  </a:lnTo>
                  <a:lnTo>
                    <a:pt x="1097024" y="1880288"/>
                  </a:lnTo>
                  <a:lnTo>
                    <a:pt x="1097360" y="1879499"/>
                  </a:lnTo>
                  <a:lnTo>
                    <a:pt x="1097697" y="1878774"/>
                  </a:lnTo>
                  <a:lnTo>
                    <a:pt x="1098033" y="1877871"/>
                  </a:lnTo>
                  <a:lnTo>
                    <a:pt x="1098370" y="1876533"/>
                  </a:lnTo>
                  <a:lnTo>
                    <a:pt x="1098706" y="1875048"/>
                  </a:lnTo>
                  <a:lnTo>
                    <a:pt x="1099043" y="1873568"/>
                  </a:lnTo>
                  <a:lnTo>
                    <a:pt x="1099379" y="1871916"/>
                  </a:lnTo>
                  <a:lnTo>
                    <a:pt x="1099715" y="1871042"/>
                  </a:lnTo>
                  <a:lnTo>
                    <a:pt x="1100052" y="1870207"/>
                  </a:lnTo>
                  <a:lnTo>
                    <a:pt x="1100388" y="1869806"/>
                  </a:lnTo>
                  <a:lnTo>
                    <a:pt x="1100725" y="1869308"/>
                  </a:lnTo>
                  <a:lnTo>
                    <a:pt x="1101061" y="1869370"/>
                  </a:lnTo>
                  <a:lnTo>
                    <a:pt x="1101398" y="1868965"/>
                  </a:lnTo>
                  <a:lnTo>
                    <a:pt x="1101734" y="1868324"/>
                  </a:lnTo>
                  <a:lnTo>
                    <a:pt x="1102071" y="1867352"/>
                  </a:lnTo>
                  <a:lnTo>
                    <a:pt x="1102407" y="1866042"/>
                  </a:lnTo>
                  <a:lnTo>
                    <a:pt x="1102744" y="1864547"/>
                  </a:lnTo>
                  <a:lnTo>
                    <a:pt x="1103080" y="1862602"/>
                  </a:lnTo>
                  <a:lnTo>
                    <a:pt x="1103417" y="1861037"/>
                  </a:lnTo>
                  <a:lnTo>
                    <a:pt x="1103753" y="1859646"/>
                  </a:lnTo>
                  <a:lnTo>
                    <a:pt x="1104089" y="1857813"/>
                  </a:lnTo>
                  <a:lnTo>
                    <a:pt x="1104426" y="1855973"/>
                  </a:lnTo>
                  <a:lnTo>
                    <a:pt x="1104762" y="1854695"/>
                  </a:lnTo>
                  <a:lnTo>
                    <a:pt x="1105099" y="1852550"/>
                  </a:lnTo>
                  <a:lnTo>
                    <a:pt x="1105435" y="1850749"/>
                  </a:lnTo>
                  <a:lnTo>
                    <a:pt x="1105772" y="1849215"/>
                  </a:lnTo>
                  <a:lnTo>
                    <a:pt x="1106108" y="1848044"/>
                  </a:lnTo>
                  <a:lnTo>
                    <a:pt x="1106445" y="1846922"/>
                  </a:lnTo>
                  <a:lnTo>
                    <a:pt x="1106781" y="1846010"/>
                  </a:lnTo>
                  <a:lnTo>
                    <a:pt x="1107118" y="1844864"/>
                  </a:lnTo>
                  <a:lnTo>
                    <a:pt x="1107454" y="1842773"/>
                  </a:lnTo>
                  <a:lnTo>
                    <a:pt x="1107791" y="1840677"/>
                  </a:lnTo>
                  <a:lnTo>
                    <a:pt x="1108127" y="1838344"/>
                  </a:lnTo>
                  <a:lnTo>
                    <a:pt x="1108463" y="1835987"/>
                  </a:lnTo>
                  <a:lnTo>
                    <a:pt x="1108800" y="1833614"/>
                  </a:lnTo>
                  <a:lnTo>
                    <a:pt x="1109136" y="1831900"/>
                  </a:lnTo>
                  <a:lnTo>
                    <a:pt x="1109473" y="1830245"/>
                  </a:lnTo>
                  <a:lnTo>
                    <a:pt x="1109809" y="1827378"/>
                  </a:lnTo>
                  <a:lnTo>
                    <a:pt x="1110146" y="1824936"/>
                  </a:lnTo>
                  <a:lnTo>
                    <a:pt x="1110482" y="1822285"/>
                  </a:lnTo>
                  <a:lnTo>
                    <a:pt x="1110819" y="1819727"/>
                  </a:lnTo>
                  <a:lnTo>
                    <a:pt x="1111155" y="1817443"/>
                  </a:lnTo>
                  <a:lnTo>
                    <a:pt x="1111492" y="1815955"/>
                  </a:lnTo>
                  <a:lnTo>
                    <a:pt x="1111828" y="1814907"/>
                  </a:lnTo>
                  <a:lnTo>
                    <a:pt x="1112165" y="1814519"/>
                  </a:lnTo>
                  <a:lnTo>
                    <a:pt x="1112501" y="1815596"/>
                  </a:lnTo>
                  <a:lnTo>
                    <a:pt x="1112837" y="1816517"/>
                  </a:lnTo>
                  <a:lnTo>
                    <a:pt x="1113174" y="1818057"/>
                  </a:lnTo>
                  <a:lnTo>
                    <a:pt x="1113510" y="1820319"/>
                  </a:lnTo>
                  <a:lnTo>
                    <a:pt x="1113847" y="1823351"/>
                  </a:lnTo>
                  <a:lnTo>
                    <a:pt x="1114183" y="1826736"/>
                  </a:lnTo>
                  <a:lnTo>
                    <a:pt x="1114520" y="1830634"/>
                  </a:lnTo>
                  <a:lnTo>
                    <a:pt x="1114856" y="1835210"/>
                  </a:lnTo>
                  <a:lnTo>
                    <a:pt x="1115193" y="1840332"/>
                  </a:lnTo>
                  <a:lnTo>
                    <a:pt x="1115529" y="1846057"/>
                  </a:lnTo>
                  <a:lnTo>
                    <a:pt x="1115866" y="1852199"/>
                  </a:lnTo>
                  <a:lnTo>
                    <a:pt x="1116202" y="1858835"/>
                  </a:lnTo>
                  <a:lnTo>
                    <a:pt x="1116539" y="1865880"/>
                  </a:lnTo>
                  <a:lnTo>
                    <a:pt x="1116875" y="1873448"/>
                  </a:lnTo>
                  <a:lnTo>
                    <a:pt x="1117211" y="1881250"/>
                  </a:lnTo>
                  <a:lnTo>
                    <a:pt x="1117548" y="1888627"/>
                  </a:lnTo>
                  <a:lnTo>
                    <a:pt x="1117884" y="1895834"/>
                  </a:lnTo>
                  <a:lnTo>
                    <a:pt x="1118221" y="1902828"/>
                  </a:lnTo>
                  <a:lnTo>
                    <a:pt x="1118557" y="1911621"/>
                  </a:lnTo>
                  <a:lnTo>
                    <a:pt x="1118894" y="1919747"/>
                  </a:lnTo>
                  <a:lnTo>
                    <a:pt x="1119230" y="1927743"/>
                  </a:lnTo>
                  <a:lnTo>
                    <a:pt x="1119567" y="1935473"/>
                  </a:lnTo>
                  <a:lnTo>
                    <a:pt x="1119903" y="1942708"/>
                  </a:lnTo>
                  <a:lnTo>
                    <a:pt x="1120240" y="1949375"/>
                  </a:lnTo>
                  <a:lnTo>
                    <a:pt x="1120576" y="1955819"/>
                  </a:lnTo>
                  <a:lnTo>
                    <a:pt x="1120913" y="1961200"/>
                  </a:lnTo>
                  <a:lnTo>
                    <a:pt x="1121249" y="1965583"/>
                  </a:lnTo>
                  <a:lnTo>
                    <a:pt x="1121585" y="1969319"/>
                  </a:lnTo>
                  <a:lnTo>
                    <a:pt x="1121922" y="1972307"/>
                  </a:lnTo>
                  <a:lnTo>
                    <a:pt x="1122258" y="1974570"/>
                  </a:lnTo>
                  <a:lnTo>
                    <a:pt x="1122595" y="1974931"/>
                  </a:lnTo>
                  <a:lnTo>
                    <a:pt x="1122931" y="1974951"/>
                  </a:lnTo>
                  <a:lnTo>
                    <a:pt x="1123268" y="1975195"/>
                  </a:lnTo>
                  <a:lnTo>
                    <a:pt x="1123604" y="1975694"/>
                  </a:lnTo>
                  <a:lnTo>
                    <a:pt x="1123941" y="1976098"/>
                  </a:lnTo>
                  <a:lnTo>
                    <a:pt x="1124277" y="1975995"/>
                  </a:lnTo>
                  <a:lnTo>
                    <a:pt x="1124614" y="1975710"/>
                  </a:lnTo>
                  <a:lnTo>
                    <a:pt x="1124950" y="1975555"/>
                  </a:lnTo>
                  <a:lnTo>
                    <a:pt x="1125287" y="1974661"/>
                  </a:lnTo>
                  <a:lnTo>
                    <a:pt x="1125623" y="1973683"/>
                  </a:lnTo>
                  <a:lnTo>
                    <a:pt x="1125959" y="1973415"/>
                  </a:lnTo>
                  <a:lnTo>
                    <a:pt x="1126296" y="1973222"/>
                  </a:lnTo>
                  <a:lnTo>
                    <a:pt x="1126632" y="1972752"/>
                  </a:lnTo>
                  <a:lnTo>
                    <a:pt x="1126969" y="1972130"/>
                  </a:lnTo>
                  <a:lnTo>
                    <a:pt x="1127305" y="1971781"/>
                  </a:lnTo>
                  <a:lnTo>
                    <a:pt x="1127642" y="1971293"/>
                  </a:lnTo>
                  <a:lnTo>
                    <a:pt x="1127978" y="1971112"/>
                  </a:lnTo>
                  <a:lnTo>
                    <a:pt x="1128315" y="1970967"/>
                  </a:lnTo>
                  <a:lnTo>
                    <a:pt x="1128651" y="1970787"/>
                  </a:lnTo>
                  <a:lnTo>
                    <a:pt x="1128988" y="1971493"/>
                  </a:lnTo>
                  <a:lnTo>
                    <a:pt x="1129324" y="1972586"/>
                  </a:lnTo>
                  <a:lnTo>
                    <a:pt x="1129661" y="1973644"/>
                  </a:lnTo>
                  <a:lnTo>
                    <a:pt x="1129997" y="1974765"/>
                  </a:lnTo>
                  <a:lnTo>
                    <a:pt x="1130333" y="1975768"/>
                  </a:lnTo>
                  <a:lnTo>
                    <a:pt x="1130670" y="1977111"/>
                  </a:lnTo>
                  <a:lnTo>
                    <a:pt x="1131006" y="1979885"/>
                  </a:lnTo>
                  <a:lnTo>
                    <a:pt x="1131343" y="1983089"/>
                  </a:lnTo>
                  <a:lnTo>
                    <a:pt x="1131679" y="1986609"/>
                  </a:lnTo>
                  <a:lnTo>
                    <a:pt x="1132016" y="1990481"/>
                  </a:lnTo>
                  <a:lnTo>
                    <a:pt x="1132352" y="1995366"/>
                  </a:lnTo>
                  <a:lnTo>
                    <a:pt x="1132689" y="2000882"/>
                  </a:lnTo>
                  <a:lnTo>
                    <a:pt x="1133025" y="2006951"/>
                  </a:lnTo>
                  <a:lnTo>
                    <a:pt x="1133362" y="2014282"/>
                  </a:lnTo>
                  <a:lnTo>
                    <a:pt x="1133698" y="2022904"/>
                  </a:lnTo>
                  <a:lnTo>
                    <a:pt x="1134034" y="2032590"/>
                  </a:lnTo>
                  <a:lnTo>
                    <a:pt x="1134371" y="2042310"/>
                  </a:lnTo>
                  <a:lnTo>
                    <a:pt x="1134707" y="2052482"/>
                  </a:lnTo>
                  <a:lnTo>
                    <a:pt x="1135044" y="2062596"/>
                  </a:lnTo>
                  <a:lnTo>
                    <a:pt x="1135380" y="2072957"/>
                  </a:lnTo>
                  <a:lnTo>
                    <a:pt x="1135717" y="2083820"/>
                  </a:lnTo>
                  <a:lnTo>
                    <a:pt x="1136053" y="2095189"/>
                  </a:lnTo>
                  <a:lnTo>
                    <a:pt x="1136390" y="2106442"/>
                  </a:lnTo>
                  <a:lnTo>
                    <a:pt x="1136726" y="2118363"/>
                  </a:lnTo>
                  <a:lnTo>
                    <a:pt x="1137063" y="2129938"/>
                  </a:lnTo>
                  <a:lnTo>
                    <a:pt x="1137399" y="2140779"/>
                  </a:lnTo>
                  <a:lnTo>
                    <a:pt x="1137736" y="2148619"/>
                  </a:lnTo>
                  <a:lnTo>
                    <a:pt x="1138072" y="2156153"/>
                  </a:lnTo>
                  <a:lnTo>
                    <a:pt x="1138408" y="2163211"/>
                  </a:lnTo>
                  <a:lnTo>
                    <a:pt x="1138745" y="2169669"/>
                  </a:lnTo>
                  <a:lnTo>
                    <a:pt x="1139081" y="2175619"/>
                  </a:lnTo>
                  <a:lnTo>
                    <a:pt x="1139418" y="2181491"/>
                  </a:lnTo>
                  <a:lnTo>
                    <a:pt x="1139754" y="2186620"/>
                  </a:lnTo>
                  <a:lnTo>
                    <a:pt x="1140091" y="2191608"/>
                  </a:lnTo>
                  <a:lnTo>
                    <a:pt x="1140427" y="2196564"/>
                  </a:lnTo>
                  <a:lnTo>
                    <a:pt x="1140764" y="2200677"/>
                  </a:lnTo>
                  <a:lnTo>
                    <a:pt x="1141100" y="2204147"/>
                  </a:lnTo>
                  <a:lnTo>
                    <a:pt x="1141437" y="2208090"/>
                  </a:lnTo>
                  <a:lnTo>
                    <a:pt x="1141773" y="2212151"/>
                  </a:lnTo>
                  <a:lnTo>
                    <a:pt x="1142110" y="2216655"/>
                  </a:lnTo>
                  <a:lnTo>
                    <a:pt x="1142446" y="2219066"/>
                  </a:lnTo>
                  <a:lnTo>
                    <a:pt x="1142782" y="2223260"/>
                  </a:lnTo>
                  <a:lnTo>
                    <a:pt x="1143119" y="2226901"/>
                  </a:lnTo>
                  <a:lnTo>
                    <a:pt x="1143455" y="2227845"/>
                  </a:lnTo>
                  <a:lnTo>
                    <a:pt x="1143792" y="2229870"/>
                  </a:lnTo>
                  <a:lnTo>
                    <a:pt x="1144128" y="2231848"/>
                  </a:lnTo>
                  <a:lnTo>
                    <a:pt x="1144465" y="2233952"/>
                  </a:lnTo>
                  <a:lnTo>
                    <a:pt x="1144801" y="2236917"/>
                  </a:lnTo>
                  <a:lnTo>
                    <a:pt x="1145138" y="2240611"/>
                  </a:lnTo>
                  <a:lnTo>
                    <a:pt x="1145474" y="2244608"/>
                  </a:lnTo>
                  <a:lnTo>
                    <a:pt x="1145811" y="2248771"/>
                  </a:lnTo>
                  <a:lnTo>
                    <a:pt x="1146147" y="2252690"/>
                  </a:lnTo>
                  <a:lnTo>
                    <a:pt x="1146484" y="2255675"/>
                  </a:lnTo>
                  <a:lnTo>
                    <a:pt x="1146820" y="2258201"/>
                  </a:lnTo>
                  <a:lnTo>
                    <a:pt x="1147156" y="2260633"/>
                  </a:lnTo>
                  <a:lnTo>
                    <a:pt x="1147493" y="2263010"/>
                  </a:lnTo>
                  <a:lnTo>
                    <a:pt x="1147829" y="2266043"/>
                  </a:lnTo>
                  <a:lnTo>
                    <a:pt x="1148166" y="2269418"/>
                  </a:lnTo>
                  <a:lnTo>
                    <a:pt x="1148502" y="2274504"/>
                  </a:lnTo>
                  <a:lnTo>
                    <a:pt x="1148839" y="2279172"/>
                  </a:lnTo>
                  <a:lnTo>
                    <a:pt x="1149175" y="2283309"/>
                  </a:lnTo>
                  <a:lnTo>
                    <a:pt x="1149512" y="2287090"/>
                  </a:lnTo>
                  <a:lnTo>
                    <a:pt x="1149848" y="2290414"/>
                  </a:lnTo>
                  <a:lnTo>
                    <a:pt x="1150185" y="2292832"/>
                  </a:lnTo>
                  <a:lnTo>
                    <a:pt x="1150521" y="2294525"/>
                  </a:lnTo>
                  <a:lnTo>
                    <a:pt x="1150858" y="2296082"/>
                  </a:lnTo>
                  <a:lnTo>
                    <a:pt x="1151194" y="2297874"/>
                  </a:lnTo>
                  <a:lnTo>
                    <a:pt x="1151530" y="2300205"/>
                  </a:lnTo>
                  <a:lnTo>
                    <a:pt x="1151867" y="2302860"/>
                  </a:lnTo>
                  <a:lnTo>
                    <a:pt x="1152203" y="2305459"/>
                  </a:lnTo>
                  <a:lnTo>
                    <a:pt x="1152540" y="2307806"/>
                  </a:lnTo>
                  <a:lnTo>
                    <a:pt x="1152876" y="2310178"/>
                  </a:lnTo>
                  <a:lnTo>
                    <a:pt x="1153213" y="2312576"/>
                  </a:lnTo>
                  <a:lnTo>
                    <a:pt x="1153549" y="2315233"/>
                  </a:lnTo>
                  <a:lnTo>
                    <a:pt x="1153886" y="2317626"/>
                  </a:lnTo>
                  <a:lnTo>
                    <a:pt x="1154222" y="2320384"/>
                  </a:lnTo>
                  <a:lnTo>
                    <a:pt x="1154559" y="2323273"/>
                  </a:lnTo>
                  <a:lnTo>
                    <a:pt x="1154895" y="2326577"/>
                  </a:lnTo>
                  <a:lnTo>
                    <a:pt x="1155232" y="2330759"/>
                  </a:lnTo>
                  <a:lnTo>
                    <a:pt x="1155568" y="2335220"/>
                  </a:lnTo>
                  <a:lnTo>
                    <a:pt x="1155904" y="2337927"/>
                  </a:lnTo>
                  <a:lnTo>
                    <a:pt x="1156241" y="2340685"/>
                  </a:lnTo>
                  <a:lnTo>
                    <a:pt x="1156577" y="2343417"/>
                  </a:lnTo>
                  <a:lnTo>
                    <a:pt x="1156914" y="2345615"/>
                  </a:lnTo>
                  <a:lnTo>
                    <a:pt x="1157250" y="2347585"/>
                  </a:lnTo>
                  <a:lnTo>
                    <a:pt x="1157587" y="2349521"/>
                  </a:lnTo>
                  <a:lnTo>
                    <a:pt x="1157923" y="2351075"/>
                  </a:lnTo>
                  <a:lnTo>
                    <a:pt x="1158260" y="2351536"/>
                  </a:lnTo>
                  <a:lnTo>
                    <a:pt x="1158596" y="2351785"/>
                  </a:lnTo>
                  <a:lnTo>
                    <a:pt x="1158933" y="2352022"/>
                  </a:lnTo>
                  <a:lnTo>
                    <a:pt x="1159269" y="2352311"/>
                  </a:lnTo>
                  <a:lnTo>
                    <a:pt x="1159606" y="2352468"/>
                  </a:lnTo>
                  <a:lnTo>
                    <a:pt x="1159942" y="2352385"/>
                  </a:lnTo>
                  <a:lnTo>
                    <a:pt x="1160278" y="2351821"/>
                  </a:lnTo>
                  <a:lnTo>
                    <a:pt x="1160615" y="2351058"/>
                  </a:lnTo>
                  <a:lnTo>
                    <a:pt x="1160951" y="2350115"/>
                  </a:lnTo>
                  <a:lnTo>
                    <a:pt x="1161288" y="2348743"/>
                  </a:lnTo>
                  <a:lnTo>
                    <a:pt x="1161624" y="2347061"/>
                  </a:lnTo>
                  <a:lnTo>
                    <a:pt x="1161961" y="2346324"/>
                  </a:lnTo>
                  <a:lnTo>
                    <a:pt x="1162297" y="2345412"/>
                  </a:lnTo>
                  <a:lnTo>
                    <a:pt x="1162634" y="2344932"/>
                  </a:lnTo>
                  <a:lnTo>
                    <a:pt x="1162970" y="2344603"/>
                  </a:lnTo>
                  <a:lnTo>
                    <a:pt x="1163307" y="2344427"/>
                  </a:lnTo>
                  <a:lnTo>
                    <a:pt x="1163643" y="2344335"/>
                  </a:lnTo>
                  <a:lnTo>
                    <a:pt x="1163980" y="2344189"/>
                  </a:lnTo>
                  <a:lnTo>
                    <a:pt x="1164316" y="2343175"/>
                  </a:lnTo>
                  <a:lnTo>
                    <a:pt x="1164652" y="2342436"/>
                  </a:lnTo>
                  <a:lnTo>
                    <a:pt x="1164989" y="2341826"/>
                  </a:lnTo>
                  <a:lnTo>
                    <a:pt x="1165325" y="2341119"/>
                  </a:lnTo>
                  <a:lnTo>
                    <a:pt x="1165662" y="2340733"/>
                  </a:lnTo>
                  <a:lnTo>
                    <a:pt x="1165998" y="2340665"/>
                  </a:lnTo>
                  <a:lnTo>
                    <a:pt x="1166335" y="2340212"/>
                  </a:lnTo>
                  <a:lnTo>
                    <a:pt x="1166671" y="2339529"/>
                  </a:lnTo>
                  <a:lnTo>
                    <a:pt x="1167008" y="2338205"/>
                  </a:lnTo>
                  <a:lnTo>
                    <a:pt x="1167344" y="2337221"/>
                  </a:lnTo>
                  <a:lnTo>
                    <a:pt x="1167681" y="2335781"/>
                  </a:lnTo>
                  <a:lnTo>
                    <a:pt x="1168017" y="2334578"/>
                  </a:lnTo>
                  <a:lnTo>
                    <a:pt x="1168353" y="2333423"/>
                  </a:lnTo>
                  <a:lnTo>
                    <a:pt x="1168690" y="2332341"/>
                  </a:lnTo>
                  <a:lnTo>
                    <a:pt x="1169026" y="2330855"/>
                  </a:lnTo>
                  <a:lnTo>
                    <a:pt x="1169363" y="2328264"/>
                  </a:lnTo>
                  <a:lnTo>
                    <a:pt x="1169699" y="2325335"/>
                  </a:lnTo>
                  <a:lnTo>
                    <a:pt x="1170036" y="2321816"/>
                  </a:lnTo>
                  <a:lnTo>
                    <a:pt x="1170372" y="2318566"/>
                  </a:lnTo>
                  <a:lnTo>
                    <a:pt x="1170709" y="2314592"/>
                  </a:lnTo>
                  <a:lnTo>
                    <a:pt x="1171045" y="2310351"/>
                  </a:lnTo>
                  <a:lnTo>
                    <a:pt x="1171382" y="2306601"/>
                  </a:lnTo>
                  <a:lnTo>
                    <a:pt x="1171718" y="2302464"/>
                  </a:lnTo>
                  <a:lnTo>
                    <a:pt x="1172055" y="2296960"/>
                  </a:lnTo>
                  <a:lnTo>
                    <a:pt x="1172391" y="2293472"/>
                  </a:lnTo>
                  <a:lnTo>
                    <a:pt x="1172727" y="2288861"/>
                  </a:lnTo>
                  <a:lnTo>
                    <a:pt x="1173064" y="2283607"/>
                  </a:lnTo>
                  <a:lnTo>
                    <a:pt x="1173400" y="2277791"/>
                  </a:lnTo>
                  <a:lnTo>
                    <a:pt x="1173737" y="2271808"/>
                  </a:lnTo>
                  <a:lnTo>
                    <a:pt x="1174073" y="2265867"/>
                  </a:lnTo>
                  <a:lnTo>
                    <a:pt x="1174410" y="2260515"/>
                  </a:lnTo>
                  <a:lnTo>
                    <a:pt x="1174746" y="2257620"/>
                  </a:lnTo>
                  <a:lnTo>
                    <a:pt x="1175083" y="2254484"/>
                  </a:lnTo>
                  <a:lnTo>
                    <a:pt x="1175419" y="2251060"/>
                  </a:lnTo>
                  <a:lnTo>
                    <a:pt x="1175756" y="2249153"/>
                  </a:lnTo>
                  <a:lnTo>
                    <a:pt x="1176092" y="2247268"/>
                  </a:lnTo>
                  <a:lnTo>
                    <a:pt x="1176429" y="2244929"/>
                  </a:lnTo>
                  <a:lnTo>
                    <a:pt x="1176765" y="2243345"/>
                  </a:lnTo>
                  <a:lnTo>
                    <a:pt x="1177101" y="2243028"/>
                  </a:lnTo>
                  <a:lnTo>
                    <a:pt x="1177438" y="2242826"/>
                  </a:lnTo>
                  <a:lnTo>
                    <a:pt x="1177774" y="2242796"/>
                  </a:lnTo>
                  <a:lnTo>
                    <a:pt x="1178111" y="2242925"/>
                  </a:lnTo>
                  <a:lnTo>
                    <a:pt x="1178447" y="2243224"/>
                  </a:lnTo>
                  <a:lnTo>
                    <a:pt x="1178784" y="2243661"/>
                  </a:lnTo>
                  <a:lnTo>
                    <a:pt x="1179120" y="2243929"/>
                  </a:lnTo>
                  <a:lnTo>
                    <a:pt x="1179457" y="2243813"/>
                  </a:lnTo>
                  <a:lnTo>
                    <a:pt x="1179793" y="2243146"/>
                  </a:lnTo>
                  <a:lnTo>
                    <a:pt x="1180130" y="2242443"/>
                  </a:lnTo>
                  <a:lnTo>
                    <a:pt x="1180466" y="2241473"/>
                  </a:lnTo>
                  <a:lnTo>
                    <a:pt x="1180803" y="2240197"/>
                  </a:lnTo>
                  <a:lnTo>
                    <a:pt x="1181139" y="2238593"/>
                  </a:lnTo>
                  <a:lnTo>
                    <a:pt x="1181475" y="2236935"/>
                  </a:lnTo>
                  <a:lnTo>
                    <a:pt x="1181812" y="2235275"/>
                  </a:lnTo>
                  <a:lnTo>
                    <a:pt x="1182148" y="2233173"/>
                  </a:lnTo>
                  <a:lnTo>
                    <a:pt x="1182485" y="2231044"/>
                  </a:lnTo>
                  <a:lnTo>
                    <a:pt x="1182821" y="2228895"/>
                  </a:lnTo>
                  <a:lnTo>
                    <a:pt x="1183158" y="2226778"/>
                  </a:lnTo>
                  <a:lnTo>
                    <a:pt x="1183494" y="2224668"/>
                  </a:lnTo>
                  <a:lnTo>
                    <a:pt x="1183831" y="2222531"/>
                  </a:lnTo>
                  <a:lnTo>
                    <a:pt x="1184167" y="2220681"/>
                  </a:lnTo>
                  <a:lnTo>
                    <a:pt x="1184504" y="2219111"/>
                  </a:lnTo>
                  <a:lnTo>
                    <a:pt x="1184840" y="2217173"/>
                  </a:lnTo>
                  <a:lnTo>
                    <a:pt x="1185177" y="2214566"/>
                  </a:lnTo>
                  <a:lnTo>
                    <a:pt x="1185513" y="2211782"/>
                  </a:lnTo>
                  <a:lnTo>
                    <a:pt x="1185849" y="2208189"/>
                  </a:lnTo>
                  <a:lnTo>
                    <a:pt x="1186186" y="2204082"/>
                  </a:lnTo>
                  <a:lnTo>
                    <a:pt x="1186522" y="2199818"/>
                  </a:lnTo>
                  <a:lnTo>
                    <a:pt x="1186859" y="2196257"/>
                  </a:lnTo>
                  <a:lnTo>
                    <a:pt x="1187195" y="2193415"/>
                  </a:lnTo>
                  <a:lnTo>
                    <a:pt x="1187532" y="2190804"/>
                  </a:lnTo>
                  <a:lnTo>
                    <a:pt x="1187868" y="2187997"/>
                  </a:lnTo>
                  <a:lnTo>
                    <a:pt x="1188205" y="2185912"/>
                  </a:lnTo>
                  <a:lnTo>
                    <a:pt x="1188541" y="2183734"/>
                  </a:lnTo>
                  <a:lnTo>
                    <a:pt x="1188878" y="2180785"/>
                  </a:lnTo>
                  <a:lnTo>
                    <a:pt x="1189214" y="2178079"/>
                  </a:lnTo>
                  <a:lnTo>
                    <a:pt x="1189551" y="2175934"/>
                  </a:lnTo>
                  <a:lnTo>
                    <a:pt x="1189887" y="2174201"/>
                  </a:lnTo>
                  <a:lnTo>
                    <a:pt x="1190223" y="2173041"/>
                  </a:lnTo>
                  <a:lnTo>
                    <a:pt x="1190560" y="2171793"/>
                  </a:lnTo>
                  <a:lnTo>
                    <a:pt x="1190896" y="2170334"/>
                  </a:lnTo>
                  <a:lnTo>
                    <a:pt x="1191233" y="2168176"/>
                  </a:lnTo>
                  <a:lnTo>
                    <a:pt x="1191569" y="2166537"/>
                  </a:lnTo>
                  <a:lnTo>
                    <a:pt x="1191906" y="2164863"/>
                  </a:lnTo>
                  <a:lnTo>
                    <a:pt x="1192242" y="2163074"/>
                  </a:lnTo>
                  <a:lnTo>
                    <a:pt x="1192579" y="2159525"/>
                  </a:lnTo>
                  <a:lnTo>
                    <a:pt x="1192915" y="2155954"/>
                  </a:lnTo>
                  <a:lnTo>
                    <a:pt x="1193252" y="2152398"/>
                  </a:lnTo>
                  <a:lnTo>
                    <a:pt x="1193588" y="2149646"/>
                  </a:lnTo>
                  <a:lnTo>
                    <a:pt x="1193925" y="2147836"/>
                  </a:lnTo>
                  <a:lnTo>
                    <a:pt x="1194261" y="2145759"/>
                  </a:lnTo>
                  <a:lnTo>
                    <a:pt x="1194597" y="2142778"/>
                  </a:lnTo>
                  <a:lnTo>
                    <a:pt x="1194934" y="2139660"/>
                  </a:lnTo>
                  <a:lnTo>
                    <a:pt x="1195270" y="2135917"/>
                  </a:lnTo>
                  <a:lnTo>
                    <a:pt x="1195607" y="2131506"/>
                  </a:lnTo>
                  <a:lnTo>
                    <a:pt x="1195943" y="2127195"/>
                  </a:lnTo>
                  <a:lnTo>
                    <a:pt x="1196280" y="2122906"/>
                  </a:lnTo>
                  <a:lnTo>
                    <a:pt x="1196616" y="2118840"/>
                  </a:lnTo>
                  <a:lnTo>
                    <a:pt x="1196953" y="2115068"/>
                  </a:lnTo>
                  <a:lnTo>
                    <a:pt x="1197289" y="2111634"/>
                  </a:lnTo>
                  <a:lnTo>
                    <a:pt x="1197626" y="2108875"/>
                  </a:lnTo>
                  <a:lnTo>
                    <a:pt x="1197962" y="2106490"/>
                  </a:lnTo>
                  <a:lnTo>
                    <a:pt x="1198298" y="2104349"/>
                  </a:lnTo>
                  <a:lnTo>
                    <a:pt x="1198635" y="2102287"/>
                  </a:lnTo>
                  <a:lnTo>
                    <a:pt x="1198971" y="2100326"/>
                  </a:lnTo>
                  <a:lnTo>
                    <a:pt x="1199308" y="2098530"/>
                  </a:lnTo>
                  <a:lnTo>
                    <a:pt x="1199644" y="2096670"/>
                  </a:lnTo>
                  <a:lnTo>
                    <a:pt x="1199981" y="2094710"/>
                  </a:lnTo>
                  <a:lnTo>
                    <a:pt x="1200317" y="2093073"/>
                  </a:lnTo>
                  <a:lnTo>
                    <a:pt x="1200654" y="2092080"/>
                  </a:lnTo>
                  <a:lnTo>
                    <a:pt x="1200990" y="2091188"/>
                  </a:lnTo>
                  <a:lnTo>
                    <a:pt x="1201327" y="2089785"/>
                  </a:lnTo>
                  <a:lnTo>
                    <a:pt x="1201663" y="2087796"/>
                  </a:lnTo>
                  <a:lnTo>
                    <a:pt x="1202000" y="2084844"/>
                  </a:lnTo>
                  <a:lnTo>
                    <a:pt x="1202336" y="2082196"/>
                  </a:lnTo>
                  <a:lnTo>
                    <a:pt x="1202672" y="2078663"/>
                  </a:lnTo>
                  <a:lnTo>
                    <a:pt x="1203009" y="2074587"/>
                  </a:lnTo>
                  <a:lnTo>
                    <a:pt x="1203345" y="2071107"/>
                  </a:lnTo>
                  <a:lnTo>
                    <a:pt x="1203682" y="2067050"/>
                  </a:lnTo>
                  <a:lnTo>
                    <a:pt x="1204018" y="2062226"/>
                  </a:lnTo>
                  <a:lnTo>
                    <a:pt x="1204355" y="2056803"/>
                  </a:lnTo>
                  <a:lnTo>
                    <a:pt x="1204691" y="2051083"/>
                  </a:lnTo>
                  <a:lnTo>
                    <a:pt x="1205028" y="2046140"/>
                  </a:lnTo>
                  <a:lnTo>
                    <a:pt x="1205364" y="2040832"/>
                  </a:lnTo>
                  <a:lnTo>
                    <a:pt x="1205701" y="2035542"/>
                  </a:lnTo>
                  <a:lnTo>
                    <a:pt x="1206037" y="2030098"/>
                  </a:lnTo>
                  <a:lnTo>
                    <a:pt x="1206374" y="2024745"/>
                  </a:lnTo>
                  <a:lnTo>
                    <a:pt x="1206710" y="2019707"/>
                  </a:lnTo>
                  <a:lnTo>
                    <a:pt x="1207046" y="2015447"/>
                  </a:lnTo>
                  <a:lnTo>
                    <a:pt x="1207383" y="2011864"/>
                  </a:lnTo>
                  <a:lnTo>
                    <a:pt x="1207719" y="2008386"/>
                  </a:lnTo>
                  <a:lnTo>
                    <a:pt x="1208056" y="2003284"/>
                  </a:lnTo>
                  <a:lnTo>
                    <a:pt x="1208392" y="1998799"/>
                  </a:lnTo>
                  <a:lnTo>
                    <a:pt x="1208729" y="1994760"/>
                  </a:lnTo>
                  <a:lnTo>
                    <a:pt x="1209065" y="1990839"/>
                  </a:lnTo>
                  <a:lnTo>
                    <a:pt x="1209402" y="1985581"/>
                  </a:lnTo>
                  <a:lnTo>
                    <a:pt x="1209738" y="1980784"/>
                  </a:lnTo>
                  <a:lnTo>
                    <a:pt x="1210075" y="1975752"/>
                  </a:lnTo>
                  <a:lnTo>
                    <a:pt x="1210411" y="1970523"/>
                  </a:lnTo>
                  <a:lnTo>
                    <a:pt x="1210748" y="1965734"/>
                  </a:lnTo>
                  <a:lnTo>
                    <a:pt x="1211084" y="1960906"/>
                  </a:lnTo>
                  <a:lnTo>
                    <a:pt x="1211420" y="1955868"/>
                  </a:lnTo>
                  <a:lnTo>
                    <a:pt x="1211757" y="1950834"/>
                  </a:lnTo>
                  <a:lnTo>
                    <a:pt x="1212093" y="1945107"/>
                  </a:lnTo>
                  <a:lnTo>
                    <a:pt x="1212430" y="1938927"/>
                  </a:lnTo>
                  <a:lnTo>
                    <a:pt x="1212766" y="1933422"/>
                  </a:lnTo>
                  <a:lnTo>
                    <a:pt x="1213103" y="1928590"/>
                  </a:lnTo>
                  <a:lnTo>
                    <a:pt x="1213439" y="1923367"/>
                  </a:lnTo>
                  <a:lnTo>
                    <a:pt x="1213776" y="1917933"/>
                  </a:lnTo>
                  <a:lnTo>
                    <a:pt x="1214112" y="1912555"/>
                  </a:lnTo>
                  <a:lnTo>
                    <a:pt x="1214449" y="1907276"/>
                  </a:lnTo>
                  <a:lnTo>
                    <a:pt x="1214785" y="1902701"/>
                  </a:lnTo>
                  <a:lnTo>
                    <a:pt x="1215122" y="1897659"/>
                  </a:lnTo>
                  <a:lnTo>
                    <a:pt x="1215458" y="1892798"/>
                  </a:lnTo>
                  <a:lnTo>
                    <a:pt x="1215794" y="1888169"/>
                  </a:lnTo>
                  <a:lnTo>
                    <a:pt x="1216131" y="1883736"/>
                  </a:lnTo>
                  <a:lnTo>
                    <a:pt x="1216467" y="1879760"/>
                  </a:lnTo>
                  <a:lnTo>
                    <a:pt x="1216804" y="1875821"/>
                  </a:lnTo>
                  <a:lnTo>
                    <a:pt x="1217140" y="1872101"/>
                  </a:lnTo>
                  <a:lnTo>
                    <a:pt x="1217477" y="1868504"/>
                  </a:lnTo>
                  <a:lnTo>
                    <a:pt x="1217813" y="1862600"/>
                  </a:lnTo>
                  <a:lnTo>
                    <a:pt x="1218150" y="1856941"/>
                  </a:lnTo>
                  <a:lnTo>
                    <a:pt x="1218486" y="1851680"/>
                  </a:lnTo>
                  <a:lnTo>
                    <a:pt x="1218823" y="1846460"/>
                  </a:lnTo>
                  <a:lnTo>
                    <a:pt x="1219159" y="1840565"/>
                  </a:lnTo>
                  <a:lnTo>
                    <a:pt x="1219496" y="1834425"/>
                  </a:lnTo>
                  <a:lnTo>
                    <a:pt x="1219832" y="1828256"/>
                  </a:lnTo>
                  <a:lnTo>
                    <a:pt x="1220168" y="1821853"/>
                  </a:lnTo>
                  <a:lnTo>
                    <a:pt x="1220505" y="1815151"/>
                  </a:lnTo>
                  <a:lnTo>
                    <a:pt x="1220841" y="1808335"/>
                  </a:lnTo>
                  <a:lnTo>
                    <a:pt x="1221178" y="1802336"/>
                  </a:lnTo>
                  <a:lnTo>
                    <a:pt x="1221514" y="1795805"/>
                  </a:lnTo>
                  <a:lnTo>
                    <a:pt x="1221851" y="1790925"/>
                  </a:lnTo>
                  <a:lnTo>
                    <a:pt x="1222187" y="1785949"/>
                  </a:lnTo>
                  <a:lnTo>
                    <a:pt x="1222524" y="1780920"/>
                  </a:lnTo>
                  <a:lnTo>
                    <a:pt x="1222860" y="1775718"/>
                  </a:lnTo>
                  <a:lnTo>
                    <a:pt x="1223197" y="1770157"/>
                  </a:lnTo>
                  <a:lnTo>
                    <a:pt x="1223533" y="1764773"/>
                  </a:lnTo>
                  <a:lnTo>
                    <a:pt x="1223870" y="1759813"/>
                  </a:lnTo>
                  <a:lnTo>
                    <a:pt x="1224206" y="1755521"/>
                  </a:lnTo>
                  <a:lnTo>
                    <a:pt x="1224542" y="1751588"/>
                  </a:lnTo>
                  <a:lnTo>
                    <a:pt x="1224879" y="1747721"/>
                  </a:lnTo>
                  <a:lnTo>
                    <a:pt x="1225215" y="1744320"/>
                  </a:lnTo>
                  <a:lnTo>
                    <a:pt x="1225552" y="1741451"/>
                  </a:lnTo>
                  <a:lnTo>
                    <a:pt x="1225888" y="1738957"/>
                  </a:lnTo>
                  <a:lnTo>
                    <a:pt x="1226225" y="1736000"/>
                  </a:lnTo>
                  <a:lnTo>
                    <a:pt x="1226561" y="1733437"/>
                  </a:lnTo>
                  <a:lnTo>
                    <a:pt x="1226898" y="1731468"/>
                  </a:lnTo>
                  <a:lnTo>
                    <a:pt x="1227234" y="1730149"/>
                  </a:lnTo>
                  <a:lnTo>
                    <a:pt x="1227571" y="1729252"/>
                  </a:lnTo>
                  <a:lnTo>
                    <a:pt x="1227907" y="1727765"/>
                  </a:lnTo>
                  <a:lnTo>
                    <a:pt x="1228244" y="1726608"/>
                  </a:lnTo>
                  <a:lnTo>
                    <a:pt x="1228580" y="1724877"/>
                  </a:lnTo>
                  <a:lnTo>
                    <a:pt x="1228916" y="1722599"/>
                  </a:lnTo>
                  <a:lnTo>
                    <a:pt x="1229253" y="1719984"/>
                  </a:lnTo>
                  <a:lnTo>
                    <a:pt x="1229589" y="1717513"/>
                  </a:lnTo>
                  <a:lnTo>
                    <a:pt x="1229926" y="1715128"/>
                  </a:lnTo>
                  <a:lnTo>
                    <a:pt x="1230262" y="1713037"/>
                  </a:lnTo>
                  <a:lnTo>
                    <a:pt x="1230599" y="1710918"/>
                  </a:lnTo>
                  <a:lnTo>
                    <a:pt x="1230935" y="1708669"/>
                  </a:lnTo>
                  <a:lnTo>
                    <a:pt x="1231272" y="1707131"/>
                  </a:lnTo>
                  <a:lnTo>
                    <a:pt x="1231608" y="1705393"/>
                  </a:lnTo>
                  <a:lnTo>
                    <a:pt x="1231945" y="1702806"/>
                  </a:lnTo>
                  <a:lnTo>
                    <a:pt x="1232281" y="1699710"/>
                  </a:lnTo>
                  <a:lnTo>
                    <a:pt x="1232617" y="1696384"/>
                  </a:lnTo>
                  <a:lnTo>
                    <a:pt x="1232954" y="1693309"/>
                  </a:lnTo>
                  <a:lnTo>
                    <a:pt x="1233290" y="1690385"/>
                  </a:lnTo>
                  <a:lnTo>
                    <a:pt x="1233627" y="1688409"/>
                  </a:lnTo>
                  <a:lnTo>
                    <a:pt x="1233963" y="1686951"/>
                  </a:lnTo>
                  <a:lnTo>
                    <a:pt x="1234300" y="1684946"/>
                  </a:lnTo>
                  <a:lnTo>
                    <a:pt x="1234636" y="1682346"/>
                  </a:lnTo>
                  <a:lnTo>
                    <a:pt x="1234973" y="1679651"/>
                  </a:lnTo>
                  <a:lnTo>
                    <a:pt x="1235309" y="1676519"/>
                  </a:lnTo>
                  <a:lnTo>
                    <a:pt x="1235646" y="1673602"/>
                  </a:lnTo>
                  <a:lnTo>
                    <a:pt x="1235982" y="1671181"/>
                  </a:lnTo>
                  <a:lnTo>
                    <a:pt x="1236319" y="1669478"/>
                  </a:lnTo>
                  <a:lnTo>
                    <a:pt x="1236655" y="1669033"/>
                  </a:lnTo>
                  <a:lnTo>
                    <a:pt x="1236991" y="1669637"/>
                  </a:lnTo>
                  <a:lnTo>
                    <a:pt x="1237328" y="1670836"/>
                  </a:lnTo>
                  <a:lnTo>
                    <a:pt x="1237664" y="1672201"/>
                  </a:lnTo>
                  <a:lnTo>
                    <a:pt x="1238001" y="1673825"/>
                  </a:lnTo>
                  <a:lnTo>
                    <a:pt x="1238337" y="1675406"/>
                  </a:lnTo>
                  <a:lnTo>
                    <a:pt x="1238674" y="1676864"/>
                  </a:lnTo>
                  <a:lnTo>
                    <a:pt x="1239010" y="1679034"/>
                  </a:lnTo>
                  <a:lnTo>
                    <a:pt x="1239347" y="1682554"/>
                  </a:lnTo>
                  <a:lnTo>
                    <a:pt x="1239683" y="1685270"/>
                  </a:lnTo>
                  <a:lnTo>
                    <a:pt x="1240020" y="1688586"/>
                  </a:lnTo>
                  <a:lnTo>
                    <a:pt x="1240356" y="1692256"/>
                  </a:lnTo>
                  <a:lnTo>
                    <a:pt x="1240693" y="1695895"/>
                  </a:lnTo>
                  <a:lnTo>
                    <a:pt x="1241029" y="1699278"/>
                  </a:lnTo>
                  <a:lnTo>
                    <a:pt x="1241365" y="1701828"/>
                  </a:lnTo>
                  <a:lnTo>
                    <a:pt x="1241702" y="1703462"/>
                  </a:lnTo>
                  <a:lnTo>
                    <a:pt x="1242038" y="1703254"/>
                  </a:lnTo>
                  <a:lnTo>
                    <a:pt x="1242375" y="1702998"/>
                  </a:lnTo>
                  <a:lnTo>
                    <a:pt x="1242711" y="1702986"/>
                  </a:lnTo>
                  <a:lnTo>
                    <a:pt x="1243048" y="1701438"/>
                  </a:lnTo>
                  <a:lnTo>
                    <a:pt x="1243384" y="1700127"/>
                  </a:lnTo>
                  <a:lnTo>
                    <a:pt x="1243721" y="1698411"/>
                  </a:lnTo>
                  <a:lnTo>
                    <a:pt x="1244057" y="1695350"/>
                  </a:lnTo>
                  <a:lnTo>
                    <a:pt x="1244394" y="1691090"/>
                  </a:lnTo>
                  <a:lnTo>
                    <a:pt x="1244730" y="1685595"/>
                  </a:lnTo>
                  <a:lnTo>
                    <a:pt x="1245067" y="1682177"/>
                  </a:lnTo>
                  <a:lnTo>
                    <a:pt x="1245403" y="1678789"/>
                  </a:lnTo>
                  <a:lnTo>
                    <a:pt x="1245739" y="1675071"/>
                  </a:lnTo>
                  <a:lnTo>
                    <a:pt x="1246076" y="1670418"/>
                  </a:lnTo>
                  <a:lnTo>
                    <a:pt x="1246412" y="1665540"/>
                  </a:lnTo>
                  <a:lnTo>
                    <a:pt x="1246749" y="1660947"/>
                  </a:lnTo>
                  <a:lnTo>
                    <a:pt x="1247085" y="1656010"/>
                  </a:lnTo>
                  <a:lnTo>
                    <a:pt x="1247422" y="1650771"/>
                  </a:lnTo>
                  <a:lnTo>
                    <a:pt x="1247758" y="1645771"/>
                  </a:lnTo>
                  <a:lnTo>
                    <a:pt x="1248095" y="1641122"/>
                  </a:lnTo>
                  <a:lnTo>
                    <a:pt x="1248431" y="1636705"/>
                  </a:lnTo>
                  <a:lnTo>
                    <a:pt x="1248768" y="1632331"/>
                  </a:lnTo>
                  <a:lnTo>
                    <a:pt x="1249104" y="1628052"/>
                  </a:lnTo>
                  <a:lnTo>
                    <a:pt x="1249441" y="1624431"/>
                  </a:lnTo>
                  <a:lnTo>
                    <a:pt x="1249777" y="1621030"/>
                  </a:lnTo>
                  <a:lnTo>
                    <a:pt x="1250113" y="1617988"/>
                  </a:lnTo>
                  <a:lnTo>
                    <a:pt x="1250450" y="1616398"/>
                  </a:lnTo>
                  <a:lnTo>
                    <a:pt x="1250786" y="1615332"/>
                  </a:lnTo>
                  <a:lnTo>
                    <a:pt x="1251123" y="1614904"/>
                  </a:lnTo>
                  <a:lnTo>
                    <a:pt x="1251459" y="1614607"/>
                  </a:lnTo>
                  <a:lnTo>
                    <a:pt x="1251796" y="1613018"/>
                  </a:lnTo>
                  <a:lnTo>
                    <a:pt x="1252132" y="1611870"/>
                  </a:lnTo>
                  <a:lnTo>
                    <a:pt x="1252469" y="1611782"/>
                  </a:lnTo>
                  <a:lnTo>
                    <a:pt x="1252805" y="1612360"/>
                  </a:lnTo>
                  <a:lnTo>
                    <a:pt x="1253142" y="1614879"/>
                  </a:lnTo>
                  <a:lnTo>
                    <a:pt x="1253478" y="1618000"/>
                  </a:lnTo>
                  <a:lnTo>
                    <a:pt x="1253815" y="1621658"/>
                  </a:lnTo>
                  <a:lnTo>
                    <a:pt x="1254151" y="1625061"/>
                  </a:lnTo>
                  <a:lnTo>
                    <a:pt x="1254487" y="1628238"/>
                  </a:lnTo>
                  <a:lnTo>
                    <a:pt x="1254824" y="1631673"/>
                  </a:lnTo>
                  <a:lnTo>
                    <a:pt x="1255160" y="1635199"/>
                  </a:lnTo>
                  <a:lnTo>
                    <a:pt x="1255497" y="1638286"/>
                  </a:lnTo>
                  <a:lnTo>
                    <a:pt x="1255833" y="1641082"/>
                  </a:lnTo>
                  <a:lnTo>
                    <a:pt x="1256170" y="1644754"/>
                  </a:lnTo>
                  <a:lnTo>
                    <a:pt x="1256506" y="1648400"/>
                  </a:lnTo>
                  <a:lnTo>
                    <a:pt x="1256843" y="1652241"/>
                  </a:lnTo>
                  <a:lnTo>
                    <a:pt x="1257179" y="1655915"/>
                  </a:lnTo>
                  <a:lnTo>
                    <a:pt x="1257516" y="1659064"/>
                  </a:lnTo>
                  <a:lnTo>
                    <a:pt x="1257852" y="1661981"/>
                  </a:lnTo>
                  <a:lnTo>
                    <a:pt x="1258189" y="1664686"/>
                  </a:lnTo>
                  <a:lnTo>
                    <a:pt x="1258525" y="1668081"/>
                  </a:lnTo>
                  <a:lnTo>
                    <a:pt x="1258861" y="1671065"/>
                  </a:lnTo>
                  <a:lnTo>
                    <a:pt x="1259198" y="1673372"/>
                  </a:lnTo>
                  <a:lnTo>
                    <a:pt x="1259534" y="1675894"/>
                  </a:lnTo>
                  <a:lnTo>
                    <a:pt x="1259871" y="1680154"/>
                  </a:lnTo>
                  <a:lnTo>
                    <a:pt x="1260207" y="1684846"/>
                  </a:lnTo>
                  <a:lnTo>
                    <a:pt x="1260544" y="1689243"/>
                  </a:lnTo>
                  <a:lnTo>
                    <a:pt x="1260880" y="1692677"/>
                  </a:lnTo>
                  <a:lnTo>
                    <a:pt x="1261217" y="1695191"/>
                  </a:lnTo>
                  <a:lnTo>
                    <a:pt x="1261553" y="1697957"/>
                  </a:lnTo>
                  <a:lnTo>
                    <a:pt x="1261890" y="1701427"/>
                  </a:lnTo>
                  <a:lnTo>
                    <a:pt x="1262226" y="1705580"/>
                  </a:lnTo>
                  <a:lnTo>
                    <a:pt x="1262563" y="1710372"/>
                  </a:lnTo>
                  <a:lnTo>
                    <a:pt x="1262899" y="1715307"/>
                  </a:lnTo>
                  <a:lnTo>
                    <a:pt x="1263235" y="1720293"/>
                  </a:lnTo>
                  <a:lnTo>
                    <a:pt x="1263572" y="1725056"/>
                  </a:lnTo>
                  <a:lnTo>
                    <a:pt x="1263908" y="1729115"/>
                  </a:lnTo>
                  <a:lnTo>
                    <a:pt x="1264245" y="1732334"/>
                  </a:lnTo>
                  <a:lnTo>
                    <a:pt x="1264581" y="1734575"/>
                  </a:lnTo>
                  <a:lnTo>
                    <a:pt x="1264918" y="1736206"/>
                  </a:lnTo>
                  <a:lnTo>
                    <a:pt x="1265254" y="1737614"/>
                  </a:lnTo>
                  <a:lnTo>
                    <a:pt x="1265591" y="1738211"/>
                  </a:lnTo>
                  <a:lnTo>
                    <a:pt x="1265927" y="1738139"/>
                  </a:lnTo>
                  <a:lnTo>
                    <a:pt x="1266264" y="1737456"/>
                  </a:lnTo>
                  <a:lnTo>
                    <a:pt x="1266600" y="1735861"/>
                  </a:lnTo>
                  <a:lnTo>
                    <a:pt x="1266936" y="1732363"/>
                  </a:lnTo>
                  <a:lnTo>
                    <a:pt x="1267273" y="1727578"/>
                  </a:lnTo>
                  <a:lnTo>
                    <a:pt x="1267609" y="1722211"/>
                  </a:lnTo>
                  <a:lnTo>
                    <a:pt x="1267946" y="1715796"/>
                  </a:lnTo>
                  <a:lnTo>
                    <a:pt x="1268282" y="1707972"/>
                  </a:lnTo>
                  <a:lnTo>
                    <a:pt x="1268619" y="1699473"/>
                  </a:lnTo>
                  <a:lnTo>
                    <a:pt x="1268955" y="1690306"/>
                  </a:lnTo>
                  <a:lnTo>
                    <a:pt x="1269292" y="1684727"/>
                  </a:lnTo>
                  <a:lnTo>
                    <a:pt x="1269628" y="1678834"/>
                  </a:lnTo>
                  <a:lnTo>
                    <a:pt x="1269965" y="1672790"/>
                  </a:lnTo>
                  <a:lnTo>
                    <a:pt x="1270301" y="1668439"/>
                  </a:lnTo>
                  <a:lnTo>
                    <a:pt x="1270638" y="1663141"/>
                  </a:lnTo>
                  <a:lnTo>
                    <a:pt x="1270974" y="1659506"/>
                  </a:lnTo>
                  <a:lnTo>
                    <a:pt x="1271310" y="1656649"/>
                  </a:lnTo>
                  <a:lnTo>
                    <a:pt x="1271647" y="1655115"/>
                  </a:lnTo>
                  <a:lnTo>
                    <a:pt x="1271983" y="1654767"/>
                  </a:lnTo>
                  <a:lnTo>
                    <a:pt x="1272320" y="1654032"/>
                  </a:lnTo>
                  <a:lnTo>
                    <a:pt x="1272656" y="1653950"/>
                  </a:lnTo>
                  <a:lnTo>
                    <a:pt x="1272993" y="1654140"/>
                  </a:lnTo>
                  <a:lnTo>
                    <a:pt x="1273329" y="1654865"/>
                  </a:lnTo>
                  <a:lnTo>
                    <a:pt x="1273666" y="1655950"/>
                  </a:lnTo>
                  <a:lnTo>
                    <a:pt x="1274002" y="1657308"/>
                  </a:lnTo>
                  <a:lnTo>
                    <a:pt x="1274339" y="1658545"/>
                  </a:lnTo>
                  <a:lnTo>
                    <a:pt x="1274675" y="1659121"/>
                  </a:lnTo>
                  <a:lnTo>
                    <a:pt x="1275012" y="1659985"/>
                  </a:lnTo>
                  <a:lnTo>
                    <a:pt x="1275348" y="1662259"/>
                  </a:lnTo>
                  <a:lnTo>
                    <a:pt x="1275684" y="1664189"/>
                  </a:lnTo>
                  <a:lnTo>
                    <a:pt x="1276021" y="1665513"/>
                  </a:lnTo>
                  <a:lnTo>
                    <a:pt x="1276357" y="1666708"/>
                  </a:lnTo>
                  <a:lnTo>
                    <a:pt x="1276694" y="1669369"/>
                  </a:lnTo>
                  <a:lnTo>
                    <a:pt x="1277030" y="1672647"/>
                  </a:lnTo>
                  <a:lnTo>
                    <a:pt x="1277367" y="1675464"/>
                  </a:lnTo>
                  <a:lnTo>
                    <a:pt x="1277703" y="1679154"/>
                  </a:lnTo>
                  <a:lnTo>
                    <a:pt x="1278040" y="1683037"/>
                  </a:lnTo>
                  <a:lnTo>
                    <a:pt x="1278376" y="1685997"/>
                  </a:lnTo>
                  <a:lnTo>
                    <a:pt x="1278713" y="1689001"/>
                  </a:lnTo>
                  <a:lnTo>
                    <a:pt x="1279049" y="1691819"/>
                  </a:lnTo>
                  <a:lnTo>
                    <a:pt x="1279386" y="1694924"/>
                  </a:lnTo>
                  <a:lnTo>
                    <a:pt x="1279722" y="1698413"/>
                  </a:lnTo>
                  <a:lnTo>
                    <a:pt x="1280058" y="1701429"/>
                  </a:lnTo>
                  <a:lnTo>
                    <a:pt x="1280395" y="1704096"/>
                  </a:lnTo>
                  <a:lnTo>
                    <a:pt x="1280731" y="1705776"/>
                  </a:lnTo>
                  <a:lnTo>
                    <a:pt x="1281068" y="1707497"/>
                  </a:lnTo>
                  <a:lnTo>
                    <a:pt x="1281404" y="1708773"/>
                  </a:lnTo>
                  <a:lnTo>
                    <a:pt x="1281741" y="1709271"/>
                  </a:lnTo>
                  <a:lnTo>
                    <a:pt x="1282077" y="1706920"/>
                  </a:lnTo>
                  <a:lnTo>
                    <a:pt x="1282414" y="1704488"/>
                  </a:lnTo>
                  <a:lnTo>
                    <a:pt x="1282750" y="1702086"/>
                  </a:lnTo>
                  <a:lnTo>
                    <a:pt x="1283087" y="1699805"/>
                  </a:lnTo>
                  <a:lnTo>
                    <a:pt x="1283423" y="1697061"/>
                  </a:lnTo>
                  <a:lnTo>
                    <a:pt x="1283760" y="1694243"/>
                  </a:lnTo>
                  <a:lnTo>
                    <a:pt x="1284096" y="1691728"/>
                  </a:lnTo>
                  <a:lnTo>
                    <a:pt x="1284432" y="1688912"/>
                  </a:lnTo>
                  <a:lnTo>
                    <a:pt x="1284769" y="1685688"/>
                  </a:lnTo>
                  <a:lnTo>
                    <a:pt x="1285105" y="1683784"/>
                  </a:lnTo>
                  <a:lnTo>
                    <a:pt x="1285442" y="1680594"/>
                  </a:lnTo>
                  <a:lnTo>
                    <a:pt x="1285778" y="1679701"/>
                  </a:lnTo>
                  <a:lnTo>
                    <a:pt x="1286115" y="1678684"/>
                  </a:lnTo>
                  <a:lnTo>
                    <a:pt x="1286451" y="1678157"/>
                  </a:lnTo>
                  <a:lnTo>
                    <a:pt x="1286788" y="1678368"/>
                  </a:lnTo>
                  <a:lnTo>
                    <a:pt x="1287124" y="1678482"/>
                  </a:lnTo>
                  <a:lnTo>
                    <a:pt x="1287461" y="1678460"/>
                  </a:lnTo>
                  <a:lnTo>
                    <a:pt x="1287797" y="1678556"/>
                  </a:lnTo>
                  <a:lnTo>
                    <a:pt x="1288134" y="1678577"/>
                  </a:lnTo>
                  <a:lnTo>
                    <a:pt x="1288470" y="1678012"/>
                  </a:lnTo>
                  <a:lnTo>
                    <a:pt x="1288806" y="1677363"/>
                  </a:lnTo>
                  <a:lnTo>
                    <a:pt x="1289143" y="1674770"/>
                  </a:lnTo>
                  <a:lnTo>
                    <a:pt x="1289479" y="1672103"/>
                  </a:lnTo>
                  <a:lnTo>
                    <a:pt x="1289816" y="1669926"/>
                  </a:lnTo>
                  <a:lnTo>
                    <a:pt x="1290152" y="1668220"/>
                  </a:lnTo>
                  <a:lnTo>
                    <a:pt x="1290489" y="1667398"/>
                  </a:lnTo>
                  <a:lnTo>
                    <a:pt x="1290825" y="1665899"/>
                  </a:lnTo>
                  <a:lnTo>
                    <a:pt x="1291162" y="1663840"/>
                  </a:lnTo>
                  <a:lnTo>
                    <a:pt x="1291498" y="1658728"/>
                  </a:lnTo>
                  <a:lnTo>
                    <a:pt x="1291835" y="1652179"/>
                  </a:lnTo>
                  <a:lnTo>
                    <a:pt x="1292171" y="1644982"/>
                  </a:lnTo>
                  <a:lnTo>
                    <a:pt x="1292508" y="1637219"/>
                  </a:lnTo>
                  <a:lnTo>
                    <a:pt x="1292844" y="1628902"/>
                  </a:lnTo>
                  <a:lnTo>
                    <a:pt x="1293180" y="1620001"/>
                  </a:lnTo>
                  <a:lnTo>
                    <a:pt x="1293517" y="1611319"/>
                  </a:lnTo>
                  <a:lnTo>
                    <a:pt x="1293853" y="1602079"/>
                  </a:lnTo>
                  <a:lnTo>
                    <a:pt x="1294190" y="1592209"/>
                  </a:lnTo>
                  <a:lnTo>
                    <a:pt x="1294526" y="1581716"/>
                  </a:lnTo>
                  <a:lnTo>
                    <a:pt x="1294863" y="1570867"/>
                  </a:lnTo>
                  <a:lnTo>
                    <a:pt x="1295199" y="1563596"/>
                  </a:lnTo>
                  <a:lnTo>
                    <a:pt x="1295536" y="1556015"/>
                  </a:lnTo>
                  <a:lnTo>
                    <a:pt x="1295872" y="1549309"/>
                  </a:lnTo>
                  <a:lnTo>
                    <a:pt x="1296209" y="1543242"/>
                  </a:lnTo>
                  <a:lnTo>
                    <a:pt x="1296545" y="1536792"/>
                  </a:lnTo>
                  <a:lnTo>
                    <a:pt x="1296882" y="1530781"/>
                  </a:lnTo>
                  <a:lnTo>
                    <a:pt x="1297218" y="1525142"/>
                  </a:lnTo>
                  <a:lnTo>
                    <a:pt x="1297554" y="1519271"/>
                  </a:lnTo>
                  <a:lnTo>
                    <a:pt x="1297891" y="1513561"/>
                  </a:lnTo>
                  <a:lnTo>
                    <a:pt x="1298227" y="1507983"/>
                  </a:lnTo>
                  <a:lnTo>
                    <a:pt x="1298564" y="1501894"/>
                  </a:lnTo>
                  <a:lnTo>
                    <a:pt x="1298900" y="1496212"/>
                  </a:lnTo>
                  <a:lnTo>
                    <a:pt x="1299237" y="1491011"/>
                  </a:lnTo>
                  <a:lnTo>
                    <a:pt x="1299573" y="1486032"/>
                  </a:lnTo>
                  <a:lnTo>
                    <a:pt x="1299910" y="1481004"/>
                  </a:lnTo>
                  <a:lnTo>
                    <a:pt x="1300246" y="1475726"/>
                  </a:lnTo>
                  <a:lnTo>
                    <a:pt x="1300583" y="1469987"/>
                  </a:lnTo>
                  <a:lnTo>
                    <a:pt x="1300919" y="1460482"/>
                  </a:lnTo>
                  <a:lnTo>
                    <a:pt x="1301255" y="1454620"/>
                  </a:lnTo>
                  <a:lnTo>
                    <a:pt x="1301592" y="1450136"/>
                  </a:lnTo>
                  <a:lnTo>
                    <a:pt x="1301928" y="1446115"/>
                  </a:lnTo>
                  <a:lnTo>
                    <a:pt x="1302265" y="1442430"/>
                  </a:lnTo>
                  <a:lnTo>
                    <a:pt x="1302601" y="1439592"/>
                  </a:lnTo>
                  <a:lnTo>
                    <a:pt x="1302938" y="1436209"/>
                  </a:lnTo>
                  <a:lnTo>
                    <a:pt x="1303274" y="1432258"/>
                  </a:lnTo>
                  <a:lnTo>
                    <a:pt x="1303611" y="1429867"/>
                  </a:lnTo>
                  <a:lnTo>
                    <a:pt x="1303947" y="1427090"/>
                  </a:lnTo>
                  <a:lnTo>
                    <a:pt x="1304284" y="1423641"/>
                  </a:lnTo>
                  <a:lnTo>
                    <a:pt x="1304620" y="1420355"/>
                  </a:lnTo>
                  <a:lnTo>
                    <a:pt x="1304957" y="1417178"/>
                  </a:lnTo>
                  <a:lnTo>
                    <a:pt x="1305293" y="1414054"/>
                  </a:lnTo>
                  <a:lnTo>
                    <a:pt x="1305629" y="1410717"/>
                  </a:lnTo>
                  <a:lnTo>
                    <a:pt x="1305966" y="1408220"/>
                  </a:lnTo>
                  <a:lnTo>
                    <a:pt x="1306302" y="1405755"/>
                  </a:lnTo>
                  <a:lnTo>
                    <a:pt x="1306639" y="1402824"/>
                  </a:lnTo>
                  <a:lnTo>
                    <a:pt x="1306975" y="1399089"/>
                  </a:lnTo>
                  <a:lnTo>
                    <a:pt x="1307312" y="1394983"/>
                  </a:lnTo>
                  <a:lnTo>
                    <a:pt x="1307648" y="1390169"/>
                  </a:lnTo>
                  <a:lnTo>
                    <a:pt x="1307985" y="1385062"/>
                  </a:lnTo>
                  <a:lnTo>
                    <a:pt x="1308321" y="1380767"/>
                  </a:lnTo>
                  <a:lnTo>
                    <a:pt x="1308658" y="1377756"/>
                  </a:lnTo>
                  <a:lnTo>
                    <a:pt x="1308994" y="1375122"/>
                  </a:lnTo>
                  <a:lnTo>
                    <a:pt x="1309331" y="1372212"/>
                  </a:lnTo>
                  <a:lnTo>
                    <a:pt x="1309667" y="1369646"/>
                  </a:lnTo>
                  <a:lnTo>
                    <a:pt x="1310003" y="1366975"/>
                  </a:lnTo>
                  <a:lnTo>
                    <a:pt x="1310340" y="1364630"/>
                  </a:lnTo>
                  <a:lnTo>
                    <a:pt x="1310676" y="1362462"/>
                  </a:lnTo>
                  <a:lnTo>
                    <a:pt x="1311013" y="1360820"/>
                  </a:lnTo>
                  <a:lnTo>
                    <a:pt x="1311349" y="1359738"/>
                  </a:lnTo>
                  <a:lnTo>
                    <a:pt x="1311686" y="1359819"/>
                  </a:lnTo>
                  <a:lnTo>
                    <a:pt x="1312022" y="1360853"/>
                  </a:lnTo>
                  <a:lnTo>
                    <a:pt x="1312359" y="1360468"/>
                  </a:lnTo>
                  <a:lnTo>
                    <a:pt x="1312695" y="1359896"/>
                  </a:lnTo>
                  <a:lnTo>
                    <a:pt x="1313032" y="1359836"/>
                  </a:lnTo>
                  <a:lnTo>
                    <a:pt x="1313368" y="1360457"/>
                  </a:lnTo>
                  <a:lnTo>
                    <a:pt x="1313705" y="1360606"/>
                  </a:lnTo>
                  <a:lnTo>
                    <a:pt x="1314041" y="1360933"/>
                  </a:lnTo>
                  <a:lnTo>
                    <a:pt x="1314377" y="1361792"/>
                  </a:lnTo>
                  <a:lnTo>
                    <a:pt x="1314714" y="1363501"/>
                  </a:lnTo>
                  <a:lnTo>
                    <a:pt x="1315050" y="1365416"/>
                  </a:lnTo>
                  <a:lnTo>
                    <a:pt x="1315387" y="1367279"/>
                  </a:lnTo>
                  <a:lnTo>
                    <a:pt x="1315723" y="1368709"/>
                  </a:lnTo>
                  <a:lnTo>
                    <a:pt x="1316060" y="1368898"/>
                  </a:lnTo>
                  <a:lnTo>
                    <a:pt x="1316396" y="1368277"/>
                  </a:lnTo>
                  <a:lnTo>
                    <a:pt x="1316733" y="1366170"/>
                  </a:lnTo>
                  <a:lnTo>
                    <a:pt x="1317069" y="1364069"/>
                  </a:lnTo>
                  <a:lnTo>
                    <a:pt x="1317406" y="1359872"/>
                  </a:lnTo>
                  <a:lnTo>
                    <a:pt x="1317742" y="1354724"/>
                  </a:lnTo>
                  <a:lnTo>
                    <a:pt x="1318079" y="1347031"/>
                  </a:lnTo>
                  <a:lnTo>
                    <a:pt x="1318415" y="1340083"/>
                  </a:lnTo>
                  <a:lnTo>
                    <a:pt x="1318751" y="1334026"/>
                  </a:lnTo>
                  <a:lnTo>
                    <a:pt x="1319088" y="1331621"/>
                  </a:lnTo>
                  <a:lnTo>
                    <a:pt x="1319424" y="1328765"/>
                  </a:lnTo>
                  <a:lnTo>
                    <a:pt x="1319761" y="1325142"/>
                  </a:lnTo>
                  <a:lnTo>
                    <a:pt x="1320097" y="1321333"/>
                  </a:lnTo>
                  <a:lnTo>
                    <a:pt x="1320434" y="1316285"/>
                  </a:lnTo>
                  <a:lnTo>
                    <a:pt x="1320770" y="1310374"/>
                  </a:lnTo>
                  <a:lnTo>
                    <a:pt x="1321107" y="1304444"/>
                  </a:lnTo>
                  <a:lnTo>
                    <a:pt x="1321443" y="1298987"/>
                  </a:lnTo>
                  <a:lnTo>
                    <a:pt x="1321780" y="1293874"/>
                  </a:lnTo>
                  <a:lnTo>
                    <a:pt x="1322116" y="1288762"/>
                  </a:lnTo>
                  <a:lnTo>
                    <a:pt x="1322453" y="1283587"/>
                  </a:lnTo>
                  <a:lnTo>
                    <a:pt x="1322789" y="1278062"/>
                  </a:lnTo>
                  <a:lnTo>
                    <a:pt x="1323125" y="1272206"/>
                  </a:lnTo>
                  <a:lnTo>
                    <a:pt x="1323462" y="1265439"/>
                  </a:lnTo>
                  <a:lnTo>
                    <a:pt x="1323798" y="1258301"/>
                  </a:lnTo>
                  <a:lnTo>
                    <a:pt x="1324135" y="1250060"/>
                  </a:lnTo>
                  <a:lnTo>
                    <a:pt x="1324471" y="1241801"/>
                  </a:lnTo>
                  <a:lnTo>
                    <a:pt x="1324808" y="1233947"/>
                  </a:lnTo>
                  <a:lnTo>
                    <a:pt x="1325144" y="1226372"/>
                  </a:lnTo>
                  <a:lnTo>
                    <a:pt x="1325481" y="1219567"/>
                  </a:lnTo>
                  <a:lnTo>
                    <a:pt x="1325817" y="1213524"/>
                  </a:lnTo>
                  <a:lnTo>
                    <a:pt x="1326154" y="1207604"/>
                  </a:lnTo>
                  <a:lnTo>
                    <a:pt x="1326490" y="1201861"/>
                  </a:lnTo>
                  <a:lnTo>
                    <a:pt x="1326827" y="1195092"/>
                  </a:lnTo>
                  <a:lnTo>
                    <a:pt x="1327163" y="1187940"/>
                  </a:lnTo>
                  <a:lnTo>
                    <a:pt x="1327499" y="1180349"/>
                  </a:lnTo>
                  <a:lnTo>
                    <a:pt x="1327836" y="1172747"/>
                  </a:lnTo>
                  <a:lnTo>
                    <a:pt x="1328172" y="1165579"/>
                  </a:lnTo>
                  <a:lnTo>
                    <a:pt x="1328509" y="1158860"/>
                  </a:lnTo>
                  <a:lnTo>
                    <a:pt x="1328845" y="1151926"/>
                  </a:lnTo>
                  <a:lnTo>
                    <a:pt x="1329182" y="1144560"/>
                  </a:lnTo>
                  <a:lnTo>
                    <a:pt x="1329518" y="1136814"/>
                  </a:lnTo>
                  <a:lnTo>
                    <a:pt x="1329855" y="1130465"/>
                  </a:lnTo>
                  <a:lnTo>
                    <a:pt x="1330191" y="1121940"/>
                  </a:lnTo>
                  <a:lnTo>
                    <a:pt x="1330528" y="1112525"/>
                  </a:lnTo>
                  <a:lnTo>
                    <a:pt x="1330864" y="1102598"/>
                  </a:lnTo>
                  <a:lnTo>
                    <a:pt x="1331200" y="1093460"/>
                  </a:lnTo>
                  <a:lnTo>
                    <a:pt x="1331537" y="1084790"/>
                  </a:lnTo>
                  <a:lnTo>
                    <a:pt x="1331873" y="1076447"/>
                  </a:lnTo>
                  <a:lnTo>
                    <a:pt x="1332210" y="1067899"/>
                  </a:lnTo>
                  <a:lnTo>
                    <a:pt x="1332546" y="1058938"/>
                  </a:lnTo>
                  <a:lnTo>
                    <a:pt x="1332883" y="1050559"/>
                  </a:lnTo>
                  <a:lnTo>
                    <a:pt x="1333219" y="1042283"/>
                  </a:lnTo>
                  <a:lnTo>
                    <a:pt x="1333556" y="1034047"/>
                  </a:lnTo>
                  <a:lnTo>
                    <a:pt x="1333892" y="1026608"/>
                  </a:lnTo>
                  <a:lnTo>
                    <a:pt x="1334229" y="1021303"/>
                  </a:lnTo>
                  <a:lnTo>
                    <a:pt x="1334565" y="1016691"/>
                  </a:lnTo>
                  <a:lnTo>
                    <a:pt x="1334902" y="1011801"/>
                  </a:lnTo>
                  <a:lnTo>
                    <a:pt x="1335238" y="1007142"/>
                  </a:lnTo>
                  <a:lnTo>
                    <a:pt x="1335574" y="1004189"/>
                  </a:lnTo>
                  <a:lnTo>
                    <a:pt x="1335911" y="1002254"/>
                  </a:lnTo>
                  <a:lnTo>
                    <a:pt x="1336247" y="1000638"/>
                  </a:lnTo>
                  <a:lnTo>
                    <a:pt x="1336584" y="992703"/>
                  </a:lnTo>
                  <a:lnTo>
                    <a:pt x="1336920" y="985196"/>
                  </a:lnTo>
                  <a:lnTo>
                    <a:pt x="1337257" y="979161"/>
                  </a:lnTo>
                  <a:lnTo>
                    <a:pt x="1337593" y="972521"/>
                  </a:lnTo>
                  <a:lnTo>
                    <a:pt x="1337930" y="966396"/>
                  </a:lnTo>
                  <a:lnTo>
                    <a:pt x="1338266" y="960135"/>
                  </a:lnTo>
                  <a:lnTo>
                    <a:pt x="1338603" y="953946"/>
                  </a:lnTo>
                  <a:lnTo>
                    <a:pt x="1338939" y="946648"/>
                  </a:lnTo>
                  <a:lnTo>
                    <a:pt x="1339276" y="939080"/>
                  </a:lnTo>
                  <a:lnTo>
                    <a:pt x="1339612" y="932245"/>
                  </a:lnTo>
                  <a:lnTo>
                    <a:pt x="1339948" y="926657"/>
                  </a:lnTo>
                  <a:lnTo>
                    <a:pt x="1340285" y="922123"/>
                  </a:lnTo>
                  <a:lnTo>
                    <a:pt x="1340621" y="917926"/>
                  </a:lnTo>
                  <a:lnTo>
                    <a:pt x="1340958" y="914586"/>
                  </a:lnTo>
                  <a:lnTo>
                    <a:pt x="1341294" y="911788"/>
                  </a:lnTo>
                  <a:lnTo>
                    <a:pt x="1341631" y="909405"/>
                  </a:lnTo>
                  <a:lnTo>
                    <a:pt x="1341967" y="907883"/>
                  </a:lnTo>
                  <a:lnTo>
                    <a:pt x="1342304" y="906720"/>
                  </a:lnTo>
                  <a:lnTo>
                    <a:pt x="1342640" y="905891"/>
                  </a:lnTo>
                  <a:lnTo>
                    <a:pt x="1342977" y="905273"/>
                  </a:lnTo>
                  <a:lnTo>
                    <a:pt x="1343313" y="905186"/>
                  </a:lnTo>
                  <a:lnTo>
                    <a:pt x="1343650" y="905436"/>
                  </a:lnTo>
                  <a:lnTo>
                    <a:pt x="1343986" y="906047"/>
                  </a:lnTo>
                  <a:lnTo>
                    <a:pt x="1344322" y="906359"/>
                  </a:lnTo>
                  <a:lnTo>
                    <a:pt x="1344659" y="907533"/>
                  </a:lnTo>
                  <a:lnTo>
                    <a:pt x="1344995" y="908202"/>
                  </a:lnTo>
                  <a:lnTo>
                    <a:pt x="1345332" y="908555"/>
                  </a:lnTo>
                  <a:lnTo>
                    <a:pt x="1345668" y="909654"/>
                  </a:lnTo>
                  <a:lnTo>
                    <a:pt x="1346005" y="910381"/>
                  </a:lnTo>
                  <a:lnTo>
                    <a:pt x="1346341" y="910708"/>
                  </a:lnTo>
                  <a:lnTo>
                    <a:pt x="1346678" y="910169"/>
                  </a:lnTo>
                  <a:lnTo>
                    <a:pt x="1347014" y="909045"/>
                  </a:lnTo>
                  <a:lnTo>
                    <a:pt x="1347351" y="907165"/>
                  </a:lnTo>
                  <a:lnTo>
                    <a:pt x="1347687" y="905602"/>
                  </a:lnTo>
                  <a:lnTo>
                    <a:pt x="1348024" y="905323"/>
                  </a:lnTo>
                  <a:lnTo>
                    <a:pt x="1348360" y="904832"/>
                  </a:lnTo>
                  <a:lnTo>
                    <a:pt x="1348696" y="905321"/>
                  </a:lnTo>
                  <a:lnTo>
                    <a:pt x="1349033" y="906920"/>
                  </a:lnTo>
                  <a:lnTo>
                    <a:pt x="1349369" y="910203"/>
                  </a:lnTo>
                  <a:lnTo>
                    <a:pt x="1349706" y="912739"/>
                  </a:lnTo>
                  <a:lnTo>
                    <a:pt x="1350042" y="914894"/>
                  </a:lnTo>
                  <a:lnTo>
                    <a:pt x="1350379" y="917128"/>
                  </a:lnTo>
                  <a:lnTo>
                    <a:pt x="1350715" y="920009"/>
                  </a:lnTo>
                  <a:lnTo>
                    <a:pt x="1351052" y="922337"/>
                  </a:lnTo>
                  <a:lnTo>
                    <a:pt x="1351388" y="924219"/>
                  </a:lnTo>
                  <a:lnTo>
                    <a:pt x="1351725" y="926878"/>
                  </a:lnTo>
                  <a:lnTo>
                    <a:pt x="1352061" y="930728"/>
                  </a:lnTo>
                  <a:lnTo>
                    <a:pt x="1352398" y="936375"/>
                  </a:lnTo>
                  <a:lnTo>
                    <a:pt x="1352734" y="943100"/>
                  </a:lnTo>
                  <a:lnTo>
                    <a:pt x="1353070" y="947132"/>
                  </a:lnTo>
                  <a:lnTo>
                    <a:pt x="1353407" y="951246"/>
                  </a:lnTo>
                  <a:lnTo>
                    <a:pt x="1353743" y="955114"/>
                  </a:lnTo>
                  <a:lnTo>
                    <a:pt x="1354080" y="958409"/>
                  </a:lnTo>
                  <a:lnTo>
                    <a:pt x="1354416" y="962217"/>
                  </a:lnTo>
                  <a:lnTo>
                    <a:pt x="1354753" y="966658"/>
                  </a:lnTo>
                  <a:lnTo>
                    <a:pt x="1355089" y="971403"/>
                  </a:lnTo>
                  <a:lnTo>
                    <a:pt x="1355426" y="976211"/>
                  </a:lnTo>
                  <a:lnTo>
                    <a:pt x="1355762" y="981000"/>
                  </a:lnTo>
                  <a:lnTo>
                    <a:pt x="1356099" y="987162"/>
                  </a:lnTo>
                  <a:lnTo>
                    <a:pt x="1356435" y="993840"/>
                  </a:lnTo>
                  <a:lnTo>
                    <a:pt x="1356772" y="1000643"/>
                  </a:lnTo>
                  <a:lnTo>
                    <a:pt x="1357108" y="1006772"/>
                  </a:lnTo>
                  <a:lnTo>
                    <a:pt x="1357444" y="1012571"/>
                  </a:lnTo>
                  <a:lnTo>
                    <a:pt x="1357781" y="1017878"/>
                  </a:lnTo>
                  <a:lnTo>
                    <a:pt x="1358117" y="1023601"/>
                  </a:lnTo>
                  <a:lnTo>
                    <a:pt x="1358454" y="1029344"/>
                  </a:lnTo>
                  <a:lnTo>
                    <a:pt x="1358790" y="1037669"/>
                  </a:lnTo>
                  <a:lnTo>
                    <a:pt x="1359127" y="1047034"/>
                  </a:lnTo>
                  <a:lnTo>
                    <a:pt x="1359463" y="1056932"/>
                  </a:lnTo>
                  <a:lnTo>
                    <a:pt x="1359800" y="1067133"/>
                  </a:lnTo>
                  <a:lnTo>
                    <a:pt x="1360136" y="1078085"/>
                  </a:lnTo>
                  <a:lnTo>
                    <a:pt x="1360473" y="1089325"/>
                  </a:lnTo>
                  <a:lnTo>
                    <a:pt x="1360809" y="1100951"/>
                  </a:lnTo>
                  <a:lnTo>
                    <a:pt x="1361146" y="1112794"/>
                  </a:lnTo>
                  <a:lnTo>
                    <a:pt x="1361482" y="1124740"/>
                  </a:lnTo>
                  <a:lnTo>
                    <a:pt x="1361818" y="1136757"/>
                  </a:lnTo>
                  <a:lnTo>
                    <a:pt x="1362155" y="1148493"/>
                  </a:lnTo>
                  <a:lnTo>
                    <a:pt x="1362491" y="1157126"/>
                  </a:lnTo>
                  <a:lnTo>
                    <a:pt x="1362828" y="1165746"/>
                  </a:lnTo>
                  <a:lnTo>
                    <a:pt x="1363164" y="1174223"/>
                  </a:lnTo>
                  <a:lnTo>
                    <a:pt x="1363501" y="1182959"/>
                  </a:lnTo>
                  <a:lnTo>
                    <a:pt x="1363837" y="1192353"/>
                  </a:lnTo>
                  <a:lnTo>
                    <a:pt x="1364174" y="1201615"/>
                  </a:lnTo>
                  <a:lnTo>
                    <a:pt x="1364510" y="1210315"/>
                  </a:lnTo>
                  <a:lnTo>
                    <a:pt x="1364847" y="1218480"/>
                  </a:lnTo>
                  <a:lnTo>
                    <a:pt x="1365183" y="1226008"/>
                  </a:lnTo>
                  <a:lnTo>
                    <a:pt x="1365519" y="1232488"/>
                  </a:lnTo>
                  <a:lnTo>
                    <a:pt x="1365856" y="1237873"/>
                  </a:lnTo>
                  <a:lnTo>
                    <a:pt x="1366192" y="1241623"/>
                  </a:lnTo>
                  <a:lnTo>
                    <a:pt x="1366529" y="1245853"/>
                  </a:lnTo>
                  <a:lnTo>
                    <a:pt x="1366865" y="1250236"/>
                  </a:lnTo>
                  <a:lnTo>
                    <a:pt x="1367202" y="1255063"/>
                  </a:lnTo>
                  <a:lnTo>
                    <a:pt x="1367538" y="1259809"/>
                  </a:lnTo>
                  <a:lnTo>
                    <a:pt x="1367875" y="1263803"/>
                  </a:lnTo>
                  <a:lnTo>
                    <a:pt x="1368211" y="1269995"/>
                  </a:lnTo>
                  <a:lnTo>
                    <a:pt x="1368548" y="1272057"/>
                  </a:lnTo>
                  <a:lnTo>
                    <a:pt x="1368884" y="1273300"/>
                  </a:lnTo>
                  <a:lnTo>
                    <a:pt x="1369221" y="1274297"/>
                  </a:lnTo>
                  <a:lnTo>
                    <a:pt x="1369557" y="1275633"/>
                  </a:lnTo>
                  <a:lnTo>
                    <a:pt x="1369893" y="1277608"/>
                  </a:lnTo>
                  <a:lnTo>
                    <a:pt x="1370230" y="1281308"/>
                  </a:lnTo>
                  <a:lnTo>
                    <a:pt x="1370566" y="1285754"/>
                  </a:lnTo>
                  <a:lnTo>
                    <a:pt x="1370903" y="1287715"/>
                  </a:lnTo>
                  <a:lnTo>
                    <a:pt x="1371239" y="1288645"/>
                  </a:lnTo>
                  <a:lnTo>
                    <a:pt x="1371576" y="1289378"/>
                  </a:lnTo>
                  <a:lnTo>
                    <a:pt x="1371912" y="1289964"/>
                  </a:lnTo>
                  <a:lnTo>
                    <a:pt x="1372249" y="1290813"/>
                  </a:lnTo>
                  <a:lnTo>
                    <a:pt x="1372585" y="1292291"/>
                  </a:lnTo>
                  <a:lnTo>
                    <a:pt x="1372922" y="1295255"/>
                  </a:lnTo>
                  <a:lnTo>
                    <a:pt x="1373258" y="1297974"/>
                  </a:lnTo>
                  <a:lnTo>
                    <a:pt x="1373595" y="1299463"/>
                  </a:lnTo>
                  <a:lnTo>
                    <a:pt x="1373931" y="1301617"/>
                  </a:lnTo>
                  <a:lnTo>
                    <a:pt x="1374267" y="1303447"/>
                  </a:lnTo>
                  <a:lnTo>
                    <a:pt x="1374604" y="1305031"/>
                  </a:lnTo>
                  <a:lnTo>
                    <a:pt x="1374940" y="1307086"/>
                  </a:lnTo>
                  <a:lnTo>
                    <a:pt x="1375277" y="1309768"/>
                  </a:lnTo>
                  <a:lnTo>
                    <a:pt x="1375613" y="1312350"/>
                  </a:lnTo>
                  <a:lnTo>
                    <a:pt x="1375950" y="1314919"/>
                  </a:lnTo>
                  <a:lnTo>
                    <a:pt x="1376286" y="1318228"/>
                  </a:lnTo>
                  <a:lnTo>
                    <a:pt x="1376623" y="1322362"/>
                  </a:lnTo>
                  <a:lnTo>
                    <a:pt x="1376959" y="1326368"/>
                  </a:lnTo>
                  <a:lnTo>
                    <a:pt x="1377296" y="1330372"/>
                  </a:lnTo>
                  <a:lnTo>
                    <a:pt x="1377632" y="1333989"/>
                  </a:lnTo>
                  <a:lnTo>
                    <a:pt x="1377969" y="1337123"/>
                  </a:lnTo>
                  <a:lnTo>
                    <a:pt x="1378305" y="1340255"/>
                  </a:lnTo>
                  <a:lnTo>
                    <a:pt x="1378641" y="1344242"/>
                  </a:lnTo>
                  <a:lnTo>
                    <a:pt x="1378978" y="1349082"/>
                  </a:lnTo>
                  <a:lnTo>
                    <a:pt x="1379314" y="1354341"/>
                  </a:lnTo>
                  <a:lnTo>
                    <a:pt x="1379651" y="1358612"/>
                  </a:lnTo>
                  <a:lnTo>
                    <a:pt x="1379987" y="1363190"/>
                  </a:lnTo>
                  <a:lnTo>
                    <a:pt x="1380324" y="1367180"/>
                  </a:lnTo>
                  <a:lnTo>
                    <a:pt x="1380660" y="1370761"/>
                  </a:lnTo>
                  <a:lnTo>
                    <a:pt x="1380997" y="1374667"/>
                  </a:lnTo>
                  <a:lnTo>
                    <a:pt x="1381333" y="1378267"/>
                  </a:lnTo>
                  <a:lnTo>
                    <a:pt x="1381670" y="1381669"/>
                  </a:lnTo>
                  <a:lnTo>
                    <a:pt x="1382006" y="1384701"/>
                  </a:lnTo>
                  <a:lnTo>
                    <a:pt x="1382343" y="1387672"/>
                  </a:lnTo>
                  <a:lnTo>
                    <a:pt x="1382679" y="1390721"/>
                  </a:lnTo>
                  <a:lnTo>
                    <a:pt x="1383015" y="1394234"/>
                  </a:lnTo>
                  <a:lnTo>
                    <a:pt x="1383352" y="1399273"/>
                  </a:lnTo>
                  <a:lnTo>
                    <a:pt x="1383688" y="1405114"/>
                  </a:lnTo>
                  <a:lnTo>
                    <a:pt x="1384025" y="1411960"/>
                  </a:lnTo>
                  <a:lnTo>
                    <a:pt x="1384361" y="1418686"/>
                  </a:lnTo>
                  <a:lnTo>
                    <a:pt x="1384698" y="1427478"/>
                  </a:lnTo>
                  <a:lnTo>
                    <a:pt x="1385034" y="1435865"/>
                  </a:lnTo>
                  <a:lnTo>
                    <a:pt x="1385371" y="1446527"/>
                  </a:lnTo>
                  <a:lnTo>
                    <a:pt x="1385707" y="1456010"/>
                  </a:lnTo>
                  <a:lnTo>
                    <a:pt x="1386044" y="1464639"/>
                  </a:lnTo>
                  <a:lnTo>
                    <a:pt x="1386380" y="1470706"/>
                  </a:lnTo>
                  <a:lnTo>
                    <a:pt x="1386717" y="1476985"/>
                  </a:lnTo>
                  <a:lnTo>
                    <a:pt x="1387053" y="1483604"/>
                  </a:lnTo>
                  <a:lnTo>
                    <a:pt x="1387389" y="1490059"/>
                  </a:lnTo>
                  <a:lnTo>
                    <a:pt x="1387726" y="1496740"/>
                  </a:lnTo>
                  <a:lnTo>
                    <a:pt x="1388062" y="1504270"/>
                  </a:lnTo>
                  <a:lnTo>
                    <a:pt x="1388399" y="1511545"/>
                  </a:lnTo>
                  <a:lnTo>
                    <a:pt x="1388735" y="1518167"/>
                  </a:lnTo>
                  <a:lnTo>
                    <a:pt x="1389072" y="1524223"/>
                  </a:lnTo>
                  <a:lnTo>
                    <a:pt x="1389408" y="1529991"/>
                  </a:lnTo>
                  <a:lnTo>
                    <a:pt x="1389745" y="1535869"/>
                  </a:lnTo>
                  <a:lnTo>
                    <a:pt x="1390081" y="1542101"/>
                  </a:lnTo>
                  <a:lnTo>
                    <a:pt x="1390418" y="1549158"/>
                  </a:lnTo>
                  <a:lnTo>
                    <a:pt x="1390754" y="1556775"/>
                  </a:lnTo>
                  <a:lnTo>
                    <a:pt x="1391091" y="1564439"/>
                  </a:lnTo>
                  <a:lnTo>
                    <a:pt x="1391427" y="1572715"/>
                  </a:lnTo>
                  <a:lnTo>
                    <a:pt x="1391763" y="1581031"/>
                  </a:lnTo>
                  <a:lnTo>
                    <a:pt x="1392100" y="1589036"/>
                  </a:lnTo>
                  <a:lnTo>
                    <a:pt x="1392436" y="1596738"/>
                  </a:lnTo>
                  <a:lnTo>
                    <a:pt x="1392773" y="1603741"/>
                  </a:lnTo>
                  <a:lnTo>
                    <a:pt x="1393109" y="1609473"/>
                  </a:lnTo>
                  <a:lnTo>
                    <a:pt x="1393446" y="1615126"/>
                  </a:lnTo>
                  <a:lnTo>
                    <a:pt x="1393782" y="1621351"/>
                  </a:lnTo>
                  <a:lnTo>
                    <a:pt x="1394119" y="1627962"/>
                  </a:lnTo>
                  <a:lnTo>
                    <a:pt x="1394455" y="1634561"/>
                  </a:lnTo>
                  <a:lnTo>
                    <a:pt x="1394792" y="1640923"/>
                  </a:lnTo>
                  <a:lnTo>
                    <a:pt x="1395128" y="1646923"/>
                  </a:lnTo>
                  <a:lnTo>
                    <a:pt x="1395465" y="1651799"/>
                  </a:lnTo>
                  <a:lnTo>
                    <a:pt x="1395801" y="1655781"/>
                  </a:lnTo>
                  <a:lnTo>
                    <a:pt x="1396137" y="1659741"/>
                  </a:lnTo>
                  <a:lnTo>
                    <a:pt x="1396474" y="1663608"/>
                  </a:lnTo>
                  <a:lnTo>
                    <a:pt x="1396810" y="1667166"/>
                  </a:lnTo>
                  <a:lnTo>
                    <a:pt x="1397147" y="1668809"/>
                  </a:lnTo>
                  <a:lnTo>
                    <a:pt x="1397483" y="1673008"/>
                  </a:lnTo>
                  <a:lnTo>
                    <a:pt x="1397820" y="1677725"/>
                  </a:lnTo>
                  <a:lnTo>
                    <a:pt x="1398156" y="1683248"/>
                  </a:lnTo>
                  <a:lnTo>
                    <a:pt x="1398493" y="1687961"/>
                  </a:lnTo>
                  <a:lnTo>
                    <a:pt x="1398829" y="1691745"/>
                  </a:lnTo>
                  <a:lnTo>
                    <a:pt x="1399166" y="1695024"/>
                  </a:lnTo>
                  <a:lnTo>
                    <a:pt x="1399502" y="1698442"/>
                  </a:lnTo>
                  <a:lnTo>
                    <a:pt x="1399838" y="1701454"/>
                  </a:lnTo>
                  <a:lnTo>
                    <a:pt x="1400175" y="1703956"/>
                  </a:lnTo>
                  <a:lnTo>
                    <a:pt x="1400511" y="1706837"/>
                  </a:lnTo>
                  <a:lnTo>
                    <a:pt x="1400848" y="1710144"/>
                  </a:lnTo>
                  <a:lnTo>
                    <a:pt x="1401184" y="1713107"/>
                  </a:lnTo>
                  <a:lnTo>
                    <a:pt x="1401521" y="1715194"/>
                  </a:lnTo>
                  <a:lnTo>
                    <a:pt x="1401857" y="1717371"/>
                  </a:lnTo>
                  <a:lnTo>
                    <a:pt x="1402194" y="1719380"/>
                  </a:lnTo>
                  <a:lnTo>
                    <a:pt x="1402530" y="1721201"/>
                  </a:lnTo>
                  <a:lnTo>
                    <a:pt x="1402867" y="1722616"/>
                  </a:lnTo>
                  <a:lnTo>
                    <a:pt x="1403203" y="1723560"/>
                  </a:lnTo>
                  <a:lnTo>
                    <a:pt x="1403540" y="1724860"/>
                  </a:lnTo>
                  <a:lnTo>
                    <a:pt x="1403876" y="1732886"/>
                  </a:lnTo>
                  <a:lnTo>
                    <a:pt x="1404212" y="1740884"/>
                  </a:lnTo>
                  <a:lnTo>
                    <a:pt x="1404549" y="1748525"/>
                  </a:lnTo>
                  <a:lnTo>
                    <a:pt x="1404885" y="1755945"/>
                  </a:lnTo>
                  <a:lnTo>
                    <a:pt x="1405222" y="1763600"/>
                  </a:lnTo>
                  <a:lnTo>
                    <a:pt x="1405558" y="1770505"/>
                  </a:lnTo>
                  <a:lnTo>
                    <a:pt x="1405895" y="1777025"/>
                  </a:lnTo>
                  <a:lnTo>
                    <a:pt x="1406231" y="1784045"/>
                  </a:lnTo>
                  <a:lnTo>
                    <a:pt x="1406568" y="1792453"/>
                  </a:lnTo>
                  <a:lnTo>
                    <a:pt x="1406904" y="1800241"/>
                  </a:lnTo>
                  <a:lnTo>
                    <a:pt x="1407241" y="1806790"/>
                  </a:lnTo>
                  <a:lnTo>
                    <a:pt x="1407577" y="1812317"/>
                  </a:lnTo>
                  <a:lnTo>
                    <a:pt x="1407914" y="1817163"/>
                  </a:lnTo>
                  <a:lnTo>
                    <a:pt x="1408250" y="1821175"/>
                  </a:lnTo>
                  <a:lnTo>
                    <a:pt x="1408586" y="1824909"/>
                  </a:lnTo>
                  <a:lnTo>
                    <a:pt x="1408923" y="1828645"/>
                  </a:lnTo>
                  <a:lnTo>
                    <a:pt x="1409259" y="1831683"/>
                  </a:lnTo>
                  <a:lnTo>
                    <a:pt x="1409596" y="1832983"/>
                  </a:lnTo>
                  <a:lnTo>
                    <a:pt x="1409932" y="1834306"/>
                  </a:lnTo>
                  <a:lnTo>
                    <a:pt x="1410269" y="1835032"/>
                  </a:lnTo>
                  <a:lnTo>
                    <a:pt x="1410605" y="1835461"/>
                  </a:lnTo>
                  <a:lnTo>
                    <a:pt x="1410942" y="1835953"/>
                  </a:lnTo>
                  <a:lnTo>
                    <a:pt x="1411278" y="1836308"/>
                  </a:lnTo>
                  <a:lnTo>
                    <a:pt x="1411615" y="1836860"/>
                  </a:lnTo>
                  <a:lnTo>
                    <a:pt x="1411951" y="1837517"/>
                  </a:lnTo>
                  <a:lnTo>
                    <a:pt x="1412288" y="1836654"/>
                  </a:lnTo>
                  <a:lnTo>
                    <a:pt x="1412624" y="1836259"/>
                  </a:lnTo>
                  <a:lnTo>
                    <a:pt x="1412960" y="1836144"/>
                  </a:lnTo>
                  <a:lnTo>
                    <a:pt x="1413297" y="1836690"/>
                  </a:lnTo>
                  <a:lnTo>
                    <a:pt x="1413633" y="1837236"/>
                  </a:lnTo>
                  <a:lnTo>
                    <a:pt x="1413970" y="1838422"/>
                  </a:lnTo>
                  <a:lnTo>
                    <a:pt x="1414306" y="1840599"/>
                  </a:lnTo>
                  <a:lnTo>
                    <a:pt x="1414643" y="1843286"/>
                  </a:lnTo>
                  <a:lnTo>
                    <a:pt x="1414979" y="1845908"/>
                  </a:lnTo>
                  <a:lnTo>
                    <a:pt x="1415316" y="1849191"/>
                  </a:lnTo>
                  <a:lnTo>
                    <a:pt x="1415652" y="1852862"/>
                  </a:lnTo>
                  <a:lnTo>
                    <a:pt x="1415989" y="1855657"/>
                  </a:lnTo>
                  <a:lnTo>
                    <a:pt x="1416325" y="1857841"/>
                  </a:lnTo>
                  <a:lnTo>
                    <a:pt x="1416662" y="1860578"/>
                  </a:lnTo>
                  <a:lnTo>
                    <a:pt x="1416998" y="1863833"/>
                  </a:lnTo>
                  <a:lnTo>
                    <a:pt x="1417334" y="1867102"/>
                  </a:lnTo>
                  <a:lnTo>
                    <a:pt x="1417671" y="1870169"/>
                  </a:lnTo>
                  <a:lnTo>
                    <a:pt x="1418007" y="1873452"/>
                  </a:lnTo>
                  <a:lnTo>
                    <a:pt x="1418344" y="1876923"/>
                  </a:lnTo>
                  <a:lnTo>
                    <a:pt x="1418680" y="1880737"/>
                  </a:lnTo>
                  <a:lnTo>
                    <a:pt x="1419017" y="1883999"/>
                  </a:lnTo>
                  <a:lnTo>
                    <a:pt x="1419353" y="1886018"/>
                  </a:lnTo>
                  <a:lnTo>
                    <a:pt x="1419690" y="1886981"/>
                  </a:lnTo>
                  <a:lnTo>
                    <a:pt x="1420026" y="1887699"/>
                  </a:lnTo>
                  <a:lnTo>
                    <a:pt x="1420363" y="1888288"/>
                  </a:lnTo>
                  <a:lnTo>
                    <a:pt x="1420699" y="1889351"/>
                  </a:lnTo>
                  <a:lnTo>
                    <a:pt x="1421036" y="1891234"/>
                  </a:lnTo>
                  <a:lnTo>
                    <a:pt x="1421372" y="1893281"/>
                  </a:lnTo>
                  <a:lnTo>
                    <a:pt x="1421708" y="1894826"/>
                  </a:lnTo>
                  <a:lnTo>
                    <a:pt x="1422045" y="1895810"/>
                  </a:lnTo>
                  <a:lnTo>
                    <a:pt x="1422381" y="1896787"/>
                  </a:lnTo>
                  <a:lnTo>
                    <a:pt x="1422718" y="1897491"/>
                  </a:lnTo>
                  <a:lnTo>
                    <a:pt x="1423054" y="1898159"/>
                  </a:lnTo>
                  <a:lnTo>
                    <a:pt x="1423391" y="1897805"/>
                  </a:lnTo>
                  <a:lnTo>
                    <a:pt x="1423727" y="1897169"/>
                  </a:lnTo>
                  <a:lnTo>
                    <a:pt x="1424064" y="1896739"/>
                  </a:lnTo>
                  <a:lnTo>
                    <a:pt x="1424400" y="1896730"/>
                  </a:lnTo>
                  <a:lnTo>
                    <a:pt x="1424737" y="1897027"/>
                  </a:lnTo>
                  <a:lnTo>
                    <a:pt x="1425073" y="1897386"/>
                  </a:lnTo>
                  <a:lnTo>
                    <a:pt x="1425410" y="1897691"/>
                  </a:lnTo>
                  <a:lnTo>
                    <a:pt x="1425746" y="1898018"/>
                  </a:lnTo>
                  <a:lnTo>
                    <a:pt x="1426082" y="1898400"/>
                  </a:lnTo>
                  <a:lnTo>
                    <a:pt x="1426419" y="1898971"/>
                  </a:lnTo>
                  <a:lnTo>
                    <a:pt x="1426755" y="1899706"/>
                  </a:lnTo>
                  <a:lnTo>
                    <a:pt x="1427092" y="1900813"/>
                  </a:lnTo>
                  <a:lnTo>
                    <a:pt x="1427428" y="1901515"/>
                  </a:lnTo>
                  <a:lnTo>
                    <a:pt x="1427765" y="1902782"/>
                  </a:lnTo>
                  <a:lnTo>
                    <a:pt x="1428101" y="1903966"/>
                  </a:lnTo>
                  <a:lnTo>
                    <a:pt x="1428438" y="1905293"/>
                  </a:lnTo>
                  <a:lnTo>
                    <a:pt x="1428774" y="1906843"/>
                  </a:lnTo>
                  <a:lnTo>
                    <a:pt x="1429111" y="1908589"/>
                  </a:lnTo>
                  <a:lnTo>
                    <a:pt x="1429447" y="1910451"/>
                  </a:lnTo>
                  <a:lnTo>
                    <a:pt x="1429784" y="1912085"/>
                  </a:lnTo>
                  <a:lnTo>
                    <a:pt x="1430120" y="1913779"/>
                  </a:lnTo>
                  <a:lnTo>
                    <a:pt x="1430456" y="1915371"/>
                  </a:lnTo>
                  <a:lnTo>
                    <a:pt x="1430793" y="1916817"/>
                  </a:lnTo>
                  <a:lnTo>
                    <a:pt x="1431129" y="1918369"/>
                  </a:lnTo>
                  <a:lnTo>
                    <a:pt x="1431466" y="1919863"/>
                  </a:lnTo>
                  <a:lnTo>
                    <a:pt x="1431802" y="1921516"/>
                  </a:lnTo>
                  <a:lnTo>
                    <a:pt x="1432139" y="1923393"/>
                  </a:lnTo>
                  <a:lnTo>
                    <a:pt x="1432475" y="1925800"/>
                  </a:lnTo>
                  <a:lnTo>
                    <a:pt x="1432812" y="1929046"/>
                  </a:lnTo>
                  <a:lnTo>
                    <a:pt x="1433148" y="1933386"/>
                  </a:lnTo>
                  <a:lnTo>
                    <a:pt x="1433485" y="1939333"/>
                  </a:lnTo>
                  <a:lnTo>
                    <a:pt x="1433821" y="1945079"/>
                  </a:lnTo>
                  <a:lnTo>
                    <a:pt x="1434157" y="1950841"/>
                  </a:lnTo>
                  <a:lnTo>
                    <a:pt x="1434494" y="1956984"/>
                  </a:lnTo>
                  <a:lnTo>
                    <a:pt x="1434830" y="1963471"/>
                  </a:lnTo>
                  <a:lnTo>
                    <a:pt x="1435167" y="1970972"/>
                  </a:lnTo>
                  <a:lnTo>
                    <a:pt x="1435503" y="1979285"/>
                  </a:lnTo>
                  <a:lnTo>
                    <a:pt x="1435840" y="1987172"/>
                  </a:lnTo>
                  <a:lnTo>
                    <a:pt x="1436176" y="1994640"/>
                  </a:lnTo>
                  <a:lnTo>
                    <a:pt x="1436513" y="2002012"/>
                  </a:lnTo>
                  <a:lnTo>
                    <a:pt x="1436849" y="2008730"/>
                  </a:lnTo>
                  <a:lnTo>
                    <a:pt x="1437186" y="2014260"/>
                  </a:lnTo>
                  <a:lnTo>
                    <a:pt x="1437522" y="2018426"/>
                  </a:lnTo>
                  <a:lnTo>
                    <a:pt x="1437859" y="2022401"/>
                  </a:lnTo>
                  <a:lnTo>
                    <a:pt x="1438195" y="2026998"/>
                  </a:lnTo>
                  <a:lnTo>
                    <a:pt x="1438531" y="2032671"/>
                  </a:lnTo>
                  <a:lnTo>
                    <a:pt x="1438868" y="2038372"/>
                  </a:lnTo>
                  <a:lnTo>
                    <a:pt x="1439204" y="2043787"/>
                  </a:lnTo>
                  <a:lnTo>
                    <a:pt x="1439541" y="2048836"/>
                  </a:lnTo>
                  <a:lnTo>
                    <a:pt x="1439877" y="2053100"/>
                  </a:lnTo>
                  <a:lnTo>
                    <a:pt x="1440214" y="2056250"/>
                  </a:lnTo>
                  <a:lnTo>
                    <a:pt x="1440550" y="2059174"/>
                  </a:lnTo>
                  <a:lnTo>
                    <a:pt x="1440887" y="2063178"/>
                  </a:lnTo>
                  <a:lnTo>
                    <a:pt x="1441223" y="2066486"/>
                  </a:lnTo>
                  <a:lnTo>
                    <a:pt x="1441560" y="2070516"/>
                  </a:lnTo>
                  <a:lnTo>
                    <a:pt x="1441896" y="2075482"/>
                  </a:lnTo>
                  <a:lnTo>
                    <a:pt x="1442233" y="2080894"/>
                  </a:lnTo>
                  <a:lnTo>
                    <a:pt x="1442569" y="2086301"/>
                  </a:lnTo>
                  <a:lnTo>
                    <a:pt x="1442905" y="2091375"/>
                  </a:lnTo>
                  <a:lnTo>
                    <a:pt x="1443242" y="2095264"/>
                  </a:lnTo>
                  <a:lnTo>
                    <a:pt x="1443578" y="2098484"/>
                  </a:lnTo>
                  <a:lnTo>
                    <a:pt x="1443915" y="2101204"/>
                  </a:lnTo>
                  <a:lnTo>
                    <a:pt x="1444251" y="2104002"/>
                  </a:lnTo>
                  <a:lnTo>
                    <a:pt x="1444588" y="2106858"/>
                  </a:lnTo>
                  <a:lnTo>
                    <a:pt x="1444924" y="2109846"/>
                  </a:lnTo>
                  <a:lnTo>
                    <a:pt x="1445261" y="2113055"/>
                  </a:lnTo>
                  <a:lnTo>
                    <a:pt x="1445597" y="2115875"/>
                  </a:lnTo>
                  <a:lnTo>
                    <a:pt x="1445934" y="2117517"/>
                  </a:lnTo>
                  <a:lnTo>
                    <a:pt x="1446270" y="2117597"/>
                  </a:lnTo>
                  <a:lnTo>
                    <a:pt x="1446607" y="2116182"/>
                  </a:lnTo>
                  <a:lnTo>
                    <a:pt x="1446943" y="2114795"/>
                  </a:lnTo>
                  <a:lnTo>
                    <a:pt x="1447279" y="2112353"/>
                  </a:lnTo>
                  <a:lnTo>
                    <a:pt x="1447616" y="2109788"/>
                  </a:lnTo>
                  <a:lnTo>
                    <a:pt x="1447952" y="2107489"/>
                  </a:lnTo>
                  <a:lnTo>
                    <a:pt x="1448289" y="2105829"/>
                  </a:lnTo>
                  <a:lnTo>
                    <a:pt x="1448625" y="2104414"/>
                  </a:lnTo>
                  <a:lnTo>
                    <a:pt x="1448962" y="2103128"/>
                  </a:lnTo>
                  <a:lnTo>
                    <a:pt x="1449298" y="2101066"/>
                  </a:lnTo>
                  <a:lnTo>
                    <a:pt x="1449635" y="2098171"/>
                  </a:lnTo>
                  <a:lnTo>
                    <a:pt x="1449971" y="2094938"/>
                  </a:lnTo>
                  <a:lnTo>
                    <a:pt x="1450308" y="2091166"/>
                  </a:lnTo>
                  <a:lnTo>
                    <a:pt x="1450644" y="2086769"/>
                  </a:lnTo>
                  <a:lnTo>
                    <a:pt x="1450981" y="2081733"/>
                  </a:lnTo>
                  <a:lnTo>
                    <a:pt x="1451317" y="2077106"/>
                  </a:lnTo>
                  <a:lnTo>
                    <a:pt x="1451653" y="2072746"/>
                  </a:lnTo>
                  <a:lnTo>
                    <a:pt x="1451990" y="2067271"/>
                  </a:lnTo>
                  <a:lnTo>
                    <a:pt x="1452326" y="2063749"/>
                  </a:lnTo>
                  <a:lnTo>
                    <a:pt x="1452663" y="2059766"/>
                  </a:lnTo>
                  <a:lnTo>
                    <a:pt x="1452999" y="2055268"/>
                  </a:lnTo>
                  <a:lnTo>
                    <a:pt x="1453336" y="2050184"/>
                  </a:lnTo>
                  <a:lnTo>
                    <a:pt x="1453672" y="2044602"/>
                  </a:lnTo>
                  <a:lnTo>
                    <a:pt x="1454009" y="2038970"/>
                  </a:lnTo>
                  <a:lnTo>
                    <a:pt x="1454345" y="2033922"/>
                  </a:lnTo>
                  <a:lnTo>
                    <a:pt x="1454682" y="2029304"/>
                  </a:lnTo>
                  <a:lnTo>
                    <a:pt x="1455018" y="2024591"/>
                  </a:lnTo>
                  <a:lnTo>
                    <a:pt x="1455355" y="2019646"/>
                  </a:lnTo>
                  <a:lnTo>
                    <a:pt x="1455691" y="2014647"/>
                  </a:lnTo>
                  <a:lnTo>
                    <a:pt x="1456027" y="2010145"/>
                  </a:lnTo>
                  <a:lnTo>
                    <a:pt x="1456364" y="2005665"/>
                  </a:lnTo>
                  <a:lnTo>
                    <a:pt x="1456700" y="2001472"/>
                  </a:lnTo>
                  <a:lnTo>
                    <a:pt x="1457037" y="1998037"/>
                  </a:lnTo>
                  <a:lnTo>
                    <a:pt x="1457373" y="1994791"/>
                  </a:lnTo>
                  <a:lnTo>
                    <a:pt x="1457710" y="1992042"/>
                  </a:lnTo>
                  <a:lnTo>
                    <a:pt x="1458046" y="1989615"/>
                  </a:lnTo>
                  <a:lnTo>
                    <a:pt x="1458383" y="1987709"/>
                  </a:lnTo>
                  <a:lnTo>
                    <a:pt x="1458719" y="1984419"/>
                  </a:lnTo>
                  <a:lnTo>
                    <a:pt x="1459056" y="1981114"/>
                  </a:lnTo>
                  <a:lnTo>
                    <a:pt x="1459392" y="1977723"/>
                  </a:lnTo>
                  <a:lnTo>
                    <a:pt x="1459729" y="1974554"/>
                  </a:lnTo>
                  <a:lnTo>
                    <a:pt x="1460065" y="1971832"/>
                  </a:lnTo>
                  <a:lnTo>
                    <a:pt x="1460401" y="1970344"/>
                  </a:lnTo>
                  <a:lnTo>
                    <a:pt x="1460738" y="1969317"/>
                  </a:lnTo>
                  <a:lnTo>
                    <a:pt x="1461074" y="1968376"/>
                  </a:lnTo>
                  <a:lnTo>
                    <a:pt x="1461411" y="1967880"/>
                  </a:lnTo>
                  <a:lnTo>
                    <a:pt x="1461747" y="1967341"/>
                  </a:lnTo>
                  <a:lnTo>
                    <a:pt x="1462084" y="1966372"/>
                  </a:lnTo>
                  <a:lnTo>
                    <a:pt x="1462420" y="1965280"/>
                  </a:lnTo>
                  <a:lnTo>
                    <a:pt x="1462757" y="1964834"/>
                  </a:lnTo>
                  <a:lnTo>
                    <a:pt x="1463093" y="1965344"/>
                  </a:lnTo>
                  <a:lnTo>
                    <a:pt x="1463430" y="1965545"/>
                  </a:lnTo>
                  <a:lnTo>
                    <a:pt x="1463766" y="1966767"/>
                  </a:lnTo>
                  <a:lnTo>
                    <a:pt x="1464102" y="1968081"/>
                  </a:lnTo>
                  <a:lnTo>
                    <a:pt x="1464439" y="1970520"/>
                  </a:lnTo>
                  <a:lnTo>
                    <a:pt x="1464775" y="1972580"/>
                  </a:lnTo>
                  <a:lnTo>
                    <a:pt x="1465112" y="1974763"/>
                  </a:lnTo>
                  <a:lnTo>
                    <a:pt x="1465448" y="1976197"/>
                  </a:lnTo>
                  <a:lnTo>
                    <a:pt x="1465785" y="1977270"/>
                  </a:lnTo>
                  <a:lnTo>
                    <a:pt x="1466121" y="1978511"/>
                  </a:lnTo>
                  <a:lnTo>
                    <a:pt x="1466458" y="1979733"/>
                  </a:lnTo>
                  <a:lnTo>
                    <a:pt x="1466794" y="1982269"/>
                  </a:lnTo>
                  <a:lnTo>
                    <a:pt x="1467131" y="1985671"/>
                  </a:lnTo>
                  <a:lnTo>
                    <a:pt x="1467467" y="1989385"/>
                  </a:lnTo>
                  <a:lnTo>
                    <a:pt x="1467804" y="1992890"/>
                  </a:lnTo>
                  <a:lnTo>
                    <a:pt x="1468140" y="1996061"/>
                  </a:lnTo>
                  <a:lnTo>
                    <a:pt x="1468476" y="1999680"/>
                  </a:lnTo>
                  <a:lnTo>
                    <a:pt x="1468813" y="2003209"/>
                  </a:lnTo>
                  <a:lnTo>
                    <a:pt x="1469149" y="2007200"/>
                  </a:lnTo>
                  <a:lnTo>
                    <a:pt x="1469486" y="2012138"/>
                  </a:lnTo>
                  <a:lnTo>
                    <a:pt x="1469822" y="2017838"/>
                  </a:lnTo>
                  <a:lnTo>
                    <a:pt x="1470159" y="2023220"/>
                  </a:lnTo>
                  <a:lnTo>
                    <a:pt x="1470495" y="2028131"/>
                  </a:lnTo>
                  <a:lnTo>
                    <a:pt x="1470832" y="2034103"/>
                  </a:lnTo>
                  <a:lnTo>
                    <a:pt x="1471168" y="2037633"/>
                  </a:lnTo>
                  <a:lnTo>
                    <a:pt x="1471505" y="2041429"/>
                  </a:lnTo>
                  <a:lnTo>
                    <a:pt x="1471841" y="2045086"/>
                  </a:lnTo>
                  <a:lnTo>
                    <a:pt x="1472178" y="2048573"/>
                  </a:lnTo>
                  <a:lnTo>
                    <a:pt x="1472514" y="2050323"/>
                  </a:lnTo>
                  <a:lnTo>
                    <a:pt x="1472850" y="2052075"/>
                  </a:lnTo>
                  <a:lnTo>
                    <a:pt x="1473187" y="2054183"/>
                  </a:lnTo>
                  <a:lnTo>
                    <a:pt x="1473523" y="2056410"/>
                  </a:lnTo>
                  <a:lnTo>
                    <a:pt x="1473860" y="2056644"/>
                  </a:lnTo>
                  <a:lnTo>
                    <a:pt x="1474196" y="2056062"/>
                  </a:lnTo>
                  <a:lnTo>
                    <a:pt x="1474533" y="2054628"/>
                  </a:lnTo>
                  <a:lnTo>
                    <a:pt x="1474869" y="2053161"/>
                  </a:lnTo>
                  <a:lnTo>
                    <a:pt x="1475206" y="2052223"/>
                  </a:lnTo>
                  <a:lnTo>
                    <a:pt x="1475542" y="2051034"/>
                  </a:lnTo>
                  <a:lnTo>
                    <a:pt x="1475879" y="2048787"/>
                  </a:lnTo>
                  <a:lnTo>
                    <a:pt x="1476215" y="2045749"/>
                  </a:lnTo>
                  <a:lnTo>
                    <a:pt x="1476552" y="2042905"/>
                  </a:lnTo>
                  <a:lnTo>
                    <a:pt x="1476888" y="2041216"/>
                  </a:lnTo>
                  <a:lnTo>
                    <a:pt x="1477224" y="2038686"/>
                  </a:lnTo>
                  <a:lnTo>
                    <a:pt x="1477561" y="2036280"/>
                  </a:lnTo>
                  <a:lnTo>
                    <a:pt x="1477897" y="2034328"/>
                  </a:lnTo>
                  <a:lnTo>
                    <a:pt x="1478234" y="2032205"/>
                  </a:lnTo>
                  <a:lnTo>
                    <a:pt x="1478570" y="2031122"/>
                  </a:lnTo>
                  <a:lnTo>
                    <a:pt x="1478907" y="2029990"/>
                  </a:lnTo>
                  <a:lnTo>
                    <a:pt x="1479243" y="2028901"/>
                  </a:lnTo>
                  <a:lnTo>
                    <a:pt x="1479580" y="2029287"/>
                  </a:lnTo>
                  <a:lnTo>
                    <a:pt x="1479916" y="2028919"/>
                  </a:lnTo>
                  <a:lnTo>
                    <a:pt x="1480253" y="2028003"/>
                  </a:lnTo>
                  <a:lnTo>
                    <a:pt x="1480589" y="2026519"/>
                  </a:lnTo>
                  <a:lnTo>
                    <a:pt x="1480926" y="2025560"/>
                  </a:lnTo>
                  <a:lnTo>
                    <a:pt x="1481262" y="2024576"/>
                  </a:lnTo>
                  <a:lnTo>
                    <a:pt x="1481598" y="2024093"/>
                  </a:lnTo>
                  <a:lnTo>
                    <a:pt x="1481935" y="2023817"/>
                  </a:lnTo>
                  <a:lnTo>
                    <a:pt x="1482271" y="2023680"/>
                  </a:lnTo>
                  <a:lnTo>
                    <a:pt x="1482608" y="2023044"/>
                  </a:lnTo>
                  <a:lnTo>
                    <a:pt x="1482944" y="2022344"/>
                  </a:lnTo>
                  <a:lnTo>
                    <a:pt x="1483281" y="2021765"/>
                  </a:lnTo>
                  <a:lnTo>
                    <a:pt x="1483617" y="2021354"/>
                  </a:lnTo>
                  <a:lnTo>
                    <a:pt x="1483954" y="2020609"/>
                  </a:lnTo>
                  <a:lnTo>
                    <a:pt x="1484290" y="2019948"/>
                  </a:lnTo>
                  <a:lnTo>
                    <a:pt x="1484627" y="2019439"/>
                  </a:lnTo>
                  <a:lnTo>
                    <a:pt x="1484963" y="2018307"/>
                  </a:lnTo>
                  <a:lnTo>
                    <a:pt x="1485300" y="2016943"/>
                  </a:lnTo>
                  <a:lnTo>
                    <a:pt x="1485636" y="2015831"/>
                  </a:lnTo>
                  <a:lnTo>
                    <a:pt x="1485972" y="2014536"/>
                  </a:lnTo>
                  <a:lnTo>
                    <a:pt x="1486309" y="2012891"/>
                  </a:lnTo>
                  <a:lnTo>
                    <a:pt x="1486645" y="2011303"/>
                  </a:lnTo>
                  <a:lnTo>
                    <a:pt x="1486982" y="2010239"/>
                  </a:lnTo>
                  <a:lnTo>
                    <a:pt x="1487318" y="2007545"/>
                  </a:lnTo>
                  <a:lnTo>
                    <a:pt x="1487655" y="2005081"/>
                  </a:lnTo>
                  <a:lnTo>
                    <a:pt x="1487991" y="2002135"/>
                  </a:lnTo>
                  <a:lnTo>
                    <a:pt x="1488328" y="1999147"/>
                  </a:lnTo>
                  <a:lnTo>
                    <a:pt x="1488664" y="1996776"/>
                  </a:lnTo>
                  <a:lnTo>
                    <a:pt x="1489001" y="1995540"/>
                  </a:lnTo>
                  <a:lnTo>
                    <a:pt x="1489337" y="1994470"/>
                  </a:lnTo>
                  <a:lnTo>
                    <a:pt x="1489674" y="1993471"/>
                  </a:lnTo>
                  <a:lnTo>
                    <a:pt x="1490010" y="1993026"/>
                  </a:lnTo>
                  <a:lnTo>
                    <a:pt x="1490346" y="1993112"/>
                  </a:lnTo>
                  <a:lnTo>
                    <a:pt x="1490683" y="1993421"/>
                  </a:lnTo>
                  <a:lnTo>
                    <a:pt x="1491019" y="1993680"/>
                  </a:lnTo>
                  <a:lnTo>
                    <a:pt x="1491356" y="1994017"/>
                  </a:lnTo>
                  <a:lnTo>
                    <a:pt x="1491692" y="1994376"/>
                  </a:lnTo>
                  <a:lnTo>
                    <a:pt x="1492029" y="1994297"/>
                  </a:lnTo>
                  <a:lnTo>
                    <a:pt x="1492365" y="1993550"/>
                  </a:lnTo>
                  <a:lnTo>
                    <a:pt x="1492702" y="1992379"/>
                  </a:lnTo>
                  <a:lnTo>
                    <a:pt x="1493038" y="1991208"/>
                  </a:lnTo>
                  <a:lnTo>
                    <a:pt x="1493375" y="1989778"/>
                  </a:lnTo>
                  <a:lnTo>
                    <a:pt x="1493711" y="1987839"/>
                  </a:lnTo>
                  <a:lnTo>
                    <a:pt x="1494048" y="1985123"/>
                  </a:lnTo>
                  <a:lnTo>
                    <a:pt x="1494384" y="1982012"/>
                  </a:lnTo>
                  <a:lnTo>
                    <a:pt x="1494720" y="1978973"/>
                  </a:lnTo>
                  <a:lnTo>
                    <a:pt x="1495057" y="1976484"/>
                  </a:lnTo>
                  <a:lnTo>
                    <a:pt x="1495393" y="1973853"/>
                  </a:lnTo>
                  <a:lnTo>
                    <a:pt x="1495730" y="1970865"/>
                  </a:lnTo>
                  <a:lnTo>
                    <a:pt x="1496066" y="1967678"/>
                  </a:lnTo>
                  <a:lnTo>
                    <a:pt x="1496403" y="1964623"/>
                  </a:lnTo>
                  <a:lnTo>
                    <a:pt x="1496739" y="1961973"/>
                  </a:lnTo>
                  <a:lnTo>
                    <a:pt x="1497076" y="1959798"/>
                  </a:lnTo>
                  <a:lnTo>
                    <a:pt x="1497412" y="1958041"/>
                  </a:lnTo>
                  <a:lnTo>
                    <a:pt x="1497749" y="1956653"/>
                  </a:lnTo>
                  <a:lnTo>
                    <a:pt x="1498085" y="1955426"/>
                  </a:lnTo>
                  <a:lnTo>
                    <a:pt x="1498421" y="1954190"/>
                  </a:lnTo>
                  <a:lnTo>
                    <a:pt x="1498758" y="1953105"/>
                  </a:lnTo>
                  <a:lnTo>
                    <a:pt x="1499094" y="1952932"/>
                  </a:lnTo>
                  <a:lnTo>
                    <a:pt x="1499431" y="1953108"/>
                  </a:lnTo>
                  <a:lnTo>
                    <a:pt x="1499767" y="1953281"/>
                  </a:lnTo>
                  <a:lnTo>
                    <a:pt x="1500104" y="1953372"/>
                  </a:lnTo>
                  <a:lnTo>
                    <a:pt x="1500440" y="1954078"/>
                  </a:lnTo>
                  <a:lnTo>
                    <a:pt x="1500777" y="1954017"/>
                  </a:lnTo>
                  <a:lnTo>
                    <a:pt x="1501113" y="1953428"/>
                  </a:lnTo>
                  <a:lnTo>
                    <a:pt x="1501450" y="1951626"/>
                  </a:lnTo>
                  <a:lnTo>
                    <a:pt x="1501786" y="1949322"/>
                  </a:lnTo>
                  <a:lnTo>
                    <a:pt x="1502123" y="1946549"/>
                  </a:lnTo>
                  <a:lnTo>
                    <a:pt x="1502459" y="1943295"/>
                  </a:lnTo>
                  <a:lnTo>
                    <a:pt x="1502795" y="1939782"/>
                  </a:lnTo>
                  <a:lnTo>
                    <a:pt x="1503132" y="1936124"/>
                  </a:lnTo>
                  <a:lnTo>
                    <a:pt x="1503468" y="1933372"/>
                  </a:lnTo>
                  <a:lnTo>
                    <a:pt x="1503805" y="1930220"/>
                  </a:lnTo>
                  <a:lnTo>
                    <a:pt x="1504141" y="1926804"/>
                  </a:lnTo>
                  <a:lnTo>
                    <a:pt x="1504478" y="1922629"/>
                  </a:lnTo>
                  <a:lnTo>
                    <a:pt x="1504814" y="1917793"/>
                  </a:lnTo>
                  <a:lnTo>
                    <a:pt x="1505151" y="1912592"/>
                  </a:lnTo>
                  <a:lnTo>
                    <a:pt x="1505487" y="1905824"/>
                  </a:lnTo>
                  <a:lnTo>
                    <a:pt x="1505824" y="1899184"/>
                  </a:lnTo>
                  <a:lnTo>
                    <a:pt x="1506160" y="1893072"/>
                  </a:lnTo>
                  <a:lnTo>
                    <a:pt x="1506497" y="1887816"/>
                  </a:lnTo>
                  <a:lnTo>
                    <a:pt x="1506833" y="1882694"/>
                  </a:lnTo>
                  <a:lnTo>
                    <a:pt x="1507169" y="1877390"/>
                  </a:lnTo>
                  <a:lnTo>
                    <a:pt x="1507506" y="1871891"/>
                  </a:lnTo>
                  <a:lnTo>
                    <a:pt x="1507842" y="1865337"/>
                  </a:lnTo>
                  <a:lnTo>
                    <a:pt x="1508179" y="1858964"/>
                  </a:lnTo>
                  <a:lnTo>
                    <a:pt x="1508515" y="1852196"/>
                  </a:lnTo>
                  <a:lnTo>
                    <a:pt x="1508852" y="1843084"/>
                  </a:lnTo>
                  <a:lnTo>
                    <a:pt x="1509188" y="1834407"/>
                  </a:lnTo>
                  <a:lnTo>
                    <a:pt x="1509525" y="1826374"/>
                  </a:lnTo>
                  <a:lnTo>
                    <a:pt x="1509861" y="1818947"/>
                  </a:lnTo>
                  <a:lnTo>
                    <a:pt x="1510198" y="1811225"/>
                  </a:lnTo>
                  <a:lnTo>
                    <a:pt x="1510534" y="1803572"/>
                  </a:lnTo>
                  <a:lnTo>
                    <a:pt x="1510871" y="1795642"/>
                  </a:lnTo>
                  <a:lnTo>
                    <a:pt x="1511207" y="1787480"/>
                  </a:lnTo>
                  <a:lnTo>
                    <a:pt x="1511543" y="1779573"/>
                  </a:lnTo>
                  <a:lnTo>
                    <a:pt x="1511880" y="1772295"/>
                  </a:lnTo>
                  <a:lnTo>
                    <a:pt x="1512216" y="1765875"/>
                  </a:lnTo>
                  <a:lnTo>
                    <a:pt x="1512553" y="1759756"/>
                  </a:lnTo>
                  <a:lnTo>
                    <a:pt x="1512889" y="1751983"/>
                  </a:lnTo>
                  <a:lnTo>
                    <a:pt x="1513226" y="1743836"/>
                  </a:lnTo>
                  <a:lnTo>
                    <a:pt x="1513562" y="1735660"/>
                  </a:lnTo>
                  <a:lnTo>
                    <a:pt x="1513899" y="1730172"/>
                  </a:lnTo>
                  <a:lnTo>
                    <a:pt x="1514235" y="1724125"/>
                  </a:lnTo>
                  <a:lnTo>
                    <a:pt x="1514572" y="1718022"/>
                  </a:lnTo>
                  <a:lnTo>
                    <a:pt x="1514908" y="1711968"/>
                  </a:lnTo>
                  <a:lnTo>
                    <a:pt x="1515245" y="1705562"/>
                  </a:lnTo>
                  <a:lnTo>
                    <a:pt x="1515581" y="1699252"/>
                  </a:lnTo>
                  <a:lnTo>
                    <a:pt x="1515917" y="1692979"/>
                  </a:lnTo>
                  <a:lnTo>
                    <a:pt x="1516254" y="1686675"/>
                  </a:lnTo>
                  <a:lnTo>
                    <a:pt x="1516590" y="1680667"/>
                  </a:lnTo>
                  <a:lnTo>
                    <a:pt x="1516927" y="1675071"/>
                  </a:lnTo>
                  <a:lnTo>
                    <a:pt x="1517263" y="1669440"/>
                  </a:lnTo>
                  <a:lnTo>
                    <a:pt x="1517600" y="1663920"/>
                  </a:lnTo>
                  <a:lnTo>
                    <a:pt x="1517936" y="1658593"/>
                  </a:lnTo>
                  <a:lnTo>
                    <a:pt x="1518273" y="1654599"/>
                  </a:lnTo>
                  <a:lnTo>
                    <a:pt x="1518609" y="1651237"/>
                  </a:lnTo>
                  <a:lnTo>
                    <a:pt x="1518946" y="1648167"/>
                  </a:lnTo>
                  <a:lnTo>
                    <a:pt x="1519282" y="1647096"/>
                  </a:lnTo>
                  <a:lnTo>
                    <a:pt x="1519619" y="1644759"/>
                  </a:lnTo>
                  <a:lnTo>
                    <a:pt x="1519955" y="1640666"/>
                  </a:lnTo>
                  <a:lnTo>
                    <a:pt x="1520291" y="1636859"/>
                  </a:lnTo>
                  <a:lnTo>
                    <a:pt x="1520628" y="1632804"/>
                  </a:lnTo>
                  <a:lnTo>
                    <a:pt x="1520964" y="1628559"/>
                  </a:lnTo>
                  <a:lnTo>
                    <a:pt x="1521301" y="1624887"/>
                  </a:lnTo>
                  <a:lnTo>
                    <a:pt x="1521637" y="1620581"/>
                  </a:lnTo>
                  <a:lnTo>
                    <a:pt x="1521974" y="1616305"/>
                  </a:lnTo>
                  <a:lnTo>
                    <a:pt x="1522310" y="1612634"/>
                  </a:lnTo>
                  <a:lnTo>
                    <a:pt x="1522647" y="1609316"/>
                  </a:lnTo>
                  <a:lnTo>
                    <a:pt x="1522983" y="1608661"/>
                  </a:lnTo>
                  <a:lnTo>
                    <a:pt x="1523320" y="1607359"/>
                  </a:lnTo>
                  <a:lnTo>
                    <a:pt x="1523656" y="1605907"/>
                  </a:lnTo>
                  <a:lnTo>
                    <a:pt x="1523993" y="1604280"/>
                  </a:lnTo>
                  <a:lnTo>
                    <a:pt x="1524329" y="1601427"/>
                  </a:lnTo>
                  <a:lnTo>
                    <a:pt x="1524665" y="1599660"/>
                  </a:lnTo>
                  <a:lnTo>
                    <a:pt x="1525002" y="1597813"/>
                  </a:lnTo>
                  <a:lnTo>
                    <a:pt x="1525338" y="1595924"/>
                  </a:lnTo>
                  <a:lnTo>
                    <a:pt x="1525675" y="1594531"/>
                  </a:lnTo>
                  <a:lnTo>
                    <a:pt x="1526011" y="1594363"/>
                  </a:lnTo>
                  <a:lnTo>
                    <a:pt x="1526348" y="1593847"/>
                  </a:lnTo>
                  <a:lnTo>
                    <a:pt x="1526684" y="1593524"/>
                  </a:lnTo>
                  <a:lnTo>
                    <a:pt x="1527021" y="1592650"/>
                  </a:lnTo>
                  <a:lnTo>
                    <a:pt x="1527357" y="1590968"/>
                  </a:lnTo>
                  <a:lnTo>
                    <a:pt x="1527694" y="1588686"/>
                  </a:lnTo>
                  <a:lnTo>
                    <a:pt x="1528030" y="1586264"/>
                  </a:lnTo>
                  <a:lnTo>
                    <a:pt x="1528367" y="1584064"/>
                  </a:lnTo>
                  <a:lnTo>
                    <a:pt x="1528703" y="1581635"/>
                  </a:lnTo>
                  <a:lnTo>
                    <a:pt x="1529039" y="1577961"/>
                  </a:lnTo>
                  <a:lnTo>
                    <a:pt x="1529376" y="1574713"/>
                  </a:lnTo>
                  <a:lnTo>
                    <a:pt x="1529712" y="1571732"/>
                  </a:lnTo>
                  <a:lnTo>
                    <a:pt x="1530049" y="1568454"/>
                  </a:lnTo>
                  <a:lnTo>
                    <a:pt x="1530385" y="1563203"/>
                  </a:lnTo>
                  <a:lnTo>
                    <a:pt x="1530722" y="1558639"/>
                  </a:lnTo>
                  <a:lnTo>
                    <a:pt x="1531058" y="1550837"/>
                  </a:lnTo>
                  <a:lnTo>
                    <a:pt x="1531395" y="1543250"/>
                  </a:lnTo>
                  <a:lnTo>
                    <a:pt x="1531731" y="1534165"/>
                  </a:lnTo>
                  <a:lnTo>
                    <a:pt x="1532068" y="1524972"/>
                  </a:lnTo>
                  <a:lnTo>
                    <a:pt x="1532404" y="1515870"/>
                  </a:lnTo>
                  <a:lnTo>
                    <a:pt x="1532740" y="1506900"/>
                  </a:lnTo>
                  <a:lnTo>
                    <a:pt x="1533077" y="1497838"/>
                  </a:lnTo>
                  <a:lnTo>
                    <a:pt x="1533413" y="1488781"/>
                  </a:lnTo>
                  <a:lnTo>
                    <a:pt x="1533750" y="1480389"/>
                  </a:lnTo>
                  <a:lnTo>
                    <a:pt x="1534086" y="1470603"/>
                  </a:lnTo>
                  <a:lnTo>
                    <a:pt x="1534423" y="1464790"/>
                  </a:lnTo>
                  <a:lnTo>
                    <a:pt x="1534759" y="1459296"/>
                  </a:lnTo>
                  <a:lnTo>
                    <a:pt x="1535096" y="1456220"/>
                  </a:lnTo>
                  <a:lnTo>
                    <a:pt x="1535432" y="1452534"/>
                  </a:lnTo>
                  <a:lnTo>
                    <a:pt x="1535769" y="1448319"/>
                  </a:lnTo>
                  <a:lnTo>
                    <a:pt x="1536105" y="1445825"/>
                  </a:lnTo>
                  <a:lnTo>
                    <a:pt x="1536442" y="1443002"/>
                  </a:lnTo>
                  <a:lnTo>
                    <a:pt x="1536778" y="1440677"/>
                  </a:lnTo>
                  <a:lnTo>
                    <a:pt x="1537114" y="1438217"/>
                  </a:lnTo>
                  <a:lnTo>
                    <a:pt x="1537451" y="1436250"/>
                  </a:lnTo>
                  <a:lnTo>
                    <a:pt x="1537787" y="1435256"/>
                  </a:lnTo>
                  <a:lnTo>
                    <a:pt x="1538124" y="1433646"/>
                  </a:lnTo>
                  <a:lnTo>
                    <a:pt x="1538460" y="1431223"/>
                  </a:lnTo>
                  <a:lnTo>
                    <a:pt x="1538797" y="1428665"/>
                  </a:lnTo>
                  <a:lnTo>
                    <a:pt x="1539133" y="1426020"/>
                  </a:lnTo>
                  <a:lnTo>
                    <a:pt x="1539470" y="1423236"/>
                  </a:lnTo>
                  <a:lnTo>
                    <a:pt x="1539806" y="1421209"/>
                  </a:lnTo>
                  <a:lnTo>
                    <a:pt x="1540143" y="1418337"/>
                  </a:lnTo>
                  <a:lnTo>
                    <a:pt x="1540479" y="1415535"/>
                  </a:lnTo>
                  <a:lnTo>
                    <a:pt x="1540816" y="1412608"/>
                  </a:lnTo>
                  <a:lnTo>
                    <a:pt x="1541152" y="1408471"/>
                  </a:lnTo>
                  <a:lnTo>
                    <a:pt x="1541488" y="1404435"/>
                  </a:lnTo>
                  <a:lnTo>
                    <a:pt x="1541825" y="1400768"/>
                  </a:lnTo>
                  <a:lnTo>
                    <a:pt x="1542161" y="1393740"/>
                  </a:lnTo>
                  <a:lnTo>
                    <a:pt x="1542498" y="1388923"/>
                  </a:lnTo>
                  <a:lnTo>
                    <a:pt x="1542834" y="1383985"/>
                  </a:lnTo>
                  <a:lnTo>
                    <a:pt x="1543171" y="1381785"/>
                  </a:lnTo>
                  <a:lnTo>
                    <a:pt x="1543507" y="1380823"/>
                  </a:lnTo>
                  <a:lnTo>
                    <a:pt x="1543844" y="1379680"/>
                  </a:lnTo>
                  <a:lnTo>
                    <a:pt x="1544180" y="1378870"/>
                  </a:lnTo>
                  <a:lnTo>
                    <a:pt x="1544517" y="1378722"/>
                  </a:lnTo>
                  <a:lnTo>
                    <a:pt x="1544853" y="1378681"/>
                  </a:lnTo>
                  <a:lnTo>
                    <a:pt x="1545190" y="1377971"/>
                  </a:lnTo>
                  <a:lnTo>
                    <a:pt x="1545526" y="1376888"/>
                  </a:lnTo>
                  <a:lnTo>
                    <a:pt x="1545862" y="1373877"/>
                  </a:lnTo>
                  <a:lnTo>
                    <a:pt x="1546199" y="1370522"/>
                  </a:lnTo>
                  <a:lnTo>
                    <a:pt x="1546535" y="1367370"/>
                  </a:lnTo>
                  <a:lnTo>
                    <a:pt x="1546872" y="1364927"/>
                  </a:lnTo>
                  <a:lnTo>
                    <a:pt x="1547208" y="1363031"/>
                  </a:lnTo>
                  <a:lnTo>
                    <a:pt x="1547545" y="1361728"/>
                  </a:lnTo>
                  <a:lnTo>
                    <a:pt x="1547881" y="1360169"/>
                  </a:lnTo>
                  <a:lnTo>
                    <a:pt x="1548218" y="1356615"/>
                  </a:lnTo>
                  <a:lnTo>
                    <a:pt x="1548554" y="1352992"/>
                  </a:lnTo>
                  <a:lnTo>
                    <a:pt x="1548891" y="1346217"/>
                  </a:lnTo>
                  <a:lnTo>
                    <a:pt x="1549227" y="1339034"/>
                  </a:lnTo>
                  <a:lnTo>
                    <a:pt x="1549564" y="1331625"/>
                  </a:lnTo>
                  <a:lnTo>
                    <a:pt x="1549900" y="1323917"/>
                  </a:lnTo>
                  <a:lnTo>
                    <a:pt x="1550236" y="1317064"/>
                  </a:lnTo>
                  <a:lnTo>
                    <a:pt x="1550573" y="1310871"/>
                  </a:lnTo>
                  <a:lnTo>
                    <a:pt x="1550909" y="1305737"/>
                  </a:lnTo>
                  <a:lnTo>
                    <a:pt x="1551246" y="1301997"/>
                  </a:lnTo>
                  <a:lnTo>
                    <a:pt x="1551582" y="1298048"/>
                  </a:lnTo>
                  <a:lnTo>
                    <a:pt x="1551919" y="1293646"/>
                  </a:lnTo>
                  <a:lnTo>
                    <a:pt x="1552255" y="1289872"/>
                  </a:lnTo>
                  <a:lnTo>
                    <a:pt x="1552592" y="1286397"/>
                  </a:lnTo>
                  <a:lnTo>
                    <a:pt x="1552928" y="1282906"/>
                  </a:lnTo>
                  <a:lnTo>
                    <a:pt x="1553265" y="1279803"/>
                  </a:lnTo>
                  <a:lnTo>
                    <a:pt x="1553601" y="1277301"/>
                  </a:lnTo>
                  <a:lnTo>
                    <a:pt x="1553938" y="1274822"/>
                  </a:lnTo>
                  <a:lnTo>
                    <a:pt x="1554274" y="1271573"/>
                  </a:lnTo>
                  <a:lnTo>
                    <a:pt x="1554610" y="1269947"/>
                  </a:lnTo>
                  <a:lnTo>
                    <a:pt x="1554947" y="1267712"/>
                  </a:lnTo>
                  <a:lnTo>
                    <a:pt x="1555283" y="1265141"/>
                  </a:lnTo>
                  <a:lnTo>
                    <a:pt x="1555620" y="1262153"/>
                  </a:lnTo>
                  <a:lnTo>
                    <a:pt x="1555956" y="1258178"/>
                  </a:lnTo>
                  <a:lnTo>
                    <a:pt x="1556293" y="1250656"/>
                  </a:lnTo>
                  <a:lnTo>
                    <a:pt x="1556629" y="1242868"/>
                  </a:lnTo>
                  <a:lnTo>
                    <a:pt x="1556966" y="1234621"/>
                  </a:lnTo>
                  <a:lnTo>
                    <a:pt x="1557302" y="1228346"/>
                  </a:lnTo>
                  <a:lnTo>
                    <a:pt x="1557639" y="1221539"/>
                  </a:lnTo>
                  <a:lnTo>
                    <a:pt x="1557975" y="1213837"/>
                  </a:lnTo>
                  <a:lnTo>
                    <a:pt x="1558312" y="1205557"/>
                  </a:lnTo>
                  <a:lnTo>
                    <a:pt x="1558648" y="1196676"/>
                  </a:lnTo>
                  <a:lnTo>
                    <a:pt x="1558984" y="1187825"/>
                  </a:lnTo>
                  <a:lnTo>
                    <a:pt x="1559321" y="1179599"/>
                  </a:lnTo>
                  <a:lnTo>
                    <a:pt x="1559657" y="1172059"/>
                  </a:lnTo>
                  <a:lnTo>
                    <a:pt x="1559994" y="1165436"/>
                  </a:lnTo>
                  <a:lnTo>
                    <a:pt x="1560330" y="1159303"/>
                  </a:lnTo>
                  <a:lnTo>
                    <a:pt x="1560667" y="1153798"/>
                  </a:lnTo>
                  <a:lnTo>
                    <a:pt x="1561003" y="1149165"/>
                  </a:lnTo>
                  <a:lnTo>
                    <a:pt x="1561340" y="1145404"/>
                  </a:lnTo>
                  <a:lnTo>
                    <a:pt x="1561676" y="1142436"/>
                  </a:lnTo>
                  <a:lnTo>
                    <a:pt x="1562013" y="1139920"/>
                  </a:lnTo>
                  <a:lnTo>
                    <a:pt x="1562349" y="1137261"/>
                  </a:lnTo>
                  <a:lnTo>
                    <a:pt x="1562686" y="1135061"/>
                  </a:lnTo>
                  <a:lnTo>
                    <a:pt x="1563022" y="1133518"/>
                  </a:lnTo>
                  <a:lnTo>
                    <a:pt x="1563358" y="1131141"/>
                  </a:lnTo>
                  <a:lnTo>
                    <a:pt x="1563695" y="1128782"/>
                  </a:lnTo>
                  <a:lnTo>
                    <a:pt x="1564031" y="1128399"/>
                  </a:lnTo>
                  <a:lnTo>
                    <a:pt x="1564368" y="1128496"/>
                  </a:lnTo>
                  <a:lnTo>
                    <a:pt x="1564704" y="1128672"/>
                  </a:lnTo>
                  <a:lnTo>
                    <a:pt x="1565041" y="1128305"/>
                  </a:lnTo>
                  <a:lnTo>
                    <a:pt x="1565377" y="1127711"/>
                  </a:lnTo>
                  <a:lnTo>
                    <a:pt x="1565714" y="1126675"/>
                  </a:lnTo>
                  <a:lnTo>
                    <a:pt x="1566050" y="1124838"/>
                  </a:lnTo>
                  <a:lnTo>
                    <a:pt x="1566387" y="1121665"/>
                  </a:lnTo>
                  <a:lnTo>
                    <a:pt x="1566723" y="1117884"/>
                  </a:lnTo>
                  <a:lnTo>
                    <a:pt x="1567059" y="1113803"/>
                  </a:lnTo>
                  <a:lnTo>
                    <a:pt x="1567396" y="1109720"/>
                  </a:lnTo>
                  <a:lnTo>
                    <a:pt x="1567732" y="1104948"/>
                  </a:lnTo>
                  <a:lnTo>
                    <a:pt x="1568069" y="1100671"/>
                  </a:lnTo>
                  <a:lnTo>
                    <a:pt x="1568405" y="1096770"/>
                  </a:lnTo>
                  <a:lnTo>
                    <a:pt x="1568742" y="1093894"/>
                  </a:lnTo>
                  <a:lnTo>
                    <a:pt x="1569078" y="1090723"/>
                  </a:lnTo>
                  <a:lnTo>
                    <a:pt x="1569415" y="1088099"/>
                  </a:lnTo>
                  <a:lnTo>
                    <a:pt x="1569751" y="1085204"/>
                  </a:lnTo>
                  <a:lnTo>
                    <a:pt x="1570088" y="1081647"/>
                  </a:lnTo>
                  <a:lnTo>
                    <a:pt x="1570424" y="1076727"/>
                  </a:lnTo>
                  <a:lnTo>
                    <a:pt x="1570761" y="1071242"/>
                  </a:lnTo>
                  <a:lnTo>
                    <a:pt x="1571097" y="1067085"/>
                  </a:lnTo>
                  <a:lnTo>
                    <a:pt x="1571433" y="1063312"/>
                  </a:lnTo>
                  <a:lnTo>
                    <a:pt x="1571770" y="1060060"/>
                  </a:lnTo>
                  <a:lnTo>
                    <a:pt x="1572106" y="1057291"/>
                  </a:lnTo>
                  <a:lnTo>
                    <a:pt x="1572443" y="1054992"/>
                  </a:lnTo>
                  <a:lnTo>
                    <a:pt x="1572779" y="1054140"/>
                  </a:lnTo>
                  <a:lnTo>
                    <a:pt x="1573116" y="1052699"/>
                  </a:lnTo>
                  <a:lnTo>
                    <a:pt x="1573452" y="1050605"/>
                  </a:lnTo>
                  <a:lnTo>
                    <a:pt x="1573789" y="1047691"/>
                  </a:lnTo>
                  <a:lnTo>
                    <a:pt x="1574125" y="1046625"/>
                  </a:lnTo>
                  <a:lnTo>
                    <a:pt x="1574462" y="1046409"/>
                  </a:lnTo>
                  <a:lnTo>
                    <a:pt x="1574798" y="1046570"/>
                  </a:lnTo>
                  <a:lnTo>
                    <a:pt x="1575135" y="1047016"/>
                  </a:lnTo>
                  <a:lnTo>
                    <a:pt x="1575471" y="1047227"/>
                  </a:lnTo>
                  <a:lnTo>
                    <a:pt x="1575807" y="1047241"/>
                  </a:lnTo>
                  <a:lnTo>
                    <a:pt x="1576144" y="1048978"/>
                  </a:lnTo>
                  <a:lnTo>
                    <a:pt x="1576480" y="1049860"/>
                  </a:lnTo>
                  <a:lnTo>
                    <a:pt x="1576817" y="1050199"/>
                  </a:lnTo>
                  <a:lnTo>
                    <a:pt x="1577153" y="1050003"/>
                  </a:lnTo>
                  <a:lnTo>
                    <a:pt x="1577490" y="1049790"/>
                  </a:lnTo>
                  <a:lnTo>
                    <a:pt x="1577826" y="1050055"/>
                  </a:lnTo>
                  <a:lnTo>
                    <a:pt x="1578163" y="1050862"/>
                  </a:lnTo>
                  <a:lnTo>
                    <a:pt x="1578499" y="1052065"/>
                  </a:lnTo>
                  <a:lnTo>
                    <a:pt x="1578836" y="1052912"/>
                  </a:lnTo>
                  <a:lnTo>
                    <a:pt x="1579172" y="1053418"/>
                  </a:lnTo>
                  <a:lnTo>
                    <a:pt x="1579509" y="1052830"/>
                  </a:lnTo>
                  <a:lnTo>
                    <a:pt x="1579845" y="1049089"/>
                  </a:lnTo>
                  <a:lnTo>
                    <a:pt x="1580181" y="1047113"/>
                  </a:lnTo>
                  <a:lnTo>
                    <a:pt x="1580518" y="1048368"/>
                  </a:lnTo>
                  <a:lnTo>
                    <a:pt x="1580854" y="1050548"/>
                  </a:lnTo>
                  <a:lnTo>
                    <a:pt x="1581191" y="1051028"/>
                  </a:lnTo>
                  <a:lnTo>
                    <a:pt x="1581527" y="1052619"/>
                  </a:lnTo>
                  <a:lnTo>
                    <a:pt x="1581864" y="1054981"/>
                  </a:lnTo>
                  <a:lnTo>
                    <a:pt x="1582200" y="1054709"/>
                  </a:lnTo>
                  <a:lnTo>
                    <a:pt x="1582537" y="1054604"/>
                  </a:lnTo>
                  <a:lnTo>
                    <a:pt x="1582873" y="1053746"/>
                  </a:lnTo>
                  <a:lnTo>
                    <a:pt x="1583210" y="1052783"/>
                  </a:lnTo>
                  <a:lnTo>
                    <a:pt x="1583546" y="1051872"/>
                  </a:lnTo>
                  <a:lnTo>
                    <a:pt x="1583883" y="1050988"/>
                  </a:lnTo>
                  <a:lnTo>
                    <a:pt x="1584219" y="1049810"/>
                  </a:lnTo>
                  <a:lnTo>
                    <a:pt x="1584555" y="1048339"/>
                  </a:lnTo>
                  <a:lnTo>
                    <a:pt x="1584892" y="1047518"/>
                  </a:lnTo>
                  <a:lnTo>
                    <a:pt x="1585228" y="1047523"/>
                  </a:lnTo>
                  <a:lnTo>
                    <a:pt x="1585565" y="1046845"/>
                  </a:lnTo>
                  <a:lnTo>
                    <a:pt x="1585901" y="1045004"/>
                  </a:lnTo>
                  <a:lnTo>
                    <a:pt x="1586238" y="1040163"/>
                  </a:lnTo>
                  <a:lnTo>
                    <a:pt x="1586574" y="1035157"/>
                  </a:lnTo>
                  <a:lnTo>
                    <a:pt x="1586911" y="1030448"/>
                  </a:lnTo>
                  <a:lnTo>
                    <a:pt x="1587247" y="1028860"/>
                  </a:lnTo>
                  <a:lnTo>
                    <a:pt x="1587584" y="1028645"/>
                  </a:lnTo>
                  <a:lnTo>
                    <a:pt x="1587920" y="1030053"/>
                  </a:lnTo>
                  <a:lnTo>
                    <a:pt x="1588257" y="1032553"/>
                  </a:lnTo>
                  <a:lnTo>
                    <a:pt x="1588593" y="1035053"/>
                  </a:lnTo>
                  <a:lnTo>
                    <a:pt x="1588929" y="1038954"/>
                  </a:lnTo>
                  <a:lnTo>
                    <a:pt x="1589266" y="1044048"/>
                  </a:lnTo>
                  <a:lnTo>
                    <a:pt x="1589602" y="1049838"/>
                  </a:lnTo>
                  <a:lnTo>
                    <a:pt x="1589939" y="1056412"/>
                  </a:lnTo>
                  <a:lnTo>
                    <a:pt x="1590275" y="1060781"/>
                  </a:lnTo>
                  <a:lnTo>
                    <a:pt x="1590612" y="1065887"/>
                  </a:lnTo>
                  <a:lnTo>
                    <a:pt x="1590948" y="1070742"/>
                  </a:lnTo>
                  <a:lnTo>
                    <a:pt x="1591285" y="1074135"/>
                  </a:lnTo>
                  <a:lnTo>
                    <a:pt x="1591621" y="1077037"/>
                  </a:lnTo>
                  <a:lnTo>
                    <a:pt x="1591958" y="1078358"/>
                  </a:lnTo>
                  <a:lnTo>
                    <a:pt x="1592294" y="1079284"/>
                  </a:lnTo>
                  <a:lnTo>
                    <a:pt x="1592631" y="1081333"/>
                  </a:lnTo>
                  <a:lnTo>
                    <a:pt x="1592967" y="1082688"/>
                  </a:lnTo>
                  <a:lnTo>
                    <a:pt x="1593303" y="1084310"/>
                  </a:lnTo>
                  <a:lnTo>
                    <a:pt x="1593640" y="1085756"/>
                  </a:lnTo>
                  <a:lnTo>
                    <a:pt x="1593976" y="1087029"/>
                  </a:lnTo>
                  <a:lnTo>
                    <a:pt x="1594313" y="1088481"/>
                  </a:lnTo>
                  <a:lnTo>
                    <a:pt x="1594649" y="1090331"/>
                  </a:lnTo>
                  <a:lnTo>
                    <a:pt x="1594986" y="1091688"/>
                  </a:lnTo>
                  <a:lnTo>
                    <a:pt x="1595322" y="1092704"/>
                  </a:lnTo>
                  <a:lnTo>
                    <a:pt x="1595659" y="1092871"/>
                  </a:lnTo>
                  <a:lnTo>
                    <a:pt x="1595995" y="1093146"/>
                  </a:lnTo>
                  <a:lnTo>
                    <a:pt x="1596332" y="1095338"/>
                  </a:lnTo>
                  <a:lnTo>
                    <a:pt x="1596668" y="1097413"/>
                  </a:lnTo>
                  <a:lnTo>
                    <a:pt x="1597004" y="1098652"/>
                  </a:lnTo>
                  <a:lnTo>
                    <a:pt x="1597341" y="1099666"/>
                  </a:lnTo>
                  <a:lnTo>
                    <a:pt x="1597677" y="1101306"/>
                  </a:lnTo>
                  <a:lnTo>
                    <a:pt x="1598014" y="1101814"/>
                  </a:lnTo>
                  <a:lnTo>
                    <a:pt x="1598350" y="1104281"/>
                  </a:lnTo>
                  <a:lnTo>
                    <a:pt x="1598687" y="1106643"/>
                  </a:lnTo>
                  <a:lnTo>
                    <a:pt x="1599023" y="1109191"/>
                  </a:lnTo>
                  <a:lnTo>
                    <a:pt x="1599360" y="1113848"/>
                  </a:lnTo>
                  <a:lnTo>
                    <a:pt x="1599696" y="1117661"/>
                  </a:lnTo>
                  <a:lnTo>
                    <a:pt x="1600033" y="1120974"/>
                  </a:lnTo>
                  <a:lnTo>
                    <a:pt x="1600369" y="1124344"/>
                  </a:lnTo>
                  <a:lnTo>
                    <a:pt x="1600706" y="1129667"/>
                  </a:lnTo>
                  <a:lnTo>
                    <a:pt x="1601042" y="1135094"/>
                  </a:lnTo>
                  <a:lnTo>
                    <a:pt x="1601378" y="1140787"/>
                  </a:lnTo>
                  <a:lnTo>
                    <a:pt x="1601715" y="1142937"/>
                  </a:lnTo>
                  <a:lnTo>
                    <a:pt x="1602051" y="1144962"/>
                  </a:lnTo>
                  <a:lnTo>
                    <a:pt x="1602388" y="1144583"/>
                  </a:lnTo>
                  <a:lnTo>
                    <a:pt x="1602724" y="1145120"/>
                  </a:lnTo>
                  <a:lnTo>
                    <a:pt x="1603061" y="1145780"/>
                  </a:lnTo>
                  <a:lnTo>
                    <a:pt x="1603397" y="1144723"/>
                  </a:lnTo>
                  <a:lnTo>
                    <a:pt x="1603734" y="1143743"/>
                  </a:lnTo>
                  <a:lnTo>
                    <a:pt x="1604070" y="1140862"/>
                  </a:lnTo>
                  <a:lnTo>
                    <a:pt x="1604407" y="1137567"/>
                  </a:lnTo>
                  <a:lnTo>
                    <a:pt x="1604743" y="1133855"/>
                  </a:lnTo>
                  <a:lnTo>
                    <a:pt x="1605080" y="1130304"/>
                  </a:lnTo>
                  <a:lnTo>
                    <a:pt x="1605416" y="1127088"/>
                  </a:lnTo>
                  <a:lnTo>
                    <a:pt x="1605752" y="1122143"/>
                  </a:lnTo>
                  <a:lnTo>
                    <a:pt x="1606089" y="1112963"/>
                  </a:lnTo>
                  <a:lnTo>
                    <a:pt x="1606425" y="1103834"/>
                  </a:lnTo>
                  <a:lnTo>
                    <a:pt x="1606762" y="1094736"/>
                  </a:lnTo>
                  <a:lnTo>
                    <a:pt x="1607098" y="1090099"/>
                  </a:lnTo>
                  <a:lnTo>
                    <a:pt x="1607435" y="1088100"/>
                  </a:lnTo>
                  <a:lnTo>
                    <a:pt x="1607771" y="1085248"/>
                  </a:lnTo>
                  <a:lnTo>
                    <a:pt x="1608108" y="1084077"/>
                  </a:lnTo>
                  <a:lnTo>
                    <a:pt x="1608444" y="1085023"/>
                  </a:lnTo>
                  <a:lnTo>
                    <a:pt x="1608781" y="1086242"/>
                  </a:lnTo>
                  <a:lnTo>
                    <a:pt x="1609117" y="1088492"/>
                  </a:lnTo>
                  <a:lnTo>
                    <a:pt x="1609454" y="1094556"/>
                  </a:lnTo>
                  <a:lnTo>
                    <a:pt x="1609790" y="1098379"/>
                  </a:lnTo>
                  <a:lnTo>
                    <a:pt x="1610126" y="1102729"/>
                  </a:lnTo>
                  <a:lnTo>
                    <a:pt x="1610463" y="1105278"/>
                  </a:lnTo>
                  <a:lnTo>
                    <a:pt x="1610799" y="1107140"/>
                  </a:lnTo>
                  <a:lnTo>
                    <a:pt x="1611136" y="1109184"/>
                  </a:lnTo>
                  <a:lnTo>
                    <a:pt x="1611472" y="1111045"/>
                  </a:lnTo>
                  <a:lnTo>
                    <a:pt x="1611809" y="1112653"/>
                  </a:lnTo>
                  <a:lnTo>
                    <a:pt x="1612145" y="1113966"/>
                  </a:lnTo>
                  <a:lnTo>
                    <a:pt x="1612482" y="1114531"/>
                  </a:lnTo>
                  <a:lnTo>
                    <a:pt x="1612818" y="1114866"/>
                  </a:lnTo>
                  <a:lnTo>
                    <a:pt x="1613155" y="1115650"/>
                  </a:lnTo>
                  <a:lnTo>
                    <a:pt x="1613491" y="1115466"/>
                  </a:lnTo>
                  <a:lnTo>
                    <a:pt x="1613828" y="1114396"/>
                  </a:lnTo>
                  <a:lnTo>
                    <a:pt x="1614164" y="1109781"/>
                  </a:lnTo>
                  <a:lnTo>
                    <a:pt x="1614500" y="1104479"/>
                  </a:lnTo>
                  <a:lnTo>
                    <a:pt x="1614837" y="1093774"/>
                  </a:lnTo>
                  <a:lnTo>
                    <a:pt x="1615173" y="1082542"/>
                  </a:lnTo>
                  <a:lnTo>
                    <a:pt x="1615510" y="1072507"/>
                  </a:lnTo>
                  <a:lnTo>
                    <a:pt x="1615846" y="1062515"/>
                  </a:lnTo>
                  <a:lnTo>
                    <a:pt x="1616183" y="1054046"/>
                  </a:lnTo>
                  <a:lnTo>
                    <a:pt x="1616519" y="1045211"/>
                  </a:lnTo>
                  <a:lnTo>
                    <a:pt x="1616856" y="1036183"/>
                  </a:lnTo>
                  <a:lnTo>
                    <a:pt x="1617192" y="1028621"/>
                  </a:lnTo>
                  <a:lnTo>
                    <a:pt x="1617529" y="1021145"/>
                  </a:lnTo>
                  <a:lnTo>
                    <a:pt x="1617865" y="1013419"/>
                  </a:lnTo>
                  <a:lnTo>
                    <a:pt x="1618202" y="1003747"/>
                  </a:lnTo>
                  <a:lnTo>
                    <a:pt x="1618538" y="992162"/>
                  </a:lnTo>
                  <a:lnTo>
                    <a:pt x="1618874" y="980405"/>
                  </a:lnTo>
                  <a:lnTo>
                    <a:pt x="1619211" y="968448"/>
                  </a:lnTo>
                  <a:lnTo>
                    <a:pt x="1619547" y="956441"/>
                  </a:lnTo>
                  <a:lnTo>
                    <a:pt x="1619884" y="943614"/>
                  </a:lnTo>
                  <a:lnTo>
                    <a:pt x="1620220" y="936001"/>
                  </a:lnTo>
                  <a:lnTo>
                    <a:pt x="1620557" y="928428"/>
                  </a:lnTo>
                  <a:lnTo>
                    <a:pt x="1620893" y="920239"/>
                  </a:lnTo>
                  <a:lnTo>
                    <a:pt x="1621230" y="912312"/>
                  </a:lnTo>
                  <a:lnTo>
                    <a:pt x="1621566" y="904880"/>
                  </a:lnTo>
                  <a:lnTo>
                    <a:pt x="1621903" y="898113"/>
                  </a:lnTo>
                  <a:lnTo>
                    <a:pt x="1622239" y="891785"/>
                  </a:lnTo>
                  <a:lnTo>
                    <a:pt x="1622576" y="885849"/>
                  </a:lnTo>
                  <a:lnTo>
                    <a:pt x="1622912" y="879721"/>
                  </a:lnTo>
                  <a:lnTo>
                    <a:pt x="1623248" y="874910"/>
                  </a:lnTo>
                  <a:lnTo>
                    <a:pt x="1623585" y="873735"/>
                  </a:lnTo>
                  <a:lnTo>
                    <a:pt x="1623921" y="873825"/>
                  </a:lnTo>
                  <a:lnTo>
                    <a:pt x="1624258" y="875072"/>
                  </a:lnTo>
                  <a:lnTo>
                    <a:pt x="1624594" y="874789"/>
                  </a:lnTo>
                  <a:lnTo>
                    <a:pt x="1624931" y="875205"/>
                  </a:lnTo>
                  <a:lnTo>
                    <a:pt x="1625267" y="875676"/>
                  </a:lnTo>
                  <a:lnTo>
                    <a:pt x="1625604" y="876686"/>
                  </a:lnTo>
                  <a:lnTo>
                    <a:pt x="1625940" y="878198"/>
                  </a:lnTo>
                  <a:lnTo>
                    <a:pt x="1626277" y="879288"/>
                  </a:lnTo>
                  <a:lnTo>
                    <a:pt x="1626613" y="877096"/>
                  </a:lnTo>
                  <a:lnTo>
                    <a:pt x="1626950" y="874449"/>
                  </a:lnTo>
                  <a:lnTo>
                    <a:pt x="1627286" y="874425"/>
                  </a:lnTo>
                  <a:lnTo>
                    <a:pt x="1627622" y="874472"/>
                  </a:lnTo>
                  <a:lnTo>
                    <a:pt x="1627959" y="876213"/>
                  </a:lnTo>
                  <a:lnTo>
                    <a:pt x="1628295" y="878294"/>
                  </a:lnTo>
                  <a:lnTo>
                    <a:pt x="1628632" y="879286"/>
                  </a:lnTo>
                  <a:lnTo>
                    <a:pt x="1628968" y="879997"/>
                  </a:lnTo>
                  <a:lnTo>
                    <a:pt x="1629305" y="880429"/>
                  </a:lnTo>
                  <a:lnTo>
                    <a:pt x="1629641" y="879605"/>
                  </a:lnTo>
                  <a:lnTo>
                    <a:pt x="1629978" y="877824"/>
                  </a:lnTo>
                  <a:lnTo>
                    <a:pt x="1630314" y="875972"/>
                  </a:lnTo>
                  <a:lnTo>
                    <a:pt x="1630651" y="874796"/>
                  </a:lnTo>
                  <a:lnTo>
                    <a:pt x="1630987" y="872830"/>
                  </a:lnTo>
                  <a:lnTo>
                    <a:pt x="1631323" y="868232"/>
                  </a:lnTo>
                  <a:lnTo>
                    <a:pt x="1631660" y="862886"/>
                  </a:lnTo>
                  <a:lnTo>
                    <a:pt x="1631996" y="856998"/>
                  </a:lnTo>
                  <a:lnTo>
                    <a:pt x="1632333" y="850923"/>
                  </a:lnTo>
                  <a:lnTo>
                    <a:pt x="1632669" y="843824"/>
                  </a:lnTo>
                  <a:lnTo>
                    <a:pt x="1633006" y="835978"/>
                  </a:lnTo>
                  <a:lnTo>
                    <a:pt x="1633342" y="829495"/>
                  </a:lnTo>
                  <a:lnTo>
                    <a:pt x="1633679" y="822427"/>
                  </a:lnTo>
                  <a:lnTo>
                    <a:pt x="1634015" y="816373"/>
                  </a:lnTo>
                  <a:lnTo>
                    <a:pt x="1634352" y="809495"/>
                  </a:lnTo>
                  <a:lnTo>
                    <a:pt x="1634688" y="801815"/>
                  </a:lnTo>
                  <a:lnTo>
                    <a:pt x="1635025" y="794763"/>
                  </a:lnTo>
                  <a:lnTo>
                    <a:pt x="1635361" y="788199"/>
                  </a:lnTo>
                  <a:lnTo>
                    <a:pt x="1635697" y="781461"/>
                  </a:lnTo>
                  <a:lnTo>
                    <a:pt x="1636034" y="772196"/>
                  </a:lnTo>
                  <a:lnTo>
                    <a:pt x="1636370" y="763985"/>
                  </a:lnTo>
                  <a:lnTo>
                    <a:pt x="1636707" y="755604"/>
                  </a:lnTo>
                  <a:lnTo>
                    <a:pt x="1637043" y="747132"/>
                  </a:lnTo>
                  <a:lnTo>
                    <a:pt x="1637380" y="739710"/>
                  </a:lnTo>
                  <a:lnTo>
                    <a:pt x="1637716" y="734146"/>
                  </a:lnTo>
                  <a:lnTo>
                    <a:pt x="1638053" y="728490"/>
                  </a:lnTo>
                  <a:lnTo>
                    <a:pt x="1638389" y="717334"/>
                  </a:lnTo>
                  <a:lnTo>
                    <a:pt x="1638726" y="706305"/>
                  </a:lnTo>
                  <a:lnTo>
                    <a:pt x="1639062" y="695461"/>
                  </a:lnTo>
                  <a:lnTo>
                    <a:pt x="1639399" y="686079"/>
                  </a:lnTo>
                  <a:lnTo>
                    <a:pt x="1639735" y="680445"/>
                  </a:lnTo>
                  <a:lnTo>
                    <a:pt x="1640071" y="677212"/>
                  </a:lnTo>
                  <a:lnTo>
                    <a:pt x="1640408" y="674263"/>
                  </a:lnTo>
                  <a:lnTo>
                    <a:pt x="1640744" y="672416"/>
                  </a:lnTo>
                  <a:lnTo>
                    <a:pt x="1641081" y="672749"/>
                  </a:lnTo>
                  <a:lnTo>
                    <a:pt x="1641417" y="671417"/>
                  </a:lnTo>
                  <a:lnTo>
                    <a:pt x="1641754" y="669938"/>
                  </a:lnTo>
                  <a:lnTo>
                    <a:pt x="1642090" y="669375"/>
                  </a:lnTo>
                  <a:lnTo>
                    <a:pt x="1642427" y="669421"/>
                  </a:lnTo>
                  <a:lnTo>
                    <a:pt x="1642763" y="670331"/>
                  </a:lnTo>
                  <a:lnTo>
                    <a:pt x="1643100" y="671684"/>
                  </a:lnTo>
                  <a:lnTo>
                    <a:pt x="1643436" y="673652"/>
                  </a:lnTo>
                  <a:lnTo>
                    <a:pt x="1643773" y="676374"/>
                  </a:lnTo>
                  <a:lnTo>
                    <a:pt x="1644109" y="678696"/>
                  </a:lnTo>
                  <a:lnTo>
                    <a:pt x="1644445" y="679655"/>
                  </a:lnTo>
                  <a:lnTo>
                    <a:pt x="1644782" y="680700"/>
                  </a:lnTo>
                  <a:lnTo>
                    <a:pt x="1645118" y="681896"/>
                  </a:lnTo>
                  <a:lnTo>
                    <a:pt x="1645455" y="682900"/>
                  </a:lnTo>
                  <a:lnTo>
                    <a:pt x="1645791" y="683680"/>
                  </a:lnTo>
                  <a:lnTo>
                    <a:pt x="1646128" y="684807"/>
                  </a:lnTo>
                  <a:lnTo>
                    <a:pt x="1646464" y="685555"/>
                  </a:lnTo>
                  <a:lnTo>
                    <a:pt x="1646801" y="686798"/>
                  </a:lnTo>
                  <a:lnTo>
                    <a:pt x="1647137" y="690850"/>
                  </a:lnTo>
                  <a:lnTo>
                    <a:pt x="1647474" y="693735"/>
                  </a:lnTo>
                  <a:lnTo>
                    <a:pt x="1647810" y="693668"/>
                  </a:lnTo>
                  <a:lnTo>
                    <a:pt x="1648147" y="692110"/>
                  </a:lnTo>
                  <a:lnTo>
                    <a:pt x="1648483" y="690350"/>
                  </a:lnTo>
                  <a:lnTo>
                    <a:pt x="1648819" y="686857"/>
                  </a:lnTo>
                  <a:lnTo>
                    <a:pt x="1649156" y="681180"/>
                  </a:lnTo>
                  <a:lnTo>
                    <a:pt x="1649492" y="679683"/>
                  </a:lnTo>
                  <a:lnTo>
                    <a:pt x="1649829" y="678940"/>
                  </a:lnTo>
                  <a:lnTo>
                    <a:pt x="1650165" y="678391"/>
                  </a:lnTo>
                  <a:lnTo>
                    <a:pt x="1650502" y="678809"/>
                  </a:lnTo>
                  <a:lnTo>
                    <a:pt x="1650838" y="679021"/>
                  </a:lnTo>
                  <a:lnTo>
                    <a:pt x="1651175" y="675482"/>
                  </a:lnTo>
                  <a:lnTo>
                    <a:pt x="1651511" y="672751"/>
                  </a:lnTo>
                  <a:lnTo>
                    <a:pt x="1651848" y="673328"/>
                  </a:lnTo>
                  <a:lnTo>
                    <a:pt x="1652184" y="673432"/>
                  </a:lnTo>
                  <a:lnTo>
                    <a:pt x="1652521" y="673394"/>
                  </a:lnTo>
                  <a:lnTo>
                    <a:pt x="1652857" y="674353"/>
                  </a:lnTo>
                  <a:lnTo>
                    <a:pt x="1653193" y="676729"/>
                  </a:lnTo>
                  <a:lnTo>
                    <a:pt x="1653530" y="681821"/>
                  </a:lnTo>
                  <a:lnTo>
                    <a:pt x="1653866" y="685382"/>
                  </a:lnTo>
                  <a:lnTo>
                    <a:pt x="1654203" y="687496"/>
                  </a:lnTo>
                  <a:lnTo>
                    <a:pt x="1654539" y="688434"/>
                  </a:lnTo>
                  <a:lnTo>
                    <a:pt x="1654876" y="688379"/>
                  </a:lnTo>
                  <a:lnTo>
                    <a:pt x="1655212" y="688253"/>
                  </a:lnTo>
                  <a:lnTo>
                    <a:pt x="1655549" y="688040"/>
                  </a:lnTo>
                  <a:lnTo>
                    <a:pt x="1655885" y="687914"/>
                  </a:lnTo>
                  <a:lnTo>
                    <a:pt x="1656222" y="686802"/>
                  </a:lnTo>
                  <a:lnTo>
                    <a:pt x="1656558" y="684445"/>
                  </a:lnTo>
                  <a:lnTo>
                    <a:pt x="1656895" y="680353"/>
                  </a:lnTo>
                  <a:lnTo>
                    <a:pt x="1657231" y="674978"/>
                  </a:lnTo>
                  <a:lnTo>
                    <a:pt x="1657567" y="669075"/>
                  </a:lnTo>
                  <a:lnTo>
                    <a:pt x="1657904" y="662223"/>
                  </a:lnTo>
                  <a:lnTo>
                    <a:pt x="1658240" y="652970"/>
                  </a:lnTo>
                  <a:lnTo>
                    <a:pt x="1658577" y="648021"/>
                  </a:lnTo>
                  <a:lnTo>
                    <a:pt x="1658913" y="645797"/>
                  </a:lnTo>
                  <a:lnTo>
                    <a:pt x="1659250" y="643286"/>
                  </a:lnTo>
                  <a:lnTo>
                    <a:pt x="1659586" y="639879"/>
                  </a:lnTo>
                  <a:lnTo>
                    <a:pt x="1659923" y="634843"/>
                  </a:lnTo>
                  <a:lnTo>
                    <a:pt x="1660259" y="629055"/>
                  </a:lnTo>
                  <a:lnTo>
                    <a:pt x="1660596" y="622468"/>
                  </a:lnTo>
                  <a:lnTo>
                    <a:pt x="1660932" y="616293"/>
                  </a:lnTo>
                  <a:lnTo>
                    <a:pt x="1661269" y="610400"/>
                  </a:lnTo>
                  <a:lnTo>
                    <a:pt x="1661605" y="604809"/>
                  </a:lnTo>
                  <a:lnTo>
                    <a:pt x="1661941" y="599985"/>
                  </a:lnTo>
                  <a:lnTo>
                    <a:pt x="1662278" y="595450"/>
                  </a:lnTo>
                  <a:lnTo>
                    <a:pt x="1662614" y="591141"/>
                  </a:lnTo>
                  <a:lnTo>
                    <a:pt x="1662951" y="587590"/>
                  </a:lnTo>
                  <a:lnTo>
                    <a:pt x="1663287" y="584463"/>
                  </a:lnTo>
                  <a:lnTo>
                    <a:pt x="1663624" y="581649"/>
                  </a:lnTo>
                  <a:lnTo>
                    <a:pt x="1663960" y="578302"/>
                  </a:lnTo>
                  <a:lnTo>
                    <a:pt x="1664297" y="574109"/>
                  </a:lnTo>
                  <a:lnTo>
                    <a:pt x="1664633" y="572637"/>
                  </a:lnTo>
                  <a:lnTo>
                    <a:pt x="1664970" y="573324"/>
                  </a:lnTo>
                  <a:lnTo>
                    <a:pt x="1665306" y="576059"/>
                  </a:lnTo>
                  <a:lnTo>
                    <a:pt x="1665642" y="580467"/>
                  </a:lnTo>
                  <a:lnTo>
                    <a:pt x="1665979" y="585024"/>
                  </a:lnTo>
                  <a:lnTo>
                    <a:pt x="1666315" y="590328"/>
                  </a:lnTo>
                  <a:lnTo>
                    <a:pt x="1666652" y="594206"/>
                  </a:lnTo>
                  <a:lnTo>
                    <a:pt x="1666988" y="599143"/>
                  </a:lnTo>
                  <a:lnTo>
                    <a:pt x="1667325" y="606219"/>
                  </a:lnTo>
                  <a:lnTo>
                    <a:pt x="1667661" y="614229"/>
                  </a:lnTo>
                  <a:lnTo>
                    <a:pt x="1667998" y="621558"/>
                  </a:lnTo>
                  <a:lnTo>
                    <a:pt x="1668334" y="629149"/>
                  </a:lnTo>
                  <a:lnTo>
                    <a:pt x="1668671" y="636696"/>
                  </a:lnTo>
                  <a:lnTo>
                    <a:pt x="1669007" y="643711"/>
                  </a:lnTo>
                  <a:lnTo>
                    <a:pt x="1669344" y="650629"/>
                  </a:lnTo>
                  <a:lnTo>
                    <a:pt x="1669680" y="657555"/>
                  </a:lnTo>
                  <a:lnTo>
                    <a:pt x="1670016" y="664243"/>
                  </a:lnTo>
                  <a:lnTo>
                    <a:pt x="1670353" y="671297"/>
                  </a:lnTo>
                  <a:lnTo>
                    <a:pt x="1670689" y="678420"/>
                  </a:lnTo>
                  <a:lnTo>
                    <a:pt x="1671026" y="685287"/>
                  </a:lnTo>
                  <a:lnTo>
                    <a:pt x="1671362" y="693582"/>
                  </a:lnTo>
                  <a:lnTo>
                    <a:pt x="1671699" y="701804"/>
                  </a:lnTo>
                  <a:lnTo>
                    <a:pt x="1672035" y="709979"/>
                  </a:lnTo>
                  <a:lnTo>
                    <a:pt x="1672372" y="717876"/>
                  </a:lnTo>
                  <a:lnTo>
                    <a:pt x="1672708" y="725075"/>
                  </a:lnTo>
                  <a:lnTo>
                    <a:pt x="1673045" y="733414"/>
                  </a:lnTo>
                  <a:lnTo>
                    <a:pt x="1673381" y="745249"/>
                  </a:lnTo>
                  <a:lnTo>
                    <a:pt x="1673718" y="756702"/>
                  </a:lnTo>
                  <a:lnTo>
                    <a:pt x="1674054" y="767910"/>
                  </a:lnTo>
                  <a:lnTo>
                    <a:pt x="1674390" y="774743"/>
                  </a:lnTo>
                  <a:lnTo>
                    <a:pt x="1674727" y="779874"/>
                  </a:lnTo>
                  <a:lnTo>
                    <a:pt x="1675063" y="785397"/>
                  </a:lnTo>
                  <a:lnTo>
                    <a:pt x="1675400" y="789464"/>
                  </a:lnTo>
                  <a:lnTo>
                    <a:pt x="1675736" y="793115"/>
                  </a:lnTo>
                  <a:lnTo>
                    <a:pt x="1676073" y="796581"/>
                  </a:lnTo>
                  <a:lnTo>
                    <a:pt x="1676409" y="799423"/>
                  </a:lnTo>
                  <a:lnTo>
                    <a:pt x="1676746" y="801141"/>
                  </a:lnTo>
                  <a:lnTo>
                    <a:pt x="1677082" y="802853"/>
                  </a:lnTo>
                  <a:lnTo>
                    <a:pt x="1677419" y="804155"/>
                  </a:lnTo>
                  <a:lnTo>
                    <a:pt x="1677755" y="805332"/>
                  </a:lnTo>
                  <a:lnTo>
                    <a:pt x="1678092" y="806577"/>
                  </a:lnTo>
                  <a:lnTo>
                    <a:pt x="1678428" y="808019"/>
                  </a:lnTo>
                  <a:lnTo>
                    <a:pt x="1678764" y="808672"/>
                  </a:lnTo>
                  <a:lnTo>
                    <a:pt x="1679101" y="808669"/>
                  </a:lnTo>
                  <a:lnTo>
                    <a:pt x="1679437" y="809122"/>
                  </a:lnTo>
                  <a:lnTo>
                    <a:pt x="1679774" y="810106"/>
                  </a:lnTo>
                  <a:lnTo>
                    <a:pt x="1680110" y="812017"/>
                  </a:lnTo>
                  <a:lnTo>
                    <a:pt x="1680447" y="813332"/>
                  </a:lnTo>
                  <a:lnTo>
                    <a:pt x="1680783" y="814901"/>
                  </a:lnTo>
                  <a:lnTo>
                    <a:pt x="1681120" y="817140"/>
                  </a:lnTo>
                  <a:lnTo>
                    <a:pt x="1681456" y="821956"/>
                  </a:lnTo>
                  <a:lnTo>
                    <a:pt x="1681793" y="828438"/>
                  </a:lnTo>
                  <a:lnTo>
                    <a:pt x="1682129" y="839211"/>
                  </a:lnTo>
                  <a:lnTo>
                    <a:pt x="1682466" y="851274"/>
                  </a:lnTo>
                  <a:lnTo>
                    <a:pt x="1682802" y="863518"/>
                  </a:lnTo>
                  <a:lnTo>
                    <a:pt x="1683138" y="875465"/>
                  </a:lnTo>
                  <a:lnTo>
                    <a:pt x="1683475" y="888079"/>
                  </a:lnTo>
                  <a:lnTo>
                    <a:pt x="1683811" y="901426"/>
                  </a:lnTo>
                  <a:lnTo>
                    <a:pt x="1684148" y="914752"/>
                  </a:lnTo>
                  <a:lnTo>
                    <a:pt x="1684484" y="926846"/>
                  </a:lnTo>
                  <a:lnTo>
                    <a:pt x="1684821" y="938398"/>
                  </a:lnTo>
                  <a:lnTo>
                    <a:pt x="1685157" y="949644"/>
                  </a:lnTo>
                  <a:lnTo>
                    <a:pt x="1685494" y="962220"/>
                  </a:lnTo>
                  <a:lnTo>
                    <a:pt x="1685830" y="975533"/>
                  </a:lnTo>
                  <a:lnTo>
                    <a:pt x="1686167" y="989703"/>
                  </a:lnTo>
                  <a:lnTo>
                    <a:pt x="1686503" y="1004401"/>
                  </a:lnTo>
                  <a:lnTo>
                    <a:pt x="1686840" y="1018930"/>
                  </a:lnTo>
                  <a:lnTo>
                    <a:pt x="1687176" y="1033977"/>
                  </a:lnTo>
                  <a:lnTo>
                    <a:pt x="1687512" y="1044466"/>
                  </a:lnTo>
                  <a:lnTo>
                    <a:pt x="1687849" y="1054128"/>
                  </a:lnTo>
                  <a:lnTo>
                    <a:pt x="1688185" y="1064880"/>
                  </a:lnTo>
                  <a:lnTo>
                    <a:pt x="1688522" y="1075305"/>
                  </a:lnTo>
                  <a:lnTo>
                    <a:pt x="1688858" y="1085962"/>
                  </a:lnTo>
                  <a:lnTo>
                    <a:pt x="1689195" y="1094757"/>
                  </a:lnTo>
                  <a:lnTo>
                    <a:pt x="1689531" y="1104247"/>
                  </a:lnTo>
                  <a:lnTo>
                    <a:pt x="1689868" y="1114134"/>
                  </a:lnTo>
                  <a:lnTo>
                    <a:pt x="1690204" y="1124944"/>
                  </a:lnTo>
                  <a:lnTo>
                    <a:pt x="1690541" y="1135218"/>
                  </a:lnTo>
                  <a:lnTo>
                    <a:pt x="1690877" y="1144683"/>
                  </a:lnTo>
                  <a:lnTo>
                    <a:pt x="1691214" y="1152798"/>
                  </a:lnTo>
                  <a:lnTo>
                    <a:pt x="1691550" y="1159497"/>
                  </a:lnTo>
                  <a:lnTo>
                    <a:pt x="1691886" y="1164927"/>
                  </a:lnTo>
                  <a:lnTo>
                    <a:pt x="1692223" y="1169199"/>
                  </a:lnTo>
                  <a:lnTo>
                    <a:pt x="1692559" y="1173284"/>
                  </a:lnTo>
                  <a:lnTo>
                    <a:pt x="1692896" y="1176795"/>
                  </a:lnTo>
                  <a:lnTo>
                    <a:pt x="1693232" y="1178941"/>
                  </a:lnTo>
                  <a:lnTo>
                    <a:pt x="1693569" y="1180769"/>
                  </a:lnTo>
                  <a:lnTo>
                    <a:pt x="1693905" y="1185568"/>
                  </a:lnTo>
                  <a:lnTo>
                    <a:pt x="1694242" y="1191495"/>
                  </a:lnTo>
                  <a:lnTo>
                    <a:pt x="1694578" y="1194736"/>
                  </a:lnTo>
                  <a:lnTo>
                    <a:pt x="1694915" y="1197143"/>
                  </a:lnTo>
                  <a:lnTo>
                    <a:pt x="1695251" y="1196403"/>
                  </a:lnTo>
                  <a:lnTo>
                    <a:pt x="1695588" y="1194243"/>
                  </a:lnTo>
                  <a:lnTo>
                    <a:pt x="1695924" y="1192328"/>
                  </a:lnTo>
                  <a:lnTo>
                    <a:pt x="1696260" y="1189734"/>
                  </a:lnTo>
                  <a:lnTo>
                    <a:pt x="1696597" y="1186783"/>
                  </a:lnTo>
                  <a:lnTo>
                    <a:pt x="1696933" y="1184414"/>
                  </a:lnTo>
                  <a:lnTo>
                    <a:pt x="1697270" y="1183095"/>
                  </a:lnTo>
                  <a:lnTo>
                    <a:pt x="1697606" y="1182025"/>
                  </a:lnTo>
                  <a:lnTo>
                    <a:pt x="1697943" y="1181068"/>
                  </a:lnTo>
                  <a:lnTo>
                    <a:pt x="1698279" y="1181575"/>
                  </a:lnTo>
                  <a:lnTo>
                    <a:pt x="1698616" y="1183122"/>
                  </a:lnTo>
                  <a:lnTo>
                    <a:pt x="1698952" y="1184726"/>
                  </a:lnTo>
                  <a:lnTo>
                    <a:pt x="1699289" y="1185497"/>
                  </a:lnTo>
                  <a:lnTo>
                    <a:pt x="1699625" y="1185292"/>
                  </a:lnTo>
                  <a:lnTo>
                    <a:pt x="1699961" y="1185450"/>
                  </a:lnTo>
                  <a:lnTo>
                    <a:pt x="1700298" y="1186699"/>
                  </a:lnTo>
                  <a:lnTo>
                    <a:pt x="1700634" y="1189483"/>
                  </a:lnTo>
                  <a:lnTo>
                    <a:pt x="1700971" y="1193191"/>
                  </a:lnTo>
                  <a:lnTo>
                    <a:pt x="1701307" y="1195839"/>
                  </a:lnTo>
                  <a:lnTo>
                    <a:pt x="1701644" y="1198935"/>
                  </a:lnTo>
                  <a:lnTo>
                    <a:pt x="1701980" y="1202256"/>
                  </a:lnTo>
                  <a:lnTo>
                    <a:pt x="1702317" y="1203796"/>
                  </a:lnTo>
                  <a:lnTo>
                    <a:pt x="1702653" y="1206035"/>
                  </a:lnTo>
                  <a:lnTo>
                    <a:pt x="1702990" y="1209916"/>
                  </a:lnTo>
                  <a:lnTo>
                    <a:pt x="1703326" y="1216819"/>
                  </a:lnTo>
                  <a:lnTo>
                    <a:pt x="1703663" y="1222870"/>
                  </a:lnTo>
                  <a:lnTo>
                    <a:pt x="1703999" y="1228954"/>
                  </a:lnTo>
                  <a:lnTo>
                    <a:pt x="1704335" y="1236090"/>
                  </a:lnTo>
                  <a:lnTo>
                    <a:pt x="1704672" y="1243899"/>
                  </a:lnTo>
                  <a:lnTo>
                    <a:pt x="1705008" y="1252404"/>
                  </a:lnTo>
                  <a:lnTo>
                    <a:pt x="1705345" y="1261392"/>
                  </a:lnTo>
                  <a:lnTo>
                    <a:pt x="1705681" y="1275372"/>
                  </a:lnTo>
                  <a:lnTo>
                    <a:pt x="1706018" y="1288958"/>
                  </a:lnTo>
                  <a:lnTo>
                    <a:pt x="1706354" y="1303332"/>
                  </a:lnTo>
                  <a:lnTo>
                    <a:pt x="1706691" y="1317106"/>
                  </a:lnTo>
                  <a:lnTo>
                    <a:pt x="1707027" y="1327519"/>
                  </a:lnTo>
                  <a:lnTo>
                    <a:pt x="1707364" y="1336546"/>
                  </a:lnTo>
                  <a:lnTo>
                    <a:pt x="1707700" y="1346266"/>
                  </a:lnTo>
                  <a:lnTo>
                    <a:pt x="1708037" y="1355936"/>
                  </a:lnTo>
                  <a:lnTo>
                    <a:pt x="1708373" y="1363249"/>
                  </a:lnTo>
                  <a:lnTo>
                    <a:pt x="1708709" y="1369902"/>
                  </a:lnTo>
                  <a:lnTo>
                    <a:pt x="1709046" y="1376122"/>
                  </a:lnTo>
                  <a:lnTo>
                    <a:pt x="1709382" y="1381122"/>
                  </a:lnTo>
                  <a:lnTo>
                    <a:pt x="1709719" y="1385762"/>
                  </a:lnTo>
                  <a:lnTo>
                    <a:pt x="1710055" y="1389251"/>
                  </a:lnTo>
                  <a:lnTo>
                    <a:pt x="1710392" y="1392422"/>
                  </a:lnTo>
                  <a:lnTo>
                    <a:pt x="1710728" y="1394598"/>
                  </a:lnTo>
                  <a:lnTo>
                    <a:pt x="1711065" y="1395437"/>
                  </a:lnTo>
                  <a:lnTo>
                    <a:pt x="1711401" y="1395958"/>
                  </a:lnTo>
                  <a:lnTo>
                    <a:pt x="1711738" y="1397694"/>
                  </a:lnTo>
                  <a:lnTo>
                    <a:pt x="1712074" y="1399535"/>
                  </a:lnTo>
                  <a:lnTo>
                    <a:pt x="1712411" y="1400964"/>
                  </a:lnTo>
                  <a:lnTo>
                    <a:pt x="1712747" y="1401967"/>
                  </a:lnTo>
                  <a:lnTo>
                    <a:pt x="1713083" y="1404241"/>
                  </a:lnTo>
                  <a:lnTo>
                    <a:pt x="1713420" y="1405774"/>
                  </a:lnTo>
                  <a:lnTo>
                    <a:pt x="1713756" y="1408557"/>
                  </a:lnTo>
                  <a:lnTo>
                    <a:pt x="1714093" y="1411236"/>
                  </a:lnTo>
                  <a:lnTo>
                    <a:pt x="1714429" y="1414015"/>
                  </a:lnTo>
                  <a:lnTo>
                    <a:pt x="1714766" y="1418310"/>
                  </a:lnTo>
                  <a:lnTo>
                    <a:pt x="1715102" y="1423718"/>
                  </a:lnTo>
                  <a:lnTo>
                    <a:pt x="1715439" y="1430244"/>
                  </a:lnTo>
                  <a:lnTo>
                    <a:pt x="1715775" y="1437177"/>
                  </a:lnTo>
                  <a:lnTo>
                    <a:pt x="1716112" y="1445709"/>
                  </a:lnTo>
                  <a:lnTo>
                    <a:pt x="1716448" y="1456009"/>
                  </a:lnTo>
                  <a:lnTo>
                    <a:pt x="1716785" y="1464906"/>
                  </a:lnTo>
                  <a:lnTo>
                    <a:pt x="1717121" y="1472931"/>
                  </a:lnTo>
                  <a:lnTo>
                    <a:pt x="1717457" y="1480830"/>
                  </a:lnTo>
                  <a:lnTo>
                    <a:pt x="1717794" y="1487387"/>
                  </a:lnTo>
                  <a:lnTo>
                    <a:pt x="1718130" y="1493955"/>
                  </a:lnTo>
                  <a:lnTo>
                    <a:pt x="1718467" y="1504255"/>
                  </a:lnTo>
                  <a:lnTo>
                    <a:pt x="1718803" y="1513900"/>
                  </a:lnTo>
                  <a:lnTo>
                    <a:pt x="1719140" y="1520816"/>
                  </a:lnTo>
                  <a:lnTo>
                    <a:pt x="1719476" y="1527747"/>
                  </a:lnTo>
                  <a:lnTo>
                    <a:pt x="1719813" y="1534176"/>
                  </a:lnTo>
                  <a:lnTo>
                    <a:pt x="1720149" y="1539166"/>
                  </a:lnTo>
                  <a:lnTo>
                    <a:pt x="1720486" y="1543018"/>
                  </a:lnTo>
                  <a:lnTo>
                    <a:pt x="1720822" y="1546698"/>
                  </a:lnTo>
                  <a:lnTo>
                    <a:pt x="1721159" y="1550367"/>
                  </a:lnTo>
                  <a:lnTo>
                    <a:pt x="1721495" y="1554371"/>
                  </a:lnTo>
                  <a:lnTo>
                    <a:pt x="1721831" y="1558408"/>
                  </a:lnTo>
                  <a:lnTo>
                    <a:pt x="1722168" y="1561448"/>
                  </a:lnTo>
                  <a:lnTo>
                    <a:pt x="1722504" y="1563376"/>
                  </a:lnTo>
                  <a:lnTo>
                    <a:pt x="1722841" y="1564889"/>
                  </a:lnTo>
                  <a:lnTo>
                    <a:pt x="1723177" y="1566228"/>
                  </a:lnTo>
                  <a:lnTo>
                    <a:pt x="1723514" y="1566894"/>
                  </a:lnTo>
                  <a:lnTo>
                    <a:pt x="1723850" y="1567470"/>
                  </a:lnTo>
                  <a:lnTo>
                    <a:pt x="1724187" y="1568429"/>
                  </a:lnTo>
                  <a:lnTo>
                    <a:pt x="1724523" y="1569503"/>
                  </a:lnTo>
                  <a:lnTo>
                    <a:pt x="1724860" y="1570215"/>
                  </a:lnTo>
                  <a:lnTo>
                    <a:pt x="1725196" y="1571460"/>
                  </a:lnTo>
                  <a:lnTo>
                    <a:pt x="1725533" y="1574415"/>
                  </a:lnTo>
                  <a:lnTo>
                    <a:pt x="1725869" y="1574078"/>
                  </a:lnTo>
                  <a:lnTo>
                    <a:pt x="1726205" y="1569732"/>
                  </a:lnTo>
                  <a:lnTo>
                    <a:pt x="1726542" y="1565589"/>
                  </a:lnTo>
                  <a:lnTo>
                    <a:pt x="1726878" y="1562960"/>
                  </a:lnTo>
                  <a:lnTo>
                    <a:pt x="1727215" y="1561298"/>
                  </a:lnTo>
                  <a:lnTo>
                    <a:pt x="1727551" y="1560518"/>
                  </a:lnTo>
                  <a:lnTo>
                    <a:pt x="1727888" y="1560559"/>
                  </a:lnTo>
                  <a:lnTo>
                    <a:pt x="1728224" y="1560643"/>
                  </a:lnTo>
                  <a:lnTo>
                    <a:pt x="1728561" y="1560667"/>
                  </a:lnTo>
                  <a:lnTo>
                    <a:pt x="1728897" y="1561030"/>
                  </a:lnTo>
                  <a:lnTo>
                    <a:pt x="1729234" y="1560967"/>
                  </a:lnTo>
                  <a:lnTo>
                    <a:pt x="1729570" y="1561361"/>
                  </a:lnTo>
                  <a:lnTo>
                    <a:pt x="1729906" y="1561968"/>
                  </a:lnTo>
                  <a:lnTo>
                    <a:pt x="1730243" y="1562776"/>
                  </a:lnTo>
                  <a:lnTo>
                    <a:pt x="1730579" y="1563055"/>
                  </a:lnTo>
                  <a:lnTo>
                    <a:pt x="1730916" y="1562768"/>
                  </a:lnTo>
                  <a:lnTo>
                    <a:pt x="1731252" y="1563172"/>
                  </a:lnTo>
                  <a:lnTo>
                    <a:pt x="1731589" y="1565163"/>
                  </a:lnTo>
                  <a:lnTo>
                    <a:pt x="1731925" y="1563412"/>
                  </a:lnTo>
                  <a:lnTo>
                    <a:pt x="1732262" y="1559989"/>
                  </a:lnTo>
                  <a:lnTo>
                    <a:pt x="1732598" y="1552267"/>
                  </a:lnTo>
                  <a:lnTo>
                    <a:pt x="1732935" y="1543254"/>
                  </a:lnTo>
                  <a:lnTo>
                    <a:pt x="1733271" y="1528713"/>
                  </a:lnTo>
                  <a:lnTo>
                    <a:pt x="1733608" y="1514309"/>
                  </a:lnTo>
                  <a:lnTo>
                    <a:pt x="1733944" y="1500465"/>
                  </a:lnTo>
                  <a:lnTo>
                    <a:pt x="1734280" y="1487598"/>
                  </a:lnTo>
                  <a:lnTo>
                    <a:pt x="1734617" y="1473847"/>
                  </a:lnTo>
                  <a:lnTo>
                    <a:pt x="1734953" y="1459744"/>
                  </a:lnTo>
                  <a:lnTo>
                    <a:pt x="1735290" y="1445081"/>
                  </a:lnTo>
                  <a:lnTo>
                    <a:pt x="1735626" y="1431107"/>
                  </a:lnTo>
                  <a:lnTo>
                    <a:pt x="1735963" y="1418240"/>
                  </a:lnTo>
                  <a:lnTo>
                    <a:pt x="1736299" y="1406832"/>
                  </a:lnTo>
                  <a:lnTo>
                    <a:pt x="1736636" y="1396616"/>
                  </a:lnTo>
                  <a:lnTo>
                    <a:pt x="1736972" y="1387218"/>
                  </a:lnTo>
                  <a:lnTo>
                    <a:pt x="1737309" y="1379373"/>
                  </a:lnTo>
                  <a:lnTo>
                    <a:pt x="1737645" y="1372973"/>
                  </a:lnTo>
                  <a:lnTo>
                    <a:pt x="1737982" y="1368035"/>
                  </a:lnTo>
                  <a:lnTo>
                    <a:pt x="1738318" y="1364033"/>
                  </a:lnTo>
                  <a:lnTo>
                    <a:pt x="1738654" y="1360201"/>
                  </a:lnTo>
                  <a:lnTo>
                    <a:pt x="1738991" y="1356640"/>
                  </a:lnTo>
                  <a:lnTo>
                    <a:pt x="1739327" y="1353483"/>
                  </a:lnTo>
                  <a:lnTo>
                    <a:pt x="1739664" y="1351471"/>
                  </a:lnTo>
                  <a:lnTo>
                    <a:pt x="1740000" y="1350559"/>
                  </a:lnTo>
                  <a:lnTo>
                    <a:pt x="1740337" y="1350489"/>
                  </a:lnTo>
                  <a:lnTo>
                    <a:pt x="1740673" y="1349290"/>
                  </a:lnTo>
                  <a:lnTo>
                    <a:pt x="1741010" y="1348568"/>
                  </a:lnTo>
                  <a:lnTo>
                    <a:pt x="1741346" y="1347356"/>
                  </a:lnTo>
                  <a:lnTo>
                    <a:pt x="1741683" y="1347694"/>
                  </a:lnTo>
                  <a:lnTo>
                    <a:pt x="1742019" y="1347477"/>
                  </a:lnTo>
                  <a:lnTo>
                    <a:pt x="1742356" y="1347722"/>
                  </a:lnTo>
                  <a:lnTo>
                    <a:pt x="1742692" y="1347081"/>
                  </a:lnTo>
                  <a:lnTo>
                    <a:pt x="1743028" y="1346560"/>
                  </a:lnTo>
                  <a:lnTo>
                    <a:pt x="1743365" y="1346187"/>
                  </a:lnTo>
                  <a:lnTo>
                    <a:pt x="1743701" y="1345222"/>
                  </a:lnTo>
                  <a:lnTo>
                    <a:pt x="1744038" y="1344462"/>
                  </a:lnTo>
                  <a:lnTo>
                    <a:pt x="1744374" y="1343264"/>
                  </a:lnTo>
                  <a:lnTo>
                    <a:pt x="1744711" y="1341998"/>
                  </a:lnTo>
                  <a:lnTo>
                    <a:pt x="1745047" y="1340482"/>
                  </a:lnTo>
                  <a:lnTo>
                    <a:pt x="1745384" y="1338221"/>
                  </a:lnTo>
                  <a:lnTo>
                    <a:pt x="1745720" y="1335822"/>
                  </a:lnTo>
                  <a:lnTo>
                    <a:pt x="1746057" y="1334823"/>
                  </a:lnTo>
                  <a:lnTo>
                    <a:pt x="1746393" y="1334704"/>
                  </a:lnTo>
                  <a:lnTo>
                    <a:pt x="1746730" y="1334745"/>
                  </a:lnTo>
                  <a:lnTo>
                    <a:pt x="1747066" y="1335073"/>
                  </a:lnTo>
                  <a:lnTo>
                    <a:pt x="1747402" y="1335643"/>
                  </a:lnTo>
                  <a:lnTo>
                    <a:pt x="1747739" y="1336728"/>
                  </a:lnTo>
                  <a:lnTo>
                    <a:pt x="1748075" y="1338578"/>
                  </a:lnTo>
                  <a:lnTo>
                    <a:pt x="1748412" y="1340560"/>
                  </a:lnTo>
                  <a:lnTo>
                    <a:pt x="1748748" y="1343357"/>
                  </a:lnTo>
                  <a:lnTo>
                    <a:pt x="1749085" y="1345433"/>
                  </a:lnTo>
                  <a:lnTo>
                    <a:pt x="1749421" y="1348950"/>
                  </a:lnTo>
                  <a:lnTo>
                    <a:pt x="1749758" y="1351916"/>
                  </a:lnTo>
                  <a:lnTo>
                    <a:pt x="1750094" y="1354395"/>
                  </a:lnTo>
                  <a:lnTo>
                    <a:pt x="1750431" y="1358726"/>
                  </a:lnTo>
                  <a:lnTo>
                    <a:pt x="1750767" y="1362988"/>
                  </a:lnTo>
                  <a:lnTo>
                    <a:pt x="1751104" y="1366673"/>
                  </a:lnTo>
                  <a:lnTo>
                    <a:pt x="1751440" y="1370225"/>
                  </a:lnTo>
                  <a:lnTo>
                    <a:pt x="1751776" y="1374099"/>
                  </a:lnTo>
                  <a:lnTo>
                    <a:pt x="1752113" y="1377283"/>
                  </a:lnTo>
                  <a:lnTo>
                    <a:pt x="1752449" y="1380328"/>
                  </a:lnTo>
                  <a:lnTo>
                    <a:pt x="1752786" y="1382677"/>
                  </a:lnTo>
                  <a:lnTo>
                    <a:pt x="1753122" y="1384898"/>
                  </a:lnTo>
                  <a:lnTo>
                    <a:pt x="1753459" y="1386472"/>
                  </a:lnTo>
                  <a:lnTo>
                    <a:pt x="1753795" y="1388056"/>
                  </a:lnTo>
                  <a:lnTo>
                    <a:pt x="1754132" y="1389759"/>
                  </a:lnTo>
                  <a:lnTo>
                    <a:pt x="1754468" y="1391427"/>
                  </a:lnTo>
                  <a:lnTo>
                    <a:pt x="1754805" y="1392563"/>
                  </a:lnTo>
                  <a:lnTo>
                    <a:pt x="1755141" y="1394208"/>
                  </a:lnTo>
                  <a:lnTo>
                    <a:pt x="1755478" y="1394836"/>
                  </a:lnTo>
                  <a:lnTo>
                    <a:pt x="1755814" y="1395910"/>
                  </a:lnTo>
                  <a:lnTo>
                    <a:pt x="1756150" y="1397398"/>
                  </a:lnTo>
                  <a:lnTo>
                    <a:pt x="1756487" y="1399602"/>
                  </a:lnTo>
                  <a:lnTo>
                    <a:pt x="1756823" y="1401148"/>
                  </a:lnTo>
                  <a:lnTo>
                    <a:pt x="1757160" y="1401069"/>
                  </a:lnTo>
                  <a:lnTo>
                    <a:pt x="1757496" y="1400317"/>
                  </a:lnTo>
                  <a:lnTo>
                    <a:pt x="1757833" y="1399344"/>
                  </a:lnTo>
                  <a:lnTo>
                    <a:pt x="1758169" y="1398168"/>
                  </a:lnTo>
                  <a:lnTo>
                    <a:pt x="1758506" y="1397270"/>
                  </a:lnTo>
                  <a:lnTo>
                    <a:pt x="1758842" y="1396956"/>
                  </a:lnTo>
                  <a:lnTo>
                    <a:pt x="1759179" y="1397341"/>
                  </a:lnTo>
                  <a:lnTo>
                    <a:pt x="1759515" y="1398099"/>
                  </a:lnTo>
                  <a:lnTo>
                    <a:pt x="1759852" y="1399441"/>
                  </a:lnTo>
                  <a:lnTo>
                    <a:pt x="1760188" y="1401539"/>
                  </a:lnTo>
                  <a:lnTo>
                    <a:pt x="1760524" y="1405028"/>
                  </a:lnTo>
                  <a:lnTo>
                    <a:pt x="1760861" y="1407542"/>
                  </a:lnTo>
                  <a:lnTo>
                    <a:pt x="1761197" y="1409597"/>
                  </a:lnTo>
                  <a:lnTo>
                    <a:pt x="1761534" y="1410940"/>
                  </a:lnTo>
                  <a:lnTo>
                    <a:pt x="1761870" y="1411960"/>
                  </a:lnTo>
                  <a:lnTo>
                    <a:pt x="1762207" y="1413311"/>
                  </a:lnTo>
                  <a:lnTo>
                    <a:pt x="1762543" y="1414992"/>
                  </a:lnTo>
                  <a:lnTo>
                    <a:pt x="1762880" y="1416896"/>
                  </a:lnTo>
                  <a:lnTo>
                    <a:pt x="1763216" y="1418261"/>
                  </a:lnTo>
                  <a:lnTo>
                    <a:pt x="1763553" y="1419080"/>
                  </a:lnTo>
                  <a:lnTo>
                    <a:pt x="1763889" y="1418958"/>
                  </a:lnTo>
                  <a:lnTo>
                    <a:pt x="1764225" y="1417665"/>
                  </a:lnTo>
                  <a:lnTo>
                    <a:pt x="1764562" y="1414899"/>
                  </a:lnTo>
                  <a:lnTo>
                    <a:pt x="1764898" y="1410912"/>
                  </a:lnTo>
                  <a:lnTo>
                    <a:pt x="1765235" y="1406910"/>
                  </a:lnTo>
                  <a:lnTo>
                    <a:pt x="1765571" y="1401680"/>
                  </a:lnTo>
                  <a:lnTo>
                    <a:pt x="1765908" y="1395156"/>
                  </a:lnTo>
                  <a:lnTo>
                    <a:pt x="1766244" y="1388662"/>
                  </a:lnTo>
                  <a:lnTo>
                    <a:pt x="1766581" y="1382304"/>
                  </a:lnTo>
                  <a:lnTo>
                    <a:pt x="1766917" y="1377519"/>
                  </a:lnTo>
                  <a:lnTo>
                    <a:pt x="1767254" y="1374250"/>
                  </a:lnTo>
                  <a:lnTo>
                    <a:pt x="1767590" y="1371700"/>
                  </a:lnTo>
                  <a:lnTo>
                    <a:pt x="1767927" y="1366707"/>
                  </a:lnTo>
                  <a:lnTo>
                    <a:pt x="1768263" y="1362756"/>
                  </a:lnTo>
                  <a:lnTo>
                    <a:pt x="1768599" y="1360209"/>
                  </a:lnTo>
                  <a:lnTo>
                    <a:pt x="1768936" y="1359019"/>
                  </a:lnTo>
                  <a:lnTo>
                    <a:pt x="1769272" y="1359513"/>
                  </a:lnTo>
                  <a:lnTo>
                    <a:pt x="1769609" y="1362158"/>
                  </a:lnTo>
                  <a:lnTo>
                    <a:pt x="1769945" y="1364516"/>
                  </a:lnTo>
                  <a:lnTo>
                    <a:pt x="1770282" y="1365145"/>
                  </a:lnTo>
                  <a:lnTo>
                    <a:pt x="1770618" y="1364721"/>
                  </a:lnTo>
                  <a:lnTo>
                    <a:pt x="1770955" y="1364821"/>
                  </a:lnTo>
                  <a:lnTo>
                    <a:pt x="1771291" y="1364885"/>
                  </a:lnTo>
                  <a:lnTo>
                    <a:pt x="1771628" y="1365429"/>
                  </a:lnTo>
                  <a:lnTo>
                    <a:pt x="1771964" y="1365065"/>
                  </a:lnTo>
                  <a:lnTo>
                    <a:pt x="1772301" y="1365535"/>
                  </a:lnTo>
                  <a:lnTo>
                    <a:pt x="1772637" y="1365343"/>
                  </a:lnTo>
                  <a:lnTo>
                    <a:pt x="1772973" y="1364353"/>
                  </a:lnTo>
                  <a:lnTo>
                    <a:pt x="1773310" y="1363177"/>
                  </a:lnTo>
                  <a:lnTo>
                    <a:pt x="1773646" y="1360264"/>
                  </a:lnTo>
                  <a:lnTo>
                    <a:pt x="1773983" y="1355832"/>
                  </a:lnTo>
                  <a:lnTo>
                    <a:pt x="1774319" y="1350146"/>
                  </a:lnTo>
                  <a:lnTo>
                    <a:pt x="1774656" y="1343839"/>
                  </a:lnTo>
                  <a:lnTo>
                    <a:pt x="1774992" y="1337037"/>
                  </a:lnTo>
                  <a:lnTo>
                    <a:pt x="1775329" y="1329805"/>
                  </a:lnTo>
                  <a:lnTo>
                    <a:pt x="1775665" y="1323478"/>
                  </a:lnTo>
                  <a:lnTo>
                    <a:pt x="1776002" y="1317144"/>
                  </a:lnTo>
                  <a:lnTo>
                    <a:pt x="1776338" y="1310131"/>
                  </a:lnTo>
                  <a:lnTo>
                    <a:pt x="1776675" y="1302439"/>
                  </a:lnTo>
                  <a:lnTo>
                    <a:pt x="1777011" y="1294420"/>
                  </a:lnTo>
                  <a:lnTo>
                    <a:pt x="1777347" y="1286471"/>
                  </a:lnTo>
                  <a:lnTo>
                    <a:pt x="1777684" y="1278598"/>
                  </a:lnTo>
                  <a:lnTo>
                    <a:pt x="1778020" y="1268935"/>
                  </a:lnTo>
                  <a:lnTo>
                    <a:pt x="1778357" y="1260752"/>
                  </a:lnTo>
                  <a:lnTo>
                    <a:pt x="1778693" y="1254200"/>
                  </a:lnTo>
                  <a:lnTo>
                    <a:pt x="1779030" y="1248043"/>
                  </a:lnTo>
                  <a:lnTo>
                    <a:pt x="1779366" y="1242418"/>
                  </a:lnTo>
                  <a:lnTo>
                    <a:pt x="1779703" y="1237022"/>
                  </a:lnTo>
                  <a:lnTo>
                    <a:pt x="1780039" y="1231512"/>
                  </a:lnTo>
                  <a:lnTo>
                    <a:pt x="1780376" y="1225144"/>
                  </a:lnTo>
                  <a:lnTo>
                    <a:pt x="1780712" y="1219427"/>
                  </a:lnTo>
                  <a:lnTo>
                    <a:pt x="1781049" y="1214091"/>
                  </a:lnTo>
                  <a:lnTo>
                    <a:pt x="1781385" y="1210215"/>
                  </a:lnTo>
                  <a:lnTo>
                    <a:pt x="1781721" y="1207490"/>
                  </a:lnTo>
                  <a:lnTo>
                    <a:pt x="1782058" y="1204988"/>
                  </a:lnTo>
                  <a:lnTo>
                    <a:pt x="1782394" y="1201300"/>
                  </a:lnTo>
                  <a:lnTo>
                    <a:pt x="1782731" y="1198068"/>
                  </a:lnTo>
                  <a:lnTo>
                    <a:pt x="1783067" y="1194203"/>
                  </a:lnTo>
                  <a:lnTo>
                    <a:pt x="1783404" y="1189553"/>
                  </a:lnTo>
                  <a:lnTo>
                    <a:pt x="1783740" y="1184475"/>
                  </a:lnTo>
                  <a:lnTo>
                    <a:pt x="1784077" y="1180061"/>
                  </a:lnTo>
                  <a:lnTo>
                    <a:pt x="1784413" y="1176158"/>
                  </a:lnTo>
                  <a:lnTo>
                    <a:pt x="1784750" y="1172600"/>
                  </a:lnTo>
                  <a:lnTo>
                    <a:pt x="1785086" y="1169907"/>
                  </a:lnTo>
                  <a:lnTo>
                    <a:pt x="1785423" y="1167088"/>
                  </a:lnTo>
                  <a:lnTo>
                    <a:pt x="1785759" y="1166367"/>
                  </a:lnTo>
                  <a:lnTo>
                    <a:pt x="1786095" y="1165049"/>
                  </a:lnTo>
                  <a:lnTo>
                    <a:pt x="1786432" y="1162832"/>
                  </a:lnTo>
                  <a:lnTo>
                    <a:pt x="1786768" y="1160350"/>
                  </a:lnTo>
                  <a:lnTo>
                    <a:pt x="1787105" y="1157988"/>
                  </a:lnTo>
                  <a:lnTo>
                    <a:pt x="1787441" y="1156485"/>
                  </a:lnTo>
                  <a:lnTo>
                    <a:pt x="1787778" y="1154831"/>
                  </a:lnTo>
                  <a:lnTo>
                    <a:pt x="1788114" y="1152973"/>
                  </a:lnTo>
                  <a:lnTo>
                    <a:pt x="1788451" y="1151570"/>
                  </a:lnTo>
                  <a:lnTo>
                    <a:pt x="1788787" y="1150152"/>
                  </a:lnTo>
                  <a:lnTo>
                    <a:pt x="1789124" y="1147700"/>
                  </a:lnTo>
                  <a:lnTo>
                    <a:pt x="1789460" y="1145162"/>
                  </a:lnTo>
                  <a:lnTo>
                    <a:pt x="1789797" y="1142208"/>
                  </a:lnTo>
                  <a:lnTo>
                    <a:pt x="1790133" y="1140745"/>
                  </a:lnTo>
                  <a:lnTo>
                    <a:pt x="1790469" y="1138618"/>
                  </a:lnTo>
                  <a:lnTo>
                    <a:pt x="1790806" y="1136673"/>
                  </a:lnTo>
                  <a:lnTo>
                    <a:pt x="1791142" y="1134987"/>
                  </a:lnTo>
                  <a:lnTo>
                    <a:pt x="1791479" y="1133506"/>
                  </a:lnTo>
                  <a:lnTo>
                    <a:pt x="1791815" y="1130589"/>
                  </a:lnTo>
                  <a:lnTo>
                    <a:pt x="1792152" y="1127911"/>
                  </a:lnTo>
                  <a:lnTo>
                    <a:pt x="1792488" y="1124987"/>
                  </a:lnTo>
                  <a:lnTo>
                    <a:pt x="1792825" y="1123188"/>
                  </a:lnTo>
                  <a:lnTo>
                    <a:pt x="1793161" y="1122051"/>
                  </a:lnTo>
                  <a:lnTo>
                    <a:pt x="1793498" y="1123380"/>
                  </a:lnTo>
                  <a:lnTo>
                    <a:pt x="1793834" y="1125411"/>
                  </a:lnTo>
                  <a:lnTo>
                    <a:pt x="1794171" y="1127586"/>
                  </a:lnTo>
                  <a:lnTo>
                    <a:pt x="1794507" y="1129664"/>
                  </a:lnTo>
                  <a:lnTo>
                    <a:pt x="1794843" y="1131782"/>
                  </a:lnTo>
                  <a:lnTo>
                    <a:pt x="1795180" y="1134170"/>
                  </a:lnTo>
                  <a:lnTo>
                    <a:pt x="1795516" y="1136422"/>
                  </a:lnTo>
                  <a:lnTo>
                    <a:pt x="1795853" y="1136478"/>
                  </a:lnTo>
                  <a:lnTo>
                    <a:pt x="1796189" y="1135861"/>
                  </a:lnTo>
                  <a:lnTo>
                    <a:pt x="1796526" y="1134545"/>
                  </a:lnTo>
                  <a:lnTo>
                    <a:pt x="1796862" y="1133152"/>
                  </a:lnTo>
                  <a:lnTo>
                    <a:pt x="1797199" y="1131788"/>
                  </a:lnTo>
                  <a:lnTo>
                    <a:pt x="1797535" y="1129697"/>
                  </a:lnTo>
                  <a:lnTo>
                    <a:pt x="1797872" y="1126911"/>
                  </a:lnTo>
                  <a:lnTo>
                    <a:pt x="1798208" y="1123769"/>
                  </a:lnTo>
                  <a:lnTo>
                    <a:pt x="1798544" y="1120680"/>
                  </a:lnTo>
                  <a:lnTo>
                    <a:pt x="1798881" y="1117318"/>
                  </a:lnTo>
                  <a:lnTo>
                    <a:pt x="1799217" y="1115268"/>
                  </a:lnTo>
                  <a:lnTo>
                    <a:pt x="1799554" y="1113726"/>
                  </a:lnTo>
                  <a:lnTo>
                    <a:pt x="1799890" y="1114975"/>
                  </a:lnTo>
                  <a:lnTo>
                    <a:pt x="1800227" y="1116186"/>
                  </a:lnTo>
                  <a:lnTo>
                    <a:pt x="1800563" y="1123298"/>
                  </a:lnTo>
                  <a:lnTo>
                    <a:pt x="1800900" y="1129678"/>
                  </a:lnTo>
                  <a:lnTo>
                    <a:pt x="1801236" y="1135116"/>
                  </a:lnTo>
                  <a:lnTo>
                    <a:pt x="1801573" y="1138795"/>
                  </a:lnTo>
                  <a:lnTo>
                    <a:pt x="1801909" y="1144382"/>
                  </a:lnTo>
                  <a:lnTo>
                    <a:pt x="1802246" y="1150006"/>
                  </a:lnTo>
                  <a:lnTo>
                    <a:pt x="1802582" y="1155274"/>
                  </a:lnTo>
                  <a:lnTo>
                    <a:pt x="1802918" y="1159786"/>
                  </a:lnTo>
                  <a:lnTo>
                    <a:pt x="1803255" y="1163353"/>
                  </a:lnTo>
                  <a:lnTo>
                    <a:pt x="1803591" y="1165577"/>
                  </a:lnTo>
                  <a:lnTo>
                    <a:pt x="1803928" y="1166835"/>
                  </a:lnTo>
                  <a:lnTo>
                    <a:pt x="1804264" y="1167862"/>
                  </a:lnTo>
                  <a:lnTo>
                    <a:pt x="1804601" y="1168102"/>
                  </a:lnTo>
                  <a:lnTo>
                    <a:pt x="1804937" y="1166818"/>
                  </a:lnTo>
                  <a:lnTo>
                    <a:pt x="1805274" y="1163751"/>
                  </a:lnTo>
                  <a:lnTo>
                    <a:pt x="1805610" y="1159531"/>
                  </a:lnTo>
                  <a:lnTo>
                    <a:pt x="1805947" y="1157333"/>
                  </a:lnTo>
                  <a:lnTo>
                    <a:pt x="1806283" y="1155416"/>
                  </a:lnTo>
                  <a:lnTo>
                    <a:pt x="1806620" y="1153539"/>
                  </a:lnTo>
                  <a:lnTo>
                    <a:pt x="1806956" y="1150988"/>
                  </a:lnTo>
                  <a:lnTo>
                    <a:pt x="1807292" y="1147906"/>
                  </a:lnTo>
                  <a:lnTo>
                    <a:pt x="1807629" y="1143132"/>
                  </a:lnTo>
                  <a:lnTo>
                    <a:pt x="1807965" y="1140216"/>
                  </a:lnTo>
                  <a:lnTo>
                    <a:pt x="1808302" y="1137398"/>
                  </a:lnTo>
                  <a:lnTo>
                    <a:pt x="1808638" y="1135514"/>
                  </a:lnTo>
                  <a:lnTo>
                    <a:pt x="1808975" y="1133199"/>
                  </a:lnTo>
                  <a:lnTo>
                    <a:pt x="1809311" y="1131404"/>
                  </a:lnTo>
                  <a:lnTo>
                    <a:pt x="1809648" y="1128438"/>
                  </a:lnTo>
                  <a:lnTo>
                    <a:pt x="1809984" y="1126099"/>
                  </a:lnTo>
                  <a:lnTo>
                    <a:pt x="1810321" y="1124259"/>
                  </a:lnTo>
                  <a:lnTo>
                    <a:pt x="1810657" y="1122995"/>
                  </a:lnTo>
                  <a:lnTo>
                    <a:pt x="1810994" y="1122657"/>
                  </a:lnTo>
                  <a:lnTo>
                    <a:pt x="1811330" y="1123316"/>
                  </a:lnTo>
                  <a:lnTo>
                    <a:pt x="1811666" y="1124642"/>
                  </a:lnTo>
                  <a:lnTo>
                    <a:pt x="1812003" y="1126298"/>
                  </a:lnTo>
                  <a:lnTo>
                    <a:pt x="1812339" y="1126769"/>
                  </a:lnTo>
                  <a:lnTo>
                    <a:pt x="1812676" y="1127675"/>
                  </a:lnTo>
                  <a:lnTo>
                    <a:pt x="1813012" y="1128235"/>
                  </a:lnTo>
                  <a:lnTo>
                    <a:pt x="1813349" y="1127918"/>
                  </a:lnTo>
                  <a:lnTo>
                    <a:pt x="1813685" y="1127822"/>
                  </a:lnTo>
                  <a:lnTo>
                    <a:pt x="1814022" y="1127601"/>
                  </a:lnTo>
                  <a:lnTo>
                    <a:pt x="1814358" y="1127842"/>
                  </a:lnTo>
                  <a:lnTo>
                    <a:pt x="1814695" y="1128515"/>
                  </a:lnTo>
                  <a:lnTo>
                    <a:pt x="1815031" y="1130205"/>
                  </a:lnTo>
                  <a:lnTo>
                    <a:pt x="1815368" y="1132113"/>
                  </a:lnTo>
                  <a:lnTo>
                    <a:pt x="1815704" y="1133960"/>
                  </a:lnTo>
                  <a:lnTo>
                    <a:pt x="1816040" y="1135605"/>
                  </a:lnTo>
                  <a:lnTo>
                    <a:pt x="1816377" y="1136927"/>
                  </a:lnTo>
                  <a:lnTo>
                    <a:pt x="1816713" y="1137630"/>
                  </a:lnTo>
                  <a:lnTo>
                    <a:pt x="1817050" y="1139755"/>
                  </a:lnTo>
                  <a:lnTo>
                    <a:pt x="1817386" y="1142539"/>
                  </a:lnTo>
                  <a:lnTo>
                    <a:pt x="1817723" y="1143277"/>
                  </a:lnTo>
                  <a:lnTo>
                    <a:pt x="1818059" y="1143489"/>
                  </a:lnTo>
                  <a:lnTo>
                    <a:pt x="1818396" y="1142936"/>
                  </a:lnTo>
                  <a:lnTo>
                    <a:pt x="1818732" y="1141744"/>
                  </a:lnTo>
                  <a:lnTo>
                    <a:pt x="1819069" y="1139860"/>
                  </a:lnTo>
                  <a:lnTo>
                    <a:pt x="1819405" y="1137796"/>
                  </a:lnTo>
                  <a:lnTo>
                    <a:pt x="1819742" y="1134882"/>
                  </a:lnTo>
                  <a:lnTo>
                    <a:pt x="1820078" y="1132790"/>
                  </a:lnTo>
                  <a:lnTo>
                    <a:pt x="1820414" y="1130865"/>
                  </a:lnTo>
                  <a:lnTo>
                    <a:pt x="1820751" y="1128318"/>
                  </a:lnTo>
                  <a:lnTo>
                    <a:pt x="1821087" y="1125742"/>
                  </a:lnTo>
                  <a:lnTo>
                    <a:pt x="1821424" y="1122261"/>
                  </a:lnTo>
                  <a:lnTo>
                    <a:pt x="1821760" y="1119375"/>
                  </a:lnTo>
                  <a:lnTo>
                    <a:pt x="1822097" y="1116069"/>
                  </a:lnTo>
                  <a:lnTo>
                    <a:pt x="1822433" y="1112935"/>
                  </a:lnTo>
                  <a:lnTo>
                    <a:pt x="1822770" y="1109842"/>
                  </a:lnTo>
                  <a:lnTo>
                    <a:pt x="1823106" y="1106857"/>
                  </a:lnTo>
                  <a:lnTo>
                    <a:pt x="1823443" y="1103668"/>
                  </a:lnTo>
                  <a:lnTo>
                    <a:pt x="1823779" y="1101249"/>
                  </a:lnTo>
                  <a:lnTo>
                    <a:pt x="1824116" y="1098780"/>
                  </a:lnTo>
                  <a:lnTo>
                    <a:pt x="1824452" y="1097649"/>
                  </a:lnTo>
                  <a:lnTo>
                    <a:pt x="1824788" y="1096887"/>
                  </a:lnTo>
                  <a:lnTo>
                    <a:pt x="1825125" y="1096432"/>
                  </a:lnTo>
                  <a:lnTo>
                    <a:pt x="1825461" y="1095960"/>
                  </a:lnTo>
                  <a:lnTo>
                    <a:pt x="1825798" y="1095918"/>
                  </a:lnTo>
                  <a:lnTo>
                    <a:pt x="1826134" y="1096251"/>
                  </a:lnTo>
                  <a:lnTo>
                    <a:pt x="1826471" y="1097101"/>
                  </a:lnTo>
                  <a:lnTo>
                    <a:pt x="1826807" y="1097614"/>
                  </a:lnTo>
                  <a:lnTo>
                    <a:pt x="1827144" y="1098928"/>
                  </a:lnTo>
                  <a:lnTo>
                    <a:pt x="1827480" y="1100074"/>
                  </a:lnTo>
                  <a:lnTo>
                    <a:pt x="1827817" y="1100875"/>
                  </a:lnTo>
                  <a:lnTo>
                    <a:pt x="1828153" y="1103181"/>
                  </a:lnTo>
                  <a:lnTo>
                    <a:pt x="1828490" y="1105897"/>
                  </a:lnTo>
                  <a:lnTo>
                    <a:pt x="1828826" y="1108677"/>
                  </a:lnTo>
                  <a:lnTo>
                    <a:pt x="1829162" y="1111414"/>
                  </a:lnTo>
                  <a:lnTo>
                    <a:pt x="1829499" y="1114159"/>
                  </a:lnTo>
                  <a:lnTo>
                    <a:pt x="1829835" y="1117779"/>
                  </a:lnTo>
                  <a:lnTo>
                    <a:pt x="1830172" y="1121709"/>
                  </a:lnTo>
                  <a:lnTo>
                    <a:pt x="1830508" y="1127069"/>
                  </a:lnTo>
                  <a:lnTo>
                    <a:pt x="1830845" y="1133642"/>
                  </a:lnTo>
                  <a:lnTo>
                    <a:pt x="1831181" y="1141215"/>
                  </a:lnTo>
                  <a:lnTo>
                    <a:pt x="1831518" y="1149786"/>
                  </a:lnTo>
                  <a:lnTo>
                    <a:pt x="1831854" y="1159197"/>
                  </a:lnTo>
                  <a:lnTo>
                    <a:pt x="1832191" y="1169162"/>
                  </a:lnTo>
                  <a:lnTo>
                    <a:pt x="1832527" y="1179399"/>
                  </a:lnTo>
                  <a:lnTo>
                    <a:pt x="1832863" y="1190319"/>
                  </a:lnTo>
                  <a:lnTo>
                    <a:pt x="1833200" y="1202317"/>
                  </a:lnTo>
                  <a:lnTo>
                    <a:pt x="1833536" y="1214624"/>
                  </a:lnTo>
                  <a:lnTo>
                    <a:pt x="1833873" y="1227563"/>
                  </a:lnTo>
                  <a:lnTo>
                    <a:pt x="1834209" y="1240214"/>
                  </a:lnTo>
                  <a:lnTo>
                    <a:pt x="1834546" y="1252112"/>
                  </a:lnTo>
                  <a:lnTo>
                    <a:pt x="1834882" y="1263348"/>
                  </a:lnTo>
                  <a:lnTo>
                    <a:pt x="1835219" y="1274627"/>
                  </a:lnTo>
                  <a:lnTo>
                    <a:pt x="1835555" y="1285037"/>
                  </a:lnTo>
                  <a:lnTo>
                    <a:pt x="1835892" y="1294154"/>
                  </a:lnTo>
                  <a:lnTo>
                    <a:pt x="1836228" y="1302344"/>
                  </a:lnTo>
                  <a:lnTo>
                    <a:pt x="1836565" y="1309507"/>
                  </a:lnTo>
                  <a:lnTo>
                    <a:pt x="1836901" y="1315499"/>
                  </a:lnTo>
                  <a:lnTo>
                    <a:pt x="1837237" y="1320003"/>
                  </a:lnTo>
                  <a:lnTo>
                    <a:pt x="1837574" y="1324127"/>
                  </a:lnTo>
                  <a:lnTo>
                    <a:pt x="1837910" y="1328488"/>
                  </a:lnTo>
                  <a:lnTo>
                    <a:pt x="1838247" y="1332296"/>
                  </a:lnTo>
                  <a:lnTo>
                    <a:pt x="1838583" y="1336139"/>
                  </a:lnTo>
                  <a:lnTo>
                    <a:pt x="1838920" y="1339344"/>
                  </a:lnTo>
                  <a:lnTo>
                    <a:pt x="1839256" y="1343144"/>
                  </a:lnTo>
                  <a:lnTo>
                    <a:pt x="1839593" y="1345745"/>
                  </a:lnTo>
                  <a:lnTo>
                    <a:pt x="1839929" y="1347981"/>
                  </a:lnTo>
                  <a:lnTo>
                    <a:pt x="1840266" y="1348850"/>
                  </a:lnTo>
                  <a:lnTo>
                    <a:pt x="1840602" y="1348457"/>
                  </a:lnTo>
                  <a:lnTo>
                    <a:pt x="1840939" y="1348357"/>
                  </a:lnTo>
                  <a:lnTo>
                    <a:pt x="1841275" y="1348576"/>
                  </a:lnTo>
                  <a:lnTo>
                    <a:pt x="1841611" y="1348616"/>
                  </a:lnTo>
                  <a:lnTo>
                    <a:pt x="1841948" y="1347647"/>
                  </a:lnTo>
                  <a:lnTo>
                    <a:pt x="1842284" y="1346897"/>
                  </a:lnTo>
                  <a:lnTo>
                    <a:pt x="1842621" y="1345650"/>
                  </a:lnTo>
                  <a:lnTo>
                    <a:pt x="1842957" y="1342911"/>
                  </a:lnTo>
                  <a:lnTo>
                    <a:pt x="1843294" y="1339452"/>
                  </a:lnTo>
                  <a:lnTo>
                    <a:pt x="1843630" y="1335639"/>
                  </a:lnTo>
                  <a:lnTo>
                    <a:pt x="1843967" y="1331542"/>
                  </a:lnTo>
                  <a:lnTo>
                    <a:pt x="1844303" y="1326952"/>
                  </a:lnTo>
                  <a:lnTo>
                    <a:pt x="1844640" y="1321912"/>
                  </a:lnTo>
                  <a:lnTo>
                    <a:pt x="1844976" y="1316372"/>
                  </a:lnTo>
                  <a:lnTo>
                    <a:pt x="1845313" y="1314518"/>
                  </a:lnTo>
                  <a:lnTo>
                    <a:pt x="1845649" y="1312571"/>
                  </a:lnTo>
                  <a:lnTo>
                    <a:pt x="1845985" y="1309087"/>
                  </a:lnTo>
                  <a:lnTo>
                    <a:pt x="1846322" y="1303763"/>
                  </a:lnTo>
                  <a:lnTo>
                    <a:pt x="1846658" y="1297068"/>
                  </a:lnTo>
                  <a:lnTo>
                    <a:pt x="1846995" y="1290365"/>
                  </a:lnTo>
                  <a:lnTo>
                    <a:pt x="1847331" y="1283475"/>
                  </a:lnTo>
                  <a:lnTo>
                    <a:pt x="1847668" y="1276700"/>
                  </a:lnTo>
                  <a:lnTo>
                    <a:pt x="1848004" y="1269731"/>
                  </a:lnTo>
                  <a:lnTo>
                    <a:pt x="1848341" y="1261469"/>
                  </a:lnTo>
                  <a:lnTo>
                    <a:pt x="1848677" y="1251325"/>
                  </a:lnTo>
                  <a:lnTo>
                    <a:pt x="1849014" y="1239529"/>
                  </a:lnTo>
                  <a:lnTo>
                    <a:pt x="1849350" y="1226769"/>
                  </a:lnTo>
                  <a:lnTo>
                    <a:pt x="1849687" y="1213550"/>
                  </a:lnTo>
                  <a:lnTo>
                    <a:pt x="1850023" y="1199778"/>
                  </a:lnTo>
                  <a:lnTo>
                    <a:pt x="1850359" y="1186774"/>
                  </a:lnTo>
                  <a:lnTo>
                    <a:pt x="1850696" y="1174317"/>
                  </a:lnTo>
                  <a:lnTo>
                    <a:pt x="1851032" y="1162498"/>
                  </a:lnTo>
                  <a:lnTo>
                    <a:pt x="1851369" y="1150177"/>
                  </a:lnTo>
                  <a:lnTo>
                    <a:pt x="1851705" y="1138086"/>
                  </a:lnTo>
                  <a:lnTo>
                    <a:pt x="1852042" y="1126397"/>
                  </a:lnTo>
                  <a:lnTo>
                    <a:pt x="1852378" y="1114716"/>
                  </a:lnTo>
                  <a:lnTo>
                    <a:pt x="1852715" y="1103515"/>
                  </a:lnTo>
                  <a:lnTo>
                    <a:pt x="1853051" y="1091019"/>
                  </a:lnTo>
                  <a:lnTo>
                    <a:pt x="1853388" y="1079783"/>
                  </a:lnTo>
                  <a:lnTo>
                    <a:pt x="1853724" y="1069618"/>
                  </a:lnTo>
                  <a:lnTo>
                    <a:pt x="1854061" y="1060609"/>
                  </a:lnTo>
                  <a:lnTo>
                    <a:pt x="1854397" y="1051857"/>
                  </a:lnTo>
                  <a:lnTo>
                    <a:pt x="1854733" y="1042032"/>
                  </a:lnTo>
                  <a:lnTo>
                    <a:pt x="1855070" y="1032424"/>
                  </a:lnTo>
                  <a:lnTo>
                    <a:pt x="1855406" y="1022443"/>
                  </a:lnTo>
                  <a:lnTo>
                    <a:pt x="1855743" y="1013052"/>
                  </a:lnTo>
                  <a:lnTo>
                    <a:pt x="1856079" y="1004589"/>
                  </a:lnTo>
                  <a:lnTo>
                    <a:pt x="1856416" y="998451"/>
                  </a:lnTo>
                  <a:lnTo>
                    <a:pt x="1856752" y="993040"/>
                  </a:lnTo>
                  <a:lnTo>
                    <a:pt x="1857089" y="986971"/>
                  </a:lnTo>
                  <a:lnTo>
                    <a:pt x="1857425" y="977795"/>
                  </a:lnTo>
                  <a:lnTo>
                    <a:pt x="1857762" y="967825"/>
                  </a:lnTo>
                  <a:lnTo>
                    <a:pt x="1858098" y="957902"/>
                  </a:lnTo>
                  <a:lnTo>
                    <a:pt x="1858435" y="947689"/>
                  </a:lnTo>
                  <a:lnTo>
                    <a:pt x="1858771" y="937799"/>
                  </a:lnTo>
                  <a:lnTo>
                    <a:pt x="1859107" y="929384"/>
                  </a:lnTo>
                  <a:lnTo>
                    <a:pt x="1859444" y="921152"/>
                  </a:lnTo>
                  <a:lnTo>
                    <a:pt x="1859780" y="914596"/>
                  </a:lnTo>
                  <a:lnTo>
                    <a:pt x="1860117" y="908002"/>
                  </a:lnTo>
                  <a:lnTo>
                    <a:pt x="1860453" y="900279"/>
                  </a:lnTo>
                  <a:lnTo>
                    <a:pt x="1860790" y="891396"/>
                  </a:lnTo>
                  <a:lnTo>
                    <a:pt x="1861126" y="880888"/>
                  </a:lnTo>
                  <a:lnTo>
                    <a:pt x="1861463" y="869088"/>
                  </a:lnTo>
                  <a:lnTo>
                    <a:pt x="1861799" y="857415"/>
                  </a:lnTo>
                  <a:lnTo>
                    <a:pt x="1862136" y="851373"/>
                  </a:lnTo>
                  <a:lnTo>
                    <a:pt x="1862472" y="845861"/>
                  </a:lnTo>
                  <a:lnTo>
                    <a:pt x="1862808" y="841032"/>
                  </a:lnTo>
                  <a:lnTo>
                    <a:pt x="1863145" y="838511"/>
                  </a:lnTo>
                  <a:lnTo>
                    <a:pt x="1863481" y="835865"/>
                  </a:lnTo>
                  <a:lnTo>
                    <a:pt x="1863818" y="832976"/>
                  </a:lnTo>
                  <a:lnTo>
                    <a:pt x="1864154" y="829421"/>
                  </a:lnTo>
                  <a:lnTo>
                    <a:pt x="1864491" y="824999"/>
                  </a:lnTo>
                  <a:lnTo>
                    <a:pt x="1864827" y="819974"/>
                  </a:lnTo>
                  <a:lnTo>
                    <a:pt x="1865164" y="815942"/>
                  </a:lnTo>
                  <a:lnTo>
                    <a:pt x="1865500" y="812895"/>
                  </a:lnTo>
                  <a:lnTo>
                    <a:pt x="1865837" y="810464"/>
                  </a:lnTo>
                  <a:lnTo>
                    <a:pt x="1866173" y="809293"/>
                  </a:lnTo>
                  <a:lnTo>
                    <a:pt x="1866510" y="808087"/>
                  </a:lnTo>
                  <a:lnTo>
                    <a:pt x="1866846" y="809182"/>
                  </a:lnTo>
                  <a:lnTo>
                    <a:pt x="1867182" y="807760"/>
                  </a:lnTo>
                  <a:lnTo>
                    <a:pt x="1867519" y="809429"/>
                  </a:lnTo>
                  <a:lnTo>
                    <a:pt x="1867855" y="811030"/>
                  </a:lnTo>
                  <a:lnTo>
                    <a:pt x="1868192" y="812843"/>
                  </a:lnTo>
                  <a:lnTo>
                    <a:pt x="1868528" y="815366"/>
                  </a:lnTo>
                  <a:lnTo>
                    <a:pt x="1868865" y="819064"/>
                  </a:lnTo>
                  <a:lnTo>
                    <a:pt x="1869201" y="820701"/>
                  </a:lnTo>
                  <a:lnTo>
                    <a:pt x="1869538" y="822795"/>
                  </a:lnTo>
                  <a:lnTo>
                    <a:pt x="1869874" y="825333"/>
                  </a:lnTo>
                  <a:lnTo>
                    <a:pt x="1870211" y="827620"/>
                  </a:lnTo>
                  <a:lnTo>
                    <a:pt x="1870547" y="831388"/>
                  </a:lnTo>
                  <a:lnTo>
                    <a:pt x="1870884" y="835184"/>
                  </a:lnTo>
                  <a:lnTo>
                    <a:pt x="1871220" y="838896"/>
                  </a:lnTo>
                  <a:lnTo>
                    <a:pt x="1871556" y="842917"/>
                  </a:lnTo>
                  <a:lnTo>
                    <a:pt x="1871893" y="846850"/>
                  </a:lnTo>
                  <a:lnTo>
                    <a:pt x="1872229" y="850963"/>
                  </a:lnTo>
                  <a:lnTo>
                    <a:pt x="1872566" y="854725"/>
                  </a:lnTo>
                  <a:lnTo>
                    <a:pt x="1872902" y="859157"/>
                  </a:lnTo>
                  <a:lnTo>
                    <a:pt x="1873239" y="859229"/>
                  </a:lnTo>
                  <a:lnTo>
                    <a:pt x="1873575" y="858891"/>
                  </a:lnTo>
                  <a:lnTo>
                    <a:pt x="1873912" y="858200"/>
                  </a:lnTo>
                  <a:lnTo>
                    <a:pt x="1874248" y="857647"/>
                  </a:lnTo>
                  <a:lnTo>
                    <a:pt x="1874585" y="857094"/>
                  </a:lnTo>
                  <a:lnTo>
                    <a:pt x="1874921" y="858853"/>
                  </a:lnTo>
                  <a:lnTo>
                    <a:pt x="1875258" y="860946"/>
                  </a:lnTo>
                  <a:lnTo>
                    <a:pt x="1875594" y="862751"/>
                  </a:lnTo>
                  <a:lnTo>
                    <a:pt x="1875930" y="863402"/>
                  </a:lnTo>
                  <a:lnTo>
                    <a:pt x="1876267" y="859871"/>
                  </a:lnTo>
                  <a:lnTo>
                    <a:pt x="1876603" y="856243"/>
                  </a:lnTo>
                  <a:lnTo>
                    <a:pt x="1876940" y="854029"/>
                  </a:lnTo>
                  <a:lnTo>
                    <a:pt x="1877276" y="852077"/>
                  </a:lnTo>
                  <a:lnTo>
                    <a:pt x="1877613" y="848597"/>
                  </a:lnTo>
                  <a:lnTo>
                    <a:pt x="1877949" y="844261"/>
                  </a:lnTo>
                  <a:lnTo>
                    <a:pt x="1878286" y="839370"/>
                  </a:lnTo>
                  <a:lnTo>
                    <a:pt x="1878622" y="834069"/>
                  </a:lnTo>
                  <a:lnTo>
                    <a:pt x="1878959" y="828158"/>
                  </a:lnTo>
                  <a:lnTo>
                    <a:pt x="1879295" y="822053"/>
                  </a:lnTo>
                  <a:lnTo>
                    <a:pt x="1879632" y="817053"/>
                  </a:lnTo>
                  <a:lnTo>
                    <a:pt x="1879968" y="810867"/>
                  </a:lnTo>
                  <a:lnTo>
                    <a:pt x="1880304" y="803374"/>
                  </a:lnTo>
                  <a:lnTo>
                    <a:pt x="1880641" y="795557"/>
                  </a:lnTo>
                  <a:lnTo>
                    <a:pt x="1880977" y="787963"/>
                  </a:lnTo>
                  <a:lnTo>
                    <a:pt x="1881314" y="780183"/>
                  </a:lnTo>
                  <a:lnTo>
                    <a:pt x="1881650" y="771109"/>
                  </a:lnTo>
                  <a:lnTo>
                    <a:pt x="1881987" y="760519"/>
                  </a:lnTo>
                  <a:lnTo>
                    <a:pt x="1882323" y="748248"/>
                  </a:lnTo>
                  <a:lnTo>
                    <a:pt x="1882660" y="736323"/>
                  </a:lnTo>
                  <a:lnTo>
                    <a:pt x="1882996" y="724533"/>
                  </a:lnTo>
                  <a:lnTo>
                    <a:pt x="1883333" y="712363"/>
                  </a:lnTo>
                  <a:lnTo>
                    <a:pt x="1883669" y="699991"/>
                  </a:lnTo>
                  <a:lnTo>
                    <a:pt x="1884006" y="687347"/>
                  </a:lnTo>
                  <a:lnTo>
                    <a:pt x="1884342" y="672643"/>
                  </a:lnTo>
                  <a:lnTo>
                    <a:pt x="1884678" y="657069"/>
                  </a:lnTo>
                  <a:lnTo>
                    <a:pt x="1885015" y="641569"/>
                  </a:lnTo>
                  <a:lnTo>
                    <a:pt x="1885351" y="626787"/>
                  </a:lnTo>
                  <a:lnTo>
                    <a:pt x="1885688" y="613282"/>
                  </a:lnTo>
                  <a:lnTo>
                    <a:pt x="1886024" y="601311"/>
                  </a:lnTo>
                  <a:lnTo>
                    <a:pt x="1886361" y="591185"/>
                  </a:lnTo>
                  <a:lnTo>
                    <a:pt x="1886697" y="582710"/>
                  </a:lnTo>
                  <a:lnTo>
                    <a:pt x="1887034" y="575549"/>
                  </a:lnTo>
                  <a:lnTo>
                    <a:pt x="1887370" y="568506"/>
                  </a:lnTo>
                  <a:lnTo>
                    <a:pt x="1887707" y="561508"/>
                  </a:lnTo>
                  <a:lnTo>
                    <a:pt x="1888043" y="554583"/>
                  </a:lnTo>
                  <a:lnTo>
                    <a:pt x="1888380" y="547852"/>
                  </a:lnTo>
                  <a:lnTo>
                    <a:pt x="1888716" y="541961"/>
                  </a:lnTo>
                  <a:lnTo>
                    <a:pt x="1889052" y="536230"/>
                  </a:lnTo>
                  <a:lnTo>
                    <a:pt x="1889389" y="532023"/>
                  </a:lnTo>
                  <a:lnTo>
                    <a:pt x="1889725" y="528795"/>
                  </a:lnTo>
                  <a:lnTo>
                    <a:pt x="1890062" y="526780"/>
                  </a:lnTo>
                  <a:lnTo>
                    <a:pt x="1890398" y="525016"/>
                  </a:lnTo>
                  <a:lnTo>
                    <a:pt x="1890735" y="522625"/>
                  </a:lnTo>
                  <a:lnTo>
                    <a:pt x="1891071" y="519189"/>
                  </a:lnTo>
                  <a:lnTo>
                    <a:pt x="1891408" y="514782"/>
                  </a:lnTo>
                  <a:lnTo>
                    <a:pt x="1891744" y="509721"/>
                  </a:lnTo>
                  <a:lnTo>
                    <a:pt x="1892081" y="503518"/>
                  </a:lnTo>
                  <a:lnTo>
                    <a:pt x="1892417" y="496369"/>
                  </a:lnTo>
                  <a:lnTo>
                    <a:pt x="1892754" y="488360"/>
                  </a:lnTo>
                  <a:lnTo>
                    <a:pt x="1893090" y="480644"/>
                  </a:lnTo>
                  <a:lnTo>
                    <a:pt x="1893426" y="472772"/>
                  </a:lnTo>
                  <a:lnTo>
                    <a:pt x="1893763" y="463979"/>
                  </a:lnTo>
                  <a:lnTo>
                    <a:pt x="1894099" y="454877"/>
                  </a:lnTo>
                  <a:lnTo>
                    <a:pt x="1894436" y="444204"/>
                  </a:lnTo>
                  <a:lnTo>
                    <a:pt x="1894772" y="433171"/>
                  </a:lnTo>
                  <a:lnTo>
                    <a:pt x="1895109" y="422273"/>
                  </a:lnTo>
                  <a:lnTo>
                    <a:pt x="1895445" y="411525"/>
                  </a:lnTo>
                  <a:lnTo>
                    <a:pt x="1895782" y="401251"/>
                  </a:lnTo>
                  <a:lnTo>
                    <a:pt x="1896118" y="391078"/>
                  </a:lnTo>
                  <a:lnTo>
                    <a:pt x="1896455" y="381358"/>
                  </a:lnTo>
                  <a:lnTo>
                    <a:pt x="1896791" y="371379"/>
                  </a:lnTo>
                  <a:lnTo>
                    <a:pt x="1897127" y="361702"/>
                  </a:lnTo>
                  <a:lnTo>
                    <a:pt x="1897464" y="352118"/>
                  </a:lnTo>
                  <a:lnTo>
                    <a:pt x="1897800" y="342498"/>
                  </a:lnTo>
                  <a:lnTo>
                    <a:pt x="1898137" y="332016"/>
                  </a:lnTo>
                  <a:lnTo>
                    <a:pt x="1898473" y="320723"/>
                  </a:lnTo>
                  <a:lnTo>
                    <a:pt x="1898810" y="309249"/>
                  </a:lnTo>
                  <a:lnTo>
                    <a:pt x="1899146" y="298300"/>
                  </a:lnTo>
                  <a:lnTo>
                    <a:pt x="1899483" y="290735"/>
                  </a:lnTo>
                  <a:lnTo>
                    <a:pt x="1899819" y="283240"/>
                  </a:lnTo>
                  <a:lnTo>
                    <a:pt x="1900156" y="275323"/>
                  </a:lnTo>
                  <a:lnTo>
                    <a:pt x="1900492" y="266406"/>
                  </a:lnTo>
                  <a:lnTo>
                    <a:pt x="1900829" y="256399"/>
                  </a:lnTo>
                  <a:lnTo>
                    <a:pt x="1901165" y="246422"/>
                  </a:lnTo>
                  <a:lnTo>
                    <a:pt x="1901501" y="236482"/>
                  </a:lnTo>
                  <a:lnTo>
                    <a:pt x="1901838" y="226174"/>
                  </a:lnTo>
                  <a:lnTo>
                    <a:pt x="1902174" y="215151"/>
                  </a:lnTo>
                  <a:lnTo>
                    <a:pt x="1902511" y="206449"/>
                  </a:lnTo>
                  <a:lnTo>
                    <a:pt x="1902847" y="197787"/>
                  </a:lnTo>
                  <a:lnTo>
                    <a:pt x="1903184" y="188927"/>
                  </a:lnTo>
                  <a:lnTo>
                    <a:pt x="1903520" y="179862"/>
                  </a:lnTo>
                  <a:lnTo>
                    <a:pt x="1903857" y="171315"/>
                  </a:lnTo>
                  <a:lnTo>
                    <a:pt x="1904193" y="163196"/>
                  </a:lnTo>
                  <a:lnTo>
                    <a:pt x="1904530" y="155796"/>
                  </a:lnTo>
                  <a:lnTo>
                    <a:pt x="1904866" y="149519"/>
                  </a:lnTo>
                  <a:lnTo>
                    <a:pt x="1905203" y="140745"/>
                  </a:lnTo>
                  <a:lnTo>
                    <a:pt x="1905539" y="132128"/>
                  </a:lnTo>
                  <a:lnTo>
                    <a:pt x="1905875" y="123585"/>
                  </a:lnTo>
                  <a:lnTo>
                    <a:pt x="1906212" y="114183"/>
                  </a:lnTo>
                  <a:lnTo>
                    <a:pt x="1906548" y="104192"/>
                  </a:lnTo>
                  <a:lnTo>
                    <a:pt x="1906885" y="94373"/>
                  </a:lnTo>
                  <a:lnTo>
                    <a:pt x="1907221" y="85235"/>
                  </a:lnTo>
                  <a:lnTo>
                    <a:pt x="1907558" y="77534"/>
                  </a:lnTo>
                  <a:lnTo>
                    <a:pt x="1907894" y="71807"/>
                  </a:lnTo>
                  <a:lnTo>
                    <a:pt x="1908231" y="62661"/>
                  </a:lnTo>
                  <a:lnTo>
                    <a:pt x="1908567" y="54852"/>
                  </a:lnTo>
                  <a:lnTo>
                    <a:pt x="1908904" y="47682"/>
                  </a:lnTo>
                  <a:lnTo>
                    <a:pt x="1909240" y="40462"/>
                  </a:lnTo>
                  <a:lnTo>
                    <a:pt x="1909577" y="32710"/>
                  </a:lnTo>
                  <a:lnTo>
                    <a:pt x="1909913" y="25252"/>
                  </a:lnTo>
                  <a:lnTo>
                    <a:pt x="1910249" y="18535"/>
                  </a:lnTo>
                  <a:lnTo>
                    <a:pt x="1910586" y="12752"/>
                  </a:lnTo>
                  <a:lnTo>
                    <a:pt x="1910922" y="8046"/>
                  </a:lnTo>
                  <a:lnTo>
                    <a:pt x="1911259" y="4676"/>
                  </a:lnTo>
                  <a:lnTo>
                    <a:pt x="1911595" y="1911"/>
                  </a:lnTo>
                  <a:lnTo>
                    <a:pt x="1911932" y="150"/>
                  </a:lnTo>
                  <a:lnTo>
                    <a:pt x="1912268" y="172"/>
                  </a:lnTo>
                  <a:lnTo>
                    <a:pt x="1912605" y="222"/>
                  </a:lnTo>
                  <a:lnTo>
                    <a:pt x="1912941" y="0"/>
                  </a:lnTo>
                  <a:lnTo>
                    <a:pt x="1912941" y="0"/>
                  </a:lnTo>
                  <a:lnTo>
                    <a:pt x="1913278" y="502"/>
                  </a:lnTo>
                  <a:lnTo>
                    <a:pt x="1913614" y="1752"/>
                  </a:lnTo>
                  <a:lnTo>
                    <a:pt x="1913951" y="3254"/>
                  </a:lnTo>
                  <a:lnTo>
                    <a:pt x="1914287" y="5481"/>
                  </a:lnTo>
                  <a:lnTo>
                    <a:pt x="1914623" y="8599"/>
                  </a:lnTo>
                  <a:lnTo>
                    <a:pt x="1914960" y="11344"/>
                  </a:lnTo>
                  <a:lnTo>
                    <a:pt x="1915296" y="15051"/>
                  </a:lnTo>
                  <a:lnTo>
                    <a:pt x="1915633" y="20295"/>
                  </a:lnTo>
                  <a:lnTo>
                    <a:pt x="1915969" y="27156"/>
                  </a:lnTo>
                  <a:lnTo>
                    <a:pt x="1916306" y="36216"/>
                  </a:lnTo>
                  <a:lnTo>
                    <a:pt x="1916642" y="47308"/>
                  </a:lnTo>
                  <a:lnTo>
                    <a:pt x="1916979" y="59931"/>
                  </a:lnTo>
                  <a:lnTo>
                    <a:pt x="1917315" y="73078"/>
                  </a:lnTo>
                  <a:lnTo>
                    <a:pt x="1917652" y="85988"/>
                  </a:lnTo>
                  <a:lnTo>
                    <a:pt x="1917988" y="99466"/>
                  </a:lnTo>
                  <a:lnTo>
                    <a:pt x="1918325" y="113957"/>
                  </a:lnTo>
                  <a:lnTo>
                    <a:pt x="1918661" y="129827"/>
                  </a:lnTo>
                  <a:lnTo>
                    <a:pt x="1918997" y="146373"/>
                  </a:lnTo>
                  <a:lnTo>
                    <a:pt x="1919334" y="163256"/>
                  </a:lnTo>
                  <a:lnTo>
                    <a:pt x="1919670" y="180462"/>
                  </a:lnTo>
                  <a:lnTo>
                    <a:pt x="1920007" y="198100"/>
                  </a:lnTo>
                  <a:lnTo>
                    <a:pt x="1920343" y="215637"/>
                  </a:lnTo>
                  <a:lnTo>
                    <a:pt x="1920680" y="232908"/>
                  </a:lnTo>
                  <a:lnTo>
                    <a:pt x="1921016" y="249798"/>
                  </a:lnTo>
                  <a:lnTo>
                    <a:pt x="1921353" y="265510"/>
                  </a:lnTo>
                  <a:lnTo>
                    <a:pt x="1921689" y="280646"/>
                  </a:lnTo>
                  <a:lnTo>
                    <a:pt x="1922026" y="295593"/>
                  </a:lnTo>
                  <a:lnTo>
                    <a:pt x="1922362" y="310176"/>
                  </a:lnTo>
                  <a:lnTo>
                    <a:pt x="1922699" y="324641"/>
                  </a:lnTo>
                  <a:lnTo>
                    <a:pt x="1923035" y="337463"/>
                  </a:lnTo>
                  <a:lnTo>
                    <a:pt x="1923371" y="349576"/>
                  </a:lnTo>
                  <a:lnTo>
                    <a:pt x="1923708" y="360109"/>
                  </a:lnTo>
                  <a:lnTo>
                    <a:pt x="1924044" y="370192"/>
                  </a:lnTo>
                  <a:lnTo>
                    <a:pt x="1924381" y="380850"/>
                  </a:lnTo>
                  <a:lnTo>
                    <a:pt x="1924717" y="392995"/>
                  </a:lnTo>
                  <a:lnTo>
                    <a:pt x="1925054" y="406267"/>
                  </a:lnTo>
                  <a:lnTo>
                    <a:pt x="1925390" y="419742"/>
                  </a:lnTo>
                  <a:lnTo>
                    <a:pt x="1925727" y="432944"/>
                  </a:lnTo>
                  <a:lnTo>
                    <a:pt x="1926063" y="445666"/>
                  </a:lnTo>
                  <a:lnTo>
                    <a:pt x="1926400" y="457991"/>
                  </a:lnTo>
                  <a:lnTo>
                    <a:pt x="1926736" y="470051"/>
                  </a:lnTo>
                  <a:lnTo>
                    <a:pt x="1927073" y="480789"/>
                  </a:lnTo>
                  <a:lnTo>
                    <a:pt x="1927409" y="491854"/>
                  </a:lnTo>
                  <a:lnTo>
                    <a:pt x="1927745" y="504129"/>
                  </a:lnTo>
                  <a:lnTo>
                    <a:pt x="1928082" y="518137"/>
                  </a:lnTo>
                  <a:lnTo>
                    <a:pt x="1928418" y="533386"/>
                  </a:lnTo>
                  <a:lnTo>
                    <a:pt x="1928755" y="549200"/>
                  </a:lnTo>
                  <a:lnTo>
                    <a:pt x="1929091" y="564657"/>
                  </a:lnTo>
                  <a:lnTo>
                    <a:pt x="1929428" y="574523"/>
                  </a:lnTo>
                  <a:lnTo>
                    <a:pt x="1929764" y="583510"/>
                  </a:lnTo>
                  <a:lnTo>
                    <a:pt x="1930101" y="591850"/>
                  </a:lnTo>
                  <a:lnTo>
                    <a:pt x="1930437" y="599764"/>
                  </a:lnTo>
                  <a:lnTo>
                    <a:pt x="1930774" y="607972"/>
                  </a:lnTo>
                  <a:lnTo>
                    <a:pt x="1931110" y="616477"/>
                  </a:lnTo>
                  <a:lnTo>
                    <a:pt x="1931446" y="625225"/>
                  </a:lnTo>
                  <a:lnTo>
                    <a:pt x="1931783" y="634842"/>
                  </a:lnTo>
                  <a:lnTo>
                    <a:pt x="1932119" y="645641"/>
                  </a:lnTo>
                  <a:lnTo>
                    <a:pt x="1932456" y="656489"/>
                  </a:lnTo>
                  <a:lnTo>
                    <a:pt x="1932792" y="666609"/>
                  </a:lnTo>
                  <a:lnTo>
                    <a:pt x="1933129" y="676392"/>
                  </a:lnTo>
                  <a:lnTo>
                    <a:pt x="1933465" y="685278"/>
                  </a:lnTo>
                  <a:lnTo>
                    <a:pt x="1933802" y="694315"/>
                  </a:lnTo>
                  <a:lnTo>
                    <a:pt x="1934138" y="700863"/>
                  </a:lnTo>
                  <a:lnTo>
                    <a:pt x="1934475" y="710042"/>
                  </a:lnTo>
                  <a:lnTo>
                    <a:pt x="1934811" y="716750"/>
                  </a:lnTo>
                  <a:lnTo>
                    <a:pt x="1935148" y="723186"/>
                  </a:lnTo>
                  <a:lnTo>
                    <a:pt x="1935484" y="729372"/>
                  </a:lnTo>
                  <a:lnTo>
                    <a:pt x="1935820" y="735095"/>
                  </a:lnTo>
                  <a:lnTo>
                    <a:pt x="1936157" y="740092"/>
                  </a:lnTo>
                  <a:lnTo>
                    <a:pt x="1936493" y="745350"/>
                  </a:lnTo>
                  <a:lnTo>
                    <a:pt x="1936830" y="749796"/>
                  </a:lnTo>
                  <a:lnTo>
                    <a:pt x="1937166" y="754449"/>
                  </a:lnTo>
                  <a:lnTo>
                    <a:pt x="1937503" y="759821"/>
                  </a:lnTo>
                  <a:lnTo>
                    <a:pt x="1937839" y="764120"/>
                  </a:lnTo>
                  <a:lnTo>
                    <a:pt x="1938176" y="768477"/>
                  </a:lnTo>
                  <a:lnTo>
                    <a:pt x="1938512" y="772316"/>
                  </a:lnTo>
                  <a:lnTo>
                    <a:pt x="1938849" y="776013"/>
                  </a:lnTo>
                  <a:lnTo>
                    <a:pt x="1939185" y="779706"/>
                  </a:lnTo>
                  <a:lnTo>
                    <a:pt x="1939522" y="782381"/>
                  </a:lnTo>
                  <a:lnTo>
                    <a:pt x="1939858" y="785895"/>
                  </a:lnTo>
                  <a:lnTo>
                    <a:pt x="1940194" y="789154"/>
                  </a:lnTo>
                  <a:lnTo>
                    <a:pt x="1940531" y="794354"/>
                  </a:lnTo>
                  <a:lnTo>
                    <a:pt x="1940867" y="800115"/>
                  </a:lnTo>
                  <a:lnTo>
                    <a:pt x="1941204" y="806943"/>
                  </a:lnTo>
                  <a:lnTo>
                    <a:pt x="1941540" y="813340"/>
                  </a:lnTo>
                  <a:lnTo>
                    <a:pt x="1941877" y="819148"/>
                  </a:lnTo>
                  <a:lnTo>
                    <a:pt x="1942213" y="823819"/>
                  </a:lnTo>
                  <a:lnTo>
                    <a:pt x="1942550" y="827242"/>
                  </a:lnTo>
                  <a:lnTo>
                    <a:pt x="1942886" y="830116"/>
                  </a:lnTo>
                  <a:lnTo>
                    <a:pt x="1943223" y="833804"/>
                  </a:lnTo>
                  <a:lnTo>
                    <a:pt x="1943559" y="841291"/>
                  </a:lnTo>
                  <a:lnTo>
                    <a:pt x="1943896" y="849012"/>
                  </a:lnTo>
                  <a:lnTo>
                    <a:pt x="1944232" y="856219"/>
                  </a:lnTo>
                  <a:lnTo>
                    <a:pt x="1944568" y="863363"/>
                  </a:lnTo>
                  <a:lnTo>
                    <a:pt x="1944905" y="871338"/>
                  </a:lnTo>
                  <a:lnTo>
                    <a:pt x="1945241" y="879772"/>
                  </a:lnTo>
                  <a:lnTo>
                    <a:pt x="1945578" y="888028"/>
                  </a:lnTo>
                  <a:lnTo>
                    <a:pt x="1945914" y="895807"/>
                  </a:lnTo>
                  <a:lnTo>
                    <a:pt x="1946251" y="903342"/>
                  </a:lnTo>
                  <a:lnTo>
                    <a:pt x="1946587" y="910704"/>
                  </a:lnTo>
                  <a:lnTo>
                    <a:pt x="1946924" y="918642"/>
                  </a:lnTo>
                  <a:lnTo>
                    <a:pt x="1947260" y="928330"/>
                  </a:lnTo>
                  <a:lnTo>
                    <a:pt x="1947597" y="939873"/>
                  </a:lnTo>
                  <a:lnTo>
                    <a:pt x="1947933" y="951741"/>
                  </a:lnTo>
                  <a:lnTo>
                    <a:pt x="1948270" y="963423"/>
                  </a:lnTo>
                  <a:lnTo>
                    <a:pt x="1948606" y="975126"/>
                  </a:lnTo>
                  <a:lnTo>
                    <a:pt x="1948942" y="987706"/>
                  </a:lnTo>
                  <a:lnTo>
                    <a:pt x="1949279" y="1000480"/>
                  </a:lnTo>
                  <a:lnTo>
                    <a:pt x="1949615" y="1013979"/>
                  </a:lnTo>
                  <a:lnTo>
                    <a:pt x="1949952" y="1027306"/>
                  </a:lnTo>
                  <a:lnTo>
                    <a:pt x="1950288" y="1039785"/>
                  </a:lnTo>
                  <a:lnTo>
                    <a:pt x="1950625" y="1052056"/>
                  </a:lnTo>
                  <a:lnTo>
                    <a:pt x="1950961" y="1064269"/>
                  </a:lnTo>
                  <a:lnTo>
                    <a:pt x="1951298" y="1077129"/>
                  </a:lnTo>
                  <a:lnTo>
                    <a:pt x="1951634" y="1090894"/>
                  </a:lnTo>
                  <a:lnTo>
                    <a:pt x="1951971" y="1105414"/>
                  </a:lnTo>
                  <a:lnTo>
                    <a:pt x="1952307" y="1120199"/>
                  </a:lnTo>
                  <a:lnTo>
                    <a:pt x="1952644" y="1134503"/>
                  </a:lnTo>
                  <a:lnTo>
                    <a:pt x="1952980" y="1147923"/>
                  </a:lnTo>
                  <a:lnTo>
                    <a:pt x="1953316" y="1160280"/>
                  </a:lnTo>
                  <a:lnTo>
                    <a:pt x="1953653" y="1171050"/>
                  </a:lnTo>
                  <a:lnTo>
                    <a:pt x="1953989" y="1180504"/>
                  </a:lnTo>
                  <a:lnTo>
                    <a:pt x="1954326" y="1189657"/>
                  </a:lnTo>
                  <a:lnTo>
                    <a:pt x="1954662" y="1198084"/>
                  </a:lnTo>
                  <a:lnTo>
                    <a:pt x="1954999" y="1206059"/>
                  </a:lnTo>
                  <a:lnTo>
                    <a:pt x="1955335" y="1214673"/>
                  </a:lnTo>
                  <a:lnTo>
                    <a:pt x="1955672" y="1223050"/>
                  </a:lnTo>
                  <a:lnTo>
                    <a:pt x="1956008" y="1231527"/>
                  </a:lnTo>
                  <a:lnTo>
                    <a:pt x="1956345" y="1239186"/>
                  </a:lnTo>
                  <a:lnTo>
                    <a:pt x="1956681" y="1245709"/>
                  </a:lnTo>
                  <a:lnTo>
                    <a:pt x="1957018" y="1250652"/>
                  </a:lnTo>
                  <a:lnTo>
                    <a:pt x="1957354" y="1254201"/>
                  </a:lnTo>
                  <a:lnTo>
                    <a:pt x="1957690" y="1257326"/>
                  </a:lnTo>
                  <a:lnTo>
                    <a:pt x="1958027" y="1260803"/>
                  </a:lnTo>
                  <a:lnTo>
                    <a:pt x="1958363" y="1264877"/>
                  </a:lnTo>
                  <a:lnTo>
                    <a:pt x="1958700" y="1269769"/>
                  </a:lnTo>
                  <a:lnTo>
                    <a:pt x="1959036" y="1274956"/>
                  </a:lnTo>
                  <a:lnTo>
                    <a:pt x="1959373" y="1280934"/>
                  </a:lnTo>
                  <a:lnTo>
                    <a:pt x="1959709" y="1287407"/>
                  </a:lnTo>
                  <a:lnTo>
                    <a:pt x="1960046" y="1294828"/>
                  </a:lnTo>
                  <a:lnTo>
                    <a:pt x="1960382" y="1301639"/>
                  </a:lnTo>
                  <a:lnTo>
                    <a:pt x="1960719" y="1308529"/>
                  </a:lnTo>
                  <a:lnTo>
                    <a:pt x="1961055" y="1316008"/>
                  </a:lnTo>
                  <a:lnTo>
                    <a:pt x="1961391" y="1324521"/>
                  </a:lnTo>
                  <a:lnTo>
                    <a:pt x="1961728" y="1333559"/>
                  </a:lnTo>
                  <a:lnTo>
                    <a:pt x="1962064" y="1342906"/>
                  </a:lnTo>
                  <a:lnTo>
                    <a:pt x="1962401" y="1351936"/>
                  </a:lnTo>
                  <a:lnTo>
                    <a:pt x="1962737" y="1359875"/>
                  </a:lnTo>
                  <a:lnTo>
                    <a:pt x="1963074" y="1366714"/>
                  </a:lnTo>
                  <a:lnTo>
                    <a:pt x="1963410" y="1372519"/>
                  </a:lnTo>
                  <a:lnTo>
                    <a:pt x="1963747" y="1377002"/>
                  </a:lnTo>
                  <a:lnTo>
                    <a:pt x="1964083" y="1381255"/>
                  </a:lnTo>
                  <a:lnTo>
                    <a:pt x="1964420" y="1384366"/>
                  </a:lnTo>
                  <a:lnTo>
                    <a:pt x="1964756" y="1386615"/>
                  </a:lnTo>
                  <a:lnTo>
                    <a:pt x="1965093" y="1388267"/>
                  </a:lnTo>
                  <a:lnTo>
                    <a:pt x="1965429" y="1390221"/>
                  </a:lnTo>
                  <a:lnTo>
                    <a:pt x="1965765" y="1392865"/>
                  </a:lnTo>
                  <a:lnTo>
                    <a:pt x="1966102" y="1395207"/>
                  </a:lnTo>
                  <a:lnTo>
                    <a:pt x="1966438" y="1396422"/>
                  </a:lnTo>
                  <a:lnTo>
                    <a:pt x="1966775" y="1393806"/>
                  </a:lnTo>
                  <a:lnTo>
                    <a:pt x="1967111" y="1391208"/>
                  </a:lnTo>
                  <a:lnTo>
                    <a:pt x="1967448" y="1389268"/>
                  </a:lnTo>
                  <a:lnTo>
                    <a:pt x="1967784" y="1388795"/>
                  </a:lnTo>
                  <a:lnTo>
                    <a:pt x="1968121" y="1389664"/>
                  </a:lnTo>
                  <a:lnTo>
                    <a:pt x="1968457" y="1391429"/>
                  </a:lnTo>
                  <a:lnTo>
                    <a:pt x="1968794" y="1395769"/>
                  </a:lnTo>
                  <a:lnTo>
                    <a:pt x="1969130" y="1400844"/>
                  </a:lnTo>
                  <a:lnTo>
                    <a:pt x="1969467" y="1407130"/>
                  </a:lnTo>
                  <a:lnTo>
                    <a:pt x="1969803" y="1411616"/>
                  </a:lnTo>
                  <a:lnTo>
                    <a:pt x="1970139" y="1415912"/>
                  </a:lnTo>
                  <a:lnTo>
                    <a:pt x="1970476" y="1420380"/>
                  </a:lnTo>
                  <a:lnTo>
                    <a:pt x="1970812" y="1425344"/>
                  </a:lnTo>
                  <a:lnTo>
                    <a:pt x="1971149" y="1430159"/>
                  </a:lnTo>
                  <a:lnTo>
                    <a:pt x="1971485" y="1435231"/>
                  </a:lnTo>
                  <a:lnTo>
                    <a:pt x="1971822" y="1440708"/>
                  </a:lnTo>
                  <a:lnTo>
                    <a:pt x="1972158" y="1446106"/>
                  </a:lnTo>
                  <a:lnTo>
                    <a:pt x="1972495" y="1454532"/>
                  </a:lnTo>
                  <a:lnTo>
                    <a:pt x="1972831" y="1463151"/>
                  </a:lnTo>
                  <a:lnTo>
                    <a:pt x="1973168" y="1471734"/>
                  </a:lnTo>
                  <a:lnTo>
                    <a:pt x="1973504" y="1480841"/>
                  </a:lnTo>
                  <a:lnTo>
                    <a:pt x="1973841" y="1490014"/>
                  </a:lnTo>
                  <a:lnTo>
                    <a:pt x="1974177" y="1498419"/>
                  </a:lnTo>
                  <a:lnTo>
                    <a:pt x="1974513" y="1506280"/>
                  </a:lnTo>
                  <a:lnTo>
                    <a:pt x="1974850" y="1513259"/>
                  </a:lnTo>
                  <a:lnTo>
                    <a:pt x="1975186" y="1519792"/>
                  </a:lnTo>
                  <a:lnTo>
                    <a:pt x="1975523" y="1531982"/>
                  </a:lnTo>
                  <a:lnTo>
                    <a:pt x="1975859" y="1543019"/>
                  </a:lnTo>
                  <a:lnTo>
                    <a:pt x="1976196" y="1554624"/>
                  </a:lnTo>
                  <a:lnTo>
                    <a:pt x="1976532" y="1567193"/>
                  </a:lnTo>
                  <a:lnTo>
                    <a:pt x="1976869" y="1580052"/>
                  </a:lnTo>
                  <a:lnTo>
                    <a:pt x="1977205" y="1592574"/>
                  </a:lnTo>
                  <a:lnTo>
                    <a:pt x="1977542" y="1604685"/>
                  </a:lnTo>
                  <a:lnTo>
                    <a:pt x="1977878" y="1616545"/>
                  </a:lnTo>
                  <a:lnTo>
                    <a:pt x="1978215" y="1628477"/>
                  </a:lnTo>
                  <a:lnTo>
                    <a:pt x="1978551" y="1640056"/>
                  </a:lnTo>
                  <a:lnTo>
                    <a:pt x="1978887" y="1652264"/>
                  </a:lnTo>
                  <a:lnTo>
                    <a:pt x="1979224" y="1664348"/>
                  </a:lnTo>
                  <a:lnTo>
                    <a:pt x="1979560" y="1675900"/>
                  </a:lnTo>
                  <a:lnTo>
                    <a:pt x="1979897" y="1686949"/>
                  </a:lnTo>
                  <a:lnTo>
                    <a:pt x="1980233" y="1697786"/>
                  </a:lnTo>
                  <a:lnTo>
                    <a:pt x="1980570" y="1708389"/>
                  </a:lnTo>
                  <a:lnTo>
                    <a:pt x="1980906" y="1719531"/>
                  </a:lnTo>
                  <a:lnTo>
                    <a:pt x="1981243" y="1731119"/>
                  </a:lnTo>
                  <a:lnTo>
                    <a:pt x="1981579" y="1742182"/>
                  </a:lnTo>
                  <a:lnTo>
                    <a:pt x="1981916" y="1752024"/>
                  </a:lnTo>
                  <a:lnTo>
                    <a:pt x="1982252" y="1762398"/>
                  </a:lnTo>
                  <a:lnTo>
                    <a:pt x="1982589" y="1771376"/>
                  </a:lnTo>
                  <a:lnTo>
                    <a:pt x="1982925" y="1778708"/>
                  </a:lnTo>
                  <a:lnTo>
                    <a:pt x="1983261" y="1783649"/>
                  </a:lnTo>
                  <a:lnTo>
                    <a:pt x="1983598" y="1786645"/>
                  </a:lnTo>
                  <a:lnTo>
                    <a:pt x="1983934" y="1789113"/>
                  </a:lnTo>
                  <a:lnTo>
                    <a:pt x="1984271" y="1790320"/>
                  </a:lnTo>
                  <a:lnTo>
                    <a:pt x="1984607" y="1791101"/>
                  </a:lnTo>
                  <a:lnTo>
                    <a:pt x="1984944" y="1791712"/>
                  </a:lnTo>
                  <a:lnTo>
                    <a:pt x="1985280" y="1792724"/>
                  </a:lnTo>
                  <a:lnTo>
                    <a:pt x="1985617" y="1792927"/>
                  </a:lnTo>
                  <a:lnTo>
                    <a:pt x="1985953" y="1792074"/>
                  </a:lnTo>
                  <a:lnTo>
                    <a:pt x="1986290" y="1789924"/>
                  </a:lnTo>
                  <a:lnTo>
                    <a:pt x="1986626" y="1786828"/>
                  </a:lnTo>
                  <a:lnTo>
                    <a:pt x="1986963" y="1782825"/>
                  </a:lnTo>
                  <a:lnTo>
                    <a:pt x="1987299" y="1777640"/>
                  </a:lnTo>
                  <a:lnTo>
                    <a:pt x="1987635" y="1772117"/>
                  </a:lnTo>
                  <a:lnTo>
                    <a:pt x="1987972" y="1766177"/>
                  </a:lnTo>
                  <a:lnTo>
                    <a:pt x="1988308" y="1760773"/>
                  </a:lnTo>
                  <a:lnTo>
                    <a:pt x="1988645" y="1755723"/>
                  </a:lnTo>
                  <a:lnTo>
                    <a:pt x="1988981" y="1750873"/>
                  </a:lnTo>
                  <a:lnTo>
                    <a:pt x="1989318" y="1746427"/>
                  </a:lnTo>
                  <a:lnTo>
                    <a:pt x="1989654" y="1742079"/>
                  </a:lnTo>
                  <a:lnTo>
                    <a:pt x="1989991" y="1738654"/>
                  </a:lnTo>
                  <a:lnTo>
                    <a:pt x="1990327" y="1735795"/>
                  </a:lnTo>
                  <a:lnTo>
                    <a:pt x="1990664" y="1731884"/>
                  </a:lnTo>
                  <a:lnTo>
                    <a:pt x="1991000" y="1728201"/>
                  </a:lnTo>
                  <a:lnTo>
                    <a:pt x="1991337" y="1724947"/>
                  </a:lnTo>
                  <a:lnTo>
                    <a:pt x="1991673" y="1722249"/>
                  </a:lnTo>
                  <a:lnTo>
                    <a:pt x="1992009" y="1719692"/>
                  </a:lnTo>
                  <a:lnTo>
                    <a:pt x="1992346" y="1717339"/>
                  </a:lnTo>
                  <a:lnTo>
                    <a:pt x="1992682" y="1714852"/>
                  </a:lnTo>
                  <a:lnTo>
                    <a:pt x="1993019" y="1712261"/>
                  </a:lnTo>
                  <a:lnTo>
                    <a:pt x="1993355" y="1708886"/>
                  </a:lnTo>
                  <a:lnTo>
                    <a:pt x="1993692" y="1707592"/>
                  </a:lnTo>
                  <a:lnTo>
                    <a:pt x="1994028" y="1707218"/>
                  </a:lnTo>
                  <a:lnTo>
                    <a:pt x="1994365" y="1706716"/>
                  </a:lnTo>
                  <a:lnTo>
                    <a:pt x="1994701" y="1706798"/>
                  </a:lnTo>
                  <a:lnTo>
                    <a:pt x="1995038" y="1706441"/>
                  </a:lnTo>
                  <a:lnTo>
                    <a:pt x="1995374" y="1705815"/>
                  </a:lnTo>
                  <a:lnTo>
                    <a:pt x="1995710" y="1705468"/>
                  </a:lnTo>
                  <a:lnTo>
                    <a:pt x="1996047" y="1705079"/>
                  </a:lnTo>
                  <a:lnTo>
                    <a:pt x="1996383" y="1704509"/>
                  </a:lnTo>
                  <a:lnTo>
                    <a:pt x="1996720" y="1703564"/>
                  </a:lnTo>
                  <a:lnTo>
                    <a:pt x="1997056" y="1702536"/>
                  </a:lnTo>
                  <a:lnTo>
                    <a:pt x="1997393" y="1701603"/>
                  </a:lnTo>
                  <a:lnTo>
                    <a:pt x="1997729" y="1700826"/>
                  </a:lnTo>
                  <a:lnTo>
                    <a:pt x="1998066" y="1699928"/>
                  </a:lnTo>
                  <a:lnTo>
                    <a:pt x="1998402" y="1699375"/>
                  </a:lnTo>
                  <a:lnTo>
                    <a:pt x="1998739" y="1698874"/>
                  </a:lnTo>
                  <a:lnTo>
                    <a:pt x="1999075" y="1697571"/>
                  </a:lnTo>
                  <a:lnTo>
                    <a:pt x="1999412" y="1696086"/>
                  </a:lnTo>
                  <a:lnTo>
                    <a:pt x="1999748" y="1694115"/>
                  </a:lnTo>
                  <a:lnTo>
                    <a:pt x="2000084" y="1691360"/>
                  </a:lnTo>
                  <a:lnTo>
                    <a:pt x="2000421" y="1687591"/>
                  </a:lnTo>
                  <a:lnTo>
                    <a:pt x="2000757" y="1682249"/>
                  </a:lnTo>
                  <a:lnTo>
                    <a:pt x="2001094" y="1675005"/>
                  </a:lnTo>
                  <a:lnTo>
                    <a:pt x="2001430" y="1665593"/>
                  </a:lnTo>
                  <a:lnTo>
                    <a:pt x="2001767" y="1656729"/>
                  </a:lnTo>
                  <a:lnTo>
                    <a:pt x="2002103" y="1647832"/>
                  </a:lnTo>
                  <a:lnTo>
                    <a:pt x="2002440" y="1638340"/>
                  </a:lnTo>
                  <a:lnTo>
                    <a:pt x="2002776" y="1625269"/>
                  </a:lnTo>
                  <a:lnTo>
                    <a:pt x="2003113" y="1616229"/>
                  </a:lnTo>
                  <a:lnTo>
                    <a:pt x="2003449" y="1606938"/>
                  </a:lnTo>
                  <a:lnTo>
                    <a:pt x="2003786" y="1597567"/>
                  </a:lnTo>
                  <a:lnTo>
                    <a:pt x="2004122" y="1587738"/>
                  </a:lnTo>
                  <a:lnTo>
                    <a:pt x="2004458" y="1574241"/>
                  </a:lnTo>
                  <a:lnTo>
                    <a:pt x="2004795" y="1560009"/>
                  </a:lnTo>
                  <a:lnTo>
                    <a:pt x="2005131" y="1548817"/>
                  </a:lnTo>
                  <a:lnTo>
                    <a:pt x="2005468" y="1537523"/>
                  </a:lnTo>
                  <a:lnTo>
                    <a:pt x="2005804" y="1526205"/>
                  </a:lnTo>
                  <a:lnTo>
                    <a:pt x="2006141" y="1514494"/>
                  </a:lnTo>
                  <a:lnTo>
                    <a:pt x="2006477" y="1504850"/>
                  </a:lnTo>
                  <a:lnTo>
                    <a:pt x="2006814" y="1495914"/>
                  </a:lnTo>
                  <a:lnTo>
                    <a:pt x="2007150" y="1486766"/>
                  </a:lnTo>
                  <a:lnTo>
                    <a:pt x="2007487" y="1477360"/>
                  </a:lnTo>
                  <a:lnTo>
                    <a:pt x="2007823" y="1468282"/>
                  </a:lnTo>
                  <a:lnTo>
                    <a:pt x="2008160" y="1458730"/>
                  </a:lnTo>
                  <a:lnTo>
                    <a:pt x="2008496" y="1445670"/>
                  </a:lnTo>
                  <a:lnTo>
                    <a:pt x="2008832" y="1434843"/>
                  </a:lnTo>
                  <a:lnTo>
                    <a:pt x="2009169" y="1425910"/>
                  </a:lnTo>
                  <a:lnTo>
                    <a:pt x="2009505" y="1418375"/>
                  </a:lnTo>
                  <a:lnTo>
                    <a:pt x="2009842" y="1411304"/>
                  </a:lnTo>
                  <a:lnTo>
                    <a:pt x="2010178" y="1404856"/>
                  </a:lnTo>
                  <a:lnTo>
                    <a:pt x="2010515" y="1398323"/>
                  </a:lnTo>
                  <a:lnTo>
                    <a:pt x="2010851" y="1390179"/>
                  </a:lnTo>
                  <a:lnTo>
                    <a:pt x="2011188" y="1381264"/>
                  </a:lnTo>
                  <a:lnTo>
                    <a:pt x="2011524" y="1372241"/>
                  </a:lnTo>
                  <a:lnTo>
                    <a:pt x="2011861" y="1363178"/>
                  </a:lnTo>
                  <a:lnTo>
                    <a:pt x="2012197" y="1352739"/>
                  </a:lnTo>
                  <a:lnTo>
                    <a:pt x="2012534" y="1342375"/>
                  </a:lnTo>
                  <a:lnTo>
                    <a:pt x="2012870" y="1332330"/>
                  </a:lnTo>
                  <a:lnTo>
                    <a:pt x="2013206" y="1322901"/>
                  </a:lnTo>
                  <a:lnTo>
                    <a:pt x="2013543" y="1314652"/>
                  </a:lnTo>
                  <a:lnTo>
                    <a:pt x="2013879" y="1304528"/>
                  </a:lnTo>
                  <a:lnTo>
                    <a:pt x="2014216" y="1290476"/>
                  </a:lnTo>
                  <a:lnTo>
                    <a:pt x="2014552" y="1275816"/>
                  </a:lnTo>
                  <a:lnTo>
                    <a:pt x="2014889" y="1256176"/>
                  </a:lnTo>
                  <a:lnTo>
                    <a:pt x="2015225" y="1237813"/>
                  </a:lnTo>
                  <a:lnTo>
                    <a:pt x="2015562" y="1221526"/>
                  </a:lnTo>
                  <a:lnTo>
                    <a:pt x="2015898" y="1206885"/>
                  </a:lnTo>
                  <a:lnTo>
                    <a:pt x="2016235" y="1193184"/>
                  </a:lnTo>
                  <a:lnTo>
                    <a:pt x="2016571" y="1183943"/>
                  </a:lnTo>
                  <a:lnTo>
                    <a:pt x="2016908" y="1175074"/>
                  </a:lnTo>
                  <a:lnTo>
                    <a:pt x="2017244" y="1166052"/>
                  </a:lnTo>
                  <a:lnTo>
                    <a:pt x="2017580" y="1158022"/>
                  </a:lnTo>
                  <a:lnTo>
                    <a:pt x="2017917" y="1150835"/>
                  </a:lnTo>
                  <a:lnTo>
                    <a:pt x="2018253" y="1143690"/>
                  </a:lnTo>
                  <a:lnTo>
                    <a:pt x="2018590" y="1136108"/>
                  </a:lnTo>
                  <a:lnTo>
                    <a:pt x="2018926" y="1128561"/>
                  </a:lnTo>
                  <a:lnTo>
                    <a:pt x="2019263" y="1122979"/>
                  </a:lnTo>
                  <a:lnTo>
                    <a:pt x="2019599" y="1117095"/>
                  </a:lnTo>
                  <a:lnTo>
                    <a:pt x="2019936" y="1110249"/>
                  </a:lnTo>
                  <a:lnTo>
                    <a:pt x="2020272" y="1104232"/>
                  </a:lnTo>
                  <a:lnTo>
                    <a:pt x="2020609" y="1097207"/>
                  </a:lnTo>
                  <a:lnTo>
                    <a:pt x="2020945" y="1091885"/>
                  </a:lnTo>
                  <a:lnTo>
                    <a:pt x="2021282" y="1088095"/>
                  </a:lnTo>
                  <a:lnTo>
                    <a:pt x="2021618" y="1085197"/>
                  </a:lnTo>
                  <a:lnTo>
                    <a:pt x="2021954" y="1082634"/>
                  </a:lnTo>
                  <a:lnTo>
                    <a:pt x="2022291" y="1081301"/>
                  </a:lnTo>
                  <a:lnTo>
                    <a:pt x="2022627" y="1079667"/>
                  </a:lnTo>
                  <a:lnTo>
                    <a:pt x="2022964" y="1077586"/>
                  </a:lnTo>
                  <a:lnTo>
                    <a:pt x="2023300" y="1075315"/>
                  </a:lnTo>
                  <a:lnTo>
                    <a:pt x="2023637" y="1072727"/>
                  </a:lnTo>
                  <a:lnTo>
                    <a:pt x="2023973" y="1069760"/>
                  </a:lnTo>
                  <a:lnTo>
                    <a:pt x="2024310" y="1067275"/>
                  </a:lnTo>
                  <a:lnTo>
                    <a:pt x="2024646" y="1065381"/>
                  </a:lnTo>
                  <a:lnTo>
                    <a:pt x="2024983" y="1063411"/>
                  </a:lnTo>
                  <a:lnTo>
                    <a:pt x="2025319" y="1061570"/>
                  </a:lnTo>
                  <a:lnTo>
                    <a:pt x="2025656" y="1059883"/>
                  </a:lnTo>
                  <a:lnTo>
                    <a:pt x="2025992" y="1058110"/>
                  </a:lnTo>
                  <a:lnTo>
                    <a:pt x="2026328" y="1055764"/>
                  </a:lnTo>
                  <a:lnTo>
                    <a:pt x="2026665" y="1052617"/>
                  </a:lnTo>
                  <a:lnTo>
                    <a:pt x="2027001" y="1048907"/>
                  </a:lnTo>
                  <a:lnTo>
                    <a:pt x="2027338" y="1043722"/>
                  </a:lnTo>
                  <a:lnTo>
                    <a:pt x="2027674" y="1037775"/>
                  </a:lnTo>
                  <a:lnTo>
                    <a:pt x="2028011" y="1031371"/>
                  </a:lnTo>
                  <a:lnTo>
                    <a:pt x="2028347" y="1024285"/>
                  </a:lnTo>
                  <a:lnTo>
                    <a:pt x="2028684" y="1017303"/>
                  </a:lnTo>
                  <a:lnTo>
                    <a:pt x="2029020" y="1011011"/>
                  </a:lnTo>
                  <a:lnTo>
                    <a:pt x="2029357" y="1004540"/>
                  </a:lnTo>
                  <a:lnTo>
                    <a:pt x="2029693" y="997877"/>
                  </a:lnTo>
                  <a:lnTo>
                    <a:pt x="2030029" y="993186"/>
                  </a:lnTo>
                  <a:lnTo>
                    <a:pt x="2030366" y="989078"/>
                  </a:lnTo>
                  <a:lnTo>
                    <a:pt x="2030702" y="986049"/>
                  </a:lnTo>
                  <a:lnTo>
                    <a:pt x="2031039" y="983377"/>
                  </a:lnTo>
                  <a:lnTo>
                    <a:pt x="2031375" y="980495"/>
                  </a:lnTo>
                  <a:lnTo>
                    <a:pt x="2031712" y="977758"/>
                  </a:lnTo>
                  <a:lnTo>
                    <a:pt x="2032048" y="976399"/>
                  </a:lnTo>
                  <a:lnTo>
                    <a:pt x="2032385" y="974595"/>
                  </a:lnTo>
                  <a:lnTo>
                    <a:pt x="2032721" y="973539"/>
                  </a:lnTo>
                  <a:lnTo>
                    <a:pt x="2033058" y="971173"/>
                  </a:lnTo>
                  <a:lnTo>
                    <a:pt x="2033394" y="970111"/>
                  </a:lnTo>
                  <a:lnTo>
                    <a:pt x="2033731" y="969675"/>
                  </a:lnTo>
                  <a:lnTo>
                    <a:pt x="2034067" y="969959"/>
                  </a:lnTo>
                  <a:lnTo>
                    <a:pt x="2034403" y="970509"/>
                  </a:lnTo>
                  <a:lnTo>
                    <a:pt x="2034740" y="968195"/>
                  </a:lnTo>
                  <a:lnTo>
                    <a:pt x="2035076" y="965108"/>
                  </a:lnTo>
                  <a:lnTo>
                    <a:pt x="2035413" y="961646"/>
                  </a:lnTo>
                  <a:lnTo>
                    <a:pt x="2035749" y="953478"/>
                  </a:lnTo>
                  <a:lnTo>
                    <a:pt x="2036086" y="942898"/>
                  </a:lnTo>
                  <a:lnTo>
                    <a:pt x="2036422" y="932764"/>
                  </a:lnTo>
                  <a:lnTo>
                    <a:pt x="2036759" y="922185"/>
                  </a:lnTo>
                  <a:lnTo>
                    <a:pt x="2037095" y="910056"/>
                  </a:lnTo>
                  <a:lnTo>
                    <a:pt x="2037432" y="896555"/>
                  </a:lnTo>
                  <a:lnTo>
                    <a:pt x="2037768" y="882246"/>
                  </a:lnTo>
                  <a:lnTo>
                    <a:pt x="2038105" y="867387"/>
                  </a:lnTo>
                  <a:lnTo>
                    <a:pt x="2038441" y="852469"/>
                  </a:lnTo>
                  <a:lnTo>
                    <a:pt x="2038777" y="837318"/>
                  </a:lnTo>
                  <a:lnTo>
                    <a:pt x="2039114" y="821733"/>
                  </a:lnTo>
                  <a:lnTo>
                    <a:pt x="2039450" y="805809"/>
                  </a:lnTo>
                  <a:lnTo>
                    <a:pt x="2039787" y="789884"/>
                  </a:lnTo>
                  <a:lnTo>
                    <a:pt x="2040123" y="773738"/>
                  </a:lnTo>
                  <a:lnTo>
                    <a:pt x="2040460" y="757318"/>
                  </a:lnTo>
                  <a:lnTo>
                    <a:pt x="2040796" y="741607"/>
                  </a:lnTo>
                  <a:lnTo>
                    <a:pt x="2041133" y="726662"/>
                  </a:lnTo>
                  <a:lnTo>
                    <a:pt x="2041469" y="711918"/>
                  </a:lnTo>
                  <a:lnTo>
                    <a:pt x="2041806" y="698144"/>
                  </a:lnTo>
                  <a:lnTo>
                    <a:pt x="2042142" y="686524"/>
                  </a:lnTo>
                  <a:lnTo>
                    <a:pt x="2042479" y="675696"/>
                  </a:lnTo>
                  <a:lnTo>
                    <a:pt x="2042815" y="663664"/>
                  </a:lnTo>
                  <a:lnTo>
                    <a:pt x="2043151" y="652576"/>
                  </a:lnTo>
                  <a:lnTo>
                    <a:pt x="2043488" y="641467"/>
                  </a:lnTo>
                  <a:lnTo>
                    <a:pt x="2043824" y="630450"/>
                  </a:lnTo>
                  <a:lnTo>
                    <a:pt x="2044161" y="620250"/>
                  </a:lnTo>
                  <a:lnTo>
                    <a:pt x="2044497" y="611370"/>
                  </a:lnTo>
                  <a:lnTo>
                    <a:pt x="2044834" y="603857"/>
                  </a:lnTo>
                  <a:lnTo>
                    <a:pt x="2045170" y="597112"/>
                  </a:lnTo>
                  <a:lnTo>
                    <a:pt x="2045507" y="591136"/>
                  </a:lnTo>
                  <a:lnTo>
                    <a:pt x="2045843" y="586116"/>
                  </a:lnTo>
                  <a:lnTo>
                    <a:pt x="2046180" y="581674"/>
                  </a:lnTo>
                  <a:lnTo>
                    <a:pt x="2046516" y="577831"/>
                  </a:lnTo>
                  <a:lnTo>
                    <a:pt x="2046853" y="573549"/>
                  </a:lnTo>
                  <a:lnTo>
                    <a:pt x="2047189" y="569556"/>
                  </a:lnTo>
                  <a:lnTo>
                    <a:pt x="2047525" y="566197"/>
                  </a:lnTo>
                  <a:lnTo>
                    <a:pt x="2047862" y="563339"/>
                  </a:lnTo>
                  <a:lnTo>
                    <a:pt x="2048198" y="561263"/>
                  </a:lnTo>
                  <a:lnTo>
                    <a:pt x="2048535" y="558850"/>
                  </a:lnTo>
                  <a:lnTo>
                    <a:pt x="2048871" y="556301"/>
                  </a:lnTo>
                  <a:lnTo>
                    <a:pt x="2049208" y="554914"/>
                  </a:lnTo>
                  <a:lnTo>
                    <a:pt x="2049544" y="552838"/>
                  </a:lnTo>
                  <a:lnTo>
                    <a:pt x="2049881" y="550901"/>
                  </a:lnTo>
                  <a:lnTo>
                    <a:pt x="2050217" y="548518"/>
                  </a:lnTo>
                  <a:lnTo>
                    <a:pt x="2050554" y="546322"/>
                  </a:lnTo>
                  <a:lnTo>
                    <a:pt x="2050890" y="542399"/>
                  </a:lnTo>
                  <a:lnTo>
                    <a:pt x="2051227" y="535735"/>
                  </a:lnTo>
                  <a:lnTo>
                    <a:pt x="2051563" y="528343"/>
                  </a:lnTo>
                  <a:lnTo>
                    <a:pt x="2051899" y="520018"/>
                  </a:lnTo>
                  <a:lnTo>
                    <a:pt x="2052236" y="510679"/>
                  </a:lnTo>
                  <a:lnTo>
                    <a:pt x="2052572" y="500334"/>
                  </a:lnTo>
                  <a:lnTo>
                    <a:pt x="2052909" y="490181"/>
                  </a:lnTo>
                  <a:lnTo>
                    <a:pt x="2053245" y="479251"/>
                  </a:lnTo>
                  <a:lnTo>
                    <a:pt x="2053582" y="468391"/>
                  </a:lnTo>
                  <a:lnTo>
                    <a:pt x="2053918" y="457297"/>
                  </a:lnTo>
                  <a:lnTo>
                    <a:pt x="2054255" y="445732"/>
                  </a:lnTo>
                  <a:lnTo>
                    <a:pt x="2054591" y="434250"/>
                  </a:lnTo>
                  <a:lnTo>
                    <a:pt x="2054928" y="422071"/>
                  </a:lnTo>
                  <a:lnTo>
                    <a:pt x="2055264" y="410092"/>
                  </a:lnTo>
                  <a:lnTo>
                    <a:pt x="2055601" y="397680"/>
                  </a:lnTo>
                  <a:lnTo>
                    <a:pt x="2055937" y="386860"/>
                  </a:lnTo>
                  <a:lnTo>
                    <a:pt x="2056273" y="376955"/>
                  </a:lnTo>
                  <a:lnTo>
                    <a:pt x="2056610" y="368357"/>
                  </a:lnTo>
                  <a:lnTo>
                    <a:pt x="2056946" y="361320"/>
                  </a:lnTo>
                  <a:lnTo>
                    <a:pt x="2057283" y="354791"/>
                  </a:lnTo>
                  <a:lnTo>
                    <a:pt x="2057619" y="349067"/>
                  </a:lnTo>
                  <a:lnTo>
                    <a:pt x="2057956" y="344291"/>
                  </a:lnTo>
                  <a:lnTo>
                    <a:pt x="2058292" y="340416"/>
                  </a:lnTo>
                  <a:lnTo>
                    <a:pt x="2058629" y="337546"/>
                  </a:lnTo>
                  <a:lnTo>
                    <a:pt x="2058965" y="334924"/>
                  </a:lnTo>
                  <a:lnTo>
                    <a:pt x="2059302" y="332340"/>
                  </a:lnTo>
                  <a:lnTo>
                    <a:pt x="2059638" y="330215"/>
                  </a:lnTo>
                  <a:lnTo>
                    <a:pt x="2059975" y="329421"/>
                  </a:lnTo>
                  <a:lnTo>
                    <a:pt x="2060311" y="330241"/>
                  </a:lnTo>
                  <a:lnTo>
                    <a:pt x="2060647" y="332510"/>
                  </a:lnTo>
                  <a:lnTo>
                    <a:pt x="2060984" y="332306"/>
                  </a:lnTo>
                  <a:lnTo>
                    <a:pt x="2061320" y="330951"/>
                  </a:lnTo>
                  <a:lnTo>
                    <a:pt x="2061657" y="329128"/>
                  </a:lnTo>
                  <a:lnTo>
                    <a:pt x="2061993" y="326265"/>
                  </a:lnTo>
                  <a:lnTo>
                    <a:pt x="2062330" y="323270"/>
                  </a:lnTo>
                  <a:lnTo>
                    <a:pt x="2062666" y="322282"/>
                  </a:lnTo>
                  <a:lnTo>
                    <a:pt x="2063003" y="321088"/>
                  </a:lnTo>
                  <a:lnTo>
                    <a:pt x="2063339" y="319495"/>
                  </a:lnTo>
                  <a:lnTo>
                    <a:pt x="2063676" y="317599"/>
                  </a:lnTo>
                  <a:lnTo>
                    <a:pt x="2064012" y="315555"/>
                  </a:lnTo>
                  <a:lnTo>
                    <a:pt x="2064348" y="313081"/>
                  </a:lnTo>
                  <a:lnTo>
                    <a:pt x="2064685" y="309384"/>
                  </a:lnTo>
                  <a:lnTo>
                    <a:pt x="2065021" y="305309"/>
                  </a:lnTo>
                  <a:lnTo>
                    <a:pt x="2065358" y="301066"/>
                  </a:lnTo>
                  <a:lnTo>
                    <a:pt x="2065694" y="296825"/>
                  </a:lnTo>
                  <a:lnTo>
                    <a:pt x="2066031" y="294751"/>
                  </a:lnTo>
                  <a:lnTo>
                    <a:pt x="2066367" y="294267"/>
                  </a:lnTo>
                  <a:lnTo>
                    <a:pt x="2066704" y="294058"/>
                  </a:lnTo>
                  <a:lnTo>
                    <a:pt x="2067040" y="294245"/>
                  </a:lnTo>
                  <a:lnTo>
                    <a:pt x="2067377" y="295063"/>
                  </a:lnTo>
                  <a:lnTo>
                    <a:pt x="2067713" y="296595"/>
                  </a:lnTo>
                  <a:lnTo>
                    <a:pt x="2068050" y="299319"/>
                  </a:lnTo>
                  <a:lnTo>
                    <a:pt x="2068386" y="304347"/>
                  </a:lnTo>
                  <a:lnTo>
                    <a:pt x="2068722" y="311915"/>
                  </a:lnTo>
                  <a:lnTo>
                    <a:pt x="2069059" y="319598"/>
                  </a:lnTo>
                  <a:lnTo>
                    <a:pt x="2069395" y="327504"/>
                  </a:lnTo>
                  <a:lnTo>
                    <a:pt x="2069732" y="336662"/>
                  </a:lnTo>
                  <a:lnTo>
                    <a:pt x="2070068" y="349699"/>
                  </a:lnTo>
                  <a:lnTo>
                    <a:pt x="2070405" y="358415"/>
                  </a:lnTo>
                  <a:lnTo>
                    <a:pt x="2070741" y="367006"/>
                  </a:lnTo>
                  <a:lnTo>
                    <a:pt x="2071078" y="374493"/>
                  </a:lnTo>
                  <a:lnTo>
                    <a:pt x="2071414" y="381442"/>
                  </a:lnTo>
                  <a:lnTo>
                    <a:pt x="2071751" y="389120"/>
                  </a:lnTo>
                  <a:lnTo>
                    <a:pt x="2072087" y="396376"/>
                  </a:lnTo>
                  <a:lnTo>
                    <a:pt x="2072424" y="400764"/>
                  </a:lnTo>
                  <a:lnTo>
                    <a:pt x="2072760" y="407523"/>
                  </a:lnTo>
                  <a:lnTo>
                    <a:pt x="2073096" y="414761"/>
                  </a:lnTo>
                  <a:lnTo>
                    <a:pt x="2073433" y="421879"/>
                  </a:lnTo>
                  <a:lnTo>
                    <a:pt x="2073769" y="426498"/>
                  </a:lnTo>
                  <a:lnTo>
                    <a:pt x="2074106" y="430677"/>
                  </a:lnTo>
                  <a:lnTo>
                    <a:pt x="2074442" y="433895"/>
                  </a:lnTo>
                  <a:lnTo>
                    <a:pt x="2074779" y="438987"/>
                  </a:lnTo>
                  <a:lnTo>
                    <a:pt x="2075115" y="444038"/>
                  </a:lnTo>
                  <a:lnTo>
                    <a:pt x="2075452" y="449261"/>
                  </a:lnTo>
                  <a:lnTo>
                    <a:pt x="2075788" y="457847"/>
                  </a:lnTo>
                  <a:lnTo>
                    <a:pt x="2076125" y="464843"/>
                  </a:lnTo>
                  <a:lnTo>
                    <a:pt x="2076461" y="471096"/>
                  </a:lnTo>
                  <a:lnTo>
                    <a:pt x="2076798" y="477156"/>
                  </a:lnTo>
                  <a:lnTo>
                    <a:pt x="2077134" y="483660"/>
                  </a:lnTo>
                  <a:lnTo>
                    <a:pt x="2077470" y="490421"/>
                  </a:lnTo>
                  <a:lnTo>
                    <a:pt x="2077807" y="497322"/>
                  </a:lnTo>
                  <a:lnTo>
                    <a:pt x="2078143" y="505822"/>
                  </a:lnTo>
                  <a:lnTo>
                    <a:pt x="2078480" y="514543"/>
                  </a:lnTo>
                  <a:lnTo>
                    <a:pt x="2078816" y="523082"/>
                  </a:lnTo>
                  <a:lnTo>
                    <a:pt x="2079153" y="531955"/>
                  </a:lnTo>
                  <a:lnTo>
                    <a:pt x="2079489" y="542621"/>
                  </a:lnTo>
                  <a:lnTo>
                    <a:pt x="2079826" y="553469"/>
                  </a:lnTo>
                  <a:lnTo>
                    <a:pt x="2080162" y="564561"/>
                  </a:lnTo>
                  <a:lnTo>
                    <a:pt x="2080499" y="575608"/>
                  </a:lnTo>
                  <a:lnTo>
                    <a:pt x="2080835" y="585877"/>
                  </a:lnTo>
                  <a:lnTo>
                    <a:pt x="2081172" y="598352"/>
                  </a:lnTo>
                  <a:lnTo>
                    <a:pt x="2081508" y="614388"/>
                  </a:lnTo>
                  <a:lnTo>
                    <a:pt x="2081844" y="630430"/>
                  </a:lnTo>
                  <a:lnTo>
                    <a:pt x="2082181" y="651035"/>
                  </a:lnTo>
                  <a:lnTo>
                    <a:pt x="2082517" y="670634"/>
                  </a:lnTo>
                  <a:lnTo>
                    <a:pt x="2082854" y="688063"/>
                  </a:lnTo>
                  <a:lnTo>
                    <a:pt x="2083190" y="703653"/>
                  </a:lnTo>
                  <a:lnTo>
                    <a:pt x="2083527" y="718000"/>
                  </a:lnTo>
                  <a:lnTo>
                    <a:pt x="2083863" y="727651"/>
                  </a:lnTo>
                  <a:lnTo>
                    <a:pt x="2084200" y="736513"/>
                  </a:lnTo>
                  <a:lnTo>
                    <a:pt x="2084536" y="745283"/>
                  </a:lnTo>
                  <a:lnTo>
                    <a:pt x="2084873" y="753723"/>
                  </a:lnTo>
                  <a:lnTo>
                    <a:pt x="2085209" y="761449"/>
                  </a:lnTo>
                  <a:lnTo>
                    <a:pt x="2085546" y="768414"/>
                  </a:lnTo>
                  <a:lnTo>
                    <a:pt x="2085882" y="774817"/>
                  </a:lnTo>
                  <a:lnTo>
                    <a:pt x="2086218" y="781928"/>
                  </a:lnTo>
                  <a:lnTo>
                    <a:pt x="2086555" y="787694"/>
                  </a:lnTo>
                  <a:lnTo>
                    <a:pt x="2086891" y="793315"/>
                  </a:lnTo>
                  <a:lnTo>
                    <a:pt x="2087228" y="800215"/>
                  </a:lnTo>
                  <a:lnTo>
                    <a:pt x="2087564" y="807131"/>
                  </a:lnTo>
                  <a:lnTo>
                    <a:pt x="2087901" y="815101"/>
                  </a:lnTo>
                  <a:lnTo>
                    <a:pt x="2088237" y="821185"/>
                  </a:lnTo>
                  <a:lnTo>
                    <a:pt x="2088574" y="826146"/>
                  </a:lnTo>
                  <a:lnTo>
                    <a:pt x="2088910" y="830300"/>
                  </a:lnTo>
                  <a:lnTo>
                    <a:pt x="2089247" y="833965"/>
                  </a:lnTo>
                  <a:lnTo>
                    <a:pt x="2089583" y="836875"/>
                  </a:lnTo>
                  <a:lnTo>
                    <a:pt x="2089920" y="839836"/>
                  </a:lnTo>
                  <a:lnTo>
                    <a:pt x="2090256" y="842854"/>
                  </a:lnTo>
                  <a:lnTo>
                    <a:pt x="2090592" y="845903"/>
                  </a:lnTo>
                  <a:lnTo>
                    <a:pt x="2090929" y="849133"/>
                  </a:lnTo>
                  <a:lnTo>
                    <a:pt x="2091265" y="852702"/>
                  </a:lnTo>
                  <a:lnTo>
                    <a:pt x="2091602" y="856374"/>
                  </a:lnTo>
                  <a:lnTo>
                    <a:pt x="2091938" y="859718"/>
                  </a:lnTo>
                  <a:lnTo>
                    <a:pt x="2092275" y="863143"/>
                  </a:lnTo>
                  <a:lnTo>
                    <a:pt x="2092611" y="866034"/>
                  </a:lnTo>
                  <a:lnTo>
                    <a:pt x="2092948" y="868778"/>
                  </a:lnTo>
                  <a:lnTo>
                    <a:pt x="2093284" y="871526"/>
                  </a:lnTo>
                  <a:lnTo>
                    <a:pt x="2093621" y="874795"/>
                  </a:lnTo>
                  <a:lnTo>
                    <a:pt x="2093957" y="878725"/>
                  </a:lnTo>
                  <a:lnTo>
                    <a:pt x="2094293" y="883125"/>
                  </a:lnTo>
                  <a:lnTo>
                    <a:pt x="2094630" y="888864"/>
                  </a:lnTo>
                  <a:lnTo>
                    <a:pt x="2094966" y="895221"/>
                  </a:lnTo>
                  <a:lnTo>
                    <a:pt x="2095303" y="901321"/>
                  </a:lnTo>
                  <a:lnTo>
                    <a:pt x="2095639" y="908079"/>
                  </a:lnTo>
                  <a:lnTo>
                    <a:pt x="2095976" y="914175"/>
                  </a:lnTo>
                  <a:lnTo>
                    <a:pt x="2096312" y="919577"/>
                  </a:lnTo>
                  <a:lnTo>
                    <a:pt x="2096649" y="922747"/>
                  </a:lnTo>
                  <a:lnTo>
                    <a:pt x="2096985" y="926327"/>
                  </a:lnTo>
                  <a:lnTo>
                    <a:pt x="2097322" y="928380"/>
                  </a:lnTo>
                  <a:lnTo>
                    <a:pt x="2097658" y="930079"/>
                  </a:lnTo>
                  <a:lnTo>
                    <a:pt x="2097995" y="933003"/>
                  </a:lnTo>
                  <a:lnTo>
                    <a:pt x="2098331" y="936585"/>
                  </a:lnTo>
                  <a:lnTo>
                    <a:pt x="2098667" y="940547"/>
                  </a:lnTo>
                  <a:lnTo>
                    <a:pt x="2099004" y="945570"/>
                  </a:lnTo>
                  <a:lnTo>
                    <a:pt x="2099340" y="949817"/>
                  </a:lnTo>
                  <a:lnTo>
                    <a:pt x="2099677" y="954481"/>
                  </a:lnTo>
                  <a:lnTo>
                    <a:pt x="2100013" y="958628"/>
                  </a:lnTo>
                  <a:lnTo>
                    <a:pt x="2100350" y="964199"/>
                  </a:lnTo>
                  <a:lnTo>
                    <a:pt x="2100686" y="968803"/>
                  </a:lnTo>
                  <a:lnTo>
                    <a:pt x="2101023" y="973526"/>
                  </a:lnTo>
                  <a:lnTo>
                    <a:pt x="2101359" y="978377"/>
                  </a:lnTo>
                  <a:lnTo>
                    <a:pt x="2101696" y="982037"/>
                  </a:lnTo>
                  <a:lnTo>
                    <a:pt x="2102032" y="987981"/>
                  </a:lnTo>
                  <a:lnTo>
                    <a:pt x="2102369" y="994306"/>
                  </a:lnTo>
                  <a:lnTo>
                    <a:pt x="2102705" y="1000551"/>
                  </a:lnTo>
                  <a:lnTo>
                    <a:pt x="2103041" y="1010447"/>
                  </a:lnTo>
                  <a:lnTo>
                    <a:pt x="2103378" y="1020650"/>
                  </a:lnTo>
                  <a:lnTo>
                    <a:pt x="2103714" y="1028420"/>
                  </a:lnTo>
                  <a:lnTo>
                    <a:pt x="2104051" y="1036332"/>
                  </a:lnTo>
                  <a:lnTo>
                    <a:pt x="2104387" y="1045429"/>
                  </a:lnTo>
                  <a:lnTo>
                    <a:pt x="2104724" y="1056532"/>
                  </a:lnTo>
                  <a:lnTo>
                    <a:pt x="2105060" y="1068152"/>
                  </a:lnTo>
                  <a:lnTo>
                    <a:pt x="2105397" y="1081223"/>
                  </a:lnTo>
                  <a:lnTo>
                    <a:pt x="2105733" y="1093679"/>
                  </a:lnTo>
                  <a:lnTo>
                    <a:pt x="2106070" y="1106855"/>
                  </a:lnTo>
                  <a:lnTo>
                    <a:pt x="2106406" y="1119744"/>
                  </a:lnTo>
                  <a:lnTo>
                    <a:pt x="2106743" y="1132942"/>
                  </a:lnTo>
                  <a:lnTo>
                    <a:pt x="2107079" y="1145546"/>
                  </a:lnTo>
                  <a:lnTo>
                    <a:pt x="2107415" y="1158438"/>
                  </a:lnTo>
                  <a:lnTo>
                    <a:pt x="2107752" y="1171502"/>
                  </a:lnTo>
                  <a:lnTo>
                    <a:pt x="2108088" y="1184378"/>
                  </a:lnTo>
                  <a:lnTo>
                    <a:pt x="2108425" y="1196626"/>
                  </a:lnTo>
                  <a:lnTo>
                    <a:pt x="2108761" y="1209269"/>
                  </a:lnTo>
                  <a:lnTo>
                    <a:pt x="2109098" y="1221316"/>
                  </a:lnTo>
                  <a:lnTo>
                    <a:pt x="2109434" y="1232522"/>
                  </a:lnTo>
                  <a:lnTo>
                    <a:pt x="2109771" y="1243565"/>
                  </a:lnTo>
                  <a:lnTo>
                    <a:pt x="2110107" y="1253749"/>
                  </a:lnTo>
                  <a:lnTo>
                    <a:pt x="2110444" y="1261929"/>
                  </a:lnTo>
                  <a:lnTo>
                    <a:pt x="2110780" y="1270900"/>
                  </a:lnTo>
                  <a:lnTo>
                    <a:pt x="2111117" y="1277135"/>
                  </a:lnTo>
                  <a:lnTo>
                    <a:pt x="2111453" y="1283063"/>
                  </a:lnTo>
                  <a:lnTo>
                    <a:pt x="2111789" y="1287438"/>
                  </a:lnTo>
                  <a:lnTo>
                    <a:pt x="2112126" y="1290958"/>
                  </a:lnTo>
                  <a:lnTo>
                    <a:pt x="2112462" y="1293473"/>
                  </a:lnTo>
                  <a:lnTo>
                    <a:pt x="2112799" y="1295197"/>
                  </a:lnTo>
                  <a:lnTo>
                    <a:pt x="2113135" y="1296145"/>
                  </a:lnTo>
                  <a:lnTo>
                    <a:pt x="2113472" y="1296655"/>
                  </a:lnTo>
                  <a:lnTo>
                    <a:pt x="2113808" y="1297230"/>
                  </a:lnTo>
                  <a:lnTo>
                    <a:pt x="2114145" y="1298516"/>
                  </a:lnTo>
                  <a:lnTo>
                    <a:pt x="2114481" y="1298854"/>
                  </a:lnTo>
                  <a:lnTo>
                    <a:pt x="2114818" y="1297374"/>
                  </a:lnTo>
                  <a:lnTo>
                    <a:pt x="2115154" y="1294004"/>
                  </a:lnTo>
                  <a:lnTo>
                    <a:pt x="2115491" y="1289787"/>
                  </a:lnTo>
                  <a:lnTo>
                    <a:pt x="2115827" y="1286267"/>
                  </a:lnTo>
                  <a:lnTo>
                    <a:pt x="2116163" y="1283336"/>
                  </a:lnTo>
                  <a:lnTo>
                    <a:pt x="2116500" y="1281072"/>
                  </a:lnTo>
                  <a:lnTo>
                    <a:pt x="2116836" y="1279952"/>
                  </a:lnTo>
                  <a:lnTo>
                    <a:pt x="2117173" y="1279959"/>
                  </a:lnTo>
                  <a:lnTo>
                    <a:pt x="2117509" y="1281274"/>
                  </a:lnTo>
                  <a:lnTo>
                    <a:pt x="2117846" y="1285654"/>
                  </a:lnTo>
                  <a:lnTo>
                    <a:pt x="2118182" y="1291802"/>
                  </a:lnTo>
                  <a:lnTo>
                    <a:pt x="2118519" y="1300415"/>
                  </a:lnTo>
                  <a:lnTo>
                    <a:pt x="2118855" y="1310001"/>
                  </a:lnTo>
                  <a:lnTo>
                    <a:pt x="2119192" y="1320429"/>
                  </a:lnTo>
                  <a:lnTo>
                    <a:pt x="2119528" y="1332649"/>
                  </a:lnTo>
                  <a:lnTo>
                    <a:pt x="2119865" y="1344946"/>
                  </a:lnTo>
                  <a:lnTo>
                    <a:pt x="2120201" y="1357481"/>
                  </a:lnTo>
                  <a:lnTo>
                    <a:pt x="2120537" y="1370399"/>
                  </a:lnTo>
                  <a:lnTo>
                    <a:pt x="2120874" y="1382657"/>
                  </a:lnTo>
                  <a:lnTo>
                    <a:pt x="2121210" y="1394841"/>
                  </a:lnTo>
                  <a:lnTo>
                    <a:pt x="2121547" y="1407016"/>
                  </a:lnTo>
                  <a:lnTo>
                    <a:pt x="2121883" y="1419371"/>
                  </a:lnTo>
                  <a:lnTo>
                    <a:pt x="2122220" y="1432351"/>
                  </a:lnTo>
                  <a:lnTo>
                    <a:pt x="2122556" y="1445195"/>
                  </a:lnTo>
                  <a:lnTo>
                    <a:pt x="2122893" y="1457465"/>
                  </a:lnTo>
                  <a:lnTo>
                    <a:pt x="2123229" y="1467821"/>
                  </a:lnTo>
                  <a:lnTo>
                    <a:pt x="2123566" y="1476805"/>
                  </a:lnTo>
                  <a:lnTo>
                    <a:pt x="2123902" y="1485070"/>
                  </a:lnTo>
                  <a:lnTo>
                    <a:pt x="2124239" y="1491898"/>
                  </a:lnTo>
                  <a:lnTo>
                    <a:pt x="2124575" y="1498400"/>
                  </a:lnTo>
                  <a:lnTo>
                    <a:pt x="2124911" y="1504102"/>
                  </a:lnTo>
                  <a:lnTo>
                    <a:pt x="2125248" y="1508286"/>
                  </a:lnTo>
                  <a:lnTo>
                    <a:pt x="2125584" y="1511576"/>
                  </a:lnTo>
                  <a:lnTo>
                    <a:pt x="2125921" y="1512395"/>
                  </a:lnTo>
                  <a:lnTo>
                    <a:pt x="2126257" y="1513717"/>
                  </a:lnTo>
                  <a:lnTo>
                    <a:pt x="2126594" y="1515455"/>
                  </a:lnTo>
                  <a:lnTo>
                    <a:pt x="2126930" y="1516512"/>
                  </a:lnTo>
                  <a:lnTo>
                    <a:pt x="2127267" y="1517859"/>
                  </a:lnTo>
                  <a:lnTo>
                    <a:pt x="2127603" y="1517889"/>
                  </a:lnTo>
                  <a:lnTo>
                    <a:pt x="2127940" y="1518421"/>
                  </a:lnTo>
                  <a:lnTo>
                    <a:pt x="2128276" y="1520274"/>
                  </a:lnTo>
                  <a:lnTo>
                    <a:pt x="2128612" y="1522958"/>
                  </a:lnTo>
                  <a:lnTo>
                    <a:pt x="2128949" y="1525995"/>
                  </a:lnTo>
                  <a:lnTo>
                    <a:pt x="2129285" y="1529523"/>
                  </a:lnTo>
                  <a:lnTo>
                    <a:pt x="2129622" y="1533076"/>
                  </a:lnTo>
                  <a:lnTo>
                    <a:pt x="2129958" y="1533588"/>
                  </a:lnTo>
                  <a:lnTo>
                    <a:pt x="2130295" y="1534428"/>
                  </a:lnTo>
                  <a:lnTo>
                    <a:pt x="2130631" y="1536307"/>
                  </a:lnTo>
                  <a:lnTo>
                    <a:pt x="2130968" y="1539028"/>
                  </a:lnTo>
                  <a:lnTo>
                    <a:pt x="2131304" y="1542090"/>
                  </a:lnTo>
                  <a:lnTo>
                    <a:pt x="2131641" y="1545884"/>
                  </a:lnTo>
                  <a:lnTo>
                    <a:pt x="2131977" y="1550856"/>
                  </a:lnTo>
                  <a:lnTo>
                    <a:pt x="2132314" y="1556210"/>
                  </a:lnTo>
                  <a:lnTo>
                    <a:pt x="2132650" y="1561963"/>
                  </a:lnTo>
                  <a:lnTo>
                    <a:pt x="2132986" y="1567835"/>
                  </a:lnTo>
                  <a:lnTo>
                    <a:pt x="2133323" y="1571074"/>
                  </a:lnTo>
                  <a:lnTo>
                    <a:pt x="2133659" y="1572808"/>
                  </a:lnTo>
                  <a:lnTo>
                    <a:pt x="2133996" y="1573414"/>
                  </a:lnTo>
                  <a:lnTo>
                    <a:pt x="2134332" y="1573359"/>
                  </a:lnTo>
                  <a:lnTo>
                    <a:pt x="2134669" y="1573444"/>
                  </a:lnTo>
                  <a:lnTo>
                    <a:pt x="2135005" y="1573603"/>
                  </a:lnTo>
                  <a:lnTo>
                    <a:pt x="2135342" y="1573918"/>
                  </a:lnTo>
                  <a:lnTo>
                    <a:pt x="2135678" y="1572990"/>
                  </a:lnTo>
                  <a:lnTo>
                    <a:pt x="2136015" y="1570921"/>
                  </a:lnTo>
                  <a:lnTo>
                    <a:pt x="2136351" y="1567959"/>
                  </a:lnTo>
                  <a:lnTo>
                    <a:pt x="2136688" y="1564428"/>
                  </a:lnTo>
                  <a:lnTo>
                    <a:pt x="2137024" y="1562396"/>
                  </a:lnTo>
                  <a:lnTo>
                    <a:pt x="2137360" y="1560799"/>
                  </a:lnTo>
                  <a:lnTo>
                    <a:pt x="2137697" y="1560729"/>
                  </a:lnTo>
                  <a:lnTo>
                    <a:pt x="2138033" y="1560636"/>
                  </a:lnTo>
                  <a:lnTo>
                    <a:pt x="2138370" y="1561760"/>
                  </a:lnTo>
                  <a:lnTo>
                    <a:pt x="2138706" y="1563695"/>
                  </a:lnTo>
                  <a:lnTo>
                    <a:pt x="2139043" y="1568481"/>
                  </a:lnTo>
                  <a:lnTo>
                    <a:pt x="2139379" y="1574576"/>
                  </a:lnTo>
                  <a:lnTo>
                    <a:pt x="2139716" y="1579806"/>
                  </a:lnTo>
                  <a:lnTo>
                    <a:pt x="2140052" y="1582559"/>
                  </a:lnTo>
                  <a:lnTo>
                    <a:pt x="2140389" y="1585439"/>
                  </a:lnTo>
                  <a:lnTo>
                    <a:pt x="2140725" y="1588001"/>
                  </a:lnTo>
                  <a:lnTo>
                    <a:pt x="2141062" y="1590981"/>
                  </a:lnTo>
                  <a:lnTo>
                    <a:pt x="2141398" y="1594280"/>
                  </a:lnTo>
                  <a:lnTo>
                    <a:pt x="2141734" y="1598716"/>
                  </a:lnTo>
                  <a:lnTo>
                    <a:pt x="2142071" y="1601144"/>
                  </a:lnTo>
                  <a:lnTo>
                    <a:pt x="2142407" y="1603023"/>
                  </a:lnTo>
                  <a:lnTo>
                    <a:pt x="2142744" y="1604686"/>
                  </a:lnTo>
                  <a:lnTo>
                    <a:pt x="2143080" y="1605634"/>
                  </a:lnTo>
                  <a:lnTo>
                    <a:pt x="2143417" y="1606012"/>
                  </a:lnTo>
                  <a:lnTo>
                    <a:pt x="2143753" y="1605911"/>
                  </a:lnTo>
                  <a:lnTo>
                    <a:pt x="2144090" y="1605320"/>
                  </a:lnTo>
                  <a:lnTo>
                    <a:pt x="2144426" y="1603913"/>
                  </a:lnTo>
                  <a:lnTo>
                    <a:pt x="2144763" y="1602361"/>
                  </a:lnTo>
                  <a:lnTo>
                    <a:pt x="2145099" y="1600669"/>
                  </a:lnTo>
                  <a:lnTo>
                    <a:pt x="2145436" y="1598732"/>
                  </a:lnTo>
                  <a:lnTo>
                    <a:pt x="2145772" y="1597753"/>
                  </a:lnTo>
                  <a:lnTo>
                    <a:pt x="2146108" y="1597051"/>
                  </a:lnTo>
                  <a:lnTo>
                    <a:pt x="2146445" y="1595740"/>
                  </a:lnTo>
                  <a:lnTo>
                    <a:pt x="2146781" y="1594078"/>
                  </a:lnTo>
                  <a:lnTo>
                    <a:pt x="2147118" y="1592659"/>
                  </a:lnTo>
                  <a:lnTo>
                    <a:pt x="2147454" y="1590910"/>
                  </a:lnTo>
                  <a:lnTo>
                    <a:pt x="2147791" y="1588777"/>
                  </a:lnTo>
                  <a:lnTo>
                    <a:pt x="2148127" y="1586602"/>
                  </a:lnTo>
                  <a:lnTo>
                    <a:pt x="2148464" y="1583871"/>
                  </a:lnTo>
                  <a:lnTo>
                    <a:pt x="2148800" y="1581488"/>
                  </a:lnTo>
                  <a:lnTo>
                    <a:pt x="2149137" y="1579203"/>
                  </a:lnTo>
                  <a:lnTo>
                    <a:pt x="2149473" y="1577076"/>
                  </a:lnTo>
                  <a:lnTo>
                    <a:pt x="2149810" y="1574414"/>
                  </a:lnTo>
                  <a:lnTo>
                    <a:pt x="2150146" y="1571644"/>
                  </a:lnTo>
                  <a:lnTo>
                    <a:pt x="2150482" y="1568901"/>
                  </a:lnTo>
                  <a:lnTo>
                    <a:pt x="2150819" y="1566820"/>
                  </a:lnTo>
                  <a:lnTo>
                    <a:pt x="2151155" y="1564943"/>
                  </a:lnTo>
                  <a:lnTo>
                    <a:pt x="2151492" y="1563745"/>
                  </a:lnTo>
                  <a:lnTo>
                    <a:pt x="2151828" y="1562553"/>
                  </a:lnTo>
                  <a:lnTo>
                    <a:pt x="2152165" y="1560706"/>
                  </a:lnTo>
                  <a:lnTo>
                    <a:pt x="2152501" y="1558722"/>
                  </a:lnTo>
                  <a:lnTo>
                    <a:pt x="2152838" y="1557640"/>
                  </a:lnTo>
                  <a:lnTo>
                    <a:pt x="2153174" y="1556798"/>
                  </a:lnTo>
                  <a:lnTo>
                    <a:pt x="2153511" y="1554988"/>
                  </a:lnTo>
                  <a:lnTo>
                    <a:pt x="2153847" y="1552470"/>
                  </a:lnTo>
                  <a:lnTo>
                    <a:pt x="2154184" y="1550292"/>
                  </a:lnTo>
                  <a:lnTo>
                    <a:pt x="2154520" y="1547489"/>
                  </a:lnTo>
                  <a:lnTo>
                    <a:pt x="2154856" y="1544995"/>
                  </a:lnTo>
                  <a:lnTo>
                    <a:pt x="2155193" y="1542911"/>
                  </a:lnTo>
                  <a:lnTo>
                    <a:pt x="2155529" y="1541056"/>
                  </a:lnTo>
                  <a:lnTo>
                    <a:pt x="2155866" y="1537804"/>
                  </a:lnTo>
                  <a:lnTo>
                    <a:pt x="2156202" y="1533513"/>
                  </a:lnTo>
                  <a:lnTo>
                    <a:pt x="2156539" y="1528075"/>
                  </a:lnTo>
                  <a:lnTo>
                    <a:pt x="2156875" y="1523890"/>
                  </a:lnTo>
                  <a:lnTo>
                    <a:pt x="2157212" y="1519690"/>
                  </a:lnTo>
                  <a:lnTo>
                    <a:pt x="2157548" y="1516314"/>
                  </a:lnTo>
                  <a:lnTo>
                    <a:pt x="2157885" y="1513525"/>
                  </a:lnTo>
                  <a:lnTo>
                    <a:pt x="2158221" y="1510794"/>
                  </a:lnTo>
                  <a:lnTo>
                    <a:pt x="2158558" y="1507582"/>
                  </a:lnTo>
                  <a:lnTo>
                    <a:pt x="2158894" y="1504345"/>
                  </a:lnTo>
                  <a:lnTo>
                    <a:pt x="2159230" y="1501248"/>
                  </a:lnTo>
                  <a:lnTo>
                    <a:pt x="2159567" y="1497891"/>
                  </a:lnTo>
                  <a:lnTo>
                    <a:pt x="2159903" y="1494708"/>
                  </a:lnTo>
                  <a:lnTo>
                    <a:pt x="2160240" y="1492185"/>
                  </a:lnTo>
                  <a:lnTo>
                    <a:pt x="2160576" y="1490092"/>
                  </a:lnTo>
                  <a:lnTo>
                    <a:pt x="2160913" y="1488295"/>
                  </a:lnTo>
                  <a:lnTo>
                    <a:pt x="2161249" y="1486294"/>
                  </a:lnTo>
                  <a:lnTo>
                    <a:pt x="2161586" y="1484904"/>
                  </a:lnTo>
                  <a:lnTo>
                    <a:pt x="2161922" y="1482844"/>
                  </a:lnTo>
                  <a:lnTo>
                    <a:pt x="2162259" y="1480624"/>
                  </a:lnTo>
                  <a:lnTo>
                    <a:pt x="2162595" y="1479010"/>
                  </a:lnTo>
                  <a:lnTo>
                    <a:pt x="2162931" y="1475668"/>
                  </a:lnTo>
                  <a:lnTo>
                    <a:pt x="2163268" y="1470768"/>
                  </a:lnTo>
                  <a:lnTo>
                    <a:pt x="2163604" y="1466752"/>
                  </a:lnTo>
                  <a:lnTo>
                    <a:pt x="2163941" y="1465887"/>
                  </a:lnTo>
                  <a:lnTo>
                    <a:pt x="2164277" y="1465748"/>
                  </a:lnTo>
                  <a:lnTo>
                    <a:pt x="2164614" y="1466615"/>
                  </a:lnTo>
                  <a:lnTo>
                    <a:pt x="2164950" y="1467858"/>
                  </a:lnTo>
                  <a:lnTo>
                    <a:pt x="2165287" y="1467655"/>
                  </a:lnTo>
                  <a:lnTo>
                    <a:pt x="2165623" y="1467284"/>
                  </a:lnTo>
                  <a:lnTo>
                    <a:pt x="2165960" y="1467709"/>
                  </a:lnTo>
                  <a:lnTo>
                    <a:pt x="2166296" y="1467873"/>
                  </a:lnTo>
                  <a:lnTo>
                    <a:pt x="2166633" y="1466149"/>
                  </a:lnTo>
                  <a:lnTo>
                    <a:pt x="2166969" y="1465063"/>
                  </a:lnTo>
                  <a:lnTo>
                    <a:pt x="2167305" y="1464874"/>
                  </a:lnTo>
                  <a:lnTo>
                    <a:pt x="2167642" y="1465765"/>
                  </a:lnTo>
                  <a:lnTo>
                    <a:pt x="2167978" y="1468035"/>
                  </a:lnTo>
                  <a:lnTo>
                    <a:pt x="2168315" y="1470904"/>
                  </a:lnTo>
                  <a:lnTo>
                    <a:pt x="2168651" y="1473686"/>
                  </a:lnTo>
                  <a:lnTo>
                    <a:pt x="2168988" y="1477385"/>
                  </a:lnTo>
                  <a:lnTo>
                    <a:pt x="2169324" y="1480933"/>
                  </a:lnTo>
                  <a:lnTo>
                    <a:pt x="2169661" y="1484146"/>
                  </a:lnTo>
                  <a:lnTo>
                    <a:pt x="2169997" y="1486974"/>
                  </a:lnTo>
                  <a:lnTo>
                    <a:pt x="2170334" y="1490369"/>
                  </a:lnTo>
                  <a:lnTo>
                    <a:pt x="2170670" y="1493435"/>
                  </a:lnTo>
                  <a:lnTo>
                    <a:pt x="2171007" y="1498137"/>
                  </a:lnTo>
                  <a:lnTo>
                    <a:pt x="2171343" y="1502719"/>
                  </a:lnTo>
                  <a:lnTo>
                    <a:pt x="2171679" y="1507545"/>
                  </a:lnTo>
                  <a:lnTo>
                    <a:pt x="2172016" y="1512067"/>
                  </a:lnTo>
                  <a:lnTo>
                    <a:pt x="2172352" y="1517079"/>
                  </a:lnTo>
                  <a:lnTo>
                    <a:pt x="2172689" y="1520963"/>
                  </a:lnTo>
                  <a:lnTo>
                    <a:pt x="2173025" y="1525571"/>
                  </a:lnTo>
                  <a:lnTo>
                    <a:pt x="2173362" y="1529219"/>
                  </a:lnTo>
                  <a:lnTo>
                    <a:pt x="2173698" y="1533221"/>
                  </a:lnTo>
                  <a:lnTo>
                    <a:pt x="2174035" y="1536691"/>
                  </a:lnTo>
                  <a:lnTo>
                    <a:pt x="2174371" y="1540797"/>
                  </a:lnTo>
                  <a:lnTo>
                    <a:pt x="2174708" y="1545025"/>
                  </a:lnTo>
                  <a:lnTo>
                    <a:pt x="2175044" y="1549649"/>
                  </a:lnTo>
                  <a:lnTo>
                    <a:pt x="2175381" y="1554102"/>
                  </a:lnTo>
                  <a:lnTo>
                    <a:pt x="2175717" y="1558866"/>
                  </a:lnTo>
                  <a:lnTo>
                    <a:pt x="2176053" y="1563538"/>
                  </a:lnTo>
                  <a:lnTo>
                    <a:pt x="2176390" y="1568115"/>
                  </a:lnTo>
                  <a:lnTo>
                    <a:pt x="2176726" y="1572291"/>
                  </a:lnTo>
                  <a:lnTo>
                    <a:pt x="2177063" y="1575588"/>
                  </a:lnTo>
                  <a:lnTo>
                    <a:pt x="2177399" y="1579428"/>
                  </a:lnTo>
                  <a:lnTo>
                    <a:pt x="2177736" y="1584739"/>
                  </a:lnTo>
                  <a:lnTo>
                    <a:pt x="2178072" y="1588974"/>
                  </a:lnTo>
                  <a:lnTo>
                    <a:pt x="2178409" y="1596108"/>
                  </a:lnTo>
                  <a:lnTo>
                    <a:pt x="2178745" y="1602803"/>
                  </a:lnTo>
                  <a:lnTo>
                    <a:pt x="2179082" y="1610290"/>
                  </a:lnTo>
                  <a:lnTo>
                    <a:pt x="2179418" y="1617991"/>
                  </a:lnTo>
                  <a:lnTo>
                    <a:pt x="2179755" y="1626339"/>
                  </a:lnTo>
                  <a:lnTo>
                    <a:pt x="2180091" y="1634795"/>
                  </a:lnTo>
                  <a:lnTo>
                    <a:pt x="2180427" y="1644156"/>
                  </a:lnTo>
                  <a:lnTo>
                    <a:pt x="2180764" y="1653256"/>
                  </a:lnTo>
                  <a:lnTo>
                    <a:pt x="2181100" y="1661479"/>
                  </a:lnTo>
                  <a:lnTo>
                    <a:pt x="2181437" y="1668978"/>
                  </a:lnTo>
                  <a:lnTo>
                    <a:pt x="2181773" y="1676942"/>
                  </a:lnTo>
                  <a:lnTo>
                    <a:pt x="2182110" y="1686299"/>
                  </a:lnTo>
                  <a:lnTo>
                    <a:pt x="2182446" y="1697098"/>
                  </a:lnTo>
                  <a:lnTo>
                    <a:pt x="2182783" y="1708234"/>
                  </a:lnTo>
                  <a:lnTo>
                    <a:pt x="2183119" y="1719220"/>
                  </a:lnTo>
                  <a:lnTo>
                    <a:pt x="2183456" y="1729601"/>
                  </a:lnTo>
                  <a:lnTo>
                    <a:pt x="2183792" y="1739348"/>
                  </a:lnTo>
                  <a:lnTo>
                    <a:pt x="2184129" y="1748298"/>
                  </a:lnTo>
                  <a:lnTo>
                    <a:pt x="2184465" y="1756450"/>
                  </a:lnTo>
                  <a:lnTo>
                    <a:pt x="2184801" y="1763886"/>
                  </a:lnTo>
                  <a:lnTo>
                    <a:pt x="2185138" y="1769252"/>
                  </a:lnTo>
                  <a:lnTo>
                    <a:pt x="2185474" y="1774456"/>
                  </a:lnTo>
                  <a:lnTo>
                    <a:pt x="2185811" y="1778738"/>
                  </a:lnTo>
                  <a:lnTo>
                    <a:pt x="2186147" y="1783349"/>
                  </a:lnTo>
                  <a:lnTo>
                    <a:pt x="2186484" y="1787858"/>
                  </a:lnTo>
                  <a:lnTo>
                    <a:pt x="2186820" y="1791529"/>
                  </a:lnTo>
                  <a:lnTo>
                    <a:pt x="2187157" y="1795188"/>
                  </a:lnTo>
                  <a:lnTo>
                    <a:pt x="2187493" y="1798113"/>
                  </a:lnTo>
                  <a:lnTo>
                    <a:pt x="2187830" y="1800829"/>
                  </a:lnTo>
                  <a:lnTo>
                    <a:pt x="2188166" y="1804081"/>
                  </a:lnTo>
                  <a:lnTo>
                    <a:pt x="2188503" y="1807631"/>
                  </a:lnTo>
                  <a:lnTo>
                    <a:pt x="2188839" y="1811557"/>
                  </a:lnTo>
                  <a:lnTo>
                    <a:pt x="2189175" y="1815252"/>
                  </a:lnTo>
                  <a:lnTo>
                    <a:pt x="2189512" y="1818515"/>
                  </a:lnTo>
                  <a:lnTo>
                    <a:pt x="2189848" y="1821462"/>
                  </a:lnTo>
                  <a:lnTo>
                    <a:pt x="2190185" y="1824689"/>
                  </a:lnTo>
                  <a:lnTo>
                    <a:pt x="2190521" y="1828414"/>
                  </a:lnTo>
                  <a:lnTo>
                    <a:pt x="2190858" y="1832613"/>
                  </a:lnTo>
                  <a:lnTo>
                    <a:pt x="2191194" y="1836475"/>
                  </a:lnTo>
                  <a:lnTo>
                    <a:pt x="2191531" y="1839605"/>
                  </a:lnTo>
                  <a:lnTo>
                    <a:pt x="2191867" y="1841983"/>
                  </a:lnTo>
                  <a:lnTo>
                    <a:pt x="2192204" y="1844701"/>
                  </a:lnTo>
                  <a:lnTo>
                    <a:pt x="2192540" y="1849138"/>
                  </a:lnTo>
                  <a:lnTo>
                    <a:pt x="2192877" y="1853413"/>
                  </a:lnTo>
                  <a:lnTo>
                    <a:pt x="2193213" y="1859903"/>
                  </a:lnTo>
                  <a:lnTo>
                    <a:pt x="2193549" y="1864673"/>
                  </a:lnTo>
                  <a:lnTo>
                    <a:pt x="2193886" y="1867835"/>
                  </a:lnTo>
                  <a:lnTo>
                    <a:pt x="2194222" y="1870264"/>
                  </a:lnTo>
                  <a:lnTo>
                    <a:pt x="2194559" y="1870390"/>
                  </a:lnTo>
                  <a:lnTo>
                    <a:pt x="2194895" y="1869995"/>
                  </a:lnTo>
                  <a:lnTo>
                    <a:pt x="2195232" y="1868589"/>
                  </a:lnTo>
                  <a:lnTo>
                    <a:pt x="2195568" y="1868417"/>
                  </a:lnTo>
                  <a:lnTo>
                    <a:pt x="2195905" y="1867875"/>
                  </a:lnTo>
                  <a:lnTo>
                    <a:pt x="2196241" y="1866734"/>
                  </a:lnTo>
                  <a:lnTo>
                    <a:pt x="2196578" y="1864900"/>
                  </a:lnTo>
                  <a:lnTo>
                    <a:pt x="2196914" y="1864074"/>
                  </a:lnTo>
                  <a:lnTo>
                    <a:pt x="2197250" y="1863374"/>
                  </a:lnTo>
                  <a:lnTo>
                    <a:pt x="2197587" y="1861554"/>
                  </a:lnTo>
                  <a:lnTo>
                    <a:pt x="2197923" y="1858559"/>
                  </a:lnTo>
                  <a:lnTo>
                    <a:pt x="2198260" y="1855215"/>
                  </a:lnTo>
                  <a:lnTo>
                    <a:pt x="2198596" y="1852094"/>
                  </a:lnTo>
                  <a:lnTo>
                    <a:pt x="2198933" y="1849205"/>
                  </a:lnTo>
                  <a:lnTo>
                    <a:pt x="2199269" y="1845110"/>
                  </a:lnTo>
                  <a:lnTo>
                    <a:pt x="2199606" y="1841389"/>
                  </a:lnTo>
                  <a:lnTo>
                    <a:pt x="2199942" y="1837977"/>
                  </a:lnTo>
                  <a:lnTo>
                    <a:pt x="2200279" y="1833982"/>
                  </a:lnTo>
                  <a:lnTo>
                    <a:pt x="2200615" y="1830145"/>
                  </a:lnTo>
                  <a:lnTo>
                    <a:pt x="2200952" y="1826436"/>
                  </a:lnTo>
                  <a:lnTo>
                    <a:pt x="2201288" y="1821895"/>
                  </a:lnTo>
                  <a:lnTo>
                    <a:pt x="2201624" y="1818702"/>
                  </a:lnTo>
                  <a:lnTo>
                    <a:pt x="2201961" y="1815808"/>
                  </a:lnTo>
                  <a:lnTo>
                    <a:pt x="2202297" y="1813567"/>
                  </a:lnTo>
                  <a:lnTo>
                    <a:pt x="2202634" y="1811968"/>
                  </a:lnTo>
                  <a:lnTo>
                    <a:pt x="2202970" y="1809343"/>
                  </a:lnTo>
                  <a:lnTo>
                    <a:pt x="2203307" y="1808227"/>
                  </a:lnTo>
                  <a:lnTo>
                    <a:pt x="2203643" y="1807574"/>
                  </a:lnTo>
                  <a:lnTo>
                    <a:pt x="2203980" y="1806506"/>
                  </a:lnTo>
                  <a:lnTo>
                    <a:pt x="2204316" y="1803451"/>
                  </a:lnTo>
                  <a:lnTo>
                    <a:pt x="2204653" y="1799805"/>
                  </a:lnTo>
                  <a:lnTo>
                    <a:pt x="2204989" y="1794634"/>
                  </a:lnTo>
                  <a:lnTo>
                    <a:pt x="2205326" y="1792705"/>
                  </a:lnTo>
                  <a:lnTo>
                    <a:pt x="2205662" y="1790499"/>
                  </a:lnTo>
                  <a:lnTo>
                    <a:pt x="2205998" y="1788853"/>
                  </a:lnTo>
                  <a:lnTo>
                    <a:pt x="2206335" y="1786489"/>
                  </a:lnTo>
                  <a:lnTo>
                    <a:pt x="2206671" y="1782867"/>
                  </a:lnTo>
                  <a:lnTo>
                    <a:pt x="2207008" y="1779175"/>
                  </a:lnTo>
                  <a:lnTo>
                    <a:pt x="2207344" y="1775248"/>
                  </a:lnTo>
                  <a:lnTo>
                    <a:pt x="2207681" y="1771388"/>
                  </a:lnTo>
                  <a:lnTo>
                    <a:pt x="2208017" y="1768197"/>
                  </a:lnTo>
                  <a:lnTo>
                    <a:pt x="2208354" y="1764584"/>
                  </a:lnTo>
                  <a:lnTo>
                    <a:pt x="2208690" y="1761259"/>
                  </a:lnTo>
                  <a:lnTo>
                    <a:pt x="2209027" y="1758433"/>
                  </a:lnTo>
                  <a:lnTo>
                    <a:pt x="2209363" y="1756733"/>
                  </a:lnTo>
                  <a:lnTo>
                    <a:pt x="2209700" y="1755862"/>
                  </a:lnTo>
                  <a:lnTo>
                    <a:pt x="2210036" y="1755645"/>
                  </a:lnTo>
                  <a:lnTo>
                    <a:pt x="2210372" y="1756045"/>
                  </a:lnTo>
                  <a:lnTo>
                    <a:pt x="2210709" y="1756918"/>
                  </a:lnTo>
                  <a:lnTo>
                    <a:pt x="2211045" y="1756657"/>
                  </a:lnTo>
                  <a:lnTo>
                    <a:pt x="2211382" y="1756699"/>
                  </a:lnTo>
                  <a:lnTo>
                    <a:pt x="2211718" y="1757367"/>
                  </a:lnTo>
                  <a:lnTo>
                    <a:pt x="2212055" y="1757805"/>
                  </a:lnTo>
                  <a:lnTo>
                    <a:pt x="2212391" y="1758508"/>
                  </a:lnTo>
                  <a:lnTo>
                    <a:pt x="2212728" y="1759347"/>
                  </a:lnTo>
                  <a:lnTo>
                    <a:pt x="2213064" y="1759323"/>
                  </a:lnTo>
                  <a:lnTo>
                    <a:pt x="2213401" y="1759366"/>
                  </a:lnTo>
                  <a:lnTo>
                    <a:pt x="2213737" y="1760059"/>
                  </a:lnTo>
                  <a:lnTo>
                    <a:pt x="2214074" y="1760632"/>
                  </a:lnTo>
                  <a:lnTo>
                    <a:pt x="2214410" y="1760697"/>
                  </a:lnTo>
                  <a:lnTo>
                    <a:pt x="2214746" y="1760745"/>
                  </a:lnTo>
                  <a:lnTo>
                    <a:pt x="2215083" y="1760830"/>
                  </a:lnTo>
                  <a:lnTo>
                    <a:pt x="2215419" y="1760563"/>
                  </a:lnTo>
                  <a:lnTo>
                    <a:pt x="2215756" y="1760420"/>
                  </a:lnTo>
                  <a:lnTo>
                    <a:pt x="2216092" y="1759455"/>
                  </a:lnTo>
                  <a:lnTo>
                    <a:pt x="2216429" y="1758019"/>
                  </a:lnTo>
                  <a:lnTo>
                    <a:pt x="2216765" y="1756518"/>
                  </a:lnTo>
                  <a:lnTo>
                    <a:pt x="2217102" y="1756047"/>
                  </a:lnTo>
                  <a:lnTo>
                    <a:pt x="2217438" y="1755728"/>
                  </a:lnTo>
                  <a:lnTo>
                    <a:pt x="2217775" y="1755245"/>
                  </a:lnTo>
                  <a:lnTo>
                    <a:pt x="2218111" y="1754280"/>
                  </a:lnTo>
                  <a:lnTo>
                    <a:pt x="2218448" y="1753471"/>
                  </a:lnTo>
                  <a:lnTo>
                    <a:pt x="2218784" y="1752477"/>
                  </a:lnTo>
                  <a:lnTo>
                    <a:pt x="2219120" y="1751485"/>
                  </a:lnTo>
                  <a:lnTo>
                    <a:pt x="2219457" y="1750681"/>
                  </a:lnTo>
                  <a:lnTo>
                    <a:pt x="2219793" y="1750208"/>
                  </a:lnTo>
                  <a:lnTo>
                    <a:pt x="2220130" y="1749659"/>
                  </a:lnTo>
                  <a:lnTo>
                    <a:pt x="2220466" y="1749366"/>
                  </a:lnTo>
                  <a:lnTo>
                    <a:pt x="2220803" y="1748968"/>
                  </a:lnTo>
                  <a:lnTo>
                    <a:pt x="2221139" y="1748458"/>
                  </a:lnTo>
                  <a:lnTo>
                    <a:pt x="2221476" y="1748276"/>
                  </a:lnTo>
                  <a:lnTo>
                    <a:pt x="2221812" y="1748813"/>
                  </a:lnTo>
                  <a:lnTo>
                    <a:pt x="2222149" y="1747994"/>
                  </a:lnTo>
                  <a:lnTo>
                    <a:pt x="2222485" y="1746151"/>
                  </a:lnTo>
                  <a:lnTo>
                    <a:pt x="2222822" y="1744342"/>
                  </a:lnTo>
                  <a:lnTo>
                    <a:pt x="2223158" y="1743527"/>
                  </a:lnTo>
                  <a:lnTo>
                    <a:pt x="2223494" y="1742856"/>
                  </a:lnTo>
                  <a:lnTo>
                    <a:pt x="2223831" y="1743211"/>
                  </a:lnTo>
                  <a:lnTo>
                    <a:pt x="2224167" y="1742134"/>
                  </a:lnTo>
                  <a:lnTo>
                    <a:pt x="2224504" y="1740991"/>
                  </a:lnTo>
                  <a:lnTo>
                    <a:pt x="2224840" y="1738781"/>
                  </a:lnTo>
                  <a:lnTo>
                    <a:pt x="2225177" y="1735254"/>
                  </a:lnTo>
                  <a:lnTo>
                    <a:pt x="2225513" y="1731466"/>
                  </a:lnTo>
                  <a:lnTo>
                    <a:pt x="2225850" y="1728135"/>
                  </a:lnTo>
                  <a:lnTo>
                    <a:pt x="2226186" y="1725018"/>
                  </a:lnTo>
                  <a:lnTo>
                    <a:pt x="2226523" y="1722046"/>
                  </a:lnTo>
                  <a:lnTo>
                    <a:pt x="2226859" y="1719272"/>
                  </a:lnTo>
                  <a:lnTo>
                    <a:pt x="2227195" y="1717438"/>
                  </a:lnTo>
                  <a:lnTo>
                    <a:pt x="2227532" y="1716059"/>
                  </a:lnTo>
                  <a:lnTo>
                    <a:pt x="2227868" y="1714749"/>
                  </a:lnTo>
                  <a:lnTo>
                    <a:pt x="2228205" y="1713978"/>
                  </a:lnTo>
                  <a:lnTo>
                    <a:pt x="2228541" y="1714184"/>
                  </a:lnTo>
                  <a:lnTo>
                    <a:pt x="2228878" y="1713970"/>
                  </a:lnTo>
                  <a:lnTo>
                    <a:pt x="2229214" y="1714730"/>
                  </a:lnTo>
                  <a:lnTo>
                    <a:pt x="2229551" y="1716180"/>
                  </a:lnTo>
                  <a:lnTo>
                    <a:pt x="2229887" y="1718128"/>
                  </a:lnTo>
                  <a:lnTo>
                    <a:pt x="2230224" y="1722321"/>
                  </a:lnTo>
                  <a:lnTo>
                    <a:pt x="2230560" y="1728854"/>
                  </a:lnTo>
                  <a:lnTo>
                    <a:pt x="2230897" y="1735133"/>
                  </a:lnTo>
                  <a:lnTo>
                    <a:pt x="2231233" y="1740893"/>
                  </a:lnTo>
                  <a:lnTo>
                    <a:pt x="2231569" y="1746099"/>
                  </a:lnTo>
                  <a:lnTo>
                    <a:pt x="2231906" y="1750775"/>
                  </a:lnTo>
                  <a:lnTo>
                    <a:pt x="2232242" y="1754749"/>
                  </a:lnTo>
                  <a:lnTo>
                    <a:pt x="2232579" y="1758280"/>
                  </a:lnTo>
                  <a:lnTo>
                    <a:pt x="2232915" y="1762459"/>
                  </a:lnTo>
                  <a:lnTo>
                    <a:pt x="2233252" y="1765946"/>
                  </a:lnTo>
                  <a:lnTo>
                    <a:pt x="2233588" y="1769874"/>
                  </a:lnTo>
                  <a:lnTo>
                    <a:pt x="2233925" y="1775984"/>
                  </a:lnTo>
                  <a:lnTo>
                    <a:pt x="2234261" y="1781420"/>
                  </a:lnTo>
                  <a:lnTo>
                    <a:pt x="2234598" y="1785671"/>
                  </a:lnTo>
                  <a:lnTo>
                    <a:pt x="2234934" y="1788506"/>
                  </a:lnTo>
                  <a:lnTo>
                    <a:pt x="2235271" y="1790019"/>
                  </a:lnTo>
                  <a:lnTo>
                    <a:pt x="2235607" y="1790610"/>
                  </a:lnTo>
                  <a:lnTo>
                    <a:pt x="2235943" y="1791183"/>
                  </a:lnTo>
                  <a:lnTo>
                    <a:pt x="2236280" y="1791580"/>
                  </a:lnTo>
                  <a:lnTo>
                    <a:pt x="2236616" y="1791987"/>
                  </a:lnTo>
                  <a:lnTo>
                    <a:pt x="2236953" y="1792707"/>
                  </a:lnTo>
                  <a:lnTo>
                    <a:pt x="2237289" y="1794034"/>
                  </a:lnTo>
                  <a:lnTo>
                    <a:pt x="2237626" y="1795057"/>
                  </a:lnTo>
                  <a:lnTo>
                    <a:pt x="2237962" y="1795758"/>
                  </a:lnTo>
                  <a:lnTo>
                    <a:pt x="2238299" y="1796118"/>
                  </a:lnTo>
                  <a:lnTo>
                    <a:pt x="2238635" y="1796379"/>
                  </a:lnTo>
                  <a:lnTo>
                    <a:pt x="2238972" y="1795805"/>
                  </a:lnTo>
                  <a:lnTo>
                    <a:pt x="2239308" y="1794212"/>
                  </a:lnTo>
                  <a:lnTo>
                    <a:pt x="2239645" y="1792741"/>
                  </a:lnTo>
                  <a:lnTo>
                    <a:pt x="2239981" y="1791699"/>
                  </a:lnTo>
                  <a:lnTo>
                    <a:pt x="2240317" y="1790861"/>
                  </a:lnTo>
                  <a:lnTo>
                    <a:pt x="2240654" y="1790209"/>
                  </a:lnTo>
                  <a:lnTo>
                    <a:pt x="2240990" y="1790524"/>
                  </a:lnTo>
                  <a:lnTo>
                    <a:pt x="2241327" y="1791069"/>
                  </a:lnTo>
                  <a:lnTo>
                    <a:pt x="2241663" y="1791575"/>
                  </a:lnTo>
                  <a:lnTo>
                    <a:pt x="2242000" y="1791547"/>
                  </a:lnTo>
                  <a:lnTo>
                    <a:pt x="2242336" y="1791210"/>
                  </a:lnTo>
                  <a:lnTo>
                    <a:pt x="2242673" y="1790986"/>
                  </a:lnTo>
                  <a:lnTo>
                    <a:pt x="2243009" y="1790862"/>
                  </a:lnTo>
                  <a:lnTo>
                    <a:pt x="2243346" y="1790949"/>
                  </a:lnTo>
                  <a:lnTo>
                    <a:pt x="2243682" y="1791209"/>
                  </a:lnTo>
                  <a:lnTo>
                    <a:pt x="2244019" y="1792118"/>
                  </a:lnTo>
                  <a:lnTo>
                    <a:pt x="2244355" y="1793179"/>
                  </a:lnTo>
                  <a:lnTo>
                    <a:pt x="2244691" y="1794179"/>
                  </a:lnTo>
                  <a:lnTo>
                    <a:pt x="2245028" y="1794971"/>
                  </a:lnTo>
                  <a:lnTo>
                    <a:pt x="2245364" y="1795991"/>
                  </a:lnTo>
                  <a:lnTo>
                    <a:pt x="2245701" y="1796201"/>
                  </a:lnTo>
                  <a:lnTo>
                    <a:pt x="2246037" y="1796249"/>
                  </a:lnTo>
                  <a:lnTo>
                    <a:pt x="2246374" y="1794618"/>
                  </a:lnTo>
                  <a:lnTo>
                    <a:pt x="2246710" y="1792623"/>
                  </a:lnTo>
                  <a:lnTo>
                    <a:pt x="2247047" y="1788952"/>
                  </a:lnTo>
                  <a:lnTo>
                    <a:pt x="2247383" y="1784612"/>
                  </a:lnTo>
                  <a:lnTo>
                    <a:pt x="2247720" y="1778952"/>
                  </a:lnTo>
                  <a:lnTo>
                    <a:pt x="2248056" y="1773019"/>
                  </a:lnTo>
                  <a:lnTo>
                    <a:pt x="2248393" y="1766600"/>
                  </a:lnTo>
                  <a:lnTo>
                    <a:pt x="2248729" y="1760301"/>
                  </a:lnTo>
                  <a:lnTo>
                    <a:pt x="2249065" y="1753953"/>
                  </a:lnTo>
                  <a:lnTo>
                    <a:pt x="2249402" y="1748102"/>
                  </a:lnTo>
                  <a:lnTo>
                    <a:pt x="2249738" y="1742253"/>
                  </a:lnTo>
                  <a:lnTo>
                    <a:pt x="2250075" y="1736153"/>
                  </a:lnTo>
                  <a:lnTo>
                    <a:pt x="2250411" y="1729183"/>
                  </a:lnTo>
                  <a:lnTo>
                    <a:pt x="2250748" y="1721497"/>
                  </a:lnTo>
                  <a:lnTo>
                    <a:pt x="2251084" y="1713251"/>
                  </a:lnTo>
                  <a:lnTo>
                    <a:pt x="2251421" y="1704940"/>
                  </a:lnTo>
                  <a:lnTo>
                    <a:pt x="2251757" y="1697255"/>
                  </a:lnTo>
                  <a:lnTo>
                    <a:pt x="2252094" y="1689848"/>
                  </a:lnTo>
                  <a:lnTo>
                    <a:pt x="2252430" y="1682969"/>
                  </a:lnTo>
                  <a:lnTo>
                    <a:pt x="2252767" y="1676703"/>
                  </a:lnTo>
                  <a:lnTo>
                    <a:pt x="2253103" y="1670317"/>
                  </a:lnTo>
                  <a:lnTo>
                    <a:pt x="2253439" y="1664023"/>
                  </a:lnTo>
                  <a:lnTo>
                    <a:pt x="2253776" y="1657686"/>
                  </a:lnTo>
                  <a:lnTo>
                    <a:pt x="2254112" y="1651220"/>
                  </a:lnTo>
                  <a:lnTo>
                    <a:pt x="2254449" y="1644891"/>
                  </a:lnTo>
                  <a:lnTo>
                    <a:pt x="2254785" y="1639330"/>
                  </a:lnTo>
                  <a:lnTo>
                    <a:pt x="2255122" y="1634337"/>
                  </a:lnTo>
                  <a:lnTo>
                    <a:pt x="2255458" y="1630292"/>
                  </a:lnTo>
                  <a:lnTo>
                    <a:pt x="2255795" y="1627232"/>
                  </a:lnTo>
                  <a:lnTo>
                    <a:pt x="2256131" y="1624279"/>
                  </a:lnTo>
                  <a:lnTo>
                    <a:pt x="2256468" y="1621872"/>
                  </a:lnTo>
                  <a:lnTo>
                    <a:pt x="2256804" y="1619063"/>
                  </a:lnTo>
                  <a:lnTo>
                    <a:pt x="2257141" y="1616304"/>
                  </a:lnTo>
                  <a:lnTo>
                    <a:pt x="2257477" y="1613625"/>
                  </a:lnTo>
                  <a:lnTo>
                    <a:pt x="2257813" y="1610514"/>
                  </a:lnTo>
                  <a:lnTo>
                    <a:pt x="2258150" y="1607051"/>
                  </a:lnTo>
                  <a:lnTo>
                    <a:pt x="2258486" y="1603531"/>
                  </a:lnTo>
                  <a:lnTo>
                    <a:pt x="2258823" y="1602331"/>
                  </a:lnTo>
                  <a:lnTo>
                    <a:pt x="2259159" y="1601585"/>
                  </a:lnTo>
                  <a:lnTo>
                    <a:pt x="2259496" y="1600850"/>
                  </a:lnTo>
                  <a:lnTo>
                    <a:pt x="2259832" y="1599997"/>
                  </a:lnTo>
                  <a:lnTo>
                    <a:pt x="2260169" y="1599652"/>
                  </a:lnTo>
                  <a:lnTo>
                    <a:pt x="2260505" y="1598150"/>
                  </a:lnTo>
                  <a:lnTo>
                    <a:pt x="2260842" y="1597174"/>
                  </a:lnTo>
                  <a:lnTo>
                    <a:pt x="2261178" y="1597212"/>
                  </a:lnTo>
                  <a:lnTo>
                    <a:pt x="2261514" y="1598109"/>
                  </a:lnTo>
                  <a:lnTo>
                    <a:pt x="2261851" y="1600317"/>
                  </a:lnTo>
                  <a:lnTo>
                    <a:pt x="2262187" y="1603489"/>
                  </a:lnTo>
                  <a:lnTo>
                    <a:pt x="2262524" y="1606765"/>
                  </a:lnTo>
                  <a:lnTo>
                    <a:pt x="2262860" y="1608774"/>
                  </a:lnTo>
                  <a:lnTo>
                    <a:pt x="2263197" y="1611572"/>
                  </a:lnTo>
                  <a:lnTo>
                    <a:pt x="2263533" y="1615141"/>
                  </a:lnTo>
                  <a:lnTo>
                    <a:pt x="2263870" y="1619289"/>
                  </a:lnTo>
                  <a:lnTo>
                    <a:pt x="2264206" y="1622450"/>
                  </a:lnTo>
                  <a:lnTo>
                    <a:pt x="2264543" y="1625042"/>
                  </a:lnTo>
                  <a:lnTo>
                    <a:pt x="2264879" y="1628443"/>
                  </a:lnTo>
                  <a:lnTo>
                    <a:pt x="2265216" y="1632488"/>
                  </a:lnTo>
                  <a:lnTo>
                    <a:pt x="2265552" y="1637262"/>
                  </a:lnTo>
                  <a:lnTo>
                    <a:pt x="2265888" y="1642652"/>
                  </a:lnTo>
                  <a:lnTo>
                    <a:pt x="2266225" y="1648243"/>
                  </a:lnTo>
                  <a:lnTo>
                    <a:pt x="2266561" y="1655243"/>
                  </a:lnTo>
                  <a:lnTo>
                    <a:pt x="2266898" y="1661763"/>
                  </a:lnTo>
                  <a:lnTo>
                    <a:pt x="2267234" y="1667881"/>
                  </a:lnTo>
                  <a:lnTo>
                    <a:pt x="2267571" y="1674457"/>
                  </a:lnTo>
                  <a:lnTo>
                    <a:pt x="2267907" y="1681294"/>
                  </a:lnTo>
                  <a:lnTo>
                    <a:pt x="2268244" y="1688461"/>
                  </a:lnTo>
                  <a:lnTo>
                    <a:pt x="2268580" y="1697497"/>
                  </a:lnTo>
                  <a:lnTo>
                    <a:pt x="2268917" y="1705974"/>
                  </a:lnTo>
                  <a:lnTo>
                    <a:pt x="2269253" y="1714545"/>
                  </a:lnTo>
                  <a:lnTo>
                    <a:pt x="2269590" y="1722778"/>
                  </a:lnTo>
                  <a:lnTo>
                    <a:pt x="2269926" y="1730689"/>
                  </a:lnTo>
                  <a:lnTo>
                    <a:pt x="2270262" y="1740625"/>
                  </a:lnTo>
                  <a:lnTo>
                    <a:pt x="2270599" y="1749843"/>
                  </a:lnTo>
                  <a:lnTo>
                    <a:pt x="2270935" y="1759031"/>
                  </a:lnTo>
                  <a:lnTo>
                    <a:pt x="2271272" y="1768766"/>
                  </a:lnTo>
                  <a:lnTo>
                    <a:pt x="2271608" y="1778400"/>
                  </a:lnTo>
                  <a:lnTo>
                    <a:pt x="2271945" y="1788401"/>
                  </a:lnTo>
                  <a:lnTo>
                    <a:pt x="2272281" y="1798768"/>
                  </a:lnTo>
                  <a:lnTo>
                    <a:pt x="2272618" y="1806458"/>
                  </a:lnTo>
                  <a:lnTo>
                    <a:pt x="2272954" y="1814033"/>
                  </a:lnTo>
                  <a:lnTo>
                    <a:pt x="2273291" y="1821546"/>
                  </a:lnTo>
                  <a:lnTo>
                    <a:pt x="2273627" y="1829437"/>
                  </a:lnTo>
                  <a:lnTo>
                    <a:pt x="2273964" y="1837661"/>
                  </a:lnTo>
                  <a:lnTo>
                    <a:pt x="2274300" y="1846172"/>
                  </a:lnTo>
                  <a:lnTo>
                    <a:pt x="2274636" y="1854925"/>
                  </a:lnTo>
                  <a:lnTo>
                    <a:pt x="2274973" y="1863633"/>
                  </a:lnTo>
                  <a:lnTo>
                    <a:pt x="2275309" y="1871907"/>
                  </a:lnTo>
                  <a:lnTo>
                    <a:pt x="2275646" y="1880317"/>
                  </a:lnTo>
                  <a:lnTo>
                    <a:pt x="2275982" y="1888606"/>
                  </a:lnTo>
                  <a:lnTo>
                    <a:pt x="2276319" y="1896194"/>
                  </a:lnTo>
                  <a:lnTo>
                    <a:pt x="2276655" y="1903086"/>
                  </a:lnTo>
                  <a:lnTo>
                    <a:pt x="2276992" y="1909280"/>
                  </a:lnTo>
                  <a:lnTo>
                    <a:pt x="2277328" y="1914893"/>
                  </a:lnTo>
                  <a:lnTo>
                    <a:pt x="2277665" y="1919917"/>
                  </a:lnTo>
                  <a:lnTo>
                    <a:pt x="2278001" y="1924369"/>
                  </a:lnTo>
                  <a:lnTo>
                    <a:pt x="2278338" y="1929621"/>
                  </a:lnTo>
                  <a:lnTo>
                    <a:pt x="2278674" y="1934290"/>
                  </a:lnTo>
                  <a:lnTo>
                    <a:pt x="2279010" y="1938608"/>
                  </a:lnTo>
                  <a:lnTo>
                    <a:pt x="2279347" y="1942725"/>
                  </a:lnTo>
                  <a:lnTo>
                    <a:pt x="2279683" y="1946554"/>
                  </a:lnTo>
                  <a:lnTo>
                    <a:pt x="2280020" y="1950024"/>
                  </a:lnTo>
                  <a:lnTo>
                    <a:pt x="2280356" y="1953645"/>
                  </a:lnTo>
                  <a:lnTo>
                    <a:pt x="2280693" y="1956770"/>
                  </a:lnTo>
                  <a:lnTo>
                    <a:pt x="2281029" y="1959421"/>
                  </a:lnTo>
                  <a:lnTo>
                    <a:pt x="2281366" y="1961957"/>
                  </a:lnTo>
                  <a:lnTo>
                    <a:pt x="2281702" y="1964400"/>
                  </a:lnTo>
                  <a:lnTo>
                    <a:pt x="2282039" y="1966950"/>
                  </a:lnTo>
                  <a:lnTo>
                    <a:pt x="2282375" y="1969637"/>
                  </a:lnTo>
                  <a:lnTo>
                    <a:pt x="2282712" y="1972410"/>
                  </a:lnTo>
                  <a:lnTo>
                    <a:pt x="2283048" y="1975342"/>
                  </a:lnTo>
                  <a:lnTo>
                    <a:pt x="2283384" y="1978654"/>
                  </a:lnTo>
                  <a:lnTo>
                    <a:pt x="2283721" y="1982483"/>
                  </a:lnTo>
                  <a:lnTo>
                    <a:pt x="2284057" y="1986384"/>
                  </a:lnTo>
                  <a:lnTo>
                    <a:pt x="2284394" y="1989789"/>
                  </a:lnTo>
                  <a:lnTo>
                    <a:pt x="2284730" y="1992965"/>
                  </a:lnTo>
                  <a:lnTo>
                    <a:pt x="2285067" y="1996485"/>
                  </a:lnTo>
                  <a:lnTo>
                    <a:pt x="2285403" y="2000127"/>
                  </a:lnTo>
                  <a:lnTo>
                    <a:pt x="2285740" y="2003870"/>
                  </a:lnTo>
                  <a:lnTo>
                    <a:pt x="2286076" y="2007182"/>
                  </a:lnTo>
                  <a:lnTo>
                    <a:pt x="2286413" y="2010078"/>
                  </a:lnTo>
                  <a:lnTo>
                    <a:pt x="2286749" y="2012872"/>
                  </a:lnTo>
                  <a:lnTo>
                    <a:pt x="2287086" y="2015150"/>
                  </a:lnTo>
                  <a:lnTo>
                    <a:pt x="2287422" y="2016781"/>
                  </a:lnTo>
                  <a:lnTo>
                    <a:pt x="2287758" y="2018167"/>
                  </a:lnTo>
                  <a:lnTo>
                    <a:pt x="2288095" y="2019338"/>
                  </a:lnTo>
                  <a:lnTo>
                    <a:pt x="2288431" y="2020790"/>
                  </a:lnTo>
                  <a:lnTo>
                    <a:pt x="2288768" y="2021623"/>
                  </a:lnTo>
                  <a:lnTo>
                    <a:pt x="2289104" y="2021580"/>
                  </a:lnTo>
                  <a:lnTo>
                    <a:pt x="2289441" y="2021925"/>
                  </a:lnTo>
                  <a:lnTo>
                    <a:pt x="2289777" y="2022959"/>
                  </a:lnTo>
                  <a:lnTo>
                    <a:pt x="2290114" y="2023872"/>
                  </a:lnTo>
                  <a:lnTo>
                    <a:pt x="2290450" y="2024863"/>
                  </a:lnTo>
                  <a:lnTo>
                    <a:pt x="2290787" y="2026788"/>
                  </a:lnTo>
                  <a:lnTo>
                    <a:pt x="2291123" y="2028786"/>
                  </a:lnTo>
                  <a:lnTo>
                    <a:pt x="2291460" y="2030776"/>
                  </a:lnTo>
                  <a:lnTo>
                    <a:pt x="2291796" y="2033211"/>
                  </a:lnTo>
                  <a:lnTo>
                    <a:pt x="2292132" y="2036681"/>
                  </a:lnTo>
                  <a:lnTo>
                    <a:pt x="2292469" y="2041581"/>
                  </a:lnTo>
                  <a:lnTo>
                    <a:pt x="2292805" y="2047364"/>
                  </a:lnTo>
                  <a:lnTo>
                    <a:pt x="2293142" y="2053715"/>
                  </a:lnTo>
                  <a:lnTo>
                    <a:pt x="2293478" y="2059872"/>
                  </a:lnTo>
                  <a:lnTo>
                    <a:pt x="2293815" y="2066000"/>
                  </a:lnTo>
                  <a:lnTo>
                    <a:pt x="2294151" y="2072531"/>
                  </a:lnTo>
                  <a:lnTo>
                    <a:pt x="2294488" y="2078616"/>
                  </a:lnTo>
                  <a:lnTo>
                    <a:pt x="2294824" y="2084090"/>
                  </a:lnTo>
                  <a:lnTo>
                    <a:pt x="2295161" y="2089529"/>
                  </a:lnTo>
                  <a:lnTo>
                    <a:pt x="2295497" y="2094429"/>
                  </a:lnTo>
                  <a:lnTo>
                    <a:pt x="2295833" y="2098617"/>
                  </a:lnTo>
                  <a:lnTo>
                    <a:pt x="2296170" y="2103230"/>
                  </a:lnTo>
                  <a:lnTo>
                    <a:pt x="2296506" y="2108115"/>
                  </a:lnTo>
                  <a:lnTo>
                    <a:pt x="2296843" y="2112734"/>
                  </a:lnTo>
                  <a:lnTo>
                    <a:pt x="2297179" y="2116671"/>
                  </a:lnTo>
                  <a:lnTo>
                    <a:pt x="2297516" y="2119567"/>
                  </a:lnTo>
                  <a:lnTo>
                    <a:pt x="2297852" y="2121894"/>
                  </a:lnTo>
                  <a:lnTo>
                    <a:pt x="2298189" y="2123791"/>
                  </a:lnTo>
                  <a:lnTo>
                    <a:pt x="2298525" y="2125221"/>
                  </a:lnTo>
                  <a:lnTo>
                    <a:pt x="2298862" y="2126464"/>
                  </a:lnTo>
                  <a:lnTo>
                    <a:pt x="2299198" y="2127726"/>
                  </a:lnTo>
                  <a:lnTo>
                    <a:pt x="2299535" y="2129558"/>
                  </a:lnTo>
                  <a:lnTo>
                    <a:pt x="2299871" y="2131875"/>
                  </a:lnTo>
                  <a:lnTo>
                    <a:pt x="2300207" y="2133636"/>
                  </a:lnTo>
                  <a:lnTo>
                    <a:pt x="2300544" y="2135634"/>
                  </a:lnTo>
                  <a:lnTo>
                    <a:pt x="2300880" y="2136650"/>
                  </a:lnTo>
                  <a:lnTo>
                    <a:pt x="2301217" y="2137214"/>
                  </a:lnTo>
                  <a:lnTo>
                    <a:pt x="2301553" y="2137963"/>
                  </a:lnTo>
                  <a:lnTo>
                    <a:pt x="2301890" y="2138304"/>
                  </a:lnTo>
                  <a:lnTo>
                    <a:pt x="2302226" y="2138363"/>
                  </a:lnTo>
                  <a:lnTo>
                    <a:pt x="2302563" y="2138302"/>
                  </a:lnTo>
                  <a:lnTo>
                    <a:pt x="2302899" y="2138508"/>
                  </a:lnTo>
                  <a:lnTo>
                    <a:pt x="2303236" y="2138646"/>
                  </a:lnTo>
                  <a:lnTo>
                    <a:pt x="2303572" y="2139004"/>
                  </a:lnTo>
                  <a:lnTo>
                    <a:pt x="2303909" y="2139754"/>
                  </a:lnTo>
                  <a:lnTo>
                    <a:pt x="2304245" y="2139673"/>
                  </a:lnTo>
                  <a:lnTo>
                    <a:pt x="2304581" y="2139022"/>
                  </a:lnTo>
                  <a:lnTo>
                    <a:pt x="2304918" y="2137653"/>
                  </a:lnTo>
                  <a:lnTo>
                    <a:pt x="2305254" y="2137431"/>
                  </a:lnTo>
                  <a:lnTo>
                    <a:pt x="2305591" y="2137424"/>
                  </a:lnTo>
                  <a:lnTo>
                    <a:pt x="2305927" y="2137294"/>
                  </a:lnTo>
                  <a:lnTo>
                    <a:pt x="2306264" y="2137456"/>
                  </a:lnTo>
                  <a:lnTo>
                    <a:pt x="2306600" y="2137949"/>
                  </a:lnTo>
                  <a:lnTo>
                    <a:pt x="2306937" y="2138679"/>
                  </a:lnTo>
                  <a:lnTo>
                    <a:pt x="2307273" y="2139110"/>
                  </a:lnTo>
                  <a:lnTo>
                    <a:pt x="2307610" y="2139101"/>
                  </a:lnTo>
                  <a:lnTo>
                    <a:pt x="2307946" y="2139006"/>
                  </a:lnTo>
                  <a:lnTo>
                    <a:pt x="2308283" y="2137610"/>
                  </a:lnTo>
                  <a:lnTo>
                    <a:pt x="2308619" y="2135861"/>
                  </a:lnTo>
                  <a:lnTo>
                    <a:pt x="2308955" y="2133920"/>
                  </a:lnTo>
                  <a:lnTo>
                    <a:pt x="2309292" y="2132566"/>
                  </a:lnTo>
                  <a:lnTo>
                    <a:pt x="2309628" y="2131127"/>
                  </a:lnTo>
                  <a:lnTo>
                    <a:pt x="2309965" y="2129618"/>
                  </a:lnTo>
                  <a:lnTo>
                    <a:pt x="2310301" y="2127680"/>
                  </a:lnTo>
                  <a:lnTo>
                    <a:pt x="2310638" y="2125335"/>
                  </a:lnTo>
                  <a:lnTo>
                    <a:pt x="2310974" y="2122721"/>
                  </a:lnTo>
                  <a:lnTo>
                    <a:pt x="2311311" y="2117876"/>
                  </a:lnTo>
                  <a:lnTo>
                    <a:pt x="2311647" y="2113690"/>
                  </a:lnTo>
                  <a:lnTo>
                    <a:pt x="2311984" y="2109586"/>
                  </a:lnTo>
                  <a:lnTo>
                    <a:pt x="2312320" y="2106071"/>
                  </a:lnTo>
                  <a:lnTo>
                    <a:pt x="2312657" y="2102644"/>
                  </a:lnTo>
                  <a:lnTo>
                    <a:pt x="2312993" y="2099876"/>
                  </a:lnTo>
                  <a:lnTo>
                    <a:pt x="2313329" y="2097507"/>
                  </a:lnTo>
                  <a:lnTo>
                    <a:pt x="2313666" y="2096653"/>
                  </a:lnTo>
                  <a:lnTo>
                    <a:pt x="2314002" y="2095954"/>
                  </a:lnTo>
                  <a:lnTo>
                    <a:pt x="2314339" y="2096680"/>
                  </a:lnTo>
                  <a:lnTo>
                    <a:pt x="2314675" y="2097944"/>
                  </a:lnTo>
                  <a:lnTo>
                    <a:pt x="2315012" y="2099754"/>
                  </a:lnTo>
                  <a:lnTo>
                    <a:pt x="2315348" y="2102017"/>
                  </a:lnTo>
                  <a:lnTo>
                    <a:pt x="2315685" y="2105315"/>
                  </a:lnTo>
                  <a:lnTo>
                    <a:pt x="2316021" y="2109094"/>
                  </a:lnTo>
                  <a:lnTo>
                    <a:pt x="2316358" y="2113060"/>
                  </a:lnTo>
                  <a:lnTo>
                    <a:pt x="2316694" y="2116379"/>
                  </a:lnTo>
                  <a:lnTo>
                    <a:pt x="2317031" y="2119612"/>
                  </a:lnTo>
                  <a:lnTo>
                    <a:pt x="2317367" y="2122715"/>
                  </a:lnTo>
                  <a:lnTo>
                    <a:pt x="2317703" y="2126329"/>
                  </a:lnTo>
                  <a:lnTo>
                    <a:pt x="2318040" y="2130525"/>
                  </a:lnTo>
                  <a:lnTo>
                    <a:pt x="2318376" y="2135008"/>
                  </a:lnTo>
                  <a:lnTo>
                    <a:pt x="2318713" y="2139771"/>
                  </a:lnTo>
                  <a:lnTo>
                    <a:pt x="2319049" y="2144175"/>
                  </a:lnTo>
                  <a:lnTo>
                    <a:pt x="2319386" y="2148701"/>
                  </a:lnTo>
                  <a:lnTo>
                    <a:pt x="2319722" y="2153141"/>
                  </a:lnTo>
                  <a:lnTo>
                    <a:pt x="2320059" y="2157444"/>
                  </a:lnTo>
                  <a:lnTo>
                    <a:pt x="2320395" y="2162042"/>
                  </a:lnTo>
                  <a:lnTo>
                    <a:pt x="2320732" y="2166619"/>
                  </a:lnTo>
                  <a:lnTo>
                    <a:pt x="2321068" y="2171583"/>
                  </a:lnTo>
                  <a:lnTo>
                    <a:pt x="2321405" y="2176619"/>
                  </a:lnTo>
                  <a:lnTo>
                    <a:pt x="2321741" y="2181713"/>
                  </a:lnTo>
                  <a:lnTo>
                    <a:pt x="2322077" y="2186304"/>
                  </a:lnTo>
                  <a:lnTo>
                    <a:pt x="2322414" y="2190952"/>
                  </a:lnTo>
                  <a:lnTo>
                    <a:pt x="2322750" y="2195234"/>
                  </a:lnTo>
                  <a:lnTo>
                    <a:pt x="2323087" y="2198596"/>
                  </a:lnTo>
                  <a:lnTo>
                    <a:pt x="2323423" y="2201779"/>
                  </a:lnTo>
                  <a:lnTo>
                    <a:pt x="2323760" y="2204638"/>
                  </a:lnTo>
                  <a:lnTo>
                    <a:pt x="2324096" y="2207878"/>
                  </a:lnTo>
                  <a:lnTo>
                    <a:pt x="2324433" y="2211068"/>
                  </a:lnTo>
                  <a:lnTo>
                    <a:pt x="2324769" y="2214265"/>
                  </a:lnTo>
                  <a:lnTo>
                    <a:pt x="2325106" y="2217814"/>
                  </a:lnTo>
                  <a:lnTo>
                    <a:pt x="2325442" y="2221773"/>
                  </a:lnTo>
                  <a:lnTo>
                    <a:pt x="2325779" y="2225774"/>
                  </a:lnTo>
                  <a:lnTo>
                    <a:pt x="2326115" y="2228203"/>
                  </a:lnTo>
                  <a:lnTo>
                    <a:pt x="2326451" y="2230608"/>
                  </a:lnTo>
                  <a:lnTo>
                    <a:pt x="2326788" y="2233233"/>
                  </a:lnTo>
                  <a:lnTo>
                    <a:pt x="2327124" y="2235867"/>
                  </a:lnTo>
                  <a:lnTo>
                    <a:pt x="2327461" y="2237923"/>
                  </a:lnTo>
                  <a:lnTo>
                    <a:pt x="2327797" y="2240262"/>
                  </a:lnTo>
                  <a:lnTo>
                    <a:pt x="2328134" y="2243157"/>
                  </a:lnTo>
                  <a:lnTo>
                    <a:pt x="2328470" y="2246085"/>
                  </a:lnTo>
                  <a:lnTo>
                    <a:pt x="2328807" y="2248952"/>
                  </a:lnTo>
                  <a:lnTo>
                    <a:pt x="2329143" y="2251392"/>
                  </a:lnTo>
                  <a:lnTo>
                    <a:pt x="2329480" y="2253908"/>
                  </a:lnTo>
                  <a:lnTo>
                    <a:pt x="2329816" y="2256464"/>
                  </a:lnTo>
                  <a:lnTo>
                    <a:pt x="2330152" y="2258600"/>
                  </a:lnTo>
                  <a:lnTo>
                    <a:pt x="2330489" y="2259745"/>
                  </a:lnTo>
                  <a:lnTo>
                    <a:pt x="2330825" y="2260401"/>
                  </a:lnTo>
                  <a:lnTo>
                    <a:pt x="2331162" y="2260701"/>
                  </a:lnTo>
                  <a:lnTo>
                    <a:pt x="2331498" y="2260770"/>
                  </a:lnTo>
                  <a:lnTo>
                    <a:pt x="2331835" y="2261301"/>
                  </a:lnTo>
                  <a:lnTo>
                    <a:pt x="2332171" y="2261366"/>
                  </a:lnTo>
                  <a:lnTo>
                    <a:pt x="2332508" y="2261086"/>
                  </a:lnTo>
                  <a:lnTo>
                    <a:pt x="2332844" y="2259642"/>
                  </a:lnTo>
                  <a:lnTo>
                    <a:pt x="2333181" y="2257257"/>
                  </a:lnTo>
                  <a:lnTo>
                    <a:pt x="2333517" y="2254297"/>
                  </a:lnTo>
                  <a:lnTo>
                    <a:pt x="2333854" y="2250898"/>
                  </a:lnTo>
                  <a:lnTo>
                    <a:pt x="2334190" y="2249017"/>
                  </a:lnTo>
                  <a:lnTo>
                    <a:pt x="2334526" y="2246828"/>
                  </a:lnTo>
                  <a:lnTo>
                    <a:pt x="2334863" y="2245309"/>
                  </a:lnTo>
                  <a:lnTo>
                    <a:pt x="2335199" y="2243868"/>
                  </a:lnTo>
                  <a:lnTo>
                    <a:pt x="2335536" y="2242543"/>
                  </a:lnTo>
                  <a:lnTo>
                    <a:pt x="2335872" y="2240721"/>
                  </a:lnTo>
                  <a:lnTo>
                    <a:pt x="2336209" y="2238430"/>
                  </a:lnTo>
                  <a:lnTo>
                    <a:pt x="2336545" y="2235825"/>
                  </a:lnTo>
                  <a:lnTo>
                    <a:pt x="2336882" y="2233128"/>
                  </a:lnTo>
                  <a:lnTo>
                    <a:pt x="2337218" y="2230548"/>
                  </a:lnTo>
                  <a:lnTo>
                    <a:pt x="2337555" y="2228109"/>
                  </a:lnTo>
                  <a:lnTo>
                    <a:pt x="2337891" y="2225904"/>
                  </a:lnTo>
                  <a:lnTo>
                    <a:pt x="2338228" y="2223606"/>
                  </a:lnTo>
                  <a:lnTo>
                    <a:pt x="2338564" y="2221030"/>
                  </a:lnTo>
                  <a:lnTo>
                    <a:pt x="2338900" y="2218159"/>
                  </a:lnTo>
                  <a:lnTo>
                    <a:pt x="2339237" y="2214942"/>
                  </a:lnTo>
                  <a:lnTo>
                    <a:pt x="2339573" y="2211644"/>
                  </a:lnTo>
                  <a:lnTo>
                    <a:pt x="2339910" y="2207299"/>
                  </a:lnTo>
                  <a:lnTo>
                    <a:pt x="2340246" y="2202706"/>
                  </a:lnTo>
                  <a:lnTo>
                    <a:pt x="2340583" y="2197799"/>
                  </a:lnTo>
                  <a:lnTo>
                    <a:pt x="2340919" y="2191793"/>
                  </a:lnTo>
                  <a:lnTo>
                    <a:pt x="2341256" y="2186225"/>
                  </a:lnTo>
                  <a:lnTo>
                    <a:pt x="2341592" y="2182203"/>
                  </a:lnTo>
                  <a:lnTo>
                    <a:pt x="2341929" y="2178359"/>
                  </a:lnTo>
                  <a:lnTo>
                    <a:pt x="2342265" y="2174388"/>
                  </a:lnTo>
                  <a:lnTo>
                    <a:pt x="2342602" y="2170244"/>
                  </a:lnTo>
                  <a:lnTo>
                    <a:pt x="2342938" y="2167076"/>
                  </a:lnTo>
                  <a:lnTo>
                    <a:pt x="2343274" y="2163953"/>
                  </a:lnTo>
                  <a:lnTo>
                    <a:pt x="2343611" y="2160926"/>
                  </a:lnTo>
                  <a:lnTo>
                    <a:pt x="2343947" y="2158017"/>
                  </a:lnTo>
                  <a:lnTo>
                    <a:pt x="2344284" y="2155204"/>
                  </a:lnTo>
                  <a:lnTo>
                    <a:pt x="2344620" y="2152460"/>
                  </a:lnTo>
                  <a:lnTo>
                    <a:pt x="2344957" y="2149776"/>
                  </a:lnTo>
                  <a:lnTo>
                    <a:pt x="2345293" y="2147052"/>
                  </a:lnTo>
                  <a:lnTo>
                    <a:pt x="2345630" y="2144138"/>
                  </a:lnTo>
                  <a:lnTo>
                    <a:pt x="2345966" y="2141826"/>
                  </a:lnTo>
                  <a:lnTo>
                    <a:pt x="2346303" y="2139416"/>
                  </a:lnTo>
                  <a:lnTo>
                    <a:pt x="2346639" y="2137110"/>
                  </a:lnTo>
                  <a:lnTo>
                    <a:pt x="2346976" y="2134833"/>
                  </a:lnTo>
                  <a:lnTo>
                    <a:pt x="2347312" y="2132847"/>
                  </a:lnTo>
                  <a:lnTo>
                    <a:pt x="2347648" y="2130509"/>
                  </a:lnTo>
                  <a:lnTo>
                    <a:pt x="2347985" y="2128343"/>
                  </a:lnTo>
                  <a:lnTo>
                    <a:pt x="2348321" y="2126223"/>
                  </a:lnTo>
                  <a:lnTo>
                    <a:pt x="2348658" y="2124444"/>
                  </a:lnTo>
                  <a:lnTo>
                    <a:pt x="2348994" y="2123048"/>
                  </a:lnTo>
                  <a:lnTo>
                    <a:pt x="2349331" y="2121659"/>
                  </a:lnTo>
                  <a:lnTo>
                    <a:pt x="2349667" y="2119386"/>
                  </a:lnTo>
                  <a:lnTo>
                    <a:pt x="2350004" y="2116847"/>
                  </a:lnTo>
                  <a:lnTo>
                    <a:pt x="2350340" y="2114428"/>
                  </a:lnTo>
                  <a:lnTo>
                    <a:pt x="2350677" y="2112283"/>
                  </a:lnTo>
                  <a:lnTo>
                    <a:pt x="2351013" y="2109661"/>
                  </a:lnTo>
                  <a:lnTo>
                    <a:pt x="2351350" y="2106669"/>
                  </a:lnTo>
                  <a:lnTo>
                    <a:pt x="2351686" y="2101705"/>
                  </a:lnTo>
                  <a:lnTo>
                    <a:pt x="2352022" y="2096704"/>
                  </a:lnTo>
                  <a:lnTo>
                    <a:pt x="2352359" y="2090856"/>
                  </a:lnTo>
                  <a:lnTo>
                    <a:pt x="2352695" y="2086544"/>
                  </a:lnTo>
                  <a:lnTo>
                    <a:pt x="2353032" y="2082526"/>
                  </a:lnTo>
                  <a:lnTo>
                    <a:pt x="2353368" y="2079999"/>
                  </a:lnTo>
                  <a:lnTo>
                    <a:pt x="2353705" y="2078352"/>
                  </a:lnTo>
                  <a:lnTo>
                    <a:pt x="2354041" y="2077217"/>
                  </a:lnTo>
                  <a:lnTo>
                    <a:pt x="2354378" y="2076192"/>
                  </a:lnTo>
                  <a:lnTo>
                    <a:pt x="2354714" y="2076005"/>
                  </a:lnTo>
                  <a:lnTo>
                    <a:pt x="2355051" y="2076163"/>
                  </a:lnTo>
                  <a:lnTo>
                    <a:pt x="2355387" y="2076392"/>
                  </a:lnTo>
                  <a:lnTo>
                    <a:pt x="2355724" y="2076211"/>
                  </a:lnTo>
                  <a:lnTo>
                    <a:pt x="2356060" y="2076349"/>
                  </a:lnTo>
                  <a:lnTo>
                    <a:pt x="2356396" y="2077106"/>
                  </a:lnTo>
                  <a:lnTo>
                    <a:pt x="2356733" y="2078331"/>
                  </a:lnTo>
                  <a:lnTo>
                    <a:pt x="2357069" y="2079664"/>
                  </a:lnTo>
                  <a:lnTo>
                    <a:pt x="2357406" y="2081335"/>
                  </a:lnTo>
                  <a:lnTo>
                    <a:pt x="2357742" y="2082989"/>
                  </a:lnTo>
                  <a:lnTo>
                    <a:pt x="2358079" y="2083876"/>
                  </a:lnTo>
                  <a:lnTo>
                    <a:pt x="2358415" y="2084321"/>
                  </a:lnTo>
                  <a:lnTo>
                    <a:pt x="2358752" y="2083855"/>
                  </a:lnTo>
                  <a:lnTo>
                    <a:pt x="2359088" y="2083369"/>
                  </a:lnTo>
                  <a:lnTo>
                    <a:pt x="2359425" y="2081115"/>
                  </a:lnTo>
                  <a:lnTo>
                    <a:pt x="2359761" y="2078193"/>
                  </a:lnTo>
                  <a:lnTo>
                    <a:pt x="2360097" y="2075035"/>
                  </a:lnTo>
                  <a:lnTo>
                    <a:pt x="2360434" y="2071406"/>
                  </a:lnTo>
                  <a:lnTo>
                    <a:pt x="2360770" y="2065931"/>
                  </a:lnTo>
                  <a:lnTo>
                    <a:pt x="2361107" y="2060450"/>
                  </a:lnTo>
                  <a:lnTo>
                    <a:pt x="2361443" y="2054681"/>
                  </a:lnTo>
                  <a:lnTo>
                    <a:pt x="2361780" y="2048430"/>
                  </a:lnTo>
                  <a:lnTo>
                    <a:pt x="2362116" y="2042123"/>
                  </a:lnTo>
                  <a:lnTo>
                    <a:pt x="2362453" y="2036095"/>
                  </a:lnTo>
                  <a:lnTo>
                    <a:pt x="2362789" y="2030642"/>
                  </a:lnTo>
                  <a:lnTo>
                    <a:pt x="2363126" y="2025390"/>
                  </a:lnTo>
                  <a:lnTo>
                    <a:pt x="2363462" y="2021388"/>
                  </a:lnTo>
                  <a:lnTo>
                    <a:pt x="2363799" y="2016730"/>
                  </a:lnTo>
                  <a:lnTo>
                    <a:pt x="2364135" y="2011723"/>
                  </a:lnTo>
                  <a:lnTo>
                    <a:pt x="2364471" y="2006694"/>
                  </a:lnTo>
                  <a:lnTo>
                    <a:pt x="2364808" y="2002064"/>
                  </a:lnTo>
                  <a:lnTo>
                    <a:pt x="2365144" y="1997923"/>
                  </a:lnTo>
                  <a:lnTo>
                    <a:pt x="2365481" y="1994479"/>
                  </a:lnTo>
                  <a:lnTo>
                    <a:pt x="2365817" y="1991534"/>
                  </a:lnTo>
                  <a:lnTo>
                    <a:pt x="2366154" y="1989131"/>
                  </a:lnTo>
                  <a:lnTo>
                    <a:pt x="2366490" y="1986688"/>
                  </a:lnTo>
                  <a:lnTo>
                    <a:pt x="2366827" y="1984582"/>
                  </a:lnTo>
                  <a:lnTo>
                    <a:pt x="2367163" y="1982461"/>
                  </a:lnTo>
                  <a:lnTo>
                    <a:pt x="2367500" y="1980141"/>
                  </a:lnTo>
                  <a:lnTo>
                    <a:pt x="2367836" y="1977827"/>
                  </a:lnTo>
                  <a:lnTo>
                    <a:pt x="2368173" y="1975791"/>
                  </a:lnTo>
                  <a:lnTo>
                    <a:pt x="2368509" y="1974175"/>
                  </a:lnTo>
                  <a:lnTo>
                    <a:pt x="2368845" y="1972609"/>
                  </a:lnTo>
                  <a:lnTo>
                    <a:pt x="2369182" y="1971521"/>
                  </a:lnTo>
                  <a:lnTo>
                    <a:pt x="2369518" y="1971020"/>
                  </a:lnTo>
                  <a:lnTo>
                    <a:pt x="2369855" y="1970585"/>
                  </a:lnTo>
                  <a:lnTo>
                    <a:pt x="2370191" y="1969886"/>
                  </a:lnTo>
                  <a:lnTo>
                    <a:pt x="2370528" y="1970041"/>
                  </a:lnTo>
                  <a:lnTo>
                    <a:pt x="2370864" y="1969852"/>
                  </a:lnTo>
                  <a:lnTo>
                    <a:pt x="2371201" y="1969048"/>
                  </a:lnTo>
                  <a:lnTo>
                    <a:pt x="2371537" y="1968473"/>
                  </a:lnTo>
                  <a:lnTo>
                    <a:pt x="2371874" y="1967787"/>
                  </a:lnTo>
                  <a:lnTo>
                    <a:pt x="2372210" y="1967577"/>
                  </a:lnTo>
                  <a:lnTo>
                    <a:pt x="2372547" y="1966067"/>
                  </a:lnTo>
                  <a:lnTo>
                    <a:pt x="2372883" y="1964157"/>
                  </a:lnTo>
                  <a:lnTo>
                    <a:pt x="2373219" y="1963099"/>
                  </a:lnTo>
                  <a:lnTo>
                    <a:pt x="2373556" y="1962171"/>
                  </a:lnTo>
                  <a:lnTo>
                    <a:pt x="2373892" y="1961553"/>
                  </a:lnTo>
                  <a:lnTo>
                    <a:pt x="2374229" y="1960671"/>
                  </a:lnTo>
                  <a:lnTo>
                    <a:pt x="2374565" y="1959723"/>
                  </a:lnTo>
                  <a:lnTo>
                    <a:pt x="2374902" y="1957204"/>
                  </a:lnTo>
                  <a:lnTo>
                    <a:pt x="2375238" y="1955685"/>
                  </a:lnTo>
                  <a:lnTo>
                    <a:pt x="2375575" y="1952586"/>
                  </a:lnTo>
                  <a:lnTo>
                    <a:pt x="2375911" y="1949250"/>
                  </a:lnTo>
                  <a:lnTo>
                    <a:pt x="2376248" y="1945795"/>
                  </a:lnTo>
                  <a:lnTo>
                    <a:pt x="2376584" y="1943602"/>
                  </a:lnTo>
                  <a:lnTo>
                    <a:pt x="2376921" y="1941482"/>
                  </a:lnTo>
                  <a:lnTo>
                    <a:pt x="2377257" y="1938909"/>
                  </a:lnTo>
                  <a:lnTo>
                    <a:pt x="2377593" y="1936432"/>
                  </a:lnTo>
                  <a:lnTo>
                    <a:pt x="2377930" y="1934695"/>
                  </a:lnTo>
                  <a:lnTo>
                    <a:pt x="2378266" y="1933546"/>
                  </a:lnTo>
                  <a:lnTo>
                    <a:pt x="2378603" y="1932772"/>
                  </a:lnTo>
                  <a:lnTo>
                    <a:pt x="2378939" y="1931726"/>
                  </a:lnTo>
                  <a:lnTo>
                    <a:pt x="2379276" y="1930746"/>
                  </a:lnTo>
                  <a:lnTo>
                    <a:pt x="2379612" y="1929562"/>
                  </a:lnTo>
                  <a:lnTo>
                    <a:pt x="2379949" y="1928434"/>
                  </a:lnTo>
                  <a:lnTo>
                    <a:pt x="2380285" y="1927018"/>
                  </a:lnTo>
                  <a:lnTo>
                    <a:pt x="2380622" y="1925007"/>
                  </a:lnTo>
                  <a:lnTo>
                    <a:pt x="2380958" y="1921327"/>
                  </a:lnTo>
                  <a:lnTo>
                    <a:pt x="2381295" y="1918087"/>
                  </a:lnTo>
                  <a:lnTo>
                    <a:pt x="2381631" y="1914484"/>
                  </a:lnTo>
                  <a:lnTo>
                    <a:pt x="2381967" y="1910405"/>
                  </a:lnTo>
                  <a:lnTo>
                    <a:pt x="2382304" y="1906653"/>
                  </a:lnTo>
                  <a:lnTo>
                    <a:pt x="2382640" y="1903226"/>
                  </a:lnTo>
                  <a:lnTo>
                    <a:pt x="2382977" y="1899155"/>
                  </a:lnTo>
                  <a:lnTo>
                    <a:pt x="2383313" y="1894416"/>
                  </a:lnTo>
                  <a:lnTo>
                    <a:pt x="2383650" y="1889566"/>
                  </a:lnTo>
                  <a:lnTo>
                    <a:pt x="2383986" y="1884723"/>
                  </a:lnTo>
                  <a:lnTo>
                    <a:pt x="2384323" y="1879672"/>
                  </a:lnTo>
                  <a:lnTo>
                    <a:pt x="2384659" y="1874426"/>
                  </a:lnTo>
                  <a:lnTo>
                    <a:pt x="2384996" y="1869414"/>
                  </a:lnTo>
                  <a:lnTo>
                    <a:pt x="2385332" y="1864583"/>
                  </a:lnTo>
                  <a:lnTo>
                    <a:pt x="2385669" y="1860354"/>
                  </a:lnTo>
                  <a:lnTo>
                    <a:pt x="2386005" y="1856386"/>
                  </a:lnTo>
                  <a:lnTo>
                    <a:pt x="2386341" y="1852393"/>
                  </a:lnTo>
                  <a:lnTo>
                    <a:pt x="2386678" y="1848575"/>
                  </a:lnTo>
                  <a:lnTo>
                    <a:pt x="2387014" y="1844894"/>
                  </a:lnTo>
                  <a:lnTo>
                    <a:pt x="2387351" y="1841097"/>
                  </a:lnTo>
                  <a:lnTo>
                    <a:pt x="2387687" y="1835335"/>
                  </a:lnTo>
                  <a:lnTo>
                    <a:pt x="2388024" y="1829846"/>
                  </a:lnTo>
                  <a:lnTo>
                    <a:pt x="2388360" y="1824760"/>
                  </a:lnTo>
                  <a:lnTo>
                    <a:pt x="2388697" y="1820162"/>
                  </a:lnTo>
                  <a:lnTo>
                    <a:pt x="2389033" y="1817367"/>
                  </a:lnTo>
                  <a:lnTo>
                    <a:pt x="2389370" y="1815533"/>
                  </a:lnTo>
                  <a:lnTo>
                    <a:pt x="2389706" y="1813871"/>
                  </a:lnTo>
                  <a:lnTo>
                    <a:pt x="2390043" y="1812183"/>
                  </a:lnTo>
                  <a:lnTo>
                    <a:pt x="2390379" y="1810986"/>
                  </a:lnTo>
                  <a:lnTo>
                    <a:pt x="2390715" y="1809846"/>
                  </a:lnTo>
                  <a:lnTo>
                    <a:pt x="2391052" y="1808705"/>
                  </a:lnTo>
                  <a:lnTo>
                    <a:pt x="2391388" y="1808590"/>
                  </a:lnTo>
                  <a:lnTo>
                    <a:pt x="2391725" y="1808808"/>
                  </a:lnTo>
                  <a:lnTo>
                    <a:pt x="2392061" y="1808831"/>
                  </a:lnTo>
                  <a:lnTo>
                    <a:pt x="2392398" y="1808691"/>
                  </a:lnTo>
                  <a:lnTo>
                    <a:pt x="2392734" y="1808161"/>
                  </a:lnTo>
                  <a:lnTo>
                    <a:pt x="2393071" y="1807388"/>
                  </a:lnTo>
                  <a:lnTo>
                    <a:pt x="2393407" y="1806509"/>
                  </a:lnTo>
                  <a:lnTo>
                    <a:pt x="2393744" y="1805303"/>
                  </a:lnTo>
                  <a:lnTo>
                    <a:pt x="2394080" y="1803929"/>
                  </a:lnTo>
                  <a:lnTo>
                    <a:pt x="2394416" y="1801979"/>
                  </a:lnTo>
                  <a:lnTo>
                    <a:pt x="2394753" y="1799238"/>
                  </a:lnTo>
                  <a:lnTo>
                    <a:pt x="2395089" y="1796715"/>
                  </a:lnTo>
                  <a:lnTo>
                    <a:pt x="2395426" y="1794145"/>
                  </a:lnTo>
                  <a:lnTo>
                    <a:pt x="2395762" y="1791855"/>
                  </a:lnTo>
                  <a:lnTo>
                    <a:pt x="2396099" y="1789370"/>
                  </a:lnTo>
                  <a:lnTo>
                    <a:pt x="2396435" y="1786677"/>
                  </a:lnTo>
                  <a:lnTo>
                    <a:pt x="2396772" y="1783670"/>
                  </a:lnTo>
                  <a:lnTo>
                    <a:pt x="2397108" y="1778856"/>
                  </a:lnTo>
                  <a:lnTo>
                    <a:pt x="2397445" y="1774237"/>
                  </a:lnTo>
                  <a:lnTo>
                    <a:pt x="2397781" y="1770271"/>
                  </a:lnTo>
                  <a:lnTo>
                    <a:pt x="2398118" y="1767433"/>
                  </a:lnTo>
                  <a:lnTo>
                    <a:pt x="2398454" y="1765041"/>
                  </a:lnTo>
                  <a:lnTo>
                    <a:pt x="2398790" y="1763209"/>
                  </a:lnTo>
                  <a:lnTo>
                    <a:pt x="2399127" y="1762304"/>
                  </a:lnTo>
                  <a:lnTo>
                    <a:pt x="2399463" y="1762160"/>
                  </a:lnTo>
                  <a:lnTo>
                    <a:pt x="2399800" y="1763033"/>
                  </a:lnTo>
                  <a:lnTo>
                    <a:pt x="2400136" y="1763913"/>
                  </a:lnTo>
                  <a:lnTo>
                    <a:pt x="2400473" y="1764380"/>
                  </a:lnTo>
                  <a:lnTo>
                    <a:pt x="2400809" y="1764235"/>
                  </a:lnTo>
                  <a:lnTo>
                    <a:pt x="2401146" y="1763980"/>
                  </a:lnTo>
                  <a:lnTo>
                    <a:pt x="2401482" y="1761728"/>
                  </a:lnTo>
                  <a:lnTo>
                    <a:pt x="2401819" y="1759760"/>
                  </a:lnTo>
                  <a:lnTo>
                    <a:pt x="2402155" y="1757431"/>
                  </a:lnTo>
                  <a:lnTo>
                    <a:pt x="2402492" y="1755399"/>
                  </a:lnTo>
                  <a:lnTo>
                    <a:pt x="2402828" y="1753604"/>
                  </a:lnTo>
                  <a:lnTo>
                    <a:pt x="2403164" y="1752057"/>
                  </a:lnTo>
                  <a:lnTo>
                    <a:pt x="2403501" y="1750687"/>
                  </a:lnTo>
                  <a:lnTo>
                    <a:pt x="2403837" y="1749190"/>
                  </a:lnTo>
                  <a:lnTo>
                    <a:pt x="2404174" y="1747574"/>
                  </a:lnTo>
                  <a:lnTo>
                    <a:pt x="2404510" y="1745931"/>
                  </a:lnTo>
                  <a:lnTo>
                    <a:pt x="2404847" y="1744615"/>
                  </a:lnTo>
                  <a:lnTo>
                    <a:pt x="2405183" y="1743257"/>
                  </a:lnTo>
                  <a:lnTo>
                    <a:pt x="2405520" y="1741164"/>
                  </a:lnTo>
                  <a:lnTo>
                    <a:pt x="2405856" y="1740371"/>
                  </a:lnTo>
                  <a:lnTo>
                    <a:pt x="2406193" y="1740613"/>
                  </a:lnTo>
                  <a:lnTo>
                    <a:pt x="2406529" y="1741789"/>
                  </a:lnTo>
                  <a:lnTo>
                    <a:pt x="2406866" y="1742925"/>
                  </a:lnTo>
                  <a:lnTo>
                    <a:pt x="2407202" y="1745101"/>
                  </a:lnTo>
                  <a:lnTo>
                    <a:pt x="2407538" y="1747280"/>
                  </a:lnTo>
                  <a:lnTo>
                    <a:pt x="2407875" y="1749241"/>
                  </a:lnTo>
                  <a:lnTo>
                    <a:pt x="2408211" y="1752237"/>
                  </a:lnTo>
                  <a:lnTo>
                    <a:pt x="2408548" y="1755075"/>
                  </a:lnTo>
                  <a:lnTo>
                    <a:pt x="2408884" y="1756705"/>
                  </a:lnTo>
                  <a:lnTo>
                    <a:pt x="2409221" y="1758206"/>
                  </a:lnTo>
                  <a:lnTo>
                    <a:pt x="2409557" y="1759397"/>
                  </a:lnTo>
                  <a:lnTo>
                    <a:pt x="2409894" y="1760668"/>
                  </a:lnTo>
                  <a:lnTo>
                    <a:pt x="2410230" y="1761156"/>
                  </a:lnTo>
                  <a:lnTo>
                    <a:pt x="2410567" y="1761943"/>
                  </a:lnTo>
                  <a:lnTo>
                    <a:pt x="2410903" y="1762694"/>
                  </a:lnTo>
                  <a:lnTo>
                    <a:pt x="2411240" y="1763569"/>
                  </a:lnTo>
                  <a:lnTo>
                    <a:pt x="2411576" y="1764759"/>
                  </a:lnTo>
                  <a:lnTo>
                    <a:pt x="2411912" y="1766116"/>
                  </a:lnTo>
                  <a:lnTo>
                    <a:pt x="2412249" y="1767356"/>
                  </a:lnTo>
                  <a:lnTo>
                    <a:pt x="2412585" y="1768722"/>
                  </a:lnTo>
                  <a:lnTo>
                    <a:pt x="2412922" y="1770673"/>
                  </a:lnTo>
                  <a:lnTo>
                    <a:pt x="2413258" y="1772037"/>
                  </a:lnTo>
                  <a:lnTo>
                    <a:pt x="2413595" y="1773513"/>
                  </a:lnTo>
                  <a:lnTo>
                    <a:pt x="2413931" y="1774605"/>
                  </a:lnTo>
                  <a:lnTo>
                    <a:pt x="2414268" y="1775416"/>
                  </a:lnTo>
                  <a:lnTo>
                    <a:pt x="2414604" y="1776439"/>
                  </a:lnTo>
                  <a:lnTo>
                    <a:pt x="2414941" y="1777937"/>
                  </a:lnTo>
                  <a:lnTo>
                    <a:pt x="2415277" y="1779478"/>
                  </a:lnTo>
                  <a:lnTo>
                    <a:pt x="2415614" y="1781024"/>
                  </a:lnTo>
                  <a:lnTo>
                    <a:pt x="2415950" y="1782199"/>
                  </a:lnTo>
                  <a:lnTo>
                    <a:pt x="2416286" y="1782496"/>
                  </a:lnTo>
                  <a:lnTo>
                    <a:pt x="2416623" y="1781973"/>
                  </a:lnTo>
                  <a:lnTo>
                    <a:pt x="2416959" y="1781811"/>
                  </a:lnTo>
                  <a:lnTo>
                    <a:pt x="2417296" y="1782151"/>
                  </a:lnTo>
                  <a:lnTo>
                    <a:pt x="2417632" y="1782444"/>
                  </a:lnTo>
                  <a:lnTo>
                    <a:pt x="2417969" y="1782527"/>
                  </a:lnTo>
                  <a:lnTo>
                    <a:pt x="2418305" y="1782972"/>
                  </a:lnTo>
                  <a:lnTo>
                    <a:pt x="2418642" y="1783378"/>
                  </a:lnTo>
                  <a:lnTo>
                    <a:pt x="2418978" y="1786086"/>
                  </a:lnTo>
                  <a:lnTo>
                    <a:pt x="2419315" y="1789211"/>
                  </a:lnTo>
                  <a:lnTo>
                    <a:pt x="2419651" y="1793299"/>
                  </a:lnTo>
                  <a:lnTo>
                    <a:pt x="2419988" y="1795636"/>
                  </a:lnTo>
                  <a:lnTo>
                    <a:pt x="2420324" y="1797283"/>
                  </a:lnTo>
                  <a:lnTo>
                    <a:pt x="2420660" y="1797469"/>
                  </a:lnTo>
                  <a:lnTo>
                    <a:pt x="2420997" y="1797154"/>
                  </a:lnTo>
                  <a:lnTo>
                    <a:pt x="2421333" y="1797197"/>
                  </a:lnTo>
                  <a:lnTo>
                    <a:pt x="2421670" y="1798294"/>
                  </a:lnTo>
                  <a:lnTo>
                    <a:pt x="2422006" y="1799688"/>
                  </a:lnTo>
                  <a:lnTo>
                    <a:pt x="2422343" y="1801110"/>
                  </a:lnTo>
                  <a:lnTo>
                    <a:pt x="2422679" y="1802943"/>
                  </a:lnTo>
                  <a:lnTo>
                    <a:pt x="2423016" y="1806105"/>
                  </a:lnTo>
                  <a:lnTo>
                    <a:pt x="2423352" y="1809522"/>
                  </a:lnTo>
                  <a:lnTo>
                    <a:pt x="2423689" y="1813140"/>
                  </a:lnTo>
                  <a:lnTo>
                    <a:pt x="2424025" y="1816565"/>
                  </a:lnTo>
                  <a:lnTo>
                    <a:pt x="2424362" y="1820105"/>
                  </a:lnTo>
                  <a:lnTo>
                    <a:pt x="2424698" y="1823581"/>
                  </a:lnTo>
                  <a:lnTo>
                    <a:pt x="2425034" y="1827463"/>
                  </a:lnTo>
                  <a:lnTo>
                    <a:pt x="2425371" y="1832243"/>
                  </a:lnTo>
                  <a:lnTo>
                    <a:pt x="2425707" y="1837841"/>
                  </a:lnTo>
                  <a:lnTo>
                    <a:pt x="2426044" y="1844566"/>
                  </a:lnTo>
                  <a:lnTo>
                    <a:pt x="2426380" y="1851203"/>
                  </a:lnTo>
                  <a:lnTo>
                    <a:pt x="2426717" y="1859110"/>
                  </a:lnTo>
                  <a:lnTo>
                    <a:pt x="2427053" y="1867001"/>
                  </a:lnTo>
                  <a:lnTo>
                    <a:pt x="2427390" y="1874552"/>
                  </a:lnTo>
                  <a:lnTo>
                    <a:pt x="2427726" y="1881867"/>
                  </a:lnTo>
                  <a:lnTo>
                    <a:pt x="2428063" y="1890725"/>
                  </a:lnTo>
                  <a:lnTo>
                    <a:pt x="2428399" y="1899445"/>
                  </a:lnTo>
                  <a:lnTo>
                    <a:pt x="2428735" y="1907937"/>
                  </a:lnTo>
                  <a:lnTo>
                    <a:pt x="2429072" y="1916005"/>
                  </a:lnTo>
                  <a:lnTo>
                    <a:pt x="2429408" y="1923850"/>
                  </a:lnTo>
                  <a:lnTo>
                    <a:pt x="2429745" y="1931013"/>
                  </a:lnTo>
                  <a:lnTo>
                    <a:pt x="2430081" y="1937428"/>
                  </a:lnTo>
                  <a:lnTo>
                    <a:pt x="2430418" y="1943643"/>
                  </a:lnTo>
                  <a:lnTo>
                    <a:pt x="2430754" y="1948026"/>
                  </a:lnTo>
                  <a:lnTo>
                    <a:pt x="2431091" y="1952174"/>
                  </a:lnTo>
                  <a:lnTo>
                    <a:pt x="2431427" y="1956240"/>
                  </a:lnTo>
                  <a:lnTo>
                    <a:pt x="2431764" y="1960313"/>
                  </a:lnTo>
                  <a:lnTo>
                    <a:pt x="2432100" y="1964225"/>
                  </a:lnTo>
                  <a:lnTo>
                    <a:pt x="2432437" y="1967812"/>
                  </a:lnTo>
                  <a:lnTo>
                    <a:pt x="2432773" y="1970954"/>
                  </a:lnTo>
                  <a:lnTo>
                    <a:pt x="2433109" y="1974190"/>
                  </a:lnTo>
                  <a:lnTo>
                    <a:pt x="2433446" y="1976704"/>
                  </a:lnTo>
                  <a:lnTo>
                    <a:pt x="2433782" y="1979090"/>
                  </a:lnTo>
                  <a:lnTo>
                    <a:pt x="2434119" y="1981854"/>
                  </a:lnTo>
                  <a:lnTo>
                    <a:pt x="2434455" y="1984503"/>
                  </a:lnTo>
                  <a:lnTo>
                    <a:pt x="2434792" y="1986975"/>
                  </a:lnTo>
                  <a:lnTo>
                    <a:pt x="2435128" y="1989260"/>
                  </a:lnTo>
                  <a:lnTo>
                    <a:pt x="2435465" y="1991364"/>
                  </a:lnTo>
                  <a:lnTo>
                    <a:pt x="2435801" y="1993293"/>
                  </a:lnTo>
                  <a:lnTo>
                    <a:pt x="2436138" y="1995467"/>
                  </a:lnTo>
                  <a:lnTo>
                    <a:pt x="2436474" y="1997994"/>
                  </a:lnTo>
                  <a:lnTo>
                    <a:pt x="2436811" y="2000567"/>
                  </a:lnTo>
                  <a:lnTo>
                    <a:pt x="2437147" y="2003236"/>
                  </a:lnTo>
                  <a:lnTo>
                    <a:pt x="2437483" y="2006273"/>
                  </a:lnTo>
                  <a:lnTo>
                    <a:pt x="2437820" y="2008291"/>
                  </a:lnTo>
                  <a:lnTo>
                    <a:pt x="2438156" y="2010700"/>
                  </a:lnTo>
                  <a:lnTo>
                    <a:pt x="2438493" y="2013679"/>
                  </a:lnTo>
                  <a:lnTo>
                    <a:pt x="2438829" y="2016371"/>
                  </a:lnTo>
                  <a:lnTo>
                    <a:pt x="2439166" y="2019336"/>
                  </a:lnTo>
                  <a:lnTo>
                    <a:pt x="2439502" y="2021845"/>
                  </a:lnTo>
                  <a:lnTo>
                    <a:pt x="2439839" y="2025348"/>
                  </a:lnTo>
                  <a:lnTo>
                    <a:pt x="2440175" y="2029146"/>
                  </a:lnTo>
                  <a:lnTo>
                    <a:pt x="2440512" y="2032387"/>
                  </a:lnTo>
                  <a:lnTo>
                    <a:pt x="2440848" y="2035753"/>
                  </a:lnTo>
                  <a:lnTo>
                    <a:pt x="2441185" y="2039338"/>
                  </a:lnTo>
                  <a:lnTo>
                    <a:pt x="2441521" y="2043017"/>
                  </a:lnTo>
                  <a:lnTo>
                    <a:pt x="2441857" y="2046874"/>
                  </a:lnTo>
                  <a:lnTo>
                    <a:pt x="2442194" y="2052409"/>
                  </a:lnTo>
                  <a:lnTo>
                    <a:pt x="2442530" y="2056889"/>
                  </a:lnTo>
                  <a:lnTo>
                    <a:pt x="2442867" y="2063030"/>
                  </a:lnTo>
                  <a:lnTo>
                    <a:pt x="2443203" y="2069071"/>
                  </a:lnTo>
                  <a:lnTo>
                    <a:pt x="2443540" y="2075153"/>
                  </a:lnTo>
                  <a:lnTo>
                    <a:pt x="2443876" y="2079936"/>
                  </a:lnTo>
                  <a:lnTo>
                    <a:pt x="2444213" y="2084780"/>
                  </a:lnTo>
                  <a:lnTo>
                    <a:pt x="2444549" y="2089848"/>
                  </a:lnTo>
                  <a:lnTo>
                    <a:pt x="2444886" y="2094947"/>
                  </a:lnTo>
                  <a:lnTo>
                    <a:pt x="2445222" y="2100013"/>
                  </a:lnTo>
                  <a:lnTo>
                    <a:pt x="2445559" y="2104514"/>
                  </a:lnTo>
                  <a:lnTo>
                    <a:pt x="2445895" y="2110303"/>
                  </a:lnTo>
                  <a:lnTo>
                    <a:pt x="2446231" y="2115501"/>
                  </a:lnTo>
                  <a:lnTo>
                    <a:pt x="2446568" y="2120354"/>
                  </a:lnTo>
                  <a:lnTo>
                    <a:pt x="2446904" y="2124641"/>
                  </a:lnTo>
                  <a:lnTo>
                    <a:pt x="2447241" y="2128119"/>
                  </a:lnTo>
                  <a:lnTo>
                    <a:pt x="2447577" y="2131417"/>
                  </a:lnTo>
                  <a:lnTo>
                    <a:pt x="2447914" y="2135102"/>
                  </a:lnTo>
                  <a:lnTo>
                    <a:pt x="2448250" y="2141073"/>
                  </a:lnTo>
                  <a:lnTo>
                    <a:pt x="2448587" y="2146965"/>
                  </a:lnTo>
                  <a:lnTo>
                    <a:pt x="2448923" y="2153449"/>
                  </a:lnTo>
                  <a:lnTo>
                    <a:pt x="2449260" y="2160315"/>
                  </a:lnTo>
                  <a:lnTo>
                    <a:pt x="2449596" y="2166409"/>
                  </a:lnTo>
                  <a:lnTo>
                    <a:pt x="2449933" y="2171891"/>
                  </a:lnTo>
                  <a:lnTo>
                    <a:pt x="2450269" y="2177298"/>
                  </a:lnTo>
                  <a:lnTo>
                    <a:pt x="2450605" y="2182683"/>
                  </a:lnTo>
                  <a:lnTo>
                    <a:pt x="2450942" y="2188865"/>
                  </a:lnTo>
                  <a:lnTo>
                    <a:pt x="2451278" y="2195442"/>
                  </a:lnTo>
                  <a:lnTo>
                    <a:pt x="2451615" y="2202268"/>
                  </a:lnTo>
                  <a:lnTo>
                    <a:pt x="2451951" y="2209321"/>
                  </a:lnTo>
                  <a:lnTo>
                    <a:pt x="2452288" y="2216422"/>
                  </a:lnTo>
                  <a:lnTo>
                    <a:pt x="2452624" y="2223258"/>
                  </a:lnTo>
                  <a:lnTo>
                    <a:pt x="2452961" y="2229477"/>
                  </a:lnTo>
                  <a:lnTo>
                    <a:pt x="2453297" y="2234941"/>
                  </a:lnTo>
                  <a:lnTo>
                    <a:pt x="2453634" y="2239922"/>
                  </a:lnTo>
                  <a:lnTo>
                    <a:pt x="2453970" y="2244222"/>
                  </a:lnTo>
                  <a:lnTo>
                    <a:pt x="2454307" y="2247966"/>
                  </a:lnTo>
                  <a:lnTo>
                    <a:pt x="2454643" y="2251648"/>
                  </a:lnTo>
                  <a:lnTo>
                    <a:pt x="2454979" y="2257213"/>
                  </a:lnTo>
                  <a:lnTo>
                    <a:pt x="2455316" y="2262349"/>
                  </a:lnTo>
                  <a:lnTo>
                    <a:pt x="2455652" y="2267123"/>
                  </a:lnTo>
                  <a:lnTo>
                    <a:pt x="2455989" y="2271590"/>
                  </a:lnTo>
                  <a:lnTo>
                    <a:pt x="2456325" y="2273508"/>
                  </a:lnTo>
                  <a:lnTo>
                    <a:pt x="2456662" y="2274470"/>
                  </a:lnTo>
                  <a:lnTo>
                    <a:pt x="2456998" y="2274257"/>
                  </a:lnTo>
                  <a:lnTo>
                    <a:pt x="2457335" y="2274071"/>
                  </a:lnTo>
                  <a:lnTo>
                    <a:pt x="2457671" y="2274190"/>
                  </a:lnTo>
                  <a:lnTo>
                    <a:pt x="2458008" y="2274848"/>
                  </a:lnTo>
                  <a:lnTo>
                    <a:pt x="2458344" y="2276040"/>
                  </a:lnTo>
                  <a:lnTo>
                    <a:pt x="2458681" y="2276952"/>
                  </a:lnTo>
                  <a:lnTo>
                    <a:pt x="2459017" y="2278027"/>
                  </a:lnTo>
                  <a:lnTo>
                    <a:pt x="2459353" y="2279240"/>
                  </a:lnTo>
                  <a:lnTo>
                    <a:pt x="2459690" y="2280788"/>
                  </a:lnTo>
                  <a:lnTo>
                    <a:pt x="2460026" y="2282576"/>
                  </a:lnTo>
                  <a:lnTo>
                    <a:pt x="2460363" y="2284706"/>
                  </a:lnTo>
                  <a:lnTo>
                    <a:pt x="2460699" y="2286986"/>
                  </a:lnTo>
                  <a:lnTo>
                    <a:pt x="2461036" y="2289349"/>
                  </a:lnTo>
                  <a:lnTo>
                    <a:pt x="2461372" y="2291607"/>
                  </a:lnTo>
                  <a:lnTo>
                    <a:pt x="2461709" y="2294232"/>
                  </a:lnTo>
                  <a:lnTo>
                    <a:pt x="2462045" y="2298212"/>
                  </a:lnTo>
                  <a:lnTo>
                    <a:pt x="2462382" y="2301973"/>
                  </a:lnTo>
                  <a:lnTo>
                    <a:pt x="2462718" y="2305495"/>
                  </a:lnTo>
                  <a:lnTo>
                    <a:pt x="2463054" y="2308578"/>
                  </a:lnTo>
                  <a:lnTo>
                    <a:pt x="2463391" y="2311802"/>
                  </a:lnTo>
                  <a:lnTo>
                    <a:pt x="2463727" y="2315132"/>
                  </a:lnTo>
                  <a:lnTo>
                    <a:pt x="2464064" y="2318387"/>
                  </a:lnTo>
                  <a:lnTo>
                    <a:pt x="2464400" y="2323476"/>
                  </a:lnTo>
                  <a:lnTo>
                    <a:pt x="2464737" y="2328518"/>
                  </a:lnTo>
                  <a:lnTo>
                    <a:pt x="2465073" y="2333354"/>
                  </a:lnTo>
                  <a:lnTo>
                    <a:pt x="2465410" y="2337456"/>
                  </a:lnTo>
                  <a:lnTo>
                    <a:pt x="2465746" y="2341087"/>
                  </a:lnTo>
                  <a:lnTo>
                    <a:pt x="2466083" y="2344571"/>
                  </a:lnTo>
                  <a:lnTo>
                    <a:pt x="2466419" y="2347741"/>
                  </a:lnTo>
                  <a:lnTo>
                    <a:pt x="2466756" y="2350584"/>
                  </a:lnTo>
                  <a:lnTo>
                    <a:pt x="2467092" y="2352803"/>
                  </a:lnTo>
                  <a:lnTo>
                    <a:pt x="2467428" y="2355367"/>
                  </a:lnTo>
                  <a:lnTo>
                    <a:pt x="2467765" y="2358176"/>
                  </a:lnTo>
                  <a:lnTo>
                    <a:pt x="2468101" y="2361798"/>
                  </a:lnTo>
                  <a:lnTo>
                    <a:pt x="2468438" y="2365883"/>
                  </a:lnTo>
                  <a:lnTo>
                    <a:pt x="2468774" y="2370433"/>
                  </a:lnTo>
                  <a:lnTo>
                    <a:pt x="2469111" y="2374827"/>
                  </a:lnTo>
                  <a:lnTo>
                    <a:pt x="2469447" y="2378847"/>
                  </a:lnTo>
                  <a:lnTo>
                    <a:pt x="2469784" y="2382443"/>
                  </a:lnTo>
                  <a:lnTo>
                    <a:pt x="2470120" y="2385347"/>
                  </a:lnTo>
                  <a:lnTo>
                    <a:pt x="2470457" y="2388298"/>
                  </a:lnTo>
                  <a:lnTo>
                    <a:pt x="2470793" y="2391508"/>
                  </a:lnTo>
                  <a:lnTo>
                    <a:pt x="2471130" y="2394927"/>
                  </a:lnTo>
                  <a:lnTo>
                    <a:pt x="2471466" y="2398377"/>
                  </a:lnTo>
                  <a:lnTo>
                    <a:pt x="2471802" y="2401688"/>
                  </a:lnTo>
                  <a:lnTo>
                    <a:pt x="2472139" y="2404280"/>
                  </a:lnTo>
                  <a:lnTo>
                    <a:pt x="2472475" y="2406571"/>
                  </a:lnTo>
                  <a:lnTo>
                    <a:pt x="2472812" y="2410315"/>
                  </a:lnTo>
                  <a:lnTo>
                    <a:pt x="2473148" y="2412887"/>
                  </a:lnTo>
                  <a:lnTo>
                    <a:pt x="2473485" y="2414490"/>
                  </a:lnTo>
                  <a:lnTo>
                    <a:pt x="2473821" y="2415335"/>
                  </a:lnTo>
                  <a:lnTo>
                    <a:pt x="2474158" y="2416336"/>
                  </a:lnTo>
                  <a:lnTo>
                    <a:pt x="2474494" y="2417278"/>
                  </a:lnTo>
                  <a:lnTo>
                    <a:pt x="2474831" y="2418225"/>
                  </a:lnTo>
                  <a:lnTo>
                    <a:pt x="2475167" y="2419713"/>
                  </a:lnTo>
                  <a:lnTo>
                    <a:pt x="2475504" y="2421773"/>
                  </a:lnTo>
                  <a:lnTo>
                    <a:pt x="2475840" y="2423603"/>
                  </a:lnTo>
                  <a:lnTo>
                    <a:pt x="2476176" y="2425062"/>
                  </a:lnTo>
                  <a:lnTo>
                    <a:pt x="2476513" y="2426472"/>
                  </a:lnTo>
                  <a:lnTo>
                    <a:pt x="2476849" y="2428351"/>
                  </a:lnTo>
                  <a:lnTo>
                    <a:pt x="2477186" y="2430656"/>
                  </a:lnTo>
                  <a:lnTo>
                    <a:pt x="2477522" y="2432942"/>
                  </a:lnTo>
                  <a:lnTo>
                    <a:pt x="2477859" y="2434890"/>
                  </a:lnTo>
                  <a:lnTo>
                    <a:pt x="2478195" y="2436899"/>
                  </a:lnTo>
                  <a:lnTo>
                    <a:pt x="2478532" y="2438504"/>
                  </a:lnTo>
                  <a:lnTo>
                    <a:pt x="2478868" y="2439874"/>
                  </a:lnTo>
                  <a:lnTo>
                    <a:pt x="2479205" y="2440860"/>
                  </a:lnTo>
                  <a:lnTo>
                    <a:pt x="2479541" y="2441843"/>
                  </a:lnTo>
                  <a:lnTo>
                    <a:pt x="2479878" y="2442798"/>
                  </a:lnTo>
                  <a:lnTo>
                    <a:pt x="2480214" y="2443657"/>
                  </a:lnTo>
                  <a:lnTo>
                    <a:pt x="2480550" y="2444302"/>
                  </a:lnTo>
                  <a:lnTo>
                    <a:pt x="2480887" y="2444446"/>
                  </a:lnTo>
                  <a:lnTo>
                    <a:pt x="2481223" y="2444963"/>
                  </a:lnTo>
                  <a:lnTo>
                    <a:pt x="2481560" y="2445603"/>
                  </a:lnTo>
                  <a:lnTo>
                    <a:pt x="2481896" y="2445897"/>
                  </a:lnTo>
                  <a:lnTo>
                    <a:pt x="2482233" y="2445768"/>
                  </a:lnTo>
                  <a:lnTo>
                    <a:pt x="2482569" y="2445416"/>
                  </a:lnTo>
                  <a:lnTo>
                    <a:pt x="2482906" y="2444819"/>
                  </a:lnTo>
                  <a:lnTo>
                    <a:pt x="2483242" y="2444417"/>
                  </a:lnTo>
                  <a:lnTo>
                    <a:pt x="2483579" y="2444374"/>
                  </a:lnTo>
                  <a:lnTo>
                    <a:pt x="2483915" y="2445092"/>
                  </a:lnTo>
                  <a:lnTo>
                    <a:pt x="2484252" y="2446529"/>
                  </a:lnTo>
                  <a:lnTo>
                    <a:pt x="2484588" y="2447901"/>
                  </a:lnTo>
                  <a:lnTo>
                    <a:pt x="2484924" y="2449425"/>
                  </a:lnTo>
                  <a:lnTo>
                    <a:pt x="2485261" y="2450912"/>
                  </a:lnTo>
                  <a:lnTo>
                    <a:pt x="2485597" y="2452823"/>
                  </a:lnTo>
                  <a:lnTo>
                    <a:pt x="2485934" y="2455136"/>
                  </a:lnTo>
                  <a:lnTo>
                    <a:pt x="2486270" y="2457212"/>
                  </a:lnTo>
                  <a:lnTo>
                    <a:pt x="2486607" y="2459260"/>
                  </a:lnTo>
                  <a:lnTo>
                    <a:pt x="2486943" y="2461336"/>
                  </a:lnTo>
                  <a:lnTo>
                    <a:pt x="2487280" y="2463994"/>
                  </a:lnTo>
                  <a:lnTo>
                    <a:pt x="2487616" y="2467249"/>
                  </a:lnTo>
                  <a:lnTo>
                    <a:pt x="2487953" y="2471085"/>
                  </a:lnTo>
                  <a:lnTo>
                    <a:pt x="2488289" y="2474972"/>
                  </a:lnTo>
                  <a:lnTo>
                    <a:pt x="2488626" y="2478499"/>
                  </a:lnTo>
                  <a:lnTo>
                    <a:pt x="2488962" y="2481481"/>
                  </a:lnTo>
                  <a:lnTo>
                    <a:pt x="2489298" y="2484060"/>
                  </a:lnTo>
                  <a:lnTo>
                    <a:pt x="2489635" y="2486740"/>
                  </a:lnTo>
                  <a:lnTo>
                    <a:pt x="2489971" y="2489527"/>
                  </a:lnTo>
                  <a:lnTo>
                    <a:pt x="2490308" y="2491432"/>
                  </a:lnTo>
                  <a:lnTo>
                    <a:pt x="2490644" y="2493115"/>
                  </a:lnTo>
                  <a:lnTo>
                    <a:pt x="2490981" y="2494436"/>
                  </a:lnTo>
                  <a:lnTo>
                    <a:pt x="2491317" y="2495691"/>
                  </a:lnTo>
                  <a:lnTo>
                    <a:pt x="2491654" y="2496831"/>
                  </a:lnTo>
                  <a:lnTo>
                    <a:pt x="2491990" y="2497914"/>
                  </a:lnTo>
                  <a:lnTo>
                    <a:pt x="2492327" y="2498787"/>
                  </a:lnTo>
                  <a:lnTo>
                    <a:pt x="2492663" y="2499435"/>
                  </a:lnTo>
                  <a:lnTo>
                    <a:pt x="2492999" y="2499879"/>
                  </a:lnTo>
                  <a:lnTo>
                    <a:pt x="2493336" y="2500328"/>
                  </a:lnTo>
                  <a:lnTo>
                    <a:pt x="2493672" y="2500428"/>
                  </a:lnTo>
                  <a:lnTo>
                    <a:pt x="2494009" y="2500043"/>
                  </a:lnTo>
                  <a:lnTo>
                    <a:pt x="2494345" y="2499641"/>
                  </a:lnTo>
                  <a:lnTo>
                    <a:pt x="2494682" y="2499004"/>
                  </a:lnTo>
                  <a:lnTo>
                    <a:pt x="2495018" y="2498327"/>
                  </a:lnTo>
                  <a:lnTo>
                    <a:pt x="2495355" y="2497533"/>
                  </a:lnTo>
                  <a:lnTo>
                    <a:pt x="2495691" y="2496458"/>
                  </a:lnTo>
                  <a:lnTo>
                    <a:pt x="2496028" y="2495348"/>
                  </a:lnTo>
                  <a:lnTo>
                    <a:pt x="2496364" y="2494793"/>
                  </a:lnTo>
                  <a:lnTo>
                    <a:pt x="2496701" y="2494182"/>
                  </a:lnTo>
                  <a:lnTo>
                    <a:pt x="2497037" y="2493525"/>
                  </a:lnTo>
                  <a:lnTo>
                    <a:pt x="2497373" y="2492789"/>
                  </a:lnTo>
                  <a:lnTo>
                    <a:pt x="2497710" y="2491988"/>
                  </a:lnTo>
                  <a:lnTo>
                    <a:pt x="2498046" y="2491237"/>
                  </a:lnTo>
                  <a:lnTo>
                    <a:pt x="2498383" y="2490815"/>
                  </a:lnTo>
                  <a:lnTo>
                    <a:pt x="2498719" y="2490741"/>
                  </a:lnTo>
                  <a:lnTo>
                    <a:pt x="2499056" y="2490801"/>
                  </a:lnTo>
                  <a:lnTo>
                    <a:pt x="2499392" y="2490739"/>
                  </a:lnTo>
                  <a:lnTo>
                    <a:pt x="2499729" y="2490871"/>
                  </a:lnTo>
                  <a:lnTo>
                    <a:pt x="2500065" y="2490896"/>
                  </a:lnTo>
                  <a:lnTo>
                    <a:pt x="2500402" y="2491144"/>
                  </a:lnTo>
                  <a:lnTo>
                    <a:pt x="2500738" y="2492276"/>
                  </a:lnTo>
                  <a:lnTo>
                    <a:pt x="2501075" y="2493769"/>
                  </a:lnTo>
                  <a:lnTo>
                    <a:pt x="2501411" y="2494691"/>
                  </a:lnTo>
                  <a:lnTo>
                    <a:pt x="2501747" y="2495760"/>
                  </a:lnTo>
                  <a:lnTo>
                    <a:pt x="2502084" y="2497332"/>
                  </a:lnTo>
                  <a:lnTo>
                    <a:pt x="2502420" y="2498991"/>
                  </a:lnTo>
                  <a:lnTo>
                    <a:pt x="2502757" y="2500618"/>
                  </a:lnTo>
                  <a:lnTo>
                    <a:pt x="2503093" y="2502245"/>
                  </a:lnTo>
                  <a:lnTo>
                    <a:pt x="2503430" y="2503627"/>
                  </a:lnTo>
                  <a:lnTo>
                    <a:pt x="2503766" y="2504803"/>
                  </a:lnTo>
                  <a:lnTo>
                    <a:pt x="2504103" y="2505907"/>
                  </a:lnTo>
                  <a:lnTo>
                    <a:pt x="2504439" y="2506690"/>
                  </a:lnTo>
                  <a:lnTo>
                    <a:pt x="2504776" y="2507255"/>
                  </a:lnTo>
                  <a:lnTo>
                    <a:pt x="2505112" y="2507740"/>
                  </a:lnTo>
                  <a:lnTo>
                    <a:pt x="2505449" y="2507661"/>
                  </a:lnTo>
                  <a:lnTo>
                    <a:pt x="2505785" y="2507089"/>
                  </a:lnTo>
                  <a:lnTo>
                    <a:pt x="2506121" y="2506760"/>
                  </a:lnTo>
                  <a:lnTo>
                    <a:pt x="2506458" y="2506471"/>
                  </a:lnTo>
                  <a:lnTo>
                    <a:pt x="2506794" y="2506528"/>
                  </a:lnTo>
                  <a:lnTo>
                    <a:pt x="2507131" y="2505508"/>
                  </a:lnTo>
                  <a:lnTo>
                    <a:pt x="2507467" y="2504538"/>
                  </a:lnTo>
                  <a:lnTo>
                    <a:pt x="2507804" y="2503461"/>
                  </a:lnTo>
                  <a:lnTo>
                    <a:pt x="2508140" y="2502362"/>
                  </a:lnTo>
                  <a:lnTo>
                    <a:pt x="2508477" y="2501169"/>
                  </a:lnTo>
                  <a:lnTo>
                    <a:pt x="2508813" y="2499854"/>
                  </a:lnTo>
                  <a:lnTo>
                    <a:pt x="2509150" y="2498482"/>
                  </a:lnTo>
                  <a:lnTo>
                    <a:pt x="2509486" y="2497462"/>
                  </a:lnTo>
                  <a:lnTo>
                    <a:pt x="2509823" y="2496743"/>
                  </a:lnTo>
                  <a:lnTo>
                    <a:pt x="2510159" y="2496989"/>
                  </a:lnTo>
                  <a:lnTo>
                    <a:pt x="2510495" y="2498155"/>
                  </a:lnTo>
                  <a:lnTo>
                    <a:pt x="2510832" y="2499594"/>
                  </a:lnTo>
                  <a:lnTo>
                    <a:pt x="2511168" y="2501323"/>
                  </a:lnTo>
                  <a:lnTo>
                    <a:pt x="2511505" y="2502912"/>
                  </a:lnTo>
                  <a:lnTo>
                    <a:pt x="2511841" y="2504646"/>
                  </a:lnTo>
                  <a:lnTo>
                    <a:pt x="2512178" y="2506560"/>
                  </a:lnTo>
                  <a:lnTo>
                    <a:pt x="2512514" y="2508054"/>
                  </a:lnTo>
                  <a:lnTo>
                    <a:pt x="2512851" y="2509738"/>
                  </a:lnTo>
                  <a:lnTo>
                    <a:pt x="2513187" y="2511742"/>
                  </a:lnTo>
                  <a:lnTo>
                    <a:pt x="2513524" y="2514357"/>
                  </a:lnTo>
                  <a:lnTo>
                    <a:pt x="2513860" y="2517289"/>
                  </a:lnTo>
                  <a:lnTo>
                    <a:pt x="2514197" y="2520594"/>
                  </a:lnTo>
                  <a:lnTo>
                    <a:pt x="2514533" y="2524209"/>
                  </a:lnTo>
                  <a:lnTo>
                    <a:pt x="2514869" y="2528118"/>
                  </a:lnTo>
                  <a:lnTo>
                    <a:pt x="2515206" y="2531918"/>
                  </a:lnTo>
                  <a:lnTo>
                    <a:pt x="2515542" y="2534880"/>
                  </a:lnTo>
                  <a:lnTo>
                    <a:pt x="2515879" y="2537279"/>
                  </a:lnTo>
                  <a:lnTo>
                    <a:pt x="2516215" y="2539598"/>
                  </a:lnTo>
                  <a:lnTo>
                    <a:pt x="2516552" y="2541466"/>
                  </a:lnTo>
                  <a:lnTo>
                    <a:pt x="2516888" y="2543585"/>
                  </a:lnTo>
                  <a:lnTo>
                    <a:pt x="2517225" y="2545841"/>
                  </a:lnTo>
                  <a:lnTo>
                    <a:pt x="2517561" y="2548262"/>
                  </a:lnTo>
                  <a:lnTo>
                    <a:pt x="2517898" y="2550791"/>
                  </a:lnTo>
                  <a:lnTo>
                    <a:pt x="2518234" y="2552219"/>
                  </a:lnTo>
                  <a:lnTo>
                    <a:pt x="2518571" y="2553043"/>
                  </a:lnTo>
                  <a:lnTo>
                    <a:pt x="2518907" y="2553810"/>
                  </a:lnTo>
                  <a:lnTo>
                    <a:pt x="2519243" y="2554712"/>
                  </a:lnTo>
                  <a:lnTo>
                    <a:pt x="2519580" y="2555655"/>
                  </a:lnTo>
                  <a:lnTo>
                    <a:pt x="2519916" y="2556689"/>
                  </a:lnTo>
                  <a:lnTo>
                    <a:pt x="2520253" y="2557888"/>
                  </a:lnTo>
                  <a:lnTo>
                    <a:pt x="2520589" y="2559446"/>
                  </a:lnTo>
                  <a:lnTo>
                    <a:pt x="2520926" y="2561368"/>
                  </a:lnTo>
                  <a:lnTo>
                    <a:pt x="2521262" y="2563444"/>
                  </a:lnTo>
                  <a:lnTo>
                    <a:pt x="2521599" y="2565644"/>
                  </a:lnTo>
                  <a:lnTo>
                    <a:pt x="2521935" y="2567914"/>
                  </a:lnTo>
                  <a:lnTo>
                    <a:pt x="2522272" y="2570259"/>
                  </a:lnTo>
                  <a:lnTo>
                    <a:pt x="2522608" y="2572766"/>
                  </a:lnTo>
                  <a:lnTo>
                    <a:pt x="2522945" y="2575313"/>
                  </a:lnTo>
                  <a:lnTo>
                    <a:pt x="2523281" y="2577772"/>
                  </a:lnTo>
                  <a:lnTo>
                    <a:pt x="2523617" y="2580912"/>
                  </a:lnTo>
                  <a:lnTo>
                    <a:pt x="2523954" y="2584054"/>
                  </a:lnTo>
                  <a:lnTo>
                    <a:pt x="2524290" y="2587861"/>
                  </a:lnTo>
                  <a:lnTo>
                    <a:pt x="2524627" y="2591224"/>
                  </a:lnTo>
                  <a:lnTo>
                    <a:pt x="2524963" y="2593968"/>
                  </a:lnTo>
                  <a:lnTo>
                    <a:pt x="2525300" y="2596253"/>
                  </a:lnTo>
                  <a:lnTo>
                    <a:pt x="2525636" y="2598056"/>
                  </a:lnTo>
                  <a:lnTo>
                    <a:pt x="2525973" y="2599443"/>
                  </a:lnTo>
                  <a:lnTo>
                    <a:pt x="2526309" y="2600772"/>
                  </a:lnTo>
                  <a:lnTo>
                    <a:pt x="2526646" y="2602180"/>
                  </a:lnTo>
                  <a:lnTo>
                    <a:pt x="2526982" y="2603484"/>
                  </a:lnTo>
                  <a:lnTo>
                    <a:pt x="2527318" y="2604633"/>
                  </a:lnTo>
                  <a:lnTo>
                    <a:pt x="2527655" y="2605704"/>
                  </a:lnTo>
                  <a:lnTo>
                    <a:pt x="2527991" y="2606546"/>
                  </a:lnTo>
                  <a:lnTo>
                    <a:pt x="2528328" y="2607338"/>
                  </a:lnTo>
                  <a:lnTo>
                    <a:pt x="2528664" y="2608273"/>
                  </a:lnTo>
                  <a:lnTo>
                    <a:pt x="2529001" y="2609229"/>
                  </a:lnTo>
                  <a:lnTo>
                    <a:pt x="2529337" y="2609702"/>
                  </a:lnTo>
                  <a:lnTo>
                    <a:pt x="2529674" y="2610206"/>
                  </a:lnTo>
                  <a:lnTo>
                    <a:pt x="2530010" y="2610557"/>
                  </a:lnTo>
                  <a:lnTo>
                    <a:pt x="2530347" y="2610803"/>
                  </a:lnTo>
                  <a:lnTo>
                    <a:pt x="2530683" y="2611080"/>
                  </a:lnTo>
                  <a:lnTo>
                    <a:pt x="2531020" y="2611394"/>
                  </a:lnTo>
                  <a:lnTo>
                    <a:pt x="2531356" y="2611651"/>
                  </a:lnTo>
                  <a:lnTo>
                    <a:pt x="2531692" y="2611499"/>
                  </a:lnTo>
                  <a:lnTo>
                    <a:pt x="2532029" y="2611140"/>
                  </a:lnTo>
                  <a:lnTo>
                    <a:pt x="2532365" y="2610706"/>
                  </a:lnTo>
                  <a:lnTo>
                    <a:pt x="2532702" y="2610114"/>
                  </a:lnTo>
                  <a:lnTo>
                    <a:pt x="2533038" y="2608884"/>
                  </a:lnTo>
                  <a:lnTo>
                    <a:pt x="2533375" y="2607396"/>
                  </a:lnTo>
                  <a:lnTo>
                    <a:pt x="2533711" y="2605548"/>
                  </a:lnTo>
                  <a:lnTo>
                    <a:pt x="2534048" y="2603632"/>
                  </a:lnTo>
                  <a:lnTo>
                    <a:pt x="2534384" y="2601740"/>
                  </a:lnTo>
                  <a:lnTo>
                    <a:pt x="2534721" y="2599618"/>
                  </a:lnTo>
                  <a:lnTo>
                    <a:pt x="2535057" y="2598131"/>
                  </a:lnTo>
                  <a:lnTo>
                    <a:pt x="2535394" y="2596787"/>
                  </a:lnTo>
                  <a:lnTo>
                    <a:pt x="2535730" y="2595408"/>
                  </a:lnTo>
                  <a:lnTo>
                    <a:pt x="2536066" y="2594187"/>
                  </a:lnTo>
                  <a:lnTo>
                    <a:pt x="2536403" y="2593080"/>
                  </a:lnTo>
                  <a:lnTo>
                    <a:pt x="2536739" y="2592132"/>
                  </a:lnTo>
                  <a:lnTo>
                    <a:pt x="2537076" y="2591334"/>
                  </a:lnTo>
                  <a:lnTo>
                    <a:pt x="2537412" y="2591018"/>
                  </a:lnTo>
                  <a:lnTo>
                    <a:pt x="2537749" y="2591531"/>
                  </a:lnTo>
                  <a:lnTo>
                    <a:pt x="2538085" y="2592177"/>
                  </a:lnTo>
                  <a:lnTo>
                    <a:pt x="2538422" y="2592943"/>
                  </a:lnTo>
                  <a:lnTo>
                    <a:pt x="2538758" y="2593824"/>
                  </a:lnTo>
                  <a:lnTo>
                    <a:pt x="2539095" y="2594818"/>
                  </a:lnTo>
                  <a:lnTo>
                    <a:pt x="2539431" y="2596125"/>
                  </a:lnTo>
                  <a:lnTo>
                    <a:pt x="2539768" y="2597707"/>
                  </a:lnTo>
                  <a:lnTo>
                    <a:pt x="2540104" y="2598501"/>
                  </a:lnTo>
                  <a:lnTo>
                    <a:pt x="2540440" y="2599109"/>
                  </a:lnTo>
                  <a:lnTo>
                    <a:pt x="2540777" y="2599813"/>
                  </a:lnTo>
                  <a:lnTo>
                    <a:pt x="2541113" y="2600431"/>
                  </a:lnTo>
                  <a:lnTo>
                    <a:pt x="2541450" y="2600923"/>
                  </a:lnTo>
                  <a:lnTo>
                    <a:pt x="2541786" y="2601452"/>
                  </a:lnTo>
                  <a:lnTo>
                    <a:pt x="2542123" y="2602082"/>
                  </a:lnTo>
                  <a:lnTo>
                    <a:pt x="2542459" y="2602365"/>
                  </a:lnTo>
                  <a:lnTo>
                    <a:pt x="2542796" y="2601928"/>
                  </a:lnTo>
                  <a:lnTo>
                    <a:pt x="2543132" y="2601390"/>
                  </a:lnTo>
                  <a:lnTo>
                    <a:pt x="2543469" y="2600650"/>
                  </a:lnTo>
                  <a:lnTo>
                    <a:pt x="2543805" y="2599095"/>
                  </a:lnTo>
                  <a:lnTo>
                    <a:pt x="2544142" y="2597269"/>
                  </a:lnTo>
                  <a:lnTo>
                    <a:pt x="2544478" y="2594965"/>
                  </a:lnTo>
                  <a:lnTo>
                    <a:pt x="2544814" y="2592371"/>
                  </a:lnTo>
                  <a:lnTo>
                    <a:pt x="2545151" y="2589598"/>
                  </a:lnTo>
                  <a:lnTo>
                    <a:pt x="2545487" y="2587025"/>
                  </a:lnTo>
                  <a:lnTo>
                    <a:pt x="2545824" y="2584533"/>
                  </a:lnTo>
                  <a:lnTo>
                    <a:pt x="2546160" y="2581665"/>
                  </a:lnTo>
                  <a:lnTo>
                    <a:pt x="2546497" y="2578845"/>
                  </a:lnTo>
                  <a:lnTo>
                    <a:pt x="2546833" y="2575882"/>
                  </a:lnTo>
                  <a:lnTo>
                    <a:pt x="2547170" y="2572454"/>
                  </a:lnTo>
                  <a:lnTo>
                    <a:pt x="2547506" y="2568444"/>
                  </a:lnTo>
                  <a:lnTo>
                    <a:pt x="2547843" y="2564403"/>
                  </a:lnTo>
                  <a:lnTo>
                    <a:pt x="2548179" y="2560886"/>
                  </a:lnTo>
                  <a:lnTo>
                    <a:pt x="2548516" y="2555850"/>
                  </a:lnTo>
                  <a:lnTo>
                    <a:pt x="2548852" y="2550921"/>
                  </a:lnTo>
                  <a:lnTo>
                    <a:pt x="2549188" y="2545971"/>
                  </a:lnTo>
                  <a:lnTo>
                    <a:pt x="2549525" y="2540835"/>
                  </a:lnTo>
                  <a:lnTo>
                    <a:pt x="2549861" y="2535446"/>
                  </a:lnTo>
                  <a:lnTo>
                    <a:pt x="2550198" y="2530626"/>
                  </a:lnTo>
                  <a:lnTo>
                    <a:pt x="2550534" y="2525719"/>
                  </a:lnTo>
                  <a:lnTo>
                    <a:pt x="2550871" y="2521200"/>
                  </a:lnTo>
                  <a:lnTo>
                    <a:pt x="2551207" y="2516990"/>
                  </a:lnTo>
                  <a:lnTo>
                    <a:pt x="2551544" y="2512521"/>
                  </a:lnTo>
                  <a:lnTo>
                    <a:pt x="2551880" y="2508211"/>
                  </a:lnTo>
                  <a:lnTo>
                    <a:pt x="2552217" y="2504460"/>
                  </a:lnTo>
                  <a:lnTo>
                    <a:pt x="2552553" y="2501235"/>
                  </a:lnTo>
                  <a:lnTo>
                    <a:pt x="2552890" y="2498009"/>
                  </a:lnTo>
                  <a:lnTo>
                    <a:pt x="2553226" y="2494496"/>
                  </a:lnTo>
                  <a:lnTo>
                    <a:pt x="2553562" y="2490652"/>
                  </a:lnTo>
                  <a:lnTo>
                    <a:pt x="2553899" y="2486428"/>
                  </a:lnTo>
                  <a:lnTo>
                    <a:pt x="2554235" y="2481787"/>
                  </a:lnTo>
                  <a:lnTo>
                    <a:pt x="2554572" y="2477002"/>
                  </a:lnTo>
                  <a:lnTo>
                    <a:pt x="2554908" y="2472663"/>
                  </a:lnTo>
                  <a:lnTo>
                    <a:pt x="2555245" y="2469102"/>
                  </a:lnTo>
                  <a:lnTo>
                    <a:pt x="2555581" y="2465250"/>
                  </a:lnTo>
                  <a:lnTo>
                    <a:pt x="2555918" y="2460710"/>
                  </a:lnTo>
                  <a:lnTo>
                    <a:pt x="2556254" y="2457098"/>
                  </a:lnTo>
                  <a:lnTo>
                    <a:pt x="2556591" y="2453630"/>
                  </a:lnTo>
                  <a:lnTo>
                    <a:pt x="2556927" y="2449979"/>
                  </a:lnTo>
                  <a:lnTo>
                    <a:pt x="2557264" y="2446669"/>
                  </a:lnTo>
                  <a:lnTo>
                    <a:pt x="2557600" y="2443087"/>
                  </a:lnTo>
                  <a:lnTo>
                    <a:pt x="2557936" y="2440003"/>
                  </a:lnTo>
                  <a:lnTo>
                    <a:pt x="2558273" y="2437199"/>
                  </a:lnTo>
                  <a:lnTo>
                    <a:pt x="2558609" y="2434252"/>
                  </a:lnTo>
                  <a:lnTo>
                    <a:pt x="2558946" y="2431378"/>
                  </a:lnTo>
                  <a:lnTo>
                    <a:pt x="2559282" y="2428563"/>
                  </a:lnTo>
                  <a:lnTo>
                    <a:pt x="2559619" y="2426085"/>
                  </a:lnTo>
                  <a:lnTo>
                    <a:pt x="2559955" y="2423387"/>
                  </a:lnTo>
                  <a:lnTo>
                    <a:pt x="2560292" y="2420651"/>
                  </a:lnTo>
                  <a:lnTo>
                    <a:pt x="2560628" y="2417803"/>
                  </a:lnTo>
                  <a:lnTo>
                    <a:pt x="2560965" y="2415238"/>
                  </a:lnTo>
                  <a:lnTo>
                    <a:pt x="2561301" y="2412985"/>
                  </a:lnTo>
                  <a:lnTo>
                    <a:pt x="2561637" y="2410484"/>
                  </a:lnTo>
                  <a:lnTo>
                    <a:pt x="2561974" y="2408138"/>
                  </a:lnTo>
                  <a:lnTo>
                    <a:pt x="2562310" y="2405651"/>
                  </a:lnTo>
                  <a:lnTo>
                    <a:pt x="2562647" y="2403584"/>
                  </a:lnTo>
                  <a:lnTo>
                    <a:pt x="2562983" y="2401736"/>
                  </a:lnTo>
                  <a:lnTo>
                    <a:pt x="2563320" y="2399836"/>
                  </a:lnTo>
                  <a:lnTo>
                    <a:pt x="2563656" y="2398164"/>
                  </a:lnTo>
                  <a:lnTo>
                    <a:pt x="2563993" y="2396007"/>
                  </a:lnTo>
                  <a:lnTo>
                    <a:pt x="2564329" y="2393790"/>
                  </a:lnTo>
                  <a:lnTo>
                    <a:pt x="2564666" y="2391050"/>
                  </a:lnTo>
                  <a:lnTo>
                    <a:pt x="2565002" y="2387439"/>
                  </a:lnTo>
                  <a:lnTo>
                    <a:pt x="2565339" y="2384160"/>
                  </a:lnTo>
                  <a:lnTo>
                    <a:pt x="2565675" y="2381119"/>
                  </a:lnTo>
                  <a:lnTo>
                    <a:pt x="2566011" y="2378299"/>
                  </a:lnTo>
                  <a:lnTo>
                    <a:pt x="2566348" y="2375641"/>
                  </a:lnTo>
                  <a:lnTo>
                    <a:pt x="2566684" y="2373385"/>
                  </a:lnTo>
                  <a:lnTo>
                    <a:pt x="2567021" y="2369660"/>
                  </a:lnTo>
                  <a:lnTo>
                    <a:pt x="2567357" y="2365871"/>
                  </a:lnTo>
                  <a:lnTo>
                    <a:pt x="2567694" y="2361597"/>
                  </a:lnTo>
                  <a:lnTo>
                    <a:pt x="2568030" y="2356927"/>
                  </a:lnTo>
                  <a:lnTo>
                    <a:pt x="2568367" y="2352473"/>
                  </a:lnTo>
                  <a:lnTo>
                    <a:pt x="2568703" y="2348306"/>
                  </a:lnTo>
                  <a:lnTo>
                    <a:pt x="2569040" y="2344642"/>
                  </a:lnTo>
                  <a:lnTo>
                    <a:pt x="2569376" y="2341395"/>
                  </a:lnTo>
                  <a:lnTo>
                    <a:pt x="2569713" y="2338255"/>
                  </a:lnTo>
                  <a:lnTo>
                    <a:pt x="2570049" y="2334764"/>
                  </a:lnTo>
                  <a:lnTo>
                    <a:pt x="2570385" y="2330920"/>
                  </a:lnTo>
                  <a:lnTo>
                    <a:pt x="2570722" y="2326674"/>
                  </a:lnTo>
                  <a:lnTo>
                    <a:pt x="2571058" y="2322486"/>
                  </a:lnTo>
                  <a:lnTo>
                    <a:pt x="2571395" y="2318268"/>
                  </a:lnTo>
                  <a:lnTo>
                    <a:pt x="2571731" y="2314044"/>
                  </a:lnTo>
                  <a:lnTo>
                    <a:pt x="2572068" y="2310114"/>
                  </a:lnTo>
                  <a:lnTo>
                    <a:pt x="2572404" y="2305890"/>
                  </a:lnTo>
                  <a:lnTo>
                    <a:pt x="2572741" y="2301400"/>
                  </a:lnTo>
                  <a:lnTo>
                    <a:pt x="2573077" y="2297168"/>
                  </a:lnTo>
                  <a:lnTo>
                    <a:pt x="2573414" y="2292786"/>
                  </a:lnTo>
                  <a:lnTo>
                    <a:pt x="2573750" y="2288087"/>
                  </a:lnTo>
                  <a:lnTo>
                    <a:pt x="2574087" y="2283511"/>
                  </a:lnTo>
                  <a:lnTo>
                    <a:pt x="2574423" y="2279107"/>
                  </a:lnTo>
                  <a:lnTo>
                    <a:pt x="2574759" y="2274286"/>
                  </a:lnTo>
                  <a:lnTo>
                    <a:pt x="2575096" y="2269782"/>
                  </a:lnTo>
                  <a:lnTo>
                    <a:pt x="2575432" y="2265780"/>
                  </a:lnTo>
                  <a:lnTo>
                    <a:pt x="2575769" y="2262475"/>
                  </a:lnTo>
                  <a:lnTo>
                    <a:pt x="2576105" y="2259551"/>
                  </a:lnTo>
                  <a:lnTo>
                    <a:pt x="2576442" y="2256993"/>
                  </a:lnTo>
                  <a:lnTo>
                    <a:pt x="2576778" y="2254738"/>
                  </a:lnTo>
                  <a:lnTo>
                    <a:pt x="2577115" y="2252661"/>
                  </a:lnTo>
                  <a:lnTo>
                    <a:pt x="2577451" y="2250412"/>
                  </a:lnTo>
                  <a:lnTo>
                    <a:pt x="2577788" y="2248599"/>
                  </a:lnTo>
                  <a:lnTo>
                    <a:pt x="2578124" y="2246643"/>
                  </a:lnTo>
                  <a:lnTo>
                    <a:pt x="2578461" y="2244324"/>
                  </a:lnTo>
                  <a:lnTo>
                    <a:pt x="2578797" y="2242017"/>
                  </a:lnTo>
                  <a:lnTo>
                    <a:pt x="2579133" y="2239564"/>
                  </a:lnTo>
                  <a:lnTo>
                    <a:pt x="2579470" y="2237140"/>
                  </a:lnTo>
                  <a:lnTo>
                    <a:pt x="2579806" y="2234626"/>
                  </a:lnTo>
                  <a:lnTo>
                    <a:pt x="2580143" y="2232202"/>
                  </a:lnTo>
                  <a:lnTo>
                    <a:pt x="2580479" y="2229652"/>
                  </a:lnTo>
                  <a:lnTo>
                    <a:pt x="2580816" y="2226620"/>
                  </a:lnTo>
                  <a:lnTo>
                    <a:pt x="2581152" y="2223423"/>
                  </a:lnTo>
                  <a:lnTo>
                    <a:pt x="2581489" y="2219823"/>
                  </a:lnTo>
                  <a:lnTo>
                    <a:pt x="2581825" y="2216101"/>
                  </a:lnTo>
                  <a:lnTo>
                    <a:pt x="2582162" y="2212091"/>
                  </a:lnTo>
                  <a:lnTo>
                    <a:pt x="2582498" y="2208197"/>
                  </a:lnTo>
                  <a:lnTo>
                    <a:pt x="2582835" y="2204409"/>
                  </a:lnTo>
                  <a:lnTo>
                    <a:pt x="2583171" y="2200998"/>
                  </a:lnTo>
                  <a:lnTo>
                    <a:pt x="2583507" y="2197831"/>
                  </a:lnTo>
                  <a:lnTo>
                    <a:pt x="2583844" y="2195402"/>
                  </a:lnTo>
                  <a:lnTo>
                    <a:pt x="2584180" y="2193031"/>
                  </a:lnTo>
                  <a:lnTo>
                    <a:pt x="2584517" y="2190538"/>
                  </a:lnTo>
                  <a:lnTo>
                    <a:pt x="2584853" y="2188520"/>
                  </a:lnTo>
                  <a:lnTo>
                    <a:pt x="2585190" y="2186185"/>
                  </a:lnTo>
                  <a:lnTo>
                    <a:pt x="2585526" y="2183721"/>
                  </a:lnTo>
                  <a:lnTo>
                    <a:pt x="2585863" y="2181903"/>
                  </a:lnTo>
                  <a:lnTo>
                    <a:pt x="2586199" y="2180171"/>
                  </a:lnTo>
                  <a:lnTo>
                    <a:pt x="2586536" y="2178821"/>
                  </a:lnTo>
                  <a:lnTo>
                    <a:pt x="2586872" y="2177578"/>
                  </a:lnTo>
                  <a:lnTo>
                    <a:pt x="2587209" y="2176630"/>
                  </a:lnTo>
                  <a:lnTo>
                    <a:pt x="2587545" y="2175487"/>
                  </a:lnTo>
                  <a:lnTo>
                    <a:pt x="2587881" y="2174295"/>
                  </a:lnTo>
                  <a:lnTo>
                    <a:pt x="2588218" y="2173095"/>
                  </a:lnTo>
                  <a:lnTo>
                    <a:pt x="2588554" y="2171931"/>
                  </a:lnTo>
                  <a:lnTo>
                    <a:pt x="2588891" y="2170760"/>
                  </a:lnTo>
                  <a:lnTo>
                    <a:pt x="2589227" y="2169539"/>
                  </a:lnTo>
                  <a:lnTo>
                    <a:pt x="2589564" y="2168389"/>
                  </a:lnTo>
                  <a:lnTo>
                    <a:pt x="2589900" y="2167197"/>
                  </a:lnTo>
                  <a:lnTo>
                    <a:pt x="2590237" y="2165803"/>
                  </a:lnTo>
                  <a:lnTo>
                    <a:pt x="2590573" y="2164366"/>
                  </a:lnTo>
                  <a:lnTo>
                    <a:pt x="2590910" y="2162577"/>
                  </a:lnTo>
                  <a:lnTo>
                    <a:pt x="2591246" y="2160307"/>
                  </a:lnTo>
                  <a:lnTo>
                    <a:pt x="2591583" y="2157677"/>
                  </a:lnTo>
                  <a:lnTo>
                    <a:pt x="2591919" y="2154595"/>
                  </a:lnTo>
                  <a:lnTo>
                    <a:pt x="2592255" y="2151463"/>
                  </a:lnTo>
                  <a:lnTo>
                    <a:pt x="2592592" y="2148582"/>
                  </a:lnTo>
                  <a:lnTo>
                    <a:pt x="2592928" y="2145565"/>
                  </a:lnTo>
                  <a:lnTo>
                    <a:pt x="2593265" y="2142468"/>
                  </a:lnTo>
                  <a:lnTo>
                    <a:pt x="2593601" y="2139307"/>
                  </a:lnTo>
                  <a:lnTo>
                    <a:pt x="2593938" y="2136254"/>
                  </a:lnTo>
                  <a:lnTo>
                    <a:pt x="2594274" y="2132931"/>
                  </a:lnTo>
                  <a:lnTo>
                    <a:pt x="2594611" y="2129375"/>
                  </a:lnTo>
                  <a:lnTo>
                    <a:pt x="2594947" y="2125868"/>
                  </a:lnTo>
                  <a:lnTo>
                    <a:pt x="2595284" y="2122426"/>
                  </a:lnTo>
                  <a:lnTo>
                    <a:pt x="2595620" y="2118796"/>
                  </a:lnTo>
                  <a:lnTo>
                    <a:pt x="2595956" y="2115569"/>
                  </a:lnTo>
                  <a:lnTo>
                    <a:pt x="2596293" y="2113011"/>
                  </a:lnTo>
                  <a:lnTo>
                    <a:pt x="2596629" y="2111033"/>
                  </a:lnTo>
                  <a:lnTo>
                    <a:pt x="2596966" y="2109729"/>
                  </a:lnTo>
                  <a:lnTo>
                    <a:pt x="2597302" y="2108527"/>
                  </a:lnTo>
                  <a:lnTo>
                    <a:pt x="2597639" y="2108183"/>
                  </a:lnTo>
                  <a:lnTo>
                    <a:pt x="2597975" y="2107628"/>
                  </a:lnTo>
                  <a:lnTo>
                    <a:pt x="2598312" y="2106760"/>
                  </a:lnTo>
                  <a:lnTo>
                    <a:pt x="2598648" y="2105634"/>
                  </a:lnTo>
                  <a:lnTo>
                    <a:pt x="2598985" y="2104389"/>
                  </a:lnTo>
                  <a:lnTo>
                    <a:pt x="2599321" y="2103151"/>
                  </a:lnTo>
                  <a:lnTo>
                    <a:pt x="2599658" y="2101854"/>
                  </a:lnTo>
                  <a:lnTo>
                    <a:pt x="2599994" y="2100415"/>
                  </a:lnTo>
                  <a:lnTo>
                    <a:pt x="2600330" y="2099939"/>
                  </a:lnTo>
                  <a:lnTo>
                    <a:pt x="2600667" y="2099391"/>
                  </a:lnTo>
                  <a:lnTo>
                    <a:pt x="2601003" y="2098533"/>
                  </a:lnTo>
                  <a:lnTo>
                    <a:pt x="2601340" y="2096812"/>
                  </a:lnTo>
                  <a:lnTo>
                    <a:pt x="2601676" y="2094349"/>
                  </a:lnTo>
                  <a:lnTo>
                    <a:pt x="2602013" y="2091629"/>
                  </a:lnTo>
                  <a:lnTo>
                    <a:pt x="2602349" y="2088344"/>
                  </a:lnTo>
                  <a:lnTo>
                    <a:pt x="2602686" y="2084320"/>
                  </a:lnTo>
                  <a:lnTo>
                    <a:pt x="2603022" y="2080339"/>
                  </a:lnTo>
                  <a:lnTo>
                    <a:pt x="2603359" y="2074203"/>
                  </a:lnTo>
                  <a:lnTo>
                    <a:pt x="2603695" y="2067917"/>
                  </a:lnTo>
                  <a:lnTo>
                    <a:pt x="2604032" y="2061501"/>
                  </a:lnTo>
                  <a:lnTo>
                    <a:pt x="2604368" y="2055272"/>
                  </a:lnTo>
                  <a:lnTo>
                    <a:pt x="2604704" y="2048871"/>
                  </a:lnTo>
                  <a:lnTo>
                    <a:pt x="2605041" y="2041268"/>
                  </a:lnTo>
                  <a:lnTo>
                    <a:pt x="2605377" y="2033301"/>
                  </a:lnTo>
                  <a:lnTo>
                    <a:pt x="2605714" y="2025824"/>
                  </a:lnTo>
                  <a:lnTo>
                    <a:pt x="2606050" y="2018025"/>
                  </a:lnTo>
                  <a:lnTo>
                    <a:pt x="2606387" y="2010695"/>
                  </a:lnTo>
                  <a:lnTo>
                    <a:pt x="2606723" y="2003475"/>
                  </a:lnTo>
                  <a:lnTo>
                    <a:pt x="2607060" y="1995952"/>
                  </a:lnTo>
                  <a:lnTo>
                    <a:pt x="2607396" y="1988569"/>
                  </a:lnTo>
                  <a:lnTo>
                    <a:pt x="2607733" y="1981294"/>
                  </a:lnTo>
                  <a:lnTo>
                    <a:pt x="2608069" y="1973455"/>
                  </a:lnTo>
                  <a:lnTo>
                    <a:pt x="2608406" y="1965892"/>
                  </a:lnTo>
                  <a:lnTo>
                    <a:pt x="2608742" y="1958932"/>
                  </a:lnTo>
                  <a:lnTo>
                    <a:pt x="2609078" y="1952482"/>
                  </a:lnTo>
                  <a:lnTo>
                    <a:pt x="2609415" y="1945862"/>
                  </a:lnTo>
                  <a:lnTo>
                    <a:pt x="2609751" y="1938832"/>
                  </a:lnTo>
                  <a:lnTo>
                    <a:pt x="2610088" y="1931009"/>
                  </a:lnTo>
                  <a:lnTo>
                    <a:pt x="2610424" y="1922266"/>
                  </a:lnTo>
                  <a:lnTo>
                    <a:pt x="2610761" y="1912696"/>
                  </a:lnTo>
                  <a:lnTo>
                    <a:pt x="2611097" y="1904113"/>
                  </a:lnTo>
                  <a:lnTo>
                    <a:pt x="2611434" y="1894921"/>
                  </a:lnTo>
                  <a:lnTo>
                    <a:pt x="2611770" y="1885839"/>
                  </a:lnTo>
                  <a:lnTo>
                    <a:pt x="2612107" y="1879735"/>
                  </a:lnTo>
                  <a:lnTo>
                    <a:pt x="2612443" y="1873410"/>
                  </a:lnTo>
                  <a:lnTo>
                    <a:pt x="2612780" y="1866428"/>
                  </a:lnTo>
                  <a:lnTo>
                    <a:pt x="2613116" y="1858997"/>
                  </a:lnTo>
                  <a:lnTo>
                    <a:pt x="2613452" y="1851131"/>
                  </a:lnTo>
                  <a:lnTo>
                    <a:pt x="2613789" y="1842412"/>
                  </a:lnTo>
                  <a:lnTo>
                    <a:pt x="2614125" y="1835430"/>
                  </a:lnTo>
                  <a:lnTo>
                    <a:pt x="2614462" y="1829127"/>
                  </a:lnTo>
                  <a:lnTo>
                    <a:pt x="2614798" y="1823238"/>
                  </a:lnTo>
                  <a:lnTo>
                    <a:pt x="2615135" y="1817926"/>
                  </a:lnTo>
                  <a:lnTo>
                    <a:pt x="2615471" y="1813043"/>
                  </a:lnTo>
                  <a:lnTo>
                    <a:pt x="2615808" y="1809953"/>
                  </a:lnTo>
                  <a:lnTo>
                    <a:pt x="2616144" y="1806900"/>
                  </a:lnTo>
                  <a:lnTo>
                    <a:pt x="2616481" y="1804274"/>
                  </a:lnTo>
                  <a:lnTo>
                    <a:pt x="2616817" y="1802336"/>
                  </a:lnTo>
                  <a:lnTo>
                    <a:pt x="2617154" y="1801156"/>
                  </a:lnTo>
                  <a:lnTo>
                    <a:pt x="2617490" y="1799662"/>
                  </a:lnTo>
                  <a:lnTo>
                    <a:pt x="2617826" y="1796878"/>
                  </a:lnTo>
                  <a:lnTo>
                    <a:pt x="2618163" y="1794356"/>
                  </a:lnTo>
                  <a:lnTo>
                    <a:pt x="2618499" y="1791855"/>
                  </a:lnTo>
                  <a:lnTo>
                    <a:pt x="2618836" y="1789663"/>
                  </a:lnTo>
                  <a:lnTo>
                    <a:pt x="2619172" y="1787618"/>
                  </a:lnTo>
                  <a:lnTo>
                    <a:pt x="2619509" y="1784640"/>
                  </a:lnTo>
                  <a:lnTo>
                    <a:pt x="2619845" y="1780614"/>
                  </a:lnTo>
                  <a:lnTo>
                    <a:pt x="2620182" y="1776221"/>
                  </a:lnTo>
                  <a:lnTo>
                    <a:pt x="2620518" y="1773493"/>
                  </a:lnTo>
                  <a:lnTo>
                    <a:pt x="2620855" y="1771080"/>
                  </a:lnTo>
                  <a:lnTo>
                    <a:pt x="2621191" y="1768793"/>
                  </a:lnTo>
                  <a:lnTo>
                    <a:pt x="2621528" y="1766775"/>
                  </a:lnTo>
                  <a:lnTo>
                    <a:pt x="2621864" y="1764185"/>
                  </a:lnTo>
                  <a:lnTo>
                    <a:pt x="2622200" y="1760915"/>
                  </a:lnTo>
                  <a:lnTo>
                    <a:pt x="2622537" y="1756165"/>
                  </a:lnTo>
                  <a:lnTo>
                    <a:pt x="2622873" y="1751016"/>
                  </a:lnTo>
                  <a:lnTo>
                    <a:pt x="2623210" y="1745815"/>
                  </a:lnTo>
                  <a:lnTo>
                    <a:pt x="2623546" y="1739458"/>
                  </a:lnTo>
                  <a:lnTo>
                    <a:pt x="2623883" y="1732967"/>
                  </a:lnTo>
                  <a:lnTo>
                    <a:pt x="2624219" y="1726617"/>
                  </a:lnTo>
                  <a:lnTo>
                    <a:pt x="2624556" y="1719907"/>
                  </a:lnTo>
                  <a:lnTo>
                    <a:pt x="2624892" y="1714037"/>
                  </a:lnTo>
                  <a:lnTo>
                    <a:pt x="2625229" y="1707949"/>
                  </a:lnTo>
                  <a:lnTo>
                    <a:pt x="2625565" y="1698904"/>
                  </a:lnTo>
                  <a:lnTo>
                    <a:pt x="2625901" y="1689946"/>
                  </a:lnTo>
                  <a:lnTo>
                    <a:pt x="2626238" y="1677899"/>
                  </a:lnTo>
                  <a:lnTo>
                    <a:pt x="2626574" y="1666618"/>
                  </a:lnTo>
                  <a:lnTo>
                    <a:pt x="2626911" y="1656121"/>
                  </a:lnTo>
                  <a:lnTo>
                    <a:pt x="2627247" y="1646649"/>
                  </a:lnTo>
                  <a:lnTo>
                    <a:pt x="2627584" y="1638579"/>
                  </a:lnTo>
                  <a:lnTo>
                    <a:pt x="2627920" y="1632082"/>
                  </a:lnTo>
                  <a:lnTo>
                    <a:pt x="2628257" y="1627349"/>
                  </a:lnTo>
                  <a:lnTo>
                    <a:pt x="2628593" y="1623938"/>
                  </a:lnTo>
                  <a:lnTo>
                    <a:pt x="2628930" y="1621641"/>
                  </a:lnTo>
                  <a:lnTo>
                    <a:pt x="2629266" y="1619822"/>
                  </a:lnTo>
                  <a:lnTo>
                    <a:pt x="2629603" y="1619134"/>
                  </a:lnTo>
                  <a:lnTo>
                    <a:pt x="2629939" y="1618929"/>
                  </a:lnTo>
                  <a:lnTo>
                    <a:pt x="2630275" y="1619453"/>
                  </a:lnTo>
                  <a:lnTo>
                    <a:pt x="2630612" y="1621191"/>
                  </a:lnTo>
                  <a:lnTo>
                    <a:pt x="2630948" y="1623484"/>
                  </a:lnTo>
                  <a:lnTo>
                    <a:pt x="2631285" y="1626173"/>
                  </a:lnTo>
                  <a:lnTo>
                    <a:pt x="2631621" y="1628695"/>
                  </a:lnTo>
                  <a:lnTo>
                    <a:pt x="2631958" y="1631367"/>
                  </a:lnTo>
                  <a:lnTo>
                    <a:pt x="2632294" y="1634773"/>
                  </a:lnTo>
                  <a:lnTo>
                    <a:pt x="2632631" y="1637933"/>
                  </a:lnTo>
                  <a:lnTo>
                    <a:pt x="2632967" y="1640606"/>
                  </a:lnTo>
                  <a:lnTo>
                    <a:pt x="2633304" y="1642968"/>
                  </a:lnTo>
                  <a:lnTo>
                    <a:pt x="2633640" y="1644992"/>
                  </a:lnTo>
                  <a:lnTo>
                    <a:pt x="2633977" y="1646749"/>
                  </a:lnTo>
                  <a:lnTo>
                    <a:pt x="2634313" y="1650004"/>
                  </a:lnTo>
                  <a:lnTo>
                    <a:pt x="2634649" y="1653373"/>
                  </a:lnTo>
                  <a:lnTo>
                    <a:pt x="2634986" y="1656599"/>
                  </a:lnTo>
                  <a:lnTo>
                    <a:pt x="2635322" y="1659739"/>
                  </a:lnTo>
                  <a:lnTo>
                    <a:pt x="2635659" y="1662390"/>
                  </a:lnTo>
                  <a:lnTo>
                    <a:pt x="2635995" y="1665162"/>
                  </a:lnTo>
                  <a:lnTo>
                    <a:pt x="2636332" y="1667416"/>
                  </a:lnTo>
                  <a:lnTo>
                    <a:pt x="2636668" y="1669178"/>
                  </a:lnTo>
                  <a:lnTo>
                    <a:pt x="2637005" y="1670928"/>
                  </a:lnTo>
                  <a:lnTo>
                    <a:pt x="2637341" y="1673210"/>
                  </a:lnTo>
                  <a:lnTo>
                    <a:pt x="2637678" y="1675923"/>
                  </a:lnTo>
                  <a:lnTo>
                    <a:pt x="2638014" y="1679341"/>
                  </a:lnTo>
                  <a:lnTo>
                    <a:pt x="2638351" y="1682770"/>
                  </a:lnTo>
                  <a:lnTo>
                    <a:pt x="2638687" y="1685936"/>
                  </a:lnTo>
                  <a:lnTo>
                    <a:pt x="2639023" y="1689183"/>
                  </a:lnTo>
                  <a:lnTo>
                    <a:pt x="2639360" y="1692002"/>
                  </a:lnTo>
                  <a:lnTo>
                    <a:pt x="2639696" y="1694942"/>
                  </a:lnTo>
                  <a:lnTo>
                    <a:pt x="2640033" y="1698761"/>
                  </a:lnTo>
                  <a:lnTo>
                    <a:pt x="2640369" y="1702424"/>
                  </a:lnTo>
                  <a:lnTo>
                    <a:pt x="2640706" y="1706508"/>
                  </a:lnTo>
                  <a:lnTo>
                    <a:pt x="2641042" y="1710925"/>
                  </a:lnTo>
                  <a:lnTo>
                    <a:pt x="2641379" y="1715356"/>
                  </a:lnTo>
                  <a:lnTo>
                    <a:pt x="2641715" y="1719814"/>
                  </a:lnTo>
                  <a:lnTo>
                    <a:pt x="2642052" y="1725330"/>
                  </a:lnTo>
                  <a:lnTo>
                    <a:pt x="2642388" y="1730361"/>
                  </a:lnTo>
                  <a:lnTo>
                    <a:pt x="2642725" y="1734743"/>
                  </a:lnTo>
                  <a:lnTo>
                    <a:pt x="2643061" y="1738323"/>
                  </a:lnTo>
                  <a:lnTo>
                    <a:pt x="2643397" y="1741417"/>
                  </a:lnTo>
                  <a:lnTo>
                    <a:pt x="2643734" y="1744260"/>
                  </a:lnTo>
                  <a:lnTo>
                    <a:pt x="2644070" y="1745945"/>
                  </a:lnTo>
                  <a:lnTo>
                    <a:pt x="2644407" y="1747215"/>
                  </a:lnTo>
                  <a:lnTo>
                    <a:pt x="2644743" y="1747865"/>
                  </a:lnTo>
                  <a:lnTo>
                    <a:pt x="2645080" y="1748271"/>
                  </a:lnTo>
                  <a:lnTo>
                    <a:pt x="2645416" y="1748843"/>
                  </a:lnTo>
                  <a:lnTo>
                    <a:pt x="2645753" y="1749114"/>
                  </a:lnTo>
                  <a:lnTo>
                    <a:pt x="2646089" y="1748866"/>
                  </a:lnTo>
                  <a:lnTo>
                    <a:pt x="2646426" y="1749027"/>
                  </a:lnTo>
                  <a:lnTo>
                    <a:pt x="2646762" y="1749292"/>
                  </a:lnTo>
                  <a:lnTo>
                    <a:pt x="2647099" y="1749885"/>
                  </a:lnTo>
                  <a:lnTo>
                    <a:pt x="2647435" y="1749993"/>
                  </a:lnTo>
                  <a:lnTo>
                    <a:pt x="2647771" y="1750668"/>
                  </a:lnTo>
                  <a:lnTo>
                    <a:pt x="2648108" y="1752026"/>
                  </a:lnTo>
                  <a:lnTo>
                    <a:pt x="2648444" y="1753872"/>
                  </a:lnTo>
                  <a:lnTo>
                    <a:pt x="2648781" y="1756315"/>
                  </a:lnTo>
                  <a:lnTo>
                    <a:pt x="2649117" y="1759016"/>
                  </a:lnTo>
                  <a:lnTo>
                    <a:pt x="2649454" y="1762343"/>
                  </a:lnTo>
                  <a:lnTo>
                    <a:pt x="2649790" y="1765985"/>
                  </a:lnTo>
                  <a:lnTo>
                    <a:pt x="2650127" y="1769750"/>
                  </a:lnTo>
                  <a:lnTo>
                    <a:pt x="2650463" y="1773457"/>
                  </a:lnTo>
                  <a:lnTo>
                    <a:pt x="2650800" y="1776841"/>
                  </a:lnTo>
                  <a:lnTo>
                    <a:pt x="2651136" y="1779887"/>
                  </a:lnTo>
                  <a:lnTo>
                    <a:pt x="2651473" y="1782667"/>
                  </a:lnTo>
                  <a:lnTo>
                    <a:pt x="2651809" y="1785189"/>
                  </a:lnTo>
                  <a:lnTo>
                    <a:pt x="2652145" y="1786762"/>
                  </a:lnTo>
                  <a:lnTo>
                    <a:pt x="2652482" y="1787790"/>
                  </a:lnTo>
                  <a:lnTo>
                    <a:pt x="2652818" y="1788530"/>
                  </a:lnTo>
                  <a:lnTo>
                    <a:pt x="2653155" y="1788486"/>
                  </a:lnTo>
                  <a:lnTo>
                    <a:pt x="2653491" y="1788206"/>
                  </a:lnTo>
                  <a:lnTo>
                    <a:pt x="2653828" y="1788232"/>
                  </a:lnTo>
                  <a:lnTo>
                    <a:pt x="2654164" y="1787746"/>
                  </a:lnTo>
                  <a:lnTo>
                    <a:pt x="2654501" y="1787198"/>
                  </a:lnTo>
                  <a:lnTo>
                    <a:pt x="2654837" y="1786629"/>
                  </a:lnTo>
                  <a:lnTo>
                    <a:pt x="2655174" y="1785593"/>
                  </a:lnTo>
                  <a:lnTo>
                    <a:pt x="2655510" y="1784301"/>
                  </a:lnTo>
                  <a:lnTo>
                    <a:pt x="2655847" y="1783548"/>
                  </a:lnTo>
                  <a:lnTo>
                    <a:pt x="2656183" y="1782481"/>
                  </a:lnTo>
                  <a:lnTo>
                    <a:pt x="2656519" y="1781306"/>
                  </a:lnTo>
                  <a:lnTo>
                    <a:pt x="2656856" y="1780045"/>
                  </a:lnTo>
                  <a:lnTo>
                    <a:pt x="2657192" y="1778788"/>
                  </a:lnTo>
                  <a:lnTo>
                    <a:pt x="2657529" y="1777753"/>
                  </a:lnTo>
                  <a:lnTo>
                    <a:pt x="2657865" y="1776635"/>
                  </a:lnTo>
                  <a:lnTo>
                    <a:pt x="2658202" y="1776035"/>
                  </a:lnTo>
                  <a:lnTo>
                    <a:pt x="2658538" y="1775672"/>
                  </a:lnTo>
                  <a:lnTo>
                    <a:pt x="2658875" y="1775609"/>
                  </a:lnTo>
                  <a:lnTo>
                    <a:pt x="2659211" y="1775794"/>
                  </a:lnTo>
                  <a:lnTo>
                    <a:pt x="2659548" y="1776069"/>
                  </a:lnTo>
                  <a:lnTo>
                    <a:pt x="2659884" y="1775522"/>
                  </a:lnTo>
                  <a:lnTo>
                    <a:pt x="2660220" y="1775449"/>
                  </a:lnTo>
                  <a:lnTo>
                    <a:pt x="2660557" y="1775717"/>
                  </a:lnTo>
                  <a:lnTo>
                    <a:pt x="2660893" y="1776186"/>
                  </a:lnTo>
                  <a:lnTo>
                    <a:pt x="2661230" y="1775922"/>
                  </a:lnTo>
                  <a:lnTo>
                    <a:pt x="2661566" y="1776116"/>
                  </a:lnTo>
                  <a:lnTo>
                    <a:pt x="2661903" y="1776819"/>
                  </a:lnTo>
                  <a:lnTo>
                    <a:pt x="2662239" y="1777752"/>
                  </a:lnTo>
                  <a:lnTo>
                    <a:pt x="2662576" y="1778819"/>
                  </a:lnTo>
                  <a:lnTo>
                    <a:pt x="2662912" y="1780130"/>
                  </a:lnTo>
                  <a:lnTo>
                    <a:pt x="2663249" y="1781146"/>
                  </a:lnTo>
                  <a:lnTo>
                    <a:pt x="2663585" y="1781937"/>
                  </a:lnTo>
                  <a:lnTo>
                    <a:pt x="2663922" y="1781714"/>
                  </a:lnTo>
                  <a:lnTo>
                    <a:pt x="2664258" y="1781419"/>
                  </a:lnTo>
                  <a:lnTo>
                    <a:pt x="2664594" y="1782008"/>
                  </a:lnTo>
                  <a:lnTo>
                    <a:pt x="2664931" y="1782348"/>
                  </a:lnTo>
                  <a:lnTo>
                    <a:pt x="2665267" y="1783050"/>
                  </a:lnTo>
                  <a:lnTo>
                    <a:pt x="2665604" y="1784066"/>
                  </a:lnTo>
                  <a:lnTo>
                    <a:pt x="2665940" y="1785370"/>
                  </a:lnTo>
                  <a:lnTo>
                    <a:pt x="2666277" y="1787067"/>
                  </a:lnTo>
                  <a:lnTo>
                    <a:pt x="2666613" y="1788915"/>
                  </a:lnTo>
                  <a:lnTo>
                    <a:pt x="2666950" y="1790942"/>
                  </a:lnTo>
                  <a:lnTo>
                    <a:pt x="2667286" y="1793044"/>
                  </a:lnTo>
                  <a:lnTo>
                    <a:pt x="2667623" y="1795071"/>
                  </a:lnTo>
                  <a:lnTo>
                    <a:pt x="2667959" y="1797567"/>
                  </a:lnTo>
                  <a:lnTo>
                    <a:pt x="2668296" y="1800723"/>
                  </a:lnTo>
                  <a:lnTo>
                    <a:pt x="2668632" y="1804758"/>
                  </a:lnTo>
                  <a:lnTo>
                    <a:pt x="2668968" y="1809311"/>
                  </a:lnTo>
                  <a:lnTo>
                    <a:pt x="2669305" y="1814101"/>
                  </a:lnTo>
                  <a:lnTo>
                    <a:pt x="2669641" y="1818915"/>
                  </a:lnTo>
                  <a:lnTo>
                    <a:pt x="2669978" y="1824025"/>
                  </a:lnTo>
                  <a:lnTo>
                    <a:pt x="2670314" y="1828617"/>
                  </a:lnTo>
                  <a:lnTo>
                    <a:pt x="2670651" y="1834845"/>
                  </a:lnTo>
                  <a:lnTo>
                    <a:pt x="2670987" y="1840464"/>
                  </a:lnTo>
                  <a:lnTo>
                    <a:pt x="2671324" y="1845708"/>
                  </a:lnTo>
                  <a:lnTo>
                    <a:pt x="2671660" y="1850601"/>
                  </a:lnTo>
                  <a:lnTo>
                    <a:pt x="2671997" y="1855457"/>
                  </a:lnTo>
                  <a:lnTo>
                    <a:pt x="2672333" y="1860802"/>
                  </a:lnTo>
                  <a:lnTo>
                    <a:pt x="2672670" y="1866406"/>
                  </a:lnTo>
                  <a:lnTo>
                    <a:pt x="2673006" y="1871536"/>
                  </a:lnTo>
                  <a:lnTo>
                    <a:pt x="2673342" y="1876960"/>
                  </a:lnTo>
                  <a:lnTo>
                    <a:pt x="2673679" y="1881773"/>
                  </a:lnTo>
                  <a:lnTo>
                    <a:pt x="2674015" y="1887196"/>
                  </a:lnTo>
                  <a:lnTo>
                    <a:pt x="2674352" y="1892938"/>
                  </a:lnTo>
                  <a:lnTo>
                    <a:pt x="2674688" y="1898717"/>
                  </a:lnTo>
                  <a:lnTo>
                    <a:pt x="2675025" y="1904412"/>
                  </a:lnTo>
                  <a:lnTo>
                    <a:pt x="2675361" y="1910786"/>
                  </a:lnTo>
                  <a:lnTo>
                    <a:pt x="2675698" y="1917166"/>
                  </a:lnTo>
                  <a:lnTo>
                    <a:pt x="2676034" y="1923567"/>
                  </a:lnTo>
                  <a:lnTo>
                    <a:pt x="2676371" y="1929707"/>
                  </a:lnTo>
                  <a:lnTo>
                    <a:pt x="2676707" y="1936058"/>
                  </a:lnTo>
                  <a:lnTo>
                    <a:pt x="2677044" y="1943057"/>
                  </a:lnTo>
                  <a:lnTo>
                    <a:pt x="2677380" y="1951022"/>
                  </a:lnTo>
                  <a:lnTo>
                    <a:pt x="2677716" y="1959788"/>
                  </a:lnTo>
                  <a:lnTo>
                    <a:pt x="2678053" y="1969318"/>
                  </a:lnTo>
                  <a:lnTo>
                    <a:pt x="2678389" y="1978461"/>
                  </a:lnTo>
                  <a:lnTo>
                    <a:pt x="2678726" y="1988496"/>
                  </a:lnTo>
                  <a:lnTo>
                    <a:pt x="2679062" y="1998844"/>
                  </a:lnTo>
                  <a:lnTo>
                    <a:pt x="2679399" y="2006248"/>
                  </a:lnTo>
                  <a:lnTo>
                    <a:pt x="2679735" y="2013825"/>
                  </a:lnTo>
                  <a:lnTo>
                    <a:pt x="2680072" y="2020688"/>
                  </a:lnTo>
                  <a:lnTo>
                    <a:pt x="2680408" y="2028880"/>
                  </a:lnTo>
                  <a:lnTo>
                    <a:pt x="2680745" y="2036960"/>
                  </a:lnTo>
                  <a:lnTo>
                    <a:pt x="2681081" y="2045998"/>
                  </a:lnTo>
                  <a:lnTo>
                    <a:pt x="2681418" y="2053617"/>
                  </a:lnTo>
                  <a:lnTo>
                    <a:pt x="2681754" y="2060661"/>
                  </a:lnTo>
                  <a:lnTo>
                    <a:pt x="2682090" y="2066811"/>
                  </a:lnTo>
                  <a:lnTo>
                    <a:pt x="2682427" y="2072227"/>
                  </a:lnTo>
                  <a:lnTo>
                    <a:pt x="2682763" y="2077114"/>
                  </a:lnTo>
                  <a:lnTo>
                    <a:pt x="2683100" y="2081772"/>
                  </a:lnTo>
                  <a:lnTo>
                    <a:pt x="2683436" y="2086244"/>
                  </a:lnTo>
                  <a:lnTo>
                    <a:pt x="2683773" y="2090211"/>
                  </a:lnTo>
                  <a:lnTo>
                    <a:pt x="2684109" y="2093783"/>
                  </a:lnTo>
                  <a:lnTo>
                    <a:pt x="2684446" y="2096968"/>
                  </a:lnTo>
                  <a:lnTo>
                    <a:pt x="2684782" y="2100176"/>
                  </a:lnTo>
                  <a:lnTo>
                    <a:pt x="2685119" y="2104681"/>
                  </a:lnTo>
                  <a:lnTo>
                    <a:pt x="2685455" y="2108356"/>
                  </a:lnTo>
                  <a:lnTo>
                    <a:pt x="2685792" y="2111573"/>
                  </a:lnTo>
                  <a:lnTo>
                    <a:pt x="2686128" y="2115220"/>
                  </a:lnTo>
                  <a:lnTo>
                    <a:pt x="2686464" y="2118182"/>
                  </a:lnTo>
                  <a:lnTo>
                    <a:pt x="2686801" y="2121448"/>
                  </a:lnTo>
                  <a:lnTo>
                    <a:pt x="2687137" y="2125770"/>
                  </a:lnTo>
                  <a:lnTo>
                    <a:pt x="2687474" y="2130397"/>
                  </a:lnTo>
                  <a:lnTo>
                    <a:pt x="2687810" y="2133596"/>
                  </a:lnTo>
                  <a:lnTo>
                    <a:pt x="2688147" y="2137266"/>
                  </a:lnTo>
                  <a:lnTo>
                    <a:pt x="2688483" y="2141190"/>
                  </a:lnTo>
                  <a:lnTo>
                    <a:pt x="2688820" y="2144812"/>
                  </a:lnTo>
                  <a:lnTo>
                    <a:pt x="2689156" y="2148541"/>
                  </a:lnTo>
                  <a:lnTo>
                    <a:pt x="2689493" y="2152064"/>
                  </a:lnTo>
                  <a:lnTo>
                    <a:pt x="2689829" y="2155882"/>
                  </a:lnTo>
                  <a:lnTo>
                    <a:pt x="2690166" y="2160625"/>
                  </a:lnTo>
                  <a:lnTo>
                    <a:pt x="2690502" y="2166582"/>
                  </a:lnTo>
                  <a:lnTo>
                    <a:pt x="2690838" y="2173386"/>
                  </a:lnTo>
                  <a:lnTo>
                    <a:pt x="2691175" y="2179801"/>
                  </a:lnTo>
                  <a:lnTo>
                    <a:pt x="2691511" y="2186633"/>
                  </a:lnTo>
                  <a:lnTo>
                    <a:pt x="2691848" y="2193238"/>
                  </a:lnTo>
                  <a:lnTo>
                    <a:pt x="2692184" y="2199553"/>
                  </a:lnTo>
                  <a:lnTo>
                    <a:pt x="2692521" y="2205748"/>
                  </a:lnTo>
                  <a:lnTo>
                    <a:pt x="2692857" y="2214765"/>
                  </a:lnTo>
                  <a:lnTo>
                    <a:pt x="2693194" y="2223186"/>
                  </a:lnTo>
                  <a:lnTo>
                    <a:pt x="2693530" y="2234773"/>
                  </a:lnTo>
                  <a:lnTo>
                    <a:pt x="2693867" y="2244895"/>
                  </a:lnTo>
                  <a:lnTo>
                    <a:pt x="2694203" y="2254774"/>
                  </a:lnTo>
                  <a:lnTo>
                    <a:pt x="2694539" y="2264580"/>
                  </a:lnTo>
                  <a:lnTo>
                    <a:pt x="2694876" y="2273460"/>
                  </a:lnTo>
                  <a:lnTo>
                    <a:pt x="2695212" y="2280328"/>
                  </a:lnTo>
                  <a:lnTo>
                    <a:pt x="2695549" y="2284869"/>
                  </a:lnTo>
                  <a:lnTo>
                    <a:pt x="2695885" y="2287592"/>
                  </a:lnTo>
                  <a:lnTo>
                    <a:pt x="2696222" y="2289474"/>
                  </a:lnTo>
                  <a:lnTo>
                    <a:pt x="2696558" y="2290738"/>
                  </a:lnTo>
                  <a:lnTo>
                    <a:pt x="2696895" y="2291155"/>
                  </a:lnTo>
                  <a:lnTo>
                    <a:pt x="2697231" y="2291090"/>
                  </a:lnTo>
                  <a:lnTo>
                    <a:pt x="2697568" y="2290286"/>
                  </a:lnTo>
                  <a:lnTo>
                    <a:pt x="2697904" y="2288152"/>
                  </a:lnTo>
                  <a:lnTo>
                    <a:pt x="2698241" y="2284617"/>
                  </a:lnTo>
                  <a:lnTo>
                    <a:pt x="2698577" y="2280616"/>
                  </a:lnTo>
                  <a:lnTo>
                    <a:pt x="2698913" y="2276715"/>
                  </a:lnTo>
                  <a:lnTo>
                    <a:pt x="2699250" y="2273245"/>
                  </a:lnTo>
                  <a:lnTo>
                    <a:pt x="2699586" y="2270055"/>
                  </a:lnTo>
                  <a:lnTo>
                    <a:pt x="2699923" y="2266865"/>
                  </a:lnTo>
                  <a:lnTo>
                    <a:pt x="2700259" y="2264279"/>
                  </a:lnTo>
                  <a:lnTo>
                    <a:pt x="2700596" y="2261814"/>
                  </a:lnTo>
                  <a:lnTo>
                    <a:pt x="2700932" y="2259774"/>
                  </a:lnTo>
                  <a:lnTo>
                    <a:pt x="2701269" y="2257446"/>
                  </a:lnTo>
                  <a:lnTo>
                    <a:pt x="2701605" y="2254889"/>
                  </a:lnTo>
                  <a:lnTo>
                    <a:pt x="2701942" y="2252504"/>
                  </a:lnTo>
                  <a:lnTo>
                    <a:pt x="2702278" y="2250291"/>
                  </a:lnTo>
                  <a:lnTo>
                    <a:pt x="2702615" y="2247956"/>
                  </a:lnTo>
                  <a:lnTo>
                    <a:pt x="2702951" y="2245915"/>
                  </a:lnTo>
                  <a:lnTo>
                    <a:pt x="2703287" y="2243890"/>
                  </a:lnTo>
                  <a:lnTo>
                    <a:pt x="2703624" y="2242197"/>
                  </a:lnTo>
                  <a:lnTo>
                    <a:pt x="2703960" y="2240722"/>
                  </a:lnTo>
                  <a:lnTo>
                    <a:pt x="2704297" y="2238879"/>
                  </a:lnTo>
                  <a:lnTo>
                    <a:pt x="2704633" y="2236855"/>
                  </a:lnTo>
                  <a:lnTo>
                    <a:pt x="2704970" y="2234732"/>
                  </a:lnTo>
                  <a:lnTo>
                    <a:pt x="2705306" y="2232593"/>
                  </a:lnTo>
                  <a:lnTo>
                    <a:pt x="2705643" y="2230924"/>
                  </a:lnTo>
                  <a:lnTo>
                    <a:pt x="2705979" y="2229963"/>
                  </a:lnTo>
                  <a:lnTo>
                    <a:pt x="2706316" y="2229403"/>
                  </a:lnTo>
                  <a:lnTo>
                    <a:pt x="2706652" y="2229235"/>
                  </a:lnTo>
                  <a:lnTo>
                    <a:pt x="2706989" y="2229169"/>
                  </a:lnTo>
                  <a:lnTo>
                    <a:pt x="2707325" y="2228489"/>
                  </a:lnTo>
                  <a:lnTo>
                    <a:pt x="2707661" y="2228016"/>
                  </a:lnTo>
                  <a:lnTo>
                    <a:pt x="2707998" y="2227610"/>
                  </a:lnTo>
                  <a:lnTo>
                    <a:pt x="2708334" y="2227489"/>
                  </a:lnTo>
                  <a:lnTo>
                    <a:pt x="2708671" y="2227808"/>
                  </a:lnTo>
                  <a:lnTo>
                    <a:pt x="2709007" y="2228608"/>
                  </a:lnTo>
                  <a:lnTo>
                    <a:pt x="2709344" y="2229508"/>
                  </a:lnTo>
                  <a:lnTo>
                    <a:pt x="2709680" y="2230792"/>
                  </a:lnTo>
                  <a:lnTo>
                    <a:pt x="2710017" y="2232373"/>
                  </a:lnTo>
                  <a:lnTo>
                    <a:pt x="2710353" y="2234095"/>
                  </a:lnTo>
                  <a:lnTo>
                    <a:pt x="2710690" y="2236389"/>
                  </a:lnTo>
                  <a:lnTo>
                    <a:pt x="2711026" y="2238575"/>
                  </a:lnTo>
                  <a:lnTo>
                    <a:pt x="2711363" y="2241375"/>
                  </a:lnTo>
                  <a:lnTo>
                    <a:pt x="2711699" y="2244116"/>
                  </a:lnTo>
                  <a:lnTo>
                    <a:pt x="2712035" y="2247045"/>
                  </a:lnTo>
                  <a:lnTo>
                    <a:pt x="2712372" y="2249730"/>
                  </a:lnTo>
                  <a:lnTo>
                    <a:pt x="2712708" y="2252177"/>
                  </a:lnTo>
                  <a:lnTo>
                    <a:pt x="2713045" y="2254721"/>
                  </a:lnTo>
                  <a:lnTo>
                    <a:pt x="2713381" y="2257751"/>
                  </a:lnTo>
                  <a:lnTo>
                    <a:pt x="2713718" y="2260143"/>
                  </a:lnTo>
                  <a:lnTo>
                    <a:pt x="2714054" y="2261843"/>
                  </a:lnTo>
                  <a:lnTo>
                    <a:pt x="2714391" y="2263083"/>
                  </a:lnTo>
                  <a:lnTo>
                    <a:pt x="2714727" y="2264603"/>
                  </a:lnTo>
                  <a:lnTo>
                    <a:pt x="2715064" y="2265418"/>
                  </a:lnTo>
                  <a:lnTo>
                    <a:pt x="2715400" y="2265909"/>
                  </a:lnTo>
                  <a:lnTo>
                    <a:pt x="2715737" y="2265983"/>
                  </a:lnTo>
                  <a:lnTo>
                    <a:pt x="2716073" y="2265802"/>
                  </a:lnTo>
                  <a:lnTo>
                    <a:pt x="2716409" y="2265527"/>
                  </a:lnTo>
                  <a:lnTo>
                    <a:pt x="2716746" y="2264931"/>
                  </a:lnTo>
                  <a:lnTo>
                    <a:pt x="2717082" y="2262632"/>
                  </a:lnTo>
                  <a:lnTo>
                    <a:pt x="2717419" y="2260663"/>
                  </a:lnTo>
                  <a:lnTo>
                    <a:pt x="2717755" y="2258452"/>
                  </a:lnTo>
                  <a:lnTo>
                    <a:pt x="2718092" y="2256209"/>
                  </a:lnTo>
                  <a:lnTo>
                    <a:pt x="2718428" y="2254077"/>
                  </a:lnTo>
                  <a:lnTo>
                    <a:pt x="2718765" y="2252013"/>
                  </a:lnTo>
                  <a:lnTo>
                    <a:pt x="2719101" y="2250218"/>
                  </a:lnTo>
                  <a:lnTo>
                    <a:pt x="2719438" y="2248440"/>
                  </a:lnTo>
                  <a:lnTo>
                    <a:pt x="2719774" y="2247345"/>
                  </a:lnTo>
                  <a:lnTo>
                    <a:pt x="2720111" y="2246672"/>
                  </a:lnTo>
                  <a:lnTo>
                    <a:pt x="2720447" y="2246136"/>
                  </a:lnTo>
                  <a:lnTo>
                    <a:pt x="2720783" y="2245751"/>
                  </a:lnTo>
                  <a:lnTo>
                    <a:pt x="2721120" y="2244652"/>
                  </a:lnTo>
                  <a:lnTo>
                    <a:pt x="2721456" y="2243812"/>
                  </a:lnTo>
                  <a:lnTo>
                    <a:pt x="2721793" y="2242452"/>
                  </a:lnTo>
                  <a:lnTo>
                    <a:pt x="2722129" y="2241429"/>
                  </a:lnTo>
                  <a:lnTo>
                    <a:pt x="2722466" y="2240927"/>
                  </a:lnTo>
                  <a:lnTo>
                    <a:pt x="2722802" y="2240949"/>
                  </a:lnTo>
                  <a:lnTo>
                    <a:pt x="2723139" y="2241188"/>
                  </a:lnTo>
                  <a:lnTo>
                    <a:pt x="2723475" y="2241043"/>
                  </a:lnTo>
                  <a:lnTo>
                    <a:pt x="2723812" y="2241161"/>
                  </a:lnTo>
                  <a:lnTo>
                    <a:pt x="2724148" y="2241466"/>
                  </a:lnTo>
                  <a:lnTo>
                    <a:pt x="2724485" y="2242092"/>
                  </a:lnTo>
                  <a:lnTo>
                    <a:pt x="2724821" y="2242377"/>
                  </a:lnTo>
                  <a:lnTo>
                    <a:pt x="2725157" y="2242655"/>
                  </a:lnTo>
                  <a:lnTo>
                    <a:pt x="2725494" y="2242806"/>
                  </a:lnTo>
                  <a:lnTo>
                    <a:pt x="2725830" y="2243200"/>
                  </a:lnTo>
                  <a:lnTo>
                    <a:pt x="2726167" y="2243679"/>
                  </a:lnTo>
                  <a:lnTo>
                    <a:pt x="2726503" y="2244463"/>
                  </a:lnTo>
                  <a:lnTo>
                    <a:pt x="2726840" y="2245446"/>
                  </a:lnTo>
                  <a:lnTo>
                    <a:pt x="2727176" y="2247218"/>
                  </a:lnTo>
                  <a:lnTo>
                    <a:pt x="2727513" y="2248841"/>
                  </a:lnTo>
                  <a:lnTo>
                    <a:pt x="2727849" y="2250197"/>
                  </a:lnTo>
                  <a:lnTo>
                    <a:pt x="2728186" y="2250663"/>
                  </a:lnTo>
                  <a:lnTo>
                    <a:pt x="2728522" y="2251846"/>
                  </a:lnTo>
                  <a:lnTo>
                    <a:pt x="2728858" y="2252838"/>
                  </a:lnTo>
                  <a:lnTo>
                    <a:pt x="2729195" y="2253894"/>
                  </a:lnTo>
                  <a:lnTo>
                    <a:pt x="2729531" y="2255030"/>
                  </a:lnTo>
                  <a:lnTo>
                    <a:pt x="2729868" y="2256608"/>
                  </a:lnTo>
                  <a:lnTo>
                    <a:pt x="2730204" y="2258422"/>
                  </a:lnTo>
                  <a:lnTo>
                    <a:pt x="2730541" y="2259648"/>
                  </a:lnTo>
                  <a:lnTo>
                    <a:pt x="2730877" y="2260466"/>
                  </a:lnTo>
                  <a:lnTo>
                    <a:pt x="2731214" y="2261824"/>
                  </a:lnTo>
                  <a:lnTo>
                    <a:pt x="2731550" y="2262707"/>
                  </a:lnTo>
                  <a:lnTo>
                    <a:pt x="2731887" y="2263002"/>
                  </a:lnTo>
                  <a:lnTo>
                    <a:pt x="2732223" y="2262851"/>
                  </a:lnTo>
                  <a:lnTo>
                    <a:pt x="2732560" y="2262319"/>
                  </a:lnTo>
                  <a:lnTo>
                    <a:pt x="2732896" y="2261723"/>
                  </a:lnTo>
                  <a:lnTo>
                    <a:pt x="2733232" y="2261148"/>
                  </a:lnTo>
                  <a:lnTo>
                    <a:pt x="2733569" y="2260631"/>
                  </a:lnTo>
                  <a:lnTo>
                    <a:pt x="2733905" y="2260229"/>
                  </a:lnTo>
                  <a:lnTo>
                    <a:pt x="2734242" y="2259554"/>
                  </a:lnTo>
                  <a:lnTo>
                    <a:pt x="2734578" y="2258893"/>
                  </a:lnTo>
                  <a:lnTo>
                    <a:pt x="2734915" y="2257973"/>
                  </a:lnTo>
                  <a:lnTo>
                    <a:pt x="2735251" y="2256752"/>
                  </a:lnTo>
                  <a:lnTo>
                    <a:pt x="2735588" y="2255868"/>
                  </a:lnTo>
                  <a:lnTo>
                    <a:pt x="2735924" y="2254833"/>
                  </a:lnTo>
                  <a:lnTo>
                    <a:pt x="2736261" y="2253612"/>
                  </a:lnTo>
                  <a:lnTo>
                    <a:pt x="2736597" y="2252211"/>
                  </a:lnTo>
                  <a:lnTo>
                    <a:pt x="2736934" y="2250674"/>
                  </a:lnTo>
                  <a:lnTo>
                    <a:pt x="2737270" y="2248784"/>
                  </a:lnTo>
                  <a:lnTo>
                    <a:pt x="2737606" y="2246758"/>
                  </a:lnTo>
                  <a:lnTo>
                    <a:pt x="2737943" y="2244962"/>
                  </a:lnTo>
                  <a:lnTo>
                    <a:pt x="2738279" y="2243317"/>
                  </a:lnTo>
                  <a:lnTo>
                    <a:pt x="2738616" y="2241449"/>
                  </a:lnTo>
                  <a:lnTo>
                    <a:pt x="2738952" y="2239057"/>
                  </a:lnTo>
                  <a:lnTo>
                    <a:pt x="2739289" y="2236535"/>
                  </a:lnTo>
                  <a:lnTo>
                    <a:pt x="2739625" y="2233949"/>
                  </a:lnTo>
                  <a:lnTo>
                    <a:pt x="2739962" y="2231255"/>
                  </a:lnTo>
                  <a:lnTo>
                    <a:pt x="2740298" y="2228352"/>
                  </a:lnTo>
                  <a:lnTo>
                    <a:pt x="2740635" y="2224781"/>
                  </a:lnTo>
                  <a:lnTo>
                    <a:pt x="2740971" y="2220686"/>
                  </a:lnTo>
                  <a:lnTo>
                    <a:pt x="2741308" y="2217222"/>
                  </a:lnTo>
                  <a:lnTo>
                    <a:pt x="2741644" y="2213480"/>
                  </a:lnTo>
                  <a:lnTo>
                    <a:pt x="2741980" y="2209669"/>
                  </a:lnTo>
                  <a:lnTo>
                    <a:pt x="2742317" y="2206392"/>
                  </a:lnTo>
                  <a:lnTo>
                    <a:pt x="2742653" y="2203616"/>
                  </a:lnTo>
                  <a:lnTo>
                    <a:pt x="2742990" y="2200799"/>
                  </a:lnTo>
                  <a:lnTo>
                    <a:pt x="2743326" y="2197966"/>
                  </a:lnTo>
                  <a:lnTo>
                    <a:pt x="2743663" y="2195232"/>
                  </a:lnTo>
                  <a:lnTo>
                    <a:pt x="2743999" y="2192807"/>
                  </a:lnTo>
                  <a:lnTo>
                    <a:pt x="2744336" y="2189983"/>
                  </a:lnTo>
                  <a:lnTo>
                    <a:pt x="2744672" y="2186698"/>
                  </a:lnTo>
                  <a:lnTo>
                    <a:pt x="2745009" y="2183694"/>
                  </a:lnTo>
                  <a:lnTo>
                    <a:pt x="2745345" y="2180941"/>
                  </a:lnTo>
                  <a:lnTo>
                    <a:pt x="2745682" y="2178512"/>
                  </a:lnTo>
                  <a:lnTo>
                    <a:pt x="2746018" y="2176492"/>
                  </a:lnTo>
                  <a:lnTo>
                    <a:pt x="2746354" y="2174787"/>
                  </a:lnTo>
                  <a:lnTo>
                    <a:pt x="2746691" y="2173650"/>
                  </a:lnTo>
                  <a:lnTo>
                    <a:pt x="2747027" y="2172828"/>
                  </a:lnTo>
                  <a:lnTo>
                    <a:pt x="2747364" y="2172773"/>
                  </a:lnTo>
                  <a:lnTo>
                    <a:pt x="2747700" y="2171632"/>
                  </a:lnTo>
                  <a:lnTo>
                    <a:pt x="2748037" y="2171087"/>
                  </a:lnTo>
                  <a:lnTo>
                    <a:pt x="2748373" y="2170419"/>
                  </a:lnTo>
                  <a:lnTo>
                    <a:pt x="2748710" y="2169667"/>
                  </a:lnTo>
                  <a:lnTo>
                    <a:pt x="2749046" y="2170498"/>
                  </a:lnTo>
                  <a:lnTo>
                    <a:pt x="2749383" y="2172496"/>
                  </a:lnTo>
                  <a:lnTo>
                    <a:pt x="2749719" y="2174390"/>
                  </a:lnTo>
                  <a:lnTo>
                    <a:pt x="2750056" y="2176211"/>
                  </a:lnTo>
                  <a:lnTo>
                    <a:pt x="2750392" y="2178102"/>
                  </a:lnTo>
                  <a:lnTo>
                    <a:pt x="2750728" y="2180459"/>
                  </a:lnTo>
                  <a:lnTo>
                    <a:pt x="2751065" y="2182908"/>
                  </a:lnTo>
                  <a:lnTo>
                    <a:pt x="2751401" y="2185469"/>
                  </a:lnTo>
                  <a:lnTo>
                    <a:pt x="2751738" y="2188193"/>
                  </a:lnTo>
                  <a:lnTo>
                    <a:pt x="2752074" y="2191114"/>
                  </a:lnTo>
                  <a:lnTo>
                    <a:pt x="2752411" y="2194590"/>
                  </a:lnTo>
                  <a:lnTo>
                    <a:pt x="2752747" y="2198667"/>
                  </a:lnTo>
                  <a:lnTo>
                    <a:pt x="2753084" y="2202955"/>
                  </a:lnTo>
                  <a:lnTo>
                    <a:pt x="2753420" y="2206609"/>
                  </a:lnTo>
                  <a:lnTo>
                    <a:pt x="2753757" y="2210570"/>
                  </a:lnTo>
                  <a:lnTo>
                    <a:pt x="2754093" y="2213429"/>
                  </a:lnTo>
                  <a:lnTo>
                    <a:pt x="2754430" y="2216085"/>
                  </a:lnTo>
                  <a:lnTo>
                    <a:pt x="2754766" y="2218539"/>
                  </a:lnTo>
                  <a:lnTo>
                    <a:pt x="2755102" y="2221273"/>
                  </a:lnTo>
                  <a:lnTo>
                    <a:pt x="2755439" y="2223542"/>
                  </a:lnTo>
                  <a:lnTo>
                    <a:pt x="2755775" y="2226093"/>
                  </a:lnTo>
                  <a:lnTo>
                    <a:pt x="2756112" y="2228978"/>
                  </a:lnTo>
                  <a:lnTo>
                    <a:pt x="2756448" y="2232184"/>
                  </a:lnTo>
                  <a:lnTo>
                    <a:pt x="2756785" y="2235468"/>
                  </a:lnTo>
                  <a:lnTo>
                    <a:pt x="2757121" y="2238605"/>
                  </a:lnTo>
                  <a:lnTo>
                    <a:pt x="2757458" y="2241291"/>
                  </a:lnTo>
                  <a:lnTo>
                    <a:pt x="2757794" y="2243439"/>
                  </a:lnTo>
                  <a:lnTo>
                    <a:pt x="2758131" y="2245141"/>
                  </a:lnTo>
                  <a:lnTo>
                    <a:pt x="2758467" y="2247202"/>
                  </a:lnTo>
                  <a:lnTo>
                    <a:pt x="2758803" y="2248824"/>
                  </a:lnTo>
                  <a:lnTo>
                    <a:pt x="2759140" y="2250705"/>
                  </a:lnTo>
                  <a:lnTo>
                    <a:pt x="2759476" y="2252261"/>
                  </a:lnTo>
                  <a:lnTo>
                    <a:pt x="2759813" y="2253713"/>
                  </a:lnTo>
                  <a:lnTo>
                    <a:pt x="2760149" y="2255010"/>
                  </a:lnTo>
                  <a:lnTo>
                    <a:pt x="2760486" y="2256842"/>
                  </a:lnTo>
                  <a:lnTo>
                    <a:pt x="2760822" y="2258751"/>
                  </a:lnTo>
                  <a:lnTo>
                    <a:pt x="2761159" y="2261438"/>
                  </a:lnTo>
                  <a:lnTo>
                    <a:pt x="2761495" y="2262825"/>
                  </a:lnTo>
                  <a:lnTo>
                    <a:pt x="2761832" y="2263737"/>
                  </a:lnTo>
                  <a:lnTo>
                    <a:pt x="2762168" y="2264556"/>
                  </a:lnTo>
                  <a:lnTo>
                    <a:pt x="2762505" y="2265957"/>
                  </a:lnTo>
                  <a:lnTo>
                    <a:pt x="2762841" y="2267839"/>
                  </a:lnTo>
                  <a:lnTo>
                    <a:pt x="2763177" y="2270225"/>
                  </a:lnTo>
                  <a:lnTo>
                    <a:pt x="2763514" y="2272509"/>
                  </a:lnTo>
                  <a:lnTo>
                    <a:pt x="2763850" y="2275017"/>
                  </a:lnTo>
                  <a:lnTo>
                    <a:pt x="2764187" y="2277581"/>
                  </a:lnTo>
                  <a:lnTo>
                    <a:pt x="2764523" y="2280232"/>
                  </a:lnTo>
                  <a:lnTo>
                    <a:pt x="2764860" y="2282941"/>
                  </a:lnTo>
                  <a:lnTo>
                    <a:pt x="2765196" y="2286102"/>
                  </a:lnTo>
                  <a:lnTo>
                    <a:pt x="2765533" y="2290190"/>
                  </a:lnTo>
                  <a:lnTo>
                    <a:pt x="2765869" y="2294845"/>
                  </a:lnTo>
                  <a:lnTo>
                    <a:pt x="2766206" y="2299529"/>
                  </a:lnTo>
                  <a:lnTo>
                    <a:pt x="2766542" y="2303783"/>
                  </a:lnTo>
                  <a:lnTo>
                    <a:pt x="2766879" y="2307504"/>
                  </a:lnTo>
                  <a:lnTo>
                    <a:pt x="2767215" y="2310356"/>
                  </a:lnTo>
                  <a:lnTo>
                    <a:pt x="2767551" y="2311721"/>
                  </a:lnTo>
                  <a:lnTo>
                    <a:pt x="2767888" y="2312174"/>
                  </a:lnTo>
                  <a:lnTo>
                    <a:pt x="2768224" y="2311858"/>
                  </a:lnTo>
                  <a:lnTo>
                    <a:pt x="2768561" y="2311685"/>
                  </a:lnTo>
                  <a:lnTo>
                    <a:pt x="2768897" y="2311204"/>
                  </a:lnTo>
                  <a:lnTo>
                    <a:pt x="2769234" y="2311743"/>
                  </a:lnTo>
                  <a:lnTo>
                    <a:pt x="2769570" y="2311849"/>
                  </a:lnTo>
                  <a:lnTo>
                    <a:pt x="2769907" y="2312929"/>
                  </a:lnTo>
                  <a:lnTo>
                    <a:pt x="2770243" y="2313203"/>
                  </a:lnTo>
                  <a:lnTo>
                    <a:pt x="2770580" y="2312557"/>
                  </a:lnTo>
                  <a:lnTo>
                    <a:pt x="2770916" y="2311594"/>
                  </a:lnTo>
                  <a:lnTo>
                    <a:pt x="2771253" y="2309792"/>
                  </a:lnTo>
                  <a:lnTo>
                    <a:pt x="2771589" y="2308420"/>
                  </a:lnTo>
                  <a:lnTo>
                    <a:pt x="2771925" y="2307030"/>
                  </a:lnTo>
                  <a:lnTo>
                    <a:pt x="2772262" y="2306172"/>
                  </a:lnTo>
                  <a:lnTo>
                    <a:pt x="2772598" y="2305478"/>
                  </a:lnTo>
                  <a:lnTo>
                    <a:pt x="2772935" y="2304579"/>
                  </a:lnTo>
                  <a:lnTo>
                    <a:pt x="2773271" y="2303529"/>
                  </a:lnTo>
                  <a:lnTo>
                    <a:pt x="2773608" y="2302415"/>
                  </a:lnTo>
                  <a:lnTo>
                    <a:pt x="2773944" y="2301367"/>
                  </a:lnTo>
                  <a:lnTo>
                    <a:pt x="2774281" y="2300300"/>
                  </a:lnTo>
                  <a:lnTo>
                    <a:pt x="2774617" y="2299775"/>
                  </a:lnTo>
                  <a:lnTo>
                    <a:pt x="2774954" y="2298975"/>
                  </a:lnTo>
                  <a:lnTo>
                    <a:pt x="2775290" y="2298521"/>
                  </a:lnTo>
                  <a:lnTo>
                    <a:pt x="2775627" y="2298184"/>
                  </a:lnTo>
                  <a:lnTo>
                    <a:pt x="2775963" y="2297731"/>
                  </a:lnTo>
                  <a:lnTo>
                    <a:pt x="2776299" y="2297779"/>
                  </a:lnTo>
                  <a:lnTo>
                    <a:pt x="2776636" y="2297973"/>
                  </a:lnTo>
                  <a:lnTo>
                    <a:pt x="2776972" y="2298282"/>
                  </a:lnTo>
                  <a:lnTo>
                    <a:pt x="2777309" y="2298660"/>
                  </a:lnTo>
                  <a:lnTo>
                    <a:pt x="2777645" y="2299255"/>
                  </a:lnTo>
                  <a:lnTo>
                    <a:pt x="2777982" y="2299348"/>
                  </a:lnTo>
                  <a:lnTo>
                    <a:pt x="2778318" y="2299399"/>
                  </a:lnTo>
                  <a:lnTo>
                    <a:pt x="2778655" y="2299318"/>
                  </a:lnTo>
                  <a:lnTo>
                    <a:pt x="2778991" y="2299250"/>
                  </a:lnTo>
                  <a:lnTo>
                    <a:pt x="2779328" y="2298797"/>
                  </a:lnTo>
                  <a:lnTo>
                    <a:pt x="2779664" y="2298062"/>
                  </a:lnTo>
                  <a:lnTo>
                    <a:pt x="2780001" y="2297421"/>
                  </a:lnTo>
                  <a:lnTo>
                    <a:pt x="2780337" y="2296848"/>
                  </a:lnTo>
                  <a:lnTo>
                    <a:pt x="2780673" y="2296386"/>
                  </a:lnTo>
                  <a:lnTo>
                    <a:pt x="2781010" y="2296132"/>
                  </a:lnTo>
                  <a:lnTo>
                    <a:pt x="2781346" y="2296215"/>
                  </a:lnTo>
                  <a:lnTo>
                    <a:pt x="2781683" y="2296278"/>
                  </a:lnTo>
                  <a:lnTo>
                    <a:pt x="2782019" y="2296239"/>
                  </a:lnTo>
                  <a:lnTo>
                    <a:pt x="2782356" y="2296279"/>
                  </a:lnTo>
                  <a:lnTo>
                    <a:pt x="2782692" y="2296233"/>
                  </a:lnTo>
                  <a:lnTo>
                    <a:pt x="2783029" y="2296173"/>
                  </a:lnTo>
                  <a:lnTo>
                    <a:pt x="2783365" y="2296074"/>
                  </a:lnTo>
                  <a:lnTo>
                    <a:pt x="2783702" y="2295918"/>
                  </a:lnTo>
                  <a:lnTo>
                    <a:pt x="2784038" y="2295573"/>
                  </a:lnTo>
                  <a:lnTo>
                    <a:pt x="2784375" y="2296679"/>
                  </a:lnTo>
                  <a:lnTo>
                    <a:pt x="2784711" y="2297261"/>
                  </a:lnTo>
                  <a:lnTo>
                    <a:pt x="2785047" y="2297928"/>
                  </a:lnTo>
                  <a:lnTo>
                    <a:pt x="2785384" y="2298784"/>
                  </a:lnTo>
                  <a:lnTo>
                    <a:pt x="2785720" y="2299659"/>
                  </a:lnTo>
                  <a:lnTo>
                    <a:pt x="2786057" y="2300883"/>
                  </a:lnTo>
                  <a:lnTo>
                    <a:pt x="2786393" y="2302067"/>
                  </a:lnTo>
                  <a:lnTo>
                    <a:pt x="2786730" y="2303730"/>
                  </a:lnTo>
                  <a:lnTo>
                    <a:pt x="2787066" y="2305723"/>
                  </a:lnTo>
                  <a:lnTo>
                    <a:pt x="2787403" y="2307826"/>
                  </a:lnTo>
                  <a:lnTo>
                    <a:pt x="2787739" y="2310050"/>
                  </a:lnTo>
                  <a:lnTo>
                    <a:pt x="2788076" y="2312303"/>
                  </a:lnTo>
                  <a:lnTo>
                    <a:pt x="2788412" y="2314683"/>
                  </a:lnTo>
                  <a:lnTo>
                    <a:pt x="2788749" y="2317354"/>
                  </a:lnTo>
                  <a:lnTo>
                    <a:pt x="2789085" y="2320619"/>
                  </a:lnTo>
                  <a:lnTo>
                    <a:pt x="2789421" y="2323785"/>
                  </a:lnTo>
                  <a:lnTo>
                    <a:pt x="2789758" y="2326910"/>
                  </a:lnTo>
                  <a:lnTo>
                    <a:pt x="2790094" y="2329754"/>
                  </a:lnTo>
                  <a:lnTo>
                    <a:pt x="2790431" y="2331655"/>
                  </a:lnTo>
                  <a:lnTo>
                    <a:pt x="2790767" y="2334023"/>
                  </a:lnTo>
                  <a:lnTo>
                    <a:pt x="2791104" y="2336000"/>
                  </a:lnTo>
                  <a:lnTo>
                    <a:pt x="2791440" y="2337825"/>
                  </a:lnTo>
                  <a:lnTo>
                    <a:pt x="2791777" y="2339491"/>
                  </a:lnTo>
                  <a:lnTo>
                    <a:pt x="2792113" y="2341283"/>
                  </a:lnTo>
                  <a:lnTo>
                    <a:pt x="2792450" y="2343041"/>
                  </a:lnTo>
                  <a:lnTo>
                    <a:pt x="2792786" y="2344677"/>
                  </a:lnTo>
                  <a:lnTo>
                    <a:pt x="2793122" y="2346197"/>
                  </a:lnTo>
                  <a:lnTo>
                    <a:pt x="2793459" y="2347627"/>
                  </a:lnTo>
                  <a:lnTo>
                    <a:pt x="2793795" y="2348512"/>
                  </a:lnTo>
                  <a:lnTo>
                    <a:pt x="2794132" y="2348971"/>
                  </a:lnTo>
                  <a:lnTo>
                    <a:pt x="2794468" y="2349117"/>
                  </a:lnTo>
                  <a:lnTo>
                    <a:pt x="2794805" y="2348975"/>
                  </a:lnTo>
                  <a:lnTo>
                    <a:pt x="2795141" y="2348472"/>
                  </a:lnTo>
                  <a:lnTo>
                    <a:pt x="2795478" y="2348595"/>
                  </a:lnTo>
                  <a:lnTo>
                    <a:pt x="2795814" y="2348810"/>
                  </a:lnTo>
                  <a:lnTo>
                    <a:pt x="2796151" y="2348832"/>
                  </a:lnTo>
                  <a:lnTo>
                    <a:pt x="2796487" y="2348688"/>
                  </a:lnTo>
                  <a:lnTo>
                    <a:pt x="2796824" y="2348286"/>
                  </a:lnTo>
                  <a:lnTo>
                    <a:pt x="2797160" y="2347467"/>
                  </a:lnTo>
                  <a:lnTo>
                    <a:pt x="2797496" y="2346403"/>
                  </a:lnTo>
                  <a:lnTo>
                    <a:pt x="2797833" y="2345620"/>
                  </a:lnTo>
                  <a:lnTo>
                    <a:pt x="2798169" y="2344528"/>
                  </a:lnTo>
                  <a:lnTo>
                    <a:pt x="2798506" y="2343530"/>
                  </a:lnTo>
                  <a:lnTo>
                    <a:pt x="2798842" y="2342689"/>
                  </a:lnTo>
                  <a:lnTo>
                    <a:pt x="2799179" y="2341590"/>
                  </a:lnTo>
                  <a:lnTo>
                    <a:pt x="2799515" y="2340505"/>
                  </a:lnTo>
                  <a:lnTo>
                    <a:pt x="2799852" y="2339772"/>
                  </a:lnTo>
                  <a:lnTo>
                    <a:pt x="2800188" y="2339470"/>
                  </a:lnTo>
                  <a:lnTo>
                    <a:pt x="2800525" y="2339327"/>
                  </a:lnTo>
                  <a:lnTo>
                    <a:pt x="2800861" y="2339126"/>
                  </a:lnTo>
                  <a:lnTo>
                    <a:pt x="2801198" y="2339068"/>
                  </a:lnTo>
                  <a:lnTo>
                    <a:pt x="2801534" y="2339118"/>
                  </a:lnTo>
                  <a:lnTo>
                    <a:pt x="2801870" y="2339054"/>
                  </a:lnTo>
                  <a:lnTo>
                    <a:pt x="2802207" y="2339039"/>
                  </a:lnTo>
                  <a:lnTo>
                    <a:pt x="2802543" y="2339162"/>
                  </a:lnTo>
                  <a:lnTo>
                    <a:pt x="2802880" y="2339111"/>
                  </a:lnTo>
                  <a:lnTo>
                    <a:pt x="2803216" y="2339657"/>
                  </a:lnTo>
                  <a:lnTo>
                    <a:pt x="2803553" y="2340512"/>
                  </a:lnTo>
                  <a:lnTo>
                    <a:pt x="2803889" y="2342093"/>
                  </a:lnTo>
                  <a:lnTo>
                    <a:pt x="2804226" y="2344047"/>
                  </a:lnTo>
                  <a:lnTo>
                    <a:pt x="2804562" y="2346332"/>
                  </a:lnTo>
                  <a:lnTo>
                    <a:pt x="2804899" y="2349090"/>
                  </a:lnTo>
                  <a:lnTo>
                    <a:pt x="2805235" y="2352086"/>
                  </a:lnTo>
                  <a:lnTo>
                    <a:pt x="2805572" y="2355650"/>
                  </a:lnTo>
                  <a:lnTo>
                    <a:pt x="2805908" y="2359809"/>
                  </a:lnTo>
                  <a:lnTo>
                    <a:pt x="2806244" y="2364666"/>
                  </a:lnTo>
                  <a:lnTo>
                    <a:pt x="2806581" y="2369889"/>
                  </a:lnTo>
                  <a:lnTo>
                    <a:pt x="2806917" y="2375270"/>
                  </a:lnTo>
                  <a:lnTo>
                    <a:pt x="2807254" y="2380687"/>
                  </a:lnTo>
                  <a:lnTo>
                    <a:pt x="2807590" y="2386176"/>
                  </a:lnTo>
                  <a:lnTo>
                    <a:pt x="2807927" y="2392246"/>
                  </a:lnTo>
                  <a:lnTo>
                    <a:pt x="2808263" y="2398597"/>
                  </a:lnTo>
                  <a:lnTo>
                    <a:pt x="2808600" y="2403284"/>
                  </a:lnTo>
                  <a:lnTo>
                    <a:pt x="2808936" y="2407829"/>
                  </a:lnTo>
                  <a:lnTo>
                    <a:pt x="2809273" y="2412522"/>
                  </a:lnTo>
                  <a:lnTo>
                    <a:pt x="2809609" y="2417130"/>
                  </a:lnTo>
                  <a:lnTo>
                    <a:pt x="2809946" y="2421132"/>
                  </a:lnTo>
                  <a:lnTo>
                    <a:pt x="2810282" y="2424890"/>
                  </a:lnTo>
                  <a:lnTo>
                    <a:pt x="2810618" y="2427832"/>
                  </a:lnTo>
                  <a:lnTo>
                    <a:pt x="2810955" y="2430079"/>
                  </a:lnTo>
                  <a:lnTo>
                    <a:pt x="2811291" y="2431677"/>
                  </a:lnTo>
                  <a:lnTo>
                    <a:pt x="2811628" y="2433502"/>
                  </a:lnTo>
                  <a:lnTo>
                    <a:pt x="2811964" y="2435367"/>
                  </a:lnTo>
                  <a:lnTo>
                    <a:pt x="2812301" y="2437199"/>
                  </a:lnTo>
                  <a:lnTo>
                    <a:pt x="2812637" y="2439079"/>
                  </a:lnTo>
                  <a:lnTo>
                    <a:pt x="2812974" y="2440849"/>
                  </a:lnTo>
                  <a:lnTo>
                    <a:pt x="2813310" y="2442490"/>
                  </a:lnTo>
                  <a:lnTo>
                    <a:pt x="2813647" y="2443582"/>
                  </a:lnTo>
                  <a:lnTo>
                    <a:pt x="2813983" y="2444317"/>
                  </a:lnTo>
                  <a:lnTo>
                    <a:pt x="2814320" y="2444898"/>
                  </a:lnTo>
                  <a:lnTo>
                    <a:pt x="2814656" y="2445729"/>
                  </a:lnTo>
                  <a:lnTo>
                    <a:pt x="2814992" y="2446925"/>
                  </a:lnTo>
                  <a:lnTo>
                    <a:pt x="2815329" y="2449192"/>
                  </a:lnTo>
                  <a:lnTo>
                    <a:pt x="2815665" y="2451894"/>
                  </a:lnTo>
                  <a:lnTo>
                    <a:pt x="2816002" y="2454689"/>
                  </a:lnTo>
                  <a:lnTo>
                    <a:pt x="2816338" y="2456520"/>
                  </a:lnTo>
                  <a:lnTo>
                    <a:pt x="2816675" y="2458260"/>
                  </a:lnTo>
                  <a:lnTo>
                    <a:pt x="2817011" y="2460887"/>
                  </a:lnTo>
                  <a:lnTo>
                    <a:pt x="2817348" y="2463535"/>
                  </a:lnTo>
                  <a:lnTo>
                    <a:pt x="2817684" y="2465995"/>
                  </a:lnTo>
                  <a:lnTo>
                    <a:pt x="2818021" y="2467994"/>
                  </a:lnTo>
                  <a:lnTo>
                    <a:pt x="2818357" y="2469836"/>
                  </a:lnTo>
                  <a:lnTo>
                    <a:pt x="2818694" y="2471752"/>
                  </a:lnTo>
                  <a:lnTo>
                    <a:pt x="2819030" y="2473479"/>
                  </a:lnTo>
                  <a:lnTo>
                    <a:pt x="2819366" y="2474808"/>
                  </a:lnTo>
                  <a:lnTo>
                    <a:pt x="2819703" y="2475646"/>
                  </a:lnTo>
                  <a:lnTo>
                    <a:pt x="2820039" y="2476284"/>
                  </a:lnTo>
                  <a:lnTo>
                    <a:pt x="2820376" y="2476780"/>
                  </a:lnTo>
                  <a:lnTo>
                    <a:pt x="2820712" y="2477163"/>
                  </a:lnTo>
                  <a:lnTo>
                    <a:pt x="2821049" y="2477567"/>
                  </a:lnTo>
                  <a:lnTo>
                    <a:pt x="2821385" y="2478786"/>
                  </a:lnTo>
                  <a:lnTo>
                    <a:pt x="2821722" y="2479584"/>
                  </a:lnTo>
                  <a:lnTo>
                    <a:pt x="2822058" y="2479891"/>
                  </a:lnTo>
                  <a:lnTo>
                    <a:pt x="2822395" y="2479739"/>
                  </a:lnTo>
                  <a:lnTo>
                    <a:pt x="2822731" y="2479439"/>
                  </a:lnTo>
                  <a:lnTo>
                    <a:pt x="2823068" y="2478686"/>
                  </a:lnTo>
                  <a:lnTo>
                    <a:pt x="2823404" y="2478045"/>
                  </a:lnTo>
                  <a:lnTo>
                    <a:pt x="2823740" y="2477626"/>
                  </a:lnTo>
                  <a:lnTo>
                    <a:pt x="2824077" y="2477527"/>
                  </a:lnTo>
                  <a:lnTo>
                    <a:pt x="2824413" y="2477731"/>
                  </a:lnTo>
                  <a:lnTo>
                    <a:pt x="2824750" y="2477762"/>
                  </a:lnTo>
                  <a:lnTo>
                    <a:pt x="2825086" y="2477605"/>
                  </a:lnTo>
                  <a:lnTo>
                    <a:pt x="2825423" y="2477202"/>
                  </a:lnTo>
                  <a:lnTo>
                    <a:pt x="2825759" y="2476716"/>
                  </a:lnTo>
                  <a:lnTo>
                    <a:pt x="2826096" y="2476318"/>
                  </a:lnTo>
                  <a:lnTo>
                    <a:pt x="2826432" y="2475784"/>
                  </a:lnTo>
                  <a:lnTo>
                    <a:pt x="2826769" y="2475365"/>
                  </a:lnTo>
                  <a:lnTo>
                    <a:pt x="2827105" y="2475228"/>
                  </a:lnTo>
                  <a:lnTo>
                    <a:pt x="2827441" y="2475407"/>
                  </a:lnTo>
                  <a:lnTo>
                    <a:pt x="2827778" y="2474891"/>
                  </a:lnTo>
                  <a:lnTo>
                    <a:pt x="2828114" y="2474233"/>
                  </a:lnTo>
                  <a:lnTo>
                    <a:pt x="2828451" y="2473471"/>
                  </a:lnTo>
                  <a:lnTo>
                    <a:pt x="2828787" y="2473025"/>
                  </a:lnTo>
                  <a:lnTo>
                    <a:pt x="2829124" y="2472364"/>
                  </a:lnTo>
                  <a:lnTo>
                    <a:pt x="2829460" y="2471632"/>
                  </a:lnTo>
                  <a:lnTo>
                    <a:pt x="2829797" y="2471359"/>
                  </a:lnTo>
                  <a:lnTo>
                    <a:pt x="2830133" y="2471165"/>
                  </a:lnTo>
                  <a:lnTo>
                    <a:pt x="2830470" y="2471050"/>
                  </a:lnTo>
                  <a:lnTo>
                    <a:pt x="2830806" y="2470985"/>
                  </a:lnTo>
                  <a:lnTo>
                    <a:pt x="2831143" y="2470626"/>
                  </a:lnTo>
                  <a:lnTo>
                    <a:pt x="2831479" y="2470209"/>
                  </a:lnTo>
                  <a:lnTo>
                    <a:pt x="2831815" y="2469505"/>
                  </a:lnTo>
                  <a:lnTo>
                    <a:pt x="2832152" y="2468815"/>
                  </a:lnTo>
                  <a:lnTo>
                    <a:pt x="2832488" y="2468040"/>
                  </a:lnTo>
                  <a:lnTo>
                    <a:pt x="2832825" y="2467414"/>
                  </a:lnTo>
                  <a:lnTo>
                    <a:pt x="2833161" y="2466847"/>
                  </a:lnTo>
                  <a:lnTo>
                    <a:pt x="2833498" y="2466308"/>
                  </a:lnTo>
                  <a:lnTo>
                    <a:pt x="2833834" y="2466251"/>
                  </a:lnTo>
                  <a:lnTo>
                    <a:pt x="2834171" y="2466581"/>
                  </a:lnTo>
                  <a:lnTo>
                    <a:pt x="2834507" y="2467695"/>
                  </a:lnTo>
                  <a:lnTo>
                    <a:pt x="2834844" y="2469800"/>
                  </a:lnTo>
                  <a:lnTo>
                    <a:pt x="2835180" y="2472781"/>
                  </a:lnTo>
                  <a:lnTo>
                    <a:pt x="2835517" y="2476287"/>
                  </a:lnTo>
                  <a:lnTo>
                    <a:pt x="2835853" y="2480030"/>
                  </a:lnTo>
                  <a:lnTo>
                    <a:pt x="2836189" y="2484305"/>
                  </a:lnTo>
                  <a:lnTo>
                    <a:pt x="2836526" y="2487524"/>
                  </a:lnTo>
                  <a:lnTo>
                    <a:pt x="2836862" y="2490944"/>
                  </a:lnTo>
                  <a:lnTo>
                    <a:pt x="2837199" y="2493062"/>
                  </a:lnTo>
                  <a:lnTo>
                    <a:pt x="2837535" y="2495389"/>
                  </a:lnTo>
                  <a:lnTo>
                    <a:pt x="2837872" y="2498096"/>
                  </a:lnTo>
                  <a:lnTo>
                    <a:pt x="2838208" y="2500726"/>
                  </a:lnTo>
                  <a:lnTo>
                    <a:pt x="2838545" y="2503842"/>
                  </a:lnTo>
                  <a:lnTo>
                    <a:pt x="2838881" y="2506738"/>
                  </a:lnTo>
                  <a:lnTo>
                    <a:pt x="2839218" y="2509694"/>
                  </a:lnTo>
                  <a:lnTo>
                    <a:pt x="2839554" y="2511924"/>
                  </a:lnTo>
                  <a:lnTo>
                    <a:pt x="2839891" y="2513617"/>
                  </a:lnTo>
                  <a:lnTo>
                    <a:pt x="2840227" y="2514940"/>
                  </a:lnTo>
                  <a:lnTo>
                    <a:pt x="2840563" y="2516826"/>
                  </a:lnTo>
                  <a:lnTo>
                    <a:pt x="2840900" y="2518684"/>
                  </a:lnTo>
                  <a:lnTo>
                    <a:pt x="2841236" y="2520535"/>
                  </a:lnTo>
                  <a:lnTo>
                    <a:pt x="2841573" y="2522527"/>
                  </a:lnTo>
                  <a:lnTo>
                    <a:pt x="2841909" y="2524215"/>
                  </a:lnTo>
                  <a:lnTo>
                    <a:pt x="2842246" y="2526351"/>
                  </a:lnTo>
                  <a:lnTo>
                    <a:pt x="2842582" y="2528135"/>
                  </a:lnTo>
                  <a:lnTo>
                    <a:pt x="2842919" y="2529553"/>
                  </a:lnTo>
                  <a:lnTo>
                    <a:pt x="2843255" y="2530946"/>
                  </a:lnTo>
                  <a:lnTo>
                    <a:pt x="2843592" y="2531783"/>
                  </a:lnTo>
                  <a:lnTo>
                    <a:pt x="2843928" y="2531990"/>
                  </a:lnTo>
                  <a:lnTo>
                    <a:pt x="2844265" y="2531950"/>
                  </a:lnTo>
                  <a:lnTo>
                    <a:pt x="2844601" y="2531956"/>
                  </a:lnTo>
                  <a:lnTo>
                    <a:pt x="2844937" y="2531959"/>
                  </a:lnTo>
                  <a:lnTo>
                    <a:pt x="2845274" y="2532164"/>
                  </a:lnTo>
                  <a:lnTo>
                    <a:pt x="2845610" y="2532364"/>
                  </a:lnTo>
                  <a:lnTo>
                    <a:pt x="2845947" y="2532607"/>
                  </a:lnTo>
                  <a:lnTo>
                    <a:pt x="2846283" y="2532815"/>
                  </a:lnTo>
                  <a:lnTo>
                    <a:pt x="2846620" y="2532887"/>
                  </a:lnTo>
                  <a:lnTo>
                    <a:pt x="2846956" y="2533203"/>
                  </a:lnTo>
                  <a:lnTo>
                    <a:pt x="2847293" y="2533634"/>
                  </a:lnTo>
                  <a:lnTo>
                    <a:pt x="2847629" y="2534281"/>
                  </a:lnTo>
                  <a:lnTo>
                    <a:pt x="2847966" y="2534978"/>
                  </a:lnTo>
                  <a:lnTo>
                    <a:pt x="2848302" y="2535696"/>
                  </a:lnTo>
                  <a:lnTo>
                    <a:pt x="2848639" y="2536350"/>
                  </a:lnTo>
                  <a:lnTo>
                    <a:pt x="2848975" y="2537126"/>
                  </a:lnTo>
                  <a:lnTo>
                    <a:pt x="2849311" y="2538103"/>
                  </a:lnTo>
                  <a:lnTo>
                    <a:pt x="2849648" y="2539101"/>
                  </a:lnTo>
                  <a:lnTo>
                    <a:pt x="2849984" y="2540100"/>
                  </a:lnTo>
                  <a:lnTo>
                    <a:pt x="2850321" y="2541106"/>
                  </a:lnTo>
                  <a:lnTo>
                    <a:pt x="2850657" y="2542212"/>
                  </a:lnTo>
                  <a:lnTo>
                    <a:pt x="2850994" y="2543247"/>
                  </a:lnTo>
                  <a:lnTo>
                    <a:pt x="2851330" y="2544288"/>
                  </a:lnTo>
                  <a:lnTo>
                    <a:pt x="2851667" y="2544878"/>
                  </a:lnTo>
                  <a:lnTo>
                    <a:pt x="2852003" y="2545294"/>
                  </a:lnTo>
                  <a:lnTo>
                    <a:pt x="2852340" y="2545661"/>
                  </a:lnTo>
                  <a:lnTo>
                    <a:pt x="2852676" y="2545948"/>
                  </a:lnTo>
                  <a:lnTo>
                    <a:pt x="2853013" y="2546200"/>
                  </a:lnTo>
                  <a:lnTo>
                    <a:pt x="2853349" y="2546953"/>
                  </a:lnTo>
                  <a:lnTo>
                    <a:pt x="2853685" y="2547610"/>
                  </a:lnTo>
                  <a:lnTo>
                    <a:pt x="2854022" y="2547777"/>
                  </a:lnTo>
                  <a:lnTo>
                    <a:pt x="2854358" y="2547364"/>
                  </a:lnTo>
                  <a:lnTo>
                    <a:pt x="2854695" y="2546769"/>
                  </a:lnTo>
                  <a:lnTo>
                    <a:pt x="2855031" y="2545973"/>
                  </a:lnTo>
                  <a:lnTo>
                    <a:pt x="2855368" y="2544986"/>
                  </a:lnTo>
                  <a:lnTo>
                    <a:pt x="2855704" y="2543732"/>
                  </a:lnTo>
                  <a:lnTo>
                    <a:pt x="2856041" y="2541998"/>
                  </a:lnTo>
                  <a:lnTo>
                    <a:pt x="2856377" y="2540052"/>
                  </a:lnTo>
                  <a:lnTo>
                    <a:pt x="2856714" y="2538058"/>
                  </a:lnTo>
                  <a:lnTo>
                    <a:pt x="2857050" y="2535927"/>
                  </a:lnTo>
                  <a:lnTo>
                    <a:pt x="2857387" y="2533691"/>
                  </a:lnTo>
                  <a:lnTo>
                    <a:pt x="2857723" y="2531389"/>
                  </a:lnTo>
                  <a:lnTo>
                    <a:pt x="2858059" y="2528969"/>
                  </a:lnTo>
                  <a:lnTo>
                    <a:pt x="2858396" y="2526430"/>
                  </a:lnTo>
                  <a:lnTo>
                    <a:pt x="2858732" y="2523983"/>
                  </a:lnTo>
                  <a:lnTo>
                    <a:pt x="2859069" y="2521463"/>
                  </a:lnTo>
                  <a:lnTo>
                    <a:pt x="2859405" y="2518194"/>
                  </a:lnTo>
                  <a:lnTo>
                    <a:pt x="2859742" y="2514954"/>
                  </a:lnTo>
                  <a:lnTo>
                    <a:pt x="2860078" y="2511923"/>
                  </a:lnTo>
                  <a:lnTo>
                    <a:pt x="2860415" y="2508819"/>
                  </a:lnTo>
                  <a:lnTo>
                    <a:pt x="2860751" y="2505823"/>
                  </a:lnTo>
                  <a:lnTo>
                    <a:pt x="2861088" y="2503380"/>
                  </a:lnTo>
                  <a:lnTo>
                    <a:pt x="2861424" y="2500916"/>
                  </a:lnTo>
                  <a:lnTo>
                    <a:pt x="2861760" y="2498488"/>
                  </a:lnTo>
                  <a:lnTo>
                    <a:pt x="2862097" y="2496462"/>
                  </a:lnTo>
                  <a:lnTo>
                    <a:pt x="2862433" y="2494960"/>
                  </a:lnTo>
                  <a:lnTo>
                    <a:pt x="2862770" y="2493825"/>
                  </a:lnTo>
                  <a:lnTo>
                    <a:pt x="2863106" y="2492891"/>
                  </a:lnTo>
                  <a:lnTo>
                    <a:pt x="2863443" y="2492202"/>
                  </a:lnTo>
                  <a:lnTo>
                    <a:pt x="2863779" y="2491490"/>
                  </a:lnTo>
                  <a:lnTo>
                    <a:pt x="2864116" y="2490829"/>
                  </a:lnTo>
                  <a:lnTo>
                    <a:pt x="2864452" y="2489910"/>
                  </a:lnTo>
                  <a:lnTo>
                    <a:pt x="2864789" y="2489105"/>
                  </a:lnTo>
                  <a:lnTo>
                    <a:pt x="2865125" y="2488610"/>
                  </a:lnTo>
                  <a:lnTo>
                    <a:pt x="2865462" y="2488911"/>
                  </a:lnTo>
                  <a:lnTo>
                    <a:pt x="2865798" y="2489349"/>
                  </a:lnTo>
                  <a:lnTo>
                    <a:pt x="2866134" y="2489917"/>
                  </a:lnTo>
                  <a:lnTo>
                    <a:pt x="2866471" y="2490829"/>
                  </a:lnTo>
                  <a:lnTo>
                    <a:pt x="2866807" y="2491447"/>
                  </a:lnTo>
                  <a:lnTo>
                    <a:pt x="2867144" y="2491993"/>
                  </a:lnTo>
                  <a:lnTo>
                    <a:pt x="2867480" y="2492173"/>
                  </a:lnTo>
                  <a:lnTo>
                    <a:pt x="2867817" y="2492173"/>
                  </a:lnTo>
                  <a:lnTo>
                    <a:pt x="2868153" y="2492123"/>
                  </a:lnTo>
                  <a:lnTo>
                    <a:pt x="2868490" y="2491613"/>
                  </a:lnTo>
                  <a:lnTo>
                    <a:pt x="2868826" y="2491031"/>
                  </a:lnTo>
                  <a:lnTo>
                    <a:pt x="2869163" y="2490571"/>
                  </a:lnTo>
                  <a:lnTo>
                    <a:pt x="2869499" y="2490233"/>
                  </a:lnTo>
                  <a:lnTo>
                    <a:pt x="2869836" y="2489766"/>
                  </a:lnTo>
                  <a:lnTo>
                    <a:pt x="2870172" y="2489012"/>
                  </a:lnTo>
                  <a:lnTo>
                    <a:pt x="2870508" y="2487776"/>
                  </a:lnTo>
                  <a:lnTo>
                    <a:pt x="2870845" y="2486526"/>
                  </a:lnTo>
                  <a:lnTo>
                    <a:pt x="2871181" y="2485139"/>
                  </a:lnTo>
                  <a:lnTo>
                    <a:pt x="2871518" y="2483782"/>
                  </a:lnTo>
                  <a:lnTo>
                    <a:pt x="2871854" y="2483279"/>
                  </a:lnTo>
                  <a:lnTo>
                    <a:pt x="2872191" y="2482941"/>
                  </a:lnTo>
                  <a:lnTo>
                    <a:pt x="2872527" y="2482524"/>
                  </a:lnTo>
                  <a:lnTo>
                    <a:pt x="2872864" y="2482093"/>
                  </a:lnTo>
                  <a:lnTo>
                    <a:pt x="2873200" y="2481713"/>
                  </a:lnTo>
                  <a:lnTo>
                    <a:pt x="2873537" y="2481605"/>
                  </a:lnTo>
                  <a:lnTo>
                    <a:pt x="2873873" y="2481583"/>
                  </a:lnTo>
                  <a:lnTo>
                    <a:pt x="2874210" y="2481698"/>
                  </a:lnTo>
                  <a:lnTo>
                    <a:pt x="2874546" y="2481849"/>
                  </a:lnTo>
                  <a:lnTo>
                    <a:pt x="2874882" y="2482136"/>
                  </a:lnTo>
                  <a:lnTo>
                    <a:pt x="2875219" y="2482424"/>
                  </a:lnTo>
                  <a:lnTo>
                    <a:pt x="2875555" y="2482948"/>
                  </a:lnTo>
                  <a:lnTo>
                    <a:pt x="2875892" y="2483595"/>
                  </a:lnTo>
                  <a:lnTo>
                    <a:pt x="2876228" y="2484407"/>
                  </a:lnTo>
                  <a:lnTo>
                    <a:pt x="2876565" y="2485082"/>
                  </a:lnTo>
                  <a:lnTo>
                    <a:pt x="2876901" y="2485499"/>
                  </a:lnTo>
                  <a:lnTo>
                    <a:pt x="2877238" y="2485578"/>
                  </a:lnTo>
                  <a:lnTo>
                    <a:pt x="2877574" y="2485571"/>
                  </a:lnTo>
                  <a:lnTo>
                    <a:pt x="2877911" y="2485887"/>
                  </a:lnTo>
                  <a:lnTo>
                    <a:pt x="2878247" y="2486526"/>
                  </a:lnTo>
                  <a:lnTo>
                    <a:pt x="2878584" y="2487453"/>
                  </a:lnTo>
                  <a:lnTo>
                    <a:pt x="2878920" y="2488538"/>
                  </a:lnTo>
                  <a:lnTo>
                    <a:pt x="2879256" y="2489917"/>
                  </a:lnTo>
                  <a:lnTo>
                    <a:pt x="2879593" y="2491915"/>
                  </a:lnTo>
                  <a:lnTo>
                    <a:pt x="2879929" y="2493581"/>
                  </a:lnTo>
                  <a:lnTo>
                    <a:pt x="2880266" y="2494982"/>
                  </a:lnTo>
                  <a:lnTo>
                    <a:pt x="2880602" y="2495953"/>
                  </a:lnTo>
                  <a:lnTo>
                    <a:pt x="2880939" y="2497111"/>
                  </a:lnTo>
                  <a:lnTo>
                    <a:pt x="2881275" y="2498192"/>
                  </a:lnTo>
                  <a:lnTo>
                    <a:pt x="2881612" y="2499257"/>
                  </a:lnTo>
                  <a:lnTo>
                    <a:pt x="2881948" y="2500447"/>
                  </a:lnTo>
                  <a:lnTo>
                    <a:pt x="2882285" y="2501841"/>
                  </a:lnTo>
                  <a:lnTo>
                    <a:pt x="2882621" y="2502464"/>
                  </a:lnTo>
                  <a:lnTo>
                    <a:pt x="2882958" y="2502462"/>
                  </a:lnTo>
                  <a:lnTo>
                    <a:pt x="2883294" y="2502110"/>
                  </a:lnTo>
                  <a:lnTo>
                    <a:pt x="2883630" y="2501449"/>
                  </a:lnTo>
                  <a:lnTo>
                    <a:pt x="2883967" y="2500554"/>
                  </a:lnTo>
                  <a:lnTo>
                    <a:pt x="2884303" y="2499450"/>
                  </a:lnTo>
                  <a:lnTo>
                    <a:pt x="2884640" y="2498526"/>
                  </a:lnTo>
                  <a:lnTo>
                    <a:pt x="2884976" y="2497961"/>
                  </a:lnTo>
                  <a:lnTo>
                    <a:pt x="2885313" y="2497164"/>
                  </a:lnTo>
                  <a:lnTo>
                    <a:pt x="2885649" y="2496504"/>
                  </a:lnTo>
                  <a:lnTo>
                    <a:pt x="2885986" y="2495536"/>
                  </a:lnTo>
                  <a:lnTo>
                    <a:pt x="2886322" y="2494303"/>
                  </a:lnTo>
                  <a:lnTo>
                    <a:pt x="2886659" y="2492915"/>
                  </a:lnTo>
                  <a:lnTo>
                    <a:pt x="2886995" y="2491500"/>
                  </a:lnTo>
                  <a:lnTo>
                    <a:pt x="2887332" y="2490023"/>
                  </a:lnTo>
                  <a:lnTo>
                    <a:pt x="2887668" y="2488625"/>
                  </a:lnTo>
                  <a:lnTo>
                    <a:pt x="2888004" y="2487767"/>
                  </a:lnTo>
                  <a:lnTo>
                    <a:pt x="2888341" y="2486917"/>
                  </a:lnTo>
                  <a:lnTo>
                    <a:pt x="2888677" y="2486057"/>
                  </a:lnTo>
                  <a:lnTo>
                    <a:pt x="2889014" y="2485159"/>
                  </a:lnTo>
                  <a:lnTo>
                    <a:pt x="2889350" y="2484406"/>
                  </a:lnTo>
                  <a:lnTo>
                    <a:pt x="2889687" y="2483258"/>
                  </a:lnTo>
                  <a:lnTo>
                    <a:pt x="2890023" y="2481725"/>
                  </a:lnTo>
                  <a:lnTo>
                    <a:pt x="2890360" y="2480008"/>
                  </a:lnTo>
                  <a:lnTo>
                    <a:pt x="2890696" y="2478215"/>
                  </a:lnTo>
                  <a:lnTo>
                    <a:pt x="2891033" y="2476479"/>
                  </a:lnTo>
                  <a:lnTo>
                    <a:pt x="2891369" y="2474961"/>
                  </a:lnTo>
                  <a:lnTo>
                    <a:pt x="2891705" y="2473857"/>
                  </a:lnTo>
                  <a:lnTo>
                    <a:pt x="2892042" y="2472898"/>
                  </a:lnTo>
                  <a:lnTo>
                    <a:pt x="2892378" y="2471982"/>
                  </a:lnTo>
                  <a:lnTo>
                    <a:pt x="2892715" y="2470786"/>
                  </a:lnTo>
                  <a:lnTo>
                    <a:pt x="2893051" y="2470147"/>
                  </a:lnTo>
                  <a:lnTo>
                    <a:pt x="2893388" y="2469431"/>
                  </a:lnTo>
                  <a:lnTo>
                    <a:pt x="2893724" y="2468709"/>
                  </a:lnTo>
                  <a:lnTo>
                    <a:pt x="2894061" y="2467972"/>
                  </a:lnTo>
                  <a:lnTo>
                    <a:pt x="2894397" y="2466921"/>
                  </a:lnTo>
                  <a:lnTo>
                    <a:pt x="2894734" y="2465804"/>
                  </a:lnTo>
                  <a:lnTo>
                    <a:pt x="2895070" y="2465714"/>
                  </a:lnTo>
                  <a:lnTo>
                    <a:pt x="2895407" y="2465381"/>
                  </a:lnTo>
                  <a:lnTo>
                    <a:pt x="2895743" y="2464980"/>
                  </a:lnTo>
                  <a:lnTo>
                    <a:pt x="2896079" y="2464388"/>
                  </a:lnTo>
                  <a:lnTo>
                    <a:pt x="2896416" y="2464364"/>
                  </a:lnTo>
                  <a:lnTo>
                    <a:pt x="2896752" y="2463889"/>
                  </a:lnTo>
                  <a:lnTo>
                    <a:pt x="2897089" y="2462624"/>
                  </a:lnTo>
                  <a:lnTo>
                    <a:pt x="2897425" y="2461371"/>
                  </a:lnTo>
                  <a:lnTo>
                    <a:pt x="2897762" y="2460264"/>
                  </a:lnTo>
                  <a:lnTo>
                    <a:pt x="2898098" y="2459361"/>
                  </a:lnTo>
                  <a:lnTo>
                    <a:pt x="2898435" y="2458715"/>
                  </a:lnTo>
                  <a:lnTo>
                    <a:pt x="2898771" y="2457474"/>
                  </a:lnTo>
                  <a:lnTo>
                    <a:pt x="2899108" y="2456397"/>
                  </a:lnTo>
                  <a:lnTo>
                    <a:pt x="2899444" y="2455403"/>
                  </a:lnTo>
                  <a:lnTo>
                    <a:pt x="2899781" y="2454133"/>
                  </a:lnTo>
                  <a:lnTo>
                    <a:pt x="2900117" y="2452172"/>
                  </a:lnTo>
                  <a:lnTo>
                    <a:pt x="2900453" y="2450419"/>
                  </a:lnTo>
                  <a:lnTo>
                    <a:pt x="2900790" y="2448729"/>
                  </a:lnTo>
                  <a:lnTo>
                    <a:pt x="2901126" y="2446836"/>
                  </a:lnTo>
                  <a:lnTo>
                    <a:pt x="2901463" y="2444884"/>
                  </a:lnTo>
                  <a:lnTo>
                    <a:pt x="2901799" y="2442927"/>
                  </a:lnTo>
                  <a:lnTo>
                    <a:pt x="2902136" y="2440125"/>
                  </a:lnTo>
                  <a:lnTo>
                    <a:pt x="2902472" y="2436713"/>
                  </a:lnTo>
                  <a:lnTo>
                    <a:pt x="2902809" y="2433379"/>
                  </a:lnTo>
                  <a:lnTo>
                    <a:pt x="2903145" y="2430175"/>
                  </a:lnTo>
                  <a:lnTo>
                    <a:pt x="2903482" y="2426971"/>
                  </a:lnTo>
                  <a:lnTo>
                    <a:pt x="2903818" y="2423702"/>
                  </a:lnTo>
                  <a:lnTo>
                    <a:pt x="2904155" y="2420225"/>
                  </a:lnTo>
                  <a:lnTo>
                    <a:pt x="2904491" y="2416517"/>
                  </a:lnTo>
                  <a:lnTo>
                    <a:pt x="2904827" y="2413184"/>
                  </a:lnTo>
                  <a:lnTo>
                    <a:pt x="2905164" y="2410253"/>
                  </a:lnTo>
                  <a:lnTo>
                    <a:pt x="2905500" y="2407199"/>
                  </a:lnTo>
                  <a:lnTo>
                    <a:pt x="2905837" y="2403923"/>
                  </a:lnTo>
                  <a:lnTo>
                    <a:pt x="2906173" y="2400647"/>
                  </a:lnTo>
                  <a:lnTo>
                    <a:pt x="2906510" y="2397307"/>
                  </a:lnTo>
                  <a:lnTo>
                    <a:pt x="2906846" y="2393880"/>
                  </a:lnTo>
                  <a:lnTo>
                    <a:pt x="2907183" y="2390108"/>
                  </a:lnTo>
                  <a:lnTo>
                    <a:pt x="2907519" y="2386803"/>
                  </a:lnTo>
                  <a:lnTo>
                    <a:pt x="2907856" y="2382627"/>
                  </a:lnTo>
                  <a:lnTo>
                    <a:pt x="2908192" y="2377815"/>
                  </a:lnTo>
                  <a:lnTo>
                    <a:pt x="2908529" y="2372551"/>
                  </a:lnTo>
                  <a:lnTo>
                    <a:pt x="2908865" y="2368826"/>
                  </a:lnTo>
                  <a:lnTo>
                    <a:pt x="2909201" y="2365275"/>
                  </a:lnTo>
                  <a:lnTo>
                    <a:pt x="2909538" y="2361737"/>
                  </a:lnTo>
                  <a:lnTo>
                    <a:pt x="2909874" y="2358079"/>
                  </a:lnTo>
                  <a:lnTo>
                    <a:pt x="2910211" y="2354206"/>
                  </a:lnTo>
                  <a:lnTo>
                    <a:pt x="2910547" y="2349836"/>
                  </a:lnTo>
                  <a:lnTo>
                    <a:pt x="2910884" y="2345105"/>
                  </a:lnTo>
                  <a:lnTo>
                    <a:pt x="2911220" y="2339997"/>
                  </a:lnTo>
                  <a:lnTo>
                    <a:pt x="2911557" y="2335978"/>
                  </a:lnTo>
                  <a:lnTo>
                    <a:pt x="2911893" y="2331600"/>
                  </a:lnTo>
                  <a:lnTo>
                    <a:pt x="2912230" y="2327074"/>
                  </a:lnTo>
                  <a:lnTo>
                    <a:pt x="2912566" y="2321925"/>
                  </a:lnTo>
                  <a:lnTo>
                    <a:pt x="2912903" y="2317611"/>
                  </a:lnTo>
                  <a:lnTo>
                    <a:pt x="2913239" y="2313355"/>
                  </a:lnTo>
                  <a:lnTo>
                    <a:pt x="2913575" y="2308988"/>
                  </a:lnTo>
                  <a:lnTo>
                    <a:pt x="2913912" y="2305246"/>
                  </a:lnTo>
                  <a:lnTo>
                    <a:pt x="2914248" y="2300369"/>
                  </a:lnTo>
                  <a:lnTo>
                    <a:pt x="2914585" y="2295670"/>
                  </a:lnTo>
                  <a:lnTo>
                    <a:pt x="2914921" y="2290615"/>
                  </a:lnTo>
                  <a:lnTo>
                    <a:pt x="2915258" y="2285720"/>
                  </a:lnTo>
                  <a:lnTo>
                    <a:pt x="2915594" y="2280887"/>
                  </a:lnTo>
                  <a:lnTo>
                    <a:pt x="2915931" y="2276283"/>
                  </a:lnTo>
                  <a:lnTo>
                    <a:pt x="2916267" y="2272022"/>
                  </a:lnTo>
                  <a:lnTo>
                    <a:pt x="2916604" y="2268009"/>
                  </a:lnTo>
                  <a:lnTo>
                    <a:pt x="2916940" y="2264393"/>
                  </a:lnTo>
                  <a:lnTo>
                    <a:pt x="2917277" y="2260968"/>
                  </a:lnTo>
                  <a:lnTo>
                    <a:pt x="2917613" y="2257117"/>
                  </a:lnTo>
                  <a:lnTo>
                    <a:pt x="2917949" y="2253220"/>
                  </a:lnTo>
                  <a:lnTo>
                    <a:pt x="2918286" y="2249184"/>
                  </a:lnTo>
                  <a:lnTo>
                    <a:pt x="2918622" y="2245416"/>
                  </a:lnTo>
                  <a:lnTo>
                    <a:pt x="2918959" y="2241947"/>
                  </a:lnTo>
                  <a:lnTo>
                    <a:pt x="2919295" y="2238897"/>
                  </a:lnTo>
                  <a:lnTo>
                    <a:pt x="2919632" y="2236067"/>
                  </a:lnTo>
                  <a:lnTo>
                    <a:pt x="2919968" y="2233822"/>
                  </a:lnTo>
                  <a:lnTo>
                    <a:pt x="2920305" y="2231936"/>
                  </a:lnTo>
                  <a:lnTo>
                    <a:pt x="2920641" y="2228635"/>
                  </a:lnTo>
                  <a:lnTo>
                    <a:pt x="2920978" y="2225778"/>
                  </a:lnTo>
                  <a:lnTo>
                    <a:pt x="2921314" y="2223378"/>
                  </a:lnTo>
                  <a:lnTo>
                    <a:pt x="2921651" y="2221379"/>
                  </a:lnTo>
                  <a:lnTo>
                    <a:pt x="2921987" y="2219861"/>
                  </a:lnTo>
                  <a:lnTo>
                    <a:pt x="2922323" y="2218769"/>
                  </a:lnTo>
                  <a:lnTo>
                    <a:pt x="2922660" y="2218287"/>
                  </a:lnTo>
                  <a:lnTo>
                    <a:pt x="2922996" y="2218211"/>
                  </a:lnTo>
                  <a:lnTo>
                    <a:pt x="2923333" y="2218105"/>
                  </a:lnTo>
                  <a:lnTo>
                    <a:pt x="2923669" y="2218907"/>
                  </a:lnTo>
                  <a:lnTo>
                    <a:pt x="2924006" y="2219126"/>
                  </a:lnTo>
                  <a:lnTo>
                    <a:pt x="2924342" y="2219032"/>
                  </a:lnTo>
                  <a:lnTo>
                    <a:pt x="2924679" y="2218142"/>
                  </a:lnTo>
                  <a:lnTo>
                    <a:pt x="2925015" y="2217174"/>
                  </a:lnTo>
                  <a:lnTo>
                    <a:pt x="2925352" y="2216520"/>
                  </a:lnTo>
                  <a:lnTo>
                    <a:pt x="2925688" y="2216485"/>
                  </a:lnTo>
                  <a:lnTo>
                    <a:pt x="2926024" y="2216332"/>
                  </a:lnTo>
                  <a:lnTo>
                    <a:pt x="2926361" y="2216014"/>
                  </a:lnTo>
                  <a:lnTo>
                    <a:pt x="2926697" y="2216313"/>
                  </a:lnTo>
                  <a:lnTo>
                    <a:pt x="2927034" y="2216125"/>
                  </a:lnTo>
                  <a:lnTo>
                    <a:pt x="2927370" y="2215245"/>
                  </a:lnTo>
                  <a:lnTo>
                    <a:pt x="2927707" y="2214300"/>
                  </a:lnTo>
                  <a:lnTo>
                    <a:pt x="2928043" y="2213004"/>
                  </a:lnTo>
                  <a:lnTo>
                    <a:pt x="2928380" y="2211615"/>
                  </a:lnTo>
                  <a:lnTo>
                    <a:pt x="2928716" y="2210296"/>
                  </a:lnTo>
                  <a:lnTo>
                    <a:pt x="2929053" y="2209579"/>
                  </a:lnTo>
                  <a:lnTo>
                    <a:pt x="2929389" y="2207625"/>
                  </a:lnTo>
                  <a:lnTo>
                    <a:pt x="2929726" y="2206482"/>
                  </a:lnTo>
                  <a:lnTo>
                    <a:pt x="2930062" y="2205340"/>
                  </a:lnTo>
                  <a:lnTo>
                    <a:pt x="2930398" y="2204090"/>
                  </a:lnTo>
                  <a:lnTo>
                    <a:pt x="2930735" y="2202624"/>
                  </a:lnTo>
                  <a:lnTo>
                    <a:pt x="2931071" y="2202185"/>
                  </a:lnTo>
                  <a:lnTo>
                    <a:pt x="2931408" y="2201962"/>
                  </a:lnTo>
                  <a:lnTo>
                    <a:pt x="2931744" y="2202099"/>
                  </a:lnTo>
                  <a:lnTo>
                    <a:pt x="2932081" y="2202632"/>
                  </a:lnTo>
                  <a:lnTo>
                    <a:pt x="2932417" y="2203559"/>
                  </a:lnTo>
                  <a:lnTo>
                    <a:pt x="2932754" y="2204225"/>
                  </a:lnTo>
                  <a:lnTo>
                    <a:pt x="2933090" y="2204948"/>
                  </a:lnTo>
                  <a:lnTo>
                    <a:pt x="2933427" y="2205701"/>
                  </a:lnTo>
                  <a:lnTo>
                    <a:pt x="2933763" y="2206268"/>
                  </a:lnTo>
                  <a:lnTo>
                    <a:pt x="2934100" y="2206953"/>
                  </a:lnTo>
                  <a:lnTo>
                    <a:pt x="2934436" y="2207452"/>
                  </a:lnTo>
                  <a:lnTo>
                    <a:pt x="2934772" y="2207856"/>
                  </a:lnTo>
                  <a:lnTo>
                    <a:pt x="2935109" y="2208293"/>
                  </a:lnTo>
                  <a:lnTo>
                    <a:pt x="2935445" y="2208802"/>
                  </a:lnTo>
                  <a:lnTo>
                    <a:pt x="2935782" y="2209615"/>
                  </a:lnTo>
                  <a:lnTo>
                    <a:pt x="2936118" y="2210614"/>
                  </a:lnTo>
                  <a:lnTo>
                    <a:pt x="2936455" y="2211858"/>
                  </a:lnTo>
                  <a:lnTo>
                    <a:pt x="2936791" y="2212981"/>
                  </a:lnTo>
                  <a:lnTo>
                    <a:pt x="2937128" y="2213777"/>
                  </a:lnTo>
                  <a:lnTo>
                    <a:pt x="2937464" y="2214276"/>
                  </a:lnTo>
                  <a:lnTo>
                    <a:pt x="2937801" y="2214232"/>
                  </a:lnTo>
                  <a:lnTo>
                    <a:pt x="2938137" y="2214168"/>
                  </a:lnTo>
                  <a:lnTo>
                    <a:pt x="2938474" y="2213652"/>
                  </a:lnTo>
                  <a:lnTo>
                    <a:pt x="2938810" y="2212823"/>
                  </a:lnTo>
                  <a:lnTo>
                    <a:pt x="2939146" y="2209906"/>
                  </a:lnTo>
                  <a:lnTo>
                    <a:pt x="2939483" y="2206918"/>
                  </a:lnTo>
                  <a:lnTo>
                    <a:pt x="2939819" y="2203663"/>
                  </a:lnTo>
                  <a:lnTo>
                    <a:pt x="2940156" y="2199956"/>
                  </a:lnTo>
                  <a:lnTo>
                    <a:pt x="2940492" y="2195265"/>
                  </a:lnTo>
                  <a:lnTo>
                    <a:pt x="2940829" y="2191188"/>
                  </a:lnTo>
                  <a:lnTo>
                    <a:pt x="2941165" y="2186345"/>
                  </a:lnTo>
                  <a:lnTo>
                    <a:pt x="2941502" y="2180602"/>
                  </a:lnTo>
                  <a:lnTo>
                    <a:pt x="2941838" y="2174588"/>
                  </a:lnTo>
                  <a:lnTo>
                    <a:pt x="2942175" y="2168504"/>
                  </a:lnTo>
                  <a:lnTo>
                    <a:pt x="2942511" y="2162651"/>
                  </a:lnTo>
                  <a:lnTo>
                    <a:pt x="2942848" y="2157010"/>
                  </a:lnTo>
                  <a:lnTo>
                    <a:pt x="2943184" y="2151462"/>
                  </a:lnTo>
                  <a:lnTo>
                    <a:pt x="2943520" y="2146388"/>
                  </a:lnTo>
                  <a:lnTo>
                    <a:pt x="2943857" y="2141787"/>
                  </a:lnTo>
                  <a:lnTo>
                    <a:pt x="2944193" y="2137255"/>
                  </a:lnTo>
                  <a:lnTo>
                    <a:pt x="2944530" y="2132788"/>
                  </a:lnTo>
                  <a:lnTo>
                    <a:pt x="2944866" y="2128604"/>
                  </a:lnTo>
                  <a:lnTo>
                    <a:pt x="2945203" y="2124647"/>
                  </a:lnTo>
                  <a:lnTo>
                    <a:pt x="2945539" y="2121286"/>
                  </a:lnTo>
                  <a:lnTo>
                    <a:pt x="2945876" y="2118416"/>
                  </a:lnTo>
                  <a:lnTo>
                    <a:pt x="2946212" y="2116115"/>
                  </a:lnTo>
                  <a:lnTo>
                    <a:pt x="2946549" y="2113026"/>
                  </a:lnTo>
                  <a:lnTo>
                    <a:pt x="2946885" y="2108973"/>
                  </a:lnTo>
                  <a:lnTo>
                    <a:pt x="2947222" y="2105167"/>
                  </a:lnTo>
                  <a:lnTo>
                    <a:pt x="2947558" y="2100884"/>
                  </a:lnTo>
                  <a:lnTo>
                    <a:pt x="2947894" y="2096437"/>
                  </a:lnTo>
                  <a:lnTo>
                    <a:pt x="2948231" y="2091981"/>
                  </a:lnTo>
                  <a:lnTo>
                    <a:pt x="2948567" y="2087243"/>
                  </a:lnTo>
                  <a:lnTo>
                    <a:pt x="2948904" y="2084003"/>
                  </a:lnTo>
                  <a:lnTo>
                    <a:pt x="2949240" y="2080895"/>
                  </a:lnTo>
                  <a:lnTo>
                    <a:pt x="2949577" y="2078710"/>
                  </a:lnTo>
                  <a:lnTo>
                    <a:pt x="2949913" y="2075995"/>
                  </a:lnTo>
                  <a:lnTo>
                    <a:pt x="2950250" y="2074047"/>
                  </a:lnTo>
                  <a:lnTo>
                    <a:pt x="2950586" y="2071908"/>
                  </a:lnTo>
                  <a:lnTo>
                    <a:pt x="2950923" y="2069479"/>
                  </a:lnTo>
                  <a:lnTo>
                    <a:pt x="2951259" y="2067264"/>
                  </a:lnTo>
                  <a:lnTo>
                    <a:pt x="2951596" y="2064896"/>
                  </a:lnTo>
                  <a:lnTo>
                    <a:pt x="2951932" y="2062617"/>
                  </a:lnTo>
                  <a:lnTo>
                    <a:pt x="2952268" y="2059886"/>
                  </a:lnTo>
                  <a:lnTo>
                    <a:pt x="2952605" y="2057856"/>
                  </a:lnTo>
                  <a:lnTo>
                    <a:pt x="2952941" y="2055641"/>
                  </a:lnTo>
                  <a:lnTo>
                    <a:pt x="2953278" y="2053699"/>
                  </a:lnTo>
                  <a:lnTo>
                    <a:pt x="2953614" y="2051924"/>
                  </a:lnTo>
                  <a:lnTo>
                    <a:pt x="2953951" y="2050415"/>
                  </a:lnTo>
                  <a:lnTo>
                    <a:pt x="2954287" y="2049012"/>
                  </a:lnTo>
                  <a:lnTo>
                    <a:pt x="2954624" y="2047709"/>
                  </a:lnTo>
                  <a:lnTo>
                    <a:pt x="2954960" y="2046570"/>
                  </a:lnTo>
                  <a:lnTo>
                    <a:pt x="2955297" y="2044839"/>
                  </a:lnTo>
                  <a:lnTo>
                    <a:pt x="2955633" y="2043108"/>
                  </a:lnTo>
                  <a:lnTo>
                    <a:pt x="2955970" y="2041927"/>
                  </a:lnTo>
                  <a:lnTo>
                    <a:pt x="2956306" y="2040863"/>
                  </a:lnTo>
                  <a:lnTo>
                    <a:pt x="2956642" y="2039951"/>
                  </a:lnTo>
                  <a:lnTo>
                    <a:pt x="2956979" y="2039363"/>
                  </a:lnTo>
                  <a:lnTo>
                    <a:pt x="2957315" y="2039074"/>
                  </a:lnTo>
                  <a:lnTo>
                    <a:pt x="2957652" y="2038802"/>
                  </a:lnTo>
                  <a:lnTo>
                    <a:pt x="2957988" y="2037928"/>
                  </a:lnTo>
                  <a:lnTo>
                    <a:pt x="2958325" y="2036251"/>
                  </a:lnTo>
                  <a:lnTo>
                    <a:pt x="2958661" y="2034003"/>
                  </a:lnTo>
                  <a:lnTo>
                    <a:pt x="2958998" y="2031402"/>
                  </a:lnTo>
                  <a:lnTo>
                    <a:pt x="2959334" y="2029009"/>
                  </a:lnTo>
                  <a:lnTo>
                    <a:pt x="2959671" y="2026331"/>
                  </a:lnTo>
                  <a:lnTo>
                    <a:pt x="2960007" y="2023656"/>
                  </a:lnTo>
                  <a:lnTo>
                    <a:pt x="2960343" y="2020233"/>
                  </a:lnTo>
                  <a:lnTo>
                    <a:pt x="2960680" y="2016655"/>
                  </a:lnTo>
                  <a:lnTo>
                    <a:pt x="2961016" y="2012708"/>
                  </a:lnTo>
                  <a:lnTo>
                    <a:pt x="2961353" y="2008296"/>
                  </a:lnTo>
                  <a:lnTo>
                    <a:pt x="2961689" y="2004179"/>
                  </a:lnTo>
                  <a:lnTo>
                    <a:pt x="2962026" y="1999893"/>
                  </a:lnTo>
                  <a:lnTo>
                    <a:pt x="2962362" y="1995240"/>
                  </a:lnTo>
                  <a:lnTo>
                    <a:pt x="2962699" y="1990510"/>
                  </a:lnTo>
                  <a:lnTo>
                    <a:pt x="2963035" y="1985554"/>
                  </a:lnTo>
                  <a:lnTo>
                    <a:pt x="2963372" y="1980620"/>
                  </a:lnTo>
                  <a:lnTo>
                    <a:pt x="2963708" y="1974264"/>
                  </a:lnTo>
                  <a:lnTo>
                    <a:pt x="2964045" y="1968332"/>
                  </a:lnTo>
                  <a:lnTo>
                    <a:pt x="2964381" y="1962689"/>
                  </a:lnTo>
                  <a:lnTo>
                    <a:pt x="2964717" y="1956072"/>
                  </a:lnTo>
                  <a:lnTo>
                    <a:pt x="2965054" y="1950236"/>
                  </a:lnTo>
                  <a:lnTo>
                    <a:pt x="2965390" y="1944333"/>
                  </a:lnTo>
                  <a:lnTo>
                    <a:pt x="2965727" y="1938835"/>
                  </a:lnTo>
                  <a:lnTo>
                    <a:pt x="2966063" y="1933798"/>
                  </a:lnTo>
                  <a:lnTo>
                    <a:pt x="2966400" y="1928825"/>
                  </a:lnTo>
                  <a:lnTo>
                    <a:pt x="2966736" y="1923878"/>
                  </a:lnTo>
                  <a:lnTo>
                    <a:pt x="2967073" y="1919134"/>
                  </a:lnTo>
                  <a:lnTo>
                    <a:pt x="2967409" y="1914502"/>
                  </a:lnTo>
                  <a:lnTo>
                    <a:pt x="2967746" y="1909347"/>
                  </a:lnTo>
                  <a:lnTo>
                    <a:pt x="2968082" y="1904487"/>
                  </a:lnTo>
                  <a:lnTo>
                    <a:pt x="2968419" y="1899414"/>
                  </a:lnTo>
                  <a:lnTo>
                    <a:pt x="2968755" y="1893568"/>
                  </a:lnTo>
                  <a:lnTo>
                    <a:pt x="2969091" y="1886313"/>
                  </a:lnTo>
                  <a:lnTo>
                    <a:pt x="2969428" y="1880072"/>
                  </a:lnTo>
                  <a:lnTo>
                    <a:pt x="2969764" y="1874508"/>
                  </a:lnTo>
                  <a:lnTo>
                    <a:pt x="2970101" y="1868875"/>
                  </a:lnTo>
                  <a:lnTo>
                    <a:pt x="2970437" y="1861404"/>
                  </a:lnTo>
                  <a:lnTo>
                    <a:pt x="2970774" y="1854528"/>
                  </a:lnTo>
                  <a:lnTo>
                    <a:pt x="2971110" y="1849574"/>
                  </a:lnTo>
                  <a:lnTo>
                    <a:pt x="2971447" y="1844835"/>
                  </a:lnTo>
                  <a:lnTo>
                    <a:pt x="2971783" y="1840916"/>
                  </a:lnTo>
                  <a:lnTo>
                    <a:pt x="2972120" y="1837084"/>
                  </a:lnTo>
                  <a:lnTo>
                    <a:pt x="2972456" y="1831797"/>
                  </a:lnTo>
                  <a:lnTo>
                    <a:pt x="2972793" y="1827556"/>
                  </a:lnTo>
                  <a:lnTo>
                    <a:pt x="2973129" y="1824349"/>
                  </a:lnTo>
                  <a:lnTo>
                    <a:pt x="2973465" y="1821865"/>
                  </a:lnTo>
                  <a:lnTo>
                    <a:pt x="2973802" y="1821525"/>
                  </a:lnTo>
                  <a:lnTo>
                    <a:pt x="2974138" y="1822075"/>
                  </a:lnTo>
                  <a:lnTo>
                    <a:pt x="2974475" y="1823002"/>
                  </a:lnTo>
                  <a:lnTo>
                    <a:pt x="2974811" y="1823315"/>
                  </a:lnTo>
                  <a:lnTo>
                    <a:pt x="2975148" y="1824458"/>
                  </a:lnTo>
                  <a:lnTo>
                    <a:pt x="2975484" y="1826570"/>
                  </a:lnTo>
                  <a:lnTo>
                    <a:pt x="2975821" y="1828836"/>
                  </a:lnTo>
                  <a:lnTo>
                    <a:pt x="2976157" y="1829575"/>
                  </a:lnTo>
                  <a:lnTo>
                    <a:pt x="2976494" y="1830538"/>
                  </a:lnTo>
                  <a:lnTo>
                    <a:pt x="2976830" y="1830888"/>
                  </a:lnTo>
                  <a:lnTo>
                    <a:pt x="2977167" y="1831546"/>
                  </a:lnTo>
                  <a:lnTo>
                    <a:pt x="2977503" y="1832642"/>
                  </a:lnTo>
                  <a:lnTo>
                    <a:pt x="2977839" y="1834227"/>
                  </a:lnTo>
                  <a:lnTo>
                    <a:pt x="2978176" y="1835767"/>
                  </a:lnTo>
                  <a:lnTo>
                    <a:pt x="2978512" y="1837147"/>
                  </a:lnTo>
                  <a:lnTo>
                    <a:pt x="2978849" y="1837325"/>
                  </a:lnTo>
                  <a:lnTo>
                    <a:pt x="2979185" y="1837703"/>
                  </a:lnTo>
                  <a:lnTo>
                    <a:pt x="2979522" y="1837391"/>
                  </a:lnTo>
                  <a:lnTo>
                    <a:pt x="2979858" y="1837861"/>
                  </a:lnTo>
                  <a:lnTo>
                    <a:pt x="2980195" y="1835839"/>
                  </a:lnTo>
                  <a:lnTo>
                    <a:pt x="2980531" y="1833208"/>
                  </a:lnTo>
                  <a:lnTo>
                    <a:pt x="2980868" y="1827618"/>
                  </a:lnTo>
                  <a:lnTo>
                    <a:pt x="2981204" y="1821662"/>
                  </a:lnTo>
                  <a:lnTo>
                    <a:pt x="2981541" y="1816739"/>
                  </a:lnTo>
                  <a:lnTo>
                    <a:pt x="2981877" y="1811460"/>
                  </a:lnTo>
                  <a:lnTo>
                    <a:pt x="2982213" y="1805595"/>
                  </a:lnTo>
                  <a:lnTo>
                    <a:pt x="2982550" y="1798757"/>
                  </a:lnTo>
                  <a:lnTo>
                    <a:pt x="2982886" y="1791154"/>
                  </a:lnTo>
                  <a:lnTo>
                    <a:pt x="2983223" y="1783007"/>
                  </a:lnTo>
                  <a:lnTo>
                    <a:pt x="2983559" y="1775046"/>
                  </a:lnTo>
                  <a:lnTo>
                    <a:pt x="2983896" y="1766976"/>
                  </a:lnTo>
                  <a:lnTo>
                    <a:pt x="2984232" y="1758630"/>
                  </a:lnTo>
                  <a:lnTo>
                    <a:pt x="2984569" y="1750287"/>
                  </a:lnTo>
                  <a:lnTo>
                    <a:pt x="2984905" y="1743167"/>
                  </a:lnTo>
                  <a:lnTo>
                    <a:pt x="2985242" y="1736439"/>
                  </a:lnTo>
                  <a:lnTo>
                    <a:pt x="2985578" y="1730324"/>
                  </a:lnTo>
                  <a:lnTo>
                    <a:pt x="2985915" y="1724457"/>
                  </a:lnTo>
                  <a:lnTo>
                    <a:pt x="2986251" y="1718428"/>
                  </a:lnTo>
                  <a:lnTo>
                    <a:pt x="2986587" y="1711880"/>
                  </a:lnTo>
                  <a:lnTo>
                    <a:pt x="2986924" y="1705407"/>
                  </a:lnTo>
                  <a:lnTo>
                    <a:pt x="2987260" y="1699217"/>
                  </a:lnTo>
                  <a:lnTo>
                    <a:pt x="2987597" y="1692891"/>
                  </a:lnTo>
                  <a:lnTo>
                    <a:pt x="2987933" y="1687917"/>
                  </a:lnTo>
                  <a:lnTo>
                    <a:pt x="2988270" y="1683342"/>
                  </a:lnTo>
                  <a:lnTo>
                    <a:pt x="2988606" y="1678908"/>
                  </a:lnTo>
                  <a:lnTo>
                    <a:pt x="2988943" y="1674459"/>
                  </a:lnTo>
                  <a:lnTo>
                    <a:pt x="2989279" y="1669287"/>
                  </a:lnTo>
                  <a:lnTo>
                    <a:pt x="2989616" y="1663603"/>
                  </a:lnTo>
                  <a:lnTo>
                    <a:pt x="2989952" y="1657269"/>
                  </a:lnTo>
                  <a:lnTo>
                    <a:pt x="2990288" y="1651050"/>
                  </a:lnTo>
                  <a:lnTo>
                    <a:pt x="2990625" y="1645892"/>
                  </a:lnTo>
                  <a:lnTo>
                    <a:pt x="2990961" y="1640491"/>
                  </a:lnTo>
                  <a:lnTo>
                    <a:pt x="2991298" y="1636224"/>
                  </a:lnTo>
                  <a:lnTo>
                    <a:pt x="2991634" y="1633147"/>
                  </a:lnTo>
                  <a:lnTo>
                    <a:pt x="2991971" y="1631309"/>
                  </a:lnTo>
                  <a:lnTo>
                    <a:pt x="2992307" y="1630189"/>
                  </a:lnTo>
                  <a:lnTo>
                    <a:pt x="2992644" y="1629528"/>
                  </a:lnTo>
                  <a:lnTo>
                    <a:pt x="2992980" y="1628918"/>
                  </a:lnTo>
                  <a:lnTo>
                    <a:pt x="2993317" y="1628530"/>
                  </a:lnTo>
                  <a:lnTo>
                    <a:pt x="2993653" y="1628271"/>
                  </a:lnTo>
                  <a:lnTo>
                    <a:pt x="2993990" y="1628503"/>
                  </a:lnTo>
                  <a:lnTo>
                    <a:pt x="2994326" y="1629618"/>
                  </a:lnTo>
                  <a:lnTo>
                    <a:pt x="2994662" y="1631526"/>
                  </a:lnTo>
                  <a:lnTo>
                    <a:pt x="2994999" y="1633922"/>
                  </a:lnTo>
                  <a:lnTo>
                    <a:pt x="2995335" y="1636511"/>
                  </a:lnTo>
                  <a:lnTo>
                    <a:pt x="2995672" y="1638748"/>
                  </a:lnTo>
                  <a:lnTo>
                    <a:pt x="2996008" y="1640857"/>
                  </a:lnTo>
                  <a:lnTo>
                    <a:pt x="2996345" y="1642350"/>
                  </a:lnTo>
                  <a:lnTo>
                    <a:pt x="2996681" y="1644513"/>
                  </a:lnTo>
                  <a:lnTo>
                    <a:pt x="2997018" y="1646315"/>
                  </a:lnTo>
                  <a:lnTo>
                    <a:pt x="2997354" y="1647510"/>
                  </a:lnTo>
                  <a:lnTo>
                    <a:pt x="2997691" y="1647929"/>
                  </a:lnTo>
                  <a:lnTo>
                    <a:pt x="2998027" y="1648045"/>
                  </a:lnTo>
                  <a:lnTo>
                    <a:pt x="2998364" y="1646948"/>
                  </a:lnTo>
                  <a:lnTo>
                    <a:pt x="2998700" y="1645047"/>
                  </a:lnTo>
                  <a:lnTo>
                    <a:pt x="2999036" y="1642491"/>
                  </a:lnTo>
                  <a:lnTo>
                    <a:pt x="2999373" y="1639683"/>
                  </a:lnTo>
                  <a:lnTo>
                    <a:pt x="2999709" y="1636619"/>
                  </a:lnTo>
                  <a:lnTo>
                    <a:pt x="3000046" y="1633290"/>
                  </a:lnTo>
                  <a:lnTo>
                    <a:pt x="3000382" y="1629475"/>
                  </a:lnTo>
                  <a:lnTo>
                    <a:pt x="3000719" y="1625110"/>
                  </a:lnTo>
                  <a:lnTo>
                    <a:pt x="3001055" y="1621553"/>
                  </a:lnTo>
                  <a:lnTo>
                    <a:pt x="3001392" y="1617776"/>
                  </a:lnTo>
                  <a:lnTo>
                    <a:pt x="3001728" y="1613753"/>
                  </a:lnTo>
                  <a:lnTo>
                    <a:pt x="3002065" y="1609632"/>
                  </a:lnTo>
                  <a:lnTo>
                    <a:pt x="3002401" y="1605293"/>
                  </a:lnTo>
                  <a:lnTo>
                    <a:pt x="3002738" y="1600912"/>
                  </a:lnTo>
                  <a:lnTo>
                    <a:pt x="3003074" y="1594656"/>
                  </a:lnTo>
                  <a:lnTo>
                    <a:pt x="3003410" y="1588076"/>
                  </a:lnTo>
                  <a:lnTo>
                    <a:pt x="3003747" y="1581471"/>
                  </a:lnTo>
                  <a:lnTo>
                    <a:pt x="3004083" y="1575291"/>
                  </a:lnTo>
                  <a:lnTo>
                    <a:pt x="3004420" y="1569447"/>
                  </a:lnTo>
                  <a:lnTo>
                    <a:pt x="3004756" y="1563769"/>
                  </a:lnTo>
                  <a:lnTo>
                    <a:pt x="3005093" y="1558446"/>
                  </a:lnTo>
                  <a:lnTo>
                    <a:pt x="3005429" y="1553370"/>
                  </a:lnTo>
                  <a:lnTo>
                    <a:pt x="3005766" y="1548707"/>
                  </a:lnTo>
                  <a:lnTo>
                    <a:pt x="3006102" y="1544204"/>
                  </a:lnTo>
                  <a:lnTo>
                    <a:pt x="3006439" y="1541019"/>
                  </a:lnTo>
                  <a:lnTo>
                    <a:pt x="3006775" y="1537446"/>
                  </a:lnTo>
                  <a:lnTo>
                    <a:pt x="3007112" y="1531641"/>
                  </a:lnTo>
                  <a:lnTo>
                    <a:pt x="3007448" y="1526052"/>
                  </a:lnTo>
                  <a:lnTo>
                    <a:pt x="3007784" y="1521425"/>
                  </a:lnTo>
                  <a:lnTo>
                    <a:pt x="3008121" y="1515235"/>
                  </a:lnTo>
                  <a:lnTo>
                    <a:pt x="3008457" y="1509668"/>
                  </a:lnTo>
                  <a:lnTo>
                    <a:pt x="3008794" y="1504893"/>
                  </a:lnTo>
                  <a:lnTo>
                    <a:pt x="3009130" y="1500303"/>
                  </a:lnTo>
                  <a:lnTo>
                    <a:pt x="3009467" y="1495309"/>
                  </a:lnTo>
                  <a:lnTo>
                    <a:pt x="3009803" y="1489674"/>
                  </a:lnTo>
                  <a:lnTo>
                    <a:pt x="3010140" y="1483684"/>
                  </a:lnTo>
                  <a:lnTo>
                    <a:pt x="3010476" y="1477464"/>
                  </a:lnTo>
                  <a:lnTo>
                    <a:pt x="3010813" y="1471000"/>
                  </a:lnTo>
                  <a:lnTo>
                    <a:pt x="3011149" y="1464688"/>
                  </a:lnTo>
                  <a:lnTo>
                    <a:pt x="3011486" y="1458954"/>
                  </a:lnTo>
                  <a:lnTo>
                    <a:pt x="3011822" y="1454052"/>
                  </a:lnTo>
                  <a:lnTo>
                    <a:pt x="3012158" y="1448990"/>
                  </a:lnTo>
                  <a:lnTo>
                    <a:pt x="3012495" y="1444570"/>
                  </a:lnTo>
                  <a:lnTo>
                    <a:pt x="3012831" y="1440064"/>
                  </a:lnTo>
                  <a:lnTo>
                    <a:pt x="3013168" y="1436030"/>
                  </a:lnTo>
                  <a:lnTo>
                    <a:pt x="3013504" y="1431922"/>
                  </a:lnTo>
                  <a:lnTo>
                    <a:pt x="3013841" y="1428955"/>
                  </a:lnTo>
                  <a:lnTo>
                    <a:pt x="3014177" y="1426146"/>
                  </a:lnTo>
                  <a:lnTo>
                    <a:pt x="3014514" y="1423524"/>
                  </a:lnTo>
                  <a:lnTo>
                    <a:pt x="3014850" y="1422080"/>
                  </a:lnTo>
                  <a:lnTo>
                    <a:pt x="3015187" y="1421598"/>
                  </a:lnTo>
                  <a:lnTo>
                    <a:pt x="3015523" y="1421498"/>
                  </a:lnTo>
                  <a:lnTo>
                    <a:pt x="3015860" y="1421986"/>
                  </a:lnTo>
                  <a:lnTo>
                    <a:pt x="3016196" y="1420713"/>
                  </a:lnTo>
                  <a:lnTo>
                    <a:pt x="3016532" y="1419240"/>
                  </a:lnTo>
                  <a:lnTo>
                    <a:pt x="3016869" y="1416662"/>
                  </a:lnTo>
                  <a:lnTo>
                    <a:pt x="3017205" y="1415283"/>
                  </a:lnTo>
                  <a:lnTo>
                    <a:pt x="3017542" y="1413705"/>
                  </a:lnTo>
                  <a:lnTo>
                    <a:pt x="3017878" y="1412916"/>
                  </a:lnTo>
                  <a:lnTo>
                    <a:pt x="3018215" y="1412827"/>
                  </a:lnTo>
                  <a:lnTo>
                    <a:pt x="3018551" y="1411899"/>
                  </a:lnTo>
                  <a:lnTo>
                    <a:pt x="3018888" y="1410019"/>
                  </a:lnTo>
                  <a:lnTo>
                    <a:pt x="3019224" y="1407388"/>
                  </a:lnTo>
                  <a:lnTo>
                    <a:pt x="3019561" y="1404399"/>
                  </a:lnTo>
                  <a:lnTo>
                    <a:pt x="3019897" y="1400437"/>
                  </a:lnTo>
                  <a:lnTo>
                    <a:pt x="3020234" y="1396617"/>
                  </a:lnTo>
                  <a:lnTo>
                    <a:pt x="3020570" y="1392424"/>
                  </a:lnTo>
                  <a:lnTo>
                    <a:pt x="3020906" y="1387518"/>
                  </a:lnTo>
                  <a:lnTo>
                    <a:pt x="3021243" y="1382223"/>
                  </a:lnTo>
                  <a:lnTo>
                    <a:pt x="3021579" y="1376628"/>
                  </a:lnTo>
                  <a:lnTo>
                    <a:pt x="3021916" y="1370466"/>
                  </a:lnTo>
                  <a:lnTo>
                    <a:pt x="3022252" y="1363078"/>
                  </a:lnTo>
                  <a:lnTo>
                    <a:pt x="3022589" y="1354464"/>
                  </a:lnTo>
                  <a:lnTo>
                    <a:pt x="3022925" y="1344613"/>
                  </a:lnTo>
                  <a:lnTo>
                    <a:pt x="3023262" y="1333581"/>
                  </a:lnTo>
                  <a:lnTo>
                    <a:pt x="3023598" y="1322482"/>
                  </a:lnTo>
                  <a:lnTo>
                    <a:pt x="3023935" y="1311928"/>
                  </a:lnTo>
                  <a:lnTo>
                    <a:pt x="3024271" y="1304427"/>
                  </a:lnTo>
                  <a:lnTo>
                    <a:pt x="3024607" y="1297246"/>
                  </a:lnTo>
                  <a:lnTo>
                    <a:pt x="3024944" y="1290083"/>
                  </a:lnTo>
                  <a:lnTo>
                    <a:pt x="3025280" y="1283193"/>
                  </a:lnTo>
                  <a:lnTo>
                    <a:pt x="3025617" y="1276253"/>
                  </a:lnTo>
                  <a:lnTo>
                    <a:pt x="3025953" y="1271802"/>
                  </a:lnTo>
                  <a:lnTo>
                    <a:pt x="3026290" y="1268630"/>
                  </a:lnTo>
                  <a:lnTo>
                    <a:pt x="3026626" y="1264881"/>
                  </a:lnTo>
                  <a:lnTo>
                    <a:pt x="3026963" y="1261113"/>
                  </a:lnTo>
                  <a:lnTo>
                    <a:pt x="3027299" y="1257569"/>
                  </a:lnTo>
                  <a:lnTo>
                    <a:pt x="3027636" y="1255171"/>
                  </a:lnTo>
                  <a:lnTo>
                    <a:pt x="3027972" y="1253497"/>
                  </a:lnTo>
                  <a:lnTo>
                    <a:pt x="3028309" y="1252673"/>
                  </a:lnTo>
                  <a:lnTo>
                    <a:pt x="3028645" y="1252162"/>
                  </a:lnTo>
                  <a:lnTo>
                    <a:pt x="3028981" y="1251198"/>
                  </a:lnTo>
                  <a:lnTo>
                    <a:pt x="3029318" y="1250303"/>
                  </a:lnTo>
                  <a:lnTo>
                    <a:pt x="3029654" y="1249549"/>
                  </a:lnTo>
                  <a:lnTo>
                    <a:pt x="3029991" y="1248975"/>
                  </a:lnTo>
                  <a:lnTo>
                    <a:pt x="3030327" y="1247851"/>
                  </a:lnTo>
                  <a:lnTo>
                    <a:pt x="3030664" y="1247100"/>
                  </a:lnTo>
                  <a:lnTo>
                    <a:pt x="3031000" y="1247366"/>
                  </a:lnTo>
                  <a:lnTo>
                    <a:pt x="3031337" y="1247160"/>
                  </a:lnTo>
                  <a:lnTo>
                    <a:pt x="3031673" y="1246925"/>
                  </a:lnTo>
                  <a:lnTo>
                    <a:pt x="3032010" y="1247896"/>
                  </a:lnTo>
                  <a:lnTo>
                    <a:pt x="3032346" y="1248971"/>
                  </a:lnTo>
                  <a:lnTo>
                    <a:pt x="3032683" y="1250241"/>
                  </a:lnTo>
                  <a:lnTo>
                    <a:pt x="3033019" y="1251147"/>
                  </a:lnTo>
                  <a:lnTo>
                    <a:pt x="3033355" y="1252108"/>
                  </a:lnTo>
                  <a:lnTo>
                    <a:pt x="3033692" y="1252397"/>
                  </a:lnTo>
                  <a:lnTo>
                    <a:pt x="3034028" y="1252905"/>
                  </a:lnTo>
                  <a:lnTo>
                    <a:pt x="3034365" y="1253519"/>
                  </a:lnTo>
                  <a:lnTo>
                    <a:pt x="3034701" y="1254636"/>
                  </a:lnTo>
                  <a:lnTo>
                    <a:pt x="3035038" y="1256466"/>
                  </a:lnTo>
                  <a:lnTo>
                    <a:pt x="3035374" y="1258384"/>
                  </a:lnTo>
                  <a:lnTo>
                    <a:pt x="3035711" y="1260498"/>
                  </a:lnTo>
                  <a:lnTo>
                    <a:pt x="3036047" y="1262861"/>
                  </a:lnTo>
                  <a:lnTo>
                    <a:pt x="3036384" y="1266273"/>
                  </a:lnTo>
                  <a:lnTo>
                    <a:pt x="3036720" y="1269975"/>
                  </a:lnTo>
                  <a:lnTo>
                    <a:pt x="3037057" y="1272293"/>
                  </a:lnTo>
                  <a:lnTo>
                    <a:pt x="3037393" y="1273921"/>
                  </a:lnTo>
                  <a:lnTo>
                    <a:pt x="3037729" y="1274668"/>
                  </a:lnTo>
                  <a:lnTo>
                    <a:pt x="3038066" y="1274520"/>
                  </a:lnTo>
                  <a:lnTo>
                    <a:pt x="3038402" y="1274264"/>
                  </a:lnTo>
                  <a:lnTo>
                    <a:pt x="3038739" y="1274551"/>
                  </a:lnTo>
                  <a:lnTo>
                    <a:pt x="3039075" y="1274404"/>
                  </a:lnTo>
                  <a:lnTo>
                    <a:pt x="3039412" y="1275195"/>
                  </a:lnTo>
                  <a:lnTo>
                    <a:pt x="3039748" y="1277231"/>
                  </a:lnTo>
                  <a:lnTo>
                    <a:pt x="3040085" y="1278561"/>
                  </a:lnTo>
                  <a:lnTo>
                    <a:pt x="3040421" y="1279359"/>
                  </a:lnTo>
                  <a:lnTo>
                    <a:pt x="3040758" y="1280054"/>
                  </a:lnTo>
                  <a:lnTo>
                    <a:pt x="3041094" y="1279496"/>
                  </a:lnTo>
                  <a:lnTo>
                    <a:pt x="3041431" y="1278730"/>
                  </a:lnTo>
                  <a:lnTo>
                    <a:pt x="3041767" y="1278159"/>
                  </a:lnTo>
                  <a:lnTo>
                    <a:pt x="3042103" y="1278202"/>
                  </a:lnTo>
                  <a:lnTo>
                    <a:pt x="3042440" y="1277750"/>
                  </a:lnTo>
                  <a:lnTo>
                    <a:pt x="3042776" y="1277831"/>
                  </a:lnTo>
                  <a:lnTo>
                    <a:pt x="3043113" y="1278179"/>
                  </a:lnTo>
                  <a:lnTo>
                    <a:pt x="3043449" y="1279325"/>
                  </a:lnTo>
                  <a:lnTo>
                    <a:pt x="3043786" y="1280132"/>
                  </a:lnTo>
                  <a:lnTo>
                    <a:pt x="3044122" y="1280770"/>
                  </a:lnTo>
                  <a:lnTo>
                    <a:pt x="3044459" y="1281357"/>
                  </a:lnTo>
                  <a:lnTo>
                    <a:pt x="3044795" y="1280396"/>
                  </a:lnTo>
                  <a:lnTo>
                    <a:pt x="3045132" y="1278935"/>
                  </a:lnTo>
                  <a:lnTo>
                    <a:pt x="3045468" y="1277140"/>
                  </a:lnTo>
                  <a:lnTo>
                    <a:pt x="3045805" y="1275867"/>
                  </a:lnTo>
                  <a:lnTo>
                    <a:pt x="3046141" y="1274885"/>
                  </a:lnTo>
                  <a:lnTo>
                    <a:pt x="3046477" y="1274543"/>
                  </a:lnTo>
                  <a:lnTo>
                    <a:pt x="3046814" y="1275392"/>
                  </a:lnTo>
                  <a:lnTo>
                    <a:pt x="3047150" y="1276518"/>
                  </a:lnTo>
                  <a:lnTo>
                    <a:pt x="3047487" y="1279443"/>
                  </a:lnTo>
                  <a:lnTo>
                    <a:pt x="3047823" y="1282694"/>
                  </a:lnTo>
                  <a:lnTo>
                    <a:pt x="3048160" y="1288593"/>
                  </a:lnTo>
                  <a:lnTo>
                    <a:pt x="3048496" y="1293859"/>
                  </a:lnTo>
                  <a:lnTo>
                    <a:pt x="3048833" y="1299089"/>
                  </a:lnTo>
                  <a:lnTo>
                    <a:pt x="3049169" y="1304369"/>
                  </a:lnTo>
                  <a:lnTo>
                    <a:pt x="3049506" y="1310304"/>
                  </a:lnTo>
                  <a:lnTo>
                    <a:pt x="3049842" y="1317186"/>
                  </a:lnTo>
                  <a:lnTo>
                    <a:pt x="3050179" y="1324830"/>
                  </a:lnTo>
                  <a:lnTo>
                    <a:pt x="3050515" y="1333387"/>
                  </a:lnTo>
                  <a:lnTo>
                    <a:pt x="3050851" y="1341584"/>
                  </a:lnTo>
                  <a:lnTo>
                    <a:pt x="3051188" y="1349767"/>
                  </a:lnTo>
                  <a:lnTo>
                    <a:pt x="3051524" y="1358115"/>
                  </a:lnTo>
                  <a:lnTo>
                    <a:pt x="3051861" y="1366456"/>
                  </a:lnTo>
                  <a:lnTo>
                    <a:pt x="3052197" y="1374388"/>
                  </a:lnTo>
                  <a:lnTo>
                    <a:pt x="3052534" y="1382312"/>
                  </a:lnTo>
                  <a:lnTo>
                    <a:pt x="3052870" y="1390294"/>
                  </a:lnTo>
                  <a:lnTo>
                    <a:pt x="3053207" y="1398570"/>
                  </a:lnTo>
                  <a:lnTo>
                    <a:pt x="3053543" y="1407673"/>
                  </a:lnTo>
                  <a:lnTo>
                    <a:pt x="3053880" y="1417185"/>
                  </a:lnTo>
                  <a:lnTo>
                    <a:pt x="3054216" y="1427143"/>
                  </a:lnTo>
                  <a:lnTo>
                    <a:pt x="3054553" y="1436456"/>
                  </a:lnTo>
                  <a:lnTo>
                    <a:pt x="3054889" y="1445579"/>
                  </a:lnTo>
                  <a:lnTo>
                    <a:pt x="3055225" y="1454190"/>
                  </a:lnTo>
                  <a:lnTo>
                    <a:pt x="3055562" y="1461948"/>
                  </a:lnTo>
                  <a:lnTo>
                    <a:pt x="3055898" y="1469192"/>
                  </a:lnTo>
                  <a:lnTo>
                    <a:pt x="3056235" y="1475677"/>
                  </a:lnTo>
                  <a:lnTo>
                    <a:pt x="3056571" y="1482136"/>
                  </a:lnTo>
                  <a:lnTo>
                    <a:pt x="3056908" y="1488520"/>
                  </a:lnTo>
                  <a:lnTo>
                    <a:pt x="3057244" y="1494833"/>
                  </a:lnTo>
                  <a:lnTo>
                    <a:pt x="3057581" y="1500716"/>
                  </a:lnTo>
                  <a:lnTo>
                    <a:pt x="3057917" y="1505828"/>
                  </a:lnTo>
                  <a:lnTo>
                    <a:pt x="3058254" y="1510029"/>
                  </a:lnTo>
                  <a:lnTo>
                    <a:pt x="3058590" y="1513386"/>
                  </a:lnTo>
                  <a:lnTo>
                    <a:pt x="3058926" y="1515631"/>
                  </a:lnTo>
                  <a:lnTo>
                    <a:pt x="3059263" y="1517072"/>
                  </a:lnTo>
                  <a:lnTo>
                    <a:pt x="3059599" y="1517723"/>
                  </a:lnTo>
                  <a:lnTo>
                    <a:pt x="3059936" y="1517502"/>
                  </a:lnTo>
                  <a:lnTo>
                    <a:pt x="3060272" y="1515326"/>
                  </a:lnTo>
                  <a:lnTo>
                    <a:pt x="3060609" y="1514643"/>
                  </a:lnTo>
                  <a:lnTo>
                    <a:pt x="3060945" y="1514205"/>
                  </a:lnTo>
                  <a:lnTo>
                    <a:pt x="3061282" y="1514006"/>
                  </a:lnTo>
                  <a:lnTo>
                    <a:pt x="3061618" y="1513477"/>
                  </a:lnTo>
                  <a:lnTo>
                    <a:pt x="3061955" y="1512323"/>
                  </a:lnTo>
                  <a:lnTo>
                    <a:pt x="3062291" y="1510545"/>
                  </a:lnTo>
                  <a:lnTo>
                    <a:pt x="3062628" y="1508295"/>
                  </a:lnTo>
                  <a:lnTo>
                    <a:pt x="3062964" y="1507163"/>
                  </a:lnTo>
                  <a:lnTo>
                    <a:pt x="3063300" y="1506201"/>
                  </a:lnTo>
                  <a:lnTo>
                    <a:pt x="3063637" y="1505172"/>
                  </a:lnTo>
                  <a:lnTo>
                    <a:pt x="3063973" y="1505085"/>
                  </a:lnTo>
                  <a:lnTo>
                    <a:pt x="3064310" y="1504317"/>
                  </a:lnTo>
                  <a:lnTo>
                    <a:pt x="3064646" y="1504014"/>
                  </a:lnTo>
                  <a:lnTo>
                    <a:pt x="3064983" y="1504434"/>
                  </a:lnTo>
                  <a:lnTo>
                    <a:pt x="3065319" y="1505159"/>
                  </a:lnTo>
                  <a:lnTo>
                    <a:pt x="3065656" y="1505097"/>
                  </a:lnTo>
                  <a:lnTo>
                    <a:pt x="3065992" y="1505974"/>
                  </a:lnTo>
                  <a:lnTo>
                    <a:pt x="3066329" y="1506948"/>
                  </a:lnTo>
                  <a:lnTo>
                    <a:pt x="3066665" y="1506192"/>
                  </a:lnTo>
                  <a:lnTo>
                    <a:pt x="3067002" y="1505285"/>
                  </a:lnTo>
                  <a:lnTo>
                    <a:pt x="3067338" y="1504985"/>
                  </a:lnTo>
                  <a:lnTo>
                    <a:pt x="3067674" y="1505528"/>
                  </a:lnTo>
                  <a:lnTo>
                    <a:pt x="3068011" y="1506517"/>
                  </a:lnTo>
                  <a:lnTo>
                    <a:pt x="3068347" y="1505323"/>
                  </a:lnTo>
                  <a:lnTo>
                    <a:pt x="3068684" y="1504152"/>
                  </a:lnTo>
                  <a:lnTo>
                    <a:pt x="3069020" y="1503189"/>
                  </a:lnTo>
                  <a:lnTo>
                    <a:pt x="3069357" y="1502840"/>
                  </a:lnTo>
                  <a:lnTo>
                    <a:pt x="3069693" y="1502612"/>
                  </a:lnTo>
                  <a:lnTo>
                    <a:pt x="3070030" y="1502053"/>
                  </a:lnTo>
                  <a:lnTo>
                    <a:pt x="3070366" y="1503471"/>
                  </a:lnTo>
                  <a:lnTo>
                    <a:pt x="3070703" y="1505056"/>
                  </a:lnTo>
                  <a:lnTo>
                    <a:pt x="3071039" y="1504554"/>
                  </a:lnTo>
                  <a:lnTo>
                    <a:pt x="3071376" y="1506272"/>
                  </a:lnTo>
                  <a:lnTo>
                    <a:pt x="3071712" y="1509195"/>
                  </a:lnTo>
                  <a:lnTo>
                    <a:pt x="3072048" y="1512799"/>
                  </a:lnTo>
                  <a:lnTo>
                    <a:pt x="3072385" y="1516267"/>
                  </a:lnTo>
                  <a:lnTo>
                    <a:pt x="3072721" y="1518941"/>
                  </a:lnTo>
                  <a:lnTo>
                    <a:pt x="3073058" y="1521204"/>
                  </a:lnTo>
                  <a:lnTo>
                    <a:pt x="3073394" y="1523685"/>
                  </a:lnTo>
                  <a:lnTo>
                    <a:pt x="3073731" y="1527060"/>
                  </a:lnTo>
                  <a:lnTo>
                    <a:pt x="3074067" y="1531292"/>
                  </a:lnTo>
                  <a:lnTo>
                    <a:pt x="3074404" y="1537968"/>
                  </a:lnTo>
                  <a:lnTo>
                    <a:pt x="3074740" y="1544895"/>
                  </a:lnTo>
                  <a:lnTo>
                    <a:pt x="3075077" y="1552207"/>
                  </a:lnTo>
                  <a:lnTo>
                    <a:pt x="3075413" y="1560073"/>
                  </a:lnTo>
                  <a:lnTo>
                    <a:pt x="3075750" y="1567697"/>
                  </a:lnTo>
                  <a:lnTo>
                    <a:pt x="3076086" y="1575418"/>
                  </a:lnTo>
                  <a:lnTo>
                    <a:pt x="3076422" y="1582989"/>
                  </a:lnTo>
                  <a:lnTo>
                    <a:pt x="3076759" y="1590526"/>
                  </a:lnTo>
                  <a:lnTo>
                    <a:pt x="3077095" y="1598132"/>
                  </a:lnTo>
                  <a:lnTo>
                    <a:pt x="3077432" y="1606168"/>
                  </a:lnTo>
                  <a:lnTo>
                    <a:pt x="3077768" y="1614761"/>
                  </a:lnTo>
                  <a:lnTo>
                    <a:pt x="3078105" y="1623104"/>
                  </a:lnTo>
                  <a:lnTo>
                    <a:pt x="3078441" y="1630722"/>
                  </a:lnTo>
                  <a:lnTo>
                    <a:pt x="3078778" y="1636355"/>
                  </a:lnTo>
                  <a:lnTo>
                    <a:pt x="3079114" y="1641118"/>
                  </a:lnTo>
                  <a:lnTo>
                    <a:pt x="3079451" y="1646025"/>
                  </a:lnTo>
                  <a:lnTo>
                    <a:pt x="3079787" y="1650235"/>
                  </a:lnTo>
                  <a:lnTo>
                    <a:pt x="3080124" y="1653999"/>
                  </a:lnTo>
                  <a:lnTo>
                    <a:pt x="3080460" y="1657196"/>
                  </a:lnTo>
                  <a:lnTo>
                    <a:pt x="3080796" y="1660465"/>
                  </a:lnTo>
                  <a:lnTo>
                    <a:pt x="3081133" y="1663691"/>
                  </a:lnTo>
                  <a:lnTo>
                    <a:pt x="3081469" y="1667269"/>
                  </a:lnTo>
                  <a:lnTo>
                    <a:pt x="3081806" y="1671270"/>
                  </a:lnTo>
                  <a:lnTo>
                    <a:pt x="3082142" y="1675330"/>
                  </a:lnTo>
                  <a:lnTo>
                    <a:pt x="3082479" y="1678979"/>
                  </a:lnTo>
                  <a:lnTo>
                    <a:pt x="3082815" y="1682320"/>
                  </a:lnTo>
                  <a:lnTo>
                    <a:pt x="3083152" y="1685740"/>
                  </a:lnTo>
                  <a:lnTo>
                    <a:pt x="3083488" y="1689418"/>
                  </a:lnTo>
                  <a:lnTo>
                    <a:pt x="3083825" y="1692780"/>
                  </a:lnTo>
                  <a:lnTo>
                    <a:pt x="3084161" y="1696873"/>
                  </a:lnTo>
                  <a:lnTo>
                    <a:pt x="3084498" y="1700314"/>
                  </a:lnTo>
                  <a:lnTo>
                    <a:pt x="3084834" y="1703154"/>
                  </a:lnTo>
                  <a:lnTo>
                    <a:pt x="3085170" y="1705972"/>
                  </a:lnTo>
                  <a:lnTo>
                    <a:pt x="3085507" y="1708321"/>
                  </a:lnTo>
                  <a:lnTo>
                    <a:pt x="3085843" y="1710883"/>
                  </a:lnTo>
                  <a:lnTo>
                    <a:pt x="3086180" y="1714253"/>
                  </a:lnTo>
                  <a:lnTo>
                    <a:pt x="3086516" y="1718039"/>
                  </a:lnTo>
                  <a:lnTo>
                    <a:pt x="3086853" y="1722071"/>
                  </a:lnTo>
                  <a:lnTo>
                    <a:pt x="3087189" y="1727122"/>
                  </a:lnTo>
                  <a:lnTo>
                    <a:pt x="3087526" y="1732076"/>
                  </a:lnTo>
                  <a:lnTo>
                    <a:pt x="3087862" y="1737447"/>
                  </a:lnTo>
                  <a:lnTo>
                    <a:pt x="3088199" y="1743604"/>
                  </a:lnTo>
                  <a:lnTo>
                    <a:pt x="3088535" y="1750128"/>
                  </a:lnTo>
                  <a:lnTo>
                    <a:pt x="3088872" y="1757000"/>
                  </a:lnTo>
                  <a:lnTo>
                    <a:pt x="3089208" y="1764468"/>
                  </a:lnTo>
                  <a:lnTo>
                    <a:pt x="3089544" y="1772280"/>
                  </a:lnTo>
                  <a:lnTo>
                    <a:pt x="3089881" y="1781578"/>
                  </a:lnTo>
                  <a:lnTo>
                    <a:pt x="3090217" y="1792141"/>
                  </a:lnTo>
                  <a:lnTo>
                    <a:pt x="3090554" y="1803625"/>
                  </a:lnTo>
                  <a:lnTo>
                    <a:pt x="3090890" y="1815562"/>
                  </a:lnTo>
                  <a:lnTo>
                    <a:pt x="3091227" y="1827255"/>
                  </a:lnTo>
                  <a:lnTo>
                    <a:pt x="3091563" y="1835641"/>
                  </a:lnTo>
                  <a:lnTo>
                    <a:pt x="3091900" y="1844057"/>
                  </a:lnTo>
                  <a:lnTo>
                    <a:pt x="3092236" y="1851598"/>
                  </a:lnTo>
                  <a:lnTo>
                    <a:pt x="3092573" y="1859186"/>
                  </a:lnTo>
                  <a:lnTo>
                    <a:pt x="3092909" y="1867321"/>
                  </a:lnTo>
                  <a:lnTo>
                    <a:pt x="3093245" y="1873209"/>
                  </a:lnTo>
                  <a:lnTo>
                    <a:pt x="3093582" y="1877963"/>
                  </a:lnTo>
                  <a:lnTo>
                    <a:pt x="3093918" y="1883247"/>
                  </a:lnTo>
                  <a:lnTo>
                    <a:pt x="3094255" y="1888741"/>
                  </a:lnTo>
                  <a:lnTo>
                    <a:pt x="3094591" y="1894774"/>
                  </a:lnTo>
                  <a:lnTo>
                    <a:pt x="3094928" y="1900003"/>
                  </a:lnTo>
                  <a:lnTo>
                    <a:pt x="3095264" y="1904621"/>
                  </a:lnTo>
                  <a:lnTo>
                    <a:pt x="3095601" y="1908670"/>
                  </a:lnTo>
                  <a:lnTo>
                    <a:pt x="3095937" y="1912546"/>
                  </a:lnTo>
                  <a:lnTo>
                    <a:pt x="3096274" y="1915990"/>
                  </a:lnTo>
                  <a:lnTo>
                    <a:pt x="3096610" y="1918768"/>
                  </a:lnTo>
                  <a:lnTo>
                    <a:pt x="3096947" y="1922588"/>
                  </a:lnTo>
                  <a:lnTo>
                    <a:pt x="3097283" y="1926572"/>
                  </a:lnTo>
                  <a:lnTo>
                    <a:pt x="3097619" y="1931529"/>
                  </a:lnTo>
                  <a:lnTo>
                    <a:pt x="3097956" y="1936443"/>
                  </a:lnTo>
                  <a:lnTo>
                    <a:pt x="3098292" y="1941354"/>
                  </a:lnTo>
                  <a:lnTo>
                    <a:pt x="3098629" y="1946492"/>
                  </a:lnTo>
                  <a:lnTo>
                    <a:pt x="3098965" y="1950824"/>
                  </a:lnTo>
                  <a:lnTo>
                    <a:pt x="3099302" y="1955029"/>
                  </a:lnTo>
                  <a:lnTo>
                    <a:pt x="3099638" y="1958112"/>
                  </a:lnTo>
                  <a:lnTo>
                    <a:pt x="3099975" y="1960784"/>
                  </a:lnTo>
                  <a:lnTo>
                    <a:pt x="3100311" y="1963732"/>
                  </a:lnTo>
                  <a:lnTo>
                    <a:pt x="3100648" y="1966955"/>
                  </a:lnTo>
                  <a:lnTo>
                    <a:pt x="3100984" y="1970718"/>
                  </a:lnTo>
                  <a:lnTo>
                    <a:pt x="3101321" y="1974356"/>
                  </a:lnTo>
                  <a:lnTo>
                    <a:pt x="3101657" y="1978513"/>
                  </a:lnTo>
                  <a:lnTo>
                    <a:pt x="3101993" y="1982741"/>
                  </a:lnTo>
                  <a:lnTo>
                    <a:pt x="3102330" y="1986694"/>
                  </a:lnTo>
                  <a:lnTo>
                    <a:pt x="3102666" y="1990342"/>
                  </a:lnTo>
                  <a:lnTo>
                    <a:pt x="3103003" y="1994315"/>
                  </a:lnTo>
                  <a:lnTo>
                    <a:pt x="3103339" y="1999062"/>
                  </a:lnTo>
                  <a:lnTo>
                    <a:pt x="3103676" y="2004272"/>
                  </a:lnTo>
                  <a:lnTo>
                    <a:pt x="3104012" y="2009207"/>
                  </a:lnTo>
                  <a:lnTo>
                    <a:pt x="3104349" y="2015484"/>
                  </a:lnTo>
                  <a:lnTo>
                    <a:pt x="3104685" y="2022398"/>
                  </a:lnTo>
                  <a:lnTo>
                    <a:pt x="3105022" y="2031641"/>
                  </a:lnTo>
                  <a:lnTo>
                    <a:pt x="3105358" y="2040697"/>
                  </a:lnTo>
                  <a:lnTo>
                    <a:pt x="3105695" y="2047411"/>
                  </a:lnTo>
                  <a:lnTo>
                    <a:pt x="3106031" y="2053260"/>
                  </a:lnTo>
                  <a:lnTo>
                    <a:pt x="3106367" y="2059369"/>
                  </a:lnTo>
                  <a:lnTo>
                    <a:pt x="3106704" y="2063577"/>
                  </a:lnTo>
                  <a:lnTo>
                    <a:pt x="3107040" y="2067880"/>
                  </a:lnTo>
                  <a:lnTo>
                    <a:pt x="3107377" y="2071248"/>
                  </a:lnTo>
                  <a:lnTo>
                    <a:pt x="3107713" y="2074074"/>
                  </a:lnTo>
                  <a:lnTo>
                    <a:pt x="3108050" y="2076585"/>
                  </a:lnTo>
                  <a:lnTo>
                    <a:pt x="3108386" y="2078307"/>
                  </a:lnTo>
                  <a:lnTo>
                    <a:pt x="3108723" y="2079447"/>
                  </a:lnTo>
                  <a:lnTo>
                    <a:pt x="3109059" y="2080204"/>
                  </a:lnTo>
                  <a:lnTo>
                    <a:pt x="3109396" y="2080271"/>
                  </a:lnTo>
                  <a:lnTo>
                    <a:pt x="3109732" y="2080293"/>
                  </a:lnTo>
                  <a:lnTo>
                    <a:pt x="3110069" y="2079125"/>
                  </a:lnTo>
                  <a:lnTo>
                    <a:pt x="3110405" y="2078015"/>
                  </a:lnTo>
                  <a:lnTo>
                    <a:pt x="3110741" y="2076328"/>
                  </a:lnTo>
                  <a:lnTo>
                    <a:pt x="3111078" y="2074884"/>
                  </a:lnTo>
                  <a:lnTo>
                    <a:pt x="3111414" y="2073581"/>
                  </a:lnTo>
                  <a:lnTo>
                    <a:pt x="3111751" y="2072456"/>
                  </a:lnTo>
                  <a:lnTo>
                    <a:pt x="3112087" y="2072570"/>
                  </a:lnTo>
                  <a:lnTo>
                    <a:pt x="3112424" y="2072545"/>
                  </a:lnTo>
                  <a:lnTo>
                    <a:pt x="3112760" y="2072824"/>
                  </a:lnTo>
                  <a:lnTo>
                    <a:pt x="3113097" y="2072721"/>
                  </a:lnTo>
                  <a:lnTo>
                    <a:pt x="3113433" y="2072228"/>
                  </a:lnTo>
                  <a:lnTo>
                    <a:pt x="3113770" y="2071091"/>
                  </a:lnTo>
                  <a:lnTo>
                    <a:pt x="3114106" y="2069569"/>
                  </a:lnTo>
                  <a:lnTo>
                    <a:pt x="3114443" y="2067555"/>
                  </a:lnTo>
                  <a:lnTo>
                    <a:pt x="3114779" y="2065575"/>
                  </a:lnTo>
                  <a:lnTo>
                    <a:pt x="3115115" y="2063491"/>
                  </a:lnTo>
                  <a:lnTo>
                    <a:pt x="3115452" y="2062185"/>
                  </a:lnTo>
                  <a:lnTo>
                    <a:pt x="3115788" y="2061451"/>
                  </a:lnTo>
                  <a:lnTo>
                    <a:pt x="3116125" y="2060583"/>
                  </a:lnTo>
                  <a:lnTo>
                    <a:pt x="3116461" y="2059107"/>
                  </a:lnTo>
                  <a:lnTo>
                    <a:pt x="3116798" y="2056565"/>
                  </a:lnTo>
                  <a:lnTo>
                    <a:pt x="3117134" y="2051910"/>
                  </a:lnTo>
                  <a:lnTo>
                    <a:pt x="3117471" y="2048224"/>
                  </a:lnTo>
                  <a:lnTo>
                    <a:pt x="3117807" y="2045724"/>
                  </a:lnTo>
                  <a:lnTo>
                    <a:pt x="3118144" y="2044014"/>
                  </a:lnTo>
                  <a:lnTo>
                    <a:pt x="3118480" y="2042376"/>
                  </a:lnTo>
                  <a:lnTo>
                    <a:pt x="3118817" y="2040530"/>
                  </a:lnTo>
                  <a:lnTo>
                    <a:pt x="3119153" y="2038375"/>
                  </a:lnTo>
                  <a:lnTo>
                    <a:pt x="3119489" y="2035738"/>
                  </a:lnTo>
                  <a:lnTo>
                    <a:pt x="3119826" y="2032771"/>
                  </a:lnTo>
                  <a:lnTo>
                    <a:pt x="3120162" y="2029768"/>
                  </a:lnTo>
                  <a:lnTo>
                    <a:pt x="3120499" y="2026549"/>
                  </a:lnTo>
                  <a:lnTo>
                    <a:pt x="3120835" y="2022821"/>
                  </a:lnTo>
                  <a:lnTo>
                    <a:pt x="3121172" y="2019336"/>
                  </a:lnTo>
                  <a:lnTo>
                    <a:pt x="3121508" y="2015550"/>
                  </a:lnTo>
                  <a:lnTo>
                    <a:pt x="3121845" y="2012077"/>
                  </a:lnTo>
                  <a:lnTo>
                    <a:pt x="3122181" y="2009025"/>
                  </a:lnTo>
                  <a:lnTo>
                    <a:pt x="3122518" y="2005909"/>
                  </a:lnTo>
                  <a:lnTo>
                    <a:pt x="3122854" y="2002232"/>
                  </a:lnTo>
                  <a:lnTo>
                    <a:pt x="3123190" y="1998466"/>
                  </a:lnTo>
                  <a:lnTo>
                    <a:pt x="3123527" y="1995264"/>
                  </a:lnTo>
                  <a:lnTo>
                    <a:pt x="3123863" y="1992620"/>
                  </a:lnTo>
                  <a:lnTo>
                    <a:pt x="3124200" y="1990352"/>
                  </a:lnTo>
                  <a:lnTo>
                    <a:pt x="3124536" y="1989119"/>
                  </a:lnTo>
                  <a:lnTo>
                    <a:pt x="3124873" y="1988093"/>
                  </a:lnTo>
                  <a:lnTo>
                    <a:pt x="3125209" y="1986558"/>
                  </a:lnTo>
                  <a:lnTo>
                    <a:pt x="3125546" y="1985828"/>
                  </a:lnTo>
                  <a:lnTo>
                    <a:pt x="3125882" y="1985431"/>
                  </a:lnTo>
                  <a:lnTo>
                    <a:pt x="3126219" y="1984987"/>
                  </a:lnTo>
                  <a:lnTo>
                    <a:pt x="3126555" y="1984334"/>
                  </a:lnTo>
                  <a:lnTo>
                    <a:pt x="3126892" y="1983539"/>
                  </a:lnTo>
                  <a:lnTo>
                    <a:pt x="3127228" y="1982606"/>
                  </a:lnTo>
                  <a:lnTo>
                    <a:pt x="3127564" y="1982955"/>
                  </a:lnTo>
                  <a:lnTo>
                    <a:pt x="3127901" y="1982041"/>
                  </a:lnTo>
                  <a:lnTo>
                    <a:pt x="3128237" y="1980688"/>
                  </a:lnTo>
                  <a:lnTo>
                    <a:pt x="3128574" y="1979655"/>
                  </a:lnTo>
                  <a:lnTo>
                    <a:pt x="3128910" y="1978892"/>
                  </a:lnTo>
                  <a:lnTo>
                    <a:pt x="3129247" y="1978719"/>
                  </a:lnTo>
                  <a:lnTo>
                    <a:pt x="3129583" y="1979022"/>
                  </a:lnTo>
                  <a:lnTo>
                    <a:pt x="3129920" y="1979789"/>
                  </a:lnTo>
                  <a:lnTo>
                    <a:pt x="3130256" y="1979451"/>
                  </a:lnTo>
                  <a:lnTo>
                    <a:pt x="3130593" y="1979166"/>
                  </a:lnTo>
                  <a:lnTo>
                    <a:pt x="3130929" y="1979076"/>
                  </a:lnTo>
                  <a:lnTo>
                    <a:pt x="3131266" y="1978239"/>
                  </a:lnTo>
                  <a:lnTo>
                    <a:pt x="3131602" y="1977591"/>
                  </a:lnTo>
                  <a:lnTo>
                    <a:pt x="3131938" y="1977139"/>
                  </a:lnTo>
                  <a:lnTo>
                    <a:pt x="3132275" y="1976593"/>
                  </a:lnTo>
                  <a:lnTo>
                    <a:pt x="3132611" y="1976218"/>
                  </a:lnTo>
                  <a:lnTo>
                    <a:pt x="3132948" y="1977003"/>
                  </a:lnTo>
                  <a:lnTo>
                    <a:pt x="3133284" y="1977507"/>
                  </a:lnTo>
                  <a:lnTo>
                    <a:pt x="3133621" y="1978410"/>
                  </a:lnTo>
                  <a:lnTo>
                    <a:pt x="3133957" y="1981054"/>
                  </a:lnTo>
                  <a:lnTo>
                    <a:pt x="3134294" y="1983757"/>
                  </a:lnTo>
                  <a:lnTo>
                    <a:pt x="3134630" y="1985846"/>
                  </a:lnTo>
                  <a:lnTo>
                    <a:pt x="3134967" y="1987148"/>
                  </a:lnTo>
                  <a:lnTo>
                    <a:pt x="3135303" y="1988577"/>
                  </a:lnTo>
                  <a:lnTo>
                    <a:pt x="3135640" y="1991232"/>
                  </a:lnTo>
                  <a:lnTo>
                    <a:pt x="3135976" y="1992448"/>
                  </a:lnTo>
                  <a:lnTo>
                    <a:pt x="3136312" y="1994012"/>
                  </a:lnTo>
                  <a:lnTo>
                    <a:pt x="3136649" y="1994891"/>
                  </a:lnTo>
                  <a:lnTo>
                    <a:pt x="3136985" y="1995950"/>
                  </a:lnTo>
                  <a:lnTo>
                    <a:pt x="3137322" y="1997951"/>
                  </a:lnTo>
                  <a:lnTo>
                    <a:pt x="3137658" y="2000061"/>
                  </a:lnTo>
                  <a:lnTo>
                    <a:pt x="3137995" y="2002207"/>
                  </a:lnTo>
                  <a:lnTo>
                    <a:pt x="3138331" y="2006404"/>
                  </a:lnTo>
                  <a:lnTo>
                    <a:pt x="3138668" y="2007963"/>
                  </a:lnTo>
                  <a:lnTo>
                    <a:pt x="3139004" y="2008468"/>
                  </a:lnTo>
                  <a:lnTo>
                    <a:pt x="3139341" y="2008805"/>
                  </a:lnTo>
                  <a:lnTo>
                    <a:pt x="3139677" y="2010025"/>
                  </a:lnTo>
                  <a:lnTo>
                    <a:pt x="3140014" y="2011915"/>
                  </a:lnTo>
                  <a:lnTo>
                    <a:pt x="3140350" y="2014381"/>
                  </a:lnTo>
                  <a:lnTo>
                    <a:pt x="3140686" y="2015565"/>
                  </a:lnTo>
                  <a:lnTo>
                    <a:pt x="3141023" y="2015505"/>
                  </a:lnTo>
                  <a:lnTo>
                    <a:pt x="3141359" y="2014796"/>
                  </a:lnTo>
                  <a:lnTo>
                    <a:pt x="3141696" y="2014133"/>
                  </a:lnTo>
                  <a:lnTo>
                    <a:pt x="3142032" y="2012954"/>
                  </a:lnTo>
                  <a:lnTo>
                    <a:pt x="3142369" y="2010577"/>
                  </a:lnTo>
                  <a:lnTo>
                    <a:pt x="3142705" y="2007446"/>
                  </a:lnTo>
                  <a:lnTo>
                    <a:pt x="3143042" y="2003766"/>
                  </a:lnTo>
                  <a:lnTo>
                    <a:pt x="3143378" y="2000572"/>
                  </a:lnTo>
                  <a:lnTo>
                    <a:pt x="3143715" y="1997155"/>
                  </a:lnTo>
                  <a:lnTo>
                    <a:pt x="3144051" y="1993358"/>
                  </a:lnTo>
                  <a:lnTo>
                    <a:pt x="3144388" y="1991020"/>
                  </a:lnTo>
                  <a:lnTo>
                    <a:pt x="3144724" y="1989158"/>
                  </a:lnTo>
                  <a:lnTo>
                    <a:pt x="3145060" y="1986783"/>
                  </a:lnTo>
                  <a:lnTo>
                    <a:pt x="3145397" y="1983980"/>
                  </a:lnTo>
                  <a:lnTo>
                    <a:pt x="3145733" y="1980887"/>
                  </a:lnTo>
                  <a:lnTo>
                    <a:pt x="3146070" y="1980159"/>
                  </a:lnTo>
                  <a:lnTo>
                    <a:pt x="3146406" y="1980179"/>
                  </a:lnTo>
                  <a:lnTo>
                    <a:pt x="3146743" y="1979985"/>
                  </a:lnTo>
                  <a:lnTo>
                    <a:pt x="3147079" y="1979656"/>
                  </a:lnTo>
                  <a:lnTo>
                    <a:pt x="3147416" y="1979827"/>
                  </a:lnTo>
                  <a:lnTo>
                    <a:pt x="3147752" y="1979661"/>
                  </a:lnTo>
                  <a:lnTo>
                    <a:pt x="3148089" y="1978949"/>
                  </a:lnTo>
                  <a:lnTo>
                    <a:pt x="3148425" y="1978174"/>
                  </a:lnTo>
                  <a:lnTo>
                    <a:pt x="3148762" y="1976799"/>
                  </a:lnTo>
                  <a:lnTo>
                    <a:pt x="3149098" y="1975127"/>
                  </a:lnTo>
                  <a:lnTo>
                    <a:pt x="3149434" y="1972238"/>
                  </a:lnTo>
                  <a:lnTo>
                    <a:pt x="3149771" y="1968864"/>
                  </a:lnTo>
                  <a:lnTo>
                    <a:pt x="3150107" y="1965428"/>
                  </a:lnTo>
                  <a:lnTo>
                    <a:pt x="3150444" y="1961429"/>
                  </a:lnTo>
                  <a:lnTo>
                    <a:pt x="3150780" y="1958070"/>
                  </a:lnTo>
                  <a:lnTo>
                    <a:pt x="3151117" y="1954981"/>
                  </a:lnTo>
                  <a:lnTo>
                    <a:pt x="3151453" y="1949932"/>
                  </a:lnTo>
                  <a:lnTo>
                    <a:pt x="3151790" y="1944358"/>
                  </a:lnTo>
                  <a:lnTo>
                    <a:pt x="3152126" y="1936791"/>
                  </a:lnTo>
                  <a:lnTo>
                    <a:pt x="3152463" y="1928825"/>
                  </a:lnTo>
                  <a:lnTo>
                    <a:pt x="3152799" y="1921578"/>
                  </a:lnTo>
                  <a:lnTo>
                    <a:pt x="3153136" y="1915352"/>
                  </a:lnTo>
                  <a:lnTo>
                    <a:pt x="3153472" y="1909690"/>
                  </a:lnTo>
                  <a:lnTo>
                    <a:pt x="3153808" y="1902908"/>
                  </a:lnTo>
                  <a:lnTo>
                    <a:pt x="3154145" y="1897173"/>
                  </a:lnTo>
                  <a:lnTo>
                    <a:pt x="3154481" y="1892317"/>
                  </a:lnTo>
                  <a:lnTo>
                    <a:pt x="3154818" y="1888253"/>
                  </a:lnTo>
                  <a:lnTo>
                    <a:pt x="3155154" y="1882997"/>
                  </a:lnTo>
                  <a:lnTo>
                    <a:pt x="3155491" y="1876367"/>
                  </a:lnTo>
                  <a:lnTo>
                    <a:pt x="3155827" y="1868930"/>
                  </a:lnTo>
                  <a:lnTo>
                    <a:pt x="3156164" y="1861332"/>
                  </a:lnTo>
                  <a:lnTo>
                    <a:pt x="3156500" y="1854288"/>
                  </a:lnTo>
                  <a:lnTo>
                    <a:pt x="3156837" y="1849163"/>
                  </a:lnTo>
                  <a:lnTo>
                    <a:pt x="3157173" y="1844434"/>
                  </a:lnTo>
                  <a:lnTo>
                    <a:pt x="3157509" y="1839353"/>
                  </a:lnTo>
                  <a:lnTo>
                    <a:pt x="3157846" y="1833386"/>
                  </a:lnTo>
                  <a:lnTo>
                    <a:pt x="3158182" y="1825983"/>
                  </a:lnTo>
                  <a:lnTo>
                    <a:pt x="3158519" y="1817616"/>
                  </a:lnTo>
                  <a:lnTo>
                    <a:pt x="3158855" y="1809086"/>
                  </a:lnTo>
                  <a:lnTo>
                    <a:pt x="3159192" y="1800258"/>
                  </a:lnTo>
                  <a:lnTo>
                    <a:pt x="3159528" y="1793018"/>
                  </a:lnTo>
                  <a:lnTo>
                    <a:pt x="3159865" y="1786061"/>
                  </a:lnTo>
                  <a:lnTo>
                    <a:pt x="3160201" y="1780422"/>
                  </a:lnTo>
                  <a:lnTo>
                    <a:pt x="3160538" y="1775873"/>
                  </a:lnTo>
                  <a:lnTo>
                    <a:pt x="3160874" y="1771260"/>
                  </a:lnTo>
                  <a:lnTo>
                    <a:pt x="3161211" y="1766147"/>
                  </a:lnTo>
                  <a:lnTo>
                    <a:pt x="3161547" y="1760655"/>
                  </a:lnTo>
                  <a:lnTo>
                    <a:pt x="3161883" y="1754310"/>
                  </a:lnTo>
                  <a:lnTo>
                    <a:pt x="3162220" y="1747308"/>
                  </a:lnTo>
                  <a:lnTo>
                    <a:pt x="3162556" y="1739353"/>
                  </a:lnTo>
                  <a:lnTo>
                    <a:pt x="3162893" y="1730940"/>
                  </a:lnTo>
                  <a:lnTo>
                    <a:pt x="3163229" y="1725511"/>
                  </a:lnTo>
                  <a:lnTo>
                    <a:pt x="3163566" y="1720819"/>
                  </a:lnTo>
                  <a:lnTo>
                    <a:pt x="3163902" y="1715989"/>
                  </a:lnTo>
                  <a:lnTo>
                    <a:pt x="3164239" y="1709033"/>
                  </a:lnTo>
                  <a:lnTo>
                    <a:pt x="3164575" y="1700906"/>
                  </a:lnTo>
                  <a:lnTo>
                    <a:pt x="3164912" y="1692651"/>
                  </a:lnTo>
                  <a:lnTo>
                    <a:pt x="3165248" y="1684228"/>
                  </a:lnTo>
                  <a:lnTo>
                    <a:pt x="3165585" y="1675166"/>
                  </a:lnTo>
                  <a:lnTo>
                    <a:pt x="3165921" y="1666162"/>
                  </a:lnTo>
                  <a:lnTo>
                    <a:pt x="3166257" y="1660732"/>
                  </a:lnTo>
                  <a:lnTo>
                    <a:pt x="3166594" y="1656608"/>
                  </a:lnTo>
                  <a:lnTo>
                    <a:pt x="3166930" y="1652295"/>
                  </a:lnTo>
                  <a:lnTo>
                    <a:pt x="3167267" y="1648340"/>
                  </a:lnTo>
                  <a:lnTo>
                    <a:pt x="3167603" y="1644615"/>
                  </a:lnTo>
                  <a:lnTo>
                    <a:pt x="3167940" y="1640966"/>
                  </a:lnTo>
                  <a:lnTo>
                    <a:pt x="3168276" y="1637094"/>
                  </a:lnTo>
                  <a:lnTo>
                    <a:pt x="3168613" y="1633560"/>
                  </a:lnTo>
                  <a:lnTo>
                    <a:pt x="3168949" y="1629432"/>
                  </a:lnTo>
                  <a:lnTo>
                    <a:pt x="3169286" y="1625401"/>
                  </a:lnTo>
                  <a:lnTo>
                    <a:pt x="3169622" y="1621225"/>
                  </a:lnTo>
                  <a:lnTo>
                    <a:pt x="3169959" y="1616894"/>
                  </a:lnTo>
                  <a:lnTo>
                    <a:pt x="3170295" y="1612330"/>
                  </a:lnTo>
                  <a:lnTo>
                    <a:pt x="3170631" y="1607655"/>
                  </a:lnTo>
                  <a:lnTo>
                    <a:pt x="3170968" y="1603006"/>
                  </a:lnTo>
                  <a:lnTo>
                    <a:pt x="3171304" y="1597744"/>
                  </a:lnTo>
                  <a:lnTo>
                    <a:pt x="3171641" y="1592140"/>
                  </a:lnTo>
                  <a:lnTo>
                    <a:pt x="3171977" y="1586731"/>
                  </a:lnTo>
                  <a:lnTo>
                    <a:pt x="3172314" y="1581112"/>
                  </a:lnTo>
                  <a:lnTo>
                    <a:pt x="3172650" y="1575224"/>
                  </a:lnTo>
                  <a:lnTo>
                    <a:pt x="3172987" y="1569275"/>
                  </a:lnTo>
                  <a:lnTo>
                    <a:pt x="3173323" y="1562651"/>
                  </a:lnTo>
                  <a:lnTo>
                    <a:pt x="3173660" y="1555912"/>
                  </a:lnTo>
                  <a:lnTo>
                    <a:pt x="3173996" y="1549694"/>
                  </a:lnTo>
                  <a:lnTo>
                    <a:pt x="3174333" y="1543304"/>
                  </a:lnTo>
                  <a:lnTo>
                    <a:pt x="3174669" y="1537332"/>
                  </a:lnTo>
                  <a:lnTo>
                    <a:pt x="3175005" y="1532630"/>
                  </a:lnTo>
                  <a:lnTo>
                    <a:pt x="3175342" y="1528803"/>
                  </a:lnTo>
                  <a:lnTo>
                    <a:pt x="3175678" y="1524799"/>
                  </a:lnTo>
                  <a:lnTo>
                    <a:pt x="3176015" y="1521389"/>
                  </a:lnTo>
                  <a:lnTo>
                    <a:pt x="3176351" y="1518070"/>
                  </a:lnTo>
                  <a:lnTo>
                    <a:pt x="3176688" y="1515573"/>
                  </a:lnTo>
                  <a:lnTo>
                    <a:pt x="3177024" y="1512588"/>
                  </a:lnTo>
                  <a:lnTo>
                    <a:pt x="3177361" y="1509712"/>
                  </a:lnTo>
                  <a:lnTo>
                    <a:pt x="3177697" y="1506981"/>
                  </a:lnTo>
                  <a:lnTo>
                    <a:pt x="3178034" y="1504010"/>
                  </a:lnTo>
                  <a:lnTo>
                    <a:pt x="3178370" y="1501199"/>
                  </a:lnTo>
                  <a:lnTo>
                    <a:pt x="3178707" y="1498955"/>
                  </a:lnTo>
                  <a:lnTo>
                    <a:pt x="3179043" y="1495950"/>
                  </a:lnTo>
                  <a:lnTo>
                    <a:pt x="3179379" y="1493238"/>
                  </a:lnTo>
                  <a:lnTo>
                    <a:pt x="3179716" y="1490560"/>
                  </a:lnTo>
                  <a:lnTo>
                    <a:pt x="3180052" y="1487820"/>
                  </a:lnTo>
                  <a:lnTo>
                    <a:pt x="3180389" y="1484782"/>
                  </a:lnTo>
                  <a:lnTo>
                    <a:pt x="3180725" y="1482357"/>
                  </a:lnTo>
                  <a:lnTo>
                    <a:pt x="3181062" y="1479843"/>
                  </a:lnTo>
                  <a:lnTo>
                    <a:pt x="3181398" y="1477230"/>
                  </a:lnTo>
                  <a:lnTo>
                    <a:pt x="3181735" y="1473414"/>
                  </a:lnTo>
                  <a:lnTo>
                    <a:pt x="3182071" y="1469197"/>
                  </a:lnTo>
                  <a:lnTo>
                    <a:pt x="3182408" y="1465386"/>
                  </a:lnTo>
                  <a:lnTo>
                    <a:pt x="3182744" y="1461957"/>
                  </a:lnTo>
                  <a:lnTo>
                    <a:pt x="3183081" y="1459662"/>
                  </a:lnTo>
                  <a:lnTo>
                    <a:pt x="3183417" y="1458126"/>
                  </a:lnTo>
                  <a:lnTo>
                    <a:pt x="3183753" y="1457629"/>
                  </a:lnTo>
                  <a:lnTo>
                    <a:pt x="3184090" y="1458204"/>
                  </a:lnTo>
                  <a:lnTo>
                    <a:pt x="3184426" y="1460565"/>
                  </a:lnTo>
                  <a:lnTo>
                    <a:pt x="3184763" y="1462069"/>
                  </a:lnTo>
                  <a:lnTo>
                    <a:pt x="3185099" y="1461676"/>
                  </a:lnTo>
                  <a:lnTo>
                    <a:pt x="3185436" y="1460720"/>
                  </a:lnTo>
                  <a:lnTo>
                    <a:pt x="3185772" y="1460347"/>
                  </a:lnTo>
                  <a:lnTo>
                    <a:pt x="3186109" y="1460285"/>
                  </a:lnTo>
                  <a:lnTo>
                    <a:pt x="3186445" y="1461001"/>
                  </a:lnTo>
                  <a:lnTo>
                    <a:pt x="3186782" y="1461843"/>
                  </a:lnTo>
                  <a:lnTo>
                    <a:pt x="3187118" y="1462825"/>
                  </a:lnTo>
                  <a:lnTo>
                    <a:pt x="3187455" y="1462994"/>
                  </a:lnTo>
                  <a:lnTo>
                    <a:pt x="3187791" y="1462641"/>
                  </a:lnTo>
                  <a:lnTo>
                    <a:pt x="3188127" y="1461411"/>
                  </a:lnTo>
                  <a:lnTo>
                    <a:pt x="3188464" y="1459195"/>
                  </a:lnTo>
                  <a:lnTo>
                    <a:pt x="3188800" y="1456015"/>
                  </a:lnTo>
                  <a:lnTo>
                    <a:pt x="3189137" y="1453060"/>
                  </a:lnTo>
                  <a:lnTo>
                    <a:pt x="3189473" y="1448024"/>
                  </a:lnTo>
                  <a:lnTo>
                    <a:pt x="3189810" y="1443059"/>
                  </a:lnTo>
                  <a:lnTo>
                    <a:pt x="3190146" y="1439038"/>
                  </a:lnTo>
                  <a:lnTo>
                    <a:pt x="3190483" y="1435404"/>
                  </a:lnTo>
                  <a:lnTo>
                    <a:pt x="3190819" y="1431530"/>
                  </a:lnTo>
                  <a:lnTo>
                    <a:pt x="3191156" y="1427115"/>
                  </a:lnTo>
                  <a:lnTo>
                    <a:pt x="3191492" y="1422442"/>
                  </a:lnTo>
                  <a:lnTo>
                    <a:pt x="3191828" y="1417050"/>
                  </a:lnTo>
                  <a:lnTo>
                    <a:pt x="3192165" y="1412361"/>
                  </a:lnTo>
                  <a:lnTo>
                    <a:pt x="3192501" y="1408238"/>
                  </a:lnTo>
                  <a:lnTo>
                    <a:pt x="3192838" y="1404033"/>
                  </a:lnTo>
                  <a:lnTo>
                    <a:pt x="3193174" y="1400489"/>
                  </a:lnTo>
                  <a:lnTo>
                    <a:pt x="3193511" y="1397061"/>
                  </a:lnTo>
                  <a:lnTo>
                    <a:pt x="3193847" y="1394370"/>
                  </a:lnTo>
                  <a:lnTo>
                    <a:pt x="3194184" y="1389702"/>
                  </a:lnTo>
                  <a:lnTo>
                    <a:pt x="3194520" y="1385409"/>
                  </a:lnTo>
                  <a:lnTo>
                    <a:pt x="3194857" y="1381504"/>
                  </a:lnTo>
                  <a:lnTo>
                    <a:pt x="3195193" y="1376384"/>
                  </a:lnTo>
                  <a:lnTo>
                    <a:pt x="3195530" y="1370897"/>
                  </a:lnTo>
                  <a:lnTo>
                    <a:pt x="3195866" y="1364420"/>
                  </a:lnTo>
                  <a:lnTo>
                    <a:pt x="3196202" y="1357255"/>
                  </a:lnTo>
                  <a:lnTo>
                    <a:pt x="3196539" y="1349257"/>
                  </a:lnTo>
                  <a:lnTo>
                    <a:pt x="3196875" y="1340789"/>
                  </a:lnTo>
                  <a:lnTo>
                    <a:pt x="3197212" y="1332501"/>
                  </a:lnTo>
                  <a:lnTo>
                    <a:pt x="3197548" y="1324833"/>
                  </a:lnTo>
                  <a:lnTo>
                    <a:pt x="3197885" y="1316719"/>
                  </a:lnTo>
                  <a:lnTo>
                    <a:pt x="3198221" y="1307729"/>
                  </a:lnTo>
                  <a:lnTo>
                    <a:pt x="3198558" y="1298237"/>
                  </a:lnTo>
                  <a:lnTo>
                    <a:pt x="3198894" y="1291114"/>
                  </a:lnTo>
                  <a:lnTo>
                    <a:pt x="3199231" y="1283570"/>
                  </a:lnTo>
                  <a:lnTo>
                    <a:pt x="3199567" y="1275836"/>
                  </a:lnTo>
                  <a:lnTo>
                    <a:pt x="3199904" y="1269285"/>
                  </a:lnTo>
                  <a:lnTo>
                    <a:pt x="3200240" y="1261890"/>
                  </a:lnTo>
                  <a:lnTo>
                    <a:pt x="3200576" y="1254149"/>
                  </a:lnTo>
                  <a:lnTo>
                    <a:pt x="3200913" y="1245415"/>
                  </a:lnTo>
                  <a:lnTo>
                    <a:pt x="3201249" y="1236506"/>
                  </a:lnTo>
                  <a:lnTo>
                    <a:pt x="3201586" y="1227243"/>
                  </a:lnTo>
                  <a:lnTo>
                    <a:pt x="3201922" y="1219700"/>
                  </a:lnTo>
                  <a:lnTo>
                    <a:pt x="3202259" y="1212688"/>
                  </a:lnTo>
                  <a:lnTo>
                    <a:pt x="3202595" y="1204966"/>
                  </a:lnTo>
                  <a:lnTo>
                    <a:pt x="3202932" y="1198057"/>
                  </a:lnTo>
                  <a:lnTo>
                    <a:pt x="3203268" y="1193362"/>
                  </a:lnTo>
                  <a:lnTo>
                    <a:pt x="3203605" y="1188121"/>
                  </a:lnTo>
                  <a:lnTo>
                    <a:pt x="3203941" y="1183704"/>
                  </a:lnTo>
                  <a:lnTo>
                    <a:pt x="3204278" y="1179189"/>
                  </a:lnTo>
                  <a:lnTo>
                    <a:pt x="3204614" y="1174135"/>
                  </a:lnTo>
                  <a:lnTo>
                    <a:pt x="3204950" y="1169213"/>
                  </a:lnTo>
                  <a:lnTo>
                    <a:pt x="3205287" y="1164884"/>
                  </a:lnTo>
                  <a:lnTo>
                    <a:pt x="3205623" y="1160183"/>
                  </a:lnTo>
                  <a:lnTo>
                    <a:pt x="3205960" y="1156084"/>
                  </a:lnTo>
                  <a:lnTo>
                    <a:pt x="3206296" y="1151703"/>
                  </a:lnTo>
                  <a:lnTo>
                    <a:pt x="3206633" y="1147026"/>
                  </a:lnTo>
                  <a:lnTo>
                    <a:pt x="3206969" y="1142000"/>
                  </a:lnTo>
                  <a:lnTo>
                    <a:pt x="3207306" y="1135492"/>
                  </a:lnTo>
                  <a:lnTo>
                    <a:pt x="3207642" y="1129249"/>
                  </a:lnTo>
                  <a:lnTo>
                    <a:pt x="3207979" y="1123718"/>
                  </a:lnTo>
                  <a:lnTo>
                    <a:pt x="3208315" y="1119593"/>
                  </a:lnTo>
                  <a:lnTo>
                    <a:pt x="3208652" y="1114778"/>
                  </a:lnTo>
                  <a:lnTo>
                    <a:pt x="3208988" y="1108192"/>
                  </a:lnTo>
                  <a:lnTo>
                    <a:pt x="3209324" y="1102190"/>
                  </a:lnTo>
                  <a:lnTo>
                    <a:pt x="3209661" y="1097297"/>
                  </a:lnTo>
                  <a:lnTo>
                    <a:pt x="3209997" y="1093761"/>
                  </a:lnTo>
                  <a:lnTo>
                    <a:pt x="3210334" y="1091563"/>
                  </a:lnTo>
                  <a:lnTo>
                    <a:pt x="3210670" y="1088938"/>
                  </a:lnTo>
                  <a:lnTo>
                    <a:pt x="3211007" y="1088999"/>
                  </a:lnTo>
                  <a:lnTo>
                    <a:pt x="3211343" y="1090066"/>
                  </a:lnTo>
                  <a:lnTo>
                    <a:pt x="3211680" y="1091503"/>
                  </a:lnTo>
                  <a:lnTo>
                    <a:pt x="3212016" y="1092551"/>
                  </a:lnTo>
                  <a:lnTo>
                    <a:pt x="3212353" y="1093995"/>
                  </a:lnTo>
                  <a:lnTo>
                    <a:pt x="3212689" y="1095734"/>
                  </a:lnTo>
                  <a:lnTo>
                    <a:pt x="3213026" y="1097856"/>
                  </a:lnTo>
                  <a:lnTo>
                    <a:pt x="3213362" y="1099254"/>
                  </a:lnTo>
                  <a:lnTo>
                    <a:pt x="3213698" y="1100733"/>
                  </a:lnTo>
                  <a:lnTo>
                    <a:pt x="3214035" y="1102764"/>
                  </a:lnTo>
                  <a:lnTo>
                    <a:pt x="3214371" y="1105376"/>
                  </a:lnTo>
                  <a:lnTo>
                    <a:pt x="3214708" y="1107164"/>
                  </a:lnTo>
                  <a:lnTo>
                    <a:pt x="3215044" y="1109331"/>
                  </a:lnTo>
                  <a:lnTo>
                    <a:pt x="3215381" y="1111572"/>
                  </a:lnTo>
                  <a:lnTo>
                    <a:pt x="3215717" y="1113874"/>
                  </a:lnTo>
                  <a:lnTo>
                    <a:pt x="3216054" y="1116646"/>
                  </a:lnTo>
                  <a:lnTo>
                    <a:pt x="3216390" y="1118133"/>
                  </a:lnTo>
                  <a:lnTo>
                    <a:pt x="3216727" y="1119835"/>
                  </a:lnTo>
                  <a:lnTo>
                    <a:pt x="3217063" y="1121477"/>
                  </a:lnTo>
                  <a:lnTo>
                    <a:pt x="3217400" y="1121055"/>
                  </a:lnTo>
                  <a:lnTo>
                    <a:pt x="3217736" y="1122198"/>
                  </a:lnTo>
                  <a:lnTo>
                    <a:pt x="3218072" y="1122955"/>
                  </a:lnTo>
                  <a:lnTo>
                    <a:pt x="3218409" y="1123451"/>
                  </a:lnTo>
                  <a:lnTo>
                    <a:pt x="3218745" y="1124308"/>
                  </a:lnTo>
                  <a:lnTo>
                    <a:pt x="3219082" y="1124584"/>
                  </a:lnTo>
                  <a:lnTo>
                    <a:pt x="3219418" y="1126945"/>
                  </a:lnTo>
                  <a:lnTo>
                    <a:pt x="3219755" y="1128939"/>
                  </a:lnTo>
                  <a:lnTo>
                    <a:pt x="3220091" y="1129740"/>
                  </a:lnTo>
                  <a:lnTo>
                    <a:pt x="3220428" y="1129121"/>
                  </a:lnTo>
                  <a:lnTo>
                    <a:pt x="3220764" y="1127674"/>
                  </a:lnTo>
                  <a:lnTo>
                    <a:pt x="3221101" y="1127796"/>
                  </a:lnTo>
                  <a:lnTo>
                    <a:pt x="3221437" y="1127180"/>
                  </a:lnTo>
                  <a:lnTo>
                    <a:pt x="3221774" y="1125855"/>
                  </a:lnTo>
                  <a:lnTo>
                    <a:pt x="3222110" y="1123956"/>
                  </a:lnTo>
                  <a:lnTo>
                    <a:pt x="3222446" y="1122843"/>
                  </a:lnTo>
                  <a:lnTo>
                    <a:pt x="3222783" y="1123016"/>
                  </a:lnTo>
                  <a:lnTo>
                    <a:pt x="3223119" y="1123120"/>
                  </a:lnTo>
                  <a:lnTo>
                    <a:pt x="3223456" y="1122675"/>
                  </a:lnTo>
                  <a:lnTo>
                    <a:pt x="3223792" y="1117962"/>
                  </a:lnTo>
                  <a:lnTo>
                    <a:pt x="3224129" y="1111927"/>
                  </a:lnTo>
                  <a:lnTo>
                    <a:pt x="3224465" y="1104463"/>
                  </a:lnTo>
                  <a:lnTo>
                    <a:pt x="3224802" y="1096682"/>
                  </a:lnTo>
                  <a:lnTo>
                    <a:pt x="3225138" y="1089728"/>
                  </a:lnTo>
                  <a:lnTo>
                    <a:pt x="3225475" y="1084591"/>
                  </a:lnTo>
                  <a:lnTo>
                    <a:pt x="3225811" y="1080101"/>
                  </a:lnTo>
                  <a:lnTo>
                    <a:pt x="3226147" y="1075625"/>
                  </a:lnTo>
                  <a:lnTo>
                    <a:pt x="3226484" y="1071020"/>
                  </a:lnTo>
                  <a:lnTo>
                    <a:pt x="3226820" y="1065732"/>
                  </a:lnTo>
                  <a:lnTo>
                    <a:pt x="3227157" y="1061055"/>
                  </a:lnTo>
                  <a:lnTo>
                    <a:pt x="3227493" y="1056644"/>
                  </a:lnTo>
                  <a:lnTo>
                    <a:pt x="3227830" y="1052678"/>
                  </a:lnTo>
                  <a:lnTo>
                    <a:pt x="3228166" y="1049848"/>
                  </a:lnTo>
                  <a:lnTo>
                    <a:pt x="3228503" y="1048634"/>
                  </a:lnTo>
                  <a:lnTo>
                    <a:pt x="3228839" y="1049022"/>
                  </a:lnTo>
                  <a:lnTo>
                    <a:pt x="3229176" y="1050789"/>
                  </a:lnTo>
                  <a:lnTo>
                    <a:pt x="3229512" y="1054000"/>
                  </a:lnTo>
                  <a:lnTo>
                    <a:pt x="3229849" y="1059281"/>
                  </a:lnTo>
                  <a:lnTo>
                    <a:pt x="3230185" y="1065840"/>
                  </a:lnTo>
                  <a:lnTo>
                    <a:pt x="3230521" y="1069903"/>
                  </a:lnTo>
                  <a:lnTo>
                    <a:pt x="3230858" y="1074671"/>
                  </a:lnTo>
                  <a:lnTo>
                    <a:pt x="3231194" y="1080904"/>
                  </a:lnTo>
                  <a:lnTo>
                    <a:pt x="3231531" y="1089091"/>
                  </a:lnTo>
                  <a:lnTo>
                    <a:pt x="3231867" y="1098715"/>
                  </a:lnTo>
                  <a:lnTo>
                    <a:pt x="3232204" y="1108142"/>
                  </a:lnTo>
                  <a:lnTo>
                    <a:pt x="3232540" y="1117604"/>
                  </a:lnTo>
                  <a:lnTo>
                    <a:pt x="3232877" y="1127395"/>
                  </a:lnTo>
                  <a:lnTo>
                    <a:pt x="3233213" y="1137306"/>
                  </a:lnTo>
                  <a:lnTo>
                    <a:pt x="3233550" y="1144182"/>
                  </a:lnTo>
                  <a:lnTo>
                    <a:pt x="3233886" y="1149713"/>
                  </a:lnTo>
                  <a:lnTo>
                    <a:pt x="3234223" y="1156050"/>
                  </a:lnTo>
                  <a:lnTo>
                    <a:pt x="3234559" y="1162302"/>
                  </a:lnTo>
                  <a:lnTo>
                    <a:pt x="3234895" y="1167965"/>
                  </a:lnTo>
                  <a:lnTo>
                    <a:pt x="3235232" y="1173163"/>
                  </a:lnTo>
                  <a:lnTo>
                    <a:pt x="3235568" y="1178638"/>
                  </a:lnTo>
                  <a:lnTo>
                    <a:pt x="3235905" y="1182765"/>
                  </a:lnTo>
                  <a:lnTo>
                    <a:pt x="3236241" y="1186435"/>
                  </a:lnTo>
                  <a:lnTo>
                    <a:pt x="3236578" y="1189428"/>
                  </a:lnTo>
                  <a:lnTo>
                    <a:pt x="3236914" y="1192259"/>
                  </a:lnTo>
                  <a:lnTo>
                    <a:pt x="3237251" y="1194859"/>
                  </a:lnTo>
                  <a:lnTo>
                    <a:pt x="3237587" y="1197046"/>
                  </a:lnTo>
                  <a:lnTo>
                    <a:pt x="3237924" y="1199069"/>
                  </a:lnTo>
                  <a:lnTo>
                    <a:pt x="3238260" y="1199831"/>
                  </a:lnTo>
                  <a:lnTo>
                    <a:pt x="3238597" y="1199782"/>
                  </a:lnTo>
                  <a:lnTo>
                    <a:pt x="3238933" y="1198934"/>
                  </a:lnTo>
                  <a:lnTo>
                    <a:pt x="3239269" y="1199016"/>
                  </a:lnTo>
                  <a:lnTo>
                    <a:pt x="3239606" y="1198805"/>
                  </a:lnTo>
                  <a:lnTo>
                    <a:pt x="3239942" y="1198334"/>
                  </a:lnTo>
                  <a:lnTo>
                    <a:pt x="3240279" y="1197626"/>
                  </a:lnTo>
                  <a:lnTo>
                    <a:pt x="3240615" y="1197861"/>
                  </a:lnTo>
                  <a:lnTo>
                    <a:pt x="3240952" y="1198523"/>
                  </a:lnTo>
                  <a:lnTo>
                    <a:pt x="3241288" y="1201210"/>
                  </a:lnTo>
                  <a:lnTo>
                    <a:pt x="3241625" y="1203279"/>
                  </a:lnTo>
                  <a:lnTo>
                    <a:pt x="3241961" y="1204628"/>
                  </a:lnTo>
                  <a:lnTo>
                    <a:pt x="3242298" y="1204382"/>
                  </a:lnTo>
                  <a:lnTo>
                    <a:pt x="3242634" y="1202446"/>
                  </a:lnTo>
                  <a:lnTo>
                    <a:pt x="3242971" y="1199998"/>
                  </a:lnTo>
                  <a:lnTo>
                    <a:pt x="3243307" y="1197078"/>
                  </a:lnTo>
                  <a:lnTo>
                    <a:pt x="3243643" y="1194717"/>
                  </a:lnTo>
                  <a:lnTo>
                    <a:pt x="3243980" y="1191938"/>
                  </a:lnTo>
                  <a:lnTo>
                    <a:pt x="3244316" y="1189543"/>
                  </a:lnTo>
                  <a:lnTo>
                    <a:pt x="3244653" y="1183926"/>
                  </a:lnTo>
                  <a:lnTo>
                    <a:pt x="3244989" y="1178536"/>
                  </a:lnTo>
                  <a:lnTo>
                    <a:pt x="3245326" y="1173582"/>
                  </a:lnTo>
                  <a:lnTo>
                    <a:pt x="3245662" y="1167320"/>
                  </a:lnTo>
                  <a:lnTo>
                    <a:pt x="3245999" y="1159778"/>
                  </a:lnTo>
                  <a:lnTo>
                    <a:pt x="3246335" y="1152031"/>
                  </a:lnTo>
                  <a:lnTo>
                    <a:pt x="3246672" y="1143631"/>
                  </a:lnTo>
                  <a:lnTo>
                    <a:pt x="3247008" y="1131304"/>
                  </a:lnTo>
                  <a:lnTo>
                    <a:pt x="3247345" y="1119383"/>
                  </a:lnTo>
                  <a:lnTo>
                    <a:pt x="3247681" y="1108319"/>
                  </a:lnTo>
                  <a:lnTo>
                    <a:pt x="3248017" y="1096805"/>
                  </a:lnTo>
                  <a:lnTo>
                    <a:pt x="3248354" y="1084866"/>
                  </a:lnTo>
                  <a:lnTo>
                    <a:pt x="3248690" y="1072455"/>
                  </a:lnTo>
                  <a:lnTo>
                    <a:pt x="3249027" y="1061252"/>
                  </a:lnTo>
                  <a:lnTo>
                    <a:pt x="3249363" y="1050192"/>
                  </a:lnTo>
                  <a:lnTo>
                    <a:pt x="3249700" y="1040117"/>
                  </a:lnTo>
                  <a:lnTo>
                    <a:pt x="3250036" y="1028780"/>
                  </a:lnTo>
                  <a:lnTo>
                    <a:pt x="3250373" y="1016298"/>
                  </a:lnTo>
                  <a:lnTo>
                    <a:pt x="3250709" y="1004326"/>
                  </a:lnTo>
                  <a:lnTo>
                    <a:pt x="3251046" y="992800"/>
                  </a:lnTo>
                  <a:lnTo>
                    <a:pt x="3251382" y="981210"/>
                  </a:lnTo>
                  <a:lnTo>
                    <a:pt x="3251719" y="969933"/>
                  </a:lnTo>
                  <a:lnTo>
                    <a:pt x="3252055" y="958400"/>
                  </a:lnTo>
                  <a:lnTo>
                    <a:pt x="3252391" y="948217"/>
                  </a:lnTo>
                  <a:lnTo>
                    <a:pt x="3252728" y="938814"/>
                  </a:lnTo>
                  <a:lnTo>
                    <a:pt x="3253064" y="929286"/>
                  </a:lnTo>
                  <a:lnTo>
                    <a:pt x="3253401" y="920706"/>
                  </a:lnTo>
                  <a:lnTo>
                    <a:pt x="3253737" y="912188"/>
                  </a:lnTo>
                  <a:lnTo>
                    <a:pt x="3254074" y="903924"/>
                  </a:lnTo>
                  <a:lnTo>
                    <a:pt x="3254410" y="896110"/>
                  </a:lnTo>
                  <a:lnTo>
                    <a:pt x="3254747" y="888010"/>
                  </a:lnTo>
                  <a:lnTo>
                    <a:pt x="3255083" y="879849"/>
                  </a:lnTo>
                  <a:lnTo>
                    <a:pt x="3255420" y="872357"/>
                  </a:lnTo>
                  <a:lnTo>
                    <a:pt x="3255756" y="865256"/>
                  </a:lnTo>
                  <a:lnTo>
                    <a:pt x="3256092" y="859038"/>
                  </a:lnTo>
                  <a:lnTo>
                    <a:pt x="3256429" y="852733"/>
                  </a:lnTo>
                  <a:lnTo>
                    <a:pt x="3256765" y="848917"/>
                  </a:lnTo>
                  <a:lnTo>
                    <a:pt x="3257102" y="845620"/>
                  </a:lnTo>
                  <a:lnTo>
                    <a:pt x="3257438" y="842120"/>
                  </a:lnTo>
                  <a:lnTo>
                    <a:pt x="3257775" y="838713"/>
                  </a:lnTo>
                  <a:lnTo>
                    <a:pt x="3258111" y="836308"/>
                  </a:lnTo>
                  <a:lnTo>
                    <a:pt x="3258448" y="834466"/>
                  </a:lnTo>
                  <a:lnTo>
                    <a:pt x="3258784" y="833233"/>
                  </a:lnTo>
                  <a:lnTo>
                    <a:pt x="3259121" y="832137"/>
                  </a:lnTo>
                  <a:lnTo>
                    <a:pt x="3259457" y="829800"/>
                  </a:lnTo>
                  <a:lnTo>
                    <a:pt x="3259794" y="827673"/>
                  </a:lnTo>
                  <a:lnTo>
                    <a:pt x="3260130" y="825900"/>
                  </a:lnTo>
                  <a:lnTo>
                    <a:pt x="3260466" y="823609"/>
                  </a:lnTo>
                  <a:lnTo>
                    <a:pt x="3260803" y="821695"/>
                  </a:lnTo>
                  <a:lnTo>
                    <a:pt x="3261139" y="819976"/>
                  </a:lnTo>
                  <a:lnTo>
                    <a:pt x="3261476" y="821054"/>
                  </a:lnTo>
                  <a:lnTo>
                    <a:pt x="3261812" y="822168"/>
                  </a:lnTo>
                  <a:lnTo>
                    <a:pt x="3262149" y="823274"/>
                  </a:lnTo>
                  <a:lnTo>
                    <a:pt x="3262485" y="826750"/>
                  </a:lnTo>
                  <a:lnTo>
                    <a:pt x="3262822" y="830495"/>
                  </a:lnTo>
                  <a:lnTo>
                    <a:pt x="3263158" y="833858"/>
                  </a:lnTo>
                  <a:lnTo>
                    <a:pt x="3263495" y="837546"/>
                  </a:lnTo>
                  <a:lnTo>
                    <a:pt x="3263831" y="842023"/>
                  </a:lnTo>
                  <a:lnTo>
                    <a:pt x="3264168" y="847194"/>
                  </a:lnTo>
                  <a:lnTo>
                    <a:pt x="3264504" y="853165"/>
                  </a:lnTo>
                  <a:lnTo>
                    <a:pt x="3264840" y="860611"/>
                  </a:lnTo>
                  <a:lnTo>
                    <a:pt x="3265177" y="868599"/>
                  </a:lnTo>
                  <a:lnTo>
                    <a:pt x="3265513" y="876525"/>
                  </a:lnTo>
                  <a:lnTo>
                    <a:pt x="3265850" y="885286"/>
                  </a:lnTo>
                  <a:lnTo>
                    <a:pt x="3266186" y="890756"/>
                  </a:lnTo>
                  <a:lnTo>
                    <a:pt x="3266523" y="895991"/>
                  </a:lnTo>
                  <a:lnTo>
                    <a:pt x="3266859" y="901035"/>
                  </a:lnTo>
                  <a:lnTo>
                    <a:pt x="3267196" y="904814"/>
                  </a:lnTo>
                  <a:lnTo>
                    <a:pt x="3267532" y="908944"/>
                  </a:lnTo>
                  <a:lnTo>
                    <a:pt x="3267869" y="912678"/>
                  </a:lnTo>
                  <a:lnTo>
                    <a:pt x="3268205" y="915444"/>
                  </a:lnTo>
                  <a:lnTo>
                    <a:pt x="3268542" y="917731"/>
                  </a:lnTo>
                  <a:lnTo>
                    <a:pt x="3268878" y="919688"/>
                  </a:lnTo>
                  <a:lnTo>
                    <a:pt x="3269214" y="920729"/>
                  </a:lnTo>
                  <a:lnTo>
                    <a:pt x="3269551" y="921343"/>
                  </a:lnTo>
                  <a:lnTo>
                    <a:pt x="3269887" y="923095"/>
                  </a:lnTo>
                  <a:lnTo>
                    <a:pt x="3270224" y="924852"/>
                  </a:lnTo>
                  <a:lnTo>
                    <a:pt x="3270560" y="926438"/>
                  </a:lnTo>
                  <a:lnTo>
                    <a:pt x="3270897" y="928486"/>
                  </a:lnTo>
                  <a:lnTo>
                    <a:pt x="3271233" y="929974"/>
                  </a:lnTo>
                  <a:lnTo>
                    <a:pt x="3271570" y="931517"/>
                  </a:lnTo>
                  <a:lnTo>
                    <a:pt x="3271906" y="933157"/>
                  </a:lnTo>
                  <a:lnTo>
                    <a:pt x="3272243" y="933894"/>
                  </a:lnTo>
                  <a:lnTo>
                    <a:pt x="3272579" y="934810"/>
                  </a:lnTo>
                  <a:lnTo>
                    <a:pt x="3272916" y="935988"/>
                  </a:lnTo>
                  <a:lnTo>
                    <a:pt x="3273252" y="936581"/>
                  </a:lnTo>
                  <a:lnTo>
                    <a:pt x="3273588" y="937883"/>
                  </a:lnTo>
                  <a:lnTo>
                    <a:pt x="3273925" y="939053"/>
                  </a:lnTo>
                  <a:lnTo>
                    <a:pt x="3274261" y="939599"/>
                  </a:lnTo>
                  <a:lnTo>
                    <a:pt x="3274598" y="941875"/>
                  </a:lnTo>
                  <a:lnTo>
                    <a:pt x="3274934" y="943389"/>
                  </a:lnTo>
                  <a:lnTo>
                    <a:pt x="3275271" y="945205"/>
                  </a:lnTo>
                  <a:lnTo>
                    <a:pt x="3275607" y="946259"/>
                  </a:lnTo>
                  <a:lnTo>
                    <a:pt x="3275944" y="948415"/>
                  </a:lnTo>
                  <a:lnTo>
                    <a:pt x="3276280" y="952372"/>
                  </a:lnTo>
                  <a:lnTo>
                    <a:pt x="3276617" y="956439"/>
                  </a:lnTo>
                  <a:lnTo>
                    <a:pt x="3276953" y="960194"/>
                  </a:lnTo>
                  <a:lnTo>
                    <a:pt x="3277290" y="963206"/>
                  </a:lnTo>
                  <a:lnTo>
                    <a:pt x="3277626" y="965330"/>
                  </a:lnTo>
                  <a:lnTo>
                    <a:pt x="3277962" y="967890"/>
                  </a:lnTo>
                  <a:lnTo>
                    <a:pt x="3278299" y="967940"/>
                  </a:lnTo>
                  <a:lnTo>
                    <a:pt x="3278635" y="968060"/>
                  </a:lnTo>
                  <a:lnTo>
                    <a:pt x="3278972" y="966720"/>
                  </a:lnTo>
                  <a:lnTo>
                    <a:pt x="3279308" y="965855"/>
                  </a:lnTo>
                  <a:lnTo>
                    <a:pt x="3279645" y="965002"/>
                  </a:lnTo>
                  <a:lnTo>
                    <a:pt x="3279981" y="963689"/>
                  </a:lnTo>
                  <a:lnTo>
                    <a:pt x="3280318" y="961130"/>
                  </a:lnTo>
                  <a:lnTo>
                    <a:pt x="3280654" y="957993"/>
                  </a:lnTo>
                  <a:lnTo>
                    <a:pt x="3280991" y="952685"/>
                  </a:lnTo>
                  <a:lnTo>
                    <a:pt x="3281327" y="946514"/>
                  </a:lnTo>
                  <a:lnTo>
                    <a:pt x="3281664" y="939175"/>
                  </a:lnTo>
                  <a:lnTo>
                    <a:pt x="3282000" y="931928"/>
                  </a:lnTo>
                  <a:lnTo>
                    <a:pt x="3282336" y="924124"/>
                  </a:lnTo>
                  <a:lnTo>
                    <a:pt x="3282673" y="916146"/>
                  </a:lnTo>
                  <a:lnTo>
                    <a:pt x="3283009" y="907227"/>
                  </a:lnTo>
                  <a:lnTo>
                    <a:pt x="3283346" y="897407"/>
                  </a:lnTo>
                  <a:lnTo>
                    <a:pt x="3283682" y="888164"/>
                  </a:lnTo>
                  <a:lnTo>
                    <a:pt x="3284019" y="878610"/>
                  </a:lnTo>
                  <a:lnTo>
                    <a:pt x="3284355" y="867955"/>
                  </a:lnTo>
                  <a:lnTo>
                    <a:pt x="3284692" y="853723"/>
                  </a:lnTo>
                  <a:lnTo>
                    <a:pt x="3285028" y="842482"/>
                  </a:lnTo>
                  <a:lnTo>
                    <a:pt x="3285365" y="831377"/>
                  </a:lnTo>
                  <a:lnTo>
                    <a:pt x="3285701" y="823508"/>
                  </a:lnTo>
                  <a:lnTo>
                    <a:pt x="3286038" y="817430"/>
                  </a:lnTo>
                  <a:lnTo>
                    <a:pt x="3286374" y="813678"/>
                  </a:lnTo>
                  <a:lnTo>
                    <a:pt x="3286710" y="812006"/>
                  </a:lnTo>
                  <a:lnTo>
                    <a:pt x="3287047" y="811760"/>
                  </a:lnTo>
                  <a:lnTo>
                    <a:pt x="3287383" y="812648"/>
                  </a:lnTo>
                  <a:lnTo>
                    <a:pt x="3287720" y="814889"/>
                  </a:lnTo>
                  <a:lnTo>
                    <a:pt x="3288056" y="817552"/>
                  </a:lnTo>
                  <a:lnTo>
                    <a:pt x="3288393" y="820118"/>
                  </a:lnTo>
                  <a:lnTo>
                    <a:pt x="3288729" y="823251"/>
                  </a:lnTo>
                  <a:lnTo>
                    <a:pt x="3289066" y="825920"/>
                  </a:lnTo>
                  <a:lnTo>
                    <a:pt x="3289402" y="828770"/>
                  </a:lnTo>
                  <a:lnTo>
                    <a:pt x="3289739" y="831915"/>
                  </a:lnTo>
                  <a:lnTo>
                    <a:pt x="3290075" y="835180"/>
                  </a:lnTo>
                  <a:lnTo>
                    <a:pt x="3290411" y="839513"/>
                  </a:lnTo>
                  <a:lnTo>
                    <a:pt x="3290748" y="844741"/>
                  </a:lnTo>
                  <a:lnTo>
                    <a:pt x="3291084" y="853442"/>
                  </a:lnTo>
                  <a:lnTo>
                    <a:pt x="3291421" y="862720"/>
                  </a:lnTo>
                  <a:lnTo>
                    <a:pt x="3291757" y="872378"/>
                  </a:lnTo>
                  <a:lnTo>
                    <a:pt x="3292094" y="882278"/>
                  </a:lnTo>
                  <a:lnTo>
                    <a:pt x="3292430" y="891594"/>
                  </a:lnTo>
                  <a:lnTo>
                    <a:pt x="3292767" y="899007"/>
                  </a:lnTo>
                  <a:lnTo>
                    <a:pt x="3293103" y="907182"/>
                  </a:lnTo>
                  <a:lnTo>
                    <a:pt x="3293440" y="915285"/>
                  </a:lnTo>
                  <a:lnTo>
                    <a:pt x="3293776" y="923670"/>
                  </a:lnTo>
                  <a:lnTo>
                    <a:pt x="3294113" y="931622"/>
                  </a:lnTo>
                  <a:lnTo>
                    <a:pt x="3294449" y="939439"/>
                  </a:lnTo>
                  <a:lnTo>
                    <a:pt x="3294785" y="945197"/>
                  </a:lnTo>
                  <a:lnTo>
                    <a:pt x="3295122" y="949767"/>
                  </a:lnTo>
                  <a:lnTo>
                    <a:pt x="3295458" y="953256"/>
                  </a:lnTo>
                  <a:lnTo>
                    <a:pt x="3295795" y="955502"/>
                  </a:lnTo>
                  <a:lnTo>
                    <a:pt x="3296131" y="956740"/>
                  </a:lnTo>
                  <a:lnTo>
                    <a:pt x="3296468" y="956831"/>
                  </a:lnTo>
                  <a:lnTo>
                    <a:pt x="3296804" y="955790"/>
                  </a:lnTo>
                  <a:lnTo>
                    <a:pt x="3297141" y="953713"/>
                  </a:lnTo>
                  <a:lnTo>
                    <a:pt x="3297477" y="949967"/>
                  </a:lnTo>
                  <a:lnTo>
                    <a:pt x="3297814" y="947553"/>
                  </a:lnTo>
                  <a:lnTo>
                    <a:pt x="3298150" y="944686"/>
                  </a:lnTo>
                  <a:lnTo>
                    <a:pt x="3298487" y="941275"/>
                  </a:lnTo>
                  <a:lnTo>
                    <a:pt x="3298823" y="938132"/>
                  </a:lnTo>
                  <a:lnTo>
                    <a:pt x="3299159" y="935099"/>
                  </a:lnTo>
                  <a:lnTo>
                    <a:pt x="3299496" y="932701"/>
                  </a:lnTo>
                  <a:lnTo>
                    <a:pt x="3299832" y="931015"/>
                  </a:lnTo>
                  <a:lnTo>
                    <a:pt x="3300169" y="929392"/>
                  </a:lnTo>
                  <a:lnTo>
                    <a:pt x="3300505" y="927720"/>
                  </a:lnTo>
                  <a:lnTo>
                    <a:pt x="3300842" y="926385"/>
                  </a:lnTo>
                  <a:lnTo>
                    <a:pt x="3301178" y="924781"/>
                  </a:lnTo>
                  <a:lnTo>
                    <a:pt x="3301515" y="922566"/>
                  </a:lnTo>
                  <a:lnTo>
                    <a:pt x="3301851" y="920122"/>
                  </a:lnTo>
                  <a:lnTo>
                    <a:pt x="3302188" y="917778"/>
                  </a:lnTo>
                  <a:lnTo>
                    <a:pt x="3302524" y="915774"/>
                  </a:lnTo>
                  <a:lnTo>
                    <a:pt x="3302861" y="913851"/>
                  </a:lnTo>
                  <a:lnTo>
                    <a:pt x="3303197" y="912958"/>
                  </a:lnTo>
                  <a:lnTo>
                    <a:pt x="3303533" y="912605"/>
                  </a:lnTo>
                  <a:lnTo>
                    <a:pt x="3303870" y="912765"/>
                  </a:lnTo>
                  <a:lnTo>
                    <a:pt x="3304206" y="913032"/>
                  </a:lnTo>
                  <a:lnTo>
                    <a:pt x="3304543" y="913277"/>
                  </a:lnTo>
                  <a:lnTo>
                    <a:pt x="3304879" y="913642"/>
                  </a:lnTo>
                  <a:lnTo>
                    <a:pt x="3305216" y="913686"/>
                  </a:lnTo>
                  <a:lnTo>
                    <a:pt x="3305552" y="913944"/>
                  </a:lnTo>
                  <a:lnTo>
                    <a:pt x="3305889" y="915494"/>
                  </a:lnTo>
                  <a:lnTo>
                    <a:pt x="3306225" y="917615"/>
                  </a:lnTo>
                  <a:lnTo>
                    <a:pt x="3306562" y="918215"/>
                  </a:lnTo>
                  <a:lnTo>
                    <a:pt x="3306898" y="919453"/>
                  </a:lnTo>
                  <a:lnTo>
                    <a:pt x="3307235" y="921078"/>
                  </a:lnTo>
                  <a:lnTo>
                    <a:pt x="3307571" y="923813"/>
                  </a:lnTo>
                  <a:lnTo>
                    <a:pt x="3307907" y="926329"/>
                  </a:lnTo>
                  <a:lnTo>
                    <a:pt x="3308244" y="928689"/>
                  </a:lnTo>
                  <a:lnTo>
                    <a:pt x="3308580" y="929153"/>
                  </a:lnTo>
                  <a:lnTo>
                    <a:pt x="3308917" y="929689"/>
                  </a:lnTo>
                  <a:lnTo>
                    <a:pt x="3309253" y="931561"/>
                  </a:lnTo>
                  <a:lnTo>
                    <a:pt x="3309590" y="934147"/>
                  </a:lnTo>
                  <a:lnTo>
                    <a:pt x="3309926" y="937395"/>
                  </a:lnTo>
                  <a:lnTo>
                    <a:pt x="3310263" y="941383"/>
                  </a:lnTo>
                  <a:lnTo>
                    <a:pt x="3310599" y="945573"/>
                  </a:lnTo>
                  <a:lnTo>
                    <a:pt x="3310936" y="949444"/>
                  </a:lnTo>
                  <a:lnTo>
                    <a:pt x="3311272" y="953313"/>
                  </a:lnTo>
                  <a:lnTo>
                    <a:pt x="3311609" y="957132"/>
                  </a:lnTo>
                  <a:lnTo>
                    <a:pt x="3311945" y="964046"/>
                  </a:lnTo>
                  <a:lnTo>
                    <a:pt x="3312281" y="971327"/>
                  </a:lnTo>
                  <a:lnTo>
                    <a:pt x="3312618" y="977653"/>
                  </a:lnTo>
                  <a:lnTo>
                    <a:pt x="3312954" y="984694"/>
                  </a:lnTo>
                  <a:lnTo>
                    <a:pt x="3313291" y="992620"/>
                  </a:lnTo>
                  <a:lnTo>
                    <a:pt x="3313627" y="1001238"/>
                  </a:lnTo>
                  <a:lnTo>
                    <a:pt x="3313964" y="1009454"/>
                  </a:lnTo>
                  <a:lnTo>
                    <a:pt x="3314300" y="1022739"/>
                  </a:lnTo>
                  <a:lnTo>
                    <a:pt x="3314637" y="1035834"/>
                  </a:lnTo>
                  <a:lnTo>
                    <a:pt x="3314973" y="1048661"/>
                  </a:lnTo>
                  <a:lnTo>
                    <a:pt x="3315310" y="1061508"/>
                  </a:lnTo>
                  <a:lnTo>
                    <a:pt x="3315646" y="1074802"/>
                  </a:lnTo>
                  <a:lnTo>
                    <a:pt x="3315983" y="1088551"/>
                  </a:lnTo>
                  <a:lnTo>
                    <a:pt x="3316319" y="1102621"/>
                  </a:lnTo>
                  <a:lnTo>
                    <a:pt x="3316655" y="1116447"/>
                  </a:lnTo>
                  <a:lnTo>
                    <a:pt x="3316992" y="1129018"/>
                  </a:lnTo>
                  <a:lnTo>
                    <a:pt x="3317328" y="1142081"/>
                  </a:lnTo>
                  <a:lnTo>
                    <a:pt x="3317665" y="1154624"/>
                  </a:lnTo>
                  <a:lnTo>
                    <a:pt x="3318001" y="1166122"/>
                  </a:lnTo>
                  <a:lnTo>
                    <a:pt x="3318338" y="1177115"/>
                  </a:lnTo>
                  <a:lnTo>
                    <a:pt x="3318674" y="1188797"/>
                  </a:lnTo>
                  <a:lnTo>
                    <a:pt x="3319011" y="1200703"/>
                  </a:lnTo>
                  <a:lnTo>
                    <a:pt x="3319347" y="1212235"/>
                  </a:lnTo>
                  <a:lnTo>
                    <a:pt x="3319684" y="1222120"/>
                  </a:lnTo>
                  <a:lnTo>
                    <a:pt x="3320020" y="1230315"/>
                  </a:lnTo>
                  <a:lnTo>
                    <a:pt x="3320357" y="1237381"/>
                  </a:lnTo>
                  <a:lnTo>
                    <a:pt x="3320693" y="1243382"/>
                  </a:lnTo>
                  <a:lnTo>
                    <a:pt x="3321029" y="1248225"/>
                  </a:lnTo>
                  <a:lnTo>
                    <a:pt x="3321366" y="1251875"/>
                  </a:lnTo>
                  <a:lnTo>
                    <a:pt x="3321702" y="1253212"/>
                  </a:lnTo>
                  <a:lnTo>
                    <a:pt x="3322039" y="1255635"/>
                  </a:lnTo>
                  <a:lnTo>
                    <a:pt x="3322375" y="1256583"/>
                  </a:lnTo>
                  <a:lnTo>
                    <a:pt x="3322712" y="1257848"/>
                  </a:lnTo>
                  <a:lnTo>
                    <a:pt x="3323048" y="1256642"/>
                  </a:lnTo>
                  <a:lnTo>
                    <a:pt x="3323385" y="1255311"/>
                  </a:lnTo>
                  <a:lnTo>
                    <a:pt x="3323721" y="1253096"/>
                  </a:lnTo>
                  <a:lnTo>
                    <a:pt x="3324058" y="1249789"/>
                  </a:lnTo>
                  <a:lnTo>
                    <a:pt x="3324394" y="1246334"/>
                  </a:lnTo>
                  <a:lnTo>
                    <a:pt x="3324730" y="1243183"/>
                  </a:lnTo>
                  <a:lnTo>
                    <a:pt x="3325067" y="1239687"/>
                  </a:lnTo>
                  <a:lnTo>
                    <a:pt x="3325403" y="1235424"/>
                  </a:lnTo>
                  <a:lnTo>
                    <a:pt x="3325740" y="1230215"/>
                  </a:lnTo>
                  <a:lnTo>
                    <a:pt x="3326076" y="1225018"/>
                  </a:lnTo>
                  <a:lnTo>
                    <a:pt x="3326413" y="1220120"/>
                  </a:lnTo>
                  <a:lnTo>
                    <a:pt x="3326749" y="1212304"/>
                  </a:lnTo>
                  <a:lnTo>
                    <a:pt x="3327086" y="1205493"/>
                  </a:lnTo>
                  <a:lnTo>
                    <a:pt x="3327422" y="1198926"/>
                  </a:lnTo>
                  <a:lnTo>
                    <a:pt x="3327759" y="1192669"/>
                  </a:lnTo>
                  <a:lnTo>
                    <a:pt x="3328095" y="1186311"/>
                  </a:lnTo>
                  <a:lnTo>
                    <a:pt x="3328432" y="1180046"/>
                  </a:lnTo>
                  <a:lnTo>
                    <a:pt x="3328768" y="1174306"/>
                  </a:lnTo>
                  <a:lnTo>
                    <a:pt x="3329104" y="1169650"/>
                  </a:lnTo>
                  <a:lnTo>
                    <a:pt x="3329441" y="1165196"/>
                  </a:lnTo>
                  <a:lnTo>
                    <a:pt x="3329777" y="1159292"/>
                  </a:lnTo>
                  <a:lnTo>
                    <a:pt x="3330114" y="1154786"/>
                  </a:lnTo>
                  <a:lnTo>
                    <a:pt x="3330450" y="1152048"/>
                  </a:lnTo>
                  <a:lnTo>
                    <a:pt x="3330787" y="1150306"/>
                  </a:lnTo>
                  <a:lnTo>
                    <a:pt x="3331123" y="1148711"/>
                  </a:lnTo>
                  <a:lnTo>
                    <a:pt x="3331460" y="1147433"/>
                  </a:lnTo>
                  <a:lnTo>
                    <a:pt x="3331796" y="1145104"/>
                  </a:lnTo>
                  <a:lnTo>
                    <a:pt x="3332133" y="1140503"/>
                  </a:lnTo>
                  <a:lnTo>
                    <a:pt x="3332469" y="1135504"/>
                  </a:lnTo>
                  <a:lnTo>
                    <a:pt x="3332806" y="1131789"/>
                  </a:lnTo>
                  <a:lnTo>
                    <a:pt x="3333142" y="1127740"/>
                  </a:lnTo>
                  <a:lnTo>
                    <a:pt x="3333478" y="1124925"/>
                  </a:lnTo>
                  <a:lnTo>
                    <a:pt x="3333815" y="1122253"/>
                  </a:lnTo>
                  <a:lnTo>
                    <a:pt x="3334151" y="1119148"/>
                  </a:lnTo>
                  <a:lnTo>
                    <a:pt x="3334488" y="1116302"/>
                  </a:lnTo>
                  <a:lnTo>
                    <a:pt x="3334824" y="1113865"/>
                  </a:lnTo>
                  <a:lnTo>
                    <a:pt x="3335161" y="1111343"/>
                  </a:lnTo>
                  <a:lnTo>
                    <a:pt x="3335497" y="1109980"/>
                  </a:lnTo>
                  <a:lnTo>
                    <a:pt x="3335834" y="1108218"/>
                  </a:lnTo>
                  <a:lnTo>
                    <a:pt x="3336170" y="1106258"/>
                  </a:lnTo>
                  <a:lnTo>
                    <a:pt x="3336507" y="1102484"/>
                  </a:lnTo>
                  <a:lnTo>
                    <a:pt x="3336843" y="1098434"/>
                  </a:lnTo>
                  <a:lnTo>
                    <a:pt x="3337180" y="1092738"/>
                  </a:lnTo>
                  <a:lnTo>
                    <a:pt x="3337516" y="1085948"/>
                  </a:lnTo>
                  <a:lnTo>
                    <a:pt x="3337852" y="1078110"/>
                  </a:lnTo>
                  <a:lnTo>
                    <a:pt x="3338189" y="1068915"/>
                  </a:lnTo>
                  <a:lnTo>
                    <a:pt x="3338525" y="1058090"/>
                  </a:lnTo>
                  <a:lnTo>
                    <a:pt x="3338862" y="1046596"/>
                  </a:lnTo>
                  <a:lnTo>
                    <a:pt x="3339198" y="1033546"/>
                  </a:lnTo>
                  <a:lnTo>
                    <a:pt x="3339535" y="1018840"/>
                  </a:lnTo>
                  <a:lnTo>
                    <a:pt x="3339871" y="1002551"/>
                  </a:lnTo>
                  <a:lnTo>
                    <a:pt x="3340208" y="985625"/>
                  </a:lnTo>
                  <a:lnTo>
                    <a:pt x="3340544" y="968305"/>
                  </a:lnTo>
                  <a:lnTo>
                    <a:pt x="3340881" y="957290"/>
                  </a:lnTo>
                  <a:lnTo>
                    <a:pt x="3341217" y="949745"/>
                  </a:lnTo>
                  <a:lnTo>
                    <a:pt x="3341554" y="943006"/>
                  </a:lnTo>
                  <a:lnTo>
                    <a:pt x="3341890" y="935558"/>
                  </a:lnTo>
                  <a:lnTo>
                    <a:pt x="3342226" y="928205"/>
                  </a:lnTo>
                  <a:lnTo>
                    <a:pt x="3342563" y="920855"/>
                  </a:lnTo>
                  <a:lnTo>
                    <a:pt x="3342899" y="913130"/>
                  </a:lnTo>
                  <a:lnTo>
                    <a:pt x="3343236" y="907697"/>
                  </a:lnTo>
                  <a:lnTo>
                    <a:pt x="3343572" y="902086"/>
                  </a:lnTo>
                  <a:lnTo>
                    <a:pt x="3343909" y="896987"/>
                  </a:lnTo>
                  <a:lnTo>
                    <a:pt x="3344245" y="893057"/>
                  </a:lnTo>
                  <a:lnTo>
                    <a:pt x="3344582" y="889916"/>
                  </a:lnTo>
                  <a:lnTo>
                    <a:pt x="3344918" y="887891"/>
                  </a:lnTo>
                  <a:lnTo>
                    <a:pt x="3345255" y="885005"/>
                  </a:lnTo>
                  <a:lnTo>
                    <a:pt x="3345591" y="882233"/>
                  </a:lnTo>
                  <a:lnTo>
                    <a:pt x="3345928" y="879087"/>
                  </a:lnTo>
                  <a:lnTo>
                    <a:pt x="3346264" y="875059"/>
                  </a:lnTo>
                  <a:lnTo>
                    <a:pt x="3346600" y="869263"/>
                  </a:lnTo>
                  <a:lnTo>
                    <a:pt x="3346937" y="863102"/>
                  </a:lnTo>
                  <a:lnTo>
                    <a:pt x="3347273" y="857813"/>
                  </a:lnTo>
                  <a:lnTo>
                    <a:pt x="3347610" y="853810"/>
                  </a:lnTo>
                  <a:lnTo>
                    <a:pt x="3347946" y="850554"/>
                  </a:lnTo>
                  <a:lnTo>
                    <a:pt x="3348283" y="849423"/>
                  </a:lnTo>
                  <a:lnTo>
                    <a:pt x="3348619" y="847780"/>
                  </a:lnTo>
                  <a:lnTo>
                    <a:pt x="3348956" y="844951"/>
                  </a:lnTo>
                  <a:lnTo>
                    <a:pt x="3349292" y="842215"/>
                  </a:lnTo>
                  <a:lnTo>
                    <a:pt x="3349629" y="836562"/>
                  </a:lnTo>
                  <a:lnTo>
                    <a:pt x="3349965" y="826050"/>
                  </a:lnTo>
                  <a:lnTo>
                    <a:pt x="3350302" y="817585"/>
                  </a:lnTo>
                  <a:lnTo>
                    <a:pt x="3350638" y="810304"/>
                  </a:lnTo>
                  <a:lnTo>
                    <a:pt x="3350974" y="804136"/>
                  </a:lnTo>
                  <a:lnTo>
                    <a:pt x="3351311" y="799559"/>
                  </a:lnTo>
                  <a:lnTo>
                    <a:pt x="3351647" y="797125"/>
                  </a:lnTo>
                  <a:lnTo>
                    <a:pt x="3351984" y="800724"/>
                  </a:lnTo>
                  <a:lnTo>
                    <a:pt x="3352320" y="799726"/>
                  </a:lnTo>
                  <a:lnTo>
                    <a:pt x="3352657" y="798741"/>
                  </a:lnTo>
                  <a:lnTo>
                    <a:pt x="3352993" y="794748"/>
                  </a:lnTo>
                  <a:lnTo>
                    <a:pt x="3353330" y="789846"/>
                  </a:lnTo>
                  <a:lnTo>
                    <a:pt x="3353666" y="784982"/>
                  </a:lnTo>
                  <a:lnTo>
                    <a:pt x="3354003" y="779077"/>
                  </a:lnTo>
                  <a:lnTo>
                    <a:pt x="3354339" y="773030"/>
                  </a:lnTo>
                  <a:lnTo>
                    <a:pt x="3354676" y="766956"/>
                  </a:lnTo>
                  <a:lnTo>
                    <a:pt x="3355012" y="759781"/>
                  </a:lnTo>
                  <a:lnTo>
                    <a:pt x="3355348" y="752085"/>
                  </a:lnTo>
                  <a:lnTo>
                    <a:pt x="3355685" y="744634"/>
                  </a:lnTo>
                  <a:lnTo>
                    <a:pt x="3356021" y="736571"/>
                  </a:lnTo>
                  <a:lnTo>
                    <a:pt x="3356358" y="728609"/>
                  </a:lnTo>
                  <a:lnTo>
                    <a:pt x="3356694" y="719246"/>
                  </a:lnTo>
                  <a:lnTo>
                    <a:pt x="3357031" y="709145"/>
                  </a:lnTo>
                  <a:lnTo>
                    <a:pt x="3357367" y="698473"/>
                  </a:lnTo>
                  <a:lnTo>
                    <a:pt x="3357704" y="686594"/>
                  </a:lnTo>
                  <a:lnTo>
                    <a:pt x="3358040" y="673965"/>
                  </a:lnTo>
                  <a:lnTo>
                    <a:pt x="3358377" y="661205"/>
                  </a:lnTo>
                  <a:lnTo>
                    <a:pt x="3358713" y="647350"/>
                  </a:lnTo>
                  <a:lnTo>
                    <a:pt x="3359049" y="633777"/>
                  </a:lnTo>
                  <a:lnTo>
                    <a:pt x="3359386" y="619667"/>
                  </a:lnTo>
                  <a:lnTo>
                    <a:pt x="3359722" y="605092"/>
                  </a:lnTo>
                  <a:lnTo>
                    <a:pt x="3360059" y="596774"/>
                  </a:lnTo>
                  <a:lnTo>
                    <a:pt x="3360395" y="587137"/>
                  </a:lnTo>
                  <a:lnTo>
                    <a:pt x="3360732" y="577499"/>
                  </a:lnTo>
                  <a:lnTo>
                    <a:pt x="3361068" y="567579"/>
                  </a:lnTo>
                  <a:lnTo>
                    <a:pt x="3361405" y="558041"/>
                  </a:lnTo>
                  <a:lnTo>
                    <a:pt x="3361741" y="548605"/>
                  </a:lnTo>
                  <a:lnTo>
                    <a:pt x="3362078" y="540738"/>
                  </a:lnTo>
                  <a:lnTo>
                    <a:pt x="3362414" y="533055"/>
                  </a:lnTo>
                  <a:lnTo>
                    <a:pt x="3362751" y="525583"/>
                  </a:lnTo>
                  <a:lnTo>
                    <a:pt x="3363087" y="518763"/>
                  </a:lnTo>
                  <a:lnTo>
                    <a:pt x="3363423" y="511727"/>
                  </a:lnTo>
                  <a:lnTo>
                    <a:pt x="3363760" y="504768"/>
                  </a:lnTo>
                  <a:lnTo>
                    <a:pt x="3364096" y="498504"/>
                  </a:lnTo>
                  <a:lnTo>
                    <a:pt x="3364433" y="492900"/>
                  </a:lnTo>
                  <a:lnTo>
                    <a:pt x="3364769" y="488807"/>
                  </a:lnTo>
                  <a:lnTo>
                    <a:pt x="3365106" y="483274"/>
                  </a:lnTo>
                  <a:lnTo>
                    <a:pt x="3365442" y="478218"/>
                  </a:lnTo>
                  <a:lnTo>
                    <a:pt x="3365779" y="473736"/>
                  </a:lnTo>
                  <a:lnTo>
                    <a:pt x="3366115" y="468944"/>
                  </a:lnTo>
                  <a:lnTo>
                    <a:pt x="3366452" y="463513"/>
                  </a:lnTo>
                  <a:lnTo>
                    <a:pt x="3366788" y="457428"/>
                  </a:lnTo>
                  <a:lnTo>
                    <a:pt x="3367125" y="447906"/>
                  </a:lnTo>
                  <a:lnTo>
                    <a:pt x="3367461" y="439040"/>
                  </a:lnTo>
                  <a:lnTo>
                    <a:pt x="3367797" y="430790"/>
                  </a:lnTo>
                  <a:lnTo>
                    <a:pt x="3368134" y="422995"/>
                  </a:lnTo>
                  <a:lnTo>
                    <a:pt x="3368470" y="416100"/>
                  </a:lnTo>
                  <a:lnTo>
                    <a:pt x="3368807" y="409377"/>
                  </a:lnTo>
                  <a:lnTo>
                    <a:pt x="3369143" y="402309"/>
                  </a:lnTo>
                  <a:lnTo>
                    <a:pt x="3369480" y="395421"/>
                  </a:lnTo>
                  <a:lnTo>
                    <a:pt x="3369816" y="390641"/>
                  </a:lnTo>
                  <a:lnTo>
                    <a:pt x="3370153" y="385169"/>
                  </a:lnTo>
                  <a:lnTo>
                    <a:pt x="3370489" y="380959"/>
                  </a:lnTo>
                  <a:lnTo>
                    <a:pt x="3370826" y="377736"/>
                  </a:lnTo>
                  <a:lnTo>
                    <a:pt x="3371162" y="373985"/>
                  </a:lnTo>
                  <a:lnTo>
                    <a:pt x="3371499" y="369883"/>
                  </a:lnTo>
                  <a:lnTo>
                    <a:pt x="3371835" y="366268"/>
                  </a:lnTo>
                  <a:lnTo>
                    <a:pt x="3372171" y="362538"/>
                  </a:lnTo>
                  <a:lnTo>
                    <a:pt x="3372508" y="358784"/>
                  </a:lnTo>
                  <a:lnTo>
                    <a:pt x="3372844" y="355290"/>
                  </a:lnTo>
                  <a:lnTo>
                    <a:pt x="3373181" y="351182"/>
                  </a:lnTo>
                  <a:lnTo>
                    <a:pt x="3373517" y="347049"/>
                  </a:lnTo>
                  <a:lnTo>
                    <a:pt x="3373854" y="342858"/>
                  </a:lnTo>
                  <a:lnTo>
                    <a:pt x="3374190" y="338211"/>
                  </a:lnTo>
                  <a:lnTo>
                    <a:pt x="3374527" y="334474"/>
                  </a:lnTo>
                  <a:lnTo>
                    <a:pt x="3374863" y="329461"/>
                  </a:lnTo>
                  <a:lnTo>
                    <a:pt x="3375200" y="325426"/>
                  </a:lnTo>
                  <a:lnTo>
                    <a:pt x="3375536" y="322003"/>
                  </a:lnTo>
                  <a:lnTo>
                    <a:pt x="3375873" y="319163"/>
                  </a:lnTo>
                  <a:lnTo>
                    <a:pt x="3376209" y="316951"/>
                  </a:lnTo>
                  <a:lnTo>
                    <a:pt x="3376545" y="315431"/>
                  </a:lnTo>
                  <a:lnTo>
                    <a:pt x="3376882" y="314244"/>
                  </a:lnTo>
                  <a:lnTo>
                    <a:pt x="3377218" y="313541"/>
                  </a:lnTo>
                  <a:lnTo>
                    <a:pt x="3377555" y="313656"/>
                  </a:lnTo>
                  <a:lnTo>
                    <a:pt x="3377891" y="314666"/>
                  </a:lnTo>
                  <a:lnTo>
                    <a:pt x="3378228" y="316391"/>
                  </a:lnTo>
                  <a:lnTo>
                    <a:pt x="3378564" y="318783"/>
                  </a:lnTo>
                  <a:lnTo>
                    <a:pt x="3378901" y="320993"/>
                  </a:lnTo>
                  <a:lnTo>
                    <a:pt x="3379237" y="324653"/>
                  </a:lnTo>
                  <a:lnTo>
                    <a:pt x="3379574" y="327357"/>
                  </a:lnTo>
                  <a:lnTo>
                    <a:pt x="3379910" y="331178"/>
                  </a:lnTo>
                  <a:lnTo>
                    <a:pt x="3380247" y="335138"/>
                  </a:lnTo>
                  <a:lnTo>
                    <a:pt x="3380583" y="339193"/>
                  </a:lnTo>
                  <a:lnTo>
                    <a:pt x="3380919" y="342179"/>
                  </a:lnTo>
                  <a:lnTo>
                    <a:pt x="3381256" y="346203"/>
                  </a:lnTo>
                  <a:lnTo>
                    <a:pt x="3381592" y="348895"/>
                  </a:lnTo>
                  <a:lnTo>
                    <a:pt x="3381929" y="350852"/>
                  </a:lnTo>
                  <a:lnTo>
                    <a:pt x="3382265" y="353381"/>
                  </a:lnTo>
                  <a:lnTo>
                    <a:pt x="3382602" y="354413"/>
                  </a:lnTo>
                  <a:lnTo>
                    <a:pt x="3382938" y="353949"/>
                  </a:lnTo>
                  <a:lnTo>
                    <a:pt x="3383275" y="354338"/>
                  </a:lnTo>
                  <a:lnTo>
                    <a:pt x="3383611" y="353390"/>
                  </a:lnTo>
                  <a:lnTo>
                    <a:pt x="3383948" y="351736"/>
                  </a:lnTo>
                  <a:lnTo>
                    <a:pt x="3384284" y="349181"/>
                  </a:lnTo>
                  <a:lnTo>
                    <a:pt x="3384621" y="345827"/>
                  </a:lnTo>
                  <a:lnTo>
                    <a:pt x="3384957" y="342171"/>
                  </a:lnTo>
                  <a:lnTo>
                    <a:pt x="3385293" y="337902"/>
                  </a:lnTo>
                  <a:lnTo>
                    <a:pt x="3385630" y="332756"/>
                  </a:lnTo>
                  <a:lnTo>
                    <a:pt x="3385966" y="326370"/>
                  </a:lnTo>
                  <a:lnTo>
                    <a:pt x="3386303" y="318576"/>
                  </a:lnTo>
                  <a:lnTo>
                    <a:pt x="3386639" y="310622"/>
                  </a:lnTo>
                  <a:lnTo>
                    <a:pt x="3386976" y="302774"/>
                  </a:lnTo>
                  <a:lnTo>
                    <a:pt x="3387312" y="295219"/>
                  </a:lnTo>
                  <a:lnTo>
                    <a:pt x="3387649" y="288016"/>
                  </a:lnTo>
                  <a:lnTo>
                    <a:pt x="3387985" y="280835"/>
                  </a:lnTo>
                  <a:lnTo>
                    <a:pt x="3388322" y="273905"/>
                  </a:lnTo>
                  <a:lnTo>
                    <a:pt x="3388658" y="264758"/>
                  </a:lnTo>
                  <a:lnTo>
                    <a:pt x="3388994" y="257531"/>
                  </a:lnTo>
                  <a:lnTo>
                    <a:pt x="3389331" y="249121"/>
                  </a:lnTo>
                  <a:lnTo>
                    <a:pt x="3389667" y="241894"/>
                  </a:lnTo>
                  <a:lnTo>
                    <a:pt x="3390004" y="234652"/>
                  </a:lnTo>
                  <a:lnTo>
                    <a:pt x="3390340" y="230209"/>
                  </a:lnTo>
                  <a:lnTo>
                    <a:pt x="3390677" y="225734"/>
                  </a:lnTo>
                  <a:lnTo>
                    <a:pt x="3391013" y="221788"/>
                  </a:lnTo>
                  <a:lnTo>
                    <a:pt x="3391350" y="218941"/>
                  </a:lnTo>
                  <a:lnTo>
                    <a:pt x="3391686" y="216387"/>
                  </a:lnTo>
                  <a:lnTo>
                    <a:pt x="3392023" y="213647"/>
                  </a:lnTo>
                  <a:lnTo>
                    <a:pt x="3392359" y="210736"/>
                  </a:lnTo>
                  <a:lnTo>
                    <a:pt x="3392696" y="207581"/>
                  </a:lnTo>
                  <a:lnTo>
                    <a:pt x="3393032" y="200520"/>
                  </a:lnTo>
                  <a:lnTo>
                    <a:pt x="3393368" y="194394"/>
                  </a:lnTo>
                  <a:lnTo>
                    <a:pt x="3393705" y="188027"/>
                  </a:lnTo>
                  <a:lnTo>
                    <a:pt x="3394041" y="190390"/>
                  </a:lnTo>
                  <a:lnTo>
                    <a:pt x="3394378" y="192773"/>
                  </a:lnTo>
                  <a:lnTo>
                    <a:pt x="3394714" y="194285"/>
                  </a:lnTo>
                  <a:lnTo>
                    <a:pt x="3395051" y="198173"/>
                  </a:lnTo>
                  <a:lnTo>
                    <a:pt x="3395387" y="202155"/>
                  </a:lnTo>
                  <a:lnTo>
                    <a:pt x="3395724" y="205434"/>
                  </a:lnTo>
                  <a:lnTo>
                    <a:pt x="3396060" y="207430"/>
                  </a:lnTo>
                  <a:lnTo>
                    <a:pt x="3396397" y="207859"/>
                  </a:lnTo>
                  <a:lnTo>
                    <a:pt x="3396733" y="207879"/>
                  </a:lnTo>
                  <a:lnTo>
                    <a:pt x="3397070" y="207853"/>
                  </a:lnTo>
                  <a:lnTo>
                    <a:pt x="3397406" y="206768"/>
                  </a:lnTo>
                  <a:lnTo>
                    <a:pt x="3397742" y="204756"/>
                  </a:lnTo>
                  <a:lnTo>
                    <a:pt x="3398079" y="201657"/>
                  </a:lnTo>
                  <a:lnTo>
                    <a:pt x="3398415" y="198124"/>
                  </a:lnTo>
                  <a:lnTo>
                    <a:pt x="3398752" y="193776"/>
                  </a:lnTo>
                  <a:lnTo>
                    <a:pt x="3399088" y="189523"/>
                  </a:lnTo>
                  <a:lnTo>
                    <a:pt x="3399425" y="186028"/>
                  </a:lnTo>
                  <a:lnTo>
                    <a:pt x="3399761" y="183184"/>
                  </a:lnTo>
                  <a:lnTo>
                    <a:pt x="3400098" y="176859"/>
                  </a:lnTo>
                  <a:lnTo>
                    <a:pt x="3400434" y="166622"/>
                  </a:lnTo>
                  <a:lnTo>
                    <a:pt x="3400771" y="156923"/>
                  </a:lnTo>
                  <a:lnTo>
                    <a:pt x="3401107" y="152770"/>
                  </a:lnTo>
                  <a:lnTo>
                    <a:pt x="3401444" y="150020"/>
                  </a:lnTo>
                  <a:lnTo>
                    <a:pt x="3401780" y="149513"/>
                  </a:lnTo>
                  <a:lnTo>
                    <a:pt x="3402116" y="150439"/>
                  </a:lnTo>
                  <a:lnTo>
                    <a:pt x="3402453" y="152932"/>
                  </a:lnTo>
                  <a:lnTo>
                    <a:pt x="3402789" y="156395"/>
                  </a:lnTo>
                  <a:lnTo>
                    <a:pt x="3403126" y="161130"/>
                  </a:lnTo>
                  <a:lnTo>
                    <a:pt x="3403462" y="166520"/>
                  </a:lnTo>
                  <a:lnTo>
                    <a:pt x="3403799" y="172997"/>
                  </a:lnTo>
                  <a:lnTo>
                    <a:pt x="3404135" y="180419"/>
                  </a:lnTo>
                  <a:lnTo>
                    <a:pt x="3404472" y="189241"/>
                  </a:lnTo>
                  <a:lnTo>
                    <a:pt x="3404808" y="198844"/>
                  </a:lnTo>
                  <a:lnTo>
                    <a:pt x="3405145" y="209414"/>
                  </a:lnTo>
                  <a:lnTo>
                    <a:pt x="3405481" y="221281"/>
                  </a:lnTo>
                  <a:lnTo>
                    <a:pt x="3405818" y="234873"/>
                  </a:lnTo>
                  <a:lnTo>
                    <a:pt x="3406154" y="249266"/>
                  </a:lnTo>
                  <a:lnTo>
                    <a:pt x="3406490" y="264616"/>
                  </a:lnTo>
                  <a:lnTo>
                    <a:pt x="3406827" y="282375"/>
                  </a:lnTo>
                  <a:lnTo>
                    <a:pt x="3407163" y="301233"/>
                  </a:lnTo>
                  <a:lnTo>
                    <a:pt x="3407500" y="319620"/>
                  </a:lnTo>
                  <a:lnTo>
                    <a:pt x="3407836" y="338264"/>
                  </a:lnTo>
                  <a:lnTo>
                    <a:pt x="3408173" y="350156"/>
                  </a:lnTo>
                  <a:lnTo>
                    <a:pt x="3408509" y="358269"/>
                  </a:lnTo>
                  <a:lnTo>
                    <a:pt x="3408846" y="366000"/>
                  </a:lnTo>
                  <a:lnTo>
                    <a:pt x="3409182" y="373876"/>
                  </a:lnTo>
                  <a:lnTo>
                    <a:pt x="3409519" y="381352"/>
                  </a:lnTo>
                  <a:lnTo>
                    <a:pt x="3409855" y="388816"/>
                  </a:lnTo>
                  <a:lnTo>
                    <a:pt x="3410192" y="396196"/>
                  </a:lnTo>
                  <a:lnTo>
                    <a:pt x="3410528" y="400626"/>
                  </a:lnTo>
                  <a:lnTo>
                    <a:pt x="3410864" y="405584"/>
                  </a:lnTo>
                  <a:lnTo>
                    <a:pt x="3411201" y="409903"/>
                  </a:lnTo>
                  <a:lnTo>
                    <a:pt x="3411537" y="413393"/>
                  </a:lnTo>
                  <a:lnTo>
                    <a:pt x="3411874" y="413925"/>
                  </a:lnTo>
                  <a:lnTo>
                    <a:pt x="3412210" y="415800"/>
                  </a:lnTo>
                  <a:lnTo>
                    <a:pt x="3412547" y="418659"/>
                  </a:lnTo>
                  <a:lnTo>
                    <a:pt x="3412883" y="421437"/>
                  </a:lnTo>
                  <a:lnTo>
                    <a:pt x="3413220" y="423969"/>
                  </a:lnTo>
                  <a:lnTo>
                    <a:pt x="3413556" y="426207"/>
                  </a:lnTo>
                  <a:lnTo>
                    <a:pt x="3413893" y="429489"/>
                  </a:lnTo>
                  <a:lnTo>
                    <a:pt x="3414229" y="433185"/>
                  </a:lnTo>
                  <a:lnTo>
                    <a:pt x="3414566" y="437015"/>
                  </a:lnTo>
                  <a:lnTo>
                    <a:pt x="3414902" y="440831"/>
                  </a:lnTo>
                  <a:lnTo>
                    <a:pt x="3415238" y="444515"/>
                  </a:lnTo>
                  <a:lnTo>
                    <a:pt x="3415575" y="448111"/>
                  </a:lnTo>
                  <a:lnTo>
                    <a:pt x="3415911" y="452260"/>
                  </a:lnTo>
                  <a:lnTo>
                    <a:pt x="3416248" y="458033"/>
                  </a:lnTo>
                  <a:lnTo>
                    <a:pt x="3416584" y="464163"/>
                  </a:lnTo>
                  <a:lnTo>
                    <a:pt x="3416921" y="474013"/>
                  </a:lnTo>
                  <a:lnTo>
                    <a:pt x="3417257" y="489343"/>
                  </a:lnTo>
                  <a:lnTo>
                    <a:pt x="3417594" y="502632"/>
                  </a:lnTo>
                  <a:lnTo>
                    <a:pt x="3417930" y="514335"/>
                  </a:lnTo>
                  <a:lnTo>
                    <a:pt x="3418267" y="526211"/>
                  </a:lnTo>
                  <a:lnTo>
                    <a:pt x="3418603" y="535723"/>
                  </a:lnTo>
                  <a:lnTo>
                    <a:pt x="3418940" y="545910"/>
                  </a:lnTo>
                  <a:lnTo>
                    <a:pt x="3419276" y="557306"/>
                  </a:lnTo>
                  <a:lnTo>
                    <a:pt x="3419612" y="567872"/>
                  </a:lnTo>
                  <a:lnTo>
                    <a:pt x="3419949" y="577235"/>
                  </a:lnTo>
                  <a:lnTo>
                    <a:pt x="3420285" y="588131"/>
                  </a:lnTo>
                  <a:lnTo>
                    <a:pt x="3420622" y="599314"/>
                  </a:lnTo>
                  <a:lnTo>
                    <a:pt x="3420958" y="609561"/>
                  </a:lnTo>
                  <a:lnTo>
                    <a:pt x="3421295" y="619408"/>
                  </a:lnTo>
                  <a:lnTo>
                    <a:pt x="3421631" y="628301"/>
                  </a:lnTo>
                  <a:lnTo>
                    <a:pt x="3421968" y="636683"/>
                  </a:lnTo>
                  <a:lnTo>
                    <a:pt x="3422304" y="645568"/>
                  </a:lnTo>
                  <a:lnTo>
                    <a:pt x="3422641" y="655064"/>
                  </a:lnTo>
                  <a:lnTo>
                    <a:pt x="3422977" y="664241"/>
                  </a:lnTo>
                  <a:lnTo>
                    <a:pt x="3423313" y="673612"/>
                  </a:lnTo>
                  <a:lnTo>
                    <a:pt x="3423650" y="683416"/>
                  </a:lnTo>
                  <a:lnTo>
                    <a:pt x="3423986" y="694639"/>
                  </a:lnTo>
                  <a:lnTo>
                    <a:pt x="3424323" y="706781"/>
                  </a:lnTo>
                  <a:lnTo>
                    <a:pt x="3424659" y="720443"/>
                  </a:lnTo>
                  <a:lnTo>
                    <a:pt x="3424996" y="735965"/>
                  </a:lnTo>
                  <a:lnTo>
                    <a:pt x="3425332" y="752145"/>
                  </a:lnTo>
                  <a:lnTo>
                    <a:pt x="3425669" y="768737"/>
                  </a:lnTo>
                  <a:lnTo>
                    <a:pt x="3426005" y="785462"/>
                  </a:lnTo>
                  <a:lnTo>
                    <a:pt x="3426342" y="802878"/>
                  </a:lnTo>
                  <a:lnTo>
                    <a:pt x="3426678" y="820777"/>
                  </a:lnTo>
                  <a:lnTo>
                    <a:pt x="3427015" y="839635"/>
                  </a:lnTo>
                  <a:lnTo>
                    <a:pt x="3427351" y="852551"/>
                  </a:lnTo>
                  <a:lnTo>
                    <a:pt x="3427687" y="865935"/>
                  </a:lnTo>
                  <a:lnTo>
                    <a:pt x="3428024" y="879872"/>
                  </a:lnTo>
                  <a:lnTo>
                    <a:pt x="3428360" y="893550"/>
                  </a:lnTo>
                  <a:lnTo>
                    <a:pt x="3428697" y="907361"/>
                  </a:lnTo>
                  <a:lnTo>
                    <a:pt x="3429033" y="920231"/>
                  </a:lnTo>
                  <a:lnTo>
                    <a:pt x="3429370" y="931594"/>
                  </a:lnTo>
                  <a:lnTo>
                    <a:pt x="3429706" y="942330"/>
                  </a:lnTo>
                  <a:lnTo>
                    <a:pt x="3430043" y="952026"/>
                  </a:lnTo>
                  <a:lnTo>
                    <a:pt x="3430379" y="961029"/>
                  </a:lnTo>
                  <a:lnTo>
                    <a:pt x="3430716" y="969663"/>
                  </a:lnTo>
                  <a:lnTo>
                    <a:pt x="3431052" y="978177"/>
                  </a:lnTo>
                  <a:lnTo>
                    <a:pt x="3431389" y="985831"/>
                  </a:lnTo>
                  <a:lnTo>
                    <a:pt x="3431725" y="992135"/>
                  </a:lnTo>
                  <a:lnTo>
                    <a:pt x="3432061" y="997624"/>
                  </a:lnTo>
                  <a:lnTo>
                    <a:pt x="3432398" y="1002412"/>
                  </a:lnTo>
                  <a:lnTo>
                    <a:pt x="3432734" y="1005731"/>
                  </a:lnTo>
                  <a:lnTo>
                    <a:pt x="3433071" y="1007917"/>
                  </a:lnTo>
                  <a:lnTo>
                    <a:pt x="3433407" y="1008495"/>
                  </a:lnTo>
                  <a:lnTo>
                    <a:pt x="3433744" y="1009443"/>
                  </a:lnTo>
                  <a:lnTo>
                    <a:pt x="3434080" y="1010205"/>
                  </a:lnTo>
                  <a:lnTo>
                    <a:pt x="3434417" y="1014409"/>
                  </a:lnTo>
                  <a:lnTo>
                    <a:pt x="3434753" y="1018046"/>
                  </a:lnTo>
                  <a:lnTo>
                    <a:pt x="3435090" y="1020846"/>
                  </a:lnTo>
                  <a:lnTo>
                    <a:pt x="3435426" y="1023120"/>
                  </a:lnTo>
                  <a:lnTo>
                    <a:pt x="3435763" y="1024630"/>
                  </a:lnTo>
                  <a:lnTo>
                    <a:pt x="3436099" y="1026736"/>
                  </a:lnTo>
                  <a:lnTo>
                    <a:pt x="3436435" y="1029131"/>
                  </a:lnTo>
                  <a:lnTo>
                    <a:pt x="3436772" y="1031204"/>
                  </a:lnTo>
                  <a:lnTo>
                    <a:pt x="3437108" y="1032111"/>
                  </a:lnTo>
                  <a:lnTo>
                    <a:pt x="3437445" y="1033382"/>
                  </a:lnTo>
                  <a:lnTo>
                    <a:pt x="3437781" y="1033043"/>
                  </a:lnTo>
                  <a:lnTo>
                    <a:pt x="3438118" y="1031979"/>
                  </a:lnTo>
                  <a:lnTo>
                    <a:pt x="3438454" y="1031533"/>
                  </a:lnTo>
                  <a:lnTo>
                    <a:pt x="3438791" y="1031597"/>
                  </a:lnTo>
                  <a:lnTo>
                    <a:pt x="3439127" y="1031007"/>
                  </a:lnTo>
                  <a:lnTo>
                    <a:pt x="3439464" y="1031280"/>
                  </a:lnTo>
                  <a:lnTo>
                    <a:pt x="3439800" y="1032042"/>
                  </a:lnTo>
                  <a:lnTo>
                    <a:pt x="3440137" y="1033427"/>
                  </a:lnTo>
                  <a:lnTo>
                    <a:pt x="3440473" y="1036077"/>
                  </a:lnTo>
                  <a:lnTo>
                    <a:pt x="3440809" y="1039172"/>
                  </a:lnTo>
                  <a:lnTo>
                    <a:pt x="3441146" y="1042016"/>
                  </a:lnTo>
                  <a:lnTo>
                    <a:pt x="3441482" y="1046175"/>
                  </a:lnTo>
                  <a:lnTo>
                    <a:pt x="3441819" y="1050696"/>
                  </a:lnTo>
                  <a:lnTo>
                    <a:pt x="3442155" y="1055528"/>
                  </a:lnTo>
                  <a:lnTo>
                    <a:pt x="3442492" y="1060816"/>
                  </a:lnTo>
                  <a:lnTo>
                    <a:pt x="3442828" y="1065822"/>
                  </a:lnTo>
                  <a:lnTo>
                    <a:pt x="3443165" y="1069758"/>
                  </a:lnTo>
                  <a:lnTo>
                    <a:pt x="3443501" y="1074184"/>
                  </a:lnTo>
                  <a:lnTo>
                    <a:pt x="3443838" y="1076920"/>
                  </a:lnTo>
                  <a:lnTo>
                    <a:pt x="3444174" y="1080261"/>
                  </a:lnTo>
                  <a:lnTo>
                    <a:pt x="3444511" y="1083145"/>
                  </a:lnTo>
                  <a:lnTo>
                    <a:pt x="3444847" y="1085087"/>
                  </a:lnTo>
                  <a:lnTo>
                    <a:pt x="3445183" y="1085444"/>
                  </a:lnTo>
                  <a:lnTo>
                    <a:pt x="3445520" y="1084623"/>
                  </a:lnTo>
                  <a:lnTo>
                    <a:pt x="3445856" y="1082855"/>
                  </a:lnTo>
                  <a:lnTo>
                    <a:pt x="3446193" y="1080925"/>
                  </a:lnTo>
                  <a:lnTo>
                    <a:pt x="3446529" y="1077971"/>
                  </a:lnTo>
                  <a:lnTo>
                    <a:pt x="3446866" y="1075256"/>
                  </a:lnTo>
                  <a:lnTo>
                    <a:pt x="3447202" y="1072079"/>
                  </a:lnTo>
                  <a:lnTo>
                    <a:pt x="3447539" y="1069132"/>
                  </a:lnTo>
                  <a:lnTo>
                    <a:pt x="3447875" y="1066105"/>
                  </a:lnTo>
                  <a:lnTo>
                    <a:pt x="3448212" y="1064022"/>
                  </a:lnTo>
                  <a:lnTo>
                    <a:pt x="3448548" y="1061694"/>
                  </a:lnTo>
                  <a:lnTo>
                    <a:pt x="3448885" y="1059776"/>
                  </a:lnTo>
                  <a:lnTo>
                    <a:pt x="3449221" y="1058145"/>
                  </a:lnTo>
                  <a:lnTo>
                    <a:pt x="3449557" y="1055534"/>
                  </a:lnTo>
                  <a:lnTo>
                    <a:pt x="3449894" y="1054235"/>
                  </a:lnTo>
                  <a:lnTo>
                    <a:pt x="3450230" y="1053495"/>
                  </a:lnTo>
                  <a:lnTo>
                    <a:pt x="3450567" y="1049990"/>
                  </a:lnTo>
                  <a:lnTo>
                    <a:pt x="3450903" y="1049276"/>
                  </a:lnTo>
                  <a:lnTo>
                    <a:pt x="3451240" y="1049380"/>
                  </a:lnTo>
                  <a:lnTo>
                    <a:pt x="3451576" y="1049960"/>
                  </a:lnTo>
                  <a:lnTo>
                    <a:pt x="3451913" y="1050357"/>
                  </a:lnTo>
                  <a:lnTo>
                    <a:pt x="3452249" y="1050340"/>
                  </a:lnTo>
                  <a:lnTo>
                    <a:pt x="3452586" y="1050160"/>
                  </a:lnTo>
                  <a:lnTo>
                    <a:pt x="3452922" y="1050014"/>
                  </a:lnTo>
                  <a:lnTo>
                    <a:pt x="3453259" y="1049406"/>
                  </a:lnTo>
                  <a:lnTo>
                    <a:pt x="3453595" y="1048937"/>
                  </a:lnTo>
                  <a:lnTo>
                    <a:pt x="3453931" y="1048497"/>
                  </a:lnTo>
                  <a:lnTo>
                    <a:pt x="3454268" y="1048241"/>
                  </a:lnTo>
                  <a:lnTo>
                    <a:pt x="3454604" y="1051075"/>
                  </a:lnTo>
                  <a:lnTo>
                    <a:pt x="3454941" y="1054539"/>
                  </a:lnTo>
                  <a:lnTo>
                    <a:pt x="3455277" y="1057792"/>
                  </a:lnTo>
                  <a:lnTo>
                    <a:pt x="3455614" y="1061807"/>
                  </a:lnTo>
                  <a:lnTo>
                    <a:pt x="3455950" y="1069017"/>
                  </a:lnTo>
                  <a:lnTo>
                    <a:pt x="3456287" y="1075797"/>
                  </a:lnTo>
                  <a:lnTo>
                    <a:pt x="3456623" y="1083276"/>
                  </a:lnTo>
                  <a:lnTo>
                    <a:pt x="3456960" y="1093350"/>
                  </a:lnTo>
                  <a:lnTo>
                    <a:pt x="3457296" y="1103510"/>
                  </a:lnTo>
                  <a:lnTo>
                    <a:pt x="3457632" y="1113015"/>
                  </a:lnTo>
                  <a:lnTo>
                    <a:pt x="3457969" y="1122347"/>
                  </a:lnTo>
                  <a:lnTo>
                    <a:pt x="3458305" y="1131632"/>
                  </a:lnTo>
                  <a:lnTo>
                    <a:pt x="3458642" y="1140308"/>
                  </a:lnTo>
                  <a:lnTo>
                    <a:pt x="3458978" y="1148300"/>
                  </a:lnTo>
                  <a:lnTo>
                    <a:pt x="3459315" y="1156103"/>
                  </a:lnTo>
                  <a:lnTo>
                    <a:pt x="3459651" y="1164413"/>
                  </a:lnTo>
                  <a:lnTo>
                    <a:pt x="3459988" y="1173206"/>
                  </a:lnTo>
                  <a:lnTo>
                    <a:pt x="3460324" y="1184935"/>
                  </a:lnTo>
                  <a:lnTo>
                    <a:pt x="3460661" y="1195545"/>
                  </a:lnTo>
                  <a:lnTo>
                    <a:pt x="3460997" y="1206195"/>
                  </a:lnTo>
                  <a:lnTo>
                    <a:pt x="3461334" y="1211192"/>
                  </a:lnTo>
                  <a:lnTo>
                    <a:pt x="3461670" y="1215688"/>
                  </a:lnTo>
                  <a:lnTo>
                    <a:pt x="3462006" y="1218428"/>
                  </a:lnTo>
                  <a:lnTo>
                    <a:pt x="3462343" y="1220900"/>
                  </a:lnTo>
                  <a:lnTo>
                    <a:pt x="3462679" y="1221605"/>
                  </a:lnTo>
                  <a:lnTo>
                    <a:pt x="3463016" y="1222597"/>
                  </a:lnTo>
                  <a:lnTo>
                    <a:pt x="3463352" y="1223708"/>
                  </a:lnTo>
                  <a:lnTo>
                    <a:pt x="3463689" y="1225742"/>
                  </a:lnTo>
                  <a:lnTo>
                    <a:pt x="3464025" y="1228519"/>
                  </a:lnTo>
                  <a:lnTo>
                    <a:pt x="3464362" y="1232009"/>
                  </a:lnTo>
                  <a:lnTo>
                    <a:pt x="3464698" y="1236169"/>
                  </a:lnTo>
                  <a:lnTo>
                    <a:pt x="3465035" y="1239929"/>
                  </a:lnTo>
                  <a:lnTo>
                    <a:pt x="3465371" y="1245865"/>
                  </a:lnTo>
                  <a:lnTo>
                    <a:pt x="3465708" y="1252346"/>
                  </a:lnTo>
                  <a:lnTo>
                    <a:pt x="3466044" y="1258835"/>
                  </a:lnTo>
                  <a:lnTo>
                    <a:pt x="3466380" y="1265744"/>
                  </a:lnTo>
                  <a:lnTo>
                    <a:pt x="3466717" y="1272479"/>
                  </a:lnTo>
                  <a:lnTo>
                    <a:pt x="3467053" y="1278089"/>
                  </a:lnTo>
                  <a:lnTo>
                    <a:pt x="3467390" y="1285386"/>
                  </a:lnTo>
                  <a:lnTo>
                    <a:pt x="3467726" y="1297118"/>
                  </a:lnTo>
                  <a:lnTo>
                    <a:pt x="3468063" y="1308607"/>
                  </a:lnTo>
                  <a:lnTo>
                    <a:pt x="3468399" y="1315648"/>
                  </a:lnTo>
                  <a:lnTo>
                    <a:pt x="3468736" y="1322388"/>
                  </a:lnTo>
                  <a:lnTo>
                    <a:pt x="3469072" y="1326948"/>
                  </a:lnTo>
                  <a:lnTo>
                    <a:pt x="3469409" y="1330186"/>
                  </a:lnTo>
                  <a:lnTo>
                    <a:pt x="3469745" y="1333001"/>
                  </a:lnTo>
                  <a:lnTo>
                    <a:pt x="3470082" y="1336155"/>
                  </a:lnTo>
                  <a:lnTo>
                    <a:pt x="3470418" y="1339479"/>
                  </a:lnTo>
                  <a:lnTo>
                    <a:pt x="3470754" y="1343171"/>
                  </a:lnTo>
                  <a:lnTo>
                    <a:pt x="3471091" y="1346429"/>
                  </a:lnTo>
                  <a:lnTo>
                    <a:pt x="3471427" y="1349352"/>
                  </a:lnTo>
                  <a:lnTo>
                    <a:pt x="3471764" y="1351903"/>
                  </a:lnTo>
                  <a:lnTo>
                    <a:pt x="3472100" y="1354621"/>
                  </a:lnTo>
                  <a:lnTo>
                    <a:pt x="3472437" y="1357314"/>
                  </a:lnTo>
                  <a:lnTo>
                    <a:pt x="3472773" y="1359973"/>
                  </a:lnTo>
                  <a:lnTo>
                    <a:pt x="3473110" y="1361985"/>
                  </a:lnTo>
                  <a:lnTo>
                    <a:pt x="3473446" y="1363513"/>
                  </a:lnTo>
                  <a:lnTo>
                    <a:pt x="3473783" y="1365039"/>
                  </a:lnTo>
                  <a:lnTo>
                    <a:pt x="3474119" y="1365449"/>
                  </a:lnTo>
                  <a:lnTo>
                    <a:pt x="3474456" y="1365177"/>
                  </a:lnTo>
                  <a:lnTo>
                    <a:pt x="3474792" y="1365497"/>
                  </a:lnTo>
                  <a:lnTo>
                    <a:pt x="3475128" y="1365842"/>
                  </a:lnTo>
                  <a:lnTo>
                    <a:pt x="3475465" y="1365855"/>
                  </a:lnTo>
                  <a:lnTo>
                    <a:pt x="3475801" y="1364456"/>
                  </a:lnTo>
                  <a:lnTo>
                    <a:pt x="3476138" y="1364007"/>
                  </a:lnTo>
                  <a:lnTo>
                    <a:pt x="3476474" y="1363591"/>
                  </a:lnTo>
                  <a:lnTo>
                    <a:pt x="3476811" y="1363641"/>
                  </a:lnTo>
                  <a:lnTo>
                    <a:pt x="3477147" y="1364412"/>
                  </a:lnTo>
                  <a:lnTo>
                    <a:pt x="3477484" y="1366294"/>
                  </a:lnTo>
                  <a:lnTo>
                    <a:pt x="3477820" y="1369170"/>
                  </a:lnTo>
                  <a:lnTo>
                    <a:pt x="3478157" y="1372491"/>
                  </a:lnTo>
                  <a:lnTo>
                    <a:pt x="3478493" y="1376266"/>
                  </a:lnTo>
                  <a:lnTo>
                    <a:pt x="3478830" y="1379763"/>
                  </a:lnTo>
                  <a:lnTo>
                    <a:pt x="3479166" y="1386026"/>
                  </a:lnTo>
                  <a:lnTo>
                    <a:pt x="3479502" y="1390110"/>
                  </a:lnTo>
                  <a:lnTo>
                    <a:pt x="3479839" y="1393342"/>
                  </a:lnTo>
                  <a:lnTo>
                    <a:pt x="3480175" y="1396748"/>
                  </a:lnTo>
                  <a:lnTo>
                    <a:pt x="3480512" y="1400436"/>
                  </a:lnTo>
                  <a:lnTo>
                    <a:pt x="3480848" y="1405642"/>
                  </a:lnTo>
                  <a:lnTo>
                    <a:pt x="3481185" y="1410923"/>
                  </a:lnTo>
                  <a:lnTo>
                    <a:pt x="3481521" y="1415992"/>
                  </a:lnTo>
                  <a:lnTo>
                    <a:pt x="3481858" y="1420723"/>
                  </a:lnTo>
                  <a:lnTo>
                    <a:pt x="3482194" y="1425762"/>
                  </a:lnTo>
                  <a:lnTo>
                    <a:pt x="3482531" y="1430508"/>
                  </a:lnTo>
                  <a:lnTo>
                    <a:pt x="3482867" y="1434803"/>
                  </a:lnTo>
                  <a:lnTo>
                    <a:pt x="3483204" y="1439143"/>
                  </a:lnTo>
                  <a:lnTo>
                    <a:pt x="3483540" y="1442954"/>
                  </a:lnTo>
                  <a:lnTo>
                    <a:pt x="3483876" y="1446119"/>
                  </a:lnTo>
                  <a:lnTo>
                    <a:pt x="3484213" y="1447914"/>
                  </a:lnTo>
                  <a:lnTo>
                    <a:pt x="3484549" y="1449308"/>
                  </a:lnTo>
                  <a:lnTo>
                    <a:pt x="3484886" y="1450811"/>
                  </a:lnTo>
                  <a:lnTo>
                    <a:pt x="3485222" y="1453376"/>
                  </a:lnTo>
                  <a:lnTo>
                    <a:pt x="3485559" y="1454886"/>
                  </a:lnTo>
                  <a:lnTo>
                    <a:pt x="3485895" y="1456895"/>
                  </a:lnTo>
                  <a:lnTo>
                    <a:pt x="3486232" y="1456450"/>
                  </a:lnTo>
                  <a:lnTo>
                    <a:pt x="3486568" y="1453768"/>
                  </a:lnTo>
                  <a:lnTo>
                    <a:pt x="3486905" y="1452254"/>
                  </a:lnTo>
                  <a:lnTo>
                    <a:pt x="3487241" y="1451575"/>
                  </a:lnTo>
                  <a:lnTo>
                    <a:pt x="3487578" y="1449711"/>
                  </a:lnTo>
                  <a:lnTo>
                    <a:pt x="3487914" y="1447547"/>
                  </a:lnTo>
                  <a:lnTo>
                    <a:pt x="3488250" y="1444740"/>
                  </a:lnTo>
                  <a:lnTo>
                    <a:pt x="3488587" y="1441228"/>
                  </a:lnTo>
                  <a:lnTo>
                    <a:pt x="3488923" y="1440487"/>
                  </a:lnTo>
                  <a:lnTo>
                    <a:pt x="3489260" y="1440935"/>
                  </a:lnTo>
                  <a:lnTo>
                    <a:pt x="3489596" y="1441405"/>
                  </a:lnTo>
                  <a:lnTo>
                    <a:pt x="3489933" y="1442081"/>
                  </a:lnTo>
                  <a:lnTo>
                    <a:pt x="3490269" y="1442833"/>
                  </a:lnTo>
                  <a:lnTo>
                    <a:pt x="3490606" y="1443071"/>
                  </a:lnTo>
                  <a:lnTo>
                    <a:pt x="3490942" y="1443101"/>
                  </a:lnTo>
                  <a:lnTo>
                    <a:pt x="3491279" y="1442918"/>
                  </a:lnTo>
                  <a:lnTo>
                    <a:pt x="3491615" y="1442732"/>
                  </a:lnTo>
                  <a:lnTo>
                    <a:pt x="3491951" y="1441672"/>
                  </a:lnTo>
                  <a:lnTo>
                    <a:pt x="3492288" y="1439870"/>
                  </a:lnTo>
                  <a:lnTo>
                    <a:pt x="3492624" y="1437778"/>
                  </a:lnTo>
                  <a:lnTo>
                    <a:pt x="3492961" y="1435475"/>
                  </a:lnTo>
                  <a:lnTo>
                    <a:pt x="3493297" y="1433610"/>
                  </a:lnTo>
                  <a:lnTo>
                    <a:pt x="3493634" y="1431653"/>
                  </a:lnTo>
                  <a:lnTo>
                    <a:pt x="3493970" y="1430162"/>
                  </a:lnTo>
                  <a:lnTo>
                    <a:pt x="3494307" y="1428719"/>
                  </a:lnTo>
                  <a:lnTo>
                    <a:pt x="3494643" y="1428096"/>
                  </a:lnTo>
                  <a:lnTo>
                    <a:pt x="3494980" y="1427549"/>
                  </a:lnTo>
                  <a:lnTo>
                    <a:pt x="3495316" y="1427040"/>
                  </a:lnTo>
                  <a:lnTo>
                    <a:pt x="3495653" y="1426625"/>
                  </a:lnTo>
                  <a:lnTo>
                    <a:pt x="3495989" y="1426246"/>
                  </a:lnTo>
                  <a:lnTo>
                    <a:pt x="3496325" y="1426064"/>
                  </a:lnTo>
                  <a:lnTo>
                    <a:pt x="3496662" y="1426394"/>
                  </a:lnTo>
                  <a:lnTo>
                    <a:pt x="3496998" y="1426707"/>
                  </a:lnTo>
                  <a:lnTo>
                    <a:pt x="3497335" y="1428136"/>
                  </a:lnTo>
                  <a:lnTo>
                    <a:pt x="3497671" y="1429803"/>
                  </a:lnTo>
                  <a:lnTo>
                    <a:pt x="3498008" y="1432062"/>
                  </a:lnTo>
                  <a:lnTo>
                    <a:pt x="3498344" y="1434355"/>
                  </a:lnTo>
                  <a:lnTo>
                    <a:pt x="3498681" y="1435947"/>
                  </a:lnTo>
                  <a:lnTo>
                    <a:pt x="3499017" y="1437554"/>
                  </a:lnTo>
                  <a:lnTo>
                    <a:pt x="3499354" y="1438239"/>
                  </a:lnTo>
                  <a:lnTo>
                    <a:pt x="3499690" y="1437832"/>
                  </a:lnTo>
                  <a:lnTo>
                    <a:pt x="3500027" y="1436705"/>
                  </a:lnTo>
                  <a:lnTo>
                    <a:pt x="3500363" y="1434435"/>
                  </a:lnTo>
                  <a:lnTo>
                    <a:pt x="3500699" y="1434704"/>
                  </a:lnTo>
                  <a:lnTo>
                    <a:pt x="3501036" y="1436137"/>
                  </a:lnTo>
                  <a:lnTo>
                    <a:pt x="3501372" y="1439127"/>
                  </a:lnTo>
                  <a:lnTo>
                    <a:pt x="3501709" y="1440469"/>
                  </a:lnTo>
                  <a:lnTo>
                    <a:pt x="3502045" y="1442098"/>
                  </a:lnTo>
                  <a:lnTo>
                    <a:pt x="3502382" y="1442373"/>
                  </a:lnTo>
                  <a:lnTo>
                    <a:pt x="3502718" y="1442707"/>
                  </a:lnTo>
                  <a:lnTo>
                    <a:pt x="3503055" y="1442633"/>
                  </a:lnTo>
                  <a:lnTo>
                    <a:pt x="3503391" y="1444313"/>
                  </a:lnTo>
                  <a:lnTo>
                    <a:pt x="3503728" y="1445857"/>
                  </a:lnTo>
                  <a:lnTo>
                    <a:pt x="3504064" y="1447231"/>
                  </a:lnTo>
                  <a:lnTo>
                    <a:pt x="3504401" y="1447157"/>
                  </a:lnTo>
                  <a:lnTo>
                    <a:pt x="3504737" y="1447786"/>
                  </a:lnTo>
                  <a:lnTo>
                    <a:pt x="3505073" y="1448488"/>
                  </a:lnTo>
                  <a:lnTo>
                    <a:pt x="3505410" y="1448227"/>
                  </a:lnTo>
                  <a:lnTo>
                    <a:pt x="3505746" y="1448534"/>
                  </a:lnTo>
                  <a:lnTo>
                    <a:pt x="3506083" y="1448267"/>
                  </a:lnTo>
                  <a:lnTo>
                    <a:pt x="3506419" y="1447560"/>
                  </a:lnTo>
                  <a:lnTo>
                    <a:pt x="3506756" y="1446794"/>
                  </a:lnTo>
                  <a:lnTo>
                    <a:pt x="3507092" y="1446730"/>
                  </a:lnTo>
                  <a:lnTo>
                    <a:pt x="3507429" y="1448289"/>
                  </a:lnTo>
                  <a:lnTo>
                    <a:pt x="3507765" y="1449830"/>
                  </a:lnTo>
                  <a:lnTo>
                    <a:pt x="3508102" y="1451995"/>
                  </a:lnTo>
                  <a:lnTo>
                    <a:pt x="3508438" y="1454488"/>
                  </a:lnTo>
                  <a:lnTo>
                    <a:pt x="3508775" y="1456113"/>
                  </a:lnTo>
                  <a:lnTo>
                    <a:pt x="3509111" y="1456890"/>
                  </a:lnTo>
                  <a:lnTo>
                    <a:pt x="3509447" y="1458183"/>
                  </a:lnTo>
                  <a:lnTo>
                    <a:pt x="3509784" y="1458228"/>
                  </a:lnTo>
                  <a:lnTo>
                    <a:pt x="3510120" y="1457806"/>
                  </a:lnTo>
                  <a:lnTo>
                    <a:pt x="3510457" y="1458785"/>
                  </a:lnTo>
                  <a:lnTo>
                    <a:pt x="3510793" y="1459300"/>
                  </a:lnTo>
                  <a:lnTo>
                    <a:pt x="3511130" y="1460559"/>
                  </a:lnTo>
                  <a:lnTo>
                    <a:pt x="3511466" y="1460814"/>
                  </a:lnTo>
                  <a:lnTo>
                    <a:pt x="3511803" y="1461251"/>
                  </a:lnTo>
                  <a:lnTo>
                    <a:pt x="3512139" y="1461936"/>
                  </a:lnTo>
                  <a:lnTo>
                    <a:pt x="3512476" y="1462621"/>
                  </a:lnTo>
                  <a:lnTo>
                    <a:pt x="3512812" y="1463462"/>
                  </a:lnTo>
                  <a:lnTo>
                    <a:pt x="3513149" y="1464068"/>
                  </a:lnTo>
                  <a:lnTo>
                    <a:pt x="3513485" y="1464772"/>
                  </a:lnTo>
                  <a:lnTo>
                    <a:pt x="3513821" y="1464852"/>
                  </a:lnTo>
                  <a:lnTo>
                    <a:pt x="3514158" y="1465370"/>
                  </a:lnTo>
                  <a:lnTo>
                    <a:pt x="3514494" y="1465696"/>
                  </a:lnTo>
                  <a:lnTo>
                    <a:pt x="3514831" y="1466131"/>
                  </a:lnTo>
                  <a:lnTo>
                    <a:pt x="3515167" y="1467012"/>
                  </a:lnTo>
                  <a:lnTo>
                    <a:pt x="3515504" y="1467505"/>
                  </a:lnTo>
                  <a:lnTo>
                    <a:pt x="3515840" y="1467622"/>
                  </a:lnTo>
                  <a:lnTo>
                    <a:pt x="3516177" y="1468007"/>
                  </a:lnTo>
                  <a:lnTo>
                    <a:pt x="3516513" y="1468786"/>
                  </a:lnTo>
                  <a:lnTo>
                    <a:pt x="3516850" y="1470366"/>
                  </a:lnTo>
                  <a:lnTo>
                    <a:pt x="3517186" y="1471638"/>
                  </a:lnTo>
                  <a:lnTo>
                    <a:pt x="3517523" y="1474158"/>
                  </a:lnTo>
                  <a:lnTo>
                    <a:pt x="3517859" y="1478247"/>
                  </a:lnTo>
                  <a:lnTo>
                    <a:pt x="3518195" y="1480835"/>
                  </a:lnTo>
                  <a:lnTo>
                    <a:pt x="3518532" y="1483625"/>
                  </a:lnTo>
                  <a:lnTo>
                    <a:pt x="3518868" y="1486617"/>
                  </a:lnTo>
                  <a:lnTo>
                    <a:pt x="3519205" y="1490730"/>
                  </a:lnTo>
                  <a:lnTo>
                    <a:pt x="3519541" y="1495348"/>
                  </a:lnTo>
                  <a:lnTo>
                    <a:pt x="3519878" y="1499550"/>
                  </a:lnTo>
                  <a:lnTo>
                    <a:pt x="3520214" y="1503186"/>
                  </a:lnTo>
                  <a:lnTo>
                    <a:pt x="3520551" y="1506504"/>
                  </a:lnTo>
                  <a:lnTo>
                    <a:pt x="3520887" y="1511921"/>
                  </a:lnTo>
                  <a:lnTo>
                    <a:pt x="3521224" y="1520487"/>
                  </a:lnTo>
                  <a:lnTo>
                    <a:pt x="3521560" y="1528844"/>
                  </a:lnTo>
                  <a:lnTo>
                    <a:pt x="3521896" y="1534206"/>
                  </a:lnTo>
                  <a:lnTo>
                    <a:pt x="3522233" y="1539430"/>
                  </a:lnTo>
                  <a:lnTo>
                    <a:pt x="3522569" y="1545278"/>
                  </a:lnTo>
                  <a:lnTo>
                    <a:pt x="3522906" y="1551080"/>
                  </a:lnTo>
                  <a:lnTo>
                    <a:pt x="3523242" y="1557182"/>
                  </a:lnTo>
                  <a:lnTo>
                    <a:pt x="3523579" y="1563896"/>
                  </a:lnTo>
                  <a:lnTo>
                    <a:pt x="3523915" y="1570772"/>
                  </a:lnTo>
                  <a:lnTo>
                    <a:pt x="3524252" y="1575772"/>
                  </a:lnTo>
                  <a:lnTo>
                    <a:pt x="3524588" y="1580628"/>
                  </a:lnTo>
                  <a:lnTo>
                    <a:pt x="3524925" y="1586005"/>
                  </a:lnTo>
                  <a:lnTo>
                    <a:pt x="3525261" y="1591449"/>
                  </a:lnTo>
                  <a:lnTo>
                    <a:pt x="3525598" y="1596950"/>
                  </a:lnTo>
                  <a:lnTo>
                    <a:pt x="3525934" y="1600436"/>
                  </a:lnTo>
                  <a:lnTo>
                    <a:pt x="3526270" y="1603299"/>
                  </a:lnTo>
                  <a:lnTo>
                    <a:pt x="3526607" y="1606168"/>
                  </a:lnTo>
                  <a:lnTo>
                    <a:pt x="3526943" y="1610369"/>
                  </a:lnTo>
                  <a:lnTo>
                    <a:pt x="3527280" y="1615273"/>
                  </a:lnTo>
                  <a:lnTo>
                    <a:pt x="3527616" y="1622234"/>
                  </a:lnTo>
                  <a:lnTo>
                    <a:pt x="3527953" y="1629018"/>
                  </a:lnTo>
                  <a:lnTo>
                    <a:pt x="3528289" y="1636082"/>
                  </a:lnTo>
                  <a:lnTo>
                    <a:pt x="3528626" y="1643188"/>
                  </a:lnTo>
                  <a:lnTo>
                    <a:pt x="3528962" y="1649542"/>
                  </a:lnTo>
                  <a:lnTo>
                    <a:pt x="3529299" y="1657179"/>
                  </a:lnTo>
                  <a:lnTo>
                    <a:pt x="3529635" y="1662287"/>
                  </a:lnTo>
                  <a:lnTo>
                    <a:pt x="3529972" y="1668783"/>
                  </a:lnTo>
                  <a:lnTo>
                    <a:pt x="3530308" y="1675087"/>
                  </a:lnTo>
                  <a:lnTo>
                    <a:pt x="3530644" y="1681412"/>
                  </a:lnTo>
                  <a:lnTo>
                    <a:pt x="3530981" y="1687014"/>
                  </a:lnTo>
                  <a:lnTo>
                    <a:pt x="3531317" y="1692160"/>
                  </a:lnTo>
                  <a:lnTo>
                    <a:pt x="3531654" y="1696253"/>
                  </a:lnTo>
                  <a:lnTo>
                    <a:pt x="3531990" y="1699474"/>
                  </a:lnTo>
                  <a:lnTo>
                    <a:pt x="3532327" y="1702768"/>
                  </a:lnTo>
                  <a:lnTo>
                    <a:pt x="3532663" y="1704290"/>
                  </a:lnTo>
                  <a:lnTo>
                    <a:pt x="3533000" y="1705488"/>
                  </a:lnTo>
                  <a:lnTo>
                    <a:pt x="3533336" y="1706596"/>
                  </a:lnTo>
                  <a:lnTo>
                    <a:pt x="3533673" y="1707592"/>
                  </a:lnTo>
                  <a:lnTo>
                    <a:pt x="3534009" y="1708743"/>
                  </a:lnTo>
                  <a:lnTo>
                    <a:pt x="3534346" y="1710669"/>
                  </a:lnTo>
                  <a:lnTo>
                    <a:pt x="3534682" y="1714187"/>
                  </a:lnTo>
                  <a:lnTo>
                    <a:pt x="3535018" y="1717175"/>
                  </a:lnTo>
                  <a:lnTo>
                    <a:pt x="3535355" y="1719385"/>
                  </a:lnTo>
                  <a:lnTo>
                    <a:pt x="3535691" y="1720972"/>
                  </a:lnTo>
                  <a:lnTo>
                    <a:pt x="3536028" y="1722271"/>
                  </a:lnTo>
                  <a:lnTo>
                    <a:pt x="3536364" y="1722729"/>
                  </a:lnTo>
                  <a:lnTo>
                    <a:pt x="3536701" y="1722381"/>
                  </a:lnTo>
                  <a:lnTo>
                    <a:pt x="3537037" y="1720952"/>
                  </a:lnTo>
                  <a:lnTo>
                    <a:pt x="3537374" y="1718833"/>
                  </a:lnTo>
                  <a:lnTo>
                    <a:pt x="3537710" y="1716063"/>
                  </a:lnTo>
                  <a:lnTo>
                    <a:pt x="3538047" y="1712791"/>
                  </a:lnTo>
                  <a:lnTo>
                    <a:pt x="3538383" y="1710037"/>
                  </a:lnTo>
                  <a:lnTo>
                    <a:pt x="3538720" y="1707507"/>
                  </a:lnTo>
                  <a:lnTo>
                    <a:pt x="3539056" y="1705231"/>
                  </a:lnTo>
                  <a:lnTo>
                    <a:pt x="3539392" y="1702876"/>
                  </a:lnTo>
                  <a:lnTo>
                    <a:pt x="3539729" y="1700537"/>
                  </a:lnTo>
                  <a:lnTo>
                    <a:pt x="3540065" y="1698479"/>
                  </a:lnTo>
                  <a:lnTo>
                    <a:pt x="3540402" y="1696405"/>
                  </a:lnTo>
                  <a:lnTo>
                    <a:pt x="3540738" y="1694715"/>
                  </a:lnTo>
                  <a:lnTo>
                    <a:pt x="3541075" y="1692623"/>
                  </a:lnTo>
                  <a:lnTo>
                    <a:pt x="3541411" y="1691667"/>
                  </a:lnTo>
                  <a:lnTo>
                    <a:pt x="3541748" y="1689633"/>
                  </a:lnTo>
                  <a:lnTo>
                    <a:pt x="3542084" y="1688276"/>
                  </a:lnTo>
                  <a:lnTo>
                    <a:pt x="3542421" y="1685740"/>
                  </a:lnTo>
                  <a:lnTo>
                    <a:pt x="3542757" y="1685988"/>
                  </a:lnTo>
                  <a:lnTo>
                    <a:pt x="3543094" y="1688096"/>
                  </a:lnTo>
                  <a:lnTo>
                    <a:pt x="3543430" y="1689815"/>
                  </a:lnTo>
                  <a:lnTo>
                    <a:pt x="3543766" y="1691334"/>
                  </a:lnTo>
                  <a:lnTo>
                    <a:pt x="3544103" y="1692474"/>
                  </a:lnTo>
                  <a:lnTo>
                    <a:pt x="3544439" y="1692825"/>
                  </a:lnTo>
                  <a:lnTo>
                    <a:pt x="3544776" y="1693590"/>
                  </a:lnTo>
                  <a:lnTo>
                    <a:pt x="3545112" y="1693852"/>
                  </a:lnTo>
                  <a:lnTo>
                    <a:pt x="3545449" y="1693313"/>
                  </a:lnTo>
                  <a:lnTo>
                    <a:pt x="3545785" y="1693243"/>
                  </a:lnTo>
                  <a:lnTo>
                    <a:pt x="3546122" y="1693218"/>
                  </a:lnTo>
                  <a:lnTo>
                    <a:pt x="3546458" y="1693070"/>
                  </a:lnTo>
                  <a:lnTo>
                    <a:pt x="3546795" y="1693043"/>
                  </a:lnTo>
                  <a:lnTo>
                    <a:pt x="3547131" y="1692933"/>
                  </a:lnTo>
                  <a:lnTo>
                    <a:pt x="3547468" y="1692830"/>
                  </a:lnTo>
                  <a:lnTo>
                    <a:pt x="3547804" y="1692160"/>
                  </a:lnTo>
                  <a:lnTo>
                    <a:pt x="3548140" y="1690404"/>
                  </a:lnTo>
                  <a:lnTo>
                    <a:pt x="3548477" y="1688207"/>
                  </a:lnTo>
                  <a:lnTo>
                    <a:pt x="3548813" y="1686025"/>
                  </a:lnTo>
                  <a:lnTo>
                    <a:pt x="3549150" y="1684024"/>
                  </a:lnTo>
                  <a:lnTo>
                    <a:pt x="3549486" y="1681807"/>
                  </a:lnTo>
                  <a:lnTo>
                    <a:pt x="3549823" y="1679423"/>
                  </a:lnTo>
                  <a:lnTo>
                    <a:pt x="3550159" y="1677398"/>
                  </a:lnTo>
                  <a:lnTo>
                    <a:pt x="3550496" y="1675955"/>
                  </a:lnTo>
                  <a:lnTo>
                    <a:pt x="3550832" y="1675259"/>
                  </a:lnTo>
                  <a:lnTo>
                    <a:pt x="3551169" y="1674010"/>
                  </a:lnTo>
                  <a:lnTo>
                    <a:pt x="3551505" y="1673223"/>
                  </a:lnTo>
                  <a:lnTo>
                    <a:pt x="3551842" y="1671961"/>
                  </a:lnTo>
                  <a:lnTo>
                    <a:pt x="3552178" y="1671961"/>
                  </a:lnTo>
                  <a:lnTo>
                    <a:pt x="3552514" y="1672000"/>
                  </a:lnTo>
                  <a:lnTo>
                    <a:pt x="3552851" y="1673580"/>
                  </a:lnTo>
                  <a:lnTo>
                    <a:pt x="3553187" y="1677157"/>
                  </a:lnTo>
                  <a:lnTo>
                    <a:pt x="3553524" y="1681983"/>
                  </a:lnTo>
                  <a:lnTo>
                    <a:pt x="3553860" y="1687086"/>
                  </a:lnTo>
                  <a:lnTo>
                    <a:pt x="3554197" y="1691977"/>
                  </a:lnTo>
                  <a:lnTo>
                    <a:pt x="3554533" y="1696558"/>
                  </a:lnTo>
                  <a:lnTo>
                    <a:pt x="3554870" y="1700477"/>
                  </a:lnTo>
                  <a:lnTo>
                    <a:pt x="3555206" y="1704201"/>
                  </a:lnTo>
                  <a:lnTo>
                    <a:pt x="3555543" y="1708232"/>
                  </a:lnTo>
                  <a:lnTo>
                    <a:pt x="3555879" y="1712301"/>
                  </a:lnTo>
                  <a:lnTo>
                    <a:pt x="3556215" y="1713155"/>
                  </a:lnTo>
                  <a:lnTo>
                    <a:pt x="3556552" y="1712831"/>
                  </a:lnTo>
                  <a:lnTo>
                    <a:pt x="3556888" y="1712430"/>
                  </a:lnTo>
                  <a:lnTo>
                    <a:pt x="3557225" y="1711469"/>
                  </a:lnTo>
                  <a:lnTo>
                    <a:pt x="3557561" y="1710762"/>
                  </a:lnTo>
                  <a:lnTo>
                    <a:pt x="3557898" y="1709887"/>
                  </a:lnTo>
                  <a:lnTo>
                    <a:pt x="3558234" y="1708553"/>
                  </a:lnTo>
                  <a:lnTo>
                    <a:pt x="3558571" y="1706926"/>
                  </a:lnTo>
                  <a:lnTo>
                    <a:pt x="3558907" y="1705023"/>
                  </a:lnTo>
                  <a:lnTo>
                    <a:pt x="3559244" y="1703258"/>
                  </a:lnTo>
                  <a:lnTo>
                    <a:pt x="3559580" y="1700941"/>
                  </a:lnTo>
                  <a:lnTo>
                    <a:pt x="3559917" y="1699083"/>
                  </a:lnTo>
                  <a:lnTo>
                    <a:pt x="3560253" y="1697226"/>
                  </a:lnTo>
                  <a:lnTo>
                    <a:pt x="3560589" y="1694894"/>
                  </a:lnTo>
                  <a:lnTo>
                    <a:pt x="3560926" y="1692308"/>
                  </a:lnTo>
                  <a:lnTo>
                    <a:pt x="3561262" y="1689808"/>
                  </a:lnTo>
                  <a:lnTo>
                    <a:pt x="3561599" y="1686846"/>
                  </a:lnTo>
                  <a:lnTo>
                    <a:pt x="3561935" y="1684082"/>
                  </a:lnTo>
                  <a:lnTo>
                    <a:pt x="3562272" y="1681036"/>
                  </a:lnTo>
                  <a:lnTo>
                    <a:pt x="3562608" y="1676965"/>
                  </a:lnTo>
                  <a:lnTo>
                    <a:pt x="3562945" y="1673205"/>
                  </a:lnTo>
                  <a:lnTo>
                    <a:pt x="3563281" y="1668948"/>
                  </a:lnTo>
                  <a:lnTo>
                    <a:pt x="3563618" y="1664086"/>
                  </a:lnTo>
                  <a:lnTo>
                    <a:pt x="3563954" y="1658219"/>
                  </a:lnTo>
                  <a:lnTo>
                    <a:pt x="3564291" y="1652237"/>
                  </a:lnTo>
                  <a:lnTo>
                    <a:pt x="3564627" y="1645526"/>
                  </a:lnTo>
                  <a:lnTo>
                    <a:pt x="3564963" y="1637493"/>
                  </a:lnTo>
                  <a:lnTo>
                    <a:pt x="3565300" y="1629708"/>
                  </a:lnTo>
                  <a:lnTo>
                    <a:pt x="3565636" y="1619329"/>
                  </a:lnTo>
                  <a:lnTo>
                    <a:pt x="3565973" y="1606399"/>
                  </a:lnTo>
                  <a:lnTo>
                    <a:pt x="3566309" y="1594022"/>
                  </a:lnTo>
                  <a:lnTo>
                    <a:pt x="3566646" y="1582740"/>
                  </a:lnTo>
                  <a:lnTo>
                    <a:pt x="3566982" y="1572694"/>
                  </a:lnTo>
                  <a:lnTo>
                    <a:pt x="3567319" y="1563319"/>
                  </a:lnTo>
                  <a:lnTo>
                    <a:pt x="3567655" y="1555306"/>
                  </a:lnTo>
                  <a:lnTo>
                    <a:pt x="3567992" y="1545682"/>
                  </a:lnTo>
                  <a:lnTo>
                    <a:pt x="3568328" y="1534339"/>
                  </a:lnTo>
                  <a:lnTo>
                    <a:pt x="3568665" y="1521675"/>
                  </a:lnTo>
                  <a:lnTo>
                    <a:pt x="3569001" y="1510525"/>
                  </a:lnTo>
                  <a:lnTo>
                    <a:pt x="3569337" y="1499442"/>
                  </a:lnTo>
                  <a:lnTo>
                    <a:pt x="3569674" y="1490883"/>
                  </a:lnTo>
                  <a:lnTo>
                    <a:pt x="3570010" y="1481988"/>
                  </a:lnTo>
                  <a:lnTo>
                    <a:pt x="3570347" y="1473361"/>
                  </a:lnTo>
                  <a:lnTo>
                    <a:pt x="3570683" y="1462085"/>
                  </a:lnTo>
                  <a:lnTo>
                    <a:pt x="3571020" y="1444992"/>
                  </a:lnTo>
                  <a:lnTo>
                    <a:pt x="3571356" y="1434304"/>
                  </a:lnTo>
                  <a:lnTo>
                    <a:pt x="3571693" y="1425313"/>
                  </a:lnTo>
                  <a:lnTo>
                    <a:pt x="3572029" y="1416229"/>
                  </a:lnTo>
                  <a:lnTo>
                    <a:pt x="3572366" y="1407996"/>
                  </a:lnTo>
                  <a:lnTo>
                    <a:pt x="3572702" y="1401109"/>
                  </a:lnTo>
                  <a:lnTo>
                    <a:pt x="3573039" y="1393754"/>
                  </a:lnTo>
                  <a:lnTo>
                    <a:pt x="3573375" y="1387624"/>
                  </a:lnTo>
                  <a:lnTo>
                    <a:pt x="3573711" y="1385630"/>
                  </a:lnTo>
                  <a:lnTo>
                    <a:pt x="3574048" y="1383553"/>
                  </a:lnTo>
                  <a:lnTo>
                    <a:pt x="3574384" y="1379870"/>
                  </a:lnTo>
                  <a:lnTo>
                    <a:pt x="3574721" y="1376141"/>
                  </a:lnTo>
                  <a:lnTo>
                    <a:pt x="3575057" y="1371954"/>
                  </a:lnTo>
                  <a:lnTo>
                    <a:pt x="3575394" y="1367156"/>
                  </a:lnTo>
                  <a:lnTo>
                    <a:pt x="3575730" y="1362997"/>
                  </a:lnTo>
                  <a:lnTo>
                    <a:pt x="3576067" y="1359441"/>
                  </a:lnTo>
                  <a:lnTo>
                    <a:pt x="3576403" y="1356481"/>
                  </a:lnTo>
                  <a:lnTo>
                    <a:pt x="3576740" y="1353729"/>
                  </a:lnTo>
                  <a:lnTo>
                    <a:pt x="3577076" y="1351199"/>
                  </a:lnTo>
                  <a:lnTo>
                    <a:pt x="3577413" y="1348074"/>
                  </a:lnTo>
                  <a:lnTo>
                    <a:pt x="3577749" y="1342226"/>
                  </a:lnTo>
                  <a:lnTo>
                    <a:pt x="3578085" y="1335615"/>
                  </a:lnTo>
                  <a:lnTo>
                    <a:pt x="3578422" y="1328527"/>
                  </a:lnTo>
                  <a:lnTo>
                    <a:pt x="3578758" y="1321534"/>
                  </a:lnTo>
                  <a:lnTo>
                    <a:pt x="3579095" y="1314344"/>
                  </a:lnTo>
                  <a:lnTo>
                    <a:pt x="3579431" y="1307217"/>
                  </a:lnTo>
                  <a:lnTo>
                    <a:pt x="3579768" y="1301104"/>
                  </a:lnTo>
                  <a:lnTo>
                    <a:pt x="3580104" y="1295094"/>
                  </a:lnTo>
                  <a:lnTo>
                    <a:pt x="3580441" y="1287595"/>
                  </a:lnTo>
                  <a:lnTo>
                    <a:pt x="3580777" y="1280081"/>
                  </a:lnTo>
                  <a:lnTo>
                    <a:pt x="3581114" y="1272287"/>
                  </a:lnTo>
                  <a:lnTo>
                    <a:pt x="3581450" y="1263049"/>
                  </a:lnTo>
                  <a:lnTo>
                    <a:pt x="3581787" y="1252947"/>
                  </a:lnTo>
                  <a:lnTo>
                    <a:pt x="3582123" y="1242009"/>
                  </a:lnTo>
                  <a:lnTo>
                    <a:pt x="3582459" y="1231588"/>
                  </a:lnTo>
                  <a:lnTo>
                    <a:pt x="3582796" y="1221981"/>
                  </a:lnTo>
                  <a:lnTo>
                    <a:pt x="3583132" y="1213321"/>
                  </a:lnTo>
                  <a:lnTo>
                    <a:pt x="3583469" y="1204947"/>
                  </a:lnTo>
                  <a:lnTo>
                    <a:pt x="3583805" y="1197296"/>
                  </a:lnTo>
                  <a:lnTo>
                    <a:pt x="3584142" y="1189174"/>
                  </a:lnTo>
                  <a:lnTo>
                    <a:pt x="3584478" y="1181600"/>
                  </a:lnTo>
                  <a:lnTo>
                    <a:pt x="3584815" y="1173177"/>
                  </a:lnTo>
                  <a:lnTo>
                    <a:pt x="3585151" y="1164488"/>
                  </a:lnTo>
                  <a:lnTo>
                    <a:pt x="3585488" y="1154174"/>
                  </a:lnTo>
                  <a:lnTo>
                    <a:pt x="3585824" y="1143434"/>
                  </a:lnTo>
                  <a:lnTo>
                    <a:pt x="3586161" y="1133785"/>
                  </a:lnTo>
                  <a:lnTo>
                    <a:pt x="3586497" y="1124742"/>
                  </a:lnTo>
                  <a:lnTo>
                    <a:pt x="3586833" y="1117481"/>
                  </a:lnTo>
                  <a:lnTo>
                    <a:pt x="3587170" y="1111819"/>
                  </a:lnTo>
                  <a:lnTo>
                    <a:pt x="3587506" y="1107204"/>
                  </a:lnTo>
                  <a:lnTo>
                    <a:pt x="3587843" y="1103902"/>
                  </a:lnTo>
                  <a:lnTo>
                    <a:pt x="3588179" y="1098454"/>
                  </a:lnTo>
                  <a:lnTo>
                    <a:pt x="3588516" y="1093342"/>
                  </a:lnTo>
                  <a:lnTo>
                    <a:pt x="3588852" y="1087781"/>
                  </a:lnTo>
                  <a:lnTo>
                    <a:pt x="3589189" y="1082190"/>
                  </a:lnTo>
                  <a:lnTo>
                    <a:pt x="3589525" y="1075990"/>
                  </a:lnTo>
                  <a:lnTo>
                    <a:pt x="3589862" y="1065447"/>
                  </a:lnTo>
                  <a:lnTo>
                    <a:pt x="3590198" y="1054600"/>
                  </a:lnTo>
                  <a:lnTo>
                    <a:pt x="3590534" y="1043602"/>
                  </a:lnTo>
                  <a:lnTo>
                    <a:pt x="3590871" y="1032661"/>
                  </a:lnTo>
                  <a:lnTo>
                    <a:pt x="3591207" y="1021274"/>
                  </a:lnTo>
                  <a:lnTo>
                    <a:pt x="3591544" y="1009000"/>
                  </a:lnTo>
                  <a:lnTo>
                    <a:pt x="3591880" y="996627"/>
                  </a:lnTo>
                  <a:lnTo>
                    <a:pt x="3592217" y="984293"/>
                  </a:lnTo>
                  <a:lnTo>
                    <a:pt x="3592553" y="971752"/>
                  </a:lnTo>
                  <a:lnTo>
                    <a:pt x="3592890" y="958767"/>
                  </a:lnTo>
                  <a:lnTo>
                    <a:pt x="3593226" y="948691"/>
                  </a:lnTo>
                  <a:lnTo>
                    <a:pt x="3593563" y="939842"/>
                  </a:lnTo>
                  <a:lnTo>
                    <a:pt x="3593899" y="932040"/>
                  </a:lnTo>
                  <a:lnTo>
                    <a:pt x="3594236" y="919780"/>
                  </a:lnTo>
                  <a:lnTo>
                    <a:pt x="3594572" y="907717"/>
                  </a:lnTo>
                  <a:lnTo>
                    <a:pt x="3594908" y="895270"/>
                  </a:lnTo>
                  <a:lnTo>
                    <a:pt x="3595245" y="882825"/>
                  </a:lnTo>
                  <a:lnTo>
                    <a:pt x="3595581" y="870234"/>
                  </a:lnTo>
                  <a:lnTo>
                    <a:pt x="3595918" y="857687"/>
                  </a:lnTo>
                  <a:lnTo>
                    <a:pt x="3596254" y="845452"/>
                  </a:lnTo>
                  <a:lnTo>
                    <a:pt x="3596591" y="837577"/>
                  </a:lnTo>
                  <a:lnTo>
                    <a:pt x="3596927" y="829182"/>
                  </a:lnTo>
                  <a:lnTo>
                    <a:pt x="3597264" y="821399"/>
                  </a:lnTo>
                  <a:lnTo>
                    <a:pt x="3597600" y="814331"/>
                  </a:lnTo>
                  <a:lnTo>
                    <a:pt x="3597937" y="808226"/>
                  </a:lnTo>
                  <a:lnTo>
                    <a:pt x="3598273" y="802304"/>
                  </a:lnTo>
                  <a:lnTo>
                    <a:pt x="3598610" y="795861"/>
                  </a:lnTo>
                  <a:lnTo>
                    <a:pt x="3598946" y="791930"/>
                  </a:lnTo>
                  <a:lnTo>
                    <a:pt x="3599282" y="787384"/>
                  </a:lnTo>
                  <a:lnTo>
                    <a:pt x="3599619" y="782575"/>
                  </a:lnTo>
                  <a:lnTo>
                    <a:pt x="3599955" y="777638"/>
                  </a:lnTo>
                  <a:lnTo>
                    <a:pt x="3600292" y="773007"/>
                  </a:lnTo>
                  <a:lnTo>
                    <a:pt x="3600628" y="769342"/>
                  </a:lnTo>
                  <a:lnTo>
                    <a:pt x="3600965" y="766038"/>
                  </a:lnTo>
                  <a:lnTo>
                    <a:pt x="3601301" y="762886"/>
                  </a:lnTo>
                  <a:lnTo>
                    <a:pt x="3601638" y="760532"/>
                  </a:lnTo>
                  <a:lnTo>
                    <a:pt x="3601974" y="758461"/>
                  </a:lnTo>
                  <a:lnTo>
                    <a:pt x="3602311" y="755081"/>
                  </a:lnTo>
                  <a:lnTo>
                    <a:pt x="3602647" y="751615"/>
                  </a:lnTo>
                  <a:lnTo>
                    <a:pt x="3602984" y="747327"/>
                  </a:lnTo>
                  <a:lnTo>
                    <a:pt x="3603320" y="743113"/>
                  </a:lnTo>
                  <a:lnTo>
                    <a:pt x="3603656" y="739569"/>
                  </a:lnTo>
                  <a:lnTo>
                    <a:pt x="3603993" y="736712"/>
                  </a:lnTo>
                  <a:lnTo>
                    <a:pt x="3604329" y="732890"/>
                  </a:lnTo>
                  <a:lnTo>
                    <a:pt x="3604666" y="730138"/>
                  </a:lnTo>
                  <a:lnTo>
                    <a:pt x="3605002" y="727644"/>
                  </a:lnTo>
                  <a:lnTo>
                    <a:pt x="3605339" y="727241"/>
                  </a:lnTo>
                  <a:lnTo>
                    <a:pt x="3605675" y="727391"/>
                  </a:lnTo>
                  <a:lnTo>
                    <a:pt x="3606012" y="727471"/>
                  </a:lnTo>
                  <a:lnTo>
                    <a:pt x="3606348" y="726046"/>
                  </a:lnTo>
                  <a:lnTo>
                    <a:pt x="3606685" y="724386"/>
                  </a:lnTo>
                  <a:lnTo>
                    <a:pt x="3607021" y="722246"/>
                  </a:lnTo>
                  <a:lnTo>
                    <a:pt x="3607358" y="719786"/>
                  </a:lnTo>
                  <a:lnTo>
                    <a:pt x="3607694" y="718158"/>
                  </a:lnTo>
                  <a:lnTo>
                    <a:pt x="3608030" y="716898"/>
                  </a:lnTo>
                  <a:lnTo>
                    <a:pt x="3608367" y="716579"/>
                  </a:lnTo>
                  <a:lnTo>
                    <a:pt x="3608703" y="715578"/>
                  </a:lnTo>
                  <a:lnTo>
                    <a:pt x="3609040" y="716048"/>
                  </a:lnTo>
                  <a:lnTo>
                    <a:pt x="3609376" y="715558"/>
                  </a:lnTo>
                  <a:lnTo>
                    <a:pt x="3609713" y="716054"/>
                  </a:lnTo>
                  <a:lnTo>
                    <a:pt x="3610049" y="714229"/>
                  </a:lnTo>
                  <a:lnTo>
                    <a:pt x="3610386" y="711943"/>
                  </a:lnTo>
                  <a:lnTo>
                    <a:pt x="3610722" y="709498"/>
                  </a:lnTo>
                  <a:lnTo>
                    <a:pt x="3611059" y="706935"/>
                  </a:lnTo>
                  <a:lnTo>
                    <a:pt x="3611395" y="705167"/>
                  </a:lnTo>
                  <a:lnTo>
                    <a:pt x="3611732" y="703673"/>
                  </a:lnTo>
                  <a:lnTo>
                    <a:pt x="3612068" y="699760"/>
                  </a:lnTo>
                  <a:lnTo>
                    <a:pt x="3612404" y="696069"/>
                  </a:lnTo>
                  <a:lnTo>
                    <a:pt x="3612741" y="692295"/>
                  </a:lnTo>
                  <a:lnTo>
                    <a:pt x="3613077" y="687070"/>
                  </a:lnTo>
                  <a:lnTo>
                    <a:pt x="3613414" y="681499"/>
                  </a:lnTo>
                  <a:lnTo>
                    <a:pt x="3613750" y="676028"/>
                  </a:lnTo>
                  <a:lnTo>
                    <a:pt x="3614087" y="670835"/>
                  </a:lnTo>
                  <a:lnTo>
                    <a:pt x="3614423" y="666002"/>
                  </a:lnTo>
                  <a:lnTo>
                    <a:pt x="3614760" y="660934"/>
                  </a:lnTo>
                  <a:lnTo>
                    <a:pt x="3615096" y="656022"/>
                  </a:lnTo>
                  <a:lnTo>
                    <a:pt x="3615433" y="651177"/>
                  </a:lnTo>
                  <a:lnTo>
                    <a:pt x="3615769" y="643983"/>
                  </a:lnTo>
                  <a:lnTo>
                    <a:pt x="3616106" y="635843"/>
                  </a:lnTo>
                  <a:lnTo>
                    <a:pt x="3616442" y="623915"/>
                  </a:lnTo>
                  <a:lnTo>
                    <a:pt x="3616778" y="611811"/>
                  </a:lnTo>
                  <a:lnTo>
                    <a:pt x="3617115" y="598830"/>
                  </a:lnTo>
                  <a:lnTo>
                    <a:pt x="3617451" y="584812"/>
                  </a:lnTo>
                  <a:lnTo>
                    <a:pt x="3617788" y="569413"/>
                  </a:lnTo>
                  <a:lnTo>
                    <a:pt x="3618124" y="554357"/>
                  </a:lnTo>
                  <a:lnTo>
                    <a:pt x="3618461" y="540634"/>
                  </a:lnTo>
                  <a:lnTo>
                    <a:pt x="3618797" y="526999"/>
                  </a:lnTo>
                  <a:lnTo>
                    <a:pt x="3619134" y="514267"/>
                  </a:lnTo>
                  <a:lnTo>
                    <a:pt x="3619470" y="501508"/>
                  </a:lnTo>
                  <a:lnTo>
                    <a:pt x="3619807" y="490203"/>
                  </a:lnTo>
                  <a:lnTo>
                    <a:pt x="3620143" y="478751"/>
                  </a:lnTo>
                  <a:lnTo>
                    <a:pt x="3620480" y="466707"/>
                  </a:lnTo>
                  <a:lnTo>
                    <a:pt x="3620816" y="454115"/>
                  </a:lnTo>
                  <a:lnTo>
                    <a:pt x="3621152" y="442374"/>
                  </a:lnTo>
                  <a:lnTo>
                    <a:pt x="3621489" y="433910"/>
                  </a:lnTo>
                  <a:lnTo>
                    <a:pt x="3621825" y="428698"/>
                  </a:lnTo>
                  <a:lnTo>
                    <a:pt x="3622162" y="424465"/>
                  </a:lnTo>
                  <a:lnTo>
                    <a:pt x="3622498" y="420753"/>
                  </a:lnTo>
                  <a:lnTo>
                    <a:pt x="3622835" y="417981"/>
                  </a:lnTo>
                  <a:lnTo>
                    <a:pt x="3623171" y="415832"/>
                  </a:lnTo>
                  <a:lnTo>
                    <a:pt x="3623508" y="414351"/>
                  </a:lnTo>
                  <a:lnTo>
                    <a:pt x="3623844" y="413353"/>
                  </a:lnTo>
                  <a:lnTo>
                    <a:pt x="3624181" y="412655"/>
                  </a:lnTo>
                  <a:lnTo>
                    <a:pt x="3624517" y="412383"/>
                  </a:lnTo>
                  <a:lnTo>
                    <a:pt x="3624853" y="411330"/>
                  </a:lnTo>
                  <a:lnTo>
                    <a:pt x="3625190" y="410104"/>
                  </a:lnTo>
                  <a:lnTo>
                    <a:pt x="3625526" y="409710"/>
                  </a:lnTo>
                  <a:lnTo>
                    <a:pt x="3625863" y="410396"/>
                  </a:lnTo>
                  <a:lnTo>
                    <a:pt x="3626199" y="412005"/>
                  </a:lnTo>
                  <a:lnTo>
                    <a:pt x="3626536" y="413328"/>
                  </a:lnTo>
                  <a:lnTo>
                    <a:pt x="3626872" y="415254"/>
                  </a:lnTo>
                  <a:lnTo>
                    <a:pt x="3627209" y="416757"/>
                  </a:lnTo>
                  <a:lnTo>
                    <a:pt x="3627545" y="418419"/>
                  </a:lnTo>
                  <a:lnTo>
                    <a:pt x="3627882" y="420627"/>
                  </a:lnTo>
                  <a:lnTo>
                    <a:pt x="3628218" y="422886"/>
                  </a:lnTo>
                  <a:lnTo>
                    <a:pt x="3628555" y="425158"/>
                  </a:lnTo>
                  <a:lnTo>
                    <a:pt x="3628891" y="428105"/>
                  </a:lnTo>
                  <a:lnTo>
                    <a:pt x="3629227" y="431009"/>
                  </a:lnTo>
                  <a:lnTo>
                    <a:pt x="3629564" y="434476"/>
                  </a:lnTo>
                  <a:lnTo>
                    <a:pt x="3629900" y="439000"/>
                  </a:lnTo>
                  <a:lnTo>
                    <a:pt x="3630237" y="444159"/>
                  </a:lnTo>
                  <a:lnTo>
                    <a:pt x="3630573" y="450124"/>
                  </a:lnTo>
                  <a:lnTo>
                    <a:pt x="3630910" y="456983"/>
                  </a:lnTo>
                  <a:lnTo>
                    <a:pt x="3631246" y="465186"/>
                  </a:lnTo>
                  <a:lnTo>
                    <a:pt x="3631583" y="473870"/>
                  </a:lnTo>
                  <a:lnTo>
                    <a:pt x="3631919" y="483244"/>
                  </a:lnTo>
                  <a:lnTo>
                    <a:pt x="3632256" y="494148"/>
                  </a:lnTo>
                  <a:lnTo>
                    <a:pt x="3632592" y="504747"/>
                  </a:lnTo>
                  <a:lnTo>
                    <a:pt x="3632929" y="517849"/>
                  </a:lnTo>
                  <a:lnTo>
                    <a:pt x="3633265" y="534556"/>
                  </a:lnTo>
                  <a:lnTo>
                    <a:pt x="3633601" y="550906"/>
                  </a:lnTo>
                  <a:lnTo>
                    <a:pt x="3633938" y="567256"/>
                  </a:lnTo>
                  <a:lnTo>
                    <a:pt x="3634274" y="583679"/>
                  </a:lnTo>
                  <a:lnTo>
                    <a:pt x="3634611" y="600702"/>
                  </a:lnTo>
                  <a:lnTo>
                    <a:pt x="3634947" y="617737"/>
                  </a:lnTo>
                  <a:lnTo>
                    <a:pt x="3635284" y="634686"/>
                  </a:lnTo>
                  <a:lnTo>
                    <a:pt x="3635620" y="651476"/>
                  </a:lnTo>
                  <a:lnTo>
                    <a:pt x="3635957" y="668245"/>
                  </a:lnTo>
                  <a:lnTo>
                    <a:pt x="3636293" y="683941"/>
                  </a:lnTo>
                  <a:lnTo>
                    <a:pt x="3636630" y="698913"/>
                  </a:lnTo>
                  <a:lnTo>
                    <a:pt x="3636966" y="712348"/>
                  </a:lnTo>
                  <a:lnTo>
                    <a:pt x="3637303" y="725465"/>
                  </a:lnTo>
                  <a:lnTo>
                    <a:pt x="3637639" y="738639"/>
                  </a:lnTo>
                  <a:lnTo>
                    <a:pt x="3637975" y="751774"/>
                  </a:lnTo>
                  <a:lnTo>
                    <a:pt x="3638312" y="770723"/>
                  </a:lnTo>
                  <a:lnTo>
                    <a:pt x="3638648" y="783422"/>
                  </a:lnTo>
                  <a:lnTo>
                    <a:pt x="3638985" y="794771"/>
                  </a:lnTo>
                  <a:lnTo>
                    <a:pt x="3639321" y="805200"/>
                  </a:lnTo>
                  <a:lnTo>
                    <a:pt x="3639658" y="814602"/>
                  </a:lnTo>
                  <a:lnTo>
                    <a:pt x="3639994" y="822512"/>
                  </a:lnTo>
                  <a:lnTo>
                    <a:pt x="3640331" y="829092"/>
                  </a:lnTo>
                  <a:lnTo>
                    <a:pt x="3640667" y="834737"/>
                  </a:lnTo>
                  <a:lnTo>
                    <a:pt x="3641004" y="836525"/>
                  </a:lnTo>
                  <a:lnTo>
                    <a:pt x="3641340" y="837838"/>
                  </a:lnTo>
                  <a:lnTo>
                    <a:pt x="3641677" y="840317"/>
                  </a:lnTo>
                  <a:lnTo>
                    <a:pt x="3642013" y="841249"/>
                  </a:lnTo>
                  <a:lnTo>
                    <a:pt x="3642349" y="842599"/>
                  </a:lnTo>
                  <a:lnTo>
                    <a:pt x="3642686" y="842914"/>
                  </a:lnTo>
                  <a:lnTo>
                    <a:pt x="3643022" y="841738"/>
                  </a:lnTo>
                  <a:lnTo>
                    <a:pt x="3643359" y="840658"/>
                  </a:lnTo>
                  <a:lnTo>
                    <a:pt x="3643695" y="839650"/>
                  </a:lnTo>
                  <a:lnTo>
                    <a:pt x="3644032" y="838847"/>
                  </a:lnTo>
                  <a:lnTo>
                    <a:pt x="3644368" y="838362"/>
                  </a:lnTo>
                  <a:lnTo>
                    <a:pt x="3644705" y="838769"/>
                  </a:lnTo>
                  <a:lnTo>
                    <a:pt x="3645041" y="840288"/>
                  </a:lnTo>
                  <a:lnTo>
                    <a:pt x="3645378" y="843223"/>
                  </a:lnTo>
                  <a:lnTo>
                    <a:pt x="3645714" y="845489"/>
                  </a:lnTo>
                  <a:lnTo>
                    <a:pt x="3646051" y="848347"/>
                  </a:lnTo>
                  <a:lnTo>
                    <a:pt x="3646387" y="851515"/>
                  </a:lnTo>
                  <a:lnTo>
                    <a:pt x="3646723" y="854215"/>
                  </a:lnTo>
                  <a:lnTo>
                    <a:pt x="3647060" y="856071"/>
                  </a:lnTo>
                  <a:lnTo>
                    <a:pt x="3647396" y="858353"/>
                  </a:lnTo>
                  <a:lnTo>
                    <a:pt x="3647733" y="862500"/>
                  </a:lnTo>
                  <a:lnTo>
                    <a:pt x="3648069" y="866689"/>
                  </a:lnTo>
                  <a:lnTo>
                    <a:pt x="3648406" y="871967"/>
                  </a:lnTo>
                  <a:lnTo>
                    <a:pt x="3648742" y="878094"/>
                  </a:lnTo>
                  <a:lnTo>
                    <a:pt x="3649079" y="885197"/>
                  </a:lnTo>
                  <a:lnTo>
                    <a:pt x="3649415" y="893128"/>
                  </a:lnTo>
                  <a:lnTo>
                    <a:pt x="3649752" y="899780"/>
                  </a:lnTo>
                  <a:lnTo>
                    <a:pt x="3650088" y="905007"/>
                  </a:lnTo>
                  <a:lnTo>
                    <a:pt x="3650425" y="908995"/>
                  </a:lnTo>
                  <a:lnTo>
                    <a:pt x="3650761" y="912918"/>
                  </a:lnTo>
                  <a:lnTo>
                    <a:pt x="3651097" y="917010"/>
                  </a:lnTo>
                  <a:lnTo>
                    <a:pt x="3651434" y="922072"/>
                  </a:lnTo>
                  <a:lnTo>
                    <a:pt x="3651770" y="927477"/>
                  </a:lnTo>
                  <a:lnTo>
                    <a:pt x="3652107" y="933451"/>
                  </a:lnTo>
                  <a:lnTo>
                    <a:pt x="3652443" y="940105"/>
                  </a:lnTo>
                  <a:lnTo>
                    <a:pt x="3652780" y="948980"/>
                  </a:lnTo>
                  <a:lnTo>
                    <a:pt x="3653116" y="958858"/>
                  </a:lnTo>
                  <a:lnTo>
                    <a:pt x="3653453" y="968102"/>
                  </a:lnTo>
                  <a:lnTo>
                    <a:pt x="3653789" y="976497"/>
                  </a:lnTo>
                  <a:lnTo>
                    <a:pt x="3654126" y="983899"/>
                  </a:lnTo>
                  <a:lnTo>
                    <a:pt x="3654462" y="992027"/>
                  </a:lnTo>
                  <a:lnTo>
                    <a:pt x="3654798" y="1000083"/>
                  </a:lnTo>
                  <a:lnTo>
                    <a:pt x="3655135" y="1008016"/>
                  </a:lnTo>
                  <a:lnTo>
                    <a:pt x="3655471" y="1016453"/>
                  </a:lnTo>
                  <a:lnTo>
                    <a:pt x="3655808" y="1021754"/>
                  </a:lnTo>
                  <a:lnTo>
                    <a:pt x="3656144" y="1027467"/>
                  </a:lnTo>
                  <a:lnTo>
                    <a:pt x="3656481" y="1033122"/>
                  </a:lnTo>
                  <a:lnTo>
                    <a:pt x="3656817" y="1039108"/>
                  </a:lnTo>
                  <a:lnTo>
                    <a:pt x="3657154" y="1048941"/>
                  </a:lnTo>
                  <a:lnTo>
                    <a:pt x="3657490" y="1058702"/>
                  </a:lnTo>
                  <a:lnTo>
                    <a:pt x="3657827" y="1067599"/>
                  </a:lnTo>
                  <a:lnTo>
                    <a:pt x="3658163" y="1074968"/>
                  </a:lnTo>
                  <a:lnTo>
                    <a:pt x="3658500" y="1081976"/>
                  </a:lnTo>
                  <a:lnTo>
                    <a:pt x="3658836" y="1090672"/>
                  </a:lnTo>
                  <a:lnTo>
                    <a:pt x="3659172" y="1098525"/>
                  </a:lnTo>
                  <a:lnTo>
                    <a:pt x="3659509" y="1105635"/>
                  </a:lnTo>
                  <a:lnTo>
                    <a:pt x="3659845" y="1112495"/>
                  </a:lnTo>
                  <a:lnTo>
                    <a:pt x="3660182" y="1119181"/>
                  </a:lnTo>
                  <a:lnTo>
                    <a:pt x="3660518" y="1122428"/>
                  </a:lnTo>
                  <a:lnTo>
                    <a:pt x="3660855" y="1127709"/>
                  </a:lnTo>
                  <a:lnTo>
                    <a:pt x="3661191" y="1131455"/>
                  </a:lnTo>
                  <a:lnTo>
                    <a:pt x="3661528" y="1138982"/>
                  </a:lnTo>
                  <a:lnTo>
                    <a:pt x="3661864" y="1146453"/>
                  </a:lnTo>
                  <a:lnTo>
                    <a:pt x="3662201" y="1153149"/>
                  </a:lnTo>
                  <a:lnTo>
                    <a:pt x="3662537" y="1159251"/>
                  </a:lnTo>
                  <a:lnTo>
                    <a:pt x="3662874" y="1165772"/>
                  </a:lnTo>
                  <a:lnTo>
                    <a:pt x="3663210" y="1172587"/>
                  </a:lnTo>
                  <a:lnTo>
                    <a:pt x="3663546" y="1179962"/>
                  </a:lnTo>
                  <a:lnTo>
                    <a:pt x="3663883" y="1183629"/>
                  </a:lnTo>
                  <a:lnTo>
                    <a:pt x="3664219" y="1188134"/>
                  </a:lnTo>
                  <a:lnTo>
                    <a:pt x="3664556" y="1192472"/>
                  </a:lnTo>
                  <a:lnTo>
                    <a:pt x="3664892" y="1196493"/>
                  </a:lnTo>
                  <a:lnTo>
                    <a:pt x="3665229" y="1199843"/>
                  </a:lnTo>
                  <a:lnTo>
                    <a:pt x="3665565" y="1203579"/>
                  </a:lnTo>
                  <a:lnTo>
                    <a:pt x="3665902" y="1208167"/>
                  </a:lnTo>
                  <a:lnTo>
                    <a:pt x="3666238" y="1210401"/>
                  </a:lnTo>
                  <a:lnTo>
                    <a:pt x="3666575" y="1213328"/>
                  </a:lnTo>
                  <a:lnTo>
                    <a:pt x="3666911" y="1215394"/>
                  </a:lnTo>
                  <a:lnTo>
                    <a:pt x="3667248" y="1217857"/>
                  </a:lnTo>
                  <a:lnTo>
                    <a:pt x="3667584" y="1220277"/>
                  </a:lnTo>
                  <a:lnTo>
                    <a:pt x="3667920" y="1222097"/>
                  </a:lnTo>
                  <a:lnTo>
                    <a:pt x="3668257" y="1221843"/>
                  </a:lnTo>
                  <a:lnTo>
                    <a:pt x="3668593" y="1218930"/>
                  </a:lnTo>
                  <a:lnTo>
                    <a:pt x="3668930" y="1214801"/>
                  </a:lnTo>
                  <a:lnTo>
                    <a:pt x="3669266" y="1211114"/>
                  </a:lnTo>
                  <a:lnTo>
                    <a:pt x="3669603" y="1206126"/>
                  </a:lnTo>
                  <a:lnTo>
                    <a:pt x="3669939" y="1202150"/>
                  </a:lnTo>
                  <a:lnTo>
                    <a:pt x="3670276" y="1200045"/>
                  </a:lnTo>
                  <a:lnTo>
                    <a:pt x="3670612" y="1198050"/>
                  </a:lnTo>
                  <a:lnTo>
                    <a:pt x="3670949" y="1195782"/>
                  </a:lnTo>
                  <a:lnTo>
                    <a:pt x="3671285" y="1193307"/>
                  </a:lnTo>
                  <a:lnTo>
                    <a:pt x="3671622" y="1192452"/>
                  </a:lnTo>
                  <a:lnTo>
                    <a:pt x="3671958" y="1190886"/>
                  </a:lnTo>
                  <a:lnTo>
                    <a:pt x="3672294" y="1188608"/>
                  </a:lnTo>
                  <a:lnTo>
                    <a:pt x="3672631" y="1184129"/>
                  </a:lnTo>
                  <a:lnTo>
                    <a:pt x="3672967" y="1179448"/>
                  </a:lnTo>
                  <a:lnTo>
                    <a:pt x="3673304" y="1175152"/>
                  </a:lnTo>
                  <a:lnTo>
                    <a:pt x="3673640" y="1171783"/>
                  </a:lnTo>
                  <a:lnTo>
                    <a:pt x="3673977" y="1168830"/>
                  </a:lnTo>
                  <a:lnTo>
                    <a:pt x="3674313" y="1166031"/>
                  </a:lnTo>
                  <a:lnTo>
                    <a:pt x="3674650" y="1163286"/>
                  </a:lnTo>
                  <a:lnTo>
                    <a:pt x="3674986" y="1160256"/>
                  </a:lnTo>
                  <a:lnTo>
                    <a:pt x="3675323" y="1156245"/>
                  </a:lnTo>
                  <a:lnTo>
                    <a:pt x="3675659" y="1151428"/>
                  </a:lnTo>
                  <a:lnTo>
                    <a:pt x="3675996" y="1146087"/>
                  </a:lnTo>
                  <a:lnTo>
                    <a:pt x="3676332" y="1140199"/>
                  </a:lnTo>
                  <a:lnTo>
                    <a:pt x="3676668" y="1134841"/>
                  </a:lnTo>
                  <a:lnTo>
                    <a:pt x="3677005" y="1129136"/>
                  </a:lnTo>
                  <a:lnTo>
                    <a:pt x="3677341" y="1123471"/>
                  </a:lnTo>
                  <a:lnTo>
                    <a:pt x="3677678" y="1118448"/>
                  </a:lnTo>
                  <a:lnTo>
                    <a:pt x="3678014" y="1113064"/>
                  </a:lnTo>
                  <a:lnTo>
                    <a:pt x="3678351" y="1107431"/>
                  </a:lnTo>
                  <a:lnTo>
                    <a:pt x="3678687" y="1100987"/>
                  </a:lnTo>
                  <a:lnTo>
                    <a:pt x="3679024" y="1094348"/>
                  </a:lnTo>
                  <a:lnTo>
                    <a:pt x="3679360" y="1088542"/>
                  </a:lnTo>
                  <a:lnTo>
                    <a:pt x="3679697" y="1081807"/>
                  </a:lnTo>
                  <a:lnTo>
                    <a:pt x="3680033" y="1074385"/>
                  </a:lnTo>
                  <a:lnTo>
                    <a:pt x="3680370" y="1066307"/>
                  </a:lnTo>
                  <a:lnTo>
                    <a:pt x="3680706" y="1058029"/>
                  </a:lnTo>
                  <a:lnTo>
                    <a:pt x="3681042" y="1053575"/>
                  </a:lnTo>
                  <a:lnTo>
                    <a:pt x="3681379" y="1048573"/>
                  </a:lnTo>
                  <a:lnTo>
                    <a:pt x="3681715" y="1043859"/>
                  </a:lnTo>
                  <a:lnTo>
                    <a:pt x="3682052" y="1040430"/>
                  </a:lnTo>
                  <a:lnTo>
                    <a:pt x="3682388" y="1038058"/>
                  </a:lnTo>
                  <a:lnTo>
                    <a:pt x="3682725" y="1036343"/>
                  </a:lnTo>
                  <a:lnTo>
                    <a:pt x="3683061" y="1037249"/>
                  </a:lnTo>
                  <a:lnTo>
                    <a:pt x="3683398" y="1041144"/>
                  </a:lnTo>
                  <a:lnTo>
                    <a:pt x="3683734" y="1048656"/>
                  </a:lnTo>
                  <a:lnTo>
                    <a:pt x="3684071" y="1057030"/>
                  </a:lnTo>
                  <a:lnTo>
                    <a:pt x="3684407" y="1065717"/>
                  </a:lnTo>
                  <a:lnTo>
                    <a:pt x="3684744" y="1074422"/>
                  </a:lnTo>
                  <a:lnTo>
                    <a:pt x="3685080" y="1083303"/>
                  </a:lnTo>
                  <a:lnTo>
                    <a:pt x="3685416" y="1092471"/>
                  </a:lnTo>
                  <a:lnTo>
                    <a:pt x="3685753" y="1100628"/>
                  </a:lnTo>
                  <a:lnTo>
                    <a:pt x="3686089" y="1108639"/>
                  </a:lnTo>
                  <a:lnTo>
                    <a:pt x="3686426" y="1115848"/>
                  </a:lnTo>
                  <a:lnTo>
                    <a:pt x="3686762" y="1122066"/>
                  </a:lnTo>
                  <a:lnTo>
                    <a:pt x="3687099" y="1127040"/>
                  </a:lnTo>
                  <a:lnTo>
                    <a:pt x="3687435" y="1130803"/>
                  </a:lnTo>
                  <a:lnTo>
                    <a:pt x="3687772" y="1133965"/>
                  </a:lnTo>
                  <a:lnTo>
                    <a:pt x="3688108" y="1138134"/>
                  </a:lnTo>
                  <a:lnTo>
                    <a:pt x="3688445" y="1142632"/>
                  </a:lnTo>
                  <a:lnTo>
                    <a:pt x="3688781" y="1144499"/>
                  </a:lnTo>
                  <a:lnTo>
                    <a:pt x="3689117" y="1143420"/>
                  </a:lnTo>
                  <a:lnTo>
                    <a:pt x="3689454" y="1141780"/>
                  </a:lnTo>
                  <a:lnTo>
                    <a:pt x="3689790" y="1140102"/>
                  </a:lnTo>
                  <a:lnTo>
                    <a:pt x="3690127" y="1138035"/>
                  </a:lnTo>
                  <a:lnTo>
                    <a:pt x="3690463" y="1136050"/>
                  </a:lnTo>
                  <a:lnTo>
                    <a:pt x="3690800" y="1134439"/>
                  </a:lnTo>
                  <a:lnTo>
                    <a:pt x="3691136" y="1132660"/>
                  </a:lnTo>
                  <a:lnTo>
                    <a:pt x="3691473" y="1131198"/>
                  </a:lnTo>
                  <a:lnTo>
                    <a:pt x="3691809" y="1129852"/>
                  </a:lnTo>
                  <a:lnTo>
                    <a:pt x="3692146" y="1128211"/>
                  </a:lnTo>
                  <a:lnTo>
                    <a:pt x="3692482" y="1127013"/>
                  </a:lnTo>
                  <a:lnTo>
                    <a:pt x="3692819" y="1125189"/>
                  </a:lnTo>
                  <a:lnTo>
                    <a:pt x="3693155" y="1122489"/>
                  </a:lnTo>
                  <a:lnTo>
                    <a:pt x="3693491" y="1118827"/>
                  </a:lnTo>
                  <a:lnTo>
                    <a:pt x="3693828" y="1115333"/>
                  </a:lnTo>
                  <a:lnTo>
                    <a:pt x="3694164" y="1111936"/>
                  </a:lnTo>
                  <a:lnTo>
                    <a:pt x="3694501" y="1109195"/>
                  </a:lnTo>
                  <a:lnTo>
                    <a:pt x="3694837" y="1105800"/>
                  </a:lnTo>
                  <a:lnTo>
                    <a:pt x="3695174" y="1102665"/>
                  </a:lnTo>
                  <a:lnTo>
                    <a:pt x="3695510" y="1100140"/>
                  </a:lnTo>
                  <a:lnTo>
                    <a:pt x="3695847" y="1096709"/>
                  </a:lnTo>
                  <a:lnTo>
                    <a:pt x="3696183" y="1093509"/>
                  </a:lnTo>
                  <a:lnTo>
                    <a:pt x="3696520" y="1090761"/>
                  </a:lnTo>
                  <a:lnTo>
                    <a:pt x="3696856" y="1087063"/>
                  </a:lnTo>
                  <a:lnTo>
                    <a:pt x="3697193" y="1084549"/>
                  </a:lnTo>
                  <a:lnTo>
                    <a:pt x="3697529" y="1079180"/>
                  </a:lnTo>
                  <a:lnTo>
                    <a:pt x="3697865" y="1075823"/>
                  </a:lnTo>
                  <a:lnTo>
                    <a:pt x="3698202" y="1072015"/>
                  </a:lnTo>
                  <a:lnTo>
                    <a:pt x="3698538" y="1068304"/>
                  </a:lnTo>
                  <a:lnTo>
                    <a:pt x="3698875" y="1063640"/>
                  </a:lnTo>
                  <a:lnTo>
                    <a:pt x="3699211" y="1057607"/>
                  </a:lnTo>
                  <a:lnTo>
                    <a:pt x="3699548" y="1050670"/>
                  </a:lnTo>
                  <a:lnTo>
                    <a:pt x="3699884" y="1043550"/>
                  </a:lnTo>
                  <a:lnTo>
                    <a:pt x="3700221" y="1036245"/>
                  </a:lnTo>
                  <a:lnTo>
                    <a:pt x="3700557" y="1028233"/>
                  </a:lnTo>
                  <a:lnTo>
                    <a:pt x="3700894" y="1020153"/>
                  </a:lnTo>
                  <a:lnTo>
                    <a:pt x="3701230" y="1011575"/>
                  </a:lnTo>
                  <a:lnTo>
                    <a:pt x="3701567" y="1002157"/>
                  </a:lnTo>
                  <a:lnTo>
                    <a:pt x="3701903" y="991341"/>
                  </a:lnTo>
                  <a:lnTo>
                    <a:pt x="3702239" y="981772"/>
                  </a:lnTo>
                  <a:lnTo>
                    <a:pt x="3702576" y="973131"/>
                  </a:lnTo>
                  <a:lnTo>
                    <a:pt x="3702912" y="964738"/>
                  </a:lnTo>
                  <a:lnTo>
                    <a:pt x="3703249" y="955563"/>
                  </a:lnTo>
                  <a:lnTo>
                    <a:pt x="3703585" y="947623"/>
                  </a:lnTo>
                  <a:lnTo>
                    <a:pt x="3703922" y="940628"/>
                  </a:lnTo>
                  <a:lnTo>
                    <a:pt x="3704258" y="933745"/>
                  </a:lnTo>
                  <a:lnTo>
                    <a:pt x="3704595" y="928437"/>
                  </a:lnTo>
                  <a:lnTo>
                    <a:pt x="3704931" y="923243"/>
                  </a:lnTo>
                  <a:lnTo>
                    <a:pt x="3705268" y="918697"/>
                  </a:lnTo>
                  <a:lnTo>
                    <a:pt x="3705604" y="914800"/>
                  </a:lnTo>
                  <a:lnTo>
                    <a:pt x="3705941" y="910741"/>
                  </a:lnTo>
                  <a:lnTo>
                    <a:pt x="3706277" y="906506"/>
                  </a:lnTo>
                  <a:lnTo>
                    <a:pt x="3706613" y="903835"/>
                  </a:lnTo>
                  <a:lnTo>
                    <a:pt x="3706950" y="902279"/>
                  </a:lnTo>
                  <a:lnTo>
                    <a:pt x="3707286" y="900825"/>
                  </a:lnTo>
                  <a:lnTo>
                    <a:pt x="3707623" y="899459"/>
                  </a:lnTo>
                  <a:lnTo>
                    <a:pt x="3707959" y="898557"/>
                  </a:lnTo>
                  <a:lnTo>
                    <a:pt x="3708296" y="898144"/>
                  </a:lnTo>
                  <a:lnTo>
                    <a:pt x="3708632" y="897878"/>
                  </a:lnTo>
                  <a:lnTo>
                    <a:pt x="3708969" y="896393"/>
                  </a:lnTo>
                  <a:lnTo>
                    <a:pt x="3709305" y="895475"/>
                  </a:lnTo>
                  <a:lnTo>
                    <a:pt x="3709642" y="892087"/>
                  </a:lnTo>
                  <a:lnTo>
                    <a:pt x="3709978" y="889716"/>
                  </a:lnTo>
                  <a:lnTo>
                    <a:pt x="3710315" y="888233"/>
                  </a:lnTo>
                  <a:lnTo>
                    <a:pt x="3710651" y="885934"/>
                  </a:lnTo>
                  <a:lnTo>
                    <a:pt x="3710987" y="883582"/>
                  </a:lnTo>
                  <a:lnTo>
                    <a:pt x="3711324" y="881625"/>
                  </a:lnTo>
                  <a:lnTo>
                    <a:pt x="3711660" y="879059"/>
                  </a:lnTo>
                  <a:lnTo>
                    <a:pt x="3711997" y="874004"/>
                  </a:lnTo>
                  <a:lnTo>
                    <a:pt x="3712333" y="870927"/>
                  </a:lnTo>
                  <a:lnTo>
                    <a:pt x="3712670" y="864298"/>
                  </a:lnTo>
                  <a:lnTo>
                    <a:pt x="3713006" y="858802"/>
                  </a:lnTo>
                  <a:lnTo>
                    <a:pt x="3713343" y="853148"/>
                  </a:lnTo>
                  <a:lnTo>
                    <a:pt x="3713679" y="847565"/>
                  </a:lnTo>
                  <a:lnTo>
                    <a:pt x="3714016" y="842630"/>
                  </a:lnTo>
                  <a:lnTo>
                    <a:pt x="3714352" y="838966"/>
                  </a:lnTo>
                  <a:lnTo>
                    <a:pt x="3714689" y="836200"/>
                  </a:lnTo>
                  <a:lnTo>
                    <a:pt x="3715025" y="834246"/>
                  </a:lnTo>
                  <a:lnTo>
                    <a:pt x="3715361" y="833333"/>
                  </a:lnTo>
                  <a:lnTo>
                    <a:pt x="3715698" y="831782"/>
                  </a:lnTo>
                  <a:lnTo>
                    <a:pt x="3716034" y="829856"/>
                  </a:lnTo>
                  <a:lnTo>
                    <a:pt x="3716371" y="827313"/>
                  </a:lnTo>
                  <a:lnTo>
                    <a:pt x="3716707" y="824023"/>
                  </a:lnTo>
                  <a:lnTo>
                    <a:pt x="3717044" y="820876"/>
                  </a:lnTo>
                  <a:lnTo>
                    <a:pt x="3717380" y="817535"/>
                  </a:lnTo>
                  <a:lnTo>
                    <a:pt x="3717717" y="814022"/>
                  </a:lnTo>
                  <a:lnTo>
                    <a:pt x="3718053" y="810530"/>
                  </a:lnTo>
                  <a:lnTo>
                    <a:pt x="3718390" y="804682"/>
                  </a:lnTo>
                  <a:lnTo>
                    <a:pt x="3718726" y="796909"/>
                  </a:lnTo>
                  <a:lnTo>
                    <a:pt x="3719063" y="787806"/>
                  </a:lnTo>
                  <a:lnTo>
                    <a:pt x="3719399" y="782392"/>
                  </a:lnTo>
                  <a:lnTo>
                    <a:pt x="3719735" y="776986"/>
                  </a:lnTo>
                  <a:lnTo>
                    <a:pt x="3720072" y="771021"/>
                  </a:lnTo>
                  <a:lnTo>
                    <a:pt x="3720408" y="764173"/>
                  </a:lnTo>
                  <a:lnTo>
                    <a:pt x="3720745" y="760011"/>
                  </a:lnTo>
                  <a:lnTo>
                    <a:pt x="3721081" y="757459"/>
                  </a:lnTo>
                  <a:lnTo>
                    <a:pt x="3721418" y="755547"/>
                  </a:lnTo>
                  <a:lnTo>
                    <a:pt x="3721754" y="754040"/>
                  </a:lnTo>
                  <a:lnTo>
                    <a:pt x="3722091" y="752434"/>
                  </a:lnTo>
                  <a:lnTo>
                    <a:pt x="3722427" y="751189"/>
                  </a:lnTo>
                  <a:lnTo>
                    <a:pt x="3722764" y="750456"/>
                  </a:lnTo>
                  <a:lnTo>
                    <a:pt x="3723100" y="749887"/>
                  </a:lnTo>
                  <a:lnTo>
                    <a:pt x="3723436" y="750613"/>
                  </a:lnTo>
                  <a:lnTo>
                    <a:pt x="3723773" y="751639"/>
                  </a:lnTo>
                  <a:lnTo>
                    <a:pt x="3724109" y="752773"/>
                  </a:lnTo>
                  <a:lnTo>
                    <a:pt x="3724446" y="753532"/>
                  </a:lnTo>
                  <a:lnTo>
                    <a:pt x="3724782" y="753839"/>
                  </a:lnTo>
                  <a:lnTo>
                    <a:pt x="3725119" y="755044"/>
                  </a:lnTo>
                  <a:lnTo>
                    <a:pt x="3725455" y="756365"/>
                  </a:lnTo>
                  <a:lnTo>
                    <a:pt x="3725792" y="758200"/>
                  </a:lnTo>
                  <a:lnTo>
                    <a:pt x="3726128" y="758511"/>
                  </a:lnTo>
                  <a:lnTo>
                    <a:pt x="3726465" y="759316"/>
                  </a:lnTo>
                  <a:lnTo>
                    <a:pt x="3726801" y="759531"/>
                  </a:lnTo>
                  <a:lnTo>
                    <a:pt x="3727138" y="760148"/>
                  </a:lnTo>
                  <a:lnTo>
                    <a:pt x="3727474" y="760211"/>
                  </a:lnTo>
                  <a:lnTo>
                    <a:pt x="3727810" y="762114"/>
                  </a:lnTo>
                  <a:lnTo>
                    <a:pt x="3728147" y="760836"/>
                  </a:lnTo>
                  <a:lnTo>
                    <a:pt x="3728483" y="760449"/>
                  </a:lnTo>
                  <a:lnTo>
                    <a:pt x="3728820" y="759462"/>
                  </a:lnTo>
                  <a:lnTo>
                    <a:pt x="3729156" y="757530"/>
                  </a:lnTo>
                  <a:lnTo>
                    <a:pt x="3729493" y="756391"/>
                  </a:lnTo>
                  <a:lnTo>
                    <a:pt x="3729829" y="754971"/>
                  </a:lnTo>
                  <a:lnTo>
                    <a:pt x="3730166" y="753001"/>
                  </a:lnTo>
                  <a:lnTo>
                    <a:pt x="3730502" y="752380"/>
                  </a:lnTo>
                  <a:lnTo>
                    <a:pt x="3730839" y="750616"/>
                  </a:lnTo>
                  <a:lnTo>
                    <a:pt x="3731175" y="748626"/>
                  </a:lnTo>
                  <a:lnTo>
                    <a:pt x="3731512" y="746557"/>
                  </a:lnTo>
                  <a:lnTo>
                    <a:pt x="3731848" y="744627"/>
                  </a:lnTo>
                  <a:lnTo>
                    <a:pt x="3732184" y="742769"/>
                  </a:lnTo>
                  <a:lnTo>
                    <a:pt x="3732521" y="741796"/>
                  </a:lnTo>
                  <a:lnTo>
                    <a:pt x="3732857" y="741094"/>
                  </a:lnTo>
                  <a:lnTo>
                    <a:pt x="3733194" y="740130"/>
                  </a:lnTo>
                  <a:lnTo>
                    <a:pt x="3733530" y="739115"/>
                  </a:lnTo>
                  <a:lnTo>
                    <a:pt x="3733867" y="738032"/>
                  </a:lnTo>
                  <a:lnTo>
                    <a:pt x="3734203" y="737912"/>
                  </a:lnTo>
                  <a:lnTo>
                    <a:pt x="3734540" y="736906"/>
                  </a:lnTo>
                  <a:lnTo>
                    <a:pt x="3734876" y="735186"/>
                  </a:lnTo>
                  <a:lnTo>
                    <a:pt x="3735213" y="733282"/>
                  </a:lnTo>
                  <a:lnTo>
                    <a:pt x="3735549" y="731666"/>
                  </a:lnTo>
                  <a:lnTo>
                    <a:pt x="3735886" y="731859"/>
                  </a:lnTo>
                  <a:lnTo>
                    <a:pt x="3736222" y="730902"/>
                  </a:lnTo>
                  <a:lnTo>
                    <a:pt x="3736558" y="729332"/>
                  </a:lnTo>
                  <a:lnTo>
                    <a:pt x="3736895" y="728014"/>
                  </a:lnTo>
                  <a:lnTo>
                    <a:pt x="3737231" y="726320"/>
                  </a:lnTo>
                  <a:lnTo>
                    <a:pt x="3737568" y="723783"/>
                  </a:lnTo>
                  <a:lnTo>
                    <a:pt x="3737904" y="721404"/>
                  </a:lnTo>
                  <a:lnTo>
                    <a:pt x="3738241" y="719769"/>
                  </a:lnTo>
                  <a:lnTo>
                    <a:pt x="3738577" y="718384"/>
                  </a:lnTo>
                  <a:lnTo>
                    <a:pt x="3738914" y="717070"/>
                  </a:lnTo>
                  <a:lnTo>
                    <a:pt x="3739250" y="712515"/>
                  </a:lnTo>
                  <a:lnTo>
                    <a:pt x="3739587" y="709519"/>
                  </a:lnTo>
                  <a:lnTo>
                    <a:pt x="3739923" y="707744"/>
                  </a:lnTo>
                  <a:lnTo>
                    <a:pt x="3740260" y="706731"/>
                  </a:lnTo>
                  <a:lnTo>
                    <a:pt x="3740596" y="706602"/>
                  </a:lnTo>
                  <a:lnTo>
                    <a:pt x="3740932" y="707802"/>
                  </a:lnTo>
                  <a:lnTo>
                    <a:pt x="3741269" y="708427"/>
                  </a:lnTo>
                  <a:lnTo>
                    <a:pt x="3741605" y="709174"/>
                  </a:lnTo>
                  <a:lnTo>
                    <a:pt x="3741942" y="710518"/>
                  </a:lnTo>
                  <a:lnTo>
                    <a:pt x="3742278" y="711308"/>
                  </a:lnTo>
                  <a:lnTo>
                    <a:pt x="3742615" y="712012"/>
                  </a:lnTo>
                  <a:lnTo>
                    <a:pt x="3742951" y="712429"/>
                  </a:lnTo>
                  <a:lnTo>
                    <a:pt x="3743288" y="712579"/>
                  </a:lnTo>
                  <a:lnTo>
                    <a:pt x="3743624" y="711998"/>
                  </a:lnTo>
                  <a:lnTo>
                    <a:pt x="3743961" y="710654"/>
                  </a:lnTo>
                  <a:lnTo>
                    <a:pt x="3744297" y="709634"/>
                  </a:lnTo>
                  <a:lnTo>
                    <a:pt x="3744634" y="708312"/>
                  </a:lnTo>
                  <a:lnTo>
                    <a:pt x="3744970" y="710202"/>
                  </a:lnTo>
                  <a:lnTo>
                    <a:pt x="3745306" y="711578"/>
                  </a:lnTo>
                  <a:lnTo>
                    <a:pt x="3745643" y="715408"/>
                  </a:lnTo>
                  <a:lnTo>
                    <a:pt x="3745979" y="719558"/>
                  </a:lnTo>
                  <a:lnTo>
                    <a:pt x="3746316" y="723415"/>
                  </a:lnTo>
                  <a:lnTo>
                    <a:pt x="3746652" y="727522"/>
                  </a:lnTo>
                  <a:lnTo>
                    <a:pt x="3746989" y="732053"/>
                  </a:lnTo>
                  <a:lnTo>
                    <a:pt x="3747325" y="737909"/>
                  </a:lnTo>
                  <a:lnTo>
                    <a:pt x="3747662" y="745205"/>
                  </a:lnTo>
                  <a:lnTo>
                    <a:pt x="3747998" y="753374"/>
                  </a:lnTo>
                  <a:lnTo>
                    <a:pt x="3748335" y="758290"/>
                  </a:lnTo>
                  <a:lnTo>
                    <a:pt x="3748671" y="764285"/>
                  </a:lnTo>
                  <a:lnTo>
                    <a:pt x="3749008" y="769909"/>
                  </a:lnTo>
                  <a:lnTo>
                    <a:pt x="3749344" y="774103"/>
                  </a:lnTo>
                  <a:lnTo>
                    <a:pt x="3749680" y="777349"/>
                  </a:lnTo>
                  <a:lnTo>
                    <a:pt x="3750017" y="780308"/>
                  </a:lnTo>
                  <a:lnTo>
                    <a:pt x="3750353" y="781585"/>
                  </a:lnTo>
                  <a:lnTo>
                    <a:pt x="3750690" y="779965"/>
                  </a:lnTo>
                  <a:lnTo>
                    <a:pt x="3751026" y="778056"/>
                  </a:lnTo>
                  <a:lnTo>
                    <a:pt x="3751363" y="772987"/>
                  </a:lnTo>
                  <a:lnTo>
                    <a:pt x="3751699" y="769509"/>
                  </a:lnTo>
                  <a:lnTo>
                    <a:pt x="3752036" y="766882"/>
                  </a:lnTo>
                  <a:lnTo>
                    <a:pt x="3752372" y="764941"/>
                  </a:lnTo>
                  <a:lnTo>
                    <a:pt x="3752709" y="761657"/>
                  </a:lnTo>
                  <a:lnTo>
                    <a:pt x="3753045" y="757746"/>
                  </a:lnTo>
                  <a:lnTo>
                    <a:pt x="3753382" y="753054"/>
                  </a:lnTo>
                  <a:lnTo>
                    <a:pt x="3753718" y="747835"/>
                  </a:lnTo>
                  <a:lnTo>
                    <a:pt x="3754054" y="742802"/>
                  </a:lnTo>
                  <a:lnTo>
                    <a:pt x="3754391" y="738036"/>
                  </a:lnTo>
                  <a:lnTo>
                    <a:pt x="3754727" y="734338"/>
                  </a:lnTo>
                  <a:lnTo>
                    <a:pt x="3755064" y="731255"/>
                  </a:lnTo>
                  <a:lnTo>
                    <a:pt x="3755400" y="727324"/>
                  </a:lnTo>
                  <a:lnTo>
                    <a:pt x="3755737" y="722955"/>
                  </a:lnTo>
                  <a:lnTo>
                    <a:pt x="3756073" y="721035"/>
                  </a:lnTo>
                  <a:lnTo>
                    <a:pt x="3756410" y="718320"/>
                  </a:lnTo>
                  <a:lnTo>
                    <a:pt x="3756746" y="717748"/>
                  </a:lnTo>
                  <a:lnTo>
                    <a:pt x="3757083" y="716179"/>
                  </a:lnTo>
                  <a:lnTo>
                    <a:pt x="3757419" y="715255"/>
                  </a:lnTo>
                  <a:lnTo>
                    <a:pt x="3757755" y="715019"/>
                  </a:lnTo>
                  <a:lnTo>
                    <a:pt x="3758092" y="715164"/>
                  </a:lnTo>
                  <a:lnTo>
                    <a:pt x="3758428" y="714813"/>
                  </a:lnTo>
                  <a:lnTo>
                    <a:pt x="3758765" y="714077"/>
                  </a:lnTo>
                  <a:lnTo>
                    <a:pt x="3759101" y="713218"/>
                  </a:lnTo>
                  <a:lnTo>
                    <a:pt x="3759438" y="713567"/>
                  </a:lnTo>
                  <a:lnTo>
                    <a:pt x="3759774" y="713661"/>
                  </a:lnTo>
                  <a:lnTo>
                    <a:pt x="3760111" y="713286"/>
                  </a:lnTo>
                  <a:lnTo>
                    <a:pt x="3760447" y="713174"/>
                  </a:lnTo>
                  <a:lnTo>
                    <a:pt x="3760784" y="713650"/>
                  </a:lnTo>
                  <a:lnTo>
                    <a:pt x="3761120" y="714413"/>
                  </a:lnTo>
                  <a:lnTo>
                    <a:pt x="3761457" y="714989"/>
                  </a:lnTo>
                  <a:lnTo>
                    <a:pt x="3761793" y="715390"/>
                  </a:lnTo>
                  <a:lnTo>
                    <a:pt x="3762129" y="716214"/>
                  </a:lnTo>
                  <a:lnTo>
                    <a:pt x="3762466" y="716602"/>
                  </a:lnTo>
                  <a:lnTo>
                    <a:pt x="3762802" y="716449"/>
                  </a:lnTo>
                  <a:lnTo>
                    <a:pt x="3763139" y="717636"/>
                  </a:lnTo>
                  <a:lnTo>
                    <a:pt x="3763475" y="718176"/>
                  </a:lnTo>
                  <a:lnTo>
                    <a:pt x="3763812" y="717765"/>
                  </a:lnTo>
                  <a:lnTo>
                    <a:pt x="3764148" y="718408"/>
                  </a:lnTo>
                  <a:lnTo>
                    <a:pt x="3764485" y="717791"/>
                  </a:lnTo>
                  <a:lnTo>
                    <a:pt x="3764821" y="720015"/>
                  </a:lnTo>
                  <a:lnTo>
                    <a:pt x="3765158" y="719988"/>
                  </a:lnTo>
                  <a:lnTo>
                    <a:pt x="3765494" y="720309"/>
                  </a:lnTo>
                  <a:lnTo>
                    <a:pt x="3765831" y="720283"/>
                  </a:lnTo>
                  <a:lnTo>
                    <a:pt x="3766167" y="720642"/>
                  </a:lnTo>
                  <a:lnTo>
                    <a:pt x="3766503" y="721945"/>
                  </a:lnTo>
                  <a:lnTo>
                    <a:pt x="3766840" y="724045"/>
                  </a:lnTo>
                  <a:lnTo>
                    <a:pt x="3767176" y="726302"/>
                  </a:lnTo>
                  <a:lnTo>
                    <a:pt x="3767513" y="728867"/>
                  </a:lnTo>
                  <a:lnTo>
                    <a:pt x="3767849" y="731623"/>
                  </a:lnTo>
                  <a:lnTo>
                    <a:pt x="3768186" y="734340"/>
                  </a:lnTo>
                  <a:lnTo>
                    <a:pt x="3768522" y="737853"/>
                  </a:lnTo>
                  <a:lnTo>
                    <a:pt x="3768859" y="742213"/>
                  </a:lnTo>
                  <a:lnTo>
                    <a:pt x="3769195" y="748249"/>
                  </a:lnTo>
                  <a:lnTo>
                    <a:pt x="3769532" y="752602"/>
                  </a:lnTo>
                  <a:lnTo>
                    <a:pt x="3769868" y="755282"/>
                  </a:lnTo>
                  <a:lnTo>
                    <a:pt x="3770205" y="757939"/>
                  </a:lnTo>
                  <a:lnTo>
                    <a:pt x="3770541" y="760659"/>
                  </a:lnTo>
                  <a:lnTo>
                    <a:pt x="3770877" y="762427"/>
                  </a:lnTo>
                  <a:lnTo>
                    <a:pt x="3771214" y="763836"/>
                  </a:lnTo>
                  <a:lnTo>
                    <a:pt x="3771550" y="766516"/>
                  </a:lnTo>
                  <a:lnTo>
                    <a:pt x="3771887" y="767327"/>
                  </a:lnTo>
                  <a:lnTo>
                    <a:pt x="3772223" y="768305"/>
                  </a:lnTo>
                  <a:lnTo>
                    <a:pt x="3772560" y="769264"/>
                  </a:lnTo>
                  <a:lnTo>
                    <a:pt x="3772896" y="769784"/>
                  </a:lnTo>
                  <a:lnTo>
                    <a:pt x="3773233" y="771481"/>
                  </a:lnTo>
                  <a:lnTo>
                    <a:pt x="3773569" y="773692"/>
                  </a:lnTo>
                  <a:lnTo>
                    <a:pt x="3773906" y="774678"/>
                  </a:lnTo>
                  <a:lnTo>
                    <a:pt x="3774242" y="774717"/>
                  </a:lnTo>
                  <a:lnTo>
                    <a:pt x="3774579" y="775957"/>
                  </a:lnTo>
                  <a:lnTo>
                    <a:pt x="3774915" y="777965"/>
                  </a:lnTo>
                  <a:lnTo>
                    <a:pt x="3775251" y="780619"/>
                  </a:lnTo>
                  <a:lnTo>
                    <a:pt x="3775588" y="783491"/>
                  </a:lnTo>
                  <a:lnTo>
                    <a:pt x="3775924" y="786396"/>
                  </a:lnTo>
                  <a:lnTo>
                    <a:pt x="3776261" y="790108"/>
                  </a:lnTo>
                  <a:lnTo>
                    <a:pt x="3776597" y="793167"/>
                  </a:lnTo>
                  <a:lnTo>
                    <a:pt x="3776934" y="798400"/>
                  </a:lnTo>
                  <a:lnTo>
                    <a:pt x="3777270" y="803922"/>
                  </a:lnTo>
                  <a:lnTo>
                    <a:pt x="3777607" y="809938"/>
                  </a:lnTo>
                  <a:lnTo>
                    <a:pt x="3777943" y="816184"/>
                  </a:lnTo>
                  <a:lnTo>
                    <a:pt x="3778280" y="821292"/>
                  </a:lnTo>
                  <a:lnTo>
                    <a:pt x="3778616" y="825465"/>
                  </a:lnTo>
                  <a:lnTo>
                    <a:pt x="3778953" y="830485"/>
                  </a:lnTo>
                  <a:lnTo>
                    <a:pt x="3779289" y="837556"/>
                  </a:lnTo>
                  <a:lnTo>
                    <a:pt x="3779625" y="843004"/>
                  </a:lnTo>
                  <a:lnTo>
                    <a:pt x="3779962" y="851469"/>
                  </a:lnTo>
                  <a:lnTo>
                    <a:pt x="3780298" y="858968"/>
                  </a:lnTo>
                  <a:lnTo>
                    <a:pt x="3780635" y="864764"/>
                  </a:lnTo>
                  <a:lnTo>
                    <a:pt x="3780971" y="869713"/>
                  </a:lnTo>
                  <a:lnTo>
                    <a:pt x="3781308" y="874396"/>
                  </a:lnTo>
                  <a:lnTo>
                    <a:pt x="3781644" y="878193"/>
                  </a:lnTo>
                  <a:lnTo>
                    <a:pt x="3781981" y="881983"/>
                  </a:lnTo>
                  <a:lnTo>
                    <a:pt x="3782317" y="885742"/>
                  </a:lnTo>
                  <a:lnTo>
                    <a:pt x="3782654" y="888888"/>
                  </a:lnTo>
                  <a:lnTo>
                    <a:pt x="3782990" y="893349"/>
                  </a:lnTo>
                  <a:lnTo>
                    <a:pt x="3783327" y="897721"/>
                  </a:lnTo>
                  <a:lnTo>
                    <a:pt x="3783663" y="902952"/>
                  </a:lnTo>
                  <a:lnTo>
                    <a:pt x="3783999" y="908462"/>
                  </a:lnTo>
                  <a:lnTo>
                    <a:pt x="3784336" y="914223"/>
                  </a:lnTo>
                  <a:lnTo>
                    <a:pt x="3784672" y="921044"/>
                  </a:lnTo>
                  <a:lnTo>
                    <a:pt x="3785009" y="928552"/>
                  </a:lnTo>
                  <a:lnTo>
                    <a:pt x="3785345" y="935831"/>
                  </a:lnTo>
                  <a:lnTo>
                    <a:pt x="3785682" y="945259"/>
                  </a:lnTo>
                  <a:lnTo>
                    <a:pt x="3786018" y="955666"/>
                  </a:lnTo>
                  <a:lnTo>
                    <a:pt x="3786355" y="967049"/>
                  </a:lnTo>
                  <a:lnTo>
                    <a:pt x="3786691" y="974679"/>
                  </a:lnTo>
                  <a:lnTo>
                    <a:pt x="3787028" y="981950"/>
                  </a:lnTo>
                  <a:lnTo>
                    <a:pt x="3787364" y="988842"/>
                  </a:lnTo>
                  <a:lnTo>
                    <a:pt x="3787700" y="995710"/>
                  </a:lnTo>
                  <a:lnTo>
                    <a:pt x="3788037" y="999512"/>
                  </a:lnTo>
                  <a:lnTo>
                    <a:pt x="3788373" y="1002185"/>
                  </a:lnTo>
                  <a:lnTo>
                    <a:pt x="3788710" y="1004901"/>
                  </a:lnTo>
                  <a:lnTo>
                    <a:pt x="3789046" y="1006168"/>
                  </a:lnTo>
                  <a:lnTo>
                    <a:pt x="3789383" y="1007633"/>
                  </a:lnTo>
                  <a:lnTo>
                    <a:pt x="3789719" y="1008751"/>
                  </a:lnTo>
                  <a:lnTo>
                    <a:pt x="3790056" y="1009505"/>
                  </a:lnTo>
                  <a:lnTo>
                    <a:pt x="3790392" y="1010226"/>
                  </a:lnTo>
                  <a:lnTo>
                    <a:pt x="3790729" y="1010052"/>
                  </a:lnTo>
                  <a:lnTo>
                    <a:pt x="3791065" y="1009839"/>
                  </a:lnTo>
                  <a:lnTo>
                    <a:pt x="3791402" y="1009424"/>
                  </a:lnTo>
                  <a:lnTo>
                    <a:pt x="3791738" y="1009417"/>
                  </a:lnTo>
                  <a:lnTo>
                    <a:pt x="3792074" y="1010105"/>
                  </a:lnTo>
                  <a:lnTo>
                    <a:pt x="3792411" y="1009498"/>
                  </a:lnTo>
                  <a:lnTo>
                    <a:pt x="3792747" y="1009586"/>
                  </a:lnTo>
                  <a:lnTo>
                    <a:pt x="3793084" y="1009571"/>
                  </a:lnTo>
                  <a:lnTo>
                    <a:pt x="3793420" y="1009832"/>
                  </a:lnTo>
                  <a:lnTo>
                    <a:pt x="3793757" y="1009655"/>
                  </a:lnTo>
                  <a:lnTo>
                    <a:pt x="3794093" y="1009849"/>
                  </a:lnTo>
                  <a:lnTo>
                    <a:pt x="3794430" y="1009575"/>
                  </a:lnTo>
                  <a:lnTo>
                    <a:pt x="3794766" y="1009905"/>
                  </a:lnTo>
                  <a:lnTo>
                    <a:pt x="3795103" y="1011053"/>
                  </a:lnTo>
                  <a:lnTo>
                    <a:pt x="3795439" y="1012901"/>
                  </a:lnTo>
                  <a:lnTo>
                    <a:pt x="3795776" y="1012966"/>
                  </a:lnTo>
                  <a:lnTo>
                    <a:pt x="3796112" y="1012910"/>
                  </a:lnTo>
                  <a:lnTo>
                    <a:pt x="3796448" y="1011857"/>
                  </a:lnTo>
                  <a:lnTo>
                    <a:pt x="3796785" y="1011057"/>
                  </a:lnTo>
                  <a:lnTo>
                    <a:pt x="3797121" y="1011178"/>
                  </a:lnTo>
                  <a:lnTo>
                    <a:pt x="3797458" y="1009139"/>
                  </a:lnTo>
                  <a:lnTo>
                    <a:pt x="3797794" y="1006758"/>
                  </a:lnTo>
                  <a:lnTo>
                    <a:pt x="3798131" y="1005777"/>
                  </a:lnTo>
                  <a:lnTo>
                    <a:pt x="3798467" y="1005802"/>
                  </a:lnTo>
                  <a:lnTo>
                    <a:pt x="3798804" y="1006640"/>
                  </a:lnTo>
                  <a:lnTo>
                    <a:pt x="3799140" y="1008160"/>
                  </a:lnTo>
                  <a:lnTo>
                    <a:pt x="3799477" y="1010519"/>
                  </a:lnTo>
                  <a:lnTo>
                    <a:pt x="3799813" y="1012820"/>
                  </a:lnTo>
                  <a:lnTo>
                    <a:pt x="3800150" y="1015038"/>
                  </a:lnTo>
                  <a:lnTo>
                    <a:pt x="3800486" y="1015846"/>
                  </a:lnTo>
                  <a:lnTo>
                    <a:pt x="3800822" y="1016721"/>
                  </a:lnTo>
                  <a:lnTo>
                    <a:pt x="3801159" y="1017838"/>
                  </a:lnTo>
                  <a:lnTo>
                    <a:pt x="3801495" y="1020890"/>
                  </a:lnTo>
                  <a:lnTo>
                    <a:pt x="3801832" y="1025103"/>
                  </a:lnTo>
                  <a:lnTo>
                    <a:pt x="3802168" y="1029359"/>
                  </a:lnTo>
                  <a:lnTo>
                    <a:pt x="3802505" y="1033361"/>
                  </a:lnTo>
                  <a:lnTo>
                    <a:pt x="3802841" y="1038465"/>
                  </a:lnTo>
                  <a:lnTo>
                    <a:pt x="3803178" y="1044213"/>
                  </a:lnTo>
                  <a:lnTo>
                    <a:pt x="3803514" y="1050931"/>
                  </a:lnTo>
                  <a:lnTo>
                    <a:pt x="3803851" y="1056794"/>
                  </a:lnTo>
                  <a:lnTo>
                    <a:pt x="3804187" y="1064625"/>
                  </a:lnTo>
                  <a:lnTo>
                    <a:pt x="3804524" y="1071644"/>
                  </a:lnTo>
                  <a:lnTo>
                    <a:pt x="3804860" y="1077742"/>
                  </a:lnTo>
                  <a:lnTo>
                    <a:pt x="3805196" y="1083433"/>
                  </a:lnTo>
                  <a:lnTo>
                    <a:pt x="3805533" y="1087977"/>
                  </a:lnTo>
                  <a:lnTo>
                    <a:pt x="3805869" y="1092865"/>
                  </a:lnTo>
                  <a:lnTo>
                    <a:pt x="3806206" y="1097600"/>
                  </a:lnTo>
                  <a:lnTo>
                    <a:pt x="3806542" y="1105157"/>
                  </a:lnTo>
                  <a:lnTo>
                    <a:pt x="3806879" y="1110833"/>
                  </a:lnTo>
                  <a:lnTo>
                    <a:pt x="3807215" y="1114968"/>
                  </a:lnTo>
                  <a:lnTo>
                    <a:pt x="3807552" y="1117652"/>
                  </a:lnTo>
                  <a:lnTo>
                    <a:pt x="3807888" y="1118677"/>
                  </a:lnTo>
                  <a:lnTo>
                    <a:pt x="3808225" y="1117002"/>
                  </a:lnTo>
                  <a:lnTo>
                    <a:pt x="3808561" y="1115058"/>
                  </a:lnTo>
                  <a:lnTo>
                    <a:pt x="3808898" y="1113048"/>
                  </a:lnTo>
                  <a:lnTo>
                    <a:pt x="3809234" y="1110070"/>
                  </a:lnTo>
                  <a:lnTo>
                    <a:pt x="3809570" y="1107374"/>
                  </a:lnTo>
                  <a:lnTo>
                    <a:pt x="3809907" y="1105190"/>
                  </a:lnTo>
                  <a:lnTo>
                    <a:pt x="3810243" y="1103047"/>
                  </a:lnTo>
                  <a:lnTo>
                    <a:pt x="3810580" y="1102386"/>
                  </a:lnTo>
                  <a:lnTo>
                    <a:pt x="3810916" y="1101144"/>
                  </a:lnTo>
                  <a:lnTo>
                    <a:pt x="3811253" y="1100289"/>
                  </a:lnTo>
                  <a:lnTo>
                    <a:pt x="3811589" y="1096323"/>
                  </a:lnTo>
                  <a:lnTo>
                    <a:pt x="3811926" y="1097010"/>
                  </a:lnTo>
                  <a:lnTo>
                    <a:pt x="3812262" y="1094932"/>
                  </a:lnTo>
                  <a:lnTo>
                    <a:pt x="3812599" y="1096253"/>
                  </a:lnTo>
                  <a:lnTo>
                    <a:pt x="3812935" y="1096537"/>
                  </a:lnTo>
                  <a:lnTo>
                    <a:pt x="3813272" y="1097626"/>
                  </a:lnTo>
                  <a:lnTo>
                    <a:pt x="3813608" y="1099511"/>
                  </a:lnTo>
                  <a:lnTo>
                    <a:pt x="3813944" y="1100327"/>
                  </a:lnTo>
                  <a:lnTo>
                    <a:pt x="3814281" y="1102072"/>
                  </a:lnTo>
                  <a:lnTo>
                    <a:pt x="3814617" y="1103655"/>
                  </a:lnTo>
                  <a:lnTo>
                    <a:pt x="3814954" y="1106587"/>
                  </a:lnTo>
                  <a:lnTo>
                    <a:pt x="3815290" y="1109038"/>
                  </a:lnTo>
                  <a:lnTo>
                    <a:pt x="3815627" y="1110957"/>
                  </a:lnTo>
                  <a:lnTo>
                    <a:pt x="3815963" y="1112686"/>
                  </a:lnTo>
                  <a:lnTo>
                    <a:pt x="3816300" y="1114804"/>
                  </a:lnTo>
                  <a:lnTo>
                    <a:pt x="3816636" y="1117944"/>
                  </a:lnTo>
                  <a:lnTo>
                    <a:pt x="3816973" y="1121444"/>
                  </a:lnTo>
                  <a:lnTo>
                    <a:pt x="3817309" y="1124034"/>
                  </a:lnTo>
                  <a:lnTo>
                    <a:pt x="3817646" y="1128319"/>
                  </a:lnTo>
                  <a:lnTo>
                    <a:pt x="3817982" y="1132489"/>
                  </a:lnTo>
                  <a:lnTo>
                    <a:pt x="3818318" y="1136363"/>
                  </a:lnTo>
                  <a:lnTo>
                    <a:pt x="3818655" y="1142075"/>
                  </a:lnTo>
                  <a:lnTo>
                    <a:pt x="3818991" y="1146934"/>
                  </a:lnTo>
                  <a:lnTo>
                    <a:pt x="3819328" y="1151687"/>
                  </a:lnTo>
                  <a:lnTo>
                    <a:pt x="3819664" y="1157904"/>
                  </a:lnTo>
                  <a:lnTo>
                    <a:pt x="3820001" y="1164889"/>
                  </a:lnTo>
                  <a:lnTo>
                    <a:pt x="3820337" y="1172997"/>
                  </a:lnTo>
                  <a:lnTo>
                    <a:pt x="3820674" y="1182449"/>
                  </a:lnTo>
                  <a:lnTo>
                    <a:pt x="3821010" y="1192003"/>
                  </a:lnTo>
                  <a:lnTo>
                    <a:pt x="3821347" y="1201663"/>
                  </a:lnTo>
                  <a:lnTo>
                    <a:pt x="3821683" y="1210578"/>
                  </a:lnTo>
                  <a:lnTo>
                    <a:pt x="3822019" y="1218394"/>
                  </a:lnTo>
                  <a:lnTo>
                    <a:pt x="3822356" y="1226082"/>
                  </a:lnTo>
                  <a:lnTo>
                    <a:pt x="3822692" y="1234293"/>
                  </a:lnTo>
                  <a:lnTo>
                    <a:pt x="3823029" y="1242681"/>
                  </a:lnTo>
                  <a:lnTo>
                    <a:pt x="3823365" y="1248409"/>
                  </a:lnTo>
                  <a:lnTo>
                    <a:pt x="3823702" y="1254998"/>
                  </a:lnTo>
                  <a:lnTo>
                    <a:pt x="3824038" y="1259348"/>
                  </a:lnTo>
                  <a:lnTo>
                    <a:pt x="3824375" y="1264609"/>
                  </a:lnTo>
                  <a:lnTo>
                    <a:pt x="3824711" y="1267729"/>
                  </a:lnTo>
                  <a:lnTo>
                    <a:pt x="3825048" y="1270082"/>
                  </a:lnTo>
                  <a:lnTo>
                    <a:pt x="3825384" y="1270850"/>
                  </a:lnTo>
                  <a:lnTo>
                    <a:pt x="3825721" y="1272289"/>
                  </a:lnTo>
                  <a:lnTo>
                    <a:pt x="3826057" y="1272191"/>
                  </a:lnTo>
                  <a:lnTo>
                    <a:pt x="3826393" y="1272345"/>
                  </a:lnTo>
                  <a:lnTo>
                    <a:pt x="3826730" y="1273401"/>
                  </a:lnTo>
                  <a:lnTo>
                    <a:pt x="3827066" y="1275467"/>
                  </a:lnTo>
                  <a:lnTo>
                    <a:pt x="3827403" y="1278243"/>
                  </a:lnTo>
                  <a:lnTo>
                    <a:pt x="3827739" y="1280963"/>
                  </a:lnTo>
                  <a:lnTo>
                    <a:pt x="3828076" y="1283355"/>
                  </a:lnTo>
                  <a:lnTo>
                    <a:pt x="3828412" y="1284917"/>
                  </a:lnTo>
                  <a:lnTo>
                    <a:pt x="3828749" y="1286621"/>
                  </a:lnTo>
                  <a:lnTo>
                    <a:pt x="3829085" y="1288140"/>
                  </a:lnTo>
                  <a:lnTo>
                    <a:pt x="3829422" y="1289662"/>
                  </a:lnTo>
                  <a:lnTo>
                    <a:pt x="3829758" y="1290960"/>
                  </a:lnTo>
                  <a:lnTo>
                    <a:pt x="3830095" y="1291926"/>
                  </a:lnTo>
                  <a:lnTo>
                    <a:pt x="3830431" y="1292272"/>
                  </a:lnTo>
                  <a:lnTo>
                    <a:pt x="3830767" y="1292810"/>
                  </a:lnTo>
                  <a:lnTo>
                    <a:pt x="3831104" y="1293753"/>
                  </a:lnTo>
                  <a:lnTo>
                    <a:pt x="3831440" y="1294698"/>
                  </a:lnTo>
                  <a:lnTo>
                    <a:pt x="3831777" y="1296108"/>
                  </a:lnTo>
                  <a:lnTo>
                    <a:pt x="3832113" y="1296875"/>
                  </a:lnTo>
                  <a:lnTo>
                    <a:pt x="3832450" y="1297394"/>
                  </a:lnTo>
                  <a:lnTo>
                    <a:pt x="3832786" y="1297698"/>
                  </a:lnTo>
                  <a:lnTo>
                    <a:pt x="3833123" y="1298070"/>
                  </a:lnTo>
                  <a:lnTo>
                    <a:pt x="3833459" y="1299085"/>
                  </a:lnTo>
                  <a:lnTo>
                    <a:pt x="3833796" y="1299341"/>
                  </a:lnTo>
                  <a:lnTo>
                    <a:pt x="3834132" y="1298465"/>
                  </a:lnTo>
                  <a:lnTo>
                    <a:pt x="3834469" y="1298427"/>
                  </a:lnTo>
                  <a:lnTo>
                    <a:pt x="3834805" y="1296947"/>
                  </a:lnTo>
                  <a:lnTo>
                    <a:pt x="3835141" y="1293553"/>
                  </a:lnTo>
                  <a:lnTo>
                    <a:pt x="3835478" y="1292729"/>
                  </a:lnTo>
                  <a:lnTo>
                    <a:pt x="3835814" y="1291449"/>
                  </a:lnTo>
                  <a:lnTo>
                    <a:pt x="3836151" y="1292126"/>
                  </a:lnTo>
                  <a:lnTo>
                    <a:pt x="3836487" y="1293471"/>
                  </a:lnTo>
                  <a:lnTo>
                    <a:pt x="3836824" y="1295579"/>
                  </a:lnTo>
                  <a:lnTo>
                    <a:pt x="3837160" y="1298924"/>
                  </a:lnTo>
                  <a:lnTo>
                    <a:pt x="3837497" y="1302111"/>
                  </a:lnTo>
                  <a:lnTo>
                    <a:pt x="3837833" y="1306336"/>
                  </a:lnTo>
                  <a:lnTo>
                    <a:pt x="3838170" y="1311038"/>
                  </a:lnTo>
                  <a:lnTo>
                    <a:pt x="3838506" y="1315083"/>
                  </a:lnTo>
                  <a:lnTo>
                    <a:pt x="3838843" y="1318301"/>
                  </a:lnTo>
                  <a:lnTo>
                    <a:pt x="3839179" y="1321819"/>
                  </a:lnTo>
                  <a:lnTo>
                    <a:pt x="3839515" y="1324901"/>
                  </a:lnTo>
                  <a:lnTo>
                    <a:pt x="3839852" y="1328074"/>
                  </a:lnTo>
                  <a:lnTo>
                    <a:pt x="3840188" y="1331010"/>
                  </a:lnTo>
                  <a:lnTo>
                    <a:pt x="3840525" y="1333000"/>
                  </a:lnTo>
                  <a:lnTo>
                    <a:pt x="3840861" y="1335226"/>
                  </a:lnTo>
                  <a:lnTo>
                    <a:pt x="3841198" y="1337184"/>
                  </a:lnTo>
                  <a:lnTo>
                    <a:pt x="3841534" y="1338572"/>
                  </a:lnTo>
                  <a:lnTo>
                    <a:pt x="3841871" y="1339398"/>
                  </a:lnTo>
                  <a:lnTo>
                    <a:pt x="3842207" y="1340064"/>
                  </a:lnTo>
                  <a:lnTo>
                    <a:pt x="3842544" y="1339649"/>
                  </a:lnTo>
                  <a:lnTo>
                    <a:pt x="3842880" y="1338406"/>
                  </a:lnTo>
                  <a:lnTo>
                    <a:pt x="3843217" y="1336972"/>
                  </a:lnTo>
                  <a:lnTo>
                    <a:pt x="3843553" y="1335571"/>
                  </a:lnTo>
                  <a:lnTo>
                    <a:pt x="3843889" y="1333530"/>
                  </a:lnTo>
                  <a:lnTo>
                    <a:pt x="3844226" y="1331626"/>
                  </a:lnTo>
                  <a:lnTo>
                    <a:pt x="3844562" y="1329669"/>
                  </a:lnTo>
                  <a:lnTo>
                    <a:pt x="3844899" y="1326963"/>
                  </a:lnTo>
                  <a:lnTo>
                    <a:pt x="3845235" y="1324436"/>
                  </a:lnTo>
                  <a:lnTo>
                    <a:pt x="3845572" y="1321599"/>
                  </a:lnTo>
                  <a:lnTo>
                    <a:pt x="3845908" y="1319534"/>
                  </a:lnTo>
                  <a:lnTo>
                    <a:pt x="3846245" y="1316706"/>
                  </a:lnTo>
                  <a:lnTo>
                    <a:pt x="3846581" y="1314799"/>
                  </a:lnTo>
                  <a:lnTo>
                    <a:pt x="3846918" y="1313699"/>
                  </a:lnTo>
                  <a:lnTo>
                    <a:pt x="3847254" y="1312070"/>
                  </a:lnTo>
                  <a:lnTo>
                    <a:pt x="3847591" y="1312507"/>
                  </a:lnTo>
                  <a:lnTo>
                    <a:pt x="3847927" y="1313942"/>
                  </a:lnTo>
                  <a:lnTo>
                    <a:pt x="3848263" y="1316689"/>
                  </a:lnTo>
                  <a:lnTo>
                    <a:pt x="3848600" y="1319721"/>
                  </a:lnTo>
                  <a:lnTo>
                    <a:pt x="3848936" y="1321901"/>
                  </a:lnTo>
                  <a:lnTo>
                    <a:pt x="3849273" y="1323412"/>
                  </a:lnTo>
                  <a:lnTo>
                    <a:pt x="3849609" y="1324569"/>
                  </a:lnTo>
                  <a:lnTo>
                    <a:pt x="3849946" y="1326321"/>
                  </a:lnTo>
                  <a:lnTo>
                    <a:pt x="3850282" y="1325302"/>
                  </a:lnTo>
                  <a:lnTo>
                    <a:pt x="3850619" y="1323846"/>
                  </a:lnTo>
                  <a:lnTo>
                    <a:pt x="3850955" y="1322994"/>
                  </a:lnTo>
                  <a:lnTo>
                    <a:pt x="3851292" y="1321213"/>
                  </a:lnTo>
                  <a:lnTo>
                    <a:pt x="3851628" y="1319950"/>
                  </a:lnTo>
                  <a:lnTo>
                    <a:pt x="3851965" y="1318161"/>
                  </a:lnTo>
                  <a:lnTo>
                    <a:pt x="3852301" y="1316005"/>
                  </a:lnTo>
                  <a:lnTo>
                    <a:pt x="3852637" y="1313096"/>
                  </a:lnTo>
                  <a:lnTo>
                    <a:pt x="3852974" y="1308680"/>
                  </a:lnTo>
                  <a:lnTo>
                    <a:pt x="3853310" y="1305821"/>
                  </a:lnTo>
                  <a:lnTo>
                    <a:pt x="3853647" y="1302269"/>
                  </a:lnTo>
                  <a:lnTo>
                    <a:pt x="3853983" y="1298894"/>
                  </a:lnTo>
                  <a:lnTo>
                    <a:pt x="3854320" y="1295009"/>
                  </a:lnTo>
                  <a:lnTo>
                    <a:pt x="3854656" y="1290688"/>
                  </a:lnTo>
                  <a:lnTo>
                    <a:pt x="3854993" y="1285798"/>
                  </a:lnTo>
                  <a:lnTo>
                    <a:pt x="3855329" y="1281774"/>
                  </a:lnTo>
                  <a:lnTo>
                    <a:pt x="3855666" y="1276987"/>
                  </a:lnTo>
                  <a:lnTo>
                    <a:pt x="3856002" y="1272433"/>
                  </a:lnTo>
                  <a:lnTo>
                    <a:pt x="3856338" y="1267017"/>
                  </a:lnTo>
                  <a:lnTo>
                    <a:pt x="3856675" y="1262704"/>
                  </a:lnTo>
                  <a:lnTo>
                    <a:pt x="3857011" y="1258166"/>
                  </a:lnTo>
                  <a:lnTo>
                    <a:pt x="3857348" y="1254296"/>
                  </a:lnTo>
                  <a:lnTo>
                    <a:pt x="3857684" y="1250376"/>
                  </a:lnTo>
                  <a:lnTo>
                    <a:pt x="3858021" y="1246478"/>
                  </a:lnTo>
                  <a:lnTo>
                    <a:pt x="3858357" y="1242557"/>
                  </a:lnTo>
                  <a:lnTo>
                    <a:pt x="3858694" y="1238058"/>
                  </a:lnTo>
                  <a:lnTo>
                    <a:pt x="3859030" y="1234108"/>
                  </a:lnTo>
                  <a:lnTo>
                    <a:pt x="3859367" y="1230363"/>
                  </a:lnTo>
                  <a:lnTo>
                    <a:pt x="3859703" y="1227614"/>
                  </a:lnTo>
                  <a:lnTo>
                    <a:pt x="3860040" y="1225418"/>
                  </a:lnTo>
                  <a:lnTo>
                    <a:pt x="3860376" y="1222604"/>
                  </a:lnTo>
                  <a:lnTo>
                    <a:pt x="3860712" y="1221086"/>
                  </a:lnTo>
                  <a:lnTo>
                    <a:pt x="3861049" y="1219954"/>
                  </a:lnTo>
                  <a:lnTo>
                    <a:pt x="3861385" y="1220275"/>
                  </a:lnTo>
                  <a:lnTo>
                    <a:pt x="3861722" y="1221357"/>
                  </a:lnTo>
                  <a:lnTo>
                    <a:pt x="3862058" y="1222818"/>
                  </a:lnTo>
                  <a:lnTo>
                    <a:pt x="3862395" y="1224007"/>
                  </a:lnTo>
                  <a:lnTo>
                    <a:pt x="3862731" y="1225418"/>
                  </a:lnTo>
                  <a:lnTo>
                    <a:pt x="3863068" y="1228769"/>
                  </a:lnTo>
                  <a:lnTo>
                    <a:pt x="3863404" y="1232489"/>
                  </a:lnTo>
                  <a:lnTo>
                    <a:pt x="3863741" y="1237376"/>
                  </a:lnTo>
                  <a:lnTo>
                    <a:pt x="3864077" y="1242141"/>
                  </a:lnTo>
                  <a:lnTo>
                    <a:pt x="3864414" y="1246919"/>
                  </a:lnTo>
                  <a:lnTo>
                    <a:pt x="3864750" y="1254098"/>
                  </a:lnTo>
                  <a:lnTo>
                    <a:pt x="3865086" y="1260540"/>
                  </a:lnTo>
                  <a:lnTo>
                    <a:pt x="3865423" y="1265741"/>
                  </a:lnTo>
                  <a:lnTo>
                    <a:pt x="3865759" y="1270024"/>
                  </a:lnTo>
                  <a:lnTo>
                    <a:pt x="3866096" y="1273335"/>
                  </a:lnTo>
                  <a:lnTo>
                    <a:pt x="3866432" y="1274739"/>
                  </a:lnTo>
                  <a:lnTo>
                    <a:pt x="3866769" y="1275207"/>
                  </a:lnTo>
                  <a:lnTo>
                    <a:pt x="3867105" y="1273164"/>
                  </a:lnTo>
                  <a:lnTo>
                    <a:pt x="3867442" y="1270670"/>
                  </a:lnTo>
                  <a:lnTo>
                    <a:pt x="3867778" y="1271265"/>
                  </a:lnTo>
                  <a:lnTo>
                    <a:pt x="3868115" y="1271365"/>
                  </a:lnTo>
                  <a:lnTo>
                    <a:pt x="3868451" y="1270701"/>
                  </a:lnTo>
                  <a:lnTo>
                    <a:pt x="3868788" y="1267270"/>
                  </a:lnTo>
                  <a:lnTo>
                    <a:pt x="3869124" y="1262252"/>
                  </a:lnTo>
                  <a:lnTo>
                    <a:pt x="3869460" y="1257035"/>
                  </a:lnTo>
                  <a:lnTo>
                    <a:pt x="3869797" y="1251273"/>
                  </a:lnTo>
                  <a:lnTo>
                    <a:pt x="3870133" y="1245127"/>
                  </a:lnTo>
                  <a:lnTo>
                    <a:pt x="3870470" y="1237909"/>
                  </a:lnTo>
                  <a:lnTo>
                    <a:pt x="3870806" y="1230019"/>
                  </a:lnTo>
                  <a:lnTo>
                    <a:pt x="3871143" y="1224755"/>
                  </a:lnTo>
                  <a:lnTo>
                    <a:pt x="3871479" y="1219447"/>
                  </a:lnTo>
                  <a:lnTo>
                    <a:pt x="3871816" y="1215981"/>
                  </a:lnTo>
                  <a:lnTo>
                    <a:pt x="3872152" y="1213085"/>
                  </a:lnTo>
                  <a:lnTo>
                    <a:pt x="3872489" y="1209947"/>
                  </a:lnTo>
                  <a:lnTo>
                    <a:pt x="3872825" y="1207877"/>
                  </a:lnTo>
                  <a:lnTo>
                    <a:pt x="3873162" y="1203906"/>
                  </a:lnTo>
                  <a:lnTo>
                    <a:pt x="3873498" y="1200155"/>
                  </a:lnTo>
                  <a:lnTo>
                    <a:pt x="3873834" y="1196517"/>
                  </a:lnTo>
                  <a:lnTo>
                    <a:pt x="3874171" y="1193670"/>
                  </a:lnTo>
                  <a:lnTo>
                    <a:pt x="3874507" y="1191455"/>
                  </a:lnTo>
                  <a:lnTo>
                    <a:pt x="3874844" y="1191237"/>
                  </a:lnTo>
                  <a:lnTo>
                    <a:pt x="3875180" y="1192004"/>
                  </a:lnTo>
                  <a:lnTo>
                    <a:pt x="3875517" y="1194457"/>
                  </a:lnTo>
                  <a:lnTo>
                    <a:pt x="3875853" y="1197186"/>
                  </a:lnTo>
                  <a:lnTo>
                    <a:pt x="3876190" y="1200471"/>
                  </a:lnTo>
                  <a:lnTo>
                    <a:pt x="3876526" y="1203691"/>
                  </a:lnTo>
                  <a:lnTo>
                    <a:pt x="3876863" y="1207349"/>
                  </a:lnTo>
                  <a:lnTo>
                    <a:pt x="3877199" y="1210813"/>
                  </a:lnTo>
                  <a:lnTo>
                    <a:pt x="3877536" y="1213048"/>
                  </a:lnTo>
                  <a:lnTo>
                    <a:pt x="3877872" y="1214506"/>
                  </a:lnTo>
                  <a:lnTo>
                    <a:pt x="3878208" y="1217721"/>
                  </a:lnTo>
                  <a:lnTo>
                    <a:pt x="3878545" y="1221444"/>
                  </a:lnTo>
                  <a:lnTo>
                    <a:pt x="3878881" y="1228725"/>
                  </a:lnTo>
                  <a:lnTo>
                    <a:pt x="3879218" y="1233431"/>
                  </a:lnTo>
                  <a:lnTo>
                    <a:pt x="3879554" y="1236866"/>
                  </a:lnTo>
                  <a:lnTo>
                    <a:pt x="3879891" y="1235031"/>
                  </a:lnTo>
                  <a:lnTo>
                    <a:pt x="3880227" y="1233204"/>
                  </a:lnTo>
                  <a:lnTo>
                    <a:pt x="3880564" y="1227941"/>
                  </a:lnTo>
                  <a:lnTo>
                    <a:pt x="3880900" y="1223145"/>
                  </a:lnTo>
                  <a:lnTo>
                    <a:pt x="3881237" y="1219607"/>
                  </a:lnTo>
                  <a:lnTo>
                    <a:pt x="3881573" y="1215014"/>
                  </a:lnTo>
                  <a:lnTo>
                    <a:pt x="3881910" y="1209780"/>
                  </a:lnTo>
                  <a:lnTo>
                    <a:pt x="3882246" y="1202218"/>
                  </a:lnTo>
                  <a:lnTo>
                    <a:pt x="3882582" y="1194735"/>
                  </a:lnTo>
                  <a:lnTo>
                    <a:pt x="3882919" y="1186884"/>
                  </a:lnTo>
                  <a:lnTo>
                    <a:pt x="3883255" y="1178302"/>
                  </a:lnTo>
                  <a:lnTo>
                    <a:pt x="3883592" y="1169694"/>
                  </a:lnTo>
                  <a:lnTo>
                    <a:pt x="3883928" y="1161260"/>
                  </a:lnTo>
                  <a:lnTo>
                    <a:pt x="3884265" y="1152545"/>
                  </a:lnTo>
                  <a:lnTo>
                    <a:pt x="3884601" y="1145823"/>
                  </a:lnTo>
                  <a:lnTo>
                    <a:pt x="3884938" y="1139113"/>
                  </a:lnTo>
                  <a:lnTo>
                    <a:pt x="3885274" y="1129172"/>
                  </a:lnTo>
                  <a:lnTo>
                    <a:pt x="3885611" y="1123455"/>
                  </a:lnTo>
                  <a:lnTo>
                    <a:pt x="3885947" y="1118097"/>
                  </a:lnTo>
                  <a:lnTo>
                    <a:pt x="3886284" y="1115462"/>
                  </a:lnTo>
                  <a:lnTo>
                    <a:pt x="3886620" y="1114467"/>
                  </a:lnTo>
                  <a:lnTo>
                    <a:pt x="3886956" y="1112255"/>
                  </a:lnTo>
                  <a:lnTo>
                    <a:pt x="3887293" y="1110076"/>
                  </a:lnTo>
                  <a:lnTo>
                    <a:pt x="3887629" y="1107615"/>
                  </a:lnTo>
                  <a:lnTo>
                    <a:pt x="3887966" y="1104706"/>
                  </a:lnTo>
                  <a:lnTo>
                    <a:pt x="3888302" y="1102146"/>
                  </a:lnTo>
                  <a:lnTo>
                    <a:pt x="3888639" y="1100163"/>
                  </a:lnTo>
                  <a:lnTo>
                    <a:pt x="3888975" y="1098167"/>
                  </a:lnTo>
                  <a:lnTo>
                    <a:pt x="3889312" y="1096328"/>
                  </a:lnTo>
                  <a:lnTo>
                    <a:pt x="3889648" y="1094533"/>
                  </a:lnTo>
                  <a:lnTo>
                    <a:pt x="3889985" y="1092548"/>
                  </a:lnTo>
                  <a:lnTo>
                    <a:pt x="3890321" y="1090044"/>
                  </a:lnTo>
                  <a:lnTo>
                    <a:pt x="3890657" y="1086641"/>
                  </a:lnTo>
                  <a:lnTo>
                    <a:pt x="3890994" y="1083348"/>
                  </a:lnTo>
                  <a:lnTo>
                    <a:pt x="3891330" y="1078278"/>
                  </a:lnTo>
                  <a:lnTo>
                    <a:pt x="3891667" y="1073544"/>
                  </a:lnTo>
                  <a:lnTo>
                    <a:pt x="3892003" y="1067122"/>
                  </a:lnTo>
                  <a:lnTo>
                    <a:pt x="3892340" y="1060908"/>
                  </a:lnTo>
                  <a:lnTo>
                    <a:pt x="3892676" y="1056409"/>
                  </a:lnTo>
                  <a:lnTo>
                    <a:pt x="3893013" y="1051638"/>
                  </a:lnTo>
                  <a:lnTo>
                    <a:pt x="3893349" y="1048306"/>
                  </a:lnTo>
                  <a:lnTo>
                    <a:pt x="3893686" y="1046761"/>
                  </a:lnTo>
                  <a:lnTo>
                    <a:pt x="3894022" y="1044810"/>
                  </a:lnTo>
                  <a:lnTo>
                    <a:pt x="3894359" y="1043455"/>
                  </a:lnTo>
                  <a:lnTo>
                    <a:pt x="3894695" y="1042025"/>
                  </a:lnTo>
                  <a:lnTo>
                    <a:pt x="3895031" y="1040235"/>
                  </a:lnTo>
                  <a:lnTo>
                    <a:pt x="3895368" y="1038305"/>
                  </a:lnTo>
                  <a:lnTo>
                    <a:pt x="3895704" y="1036897"/>
                  </a:lnTo>
                  <a:lnTo>
                    <a:pt x="3896041" y="1035479"/>
                  </a:lnTo>
                  <a:lnTo>
                    <a:pt x="3896377" y="1034101"/>
                  </a:lnTo>
                  <a:lnTo>
                    <a:pt x="3896714" y="1033056"/>
                  </a:lnTo>
                  <a:lnTo>
                    <a:pt x="3897050" y="1032315"/>
                  </a:lnTo>
                  <a:lnTo>
                    <a:pt x="3897387" y="1031543"/>
                  </a:lnTo>
                  <a:lnTo>
                    <a:pt x="3897723" y="1030581"/>
                  </a:lnTo>
                  <a:lnTo>
                    <a:pt x="3898060" y="1029656"/>
                  </a:lnTo>
                  <a:lnTo>
                    <a:pt x="3898396" y="1028849"/>
                  </a:lnTo>
                  <a:lnTo>
                    <a:pt x="3898733" y="1027476"/>
                  </a:lnTo>
                  <a:lnTo>
                    <a:pt x="3899069" y="1024779"/>
                  </a:lnTo>
                  <a:lnTo>
                    <a:pt x="3899405" y="1020951"/>
                  </a:lnTo>
                  <a:lnTo>
                    <a:pt x="3899742" y="1011152"/>
                  </a:lnTo>
                  <a:lnTo>
                    <a:pt x="3900078" y="1001228"/>
                  </a:lnTo>
                  <a:lnTo>
                    <a:pt x="3900415" y="990940"/>
                  </a:lnTo>
                  <a:lnTo>
                    <a:pt x="3900751" y="979950"/>
                  </a:lnTo>
                  <a:lnTo>
                    <a:pt x="3901088" y="969969"/>
                  </a:lnTo>
                  <a:lnTo>
                    <a:pt x="3901424" y="960760"/>
                  </a:lnTo>
                  <a:lnTo>
                    <a:pt x="3901761" y="950065"/>
                  </a:lnTo>
                  <a:lnTo>
                    <a:pt x="3902097" y="941521"/>
                  </a:lnTo>
                  <a:lnTo>
                    <a:pt x="3902434" y="936183"/>
                  </a:lnTo>
                  <a:lnTo>
                    <a:pt x="3902770" y="928877"/>
                  </a:lnTo>
                  <a:lnTo>
                    <a:pt x="3903107" y="922071"/>
                  </a:lnTo>
                  <a:lnTo>
                    <a:pt x="3903443" y="914538"/>
                  </a:lnTo>
                  <a:lnTo>
                    <a:pt x="3903779" y="905265"/>
                  </a:lnTo>
                  <a:lnTo>
                    <a:pt x="3904116" y="895588"/>
                  </a:lnTo>
                  <a:lnTo>
                    <a:pt x="3904452" y="885330"/>
                  </a:lnTo>
                  <a:lnTo>
                    <a:pt x="3904789" y="875502"/>
                  </a:lnTo>
                  <a:lnTo>
                    <a:pt x="3905125" y="866458"/>
                  </a:lnTo>
                  <a:lnTo>
                    <a:pt x="3905462" y="858123"/>
                  </a:lnTo>
                  <a:lnTo>
                    <a:pt x="3905798" y="850904"/>
                  </a:lnTo>
                  <a:lnTo>
                    <a:pt x="3906135" y="842730"/>
                  </a:lnTo>
                  <a:lnTo>
                    <a:pt x="3906471" y="835306"/>
                  </a:lnTo>
                  <a:lnTo>
                    <a:pt x="3906808" y="828178"/>
                  </a:lnTo>
                  <a:lnTo>
                    <a:pt x="3907144" y="819616"/>
                  </a:lnTo>
                  <a:lnTo>
                    <a:pt x="3907481" y="809757"/>
                  </a:lnTo>
                  <a:lnTo>
                    <a:pt x="3907817" y="799132"/>
                  </a:lnTo>
                  <a:lnTo>
                    <a:pt x="3908153" y="787118"/>
                  </a:lnTo>
                  <a:lnTo>
                    <a:pt x="3908490" y="774220"/>
                  </a:lnTo>
                  <a:lnTo>
                    <a:pt x="3908826" y="762294"/>
                  </a:lnTo>
                  <a:lnTo>
                    <a:pt x="3909163" y="750552"/>
                  </a:lnTo>
                  <a:lnTo>
                    <a:pt x="3909499" y="738433"/>
                  </a:lnTo>
                  <a:lnTo>
                    <a:pt x="3909836" y="725518"/>
                  </a:lnTo>
                  <a:lnTo>
                    <a:pt x="3910172" y="713126"/>
                  </a:lnTo>
                  <a:lnTo>
                    <a:pt x="3910509" y="700327"/>
                  </a:lnTo>
                  <a:lnTo>
                    <a:pt x="3910845" y="687369"/>
                  </a:lnTo>
                  <a:lnTo>
                    <a:pt x="3911182" y="675234"/>
                  </a:lnTo>
                  <a:lnTo>
                    <a:pt x="3911518" y="662092"/>
                  </a:lnTo>
                  <a:lnTo>
                    <a:pt x="3911855" y="648332"/>
                  </a:lnTo>
                  <a:lnTo>
                    <a:pt x="3912191" y="640239"/>
                  </a:lnTo>
                  <a:lnTo>
                    <a:pt x="3912527" y="632988"/>
                  </a:lnTo>
                  <a:lnTo>
                    <a:pt x="3912864" y="627943"/>
                  </a:lnTo>
                  <a:lnTo>
                    <a:pt x="3913200" y="623109"/>
                  </a:lnTo>
                  <a:lnTo>
                    <a:pt x="3913537" y="619261"/>
                  </a:lnTo>
                  <a:lnTo>
                    <a:pt x="3913873" y="615570"/>
                  </a:lnTo>
                  <a:lnTo>
                    <a:pt x="3914210" y="612017"/>
                  </a:lnTo>
                  <a:lnTo>
                    <a:pt x="3914546" y="608421"/>
                  </a:lnTo>
                  <a:lnTo>
                    <a:pt x="3914883" y="604241"/>
                  </a:lnTo>
                  <a:lnTo>
                    <a:pt x="3915219" y="600153"/>
                  </a:lnTo>
                  <a:lnTo>
                    <a:pt x="3915556" y="597298"/>
                  </a:lnTo>
                  <a:lnTo>
                    <a:pt x="3915892" y="594745"/>
                  </a:lnTo>
                  <a:lnTo>
                    <a:pt x="3916229" y="593743"/>
                  </a:lnTo>
                  <a:lnTo>
                    <a:pt x="3916565" y="592803"/>
                  </a:lnTo>
                  <a:lnTo>
                    <a:pt x="3916901" y="592104"/>
                  </a:lnTo>
                  <a:lnTo>
                    <a:pt x="3917238" y="590953"/>
                  </a:lnTo>
                  <a:lnTo>
                    <a:pt x="3917574" y="591833"/>
                  </a:lnTo>
                  <a:lnTo>
                    <a:pt x="3917911" y="593111"/>
                  </a:lnTo>
                  <a:lnTo>
                    <a:pt x="3918247" y="593831"/>
                  </a:lnTo>
                  <a:lnTo>
                    <a:pt x="3918584" y="595592"/>
                  </a:lnTo>
                  <a:lnTo>
                    <a:pt x="3918920" y="596638"/>
                  </a:lnTo>
                  <a:lnTo>
                    <a:pt x="3919257" y="598479"/>
                  </a:lnTo>
                  <a:lnTo>
                    <a:pt x="3919593" y="601695"/>
                  </a:lnTo>
                  <a:lnTo>
                    <a:pt x="3919930" y="605993"/>
                  </a:lnTo>
                  <a:lnTo>
                    <a:pt x="3920266" y="611378"/>
                  </a:lnTo>
                  <a:lnTo>
                    <a:pt x="3920602" y="615096"/>
                  </a:lnTo>
                  <a:lnTo>
                    <a:pt x="3920939" y="618410"/>
                  </a:lnTo>
                  <a:lnTo>
                    <a:pt x="3921275" y="620378"/>
                  </a:lnTo>
                  <a:lnTo>
                    <a:pt x="3921612" y="621266"/>
                  </a:lnTo>
                  <a:lnTo>
                    <a:pt x="3921948" y="621938"/>
                  </a:lnTo>
                  <a:lnTo>
                    <a:pt x="3922285" y="623231"/>
                  </a:lnTo>
                  <a:lnTo>
                    <a:pt x="3922621" y="624154"/>
                  </a:lnTo>
                  <a:lnTo>
                    <a:pt x="3922958" y="626152"/>
                  </a:lnTo>
                  <a:lnTo>
                    <a:pt x="3923294" y="626827"/>
                  </a:lnTo>
                  <a:lnTo>
                    <a:pt x="3923631" y="624937"/>
                  </a:lnTo>
                  <a:lnTo>
                    <a:pt x="3923967" y="622303"/>
                  </a:lnTo>
                  <a:lnTo>
                    <a:pt x="3924304" y="619955"/>
                  </a:lnTo>
                  <a:lnTo>
                    <a:pt x="3924640" y="616507"/>
                  </a:lnTo>
                  <a:lnTo>
                    <a:pt x="3924976" y="613339"/>
                  </a:lnTo>
                  <a:lnTo>
                    <a:pt x="3925313" y="610424"/>
                  </a:lnTo>
                  <a:lnTo>
                    <a:pt x="3925649" y="607851"/>
                  </a:lnTo>
                  <a:lnTo>
                    <a:pt x="3925986" y="607253"/>
                  </a:lnTo>
                  <a:lnTo>
                    <a:pt x="3926322" y="606320"/>
                  </a:lnTo>
                  <a:lnTo>
                    <a:pt x="3926659" y="604489"/>
                  </a:lnTo>
                  <a:lnTo>
                    <a:pt x="3926995" y="602852"/>
                  </a:lnTo>
                  <a:lnTo>
                    <a:pt x="3927332" y="603790"/>
                  </a:lnTo>
                  <a:lnTo>
                    <a:pt x="3927668" y="604678"/>
                  </a:lnTo>
                  <a:lnTo>
                    <a:pt x="3928005" y="603951"/>
                  </a:lnTo>
                  <a:lnTo>
                    <a:pt x="3928341" y="602876"/>
                  </a:lnTo>
                  <a:lnTo>
                    <a:pt x="3928678" y="601161"/>
                  </a:lnTo>
                  <a:lnTo>
                    <a:pt x="3929014" y="599516"/>
                  </a:lnTo>
                  <a:lnTo>
                    <a:pt x="3929350" y="598209"/>
                  </a:lnTo>
                  <a:lnTo>
                    <a:pt x="3929687" y="597057"/>
                  </a:lnTo>
                  <a:lnTo>
                    <a:pt x="3930023" y="595294"/>
                  </a:lnTo>
                  <a:lnTo>
                    <a:pt x="3930360" y="592545"/>
                  </a:lnTo>
                  <a:lnTo>
                    <a:pt x="3930696" y="589491"/>
                  </a:lnTo>
                  <a:lnTo>
                    <a:pt x="3931033" y="585716"/>
                  </a:lnTo>
                  <a:lnTo>
                    <a:pt x="3931369" y="581871"/>
                  </a:lnTo>
                  <a:lnTo>
                    <a:pt x="3931706" y="577786"/>
                  </a:lnTo>
                  <a:lnTo>
                    <a:pt x="3932042" y="573141"/>
                  </a:lnTo>
                  <a:lnTo>
                    <a:pt x="3932379" y="567698"/>
                  </a:lnTo>
                  <a:lnTo>
                    <a:pt x="3932715" y="563714"/>
                  </a:lnTo>
                  <a:lnTo>
                    <a:pt x="3933052" y="557566"/>
                  </a:lnTo>
                  <a:lnTo>
                    <a:pt x="3933388" y="552715"/>
                  </a:lnTo>
                  <a:lnTo>
                    <a:pt x="3933724" y="548660"/>
                  </a:lnTo>
                  <a:lnTo>
                    <a:pt x="3934061" y="543633"/>
                  </a:lnTo>
                  <a:lnTo>
                    <a:pt x="3934397" y="539244"/>
                  </a:lnTo>
                  <a:lnTo>
                    <a:pt x="3934734" y="534926"/>
                  </a:lnTo>
                  <a:lnTo>
                    <a:pt x="3935070" y="528923"/>
                  </a:lnTo>
                  <a:lnTo>
                    <a:pt x="3935407" y="523852"/>
                  </a:lnTo>
                  <a:lnTo>
                    <a:pt x="3935743" y="519559"/>
                  </a:lnTo>
                  <a:lnTo>
                    <a:pt x="3936080" y="516544"/>
                  </a:lnTo>
                  <a:lnTo>
                    <a:pt x="3936416" y="514877"/>
                  </a:lnTo>
                  <a:lnTo>
                    <a:pt x="3936753" y="514465"/>
                  </a:lnTo>
                  <a:lnTo>
                    <a:pt x="3937089" y="515978"/>
                  </a:lnTo>
                  <a:lnTo>
                    <a:pt x="3937426" y="518916"/>
                  </a:lnTo>
                  <a:lnTo>
                    <a:pt x="3937762" y="522771"/>
                  </a:lnTo>
                  <a:lnTo>
                    <a:pt x="3938098" y="527612"/>
                  </a:lnTo>
                  <a:lnTo>
                    <a:pt x="3938435" y="530468"/>
                  </a:lnTo>
                  <a:lnTo>
                    <a:pt x="3938771" y="534622"/>
                  </a:lnTo>
                  <a:lnTo>
                    <a:pt x="3939108" y="537770"/>
                  </a:lnTo>
                  <a:lnTo>
                    <a:pt x="3939444" y="541078"/>
                  </a:lnTo>
                  <a:lnTo>
                    <a:pt x="3939781" y="543864"/>
                  </a:lnTo>
                  <a:lnTo>
                    <a:pt x="3940117" y="545145"/>
                  </a:lnTo>
                  <a:lnTo>
                    <a:pt x="3940454" y="548450"/>
                  </a:lnTo>
                  <a:lnTo>
                    <a:pt x="3940790" y="552178"/>
                  </a:lnTo>
                  <a:lnTo>
                    <a:pt x="3941127" y="556414"/>
                  </a:lnTo>
                  <a:lnTo>
                    <a:pt x="3941463" y="561114"/>
                  </a:lnTo>
                  <a:lnTo>
                    <a:pt x="3941800" y="565696"/>
                  </a:lnTo>
                  <a:lnTo>
                    <a:pt x="3942136" y="567649"/>
                  </a:lnTo>
                  <a:lnTo>
                    <a:pt x="3942472" y="568005"/>
                  </a:lnTo>
                  <a:lnTo>
                    <a:pt x="3942809" y="567392"/>
                  </a:lnTo>
                  <a:lnTo>
                    <a:pt x="3943145" y="566039"/>
                  </a:lnTo>
                  <a:lnTo>
                    <a:pt x="3943482" y="563709"/>
                  </a:lnTo>
                  <a:lnTo>
                    <a:pt x="3943818" y="560851"/>
                  </a:lnTo>
                  <a:lnTo>
                    <a:pt x="3944155" y="557777"/>
                  </a:lnTo>
                  <a:lnTo>
                    <a:pt x="3944491" y="555225"/>
                  </a:lnTo>
                  <a:lnTo>
                    <a:pt x="3944828" y="555478"/>
                  </a:lnTo>
                  <a:lnTo>
                    <a:pt x="3945164" y="556613"/>
                  </a:lnTo>
                  <a:lnTo>
                    <a:pt x="3945501" y="557313"/>
                  </a:lnTo>
                  <a:lnTo>
                    <a:pt x="3945837" y="557721"/>
                  </a:lnTo>
                  <a:lnTo>
                    <a:pt x="3946174" y="558200"/>
                  </a:lnTo>
                  <a:lnTo>
                    <a:pt x="3946510" y="556492"/>
                  </a:lnTo>
                  <a:lnTo>
                    <a:pt x="3946846" y="554546"/>
                  </a:lnTo>
                  <a:lnTo>
                    <a:pt x="3947183" y="554920"/>
                  </a:lnTo>
                  <a:lnTo>
                    <a:pt x="3947519" y="554938"/>
                  </a:lnTo>
                  <a:lnTo>
                    <a:pt x="3947856" y="558462"/>
                  </a:lnTo>
                  <a:lnTo>
                    <a:pt x="3948192" y="562070"/>
                  </a:lnTo>
                  <a:lnTo>
                    <a:pt x="3948529" y="566037"/>
                  </a:lnTo>
                  <a:lnTo>
                    <a:pt x="3948865" y="571107"/>
                  </a:lnTo>
                  <a:lnTo>
                    <a:pt x="3949202" y="576596"/>
                  </a:lnTo>
                  <a:lnTo>
                    <a:pt x="3949538" y="582976"/>
                  </a:lnTo>
                  <a:lnTo>
                    <a:pt x="3949875" y="589481"/>
                  </a:lnTo>
                  <a:lnTo>
                    <a:pt x="3950211" y="596491"/>
                  </a:lnTo>
                  <a:lnTo>
                    <a:pt x="3950548" y="604022"/>
                  </a:lnTo>
                  <a:lnTo>
                    <a:pt x="3950884" y="611224"/>
                  </a:lnTo>
                  <a:lnTo>
                    <a:pt x="3951220" y="617914"/>
                  </a:lnTo>
                  <a:lnTo>
                    <a:pt x="3951557" y="625092"/>
                  </a:lnTo>
                  <a:lnTo>
                    <a:pt x="3951893" y="632347"/>
                  </a:lnTo>
                  <a:lnTo>
                    <a:pt x="3952230" y="640539"/>
                  </a:lnTo>
                  <a:lnTo>
                    <a:pt x="3952566" y="652874"/>
                  </a:lnTo>
                  <a:lnTo>
                    <a:pt x="3952903" y="661758"/>
                  </a:lnTo>
                  <a:lnTo>
                    <a:pt x="3953239" y="670506"/>
                  </a:lnTo>
                  <a:lnTo>
                    <a:pt x="3953576" y="676343"/>
                  </a:lnTo>
                  <a:lnTo>
                    <a:pt x="3953912" y="679777"/>
                  </a:lnTo>
                  <a:lnTo>
                    <a:pt x="3954249" y="682575"/>
                  </a:lnTo>
                  <a:lnTo>
                    <a:pt x="3954585" y="684063"/>
                  </a:lnTo>
                  <a:lnTo>
                    <a:pt x="3954921" y="684802"/>
                  </a:lnTo>
                  <a:lnTo>
                    <a:pt x="3955258" y="687146"/>
                  </a:lnTo>
                  <a:lnTo>
                    <a:pt x="3955594" y="690938"/>
                  </a:lnTo>
                  <a:lnTo>
                    <a:pt x="3955931" y="694516"/>
                  </a:lnTo>
                  <a:lnTo>
                    <a:pt x="3956267" y="698412"/>
                  </a:lnTo>
                  <a:lnTo>
                    <a:pt x="3956604" y="701801"/>
                  </a:lnTo>
                  <a:lnTo>
                    <a:pt x="3956940" y="704794"/>
                  </a:lnTo>
                  <a:lnTo>
                    <a:pt x="3957277" y="707659"/>
                  </a:lnTo>
                  <a:lnTo>
                    <a:pt x="3957613" y="710538"/>
                  </a:lnTo>
                  <a:lnTo>
                    <a:pt x="3957950" y="713872"/>
                  </a:lnTo>
                  <a:lnTo>
                    <a:pt x="3958286" y="716957"/>
                  </a:lnTo>
                  <a:lnTo>
                    <a:pt x="3958623" y="721992"/>
                  </a:lnTo>
                  <a:lnTo>
                    <a:pt x="3958959" y="726400"/>
                  </a:lnTo>
                  <a:lnTo>
                    <a:pt x="3959295" y="733609"/>
                  </a:lnTo>
                  <a:lnTo>
                    <a:pt x="3959632" y="740922"/>
                  </a:lnTo>
                  <a:lnTo>
                    <a:pt x="3959968" y="747816"/>
                  </a:lnTo>
                  <a:lnTo>
                    <a:pt x="3960305" y="754576"/>
                  </a:lnTo>
                  <a:lnTo>
                    <a:pt x="3960641" y="762202"/>
                  </a:lnTo>
                  <a:lnTo>
                    <a:pt x="3960978" y="767555"/>
                  </a:lnTo>
                  <a:lnTo>
                    <a:pt x="3961314" y="770902"/>
                  </a:lnTo>
                  <a:lnTo>
                    <a:pt x="3961651" y="771467"/>
                  </a:lnTo>
                  <a:lnTo>
                    <a:pt x="3961987" y="773066"/>
                  </a:lnTo>
                  <a:lnTo>
                    <a:pt x="3962324" y="774251"/>
                  </a:lnTo>
                  <a:lnTo>
                    <a:pt x="3962660" y="776103"/>
                  </a:lnTo>
                  <a:lnTo>
                    <a:pt x="3962997" y="777260"/>
                  </a:lnTo>
                  <a:lnTo>
                    <a:pt x="3963333" y="779612"/>
                  </a:lnTo>
                  <a:lnTo>
                    <a:pt x="3963669" y="781266"/>
                  </a:lnTo>
                  <a:lnTo>
                    <a:pt x="3964006" y="782978"/>
                  </a:lnTo>
                  <a:lnTo>
                    <a:pt x="3964342" y="784590"/>
                  </a:lnTo>
                  <a:lnTo>
                    <a:pt x="3964679" y="786226"/>
                  </a:lnTo>
                  <a:lnTo>
                    <a:pt x="3965015" y="788115"/>
                  </a:lnTo>
                  <a:lnTo>
                    <a:pt x="3965352" y="789940"/>
                  </a:lnTo>
                  <a:lnTo>
                    <a:pt x="3965688" y="791374"/>
                  </a:lnTo>
                  <a:lnTo>
                    <a:pt x="3966025" y="792692"/>
                  </a:lnTo>
                  <a:lnTo>
                    <a:pt x="3966361" y="794822"/>
                  </a:lnTo>
                  <a:lnTo>
                    <a:pt x="3966698" y="798116"/>
                  </a:lnTo>
                  <a:lnTo>
                    <a:pt x="3967034" y="807719"/>
                  </a:lnTo>
                  <a:lnTo>
                    <a:pt x="3967371" y="817613"/>
                  </a:lnTo>
                  <a:lnTo>
                    <a:pt x="3967707" y="827015"/>
                  </a:lnTo>
                  <a:lnTo>
                    <a:pt x="3968043" y="837506"/>
                  </a:lnTo>
                  <a:lnTo>
                    <a:pt x="3968380" y="846830"/>
                  </a:lnTo>
                  <a:lnTo>
                    <a:pt x="3968716" y="855072"/>
                  </a:lnTo>
                  <a:lnTo>
                    <a:pt x="3969053" y="861667"/>
                  </a:lnTo>
                  <a:lnTo>
                    <a:pt x="3969389" y="867343"/>
                  </a:lnTo>
                  <a:lnTo>
                    <a:pt x="3969726" y="874364"/>
                  </a:lnTo>
                  <a:lnTo>
                    <a:pt x="3970062" y="882768"/>
                  </a:lnTo>
                  <a:lnTo>
                    <a:pt x="3970399" y="893444"/>
                  </a:lnTo>
                  <a:lnTo>
                    <a:pt x="3970735" y="904327"/>
                  </a:lnTo>
                  <a:lnTo>
                    <a:pt x="3971072" y="916374"/>
                  </a:lnTo>
                  <a:lnTo>
                    <a:pt x="3971408" y="928532"/>
                  </a:lnTo>
                  <a:lnTo>
                    <a:pt x="3971745" y="940908"/>
                  </a:lnTo>
                  <a:lnTo>
                    <a:pt x="3972081" y="953113"/>
                  </a:lnTo>
                  <a:lnTo>
                    <a:pt x="3972417" y="964260"/>
                  </a:lnTo>
                  <a:lnTo>
                    <a:pt x="3972754" y="974475"/>
                  </a:lnTo>
                  <a:lnTo>
                    <a:pt x="3973090" y="983760"/>
                  </a:lnTo>
                  <a:lnTo>
                    <a:pt x="3973427" y="993628"/>
                  </a:lnTo>
                  <a:lnTo>
                    <a:pt x="3973763" y="1003354"/>
                  </a:lnTo>
                  <a:lnTo>
                    <a:pt x="3974100" y="1012971"/>
                  </a:lnTo>
                  <a:lnTo>
                    <a:pt x="3974436" y="1023613"/>
                  </a:lnTo>
                  <a:lnTo>
                    <a:pt x="3974773" y="1035840"/>
                  </a:lnTo>
                  <a:lnTo>
                    <a:pt x="3975109" y="1048888"/>
                  </a:lnTo>
                  <a:lnTo>
                    <a:pt x="3975446" y="1062486"/>
                  </a:lnTo>
                  <a:lnTo>
                    <a:pt x="3975782" y="1077498"/>
                  </a:lnTo>
                  <a:lnTo>
                    <a:pt x="3976119" y="1091898"/>
                  </a:lnTo>
                  <a:lnTo>
                    <a:pt x="3976455" y="1106161"/>
                  </a:lnTo>
                  <a:lnTo>
                    <a:pt x="3976791" y="1120877"/>
                  </a:lnTo>
                  <a:lnTo>
                    <a:pt x="3977128" y="1136334"/>
                  </a:lnTo>
                  <a:lnTo>
                    <a:pt x="3977464" y="1151783"/>
                  </a:lnTo>
                  <a:lnTo>
                    <a:pt x="3977801" y="1167299"/>
                  </a:lnTo>
                  <a:lnTo>
                    <a:pt x="3978137" y="1182332"/>
                  </a:lnTo>
                  <a:lnTo>
                    <a:pt x="3978474" y="1195982"/>
                  </a:lnTo>
                  <a:lnTo>
                    <a:pt x="3978810" y="1209233"/>
                  </a:lnTo>
                  <a:lnTo>
                    <a:pt x="3979147" y="1222618"/>
                  </a:lnTo>
                  <a:lnTo>
                    <a:pt x="3979483" y="1229084"/>
                  </a:lnTo>
                  <a:lnTo>
                    <a:pt x="3979820" y="1235784"/>
                  </a:lnTo>
                  <a:lnTo>
                    <a:pt x="3980156" y="1239648"/>
                  </a:lnTo>
                  <a:lnTo>
                    <a:pt x="3980493" y="1243178"/>
                  </a:lnTo>
                  <a:lnTo>
                    <a:pt x="3980829" y="1246072"/>
                  </a:lnTo>
                  <a:lnTo>
                    <a:pt x="3981165" y="1248325"/>
                  </a:lnTo>
                  <a:lnTo>
                    <a:pt x="3981502" y="1247838"/>
                  </a:lnTo>
                  <a:lnTo>
                    <a:pt x="3981838" y="1247367"/>
                  </a:lnTo>
                  <a:lnTo>
                    <a:pt x="3982175" y="1245828"/>
                  </a:lnTo>
                  <a:lnTo>
                    <a:pt x="3982511" y="1243871"/>
                  </a:lnTo>
                  <a:lnTo>
                    <a:pt x="3982848" y="1239529"/>
                  </a:lnTo>
                  <a:lnTo>
                    <a:pt x="3983184" y="1237012"/>
                  </a:lnTo>
                  <a:lnTo>
                    <a:pt x="3983521" y="1234016"/>
                  </a:lnTo>
                  <a:lnTo>
                    <a:pt x="3983857" y="1232524"/>
                  </a:lnTo>
                  <a:lnTo>
                    <a:pt x="3984194" y="1229764"/>
                  </a:lnTo>
                  <a:lnTo>
                    <a:pt x="3984530" y="1226855"/>
                  </a:lnTo>
                  <a:lnTo>
                    <a:pt x="3984867" y="1224099"/>
                  </a:lnTo>
                  <a:lnTo>
                    <a:pt x="3985203" y="1221607"/>
                  </a:lnTo>
                  <a:lnTo>
                    <a:pt x="3985539" y="1217004"/>
                  </a:lnTo>
                  <a:lnTo>
                    <a:pt x="3985876" y="1212593"/>
                  </a:lnTo>
                  <a:lnTo>
                    <a:pt x="3986212" y="1208665"/>
                  </a:lnTo>
                  <a:lnTo>
                    <a:pt x="3986549" y="1205158"/>
                  </a:lnTo>
                  <a:lnTo>
                    <a:pt x="3986885" y="1201535"/>
                  </a:lnTo>
                  <a:lnTo>
                    <a:pt x="3987222" y="1198165"/>
                  </a:lnTo>
                  <a:lnTo>
                    <a:pt x="3987558" y="1195233"/>
                  </a:lnTo>
                  <a:lnTo>
                    <a:pt x="3987895" y="1192509"/>
                  </a:lnTo>
                  <a:lnTo>
                    <a:pt x="3988231" y="1188919"/>
                  </a:lnTo>
                  <a:lnTo>
                    <a:pt x="3988568" y="1186522"/>
                  </a:lnTo>
                  <a:lnTo>
                    <a:pt x="3988904" y="1185690"/>
                  </a:lnTo>
                  <a:lnTo>
                    <a:pt x="3989240" y="1185911"/>
                  </a:lnTo>
                  <a:lnTo>
                    <a:pt x="3989577" y="1187297"/>
                  </a:lnTo>
                  <a:lnTo>
                    <a:pt x="3989913" y="1189212"/>
                  </a:lnTo>
                  <a:lnTo>
                    <a:pt x="3990250" y="1191279"/>
                  </a:lnTo>
                  <a:lnTo>
                    <a:pt x="3990586" y="1194478"/>
                  </a:lnTo>
                  <a:lnTo>
                    <a:pt x="3990923" y="1201558"/>
                  </a:lnTo>
                  <a:lnTo>
                    <a:pt x="3991259" y="1208435"/>
                  </a:lnTo>
                  <a:lnTo>
                    <a:pt x="3991596" y="1215171"/>
                  </a:lnTo>
                  <a:lnTo>
                    <a:pt x="3991932" y="1222479"/>
                  </a:lnTo>
                  <a:lnTo>
                    <a:pt x="3992269" y="1229671"/>
                  </a:lnTo>
                  <a:lnTo>
                    <a:pt x="3992605" y="1237026"/>
                  </a:lnTo>
                  <a:lnTo>
                    <a:pt x="3992942" y="1244717"/>
                  </a:lnTo>
                  <a:lnTo>
                    <a:pt x="3993278" y="1251141"/>
                  </a:lnTo>
                  <a:lnTo>
                    <a:pt x="3993614" y="1257601"/>
                  </a:lnTo>
                  <a:lnTo>
                    <a:pt x="3993951" y="1265071"/>
                  </a:lnTo>
                  <a:lnTo>
                    <a:pt x="3994287" y="1272614"/>
                  </a:lnTo>
                  <a:lnTo>
                    <a:pt x="3994624" y="1276729"/>
                  </a:lnTo>
                  <a:lnTo>
                    <a:pt x="3994960" y="1280086"/>
                  </a:lnTo>
                  <a:lnTo>
                    <a:pt x="3995297" y="1283813"/>
                  </a:lnTo>
                  <a:lnTo>
                    <a:pt x="3995633" y="1287963"/>
                  </a:lnTo>
                  <a:lnTo>
                    <a:pt x="3995970" y="1292168"/>
                  </a:lnTo>
                  <a:lnTo>
                    <a:pt x="3996306" y="1296468"/>
                  </a:lnTo>
                  <a:lnTo>
                    <a:pt x="3996643" y="1300702"/>
                  </a:lnTo>
                  <a:lnTo>
                    <a:pt x="3996979" y="1304492"/>
                  </a:lnTo>
                  <a:lnTo>
                    <a:pt x="3997316" y="1308276"/>
                  </a:lnTo>
                  <a:lnTo>
                    <a:pt x="3997652" y="1312667"/>
                  </a:lnTo>
                  <a:lnTo>
                    <a:pt x="3997988" y="1317406"/>
                  </a:lnTo>
                  <a:lnTo>
                    <a:pt x="3998325" y="1323310"/>
                  </a:lnTo>
                  <a:lnTo>
                    <a:pt x="3998661" y="1328740"/>
                  </a:lnTo>
                  <a:lnTo>
                    <a:pt x="3998998" y="1333948"/>
                  </a:lnTo>
                  <a:lnTo>
                    <a:pt x="3999334" y="1339270"/>
                  </a:lnTo>
                  <a:lnTo>
                    <a:pt x="3999671" y="1345513"/>
                  </a:lnTo>
                  <a:lnTo>
                    <a:pt x="4000007" y="1350601"/>
                  </a:lnTo>
                  <a:lnTo>
                    <a:pt x="4000344" y="1358964"/>
                  </a:lnTo>
                  <a:lnTo>
                    <a:pt x="4000680" y="1365706"/>
                  </a:lnTo>
                  <a:lnTo>
                    <a:pt x="4001017" y="1371513"/>
                  </a:lnTo>
                  <a:lnTo>
                    <a:pt x="4001353" y="1377940"/>
                  </a:lnTo>
                  <a:lnTo>
                    <a:pt x="4001690" y="1385460"/>
                  </a:lnTo>
                  <a:lnTo>
                    <a:pt x="4002026" y="1393203"/>
                  </a:lnTo>
                  <a:lnTo>
                    <a:pt x="4002362" y="1400861"/>
                  </a:lnTo>
                  <a:lnTo>
                    <a:pt x="4002699" y="1408172"/>
                  </a:lnTo>
                  <a:lnTo>
                    <a:pt x="4003035" y="1414957"/>
                  </a:lnTo>
                  <a:lnTo>
                    <a:pt x="4003372" y="1421279"/>
                  </a:lnTo>
                  <a:lnTo>
                    <a:pt x="4003708" y="1427086"/>
                  </a:lnTo>
                  <a:lnTo>
                    <a:pt x="4004045" y="1431774"/>
                  </a:lnTo>
                  <a:lnTo>
                    <a:pt x="4004381" y="1435180"/>
                  </a:lnTo>
                  <a:lnTo>
                    <a:pt x="4004718" y="1436901"/>
                  </a:lnTo>
                  <a:lnTo>
                    <a:pt x="4005054" y="1437320"/>
                  </a:lnTo>
                  <a:lnTo>
                    <a:pt x="4005391" y="1437243"/>
                  </a:lnTo>
                  <a:lnTo>
                    <a:pt x="4005727" y="1436587"/>
                  </a:lnTo>
                  <a:lnTo>
                    <a:pt x="4006064" y="1435470"/>
                  </a:lnTo>
                  <a:lnTo>
                    <a:pt x="4006400" y="1430527"/>
                  </a:lnTo>
                  <a:lnTo>
                    <a:pt x="4006736" y="1425246"/>
                  </a:lnTo>
                  <a:lnTo>
                    <a:pt x="4007073" y="1419757"/>
                  </a:lnTo>
                  <a:lnTo>
                    <a:pt x="4007409" y="1414118"/>
                  </a:lnTo>
                  <a:lnTo>
                    <a:pt x="4007746" y="1406747"/>
                  </a:lnTo>
                  <a:lnTo>
                    <a:pt x="4008082" y="1398355"/>
                  </a:lnTo>
                  <a:lnTo>
                    <a:pt x="4008419" y="1388269"/>
                  </a:lnTo>
                  <a:lnTo>
                    <a:pt x="4008755" y="1376601"/>
                  </a:lnTo>
                  <a:lnTo>
                    <a:pt x="4009092" y="1364208"/>
                  </a:lnTo>
                  <a:lnTo>
                    <a:pt x="4009428" y="1351629"/>
                  </a:lnTo>
                  <a:lnTo>
                    <a:pt x="4009765" y="1339545"/>
                  </a:lnTo>
                  <a:lnTo>
                    <a:pt x="4010101" y="1328941"/>
                  </a:lnTo>
                  <a:lnTo>
                    <a:pt x="4010438" y="1319443"/>
                  </a:lnTo>
                  <a:lnTo>
                    <a:pt x="4010774" y="1310391"/>
                  </a:lnTo>
                  <a:lnTo>
                    <a:pt x="4011110" y="1301382"/>
                  </a:lnTo>
                  <a:lnTo>
                    <a:pt x="4011447" y="1291776"/>
                  </a:lnTo>
                  <a:lnTo>
                    <a:pt x="4011783" y="1280238"/>
                  </a:lnTo>
                  <a:lnTo>
                    <a:pt x="4012120" y="1268161"/>
                  </a:lnTo>
                  <a:lnTo>
                    <a:pt x="4012456" y="1256142"/>
                  </a:lnTo>
                  <a:lnTo>
                    <a:pt x="4012793" y="1244927"/>
                  </a:lnTo>
                  <a:lnTo>
                    <a:pt x="4013129" y="1233993"/>
                  </a:lnTo>
                  <a:lnTo>
                    <a:pt x="4013466" y="1223281"/>
                  </a:lnTo>
                  <a:lnTo>
                    <a:pt x="4013802" y="1213007"/>
                  </a:lnTo>
                  <a:lnTo>
                    <a:pt x="4014139" y="1204049"/>
                  </a:lnTo>
                  <a:lnTo>
                    <a:pt x="4014475" y="1195578"/>
                  </a:lnTo>
                  <a:lnTo>
                    <a:pt x="4014812" y="1186928"/>
                  </a:lnTo>
                  <a:lnTo>
                    <a:pt x="4015148" y="1178609"/>
                  </a:lnTo>
                  <a:lnTo>
                    <a:pt x="4015484" y="1169959"/>
                  </a:lnTo>
                  <a:lnTo>
                    <a:pt x="4015821" y="1161417"/>
                  </a:lnTo>
                  <a:lnTo>
                    <a:pt x="4016157" y="1152853"/>
                  </a:lnTo>
                  <a:lnTo>
                    <a:pt x="4016494" y="1144426"/>
                  </a:lnTo>
                  <a:lnTo>
                    <a:pt x="4016830" y="1136803"/>
                  </a:lnTo>
                  <a:lnTo>
                    <a:pt x="4017167" y="1129533"/>
                  </a:lnTo>
                  <a:lnTo>
                    <a:pt x="4017503" y="1122428"/>
                  </a:lnTo>
                  <a:lnTo>
                    <a:pt x="4017840" y="1115330"/>
                  </a:lnTo>
                  <a:lnTo>
                    <a:pt x="4018176" y="1108627"/>
                  </a:lnTo>
                  <a:lnTo>
                    <a:pt x="4018513" y="1102197"/>
                  </a:lnTo>
                  <a:lnTo>
                    <a:pt x="4018849" y="1096068"/>
                  </a:lnTo>
                  <a:lnTo>
                    <a:pt x="4019186" y="1089136"/>
                  </a:lnTo>
                  <a:lnTo>
                    <a:pt x="4019522" y="1081872"/>
                  </a:lnTo>
                  <a:lnTo>
                    <a:pt x="4019858" y="1075564"/>
                  </a:lnTo>
                  <a:lnTo>
                    <a:pt x="4020195" y="1068775"/>
                  </a:lnTo>
                  <a:lnTo>
                    <a:pt x="4020531" y="1062058"/>
                  </a:lnTo>
                  <a:lnTo>
                    <a:pt x="4020868" y="1055829"/>
                  </a:lnTo>
                  <a:lnTo>
                    <a:pt x="4021204" y="1051217"/>
                  </a:lnTo>
                  <a:lnTo>
                    <a:pt x="4021541" y="1048630"/>
                  </a:lnTo>
                  <a:lnTo>
                    <a:pt x="4021877" y="1048106"/>
                  </a:lnTo>
                  <a:lnTo>
                    <a:pt x="4022214" y="1048566"/>
                  </a:lnTo>
                  <a:lnTo>
                    <a:pt x="4022550" y="1046842"/>
                  </a:lnTo>
                  <a:lnTo>
                    <a:pt x="4022887" y="1043529"/>
                  </a:lnTo>
                  <a:lnTo>
                    <a:pt x="4023223" y="1043262"/>
                  </a:lnTo>
                  <a:lnTo>
                    <a:pt x="4023559" y="1043661"/>
                  </a:lnTo>
                  <a:lnTo>
                    <a:pt x="4023896" y="1045628"/>
                  </a:lnTo>
                  <a:lnTo>
                    <a:pt x="4024232" y="1048469"/>
                  </a:lnTo>
                  <a:lnTo>
                    <a:pt x="4024569" y="1050557"/>
                  </a:lnTo>
                  <a:lnTo>
                    <a:pt x="4024905" y="1052338"/>
                  </a:lnTo>
                  <a:lnTo>
                    <a:pt x="4025242" y="1054215"/>
                  </a:lnTo>
                  <a:lnTo>
                    <a:pt x="4025578" y="1055875"/>
                  </a:lnTo>
                  <a:lnTo>
                    <a:pt x="4025915" y="1057001"/>
                  </a:lnTo>
                  <a:lnTo>
                    <a:pt x="4026251" y="1057664"/>
                  </a:lnTo>
                  <a:lnTo>
                    <a:pt x="4026588" y="1057921"/>
                  </a:lnTo>
                  <a:lnTo>
                    <a:pt x="4026924" y="1057258"/>
                  </a:lnTo>
                  <a:lnTo>
                    <a:pt x="4027261" y="1055780"/>
                  </a:lnTo>
                  <a:lnTo>
                    <a:pt x="4027597" y="1054103"/>
                  </a:lnTo>
                  <a:lnTo>
                    <a:pt x="4027933" y="1051308"/>
                  </a:lnTo>
                  <a:lnTo>
                    <a:pt x="4028270" y="1048687"/>
                  </a:lnTo>
                  <a:lnTo>
                    <a:pt x="4028606" y="1047120"/>
                  </a:lnTo>
                  <a:lnTo>
                    <a:pt x="4028943" y="1046271"/>
                  </a:lnTo>
                  <a:lnTo>
                    <a:pt x="4029279" y="1043216"/>
                  </a:lnTo>
                  <a:lnTo>
                    <a:pt x="4029616" y="1040389"/>
                  </a:lnTo>
                  <a:lnTo>
                    <a:pt x="4029952" y="1036839"/>
                  </a:lnTo>
                  <a:lnTo>
                    <a:pt x="4030289" y="1034114"/>
                  </a:lnTo>
                  <a:lnTo>
                    <a:pt x="4030625" y="1030012"/>
                  </a:lnTo>
                  <a:lnTo>
                    <a:pt x="4030962" y="1026481"/>
                  </a:lnTo>
                  <a:lnTo>
                    <a:pt x="4031298" y="1022719"/>
                  </a:lnTo>
                  <a:lnTo>
                    <a:pt x="4031635" y="1018587"/>
                  </a:lnTo>
                  <a:lnTo>
                    <a:pt x="4031971" y="1014707"/>
                  </a:lnTo>
                  <a:lnTo>
                    <a:pt x="4032307" y="1010689"/>
                  </a:lnTo>
                  <a:lnTo>
                    <a:pt x="4032644" y="1007355"/>
                  </a:lnTo>
                  <a:lnTo>
                    <a:pt x="4032980" y="1004510"/>
                  </a:lnTo>
                  <a:lnTo>
                    <a:pt x="4033317" y="1001196"/>
                  </a:lnTo>
                  <a:lnTo>
                    <a:pt x="4033653" y="997816"/>
                  </a:lnTo>
                  <a:lnTo>
                    <a:pt x="4033990" y="994774"/>
                  </a:lnTo>
                  <a:lnTo>
                    <a:pt x="4034326" y="991397"/>
                  </a:lnTo>
                  <a:lnTo>
                    <a:pt x="4034663" y="987982"/>
                  </a:lnTo>
                  <a:lnTo>
                    <a:pt x="4034999" y="985097"/>
                  </a:lnTo>
                  <a:lnTo>
                    <a:pt x="4035336" y="980857"/>
                  </a:lnTo>
                  <a:lnTo>
                    <a:pt x="4035672" y="976936"/>
                  </a:lnTo>
                  <a:lnTo>
                    <a:pt x="4036009" y="973412"/>
                  </a:lnTo>
                  <a:lnTo>
                    <a:pt x="4036345" y="972258"/>
                  </a:lnTo>
                  <a:lnTo>
                    <a:pt x="4036681" y="971615"/>
                  </a:lnTo>
                  <a:lnTo>
                    <a:pt x="4037018" y="968405"/>
                  </a:lnTo>
                  <a:lnTo>
                    <a:pt x="4037354" y="964515"/>
                  </a:lnTo>
                  <a:lnTo>
                    <a:pt x="4037691" y="956755"/>
                  </a:lnTo>
                  <a:lnTo>
                    <a:pt x="4038027" y="947589"/>
                  </a:lnTo>
                  <a:lnTo>
                    <a:pt x="4038364" y="935492"/>
                  </a:lnTo>
                  <a:lnTo>
                    <a:pt x="4038700" y="924921"/>
                  </a:lnTo>
                  <a:lnTo>
                    <a:pt x="4039037" y="914580"/>
                  </a:lnTo>
                  <a:lnTo>
                    <a:pt x="4039373" y="900759"/>
                  </a:lnTo>
                  <a:lnTo>
                    <a:pt x="4039710" y="887420"/>
                  </a:lnTo>
                  <a:lnTo>
                    <a:pt x="4040046" y="874791"/>
                  </a:lnTo>
                  <a:lnTo>
                    <a:pt x="4040383" y="862295"/>
                  </a:lnTo>
                  <a:lnTo>
                    <a:pt x="4040719" y="850279"/>
                  </a:lnTo>
                  <a:lnTo>
                    <a:pt x="4041055" y="839087"/>
                  </a:lnTo>
                  <a:lnTo>
                    <a:pt x="4041392" y="829147"/>
                  </a:lnTo>
                  <a:lnTo>
                    <a:pt x="4041728" y="819719"/>
                  </a:lnTo>
                  <a:lnTo>
                    <a:pt x="4042065" y="809985"/>
                  </a:lnTo>
                  <a:lnTo>
                    <a:pt x="4042401" y="799983"/>
                  </a:lnTo>
                  <a:lnTo>
                    <a:pt x="4042738" y="789898"/>
                  </a:lnTo>
                  <a:lnTo>
                    <a:pt x="4043074" y="779735"/>
                  </a:lnTo>
                  <a:lnTo>
                    <a:pt x="4043411" y="769674"/>
                  </a:lnTo>
                  <a:lnTo>
                    <a:pt x="4043747" y="758868"/>
                  </a:lnTo>
                  <a:lnTo>
                    <a:pt x="4044084" y="747119"/>
                  </a:lnTo>
                  <a:lnTo>
                    <a:pt x="4044420" y="739036"/>
                  </a:lnTo>
                  <a:lnTo>
                    <a:pt x="4044757" y="731435"/>
                  </a:lnTo>
                  <a:lnTo>
                    <a:pt x="4045093" y="723881"/>
                  </a:lnTo>
                  <a:lnTo>
                    <a:pt x="4045429" y="717086"/>
                  </a:lnTo>
                  <a:lnTo>
                    <a:pt x="4045766" y="711967"/>
                  </a:lnTo>
                  <a:lnTo>
                    <a:pt x="4046102" y="708149"/>
                  </a:lnTo>
                  <a:lnTo>
                    <a:pt x="4046439" y="704471"/>
                  </a:lnTo>
                  <a:lnTo>
                    <a:pt x="4046775" y="702856"/>
                  </a:lnTo>
                  <a:lnTo>
                    <a:pt x="4047112" y="700359"/>
                  </a:lnTo>
                  <a:lnTo>
                    <a:pt x="4047448" y="699330"/>
                  </a:lnTo>
                  <a:lnTo>
                    <a:pt x="4047785" y="697207"/>
                  </a:lnTo>
                  <a:lnTo>
                    <a:pt x="4048121" y="694041"/>
                  </a:lnTo>
                  <a:lnTo>
                    <a:pt x="4048458" y="689967"/>
                  </a:lnTo>
                  <a:lnTo>
                    <a:pt x="4048794" y="687754"/>
                  </a:lnTo>
                  <a:lnTo>
                    <a:pt x="4049131" y="686220"/>
                  </a:lnTo>
                  <a:lnTo>
                    <a:pt x="4049467" y="685888"/>
                  </a:lnTo>
                  <a:lnTo>
                    <a:pt x="4049803" y="686530"/>
                  </a:lnTo>
                  <a:lnTo>
                    <a:pt x="4050140" y="687521"/>
                  </a:lnTo>
                  <a:lnTo>
                    <a:pt x="4050476" y="682714"/>
                  </a:lnTo>
                  <a:lnTo>
                    <a:pt x="4050813" y="677574"/>
                  </a:lnTo>
                  <a:lnTo>
                    <a:pt x="4051149" y="669907"/>
                  </a:lnTo>
                  <a:lnTo>
                    <a:pt x="4051486" y="662846"/>
                  </a:lnTo>
                  <a:lnTo>
                    <a:pt x="4051822" y="656002"/>
                  </a:lnTo>
                  <a:lnTo>
                    <a:pt x="4052159" y="649155"/>
                  </a:lnTo>
                  <a:lnTo>
                    <a:pt x="4052495" y="643544"/>
                  </a:lnTo>
                  <a:lnTo>
                    <a:pt x="4052832" y="642057"/>
                  </a:lnTo>
                  <a:lnTo>
                    <a:pt x="4053168" y="642551"/>
                  </a:lnTo>
                  <a:lnTo>
                    <a:pt x="4053504" y="644261"/>
                  </a:lnTo>
                  <a:lnTo>
                    <a:pt x="4053841" y="646966"/>
                  </a:lnTo>
                  <a:lnTo>
                    <a:pt x="4054177" y="649867"/>
                  </a:lnTo>
                  <a:lnTo>
                    <a:pt x="4054514" y="652170"/>
                  </a:lnTo>
                  <a:lnTo>
                    <a:pt x="4054850" y="654540"/>
                  </a:lnTo>
                  <a:lnTo>
                    <a:pt x="4055187" y="657515"/>
                  </a:lnTo>
                  <a:lnTo>
                    <a:pt x="4055523" y="662497"/>
                  </a:lnTo>
                  <a:lnTo>
                    <a:pt x="4055860" y="667936"/>
                  </a:lnTo>
                  <a:lnTo>
                    <a:pt x="4056196" y="674212"/>
                  </a:lnTo>
                  <a:lnTo>
                    <a:pt x="4056533" y="680166"/>
                  </a:lnTo>
                  <a:lnTo>
                    <a:pt x="4056869" y="685325"/>
                  </a:lnTo>
                  <a:lnTo>
                    <a:pt x="4057206" y="689499"/>
                  </a:lnTo>
                  <a:lnTo>
                    <a:pt x="4057542" y="692723"/>
                  </a:lnTo>
                  <a:lnTo>
                    <a:pt x="4057878" y="695122"/>
                  </a:lnTo>
                  <a:lnTo>
                    <a:pt x="4058215" y="696900"/>
                  </a:lnTo>
                  <a:lnTo>
                    <a:pt x="4058551" y="698285"/>
                  </a:lnTo>
                  <a:lnTo>
                    <a:pt x="4058888" y="699919"/>
                  </a:lnTo>
                  <a:lnTo>
                    <a:pt x="4059224" y="702057"/>
                  </a:lnTo>
                  <a:lnTo>
                    <a:pt x="4059561" y="704751"/>
                  </a:lnTo>
                  <a:lnTo>
                    <a:pt x="4059897" y="706866"/>
                  </a:lnTo>
                  <a:lnTo>
                    <a:pt x="4060234" y="708083"/>
                  </a:lnTo>
                  <a:lnTo>
                    <a:pt x="4060570" y="709526"/>
                  </a:lnTo>
                  <a:lnTo>
                    <a:pt x="4060907" y="710782"/>
                  </a:lnTo>
                  <a:lnTo>
                    <a:pt x="4061243" y="711480"/>
                  </a:lnTo>
                  <a:lnTo>
                    <a:pt x="4061580" y="712457"/>
                  </a:lnTo>
                  <a:lnTo>
                    <a:pt x="4061916" y="714117"/>
                  </a:lnTo>
                  <a:lnTo>
                    <a:pt x="4062252" y="717731"/>
                  </a:lnTo>
                  <a:lnTo>
                    <a:pt x="4062589" y="721158"/>
                  </a:lnTo>
                  <a:lnTo>
                    <a:pt x="4062925" y="724427"/>
                  </a:lnTo>
                  <a:lnTo>
                    <a:pt x="4063262" y="727710"/>
                  </a:lnTo>
                  <a:lnTo>
                    <a:pt x="4063598" y="730749"/>
                  </a:lnTo>
                  <a:lnTo>
                    <a:pt x="4063935" y="733400"/>
                  </a:lnTo>
                  <a:lnTo>
                    <a:pt x="4064271" y="735943"/>
                  </a:lnTo>
                  <a:lnTo>
                    <a:pt x="4064608" y="738508"/>
                  </a:lnTo>
                  <a:lnTo>
                    <a:pt x="4064944" y="741030"/>
                  </a:lnTo>
                  <a:lnTo>
                    <a:pt x="4065281" y="743960"/>
                  </a:lnTo>
                  <a:lnTo>
                    <a:pt x="4065617" y="746024"/>
                  </a:lnTo>
                  <a:lnTo>
                    <a:pt x="4065954" y="747969"/>
                  </a:lnTo>
                  <a:lnTo>
                    <a:pt x="4066290" y="749435"/>
                  </a:lnTo>
                  <a:lnTo>
                    <a:pt x="4066626" y="750121"/>
                  </a:lnTo>
                  <a:lnTo>
                    <a:pt x="4066963" y="750063"/>
                  </a:lnTo>
                  <a:lnTo>
                    <a:pt x="4067299" y="749879"/>
                  </a:lnTo>
                  <a:lnTo>
                    <a:pt x="4067636" y="748899"/>
                  </a:lnTo>
                  <a:lnTo>
                    <a:pt x="4067972" y="748326"/>
                  </a:lnTo>
                  <a:lnTo>
                    <a:pt x="4068309" y="748355"/>
                  </a:lnTo>
                  <a:lnTo>
                    <a:pt x="4068645" y="748303"/>
                  </a:lnTo>
                  <a:lnTo>
                    <a:pt x="4068982" y="748188"/>
                  </a:lnTo>
                  <a:lnTo>
                    <a:pt x="4069318" y="747539"/>
                  </a:lnTo>
                  <a:lnTo>
                    <a:pt x="4069655" y="746790"/>
                  </a:lnTo>
                  <a:lnTo>
                    <a:pt x="4069991" y="746010"/>
                  </a:lnTo>
                  <a:lnTo>
                    <a:pt x="4070328" y="746031"/>
                  </a:lnTo>
                  <a:lnTo>
                    <a:pt x="4070664" y="746418"/>
                  </a:lnTo>
                  <a:lnTo>
                    <a:pt x="4071000" y="747642"/>
                  </a:lnTo>
                  <a:lnTo>
                    <a:pt x="4071337" y="749977"/>
                  </a:lnTo>
                  <a:lnTo>
                    <a:pt x="4071673" y="752472"/>
                  </a:lnTo>
                  <a:lnTo>
                    <a:pt x="4072010" y="755605"/>
                  </a:lnTo>
                  <a:lnTo>
                    <a:pt x="4072346" y="759887"/>
                  </a:lnTo>
                  <a:lnTo>
                    <a:pt x="4072683" y="764639"/>
                  </a:lnTo>
                  <a:lnTo>
                    <a:pt x="4073019" y="769783"/>
                  </a:lnTo>
                  <a:lnTo>
                    <a:pt x="4073356" y="774580"/>
                  </a:lnTo>
                  <a:lnTo>
                    <a:pt x="4073692" y="782571"/>
                  </a:lnTo>
                  <a:lnTo>
                    <a:pt x="4074029" y="790637"/>
                  </a:lnTo>
                  <a:lnTo>
                    <a:pt x="4074365" y="799777"/>
                  </a:lnTo>
                  <a:lnTo>
                    <a:pt x="4074702" y="809494"/>
                  </a:lnTo>
                  <a:lnTo>
                    <a:pt x="4075038" y="819781"/>
                  </a:lnTo>
                  <a:lnTo>
                    <a:pt x="4075374" y="829737"/>
                  </a:lnTo>
                  <a:lnTo>
                    <a:pt x="4075711" y="840323"/>
                  </a:lnTo>
                  <a:lnTo>
                    <a:pt x="4076047" y="851737"/>
                  </a:lnTo>
                  <a:lnTo>
                    <a:pt x="4076384" y="863910"/>
                  </a:lnTo>
                  <a:lnTo>
                    <a:pt x="4076720" y="876044"/>
                  </a:lnTo>
                  <a:lnTo>
                    <a:pt x="4077057" y="888254"/>
                  </a:lnTo>
                  <a:lnTo>
                    <a:pt x="4077393" y="901213"/>
                  </a:lnTo>
                  <a:lnTo>
                    <a:pt x="4077730" y="913163"/>
                  </a:lnTo>
                  <a:lnTo>
                    <a:pt x="4078066" y="925082"/>
                  </a:lnTo>
                  <a:lnTo>
                    <a:pt x="4078403" y="939287"/>
                  </a:lnTo>
                  <a:lnTo>
                    <a:pt x="4078739" y="953712"/>
                  </a:lnTo>
                  <a:lnTo>
                    <a:pt x="4079076" y="970873"/>
                  </a:lnTo>
                  <a:lnTo>
                    <a:pt x="4079412" y="988044"/>
                  </a:lnTo>
                  <a:lnTo>
                    <a:pt x="4079748" y="1004813"/>
                  </a:lnTo>
                  <a:lnTo>
                    <a:pt x="4080085" y="1021203"/>
                  </a:lnTo>
                  <a:lnTo>
                    <a:pt x="4080421" y="1038220"/>
                  </a:lnTo>
                  <a:lnTo>
                    <a:pt x="4080758" y="1054880"/>
                  </a:lnTo>
                  <a:lnTo>
                    <a:pt x="4081094" y="1071340"/>
                  </a:lnTo>
                  <a:lnTo>
                    <a:pt x="4081431" y="1087325"/>
                  </a:lnTo>
                  <a:lnTo>
                    <a:pt x="4081767" y="1102639"/>
                  </a:lnTo>
                  <a:lnTo>
                    <a:pt x="4082104" y="1117613"/>
                  </a:lnTo>
                  <a:lnTo>
                    <a:pt x="4082440" y="1131227"/>
                  </a:lnTo>
                  <a:lnTo>
                    <a:pt x="4082777" y="1144261"/>
                  </a:lnTo>
                  <a:lnTo>
                    <a:pt x="4083113" y="1156751"/>
                  </a:lnTo>
                  <a:lnTo>
                    <a:pt x="4083450" y="1168489"/>
                  </a:lnTo>
                  <a:lnTo>
                    <a:pt x="4083786" y="1179998"/>
                  </a:lnTo>
                  <a:lnTo>
                    <a:pt x="4084122" y="1190241"/>
                  </a:lnTo>
                  <a:lnTo>
                    <a:pt x="4084459" y="1199048"/>
                  </a:lnTo>
                  <a:lnTo>
                    <a:pt x="4084795" y="1206421"/>
                  </a:lnTo>
                  <a:lnTo>
                    <a:pt x="4085132" y="1213421"/>
                  </a:lnTo>
                  <a:lnTo>
                    <a:pt x="4085468" y="1219634"/>
                  </a:lnTo>
                  <a:lnTo>
                    <a:pt x="4085805" y="1224958"/>
                  </a:lnTo>
                  <a:lnTo>
                    <a:pt x="4086141" y="1229657"/>
                  </a:lnTo>
                  <a:lnTo>
                    <a:pt x="4086478" y="1235148"/>
                  </a:lnTo>
                  <a:lnTo>
                    <a:pt x="4086814" y="1240015"/>
                  </a:lnTo>
                  <a:lnTo>
                    <a:pt x="4087151" y="1244857"/>
                  </a:lnTo>
                  <a:lnTo>
                    <a:pt x="4087487" y="1250320"/>
                  </a:lnTo>
                  <a:lnTo>
                    <a:pt x="4087823" y="1256284"/>
                  </a:lnTo>
                  <a:lnTo>
                    <a:pt x="4088160" y="1262394"/>
                  </a:lnTo>
                  <a:lnTo>
                    <a:pt x="4088496" y="1267962"/>
                  </a:lnTo>
                  <a:lnTo>
                    <a:pt x="4088833" y="1272311"/>
                  </a:lnTo>
                  <a:lnTo>
                    <a:pt x="4089169" y="1275948"/>
                  </a:lnTo>
                  <a:lnTo>
                    <a:pt x="4089506" y="1279969"/>
                  </a:lnTo>
                  <a:lnTo>
                    <a:pt x="4089842" y="1284981"/>
                  </a:lnTo>
                  <a:lnTo>
                    <a:pt x="4090179" y="1290638"/>
                  </a:lnTo>
                  <a:lnTo>
                    <a:pt x="4090515" y="1293222"/>
                  </a:lnTo>
                  <a:lnTo>
                    <a:pt x="4090852" y="1295572"/>
                  </a:lnTo>
                  <a:lnTo>
                    <a:pt x="4091188" y="1296829"/>
                  </a:lnTo>
                  <a:lnTo>
                    <a:pt x="4091525" y="1297618"/>
                  </a:lnTo>
                  <a:lnTo>
                    <a:pt x="4091861" y="1299184"/>
                  </a:lnTo>
                  <a:lnTo>
                    <a:pt x="4092197" y="1301010"/>
                  </a:lnTo>
                  <a:lnTo>
                    <a:pt x="4092534" y="1302942"/>
                  </a:lnTo>
                  <a:lnTo>
                    <a:pt x="4092870" y="1305378"/>
                  </a:lnTo>
                  <a:lnTo>
                    <a:pt x="4093207" y="1308086"/>
                  </a:lnTo>
                  <a:lnTo>
                    <a:pt x="4093543" y="1311256"/>
                  </a:lnTo>
                  <a:lnTo>
                    <a:pt x="4093880" y="1314388"/>
                  </a:lnTo>
                  <a:lnTo>
                    <a:pt x="4094216" y="1317345"/>
                  </a:lnTo>
                  <a:lnTo>
                    <a:pt x="4094553" y="1320213"/>
                  </a:lnTo>
                  <a:lnTo>
                    <a:pt x="4094889" y="1322807"/>
                  </a:lnTo>
                  <a:lnTo>
                    <a:pt x="4095226" y="1325642"/>
                  </a:lnTo>
                  <a:lnTo>
                    <a:pt x="4095562" y="1328114"/>
                  </a:lnTo>
                  <a:lnTo>
                    <a:pt x="4095899" y="1330297"/>
                  </a:lnTo>
                  <a:lnTo>
                    <a:pt x="4096235" y="1333585"/>
                  </a:lnTo>
                  <a:lnTo>
                    <a:pt x="4096571" y="1337759"/>
                  </a:lnTo>
                  <a:lnTo>
                    <a:pt x="4096908" y="1342014"/>
                  </a:lnTo>
                  <a:lnTo>
                    <a:pt x="4097244" y="1345698"/>
                  </a:lnTo>
                  <a:lnTo>
                    <a:pt x="4097581" y="1348850"/>
                  </a:lnTo>
                  <a:lnTo>
                    <a:pt x="4097917" y="1351433"/>
                  </a:lnTo>
                  <a:lnTo>
                    <a:pt x="4098254" y="1353679"/>
                  </a:lnTo>
                  <a:lnTo>
                    <a:pt x="4098590" y="1356140"/>
                  </a:lnTo>
                  <a:lnTo>
                    <a:pt x="4098927" y="1358541"/>
                  </a:lnTo>
                  <a:lnTo>
                    <a:pt x="4099263" y="1361264"/>
                  </a:lnTo>
                  <a:lnTo>
                    <a:pt x="4099600" y="1363858"/>
                  </a:lnTo>
                  <a:lnTo>
                    <a:pt x="4099936" y="1366390"/>
                  </a:lnTo>
                  <a:lnTo>
                    <a:pt x="4100273" y="1368574"/>
                  </a:lnTo>
                  <a:lnTo>
                    <a:pt x="4100609" y="1372012"/>
                  </a:lnTo>
                  <a:lnTo>
                    <a:pt x="4100945" y="1376005"/>
                  </a:lnTo>
                  <a:lnTo>
                    <a:pt x="4101282" y="1379495"/>
                  </a:lnTo>
                  <a:lnTo>
                    <a:pt x="4101618" y="1383383"/>
                  </a:lnTo>
                  <a:lnTo>
                    <a:pt x="4101955" y="1387661"/>
                  </a:lnTo>
                  <a:lnTo>
                    <a:pt x="4102291" y="1392180"/>
                  </a:lnTo>
                  <a:lnTo>
                    <a:pt x="4102628" y="1397314"/>
                  </a:lnTo>
                  <a:lnTo>
                    <a:pt x="4102964" y="1403090"/>
                  </a:lnTo>
                  <a:lnTo>
                    <a:pt x="4103301" y="1410050"/>
                  </a:lnTo>
                  <a:lnTo>
                    <a:pt x="4103637" y="1416263"/>
                  </a:lnTo>
                  <a:lnTo>
                    <a:pt x="4103974" y="1422593"/>
                  </a:lnTo>
                  <a:lnTo>
                    <a:pt x="4104310" y="1430276"/>
                  </a:lnTo>
                  <a:lnTo>
                    <a:pt x="4104647" y="1437007"/>
                  </a:lnTo>
                  <a:lnTo>
                    <a:pt x="4104983" y="1444642"/>
                  </a:lnTo>
                  <a:lnTo>
                    <a:pt x="4105319" y="1452424"/>
                  </a:lnTo>
                  <a:lnTo>
                    <a:pt x="4105656" y="1462991"/>
                  </a:lnTo>
                  <a:lnTo>
                    <a:pt x="4105992" y="1471599"/>
                  </a:lnTo>
                  <a:lnTo>
                    <a:pt x="4106329" y="1479772"/>
                  </a:lnTo>
                  <a:lnTo>
                    <a:pt x="4106665" y="1491071"/>
                  </a:lnTo>
                  <a:lnTo>
                    <a:pt x="4107002" y="1501020"/>
                  </a:lnTo>
                  <a:lnTo>
                    <a:pt x="4107338" y="1510450"/>
                  </a:lnTo>
                  <a:lnTo>
                    <a:pt x="4107675" y="1520088"/>
                  </a:lnTo>
                  <a:lnTo>
                    <a:pt x="4108011" y="1529722"/>
                  </a:lnTo>
                  <a:lnTo>
                    <a:pt x="4108348" y="1538136"/>
                  </a:lnTo>
                  <a:lnTo>
                    <a:pt x="4108684" y="1546182"/>
                  </a:lnTo>
                  <a:lnTo>
                    <a:pt x="4109021" y="1553647"/>
                  </a:lnTo>
                  <a:lnTo>
                    <a:pt x="4109357" y="1561244"/>
                  </a:lnTo>
                  <a:lnTo>
                    <a:pt x="4109693" y="1568945"/>
                  </a:lnTo>
                  <a:lnTo>
                    <a:pt x="4110030" y="1577037"/>
                  </a:lnTo>
                  <a:lnTo>
                    <a:pt x="4110366" y="1584557"/>
                  </a:lnTo>
                  <a:lnTo>
                    <a:pt x="4110703" y="1592894"/>
                  </a:lnTo>
                  <a:lnTo>
                    <a:pt x="4111039" y="1602025"/>
                  </a:lnTo>
                  <a:lnTo>
                    <a:pt x="4111376" y="1612606"/>
                  </a:lnTo>
                  <a:lnTo>
                    <a:pt x="4111712" y="1620035"/>
                  </a:lnTo>
                  <a:lnTo>
                    <a:pt x="4112049" y="1627773"/>
                  </a:lnTo>
                  <a:lnTo>
                    <a:pt x="4112385" y="1636266"/>
                  </a:lnTo>
                  <a:lnTo>
                    <a:pt x="4112722" y="1644788"/>
                  </a:lnTo>
                  <a:lnTo>
                    <a:pt x="4113058" y="1652948"/>
                  </a:lnTo>
                  <a:lnTo>
                    <a:pt x="4113395" y="1660636"/>
                  </a:lnTo>
                  <a:lnTo>
                    <a:pt x="4113731" y="1668489"/>
                  </a:lnTo>
                  <a:lnTo>
                    <a:pt x="4114067" y="1676059"/>
                  </a:lnTo>
                  <a:lnTo>
                    <a:pt x="4114404" y="1683047"/>
                  </a:lnTo>
                  <a:lnTo>
                    <a:pt x="4114740" y="1689967"/>
                  </a:lnTo>
                  <a:lnTo>
                    <a:pt x="4115077" y="1697466"/>
                  </a:lnTo>
                  <a:lnTo>
                    <a:pt x="4115413" y="1705580"/>
                  </a:lnTo>
                  <a:lnTo>
                    <a:pt x="4115750" y="1714372"/>
                  </a:lnTo>
                  <a:lnTo>
                    <a:pt x="4116086" y="1723970"/>
                  </a:lnTo>
                  <a:lnTo>
                    <a:pt x="4116423" y="1733069"/>
                  </a:lnTo>
                  <a:lnTo>
                    <a:pt x="4116759" y="1741235"/>
                  </a:lnTo>
                  <a:lnTo>
                    <a:pt x="4117096" y="1748413"/>
                  </a:lnTo>
                  <a:lnTo>
                    <a:pt x="4117432" y="1755495"/>
                  </a:lnTo>
                  <a:lnTo>
                    <a:pt x="4117769" y="1765598"/>
                  </a:lnTo>
                  <a:lnTo>
                    <a:pt x="4118105" y="1774044"/>
                  </a:lnTo>
                  <a:lnTo>
                    <a:pt x="4118441" y="1783283"/>
                  </a:lnTo>
                  <a:lnTo>
                    <a:pt x="4118778" y="1791179"/>
                  </a:lnTo>
                  <a:lnTo>
                    <a:pt x="4119114" y="1798685"/>
                  </a:lnTo>
                  <a:lnTo>
                    <a:pt x="4119451" y="1806587"/>
                  </a:lnTo>
                  <a:lnTo>
                    <a:pt x="4119787" y="1814184"/>
                  </a:lnTo>
                  <a:lnTo>
                    <a:pt x="4120124" y="1820107"/>
                  </a:lnTo>
                  <a:lnTo>
                    <a:pt x="4120460" y="1824598"/>
                  </a:lnTo>
                  <a:lnTo>
                    <a:pt x="4120797" y="1828380"/>
                  </a:lnTo>
                  <a:lnTo>
                    <a:pt x="4121133" y="1830637"/>
                  </a:lnTo>
                  <a:lnTo>
                    <a:pt x="4121470" y="1830523"/>
                  </a:lnTo>
                  <a:lnTo>
                    <a:pt x="4121806" y="1830452"/>
                  </a:lnTo>
                  <a:lnTo>
                    <a:pt x="4122142" y="1830000"/>
                  </a:lnTo>
                  <a:lnTo>
                    <a:pt x="4122479" y="1828349"/>
                  </a:lnTo>
                  <a:lnTo>
                    <a:pt x="4122815" y="1824362"/>
                  </a:lnTo>
                  <a:lnTo>
                    <a:pt x="4123152" y="1819132"/>
                  </a:lnTo>
                  <a:lnTo>
                    <a:pt x="4123488" y="1815503"/>
                  </a:lnTo>
                  <a:lnTo>
                    <a:pt x="4123825" y="1812905"/>
                  </a:lnTo>
                  <a:lnTo>
                    <a:pt x="4124161" y="1809904"/>
                  </a:lnTo>
                  <a:lnTo>
                    <a:pt x="4124498" y="1807552"/>
                  </a:lnTo>
                  <a:lnTo>
                    <a:pt x="4124834" y="1805251"/>
                  </a:lnTo>
                  <a:lnTo>
                    <a:pt x="4125171" y="1802968"/>
                  </a:lnTo>
                  <a:lnTo>
                    <a:pt x="4125507" y="1800246"/>
                  </a:lnTo>
                  <a:lnTo>
                    <a:pt x="4125844" y="1797096"/>
                  </a:lnTo>
                  <a:lnTo>
                    <a:pt x="4126180" y="1793352"/>
                  </a:lnTo>
                  <a:lnTo>
                    <a:pt x="4126516" y="1789495"/>
                  </a:lnTo>
                  <a:lnTo>
                    <a:pt x="4126853" y="1784965"/>
                  </a:lnTo>
                  <a:lnTo>
                    <a:pt x="4127189" y="1780555"/>
                  </a:lnTo>
                  <a:lnTo>
                    <a:pt x="4127526" y="1776194"/>
                  </a:lnTo>
                  <a:lnTo>
                    <a:pt x="4127862" y="1771244"/>
                  </a:lnTo>
                  <a:lnTo>
                    <a:pt x="4128199" y="1766134"/>
                  </a:lnTo>
                  <a:lnTo>
                    <a:pt x="4128535" y="1760995"/>
                  </a:lnTo>
                  <a:lnTo>
                    <a:pt x="4128872" y="1754551"/>
                  </a:lnTo>
                  <a:lnTo>
                    <a:pt x="4129208" y="1747215"/>
                  </a:lnTo>
                  <a:lnTo>
                    <a:pt x="4129545" y="1739163"/>
                  </a:lnTo>
                  <a:lnTo>
                    <a:pt x="4129881" y="1732415"/>
                  </a:lnTo>
                  <a:lnTo>
                    <a:pt x="4130218" y="1724460"/>
                  </a:lnTo>
                  <a:lnTo>
                    <a:pt x="4130554" y="1716262"/>
                  </a:lnTo>
                  <a:lnTo>
                    <a:pt x="4130890" y="1707834"/>
                  </a:lnTo>
                  <a:lnTo>
                    <a:pt x="4131227" y="1701290"/>
                  </a:lnTo>
                  <a:lnTo>
                    <a:pt x="4131563" y="1693147"/>
                  </a:lnTo>
                  <a:lnTo>
                    <a:pt x="4131900" y="1687271"/>
                  </a:lnTo>
                  <a:lnTo>
                    <a:pt x="4132236" y="1681192"/>
                  </a:lnTo>
                  <a:lnTo>
                    <a:pt x="4132573" y="1672957"/>
                  </a:lnTo>
                  <a:lnTo>
                    <a:pt x="4132909" y="1665606"/>
                  </a:lnTo>
                  <a:lnTo>
                    <a:pt x="4133246" y="1659334"/>
                  </a:lnTo>
                  <a:lnTo>
                    <a:pt x="4133582" y="1654409"/>
                  </a:lnTo>
                  <a:lnTo>
                    <a:pt x="4133919" y="1651045"/>
                  </a:lnTo>
                  <a:lnTo>
                    <a:pt x="4134255" y="1648767"/>
                  </a:lnTo>
                  <a:lnTo>
                    <a:pt x="4134592" y="1646649"/>
                  </a:lnTo>
                  <a:lnTo>
                    <a:pt x="4134928" y="1644039"/>
                  </a:lnTo>
                  <a:lnTo>
                    <a:pt x="4135264" y="1641220"/>
                  </a:lnTo>
                  <a:lnTo>
                    <a:pt x="4135601" y="1639535"/>
                  </a:lnTo>
                  <a:lnTo>
                    <a:pt x="4135937" y="1636949"/>
                  </a:lnTo>
                  <a:lnTo>
                    <a:pt x="4136274" y="1634635"/>
                  </a:lnTo>
                  <a:lnTo>
                    <a:pt x="4136610" y="1632811"/>
                  </a:lnTo>
                  <a:lnTo>
                    <a:pt x="4136947" y="1629235"/>
                  </a:lnTo>
                  <a:lnTo>
                    <a:pt x="4137283" y="1626626"/>
                  </a:lnTo>
                  <a:lnTo>
                    <a:pt x="4137620" y="1623342"/>
                  </a:lnTo>
                  <a:lnTo>
                    <a:pt x="4137956" y="1620160"/>
                  </a:lnTo>
                  <a:lnTo>
                    <a:pt x="4138293" y="1615903"/>
                  </a:lnTo>
                  <a:lnTo>
                    <a:pt x="4138629" y="1609913"/>
                  </a:lnTo>
                  <a:lnTo>
                    <a:pt x="4138966" y="1603272"/>
                  </a:lnTo>
                  <a:lnTo>
                    <a:pt x="4139302" y="1596199"/>
                  </a:lnTo>
                  <a:lnTo>
                    <a:pt x="4139638" y="1588559"/>
                  </a:lnTo>
                  <a:lnTo>
                    <a:pt x="4139975" y="1580824"/>
                  </a:lnTo>
                  <a:lnTo>
                    <a:pt x="4140311" y="1573146"/>
                  </a:lnTo>
                  <a:lnTo>
                    <a:pt x="4140648" y="1565910"/>
                  </a:lnTo>
                  <a:lnTo>
                    <a:pt x="4140984" y="1559622"/>
                  </a:lnTo>
                  <a:lnTo>
                    <a:pt x="4141321" y="1554077"/>
                  </a:lnTo>
                  <a:lnTo>
                    <a:pt x="4141657" y="1548810"/>
                  </a:lnTo>
                  <a:lnTo>
                    <a:pt x="4141994" y="1544539"/>
                  </a:lnTo>
                  <a:lnTo>
                    <a:pt x="4142330" y="1540768"/>
                  </a:lnTo>
                  <a:lnTo>
                    <a:pt x="4142667" y="1537644"/>
                  </a:lnTo>
                  <a:lnTo>
                    <a:pt x="4143003" y="1534860"/>
                  </a:lnTo>
                  <a:lnTo>
                    <a:pt x="4143340" y="1532017"/>
                  </a:lnTo>
                  <a:lnTo>
                    <a:pt x="4143676" y="1529485"/>
                  </a:lnTo>
                  <a:lnTo>
                    <a:pt x="4144012" y="1528293"/>
                  </a:lnTo>
                  <a:lnTo>
                    <a:pt x="4144349" y="1527046"/>
                  </a:lnTo>
                  <a:lnTo>
                    <a:pt x="4144685" y="1524655"/>
                  </a:lnTo>
                  <a:lnTo>
                    <a:pt x="4145022" y="1523066"/>
                  </a:lnTo>
                  <a:lnTo>
                    <a:pt x="4145358" y="1521758"/>
                  </a:lnTo>
                  <a:lnTo>
                    <a:pt x="4145695" y="1518041"/>
                  </a:lnTo>
                  <a:lnTo>
                    <a:pt x="4146031" y="1514501"/>
                  </a:lnTo>
                  <a:lnTo>
                    <a:pt x="4146368" y="1509265"/>
                  </a:lnTo>
                  <a:lnTo>
                    <a:pt x="4146704" y="1503015"/>
                  </a:lnTo>
                  <a:lnTo>
                    <a:pt x="4147041" y="1496117"/>
                  </a:lnTo>
                  <a:lnTo>
                    <a:pt x="4147377" y="1489017"/>
                  </a:lnTo>
                  <a:lnTo>
                    <a:pt x="4147714" y="1481647"/>
                  </a:lnTo>
                  <a:lnTo>
                    <a:pt x="4148050" y="1474708"/>
                  </a:lnTo>
                  <a:lnTo>
                    <a:pt x="4148386" y="1469054"/>
                  </a:lnTo>
                  <a:lnTo>
                    <a:pt x="4148723" y="1464333"/>
                  </a:lnTo>
                  <a:lnTo>
                    <a:pt x="4149059" y="1459451"/>
                  </a:lnTo>
                  <a:lnTo>
                    <a:pt x="4149396" y="1454974"/>
                  </a:lnTo>
                  <a:lnTo>
                    <a:pt x="4149732" y="1450549"/>
                  </a:lnTo>
                  <a:lnTo>
                    <a:pt x="4150069" y="1445439"/>
                  </a:lnTo>
                  <a:lnTo>
                    <a:pt x="4150405" y="1440563"/>
                  </a:lnTo>
                  <a:lnTo>
                    <a:pt x="4150742" y="1436750"/>
                  </a:lnTo>
                  <a:lnTo>
                    <a:pt x="4151078" y="1432993"/>
                  </a:lnTo>
                  <a:lnTo>
                    <a:pt x="4151415" y="1429992"/>
                  </a:lnTo>
                  <a:lnTo>
                    <a:pt x="4151751" y="1428125"/>
                  </a:lnTo>
                  <a:lnTo>
                    <a:pt x="4152087" y="1426513"/>
                  </a:lnTo>
                  <a:lnTo>
                    <a:pt x="4152424" y="1424033"/>
                  </a:lnTo>
                  <a:lnTo>
                    <a:pt x="4152760" y="1420564"/>
                  </a:lnTo>
                  <a:lnTo>
                    <a:pt x="4153097" y="1416669"/>
                  </a:lnTo>
                  <a:lnTo>
                    <a:pt x="4153433" y="1412028"/>
                  </a:lnTo>
                  <a:lnTo>
                    <a:pt x="4153770" y="1405920"/>
                  </a:lnTo>
                  <a:lnTo>
                    <a:pt x="4154106" y="1399909"/>
                  </a:lnTo>
                  <a:lnTo>
                    <a:pt x="4154443" y="1392510"/>
                  </a:lnTo>
                  <a:lnTo>
                    <a:pt x="4154779" y="1385114"/>
                  </a:lnTo>
                  <a:lnTo>
                    <a:pt x="4155116" y="1378066"/>
                  </a:lnTo>
                  <a:lnTo>
                    <a:pt x="4155452" y="1370440"/>
                  </a:lnTo>
                  <a:lnTo>
                    <a:pt x="4155789" y="1362020"/>
                  </a:lnTo>
                  <a:lnTo>
                    <a:pt x="4156125" y="1353526"/>
                  </a:lnTo>
                  <a:lnTo>
                    <a:pt x="4156461" y="1344909"/>
                  </a:lnTo>
                  <a:lnTo>
                    <a:pt x="4156798" y="1335975"/>
                  </a:lnTo>
                  <a:lnTo>
                    <a:pt x="4157134" y="1326846"/>
                  </a:lnTo>
                  <a:lnTo>
                    <a:pt x="4157471" y="1317324"/>
                  </a:lnTo>
                  <a:lnTo>
                    <a:pt x="4157807" y="1307817"/>
                  </a:lnTo>
                  <a:lnTo>
                    <a:pt x="4158144" y="1298312"/>
                  </a:lnTo>
                  <a:lnTo>
                    <a:pt x="4158480" y="1288589"/>
                  </a:lnTo>
                  <a:lnTo>
                    <a:pt x="4158817" y="1281438"/>
                  </a:lnTo>
                  <a:lnTo>
                    <a:pt x="4159153" y="1273998"/>
                  </a:lnTo>
                  <a:lnTo>
                    <a:pt x="4159490" y="1266181"/>
                  </a:lnTo>
                  <a:lnTo>
                    <a:pt x="4159826" y="1257844"/>
                  </a:lnTo>
                  <a:lnTo>
                    <a:pt x="4160163" y="1248658"/>
                  </a:lnTo>
                  <a:lnTo>
                    <a:pt x="4160499" y="1239709"/>
                  </a:lnTo>
                  <a:lnTo>
                    <a:pt x="4160835" y="1230797"/>
                  </a:lnTo>
                  <a:lnTo>
                    <a:pt x="4161172" y="1221736"/>
                  </a:lnTo>
                  <a:lnTo>
                    <a:pt x="4161508" y="1213025"/>
                  </a:lnTo>
                  <a:lnTo>
                    <a:pt x="4161845" y="1205134"/>
                  </a:lnTo>
                  <a:lnTo>
                    <a:pt x="4162181" y="1198305"/>
                  </a:lnTo>
                  <a:lnTo>
                    <a:pt x="4162518" y="1191753"/>
                  </a:lnTo>
                  <a:lnTo>
                    <a:pt x="4162854" y="1185686"/>
                  </a:lnTo>
                  <a:lnTo>
                    <a:pt x="4163191" y="1179565"/>
                  </a:lnTo>
                  <a:lnTo>
                    <a:pt x="4163527" y="1173628"/>
                  </a:lnTo>
                  <a:lnTo>
                    <a:pt x="4163864" y="1168281"/>
                  </a:lnTo>
                  <a:lnTo>
                    <a:pt x="4164200" y="1164286"/>
                  </a:lnTo>
                  <a:lnTo>
                    <a:pt x="4164537" y="1161515"/>
                  </a:lnTo>
                  <a:lnTo>
                    <a:pt x="4164873" y="1157404"/>
                  </a:lnTo>
                  <a:lnTo>
                    <a:pt x="4165209" y="1154077"/>
                  </a:lnTo>
                  <a:lnTo>
                    <a:pt x="4165546" y="1150707"/>
                  </a:lnTo>
                  <a:lnTo>
                    <a:pt x="4165882" y="1147463"/>
                  </a:lnTo>
                  <a:lnTo>
                    <a:pt x="4166219" y="1145632"/>
                  </a:lnTo>
                  <a:lnTo>
                    <a:pt x="4166555" y="1143980"/>
                  </a:lnTo>
                  <a:lnTo>
                    <a:pt x="4166892" y="1142953"/>
                  </a:lnTo>
                  <a:lnTo>
                    <a:pt x="4167228" y="1141362"/>
                  </a:lnTo>
                  <a:lnTo>
                    <a:pt x="4167565" y="1139944"/>
                  </a:lnTo>
                  <a:lnTo>
                    <a:pt x="4167901" y="1137971"/>
                  </a:lnTo>
                  <a:lnTo>
                    <a:pt x="4168238" y="1136088"/>
                  </a:lnTo>
                  <a:lnTo>
                    <a:pt x="4168574" y="1134785"/>
                  </a:lnTo>
                  <a:lnTo>
                    <a:pt x="4168911" y="1133586"/>
                  </a:lnTo>
                  <a:lnTo>
                    <a:pt x="4169247" y="1132442"/>
                  </a:lnTo>
                  <a:lnTo>
                    <a:pt x="4169583" y="1131264"/>
                  </a:lnTo>
                  <a:lnTo>
                    <a:pt x="4169920" y="1130281"/>
                  </a:lnTo>
                  <a:lnTo>
                    <a:pt x="4170256" y="1130122"/>
                  </a:lnTo>
                  <a:lnTo>
                    <a:pt x="4170593" y="1129444"/>
                  </a:lnTo>
                  <a:lnTo>
                    <a:pt x="4170929" y="1128817"/>
                  </a:lnTo>
                  <a:lnTo>
                    <a:pt x="4171266" y="1127082"/>
                  </a:lnTo>
                  <a:lnTo>
                    <a:pt x="4171602" y="1123124"/>
                  </a:lnTo>
                  <a:lnTo>
                    <a:pt x="4171939" y="1120253"/>
                  </a:lnTo>
                  <a:lnTo>
                    <a:pt x="4172275" y="1116600"/>
                  </a:lnTo>
                  <a:lnTo>
                    <a:pt x="4172612" y="1116016"/>
                  </a:lnTo>
                  <a:lnTo>
                    <a:pt x="4172948" y="1114986"/>
                  </a:lnTo>
                  <a:lnTo>
                    <a:pt x="4173285" y="1114856"/>
                  </a:lnTo>
                  <a:lnTo>
                    <a:pt x="4173621" y="1114687"/>
                  </a:lnTo>
                  <a:lnTo>
                    <a:pt x="4173957" y="1114762"/>
                  </a:lnTo>
                  <a:lnTo>
                    <a:pt x="4174294" y="1114976"/>
                  </a:lnTo>
                  <a:lnTo>
                    <a:pt x="4174630" y="1114505"/>
                  </a:lnTo>
                  <a:lnTo>
                    <a:pt x="4174967" y="1113151"/>
                  </a:lnTo>
                  <a:lnTo>
                    <a:pt x="4175303" y="1110872"/>
                  </a:lnTo>
                  <a:lnTo>
                    <a:pt x="4175640" y="1108324"/>
                  </a:lnTo>
                  <a:lnTo>
                    <a:pt x="4175976" y="1105079"/>
                  </a:lnTo>
                  <a:lnTo>
                    <a:pt x="4176313" y="1102221"/>
                  </a:lnTo>
                  <a:lnTo>
                    <a:pt x="4176649" y="1099892"/>
                  </a:lnTo>
                  <a:lnTo>
                    <a:pt x="4176986" y="1097609"/>
                  </a:lnTo>
                  <a:lnTo>
                    <a:pt x="4177322" y="1096217"/>
                  </a:lnTo>
                  <a:lnTo>
                    <a:pt x="4177659" y="1094354"/>
                  </a:lnTo>
                  <a:lnTo>
                    <a:pt x="4177995" y="1089931"/>
                  </a:lnTo>
                  <a:lnTo>
                    <a:pt x="4178331" y="1085270"/>
                  </a:lnTo>
                  <a:lnTo>
                    <a:pt x="4178668" y="1076615"/>
                  </a:lnTo>
                  <a:lnTo>
                    <a:pt x="4179004" y="1067400"/>
                  </a:lnTo>
                  <a:lnTo>
                    <a:pt x="4179341" y="1057706"/>
                  </a:lnTo>
                  <a:lnTo>
                    <a:pt x="4179677" y="1047021"/>
                  </a:lnTo>
                  <a:lnTo>
                    <a:pt x="4180014" y="1037344"/>
                  </a:lnTo>
                  <a:lnTo>
                    <a:pt x="4180350" y="1028663"/>
                  </a:lnTo>
                  <a:lnTo>
                    <a:pt x="4180687" y="1020688"/>
                  </a:lnTo>
                  <a:lnTo>
                    <a:pt x="4181023" y="1011908"/>
                  </a:lnTo>
                  <a:lnTo>
                    <a:pt x="4181360" y="1004950"/>
                  </a:lnTo>
                  <a:lnTo>
                    <a:pt x="4181696" y="997507"/>
                  </a:lnTo>
                  <a:lnTo>
                    <a:pt x="4182033" y="988873"/>
                  </a:lnTo>
                  <a:lnTo>
                    <a:pt x="4182369" y="979469"/>
                  </a:lnTo>
                  <a:lnTo>
                    <a:pt x="4182705" y="969680"/>
                  </a:lnTo>
                  <a:lnTo>
                    <a:pt x="4183042" y="962096"/>
                  </a:lnTo>
                  <a:lnTo>
                    <a:pt x="4183378" y="954564"/>
                  </a:lnTo>
                  <a:lnTo>
                    <a:pt x="4183715" y="947133"/>
                  </a:lnTo>
                  <a:lnTo>
                    <a:pt x="4184051" y="939836"/>
                  </a:lnTo>
                  <a:lnTo>
                    <a:pt x="4184388" y="933256"/>
                  </a:lnTo>
                  <a:lnTo>
                    <a:pt x="4184724" y="927041"/>
                  </a:lnTo>
                  <a:lnTo>
                    <a:pt x="4185061" y="920469"/>
                  </a:lnTo>
                  <a:lnTo>
                    <a:pt x="4185397" y="915287"/>
                  </a:lnTo>
                  <a:lnTo>
                    <a:pt x="4185734" y="910152"/>
                  </a:lnTo>
                  <a:lnTo>
                    <a:pt x="4186070" y="906891"/>
                  </a:lnTo>
                  <a:lnTo>
                    <a:pt x="4186406" y="904550"/>
                  </a:lnTo>
                  <a:lnTo>
                    <a:pt x="4186743" y="902435"/>
                  </a:lnTo>
                  <a:lnTo>
                    <a:pt x="4187079" y="900336"/>
                  </a:lnTo>
                  <a:lnTo>
                    <a:pt x="4187416" y="896623"/>
                  </a:lnTo>
                  <a:lnTo>
                    <a:pt x="4187752" y="892057"/>
                  </a:lnTo>
                  <a:lnTo>
                    <a:pt x="4188089" y="886138"/>
                  </a:lnTo>
                  <a:lnTo>
                    <a:pt x="4188425" y="879241"/>
                  </a:lnTo>
                  <a:lnTo>
                    <a:pt x="4188762" y="868728"/>
                  </a:lnTo>
                  <a:lnTo>
                    <a:pt x="4189098" y="858138"/>
                  </a:lnTo>
                  <a:lnTo>
                    <a:pt x="4189435" y="848367"/>
                  </a:lnTo>
                  <a:lnTo>
                    <a:pt x="4189771" y="840168"/>
                  </a:lnTo>
                  <a:lnTo>
                    <a:pt x="4190108" y="838579"/>
                  </a:lnTo>
                  <a:lnTo>
                    <a:pt x="4190444" y="838534"/>
                  </a:lnTo>
                  <a:lnTo>
                    <a:pt x="4190780" y="835709"/>
                  </a:lnTo>
                  <a:lnTo>
                    <a:pt x="4191117" y="831263"/>
                  </a:lnTo>
                  <a:lnTo>
                    <a:pt x="4191453" y="826328"/>
                  </a:lnTo>
                  <a:lnTo>
                    <a:pt x="4191790" y="819956"/>
                  </a:lnTo>
                  <a:lnTo>
                    <a:pt x="4192126" y="812638"/>
                  </a:lnTo>
                  <a:lnTo>
                    <a:pt x="4192463" y="805091"/>
                  </a:lnTo>
                  <a:lnTo>
                    <a:pt x="4192799" y="798404"/>
                  </a:lnTo>
                  <a:lnTo>
                    <a:pt x="4193136" y="792864"/>
                  </a:lnTo>
                  <a:lnTo>
                    <a:pt x="4193472" y="788689"/>
                  </a:lnTo>
                  <a:lnTo>
                    <a:pt x="4193809" y="785582"/>
                  </a:lnTo>
                  <a:lnTo>
                    <a:pt x="4194145" y="783352"/>
                  </a:lnTo>
                  <a:lnTo>
                    <a:pt x="4194482" y="781319"/>
                  </a:lnTo>
                  <a:lnTo>
                    <a:pt x="4194818" y="779365"/>
                  </a:lnTo>
                  <a:lnTo>
                    <a:pt x="4195154" y="777938"/>
                  </a:lnTo>
                  <a:lnTo>
                    <a:pt x="4195491" y="776090"/>
                  </a:lnTo>
                  <a:lnTo>
                    <a:pt x="4195827" y="774262"/>
                  </a:lnTo>
                  <a:lnTo>
                    <a:pt x="4196164" y="773392"/>
                  </a:lnTo>
                  <a:lnTo>
                    <a:pt x="4196500" y="774076"/>
                  </a:lnTo>
                  <a:lnTo>
                    <a:pt x="4196837" y="776147"/>
                  </a:lnTo>
                  <a:lnTo>
                    <a:pt x="4197173" y="778081"/>
                  </a:lnTo>
                  <a:lnTo>
                    <a:pt x="4197510" y="781595"/>
                  </a:lnTo>
                  <a:lnTo>
                    <a:pt x="4197846" y="785256"/>
                  </a:lnTo>
                  <a:lnTo>
                    <a:pt x="4198183" y="788957"/>
                  </a:lnTo>
                  <a:lnTo>
                    <a:pt x="4198519" y="792104"/>
                  </a:lnTo>
                  <a:lnTo>
                    <a:pt x="4198856" y="796506"/>
                  </a:lnTo>
                  <a:lnTo>
                    <a:pt x="4199192" y="797785"/>
                  </a:lnTo>
                  <a:lnTo>
                    <a:pt x="4199528" y="798744"/>
                  </a:lnTo>
                  <a:lnTo>
                    <a:pt x="4199865" y="800506"/>
                  </a:lnTo>
                  <a:lnTo>
                    <a:pt x="4200201" y="802487"/>
                  </a:lnTo>
                  <a:lnTo>
                    <a:pt x="4200538" y="803402"/>
                  </a:lnTo>
                  <a:lnTo>
                    <a:pt x="4200874" y="803604"/>
                  </a:lnTo>
                  <a:lnTo>
                    <a:pt x="4201211" y="803296"/>
                  </a:lnTo>
                  <a:lnTo>
                    <a:pt x="4201547" y="800360"/>
                  </a:lnTo>
                  <a:lnTo>
                    <a:pt x="4201884" y="797311"/>
                  </a:lnTo>
                  <a:lnTo>
                    <a:pt x="4202220" y="794308"/>
                  </a:lnTo>
                  <a:lnTo>
                    <a:pt x="4202557" y="791621"/>
                  </a:lnTo>
                  <a:lnTo>
                    <a:pt x="4202893" y="788050"/>
                  </a:lnTo>
                  <a:lnTo>
                    <a:pt x="4203230" y="785830"/>
                  </a:lnTo>
                  <a:lnTo>
                    <a:pt x="4203566" y="783525"/>
                  </a:lnTo>
                  <a:lnTo>
                    <a:pt x="4203902" y="781185"/>
                  </a:lnTo>
                  <a:lnTo>
                    <a:pt x="4204239" y="781070"/>
                  </a:lnTo>
                  <a:lnTo>
                    <a:pt x="4204575" y="779759"/>
                  </a:lnTo>
                  <a:lnTo>
                    <a:pt x="4204912" y="776858"/>
                  </a:lnTo>
                  <a:lnTo>
                    <a:pt x="4205248" y="774150"/>
                  </a:lnTo>
                  <a:lnTo>
                    <a:pt x="4205585" y="772373"/>
                  </a:lnTo>
                  <a:lnTo>
                    <a:pt x="4205921" y="769873"/>
                  </a:lnTo>
                  <a:lnTo>
                    <a:pt x="4206258" y="768752"/>
                  </a:lnTo>
                  <a:lnTo>
                    <a:pt x="4206594" y="768364"/>
                  </a:lnTo>
                  <a:lnTo>
                    <a:pt x="4206931" y="768026"/>
                  </a:lnTo>
                  <a:lnTo>
                    <a:pt x="4207267" y="767387"/>
                  </a:lnTo>
                  <a:lnTo>
                    <a:pt x="4207604" y="765663"/>
                  </a:lnTo>
                  <a:lnTo>
                    <a:pt x="4207940" y="766962"/>
                  </a:lnTo>
                  <a:lnTo>
                    <a:pt x="4208276" y="767717"/>
                  </a:lnTo>
                  <a:lnTo>
                    <a:pt x="4208613" y="767734"/>
                  </a:lnTo>
                  <a:lnTo>
                    <a:pt x="4208949" y="766915"/>
                  </a:lnTo>
                  <a:lnTo>
                    <a:pt x="4209286" y="767315"/>
                  </a:lnTo>
                  <a:lnTo>
                    <a:pt x="4209622" y="767589"/>
                  </a:lnTo>
                  <a:lnTo>
                    <a:pt x="4209959" y="768945"/>
                  </a:lnTo>
                  <a:lnTo>
                    <a:pt x="4210295" y="770754"/>
                  </a:lnTo>
                  <a:lnTo>
                    <a:pt x="4210632" y="773740"/>
                  </a:lnTo>
                  <a:lnTo>
                    <a:pt x="4210968" y="776499"/>
                  </a:lnTo>
                  <a:lnTo>
                    <a:pt x="4211305" y="779479"/>
                  </a:lnTo>
                  <a:lnTo>
                    <a:pt x="4211641" y="782711"/>
                  </a:lnTo>
                  <a:lnTo>
                    <a:pt x="4211978" y="786008"/>
                  </a:lnTo>
                  <a:lnTo>
                    <a:pt x="4212314" y="789024"/>
                  </a:lnTo>
                  <a:lnTo>
                    <a:pt x="4212650" y="792071"/>
                  </a:lnTo>
                  <a:lnTo>
                    <a:pt x="4212987" y="796222"/>
                  </a:lnTo>
                  <a:lnTo>
                    <a:pt x="4213323" y="800768"/>
                  </a:lnTo>
                  <a:lnTo>
                    <a:pt x="4213660" y="806109"/>
                  </a:lnTo>
                  <a:lnTo>
                    <a:pt x="4213996" y="812636"/>
                  </a:lnTo>
                  <a:lnTo>
                    <a:pt x="4214333" y="819469"/>
                  </a:lnTo>
                  <a:lnTo>
                    <a:pt x="4214669" y="826789"/>
                  </a:lnTo>
                  <a:lnTo>
                    <a:pt x="4215006" y="833493"/>
                  </a:lnTo>
                  <a:lnTo>
                    <a:pt x="4215342" y="840159"/>
                  </a:lnTo>
                  <a:lnTo>
                    <a:pt x="4215679" y="845146"/>
                  </a:lnTo>
                  <a:lnTo>
                    <a:pt x="4216015" y="848895"/>
                  </a:lnTo>
                  <a:lnTo>
                    <a:pt x="4216352" y="852832"/>
                  </a:lnTo>
                  <a:lnTo>
                    <a:pt x="4216688" y="854925"/>
                  </a:lnTo>
                  <a:lnTo>
                    <a:pt x="4217024" y="856906"/>
                  </a:lnTo>
                  <a:lnTo>
                    <a:pt x="4217361" y="857885"/>
                  </a:lnTo>
                  <a:lnTo>
                    <a:pt x="4217697" y="858954"/>
                  </a:lnTo>
                  <a:lnTo>
                    <a:pt x="4218034" y="859536"/>
                  </a:lnTo>
                  <a:lnTo>
                    <a:pt x="4218370" y="859464"/>
                  </a:lnTo>
                  <a:lnTo>
                    <a:pt x="4218707" y="858024"/>
                  </a:lnTo>
                  <a:lnTo>
                    <a:pt x="4219043" y="855832"/>
                  </a:lnTo>
                  <a:lnTo>
                    <a:pt x="4219380" y="853698"/>
                  </a:lnTo>
                  <a:lnTo>
                    <a:pt x="4219716" y="852300"/>
                  </a:lnTo>
                  <a:lnTo>
                    <a:pt x="4220053" y="852385"/>
                  </a:lnTo>
                  <a:lnTo>
                    <a:pt x="4220389" y="852982"/>
                  </a:lnTo>
                  <a:lnTo>
                    <a:pt x="4220725" y="853965"/>
                  </a:lnTo>
                  <a:lnTo>
                    <a:pt x="4221062" y="857597"/>
                  </a:lnTo>
                  <a:lnTo>
                    <a:pt x="4221398" y="858724"/>
                  </a:lnTo>
                  <a:lnTo>
                    <a:pt x="4221735" y="860026"/>
                  </a:lnTo>
                  <a:lnTo>
                    <a:pt x="4222071" y="860309"/>
                  </a:lnTo>
                  <a:lnTo>
                    <a:pt x="4222408" y="861344"/>
                  </a:lnTo>
                  <a:lnTo>
                    <a:pt x="4222744" y="862431"/>
                  </a:lnTo>
                  <a:lnTo>
                    <a:pt x="4223081" y="863090"/>
                  </a:lnTo>
                  <a:lnTo>
                    <a:pt x="4223417" y="863628"/>
                  </a:lnTo>
                  <a:lnTo>
                    <a:pt x="4223754" y="864085"/>
                  </a:lnTo>
                  <a:lnTo>
                    <a:pt x="4224090" y="866285"/>
                  </a:lnTo>
                  <a:lnTo>
                    <a:pt x="4224427" y="869126"/>
                  </a:lnTo>
                  <a:lnTo>
                    <a:pt x="4224763" y="872436"/>
                  </a:lnTo>
                  <a:lnTo>
                    <a:pt x="4225099" y="875959"/>
                  </a:lnTo>
                  <a:lnTo>
                    <a:pt x="4225436" y="879975"/>
                  </a:lnTo>
                  <a:lnTo>
                    <a:pt x="4225772" y="884030"/>
                  </a:lnTo>
                  <a:lnTo>
                    <a:pt x="4226109" y="885242"/>
                  </a:lnTo>
                  <a:lnTo>
                    <a:pt x="4226445" y="886551"/>
                  </a:lnTo>
                  <a:lnTo>
                    <a:pt x="4226782" y="888503"/>
                  </a:lnTo>
                  <a:lnTo>
                    <a:pt x="4227118" y="891328"/>
                  </a:lnTo>
                  <a:lnTo>
                    <a:pt x="4227455" y="895550"/>
                  </a:lnTo>
                  <a:lnTo>
                    <a:pt x="4227791" y="899572"/>
                  </a:lnTo>
                  <a:lnTo>
                    <a:pt x="4228128" y="903699"/>
                  </a:lnTo>
                  <a:lnTo>
                    <a:pt x="4228464" y="908095"/>
                  </a:lnTo>
                  <a:lnTo>
                    <a:pt x="4228801" y="912681"/>
                  </a:lnTo>
                  <a:lnTo>
                    <a:pt x="4229137" y="916355"/>
                  </a:lnTo>
                  <a:lnTo>
                    <a:pt x="4229473" y="919692"/>
                  </a:lnTo>
                  <a:lnTo>
                    <a:pt x="4229810" y="922455"/>
                  </a:lnTo>
                  <a:lnTo>
                    <a:pt x="4230146" y="924627"/>
                  </a:lnTo>
                  <a:lnTo>
                    <a:pt x="4230483" y="926660"/>
                  </a:lnTo>
                  <a:lnTo>
                    <a:pt x="4230819" y="928251"/>
                  </a:lnTo>
                  <a:lnTo>
                    <a:pt x="4231156" y="929316"/>
                  </a:lnTo>
                  <a:lnTo>
                    <a:pt x="4231492" y="929562"/>
                  </a:lnTo>
                  <a:lnTo>
                    <a:pt x="4231829" y="928065"/>
                  </a:lnTo>
                  <a:lnTo>
                    <a:pt x="4232165" y="927015"/>
                  </a:lnTo>
                  <a:lnTo>
                    <a:pt x="4232502" y="924480"/>
                  </a:lnTo>
                  <a:lnTo>
                    <a:pt x="4232838" y="922099"/>
                  </a:lnTo>
                  <a:lnTo>
                    <a:pt x="4233175" y="919776"/>
                  </a:lnTo>
                  <a:lnTo>
                    <a:pt x="4233511" y="916508"/>
                  </a:lnTo>
                  <a:lnTo>
                    <a:pt x="4233847" y="912681"/>
                  </a:lnTo>
                  <a:lnTo>
                    <a:pt x="4234184" y="908265"/>
                  </a:lnTo>
                  <a:lnTo>
                    <a:pt x="4234520" y="903327"/>
                  </a:lnTo>
                  <a:lnTo>
                    <a:pt x="4234857" y="897974"/>
                  </a:lnTo>
                  <a:lnTo>
                    <a:pt x="4235193" y="892432"/>
                  </a:lnTo>
                  <a:lnTo>
                    <a:pt x="4235530" y="887260"/>
                  </a:lnTo>
                  <a:lnTo>
                    <a:pt x="4235866" y="882383"/>
                  </a:lnTo>
                  <a:lnTo>
                    <a:pt x="4236203" y="875009"/>
                  </a:lnTo>
                  <a:lnTo>
                    <a:pt x="4236539" y="867283"/>
                  </a:lnTo>
                  <a:lnTo>
                    <a:pt x="4236876" y="859556"/>
                  </a:lnTo>
                  <a:lnTo>
                    <a:pt x="4237212" y="851623"/>
                  </a:lnTo>
                  <a:lnTo>
                    <a:pt x="4237549" y="842540"/>
                  </a:lnTo>
                  <a:lnTo>
                    <a:pt x="4237885" y="836598"/>
                  </a:lnTo>
                  <a:lnTo>
                    <a:pt x="4238221" y="828328"/>
                  </a:lnTo>
                  <a:lnTo>
                    <a:pt x="4238558" y="821638"/>
                  </a:lnTo>
                  <a:lnTo>
                    <a:pt x="4238894" y="817092"/>
                  </a:lnTo>
                  <a:lnTo>
                    <a:pt x="4239231" y="812261"/>
                  </a:lnTo>
                  <a:lnTo>
                    <a:pt x="4239567" y="808896"/>
                  </a:lnTo>
                  <a:lnTo>
                    <a:pt x="4239904" y="802929"/>
                  </a:lnTo>
                  <a:lnTo>
                    <a:pt x="4240240" y="797505"/>
                  </a:lnTo>
                  <a:lnTo>
                    <a:pt x="4240577" y="793386"/>
                  </a:lnTo>
                  <a:lnTo>
                    <a:pt x="4240913" y="789488"/>
                  </a:lnTo>
                  <a:lnTo>
                    <a:pt x="4241250" y="785733"/>
                  </a:lnTo>
                  <a:lnTo>
                    <a:pt x="4241586" y="782541"/>
                  </a:lnTo>
                  <a:lnTo>
                    <a:pt x="4241923" y="780167"/>
                  </a:lnTo>
                  <a:lnTo>
                    <a:pt x="4242259" y="778555"/>
                  </a:lnTo>
                  <a:lnTo>
                    <a:pt x="4242595" y="777290"/>
                  </a:lnTo>
                  <a:lnTo>
                    <a:pt x="4242932" y="776464"/>
                  </a:lnTo>
                  <a:lnTo>
                    <a:pt x="4243268" y="774951"/>
                  </a:lnTo>
                  <a:lnTo>
                    <a:pt x="4243605" y="772845"/>
                  </a:lnTo>
                  <a:lnTo>
                    <a:pt x="4243941" y="769897"/>
                  </a:lnTo>
                  <a:lnTo>
                    <a:pt x="4244278" y="769199"/>
                  </a:lnTo>
                  <a:lnTo>
                    <a:pt x="4244614" y="768028"/>
                  </a:lnTo>
                  <a:lnTo>
                    <a:pt x="4244951" y="768319"/>
                  </a:lnTo>
                  <a:lnTo>
                    <a:pt x="4245287" y="770186"/>
                  </a:lnTo>
                  <a:lnTo>
                    <a:pt x="4245624" y="772280"/>
                  </a:lnTo>
                  <a:lnTo>
                    <a:pt x="4245960" y="777855"/>
                  </a:lnTo>
                  <a:lnTo>
                    <a:pt x="4246297" y="783710"/>
                  </a:lnTo>
                  <a:lnTo>
                    <a:pt x="4246633" y="789254"/>
                  </a:lnTo>
                  <a:lnTo>
                    <a:pt x="4246969" y="795231"/>
                  </a:lnTo>
                  <a:lnTo>
                    <a:pt x="4247306" y="800359"/>
                  </a:lnTo>
                  <a:lnTo>
                    <a:pt x="4247642" y="804916"/>
                  </a:lnTo>
                  <a:lnTo>
                    <a:pt x="4247979" y="809693"/>
                  </a:lnTo>
                  <a:lnTo>
                    <a:pt x="4248315" y="815650"/>
                  </a:lnTo>
                  <a:lnTo>
                    <a:pt x="4248652" y="820041"/>
                  </a:lnTo>
                  <a:lnTo>
                    <a:pt x="4248988" y="824895"/>
                  </a:lnTo>
                  <a:lnTo>
                    <a:pt x="4249325" y="830898"/>
                  </a:lnTo>
                  <a:lnTo>
                    <a:pt x="4249661" y="836847"/>
                  </a:lnTo>
                  <a:lnTo>
                    <a:pt x="4249998" y="842651"/>
                  </a:lnTo>
                  <a:lnTo>
                    <a:pt x="4250334" y="844185"/>
                  </a:lnTo>
                  <a:lnTo>
                    <a:pt x="4250671" y="846321"/>
                  </a:lnTo>
                  <a:lnTo>
                    <a:pt x="4251007" y="848914"/>
                  </a:lnTo>
                  <a:lnTo>
                    <a:pt x="4251343" y="852029"/>
                  </a:lnTo>
                  <a:lnTo>
                    <a:pt x="4251680" y="856684"/>
                  </a:lnTo>
                  <a:lnTo>
                    <a:pt x="4252016" y="861075"/>
                  </a:lnTo>
                  <a:lnTo>
                    <a:pt x="4252353" y="865859"/>
                  </a:lnTo>
                  <a:lnTo>
                    <a:pt x="4252689" y="871421"/>
                  </a:lnTo>
                  <a:lnTo>
                    <a:pt x="4253026" y="876791"/>
                  </a:lnTo>
                  <a:lnTo>
                    <a:pt x="4253362" y="882019"/>
                  </a:lnTo>
                  <a:lnTo>
                    <a:pt x="4253699" y="886649"/>
                  </a:lnTo>
                  <a:lnTo>
                    <a:pt x="4254035" y="890407"/>
                  </a:lnTo>
                  <a:lnTo>
                    <a:pt x="4254372" y="893000"/>
                  </a:lnTo>
                  <a:lnTo>
                    <a:pt x="4254708" y="896245"/>
                  </a:lnTo>
                  <a:lnTo>
                    <a:pt x="4255044" y="899699"/>
                  </a:lnTo>
                  <a:lnTo>
                    <a:pt x="4255381" y="903953"/>
                  </a:lnTo>
                  <a:lnTo>
                    <a:pt x="4255717" y="909414"/>
                  </a:lnTo>
                  <a:lnTo>
                    <a:pt x="4256054" y="920141"/>
                  </a:lnTo>
                  <a:lnTo>
                    <a:pt x="4256390" y="930955"/>
                  </a:lnTo>
                  <a:lnTo>
                    <a:pt x="4256727" y="940995"/>
                  </a:lnTo>
                  <a:lnTo>
                    <a:pt x="4257063" y="950495"/>
                  </a:lnTo>
                  <a:lnTo>
                    <a:pt x="4257400" y="954568"/>
                  </a:lnTo>
                  <a:lnTo>
                    <a:pt x="4257736" y="955073"/>
                  </a:lnTo>
                  <a:lnTo>
                    <a:pt x="4258073" y="955448"/>
                  </a:lnTo>
                  <a:lnTo>
                    <a:pt x="4258409" y="955776"/>
                  </a:lnTo>
                  <a:lnTo>
                    <a:pt x="4258746" y="956851"/>
                  </a:lnTo>
                  <a:lnTo>
                    <a:pt x="4259082" y="959144"/>
                  </a:lnTo>
                  <a:lnTo>
                    <a:pt x="4259418" y="963109"/>
                  </a:lnTo>
                  <a:lnTo>
                    <a:pt x="4259755" y="967227"/>
                  </a:lnTo>
                  <a:lnTo>
                    <a:pt x="4260091" y="969840"/>
                  </a:lnTo>
                  <a:lnTo>
                    <a:pt x="4260428" y="971627"/>
                  </a:lnTo>
                  <a:lnTo>
                    <a:pt x="4260764" y="972168"/>
                  </a:lnTo>
                  <a:lnTo>
                    <a:pt x="4261101" y="970898"/>
                  </a:lnTo>
                  <a:lnTo>
                    <a:pt x="4261437" y="968420"/>
                  </a:lnTo>
                  <a:lnTo>
                    <a:pt x="4261774" y="965832"/>
                  </a:lnTo>
                  <a:lnTo>
                    <a:pt x="4262110" y="963985"/>
                  </a:lnTo>
                  <a:lnTo>
                    <a:pt x="4262447" y="963737"/>
                  </a:lnTo>
                  <a:lnTo>
                    <a:pt x="4262783" y="964784"/>
                  </a:lnTo>
                  <a:lnTo>
                    <a:pt x="4263120" y="966262"/>
                  </a:lnTo>
                  <a:lnTo>
                    <a:pt x="4263456" y="967978"/>
                  </a:lnTo>
                  <a:lnTo>
                    <a:pt x="4263792" y="968725"/>
                  </a:lnTo>
                  <a:lnTo>
                    <a:pt x="4264129" y="970332"/>
                  </a:lnTo>
                  <a:lnTo>
                    <a:pt x="4264465" y="971159"/>
                  </a:lnTo>
                  <a:lnTo>
                    <a:pt x="4264802" y="972351"/>
                  </a:lnTo>
                  <a:lnTo>
                    <a:pt x="4265138" y="973780"/>
                  </a:lnTo>
                  <a:lnTo>
                    <a:pt x="4265475" y="975408"/>
                  </a:lnTo>
                  <a:lnTo>
                    <a:pt x="4265811" y="975803"/>
                  </a:lnTo>
                  <a:lnTo>
                    <a:pt x="4266148" y="977152"/>
                  </a:lnTo>
                  <a:lnTo>
                    <a:pt x="4266484" y="979807"/>
                  </a:lnTo>
                  <a:lnTo>
                    <a:pt x="4266821" y="982781"/>
                  </a:lnTo>
                  <a:lnTo>
                    <a:pt x="4267157" y="987420"/>
                  </a:lnTo>
                  <a:lnTo>
                    <a:pt x="4267494" y="990499"/>
                  </a:lnTo>
                  <a:lnTo>
                    <a:pt x="4267830" y="993241"/>
                  </a:lnTo>
                  <a:lnTo>
                    <a:pt x="4268166" y="995551"/>
                  </a:lnTo>
                  <a:lnTo>
                    <a:pt x="4268503" y="996895"/>
                  </a:lnTo>
                  <a:lnTo>
                    <a:pt x="4268839" y="1000925"/>
                  </a:lnTo>
                  <a:lnTo>
                    <a:pt x="4269176" y="1004612"/>
                  </a:lnTo>
                  <a:lnTo>
                    <a:pt x="4269512" y="1008286"/>
                  </a:lnTo>
                  <a:lnTo>
                    <a:pt x="4269849" y="1011428"/>
                  </a:lnTo>
                  <a:lnTo>
                    <a:pt x="4270185" y="1014992"/>
                  </a:lnTo>
                  <a:lnTo>
                    <a:pt x="4270522" y="1018461"/>
                  </a:lnTo>
                  <a:lnTo>
                    <a:pt x="4270858" y="1021330"/>
                  </a:lnTo>
                  <a:lnTo>
                    <a:pt x="4271195" y="1024092"/>
                  </a:lnTo>
                  <a:lnTo>
                    <a:pt x="4271531" y="1026527"/>
                  </a:lnTo>
                  <a:lnTo>
                    <a:pt x="4271868" y="1028721"/>
                  </a:lnTo>
                  <a:lnTo>
                    <a:pt x="4272204" y="1032162"/>
                  </a:lnTo>
                  <a:lnTo>
                    <a:pt x="4272540" y="1034876"/>
                  </a:lnTo>
                  <a:lnTo>
                    <a:pt x="4272877" y="1037754"/>
                  </a:lnTo>
                  <a:lnTo>
                    <a:pt x="4273213" y="1042350"/>
                  </a:lnTo>
                  <a:lnTo>
                    <a:pt x="4273550" y="1046511"/>
                  </a:lnTo>
                  <a:lnTo>
                    <a:pt x="4273886" y="1050195"/>
                  </a:lnTo>
                  <a:lnTo>
                    <a:pt x="4274223" y="1054756"/>
                  </a:lnTo>
                  <a:lnTo>
                    <a:pt x="4274559" y="1059827"/>
                  </a:lnTo>
                  <a:lnTo>
                    <a:pt x="4274896" y="1065565"/>
                  </a:lnTo>
                  <a:lnTo>
                    <a:pt x="4275232" y="1067716"/>
                  </a:lnTo>
                  <a:lnTo>
                    <a:pt x="4275569" y="1070236"/>
                  </a:lnTo>
                  <a:lnTo>
                    <a:pt x="4275905" y="1072634"/>
                  </a:lnTo>
                  <a:lnTo>
                    <a:pt x="4276242" y="1075278"/>
                  </a:lnTo>
                  <a:lnTo>
                    <a:pt x="4276578" y="1076571"/>
                  </a:lnTo>
                  <a:lnTo>
                    <a:pt x="4276914" y="1077241"/>
                  </a:lnTo>
                  <a:lnTo>
                    <a:pt x="4277251" y="1077401"/>
                  </a:lnTo>
                  <a:lnTo>
                    <a:pt x="4277587" y="1077618"/>
                  </a:lnTo>
                  <a:lnTo>
                    <a:pt x="4277924" y="1077710"/>
                  </a:lnTo>
                  <a:lnTo>
                    <a:pt x="4278260" y="1077833"/>
                  </a:lnTo>
                  <a:lnTo>
                    <a:pt x="4278597" y="1077679"/>
                  </a:lnTo>
                  <a:lnTo>
                    <a:pt x="4278933" y="1077250"/>
                  </a:lnTo>
                  <a:lnTo>
                    <a:pt x="4279270" y="1076827"/>
                  </a:lnTo>
                  <a:lnTo>
                    <a:pt x="4279606" y="1076456"/>
                  </a:lnTo>
                  <a:lnTo>
                    <a:pt x="4279943" y="1075872"/>
                  </a:lnTo>
                  <a:lnTo>
                    <a:pt x="4280279" y="1075030"/>
                  </a:lnTo>
                  <a:lnTo>
                    <a:pt x="4280616" y="1073801"/>
                  </a:lnTo>
                  <a:lnTo>
                    <a:pt x="4280952" y="1071949"/>
                  </a:lnTo>
                  <a:lnTo>
                    <a:pt x="4281288" y="1069901"/>
                  </a:lnTo>
                  <a:lnTo>
                    <a:pt x="4281625" y="1068316"/>
                  </a:lnTo>
                  <a:lnTo>
                    <a:pt x="4281961" y="1066644"/>
                  </a:lnTo>
                  <a:lnTo>
                    <a:pt x="4282298" y="1064746"/>
                  </a:lnTo>
                  <a:lnTo>
                    <a:pt x="4282634" y="1062628"/>
                  </a:lnTo>
                  <a:lnTo>
                    <a:pt x="4282971" y="1060706"/>
                  </a:lnTo>
                  <a:lnTo>
                    <a:pt x="4283307" y="1059136"/>
                  </a:lnTo>
                  <a:lnTo>
                    <a:pt x="4283644" y="1058216"/>
                  </a:lnTo>
                  <a:lnTo>
                    <a:pt x="4283980" y="1058566"/>
                  </a:lnTo>
                  <a:lnTo>
                    <a:pt x="4284317" y="1059745"/>
                  </a:lnTo>
                  <a:lnTo>
                    <a:pt x="4284653" y="1062540"/>
                  </a:lnTo>
                  <a:lnTo>
                    <a:pt x="4284989" y="1064643"/>
                  </a:lnTo>
                  <a:lnTo>
                    <a:pt x="4285326" y="1066855"/>
                  </a:lnTo>
                  <a:lnTo>
                    <a:pt x="4285662" y="1070102"/>
                  </a:lnTo>
                  <a:lnTo>
                    <a:pt x="4285999" y="1074332"/>
                  </a:lnTo>
                  <a:lnTo>
                    <a:pt x="4286335" y="1079316"/>
                  </a:lnTo>
                  <a:lnTo>
                    <a:pt x="4286672" y="1084265"/>
                  </a:lnTo>
                  <a:lnTo>
                    <a:pt x="4287008" y="1089338"/>
                  </a:lnTo>
                  <a:lnTo>
                    <a:pt x="4287345" y="1093785"/>
                  </a:lnTo>
                  <a:lnTo>
                    <a:pt x="4287681" y="1098602"/>
                  </a:lnTo>
                  <a:lnTo>
                    <a:pt x="4288018" y="1103899"/>
                  </a:lnTo>
                  <a:lnTo>
                    <a:pt x="4288354" y="1106900"/>
                  </a:lnTo>
                  <a:lnTo>
                    <a:pt x="4288691" y="1112225"/>
                  </a:lnTo>
                  <a:lnTo>
                    <a:pt x="4289027" y="1118212"/>
                  </a:lnTo>
                  <a:lnTo>
                    <a:pt x="4289363" y="1124698"/>
                  </a:lnTo>
                  <a:lnTo>
                    <a:pt x="4289700" y="1129961"/>
                  </a:lnTo>
                  <a:lnTo>
                    <a:pt x="4290036" y="1135423"/>
                  </a:lnTo>
                  <a:lnTo>
                    <a:pt x="4290373" y="1141625"/>
                  </a:lnTo>
                  <a:lnTo>
                    <a:pt x="4290709" y="1147740"/>
                  </a:lnTo>
                  <a:lnTo>
                    <a:pt x="4291046" y="1153433"/>
                  </a:lnTo>
                  <a:lnTo>
                    <a:pt x="4291382" y="1157452"/>
                  </a:lnTo>
                  <a:lnTo>
                    <a:pt x="4291719" y="1161028"/>
                  </a:lnTo>
                  <a:lnTo>
                    <a:pt x="4292055" y="1164621"/>
                  </a:lnTo>
                  <a:lnTo>
                    <a:pt x="4292392" y="1168344"/>
                  </a:lnTo>
                  <a:lnTo>
                    <a:pt x="4292728" y="1170891"/>
                  </a:lnTo>
                  <a:lnTo>
                    <a:pt x="4293065" y="1173629"/>
                  </a:lnTo>
                  <a:lnTo>
                    <a:pt x="4293401" y="1176408"/>
                  </a:lnTo>
                  <a:lnTo>
                    <a:pt x="4293737" y="1179834"/>
                  </a:lnTo>
                  <a:lnTo>
                    <a:pt x="4294074" y="1182762"/>
                  </a:lnTo>
                  <a:lnTo>
                    <a:pt x="4294410" y="1185049"/>
                  </a:lnTo>
                  <a:lnTo>
                    <a:pt x="4294747" y="1186552"/>
                  </a:lnTo>
                  <a:lnTo>
                    <a:pt x="4295083" y="1188140"/>
                  </a:lnTo>
                  <a:lnTo>
                    <a:pt x="4295420" y="1189187"/>
                  </a:lnTo>
                  <a:lnTo>
                    <a:pt x="4295756" y="1190399"/>
                  </a:lnTo>
                  <a:lnTo>
                    <a:pt x="4296093" y="1191714"/>
                  </a:lnTo>
                  <a:lnTo>
                    <a:pt x="4296429" y="1192868"/>
                  </a:lnTo>
                  <a:lnTo>
                    <a:pt x="4296766" y="1193402"/>
                  </a:lnTo>
                  <a:lnTo>
                    <a:pt x="4297102" y="1194341"/>
                  </a:lnTo>
                  <a:lnTo>
                    <a:pt x="4297439" y="1194952"/>
                  </a:lnTo>
                  <a:lnTo>
                    <a:pt x="4297775" y="1195017"/>
                  </a:lnTo>
                  <a:lnTo>
                    <a:pt x="4298111" y="1194307"/>
                  </a:lnTo>
                  <a:lnTo>
                    <a:pt x="4298448" y="1193885"/>
                  </a:lnTo>
                  <a:lnTo>
                    <a:pt x="4298784" y="1190937"/>
                  </a:lnTo>
                  <a:lnTo>
                    <a:pt x="4299121" y="1189868"/>
                  </a:lnTo>
                  <a:lnTo>
                    <a:pt x="4299457" y="1190798"/>
                  </a:lnTo>
                  <a:lnTo>
                    <a:pt x="4299794" y="1193638"/>
                  </a:lnTo>
                  <a:lnTo>
                    <a:pt x="4300130" y="1197386"/>
                  </a:lnTo>
                  <a:lnTo>
                    <a:pt x="4300467" y="1201467"/>
                  </a:lnTo>
                  <a:lnTo>
                    <a:pt x="4300803" y="1206468"/>
                  </a:lnTo>
                  <a:lnTo>
                    <a:pt x="4301140" y="1212243"/>
                  </a:lnTo>
                  <a:lnTo>
                    <a:pt x="4301476" y="1218801"/>
                  </a:lnTo>
                  <a:lnTo>
                    <a:pt x="4301813" y="1226055"/>
                  </a:lnTo>
                  <a:lnTo>
                    <a:pt x="4302149" y="1233967"/>
                  </a:lnTo>
                  <a:lnTo>
                    <a:pt x="4302485" y="1241902"/>
                  </a:lnTo>
                  <a:lnTo>
                    <a:pt x="4302822" y="1248710"/>
                  </a:lnTo>
                  <a:lnTo>
                    <a:pt x="4303158" y="1254638"/>
                  </a:lnTo>
                  <a:lnTo>
                    <a:pt x="4303495" y="1262640"/>
                  </a:lnTo>
                  <a:lnTo>
                    <a:pt x="4303831" y="1270239"/>
                  </a:lnTo>
                  <a:lnTo>
                    <a:pt x="4304168" y="1277482"/>
                  </a:lnTo>
                  <a:lnTo>
                    <a:pt x="4304504" y="1284453"/>
                  </a:lnTo>
                  <a:lnTo>
                    <a:pt x="4304841" y="1290906"/>
                  </a:lnTo>
                  <a:lnTo>
                    <a:pt x="4305177" y="1295067"/>
                  </a:lnTo>
                  <a:lnTo>
                    <a:pt x="4305514" y="1302893"/>
                  </a:lnTo>
                  <a:lnTo>
                    <a:pt x="4305850" y="1310340"/>
                  </a:lnTo>
                  <a:lnTo>
                    <a:pt x="4306187" y="1317889"/>
                  </a:lnTo>
                  <a:lnTo>
                    <a:pt x="4306523" y="1324894"/>
                  </a:lnTo>
                  <a:lnTo>
                    <a:pt x="4306859" y="1331940"/>
                  </a:lnTo>
                  <a:lnTo>
                    <a:pt x="4307196" y="1338762"/>
                  </a:lnTo>
                  <a:lnTo>
                    <a:pt x="4307532" y="1345230"/>
                  </a:lnTo>
                  <a:lnTo>
                    <a:pt x="4307869" y="1350435"/>
                  </a:lnTo>
                  <a:lnTo>
                    <a:pt x="4308205" y="1355642"/>
                  </a:lnTo>
                  <a:lnTo>
                    <a:pt x="4308542" y="1360968"/>
                  </a:lnTo>
                  <a:lnTo>
                    <a:pt x="4308878" y="1366288"/>
                  </a:lnTo>
                  <a:lnTo>
                    <a:pt x="4309215" y="1371045"/>
                  </a:lnTo>
                  <a:lnTo>
                    <a:pt x="4309551" y="1375912"/>
                  </a:lnTo>
                  <a:lnTo>
                    <a:pt x="4309888" y="1381070"/>
                  </a:lnTo>
                  <a:lnTo>
                    <a:pt x="4310224" y="1386489"/>
                  </a:lnTo>
                  <a:lnTo>
                    <a:pt x="4310561" y="1392775"/>
                  </a:lnTo>
                  <a:lnTo>
                    <a:pt x="4310897" y="1399329"/>
                  </a:lnTo>
                  <a:lnTo>
                    <a:pt x="4311233" y="1406307"/>
                  </a:lnTo>
                  <a:lnTo>
                    <a:pt x="4311570" y="1410667"/>
                  </a:lnTo>
                  <a:lnTo>
                    <a:pt x="4311906" y="1414432"/>
                  </a:lnTo>
                  <a:lnTo>
                    <a:pt x="4312243" y="1417394"/>
                  </a:lnTo>
                  <a:lnTo>
                    <a:pt x="4312579" y="1420923"/>
                  </a:lnTo>
                  <a:lnTo>
                    <a:pt x="4312916" y="1423875"/>
                  </a:lnTo>
                  <a:lnTo>
                    <a:pt x="4313252" y="1427027"/>
                  </a:lnTo>
                  <a:lnTo>
                    <a:pt x="4313589" y="1429969"/>
                  </a:lnTo>
                  <a:lnTo>
                    <a:pt x="4313925" y="1433319"/>
                  </a:lnTo>
                  <a:lnTo>
                    <a:pt x="4314262" y="1436901"/>
                  </a:lnTo>
                  <a:lnTo>
                    <a:pt x="4314598" y="1439839"/>
                  </a:lnTo>
                  <a:lnTo>
                    <a:pt x="4314935" y="1442315"/>
                  </a:lnTo>
                  <a:lnTo>
                    <a:pt x="4315271" y="1444099"/>
                  </a:lnTo>
                  <a:lnTo>
                    <a:pt x="4315607" y="1445239"/>
                  </a:lnTo>
                  <a:lnTo>
                    <a:pt x="4315944" y="1445852"/>
                  </a:lnTo>
                  <a:lnTo>
                    <a:pt x="4316280" y="1446193"/>
                  </a:lnTo>
                  <a:lnTo>
                    <a:pt x="4316617" y="1446252"/>
                  </a:lnTo>
                  <a:lnTo>
                    <a:pt x="4316953" y="1446553"/>
                  </a:lnTo>
                  <a:lnTo>
                    <a:pt x="4317290" y="1447934"/>
                  </a:lnTo>
                  <a:lnTo>
                    <a:pt x="4317626" y="1450910"/>
                  </a:lnTo>
                  <a:lnTo>
                    <a:pt x="4317963" y="1453303"/>
                  </a:lnTo>
                  <a:lnTo>
                    <a:pt x="4318299" y="1454820"/>
                  </a:lnTo>
                  <a:lnTo>
                    <a:pt x="4318636" y="1456748"/>
                  </a:lnTo>
                  <a:lnTo>
                    <a:pt x="4318972" y="1457203"/>
                  </a:lnTo>
                  <a:lnTo>
                    <a:pt x="4319308" y="1457512"/>
                  </a:lnTo>
                  <a:lnTo>
                    <a:pt x="4319645" y="1458721"/>
                  </a:lnTo>
                  <a:lnTo>
                    <a:pt x="4319981" y="1460155"/>
                  </a:lnTo>
                  <a:lnTo>
                    <a:pt x="4320318" y="1461454"/>
                  </a:lnTo>
                  <a:lnTo>
                    <a:pt x="4320654" y="1462778"/>
                  </a:lnTo>
                  <a:lnTo>
                    <a:pt x="4320991" y="1463925"/>
                  </a:lnTo>
                  <a:lnTo>
                    <a:pt x="4321327" y="1464609"/>
                  </a:lnTo>
                  <a:lnTo>
                    <a:pt x="4321664" y="1466031"/>
                  </a:lnTo>
                  <a:lnTo>
                    <a:pt x="4322000" y="1468149"/>
                  </a:lnTo>
                  <a:lnTo>
                    <a:pt x="4322337" y="1469741"/>
                  </a:lnTo>
                  <a:lnTo>
                    <a:pt x="4322673" y="1471263"/>
                  </a:lnTo>
                  <a:lnTo>
                    <a:pt x="4323010" y="1472274"/>
                  </a:lnTo>
                  <a:lnTo>
                    <a:pt x="4323346" y="1473860"/>
                  </a:lnTo>
                  <a:lnTo>
                    <a:pt x="4323682" y="1475849"/>
                  </a:lnTo>
                  <a:lnTo>
                    <a:pt x="4324019" y="1477781"/>
                  </a:lnTo>
                  <a:lnTo>
                    <a:pt x="4324355" y="1479468"/>
                  </a:lnTo>
                  <a:lnTo>
                    <a:pt x="4324692" y="1482115"/>
                  </a:lnTo>
                  <a:lnTo>
                    <a:pt x="4325028" y="1487257"/>
                  </a:lnTo>
                  <a:lnTo>
                    <a:pt x="4325365" y="1493188"/>
                  </a:lnTo>
                  <a:lnTo>
                    <a:pt x="4325701" y="1499261"/>
                  </a:lnTo>
                  <a:lnTo>
                    <a:pt x="4326038" y="1505216"/>
                  </a:lnTo>
                  <a:lnTo>
                    <a:pt x="4326374" y="1510867"/>
                  </a:lnTo>
                  <a:lnTo>
                    <a:pt x="4326711" y="1515581"/>
                  </a:lnTo>
                  <a:lnTo>
                    <a:pt x="4327047" y="1520754"/>
                  </a:lnTo>
                  <a:lnTo>
                    <a:pt x="4327384" y="1527293"/>
                  </a:lnTo>
                  <a:lnTo>
                    <a:pt x="4327720" y="1534176"/>
                  </a:lnTo>
                  <a:lnTo>
                    <a:pt x="4328056" y="1541914"/>
                  </a:lnTo>
                  <a:lnTo>
                    <a:pt x="4328393" y="1550078"/>
                  </a:lnTo>
                  <a:lnTo>
                    <a:pt x="4328729" y="1558386"/>
                  </a:lnTo>
                  <a:lnTo>
                    <a:pt x="4329066" y="1566534"/>
                  </a:lnTo>
                  <a:lnTo>
                    <a:pt x="4329402" y="1574043"/>
                  </a:lnTo>
                  <a:lnTo>
                    <a:pt x="4329739" y="1579659"/>
                  </a:lnTo>
                  <a:lnTo>
                    <a:pt x="4330075" y="1584362"/>
                  </a:lnTo>
                  <a:lnTo>
                    <a:pt x="4330412" y="1588526"/>
                  </a:lnTo>
                  <a:lnTo>
                    <a:pt x="4330748" y="1592607"/>
                  </a:lnTo>
                  <a:lnTo>
                    <a:pt x="4331085" y="1596815"/>
                  </a:lnTo>
                  <a:lnTo>
                    <a:pt x="4331421" y="1599127"/>
                  </a:lnTo>
                  <a:lnTo>
                    <a:pt x="4331758" y="1601752"/>
                  </a:lnTo>
                  <a:lnTo>
                    <a:pt x="4332094" y="1603849"/>
                  </a:lnTo>
                  <a:lnTo>
                    <a:pt x="4332430" y="1605312"/>
                  </a:lnTo>
                  <a:lnTo>
                    <a:pt x="4332767" y="1606627"/>
                  </a:lnTo>
                  <a:lnTo>
                    <a:pt x="4333103" y="1607740"/>
                  </a:lnTo>
                  <a:lnTo>
                    <a:pt x="4333440" y="1608735"/>
                  </a:lnTo>
                  <a:lnTo>
                    <a:pt x="4333776" y="1609169"/>
                  </a:lnTo>
                  <a:lnTo>
                    <a:pt x="4334113" y="1610005"/>
                  </a:lnTo>
                  <a:lnTo>
                    <a:pt x="4334449" y="1609518"/>
                  </a:lnTo>
                  <a:lnTo>
                    <a:pt x="4334786" y="1609452"/>
                  </a:lnTo>
                  <a:lnTo>
                    <a:pt x="4335122" y="1609563"/>
                  </a:lnTo>
                  <a:lnTo>
                    <a:pt x="4335459" y="1609557"/>
                  </a:lnTo>
                  <a:lnTo>
                    <a:pt x="4335795" y="1608836"/>
                  </a:lnTo>
                  <a:lnTo>
                    <a:pt x="4336132" y="1606273"/>
                  </a:lnTo>
                  <a:lnTo>
                    <a:pt x="4336468" y="1603600"/>
                  </a:lnTo>
                  <a:lnTo>
                    <a:pt x="4336804" y="1600310"/>
                  </a:lnTo>
                  <a:lnTo>
                    <a:pt x="4337141" y="1594382"/>
                  </a:lnTo>
                  <a:lnTo>
                    <a:pt x="4337477" y="1588677"/>
                  </a:lnTo>
                  <a:lnTo>
                    <a:pt x="4337814" y="1582651"/>
                  </a:lnTo>
                  <a:lnTo>
                    <a:pt x="4338150" y="1576541"/>
                  </a:lnTo>
                  <a:lnTo>
                    <a:pt x="4338487" y="1571814"/>
                  </a:lnTo>
                  <a:lnTo>
                    <a:pt x="4338823" y="1566767"/>
                  </a:lnTo>
                  <a:lnTo>
                    <a:pt x="4339160" y="1562660"/>
                  </a:lnTo>
                  <a:lnTo>
                    <a:pt x="4339496" y="1559083"/>
                  </a:lnTo>
                  <a:lnTo>
                    <a:pt x="4339833" y="1556205"/>
                  </a:lnTo>
                  <a:lnTo>
                    <a:pt x="4340169" y="1552630"/>
                  </a:lnTo>
                  <a:lnTo>
                    <a:pt x="4340506" y="1549626"/>
                  </a:lnTo>
                  <a:lnTo>
                    <a:pt x="4340842" y="1546582"/>
                  </a:lnTo>
                  <a:lnTo>
                    <a:pt x="4341178" y="1544718"/>
                  </a:lnTo>
                  <a:lnTo>
                    <a:pt x="4341515" y="1542679"/>
                  </a:lnTo>
                  <a:lnTo>
                    <a:pt x="4341851" y="1540824"/>
                  </a:lnTo>
                  <a:lnTo>
                    <a:pt x="4342188" y="1539512"/>
                  </a:lnTo>
                  <a:lnTo>
                    <a:pt x="4342524" y="1538572"/>
                  </a:lnTo>
                  <a:lnTo>
                    <a:pt x="4342861" y="1536980"/>
                  </a:lnTo>
                  <a:lnTo>
                    <a:pt x="4343197" y="1534744"/>
                  </a:lnTo>
                  <a:lnTo>
                    <a:pt x="4343534" y="1531244"/>
                  </a:lnTo>
                  <a:lnTo>
                    <a:pt x="4343870" y="1527057"/>
                  </a:lnTo>
                  <a:lnTo>
                    <a:pt x="4344207" y="1522715"/>
                  </a:lnTo>
                  <a:lnTo>
                    <a:pt x="4344543" y="1518440"/>
                  </a:lnTo>
                  <a:lnTo>
                    <a:pt x="4344880" y="1514053"/>
                  </a:lnTo>
                  <a:lnTo>
                    <a:pt x="4345216" y="1509046"/>
                  </a:lnTo>
                  <a:lnTo>
                    <a:pt x="4345552" y="1503536"/>
                  </a:lnTo>
                  <a:lnTo>
                    <a:pt x="4345889" y="1497754"/>
                  </a:lnTo>
                  <a:lnTo>
                    <a:pt x="4346225" y="1492151"/>
                  </a:lnTo>
                  <a:lnTo>
                    <a:pt x="4346562" y="1486086"/>
                  </a:lnTo>
                  <a:lnTo>
                    <a:pt x="4346898" y="1479469"/>
                  </a:lnTo>
                  <a:lnTo>
                    <a:pt x="4347235" y="1473455"/>
                  </a:lnTo>
                  <a:lnTo>
                    <a:pt x="4347571" y="1465655"/>
                  </a:lnTo>
                  <a:lnTo>
                    <a:pt x="4347908" y="1458511"/>
                  </a:lnTo>
                  <a:lnTo>
                    <a:pt x="4348244" y="1454269"/>
                  </a:lnTo>
                  <a:lnTo>
                    <a:pt x="4348581" y="1450507"/>
                  </a:lnTo>
                  <a:lnTo>
                    <a:pt x="4348917" y="1447178"/>
                  </a:lnTo>
                  <a:lnTo>
                    <a:pt x="4349254" y="1443986"/>
                  </a:lnTo>
                  <a:lnTo>
                    <a:pt x="4349590" y="1439504"/>
                  </a:lnTo>
                  <a:lnTo>
                    <a:pt x="4349926" y="1434740"/>
                  </a:lnTo>
                  <a:lnTo>
                    <a:pt x="4350263" y="1429935"/>
                  </a:lnTo>
                  <a:lnTo>
                    <a:pt x="4350599" y="1425548"/>
                  </a:lnTo>
                  <a:lnTo>
                    <a:pt x="4350936" y="1420962"/>
                  </a:lnTo>
                  <a:lnTo>
                    <a:pt x="4351272" y="1416533"/>
                  </a:lnTo>
                  <a:lnTo>
                    <a:pt x="4351609" y="1409194"/>
                  </a:lnTo>
                  <a:lnTo>
                    <a:pt x="4351945" y="1402830"/>
                  </a:lnTo>
                  <a:lnTo>
                    <a:pt x="4352282" y="1396864"/>
                  </a:lnTo>
                  <a:lnTo>
                    <a:pt x="4352618" y="1390387"/>
                  </a:lnTo>
                  <a:lnTo>
                    <a:pt x="4352955" y="1383748"/>
                  </a:lnTo>
                  <a:lnTo>
                    <a:pt x="4353291" y="1377290"/>
                  </a:lnTo>
                  <a:lnTo>
                    <a:pt x="4353627" y="1370766"/>
                  </a:lnTo>
                  <a:lnTo>
                    <a:pt x="4353964" y="1360415"/>
                  </a:lnTo>
                  <a:lnTo>
                    <a:pt x="4354300" y="1350785"/>
                  </a:lnTo>
                  <a:lnTo>
                    <a:pt x="4354637" y="1342474"/>
                  </a:lnTo>
                  <a:lnTo>
                    <a:pt x="4354973" y="1335228"/>
                  </a:lnTo>
                  <a:lnTo>
                    <a:pt x="4355310" y="1329299"/>
                  </a:lnTo>
                  <a:lnTo>
                    <a:pt x="4355646" y="1324620"/>
                  </a:lnTo>
                  <a:lnTo>
                    <a:pt x="4355983" y="1320561"/>
                  </a:lnTo>
                  <a:lnTo>
                    <a:pt x="4356319" y="1315988"/>
                  </a:lnTo>
                  <a:lnTo>
                    <a:pt x="4356656" y="1311784"/>
                  </a:lnTo>
                  <a:lnTo>
                    <a:pt x="4356992" y="1308158"/>
                  </a:lnTo>
                  <a:lnTo>
                    <a:pt x="4357329" y="1305166"/>
                  </a:lnTo>
                  <a:lnTo>
                    <a:pt x="4357665" y="1303017"/>
                  </a:lnTo>
                  <a:lnTo>
                    <a:pt x="4358001" y="1301997"/>
                  </a:lnTo>
                  <a:lnTo>
                    <a:pt x="4358338" y="1301436"/>
                  </a:lnTo>
                  <a:lnTo>
                    <a:pt x="4358674" y="1302684"/>
                  </a:lnTo>
                  <a:lnTo>
                    <a:pt x="4359011" y="1303768"/>
                  </a:lnTo>
                  <a:lnTo>
                    <a:pt x="4359347" y="1303641"/>
                  </a:lnTo>
                  <a:lnTo>
                    <a:pt x="4359684" y="1304270"/>
                  </a:lnTo>
                  <a:lnTo>
                    <a:pt x="4360020" y="1304765"/>
                  </a:lnTo>
                  <a:lnTo>
                    <a:pt x="4360357" y="1304493"/>
                  </a:lnTo>
                  <a:lnTo>
                    <a:pt x="4360693" y="1303517"/>
                  </a:lnTo>
                  <a:lnTo>
                    <a:pt x="4361030" y="1301817"/>
                  </a:lnTo>
                  <a:lnTo>
                    <a:pt x="4361366" y="1300043"/>
                  </a:lnTo>
                  <a:lnTo>
                    <a:pt x="4361703" y="1298589"/>
                  </a:lnTo>
                  <a:lnTo>
                    <a:pt x="4362039" y="1296130"/>
                  </a:lnTo>
                  <a:lnTo>
                    <a:pt x="4362375" y="1292608"/>
                  </a:lnTo>
                  <a:lnTo>
                    <a:pt x="4362712" y="1288991"/>
                  </a:lnTo>
                  <a:lnTo>
                    <a:pt x="4363048" y="1284959"/>
                  </a:lnTo>
                  <a:lnTo>
                    <a:pt x="4363385" y="1280619"/>
                  </a:lnTo>
                  <a:lnTo>
                    <a:pt x="4363721" y="1276891"/>
                  </a:lnTo>
                  <a:lnTo>
                    <a:pt x="4364058" y="1272231"/>
                  </a:lnTo>
                  <a:lnTo>
                    <a:pt x="4364394" y="1267405"/>
                  </a:lnTo>
                  <a:lnTo>
                    <a:pt x="4364731" y="1261593"/>
                  </a:lnTo>
                  <a:lnTo>
                    <a:pt x="4365067" y="1257014"/>
                  </a:lnTo>
                  <a:lnTo>
                    <a:pt x="4365404" y="1253452"/>
                  </a:lnTo>
                  <a:lnTo>
                    <a:pt x="4365740" y="1247527"/>
                  </a:lnTo>
                  <a:lnTo>
                    <a:pt x="4366077" y="1244581"/>
                  </a:lnTo>
                  <a:lnTo>
                    <a:pt x="4366413" y="1241579"/>
                  </a:lnTo>
                  <a:lnTo>
                    <a:pt x="4366749" y="1239010"/>
                  </a:lnTo>
                  <a:lnTo>
                    <a:pt x="4367086" y="1233755"/>
                  </a:lnTo>
                  <a:lnTo>
                    <a:pt x="4367422" y="1228580"/>
                  </a:lnTo>
                  <a:lnTo>
                    <a:pt x="4367759" y="1225999"/>
                  </a:lnTo>
                  <a:lnTo>
                    <a:pt x="4368095" y="1222867"/>
                  </a:lnTo>
                  <a:lnTo>
                    <a:pt x="4368432" y="1219017"/>
                  </a:lnTo>
                  <a:lnTo>
                    <a:pt x="4368768" y="1215075"/>
                  </a:lnTo>
                  <a:lnTo>
                    <a:pt x="4369105" y="1212049"/>
                  </a:lnTo>
                  <a:lnTo>
                    <a:pt x="4369441" y="1209725"/>
                  </a:lnTo>
                  <a:lnTo>
                    <a:pt x="4369778" y="1208662"/>
                  </a:lnTo>
                  <a:lnTo>
                    <a:pt x="4370114" y="1207943"/>
                  </a:lnTo>
                  <a:lnTo>
                    <a:pt x="4370451" y="1207640"/>
                  </a:lnTo>
                  <a:lnTo>
                    <a:pt x="4370787" y="1207216"/>
                  </a:lnTo>
                  <a:lnTo>
                    <a:pt x="4371123" y="1207226"/>
                  </a:lnTo>
                  <a:lnTo>
                    <a:pt x="4371460" y="1207478"/>
                  </a:lnTo>
                  <a:lnTo>
                    <a:pt x="4371796" y="1207436"/>
                  </a:lnTo>
                  <a:lnTo>
                    <a:pt x="4372133" y="1208106"/>
                  </a:lnTo>
                  <a:lnTo>
                    <a:pt x="4372469" y="1208083"/>
                  </a:lnTo>
                  <a:lnTo>
                    <a:pt x="4372806" y="1207115"/>
                  </a:lnTo>
                  <a:lnTo>
                    <a:pt x="4373142" y="1205167"/>
                  </a:lnTo>
                  <a:lnTo>
                    <a:pt x="4373479" y="1201847"/>
                  </a:lnTo>
                  <a:lnTo>
                    <a:pt x="4373815" y="1195329"/>
                  </a:lnTo>
                  <a:lnTo>
                    <a:pt x="4374152" y="1188148"/>
                  </a:lnTo>
                  <a:lnTo>
                    <a:pt x="4374488" y="1180822"/>
                  </a:lnTo>
                  <a:lnTo>
                    <a:pt x="4374825" y="1173293"/>
                  </a:lnTo>
                  <a:lnTo>
                    <a:pt x="4375161" y="1165340"/>
                  </a:lnTo>
                  <a:lnTo>
                    <a:pt x="4375497" y="1156506"/>
                  </a:lnTo>
                  <a:lnTo>
                    <a:pt x="4375834" y="1146708"/>
                  </a:lnTo>
                  <a:lnTo>
                    <a:pt x="4376170" y="1136177"/>
                  </a:lnTo>
                  <a:lnTo>
                    <a:pt x="4376507" y="1125251"/>
                  </a:lnTo>
                  <a:lnTo>
                    <a:pt x="4376843" y="1114689"/>
                  </a:lnTo>
                  <a:lnTo>
                    <a:pt x="4377180" y="1104779"/>
                  </a:lnTo>
                  <a:lnTo>
                    <a:pt x="4377516" y="1095678"/>
                  </a:lnTo>
                  <a:lnTo>
                    <a:pt x="4377853" y="1086771"/>
                  </a:lnTo>
                  <a:lnTo>
                    <a:pt x="4378189" y="1078706"/>
                  </a:lnTo>
                  <a:lnTo>
                    <a:pt x="4378526" y="1070954"/>
                  </a:lnTo>
                  <a:lnTo>
                    <a:pt x="4378862" y="1063102"/>
                  </a:lnTo>
                  <a:lnTo>
                    <a:pt x="4379199" y="1054182"/>
                  </a:lnTo>
                  <a:lnTo>
                    <a:pt x="4379535" y="1048139"/>
                  </a:lnTo>
                  <a:lnTo>
                    <a:pt x="4379871" y="1041742"/>
                  </a:lnTo>
                  <a:lnTo>
                    <a:pt x="4380208" y="1035644"/>
                  </a:lnTo>
                  <a:lnTo>
                    <a:pt x="4380544" y="1028967"/>
                  </a:lnTo>
                  <a:lnTo>
                    <a:pt x="4380881" y="1022109"/>
                  </a:lnTo>
                  <a:lnTo>
                    <a:pt x="4381217" y="1015051"/>
                  </a:lnTo>
                  <a:lnTo>
                    <a:pt x="4381554" y="1007325"/>
                  </a:lnTo>
                  <a:lnTo>
                    <a:pt x="4381890" y="998969"/>
                  </a:lnTo>
                  <a:lnTo>
                    <a:pt x="4382227" y="989971"/>
                  </a:lnTo>
                  <a:lnTo>
                    <a:pt x="4382563" y="980243"/>
                  </a:lnTo>
                  <a:lnTo>
                    <a:pt x="4382900" y="970138"/>
                  </a:lnTo>
                  <a:lnTo>
                    <a:pt x="4383236" y="959446"/>
                  </a:lnTo>
                  <a:lnTo>
                    <a:pt x="4383573" y="948560"/>
                  </a:lnTo>
                  <a:lnTo>
                    <a:pt x="4383909" y="937671"/>
                  </a:lnTo>
                  <a:lnTo>
                    <a:pt x="4384245" y="927375"/>
                  </a:lnTo>
                  <a:lnTo>
                    <a:pt x="4384582" y="916396"/>
                  </a:lnTo>
                  <a:lnTo>
                    <a:pt x="4384918" y="905528"/>
                  </a:lnTo>
                  <a:lnTo>
                    <a:pt x="4385255" y="889643"/>
                  </a:lnTo>
                  <a:lnTo>
                    <a:pt x="4385591" y="875100"/>
                  </a:lnTo>
                  <a:lnTo>
                    <a:pt x="4385928" y="860327"/>
                  </a:lnTo>
                  <a:lnTo>
                    <a:pt x="4386264" y="845408"/>
                  </a:lnTo>
                  <a:lnTo>
                    <a:pt x="4386601" y="831889"/>
                  </a:lnTo>
                  <a:lnTo>
                    <a:pt x="4386937" y="818271"/>
                  </a:lnTo>
                  <a:lnTo>
                    <a:pt x="4387274" y="805071"/>
                  </a:lnTo>
                  <a:lnTo>
                    <a:pt x="4387610" y="793021"/>
                  </a:lnTo>
                  <a:lnTo>
                    <a:pt x="4387946" y="781316"/>
                  </a:lnTo>
                  <a:lnTo>
                    <a:pt x="4388283" y="770777"/>
                  </a:lnTo>
                  <a:lnTo>
                    <a:pt x="4388619" y="762033"/>
                  </a:lnTo>
                  <a:lnTo>
                    <a:pt x="4388956" y="753692"/>
                  </a:lnTo>
                  <a:lnTo>
                    <a:pt x="4389292" y="746206"/>
                  </a:lnTo>
                  <a:lnTo>
                    <a:pt x="4389629" y="739617"/>
                  </a:lnTo>
                  <a:lnTo>
                    <a:pt x="4389965" y="733155"/>
                  </a:lnTo>
                  <a:lnTo>
                    <a:pt x="4390302" y="726116"/>
                  </a:lnTo>
                  <a:lnTo>
                    <a:pt x="4390638" y="718494"/>
                  </a:lnTo>
                  <a:lnTo>
                    <a:pt x="4390975" y="711338"/>
                  </a:lnTo>
                  <a:lnTo>
                    <a:pt x="4391311" y="704575"/>
                  </a:lnTo>
                  <a:lnTo>
                    <a:pt x="4391648" y="697109"/>
                  </a:lnTo>
                  <a:lnTo>
                    <a:pt x="4391984" y="689730"/>
                  </a:lnTo>
                  <a:lnTo>
                    <a:pt x="4392320" y="681419"/>
                  </a:lnTo>
                  <a:lnTo>
                    <a:pt x="4392657" y="672140"/>
                  </a:lnTo>
                  <a:lnTo>
                    <a:pt x="4392993" y="662202"/>
                  </a:lnTo>
                  <a:lnTo>
                    <a:pt x="4393330" y="651656"/>
                  </a:lnTo>
                  <a:lnTo>
                    <a:pt x="4393666" y="644087"/>
                  </a:lnTo>
                  <a:lnTo>
                    <a:pt x="4394003" y="637443"/>
                  </a:lnTo>
                  <a:lnTo>
                    <a:pt x="4394339" y="632576"/>
                  </a:lnTo>
                  <a:lnTo>
                    <a:pt x="4394676" y="626402"/>
                  </a:lnTo>
                  <a:lnTo>
                    <a:pt x="4395012" y="619789"/>
                  </a:lnTo>
                  <a:lnTo>
                    <a:pt x="4395349" y="612621"/>
                  </a:lnTo>
                  <a:lnTo>
                    <a:pt x="4395685" y="605139"/>
                  </a:lnTo>
                  <a:lnTo>
                    <a:pt x="4396022" y="597936"/>
                  </a:lnTo>
                  <a:lnTo>
                    <a:pt x="4396358" y="590797"/>
                  </a:lnTo>
                  <a:lnTo>
                    <a:pt x="4396694" y="583766"/>
                  </a:lnTo>
                  <a:lnTo>
                    <a:pt x="4397031" y="576842"/>
                  </a:lnTo>
                  <a:lnTo>
                    <a:pt x="4397367" y="570348"/>
                  </a:lnTo>
                  <a:lnTo>
                    <a:pt x="4397704" y="564057"/>
                  </a:lnTo>
                  <a:lnTo>
                    <a:pt x="4398040" y="557660"/>
                  </a:lnTo>
                  <a:lnTo>
                    <a:pt x="4398377" y="551398"/>
                  </a:lnTo>
                  <a:lnTo>
                    <a:pt x="4398713" y="545455"/>
                  </a:lnTo>
                  <a:lnTo>
                    <a:pt x="4399050" y="536686"/>
                  </a:lnTo>
                  <a:lnTo>
                    <a:pt x="4399386" y="527883"/>
                  </a:lnTo>
                  <a:lnTo>
                    <a:pt x="4399723" y="520077"/>
                  </a:lnTo>
                  <a:lnTo>
                    <a:pt x="4400059" y="513152"/>
                  </a:lnTo>
                  <a:lnTo>
                    <a:pt x="4400396" y="506769"/>
                  </a:lnTo>
                  <a:lnTo>
                    <a:pt x="4400732" y="500436"/>
                  </a:lnTo>
                  <a:lnTo>
                    <a:pt x="4401068" y="494396"/>
                  </a:lnTo>
                  <a:lnTo>
                    <a:pt x="4401405" y="488060"/>
                  </a:lnTo>
                  <a:lnTo>
                    <a:pt x="4401741" y="481766"/>
                  </a:lnTo>
                  <a:lnTo>
                    <a:pt x="4402078" y="475678"/>
                  </a:lnTo>
                  <a:lnTo>
                    <a:pt x="4402414" y="470146"/>
                  </a:lnTo>
                  <a:lnTo>
                    <a:pt x="4402751" y="465840"/>
                  </a:lnTo>
                  <a:lnTo>
                    <a:pt x="4403087" y="464058"/>
                  </a:lnTo>
                  <a:lnTo>
                    <a:pt x="4403424" y="463661"/>
                  </a:lnTo>
                  <a:lnTo>
                    <a:pt x="4403760" y="464417"/>
                  </a:lnTo>
                  <a:lnTo>
                    <a:pt x="4404097" y="465600"/>
                  </a:lnTo>
                  <a:lnTo>
                    <a:pt x="4404433" y="469894"/>
                  </a:lnTo>
                  <a:lnTo>
                    <a:pt x="4404770" y="473621"/>
                  </a:lnTo>
                  <a:lnTo>
                    <a:pt x="4405106" y="475190"/>
                  </a:lnTo>
                  <a:lnTo>
                    <a:pt x="4405442" y="480074"/>
                  </a:lnTo>
                  <a:lnTo>
                    <a:pt x="4405779" y="483439"/>
                  </a:lnTo>
                  <a:lnTo>
                    <a:pt x="4406115" y="488326"/>
                  </a:lnTo>
                  <a:lnTo>
                    <a:pt x="4406452" y="493553"/>
                  </a:lnTo>
                  <a:lnTo>
                    <a:pt x="4406788" y="498896"/>
                  </a:lnTo>
                  <a:lnTo>
                    <a:pt x="4407125" y="504243"/>
                  </a:lnTo>
                  <a:lnTo>
                    <a:pt x="4407461" y="509706"/>
                  </a:lnTo>
                  <a:lnTo>
                    <a:pt x="4407798" y="514765"/>
                  </a:lnTo>
                  <a:lnTo>
                    <a:pt x="4408134" y="519385"/>
                  </a:lnTo>
                  <a:lnTo>
                    <a:pt x="4408471" y="522636"/>
                  </a:lnTo>
                  <a:lnTo>
                    <a:pt x="4408807" y="526439"/>
                  </a:lnTo>
                  <a:lnTo>
                    <a:pt x="4409144" y="530096"/>
                  </a:lnTo>
                  <a:lnTo>
                    <a:pt x="4409480" y="534204"/>
                  </a:lnTo>
                  <a:lnTo>
                    <a:pt x="4409816" y="538410"/>
                  </a:lnTo>
                  <a:lnTo>
                    <a:pt x="4410153" y="542270"/>
                  </a:lnTo>
                  <a:lnTo>
                    <a:pt x="4410489" y="546721"/>
                  </a:lnTo>
                  <a:lnTo>
                    <a:pt x="4410826" y="552451"/>
                  </a:lnTo>
                  <a:lnTo>
                    <a:pt x="4411162" y="558266"/>
                  </a:lnTo>
                  <a:lnTo>
                    <a:pt x="4411499" y="565110"/>
                  </a:lnTo>
                  <a:lnTo>
                    <a:pt x="4411835" y="571731"/>
                  </a:lnTo>
                  <a:lnTo>
                    <a:pt x="4412172" y="577880"/>
                  </a:lnTo>
                  <a:lnTo>
                    <a:pt x="4412508" y="583361"/>
                  </a:lnTo>
                  <a:lnTo>
                    <a:pt x="4412845" y="588742"/>
                  </a:lnTo>
                  <a:lnTo>
                    <a:pt x="4413181" y="593950"/>
                  </a:lnTo>
                  <a:lnTo>
                    <a:pt x="4413518" y="599442"/>
                  </a:lnTo>
                  <a:lnTo>
                    <a:pt x="4413854" y="604644"/>
                  </a:lnTo>
                  <a:lnTo>
                    <a:pt x="4414190" y="610283"/>
                  </a:lnTo>
                  <a:lnTo>
                    <a:pt x="4414527" y="615222"/>
                  </a:lnTo>
                  <a:lnTo>
                    <a:pt x="4414863" y="620477"/>
                  </a:lnTo>
                  <a:lnTo>
                    <a:pt x="4415200" y="625299"/>
                  </a:lnTo>
                  <a:lnTo>
                    <a:pt x="4415536" y="624940"/>
                  </a:lnTo>
                  <a:lnTo>
                    <a:pt x="4415873" y="623824"/>
                  </a:lnTo>
                  <a:lnTo>
                    <a:pt x="4416209" y="622214"/>
                  </a:lnTo>
                  <a:lnTo>
                    <a:pt x="4416546" y="619980"/>
                  </a:lnTo>
                  <a:lnTo>
                    <a:pt x="4416882" y="619341"/>
                  </a:lnTo>
                  <a:lnTo>
                    <a:pt x="4417219" y="618751"/>
                  </a:lnTo>
                  <a:lnTo>
                    <a:pt x="4417555" y="620607"/>
                  </a:lnTo>
                  <a:lnTo>
                    <a:pt x="4417891" y="622333"/>
                  </a:lnTo>
                  <a:lnTo>
                    <a:pt x="4418228" y="623590"/>
                  </a:lnTo>
                  <a:lnTo>
                    <a:pt x="4418564" y="624828"/>
                  </a:lnTo>
                  <a:lnTo>
                    <a:pt x="4418901" y="628744"/>
                  </a:lnTo>
                  <a:lnTo>
                    <a:pt x="4419237" y="631257"/>
                  </a:lnTo>
                  <a:lnTo>
                    <a:pt x="4419574" y="631513"/>
                  </a:lnTo>
                  <a:lnTo>
                    <a:pt x="4419910" y="632617"/>
                  </a:lnTo>
                  <a:lnTo>
                    <a:pt x="4420247" y="636339"/>
                  </a:lnTo>
                  <a:lnTo>
                    <a:pt x="4420583" y="639643"/>
                  </a:lnTo>
                  <a:lnTo>
                    <a:pt x="4420920" y="644057"/>
                  </a:lnTo>
                  <a:lnTo>
                    <a:pt x="4421256" y="652276"/>
                  </a:lnTo>
                  <a:lnTo>
                    <a:pt x="4421593" y="659598"/>
                  </a:lnTo>
                  <a:lnTo>
                    <a:pt x="4421929" y="665211"/>
                  </a:lnTo>
                  <a:lnTo>
                    <a:pt x="4422265" y="669332"/>
                  </a:lnTo>
                  <a:lnTo>
                    <a:pt x="4422602" y="672356"/>
                  </a:lnTo>
                  <a:lnTo>
                    <a:pt x="4422938" y="674502"/>
                  </a:lnTo>
                  <a:lnTo>
                    <a:pt x="4423275" y="676393"/>
                  </a:lnTo>
                  <a:lnTo>
                    <a:pt x="4423611" y="678299"/>
                  </a:lnTo>
                  <a:lnTo>
                    <a:pt x="4423948" y="679717"/>
                  </a:lnTo>
                  <a:lnTo>
                    <a:pt x="4424284" y="680486"/>
                  </a:lnTo>
                  <a:lnTo>
                    <a:pt x="4424621" y="680414"/>
                  </a:lnTo>
                  <a:lnTo>
                    <a:pt x="4424957" y="679531"/>
                  </a:lnTo>
                  <a:lnTo>
                    <a:pt x="4425294" y="678321"/>
                  </a:lnTo>
                  <a:lnTo>
                    <a:pt x="4425630" y="676044"/>
                  </a:lnTo>
                  <a:lnTo>
                    <a:pt x="4425967" y="672614"/>
                  </a:lnTo>
                  <a:lnTo>
                    <a:pt x="4426303" y="667637"/>
                  </a:lnTo>
                  <a:lnTo>
                    <a:pt x="4426639" y="663481"/>
                  </a:lnTo>
                  <a:lnTo>
                    <a:pt x="4426976" y="658351"/>
                  </a:lnTo>
                  <a:lnTo>
                    <a:pt x="4427312" y="653539"/>
                  </a:lnTo>
                  <a:lnTo>
                    <a:pt x="4427649" y="648883"/>
                  </a:lnTo>
                  <a:lnTo>
                    <a:pt x="4427985" y="641452"/>
                  </a:lnTo>
                  <a:lnTo>
                    <a:pt x="4428322" y="634211"/>
                  </a:lnTo>
                  <a:lnTo>
                    <a:pt x="4428658" y="628470"/>
                  </a:lnTo>
                  <a:lnTo>
                    <a:pt x="4428995" y="623508"/>
                  </a:lnTo>
                  <a:lnTo>
                    <a:pt x="4429331" y="620171"/>
                  </a:lnTo>
                  <a:lnTo>
                    <a:pt x="4429668" y="618645"/>
                  </a:lnTo>
                  <a:lnTo>
                    <a:pt x="4430004" y="617158"/>
                  </a:lnTo>
                  <a:lnTo>
                    <a:pt x="4430341" y="614834"/>
                  </a:lnTo>
                  <a:lnTo>
                    <a:pt x="4430677" y="614432"/>
                  </a:lnTo>
                  <a:lnTo>
                    <a:pt x="4431013" y="613477"/>
                  </a:lnTo>
                  <a:lnTo>
                    <a:pt x="4431350" y="613219"/>
                  </a:lnTo>
                  <a:lnTo>
                    <a:pt x="4431686" y="612626"/>
                  </a:lnTo>
                  <a:lnTo>
                    <a:pt x="4432023" y="614008"/>
                  </a:lnTo>
                  <a:lnTo>
                    <a:pt x="4432359" y="615446"/>
                  </a:lnTo>
                  <a:lnTo>
                    <a:pt x="4432696" y="617095"/>
                  </a:lnTo>
                  <a:lnTo>
                    <a:pt x="4433032" y="620324"/>
                  </a:lnTo>
                  <a:lnTo>
                    <a:pt x="4433369" y="622339"/>
                  </a:lnTo>
                  <a:lnTo>
                    <a:pt x="4433705" y="622630"/>
                  </a:lnTo>
                  <a:lnTo>
                    <a:pt x="4434042" y="620400"/>
                  </a:lnTo>
                  <a:lnTo>
                    <a:pt x="4434378" y="619034"/>
                  </a:lnTo>
                  <a:lnTo>
                    <a:pt x="4434715" y="619640"/>
                  </a:lnTo>
                  <a:lnTo>
                    <a:pt x="4435051" y="616863"/>
                  </a:lnTo>
                  <a:lnTo>
                    <a:pt x="4435387" y="613607"/>
                  </a:lnTo>
                  <a:lnTo>
                    <a:pt x="4435724" y="610376"/>
                  </a:lnTo>
                  <a:lnTo>
                    <a:pt x="4436060" y="606766"/>
                  </a:lnTo>
                  <a:lnTo>
                    <a:pt x="4436397" y="598439"/>
                  </a:lnTo>
                  <a:lnTo>
                    <a:pt x="4436733" y="589375"/>
                  </a:lnTo>
                  <a:lnTo>
                    <a:pt x="4437070" y="579227"/>
                  </a:lnTo>
                  <a:lnTo>
                    <a:pt x="4437406" y="569398"/>
                  </a:lnTo>
                  <a:lnTo>
                    <a:pt x="4437743" y="560245"/>
                  </a:lnTo>
                  <a:lnTo>
                    <a:pt x="4438079" y="552342"/>
                  </a:lnTo>
                  <a:lnTo>
                    <a:pt x="4438416" y="547223"/>
                  </a:lnTo>
                  <a:lnTo>
                    <a:pt x="4438752" y="542664"/>
                  </a:lnTo>
                  <a:lnTo>
                    <a:pt x="4439089" y="538578"/>
                  </a:lnTo>
                  <a:lnTo>
                    <a:pt x="4439425" y="534749"/>
                  </a:lnTo>
                  <a:lnTo>
                    <a:pt x="4439761" y="531155"/>
                  </a:lnTo>
                  <a:lnTo>
                    <a:pt x="4440098" y="527075"/>
                  </a:lnTo>
                  <a:lnTo>
                    <a:pt x="4440434" y="521106"/>
                  </a:lnTo>
                  <a:lnTo>
                    <a:pt x="4440771" y="515872"/>
                  </a:lnTo>
                  <a:lnTo>
                    <a:pt x="4441107" y="513365"/>
                  </a:lnTo>
                  <a:lnTo>
                    <a:pt x="4441444" y="511008"/>
                  </a:lnTo>
                  <a:lnTo>
                    <a:pt x="4441780" y="511996"/>
                  </a:lnTo>
                  <a:lnTo>
                    <a:pt x="4442117" y="513593"/>
                  </a:lnTo>
                  <a:lnTo>
                    <a:pt x="4442453" y="514683"/>
                  </a:lnTo>
                  <a:lnTo>
                    <a:pt x="4442790" y="515200"/>
                  </a:lnTo>
                  <a:lnTo>
                    <a:pt x="4443126" y="515371"/>
                  </a:lnTo>
                  <a:lnTo>
                    <a:pt x="4443463" y="511816"/>
                  </a:lnTo>
                  <a:lnTo>
                    <a:pt x="4443799" y="509058"/>
                  </a:lnTo>
                  <a:lnTo>
                    <a:pt x="4444135" y="505502"/>
                  </a:lnTo>
                  <a:lnTo>
                    <a:pt x="4444472" y="501902"/>
                  </a:lnTo>
                  <a:lnTo>
                    <a:pt x="4444808" y="497938"/>
                  </a:lnTo>
                  <a:lnTo>
                    <a:pt x="4445145" y="494611"/>
                  </a:lnTo>
                  <a:lnTo>
                    <a:pt x="4445481" y="490290"/>
                  </a:lnTo>
                  <a:lnTo>
                    <a:pt x="4445818" y="489130"/>
                  </a:lnTo>
                  <a:lnTo>
                    <a:pt x="4446154" y="488801"/>
                  </a:lnTo>
                  <a:lnTo>
                    <a:pt x="4446491" y="488908"/>
                  </a:lnTo>
                  <a:lnTo>
                    <a:pt x="4446827" y="485876"/>
                  </a:lnTo>
                  <a:lnTo>
                    <a:pt x="4447164" y="483132"/>
                  </a:lnTo>
                  <a:lnTo>
                    <a:pt x="4447500" y="480403"/>
                  </a:lnTo>
                  <a:lnTo>
                    <a:pt x="4447837" y="478286"/>
                  </a:lnTo>
                  <a:lnTo>
                    <a:pt x="4448173" y="477345"/>
                  </a:lnTo>
                  <a:lnTo>
                    <a:pt x="4448509" y="477588"/>
                  </a:lnTo>
                  <a:lnTo>
                    <a:pt x="4448846" y="478699"/>
                  </a:lnTo>
                  <a:lnTo>
                    <a:pt x="4449182" y="480947"/>
                  </a:lnTo>
                  <a:lnTo>
                    <a:pt x="4449519" y="483458"/>
                  </a:lnTo>
                  <a:lnTo>
                    <a:pt x="4449855" y="486754"/>
                  </a:lnTo>
                  <a:lnTo>
                    <a:pt x="4450192" y="486581"/>
                  </a:lnTo>
                  <a:lnTo>
                    <a:pt x="4450528" y="486652"/>
                  </a:lnTo>
                  <a:lnTo>
                    <a:pt x="4450865" y="487187"/>
                  </a:lnTo>
                  <a:lnTo>
                    <a:pt x="4451201" y="487961"/>
                  </a:lnTo>
                  <a:lnTo>
                    <a:pt x="4451538" y="489072"/>
                  </a:lnTo>
                  <a:lnTo>
                    <a:pt x="4451874" y="491021"/>
                  </a:lnTo>
                  <a:lnTo>
                    <a:pt x="4452210" y="493311"/>
                  </a:lnTo>
                  <a:lnTo>
                    <a:pt x="4452547" y="501678"/>
                  </a:lnTo>
                  <a:lnTo>
                    <a:pt x="4452883" y="509752"/>
                  </a:lnTo>
                  <a:lnTo>
                    <a:pt x="4453220" y="517365"/>
                  </a:lnTo>
                  <a:lnTo>
                    <a:pt x="4453556" y="524988"/>
                  </a:lnTo>
                  <a:lnTo>
                    <a:pt x="4453893" y="531450"/>
                  </a:lnTo>
                  <a:lnTo>
                    <a:pt x="4454229" y="538003"/>
                  </a:lnTo>
                  <a:lnTo>
                    <a:pt x="4454566" y="544467"/>
                  </a:lnTo>
                  <a:lnTo>
                    <a:pt x="4454902" y="550084"/>
                  </a:lnTo>
                  <a:lnTo>
                    <a:pt x="4455239" y="556147"/>
                  </a:lnTo>
                  <a:lnTo>
                    <a:pt x="4455575" y="562310"/>
                  </a:lnTo>
                  <a:lnTo>
                    <a:pt x="4455912" y="567633"/>
                  </a:lnTo>
                  <a:lnTo>
                    <a:pt x="4456248" y="572710"/>
                  </a:lnTo>
                  <a:lnTo>
                    <a:pt x="4456584" y="578523"/>
                  </a:lnTo>
                  <a:lnTo>
                    <a:pt x="4456921" y="584108"/>
                  </a:lnTo>
                  <a:lnTo>
                    <a:pt x="4457257" y="589878"/>
                  </a:lnTo>
                  <a:lnTo>
                    <a:pt x="4457594" y="596229"/>
                  </a:lnTo>
                  <a:lnTo>
                    <a:pt x="4457930" y="602765"/>
                  </a:lnTo>
                  <a:lnTo>
                    <a:pt x="4458267" y="607814"/>
                  </a:lnTo>
                  <a:lnTo>
                    <a:pt x="4458603" y="611525"/>
                  </a:lnTo>
                  <a:lnTo>
                    <a:pt x="4458940" y="615357"/>
                  </a:lnTo>
                  <a:lnTo>
                    <a:pt x="4459276" y="620000"/>
                  </a:lnTo>
                  <a:lnTo>
                    <a:pt x="4459613" y="625690"/>
                  </a:lnTo>
                  <a:lnTo>
                    <a:pt x="4459949" y="632986"/>
                  </a:lnTo>
                  <a:lnTo>
                    <a:pt x="4460286" y="640937"/>
                  </a:lnTo>
                  <a:lnTo>
                    <a:pt x="4460622" y="650286"/>
                  </a:lnTo>
                  <a:lnTo>
                    <a:pt x="4460958" y="657130"/>
                  </a:lnTo>
                  <a:lnTo>
                    <a:pt x="4461295" y="663211"/>
                  </a:lnTo>
                  <a:lnTo>
                    <a:pt x="4461631" y="667119"/>
                  </a:lnTo>
                  <a:lnTo>
                    <a:pt x="4461968" y="671864"/>
                  </a:lnTo>
                  <a:lnTo>
                    <a:pt x="4462304" y="676875"/>
                  </a:lnTo>
                  <a:lnTo>
                    <a:pt x="4462641" y="682410"/>
                  </a:lnTo>
                  <a:lnTo>
                    <a:pt x="4462977" y="687978"/>
                  </a:lnTo>
                  <a:lnTo>
                    <a:pt x="4463314" y="693028"/>
                  </a:lnTo>
                  <a:lnTo>
                    <a:pt x="4463650" y="698208"/>
                  </a:lnTo>
                  <a:lnTo>
                    <a:pt x="4463987" y="703334"/>
                  </a:lnTo>
                  <a:lnTo>
                    <a:pt x="4464323" y="708648"/>
                  </a:lnTo>
                  <a:lnTo>
                    <a:pt x="4464660" y="714002"/>
                  </a:lnTo>
                  <a:lnTo>
                    <a:pt x="4464996" y="718563"/>
                  </a:lnTo>
                  <a:lnTo>
                    <a:pt x="4465332" y="722624"/>
                  </a:lnTo>
                  <a:lnTo>
                    <a:pt x="4465669" y="726167"/>
                  </a:lnTo>
                  <a:lnTo>
                    <a:pt x="4466005" y="728805"/>
                  </a:lnTo>
                  <a:lnTo>
                    <a:pt x="4466342" y="733938"/>
                  </a:lnTo>
                  <a:lnTo>
                    <a:pt x="4466678" y="738801"/>
                  </a:lnTo>
                  <a:lnTo>
                    <a:pt x="4467015" y="743254"/>
                  </a:lnTo>
                  <a:lnTo>
                    <a:pt x="4467351" y="746190"/>
                  </a:lnTo>
                  <a:lnTo>
                    <a:pt x="4467688" y="748157"/>
                  </a:lnTo>
                  <a:lnTo>
                    <a:pt x="4468024" y="750486"/>
                  </a:lnTo>
                  <a:lnTo>
                    <a:pt x="4468361" y="753420"/>
                  </a:lnTo>
                  <a:lnTo>
                    <a:pt x="4468697" y="757111"/>
                  </a:lnTo>
                  <a:lnTo>
                    <a:pt x="4469034" y="761351"/>
                  </a:lnTo>
                  <a:lnTo>
                    <a:pt x="4469370" y="766012"/>
                  </a:lnTo>
                  <a:lnTo>
                    <a:pt x="4469706" y="770590"/>
                  </a:lnTo>
                  <a:lnTo>
                    <a:pt x="4470043" y="775212"/>
                  </a:lnTo>
                  <a:lnTo>
                    <a:pt x="4470379" y="779498"/>
                  </a:lnTo>
                  <a:lnTo>
                    <a:pt x="4470716" y="783093"/>
                  </a:lnTo>
                  <a:lnTo>
                    <a:pt x="4471052" y="785648"/>
                  </a:lnTo>
                  <a:lnTo>
                    <a:pt x="4471389" y="788610"/>
                  </a:lnTo>
                  <a:lnTo>
                    <a:pt x="4471725" y="790910"/>
                  </a:lnTo>
                  <a:lnTo>
                    <a:pt x="4472062" y="793759"/>
                  </a:lnTo>
                  <a:lnTo>
                    <a:pt x="4472398" y="799459"/>
                  </a:lnTo>
                  <a:lnTo>
                    <a:pt x="4472735" y="802740"/>
                  </a:lnTo>
                  <a:lnTo>
                    <a:pt x="4473071" y="806812"/>
                  </a:lnTo>
                  <a:lnTo>
                    <a:pt x="4473408" y="809226"/>
                  </a:lnTo>
                  <a:lnTo>
                    <a:pt x="4473744" y="810200"/>
                  </a:lnTo>
                  <a:lnTo>
                    <a:pt x="4474080" y="811077"/>
                  </a:lnTo>
                  <a:lnTo>
                    <a:pt x="4474417" y="811850"/>
                  </a:lnTo>
                  <a:lnTo>
                    <a:pt x="4474753" y="812207"/>
                  </a:lnTo>
                  <a:lnTo>
                    <a:pt x="4475090" y="812206"/>
                  </a:lnTo>
                  <a:lnTo>
                    <a:pt x="4475426" y="811786"/>
                  </a:lnTo>
                  <a:lnTo>
                    <a:pt x="4475763" y="811471"/>
                  </a:lnTo>
                  <a:lnTo>
                    <a:pt x="4476099" y="810483"/>
                  </a:lnTo>
                  <a:lnTo>
                    <a:pt x="4476436" y="809441"/>
                  </a:lnTo>
                  <a:lnTo>
                    <a:pt x="4476772" y="807840"/>
                  </a:lnTo>
                  <a:lnTo>
                    <a:pt x="4477109" y="805880"/>
                  </a:lnTo>
                  <a:lnTo>
                    <a:pt x="4477445" y="803749"/>
                  </a:lnTo>
                  <a:lnTo>
                    <a:pt x="4477782" y="801707"/>
                  </a:lnTo>
                  <a:lnTo>
                    <a:pt x="4478118" y="799796"/>
                  </a:lnTo>
                  <a:lnTo>
                    <a:pt x="4478454" y="798356"/>
                  </a:lnTo>
                  <a:lnTo>
                    <a:pt x="4478791" y="796815"/>
                  </a:lnTo>
                  <a:lnTo>
                    <a:pt x="4479127" y="794963"/>
                  </a:lnTo>
                  <a:lnTo>
                    <a:pt x="4479464" y="793536"/>
                  </a:lnTo>
                  <a:lnTo>
                    <a:pt x="4479800" y="792564"/>
                  </a:lnTo>
                  <a:lnTo>
                    <a:pt x="4480137" y="792683"/>
                  </a:lnTo>
                  <a:lnTo>
                    <a:pt x="4480473" y="793841"/>
                  </a:lnTo>
                  <a:lnTo>
                    <a:pt x="4480810" y="795151"/>
                  </a:lnTo>
                  <a:lnTo>
                    <a:pt x="4481146" y="796737"/>
                  </a:lnTo>
                  <a:lnTo>
                    <a:pt x="4481483" y="798567"/>
                  </a:lnTo>
                  <a:lnTo>
                    <a:pt x="4481819" y="800826"/>
                  </a:lnTo>
                  <a:lnTo>
                    <a:pt x="4482156" y="805114"/>
                  </a:lnTo>
                  <a:lnTo>
                    <a:pt x="4482492" y="809358"/>
                  </a:lnTo>
                  <a:lnTo>
                    <a:pt x="4482828" y="816392"/>
                  </a:lnTo>
                  <a:lnTo>
                    <a:pt x="4483165" y="824056"/>
                  </a:lnTo>
                  <a:lnTo>
                    <a:pt x="4483501" y="831632"/>
                  </a:lnTo>
                  <a:lnTo>
                    <a:pt x="4483838" y="839381"/>
                  </a:lnTo>
                  <a:lnTo>
                    <a:pt x="4484174" y="847357"/>
                  </a:lnTo>
                  <a:lnTo>
                    <a:pt x="4484511" y="855342"/>
                  </a:lnTo>
                  <a:lnTo>
                    <a:pt x="4484847" y="861201"/>
                  </a:lnTo>
                  <a:lnTo>
                    <a:pt x="4485184" y="866623"/>
                  </a:lnTo>
                  <a:lnTo>
                    <a:pt x="4485520" y="872444"/>
                  </a:lnTo>
                  <a:lnTo>
                    <a:pt x="4485857" y="878437"/>
                  </a:lnTo>
                  <a:lnTo>
                    <a:pt x="4486193" y="884507"/>
                  </a:lnTo>
                  <a:lnTo>
                    <a:pt x="4486529" y="891185"/>
                  </a:lnTo>
                  <a:lnTo>
                    <a:pt x="4486866" y="900158"/>
                  </a:lnTo>
                  <a:lnTo>
                    <a:pt x="4487202" y="908089"/>
                  </a:lnTo>
                  <a:lnTo>
                    <a:pt x="4487539" y="912838"/>
                  </a:lnTo>
                  <a:lnTo>
                    <a:pt x="4487875" y="917428"/>
                  </a:lnTo>
                  <a:lnTo>
                    <a:pt x="4488212" y="920634"/>
                  </a:lnTo>
                  <a:lnTo>
                    <a:pt x="4488548" y="923381"/>
                  </a:lnTo>
                  <a:lnTo>
                    <a:pt x="4488885" y="926664"/>
                  </a:lnTo>
                  <a:lnTo>
                    <a:pt x="4489221" y="930380"/>
                  </a:lnTo>
                  <a:lnTo>
                    <a:pt x="4489558" y="935396"/>
                  </a:lnTo>
                  <a:lnTo>
                    <a:pt x="4489894" y="939571"/>
                  </a:lnTo>
                  <a:lnTo>
                    <a:pt x="4490231" y="943775"/>
                  </a:lnTo>
                  <a:lnTo>
                    <a:pt x="4490567" y="947854"/>
                  </a:lnTo>
                  <a:lnTo>
                    <a:pt x="4490903" y="952149"/>
                  </a:lnTo>
                  <a:lnTo>
                    <a:pt x="4491240" y="956320"/>
                  </a:lnTo>
                  <a:lnTo>
                    <a:pt x="4491576" y="960250"/>
                  </a:lnTo>
                  <a:lnTo>
                    <a:pt x="4491913" y="964704"/>
                  </a:lnTo>
                  <a:lnTo>
                    <a:pt x="4492249" y="968870"/>
                  </a:lnTo>
                  <a:lnTo>
                    <a:pt x="4492586" y="971912"/>
                  </a:lnTo>
                  <a:lnTo>
                    <a:pt x="4492922" y="975274"/>
                  </a:lnTo>
                  <a:lnTo>
                    <a:pt x="4493259" y="977294"/>
                  </a:lnTo>
                  <a:lnTo>
                    <a:pt x="4493595" y="980732"/>
                  </a:lnTo>
                  <a:lnTo>
                    <a:pt x="4493932" y="984305"/>
                  </a:lnTo>
                  <a:lnTo>
                    <a:pt x="4494268" y="987200"/>
                  </a:lnTo>
                  <a:lnTo>
                    <a:pt x="4494605" y="990199"/>
                  </a:lnTo>
                  <a:lnTo>
                    <a:pt x="4494941" y="993528"/>
                  </a:lnTo>
                  <a:lnTo>
                    <a:pt x="4495277" y="999778"/>
                  </a:lnTo>
                  <a:lnTo>
                    <a:pt x="4495614" y="1005734"/>
                  </a:lnTo>
                  <a:lnTo>
                    <a:pt x="4495950" y="1009671"/>
                  </a:lnTo>
                  <a:lnTo>
                    <a:pt x="4496287" y="1012717"/>
                  </a:lnTo>
                  <a:lnTo>
                    <a:pt x="4496623" y="1015433"/>
                  </a:lnTo>
                  <a:lnTo>
                    <a:pt x="4496960" y="1017272"/>
                  </a:lnTo>
                  <a:lnTo>
                    <a:pt x="4497296" y="1020067"/>
                  </a:lnTo>
                  <a:lnTo>
                    <a:pt x="4497633" y="1024808"/>
                  </a:lnTo>
                  <a:lnTo>
                    <a:pt x="4497969" y="1028670"/>
                  </a:lnTo>
                  <a:lnTo>
                    <a:pt x="4498306" y="1033772"/>
                  </a:lnTo>
                  <a:lnTo>
                    <a:pt x="4498642" y="1039657"/>
                  </a:lnTo>
                  <a:lnTo>
                    <a:pt x="4498979" y="1045825"/>
                  </a:lnTo>
                  <a:lnTo>
                    <a:pt x="4499315" y="1052399"/>
                  </a:lnTo>
                  <a:lnTo>
                    <a:pt x="4499651" y="1058720"/>
                  </a:lnTo>
                  <a:lnTo>
                    <a:pt x="4499988" y="1064852"/>
                  </a:lnTo>
                  <a:lnTo>
                    <a:pt x="4500324" y="1072332"/>
                  </a:lnTo>
                  <a:lnTo>
                    <a:pt x="4500661" y="1081007"/>
                  </a:lnTo>
                  <a:lnTo>
                    <a:pt x="4500997" y="1091685"/>
                  </a:lnTo>
                  <a:lnTo>
                    <a:pt x="4501334" y="1104033"/>
                  </a:lnTo>
                  <a:lnTo>
                    <a:pt x="4501670" y="1116959"/>
                  </a:lnTo>
                  <a:lnTo>
                    <a:pt x="4502007" y="1126770"/>
                  </a:lnTo>
                  <a:lnTo>
                    <a:pt x="4502343" y="1136268"/>
                  </a:lnTo>
                  <a:lnTo>
                    <a:pt x="4502680" y="1145687"/>
                  </a:lnTo>
                  <a:lnTo>
                    <a:pt x="4503016" y="1155305"/>
                  </a:lnTo>
                  <a:lnTo>
                    <a:pt x="4503353" y="1163770"/>
                  </a:lnTo>
                  <a:lnTo>
                    <a:pt x="4503689" y="1174844"/>
                  </a:lnTo>
                  <a:lnTo>
                    <a:pt x="4504025" y="1184725"/>
                  </a:lnTo>
                  <a:lnTo>
                    <a:pt x="4504362" y="1193732"/>
                  </a:lnTo>
                  <a:lnTo>
                    <a:pt x="4504698" y="1201948"/>
                  </a:lnTo>
                  <a:lnTo>
                    <a:pt x="4505035" y="1209176"/>
                  </a:lnTo>
                  <a:lnTo>
                    <a:pt x="4505371" y="1214854"/>
                  </a:lnTo>
                  <a:lnTo>
                    <a:pt x="4505708" y="1217142"/>
                  </a:lnTo>
                  <a:lnTo>
                    <a:pt x="4506044" y="1218781"/>
                  </a:lnTo>
                  <a:lnTo>
                    <a:pt x="4506381" y="1219648"/>
                  </a:lnTo>
                  <a:lnTo>
                    <a:pt x="4506717" y="1219887"/>
                  </a:lnTo>
                  <a:lnTo>
                    <a:pt x="4507054" y="1219393"/>
                  </a:lnTo>
                  <a:lnTo>
                    <a:pt x="4507390" y="1219273"/>
                  </a:lnTo>
                  <a:lnTo>
                    <a:pt x="4507727" y="1220859"/>
                  </a:lnTo>
                  <a:lnTo>
                    <a:pt x="4508063" y="1221606"/>
                  </a:lnTo>
                  <a:lnTo>
                    <a:pt x="4508399" y="1222249"/>
                  </a:lnTo>
                  <a:lnTo>
                    <a:pt x="4508736" y="1219088"/>
                  </a:lnTo>
                  <a:lnTo>
                    <a:pt x="4509072" y="1212727"/>
                  </a:lnTo>
                  <a:lnTo>
                    <a:pt x="4509409" y="1206797"/>
                  </a:lnTo>
                  <a:lnTo>
                    <a:pt x="4509745" y="1202144"/>
                  </a:lnTo>
                  <a:lnTo>
                    <a:pt x="4510082" y="1198803"/>
                  </a:lnTo>
                  <a:lnTo>
                    <a:pt x="4510418" y="1196807"/>
                  </a:lnTo>
                  <a:lnTo>
                    <a:pt x="4510755" y="1199134"/>
                  </a:lnTo>
                  <a:lnTo>
                    <a:pt x="4511091" y="1200570"/>
                  </a:lnTo>
                  <a:lnTo>
                    <a:pt x="4511428" y="1202832"/>
                  </a:lnTo>
                  <a:lnTo>
                    <a:pt x="4511764" y="1205843"/>
                  </a:lnTo>
                  <a:lnTo>
                    <a:pt x="4512101" y="1209398"/>
                  </a:lnTo>
                  <a:lnTo>
                    <a:pt x="4512437" y="1212682"/>
                  </a:lnTo>
                  <a:lnTo>
                    <a:pt x="4512773" y="1216981"/>
                  </a:lnTo>
                  <a:lnTo>
                    <a:pt x="4513110" y="1218400"/>
                  </a:lnTo>
                  <a:lnTo>
                    <a:pt x="4513446" y="1220101"/>
                  </a:lnTo>
                  <a:lnTo>
                    <a:pt x="4513783" y="1223328"/>
                  </a:lnTo>
                  <a:lnTo>
                    <a:pt x="4514119" y="1228364"/>
                  </a:lnTo>
                  <a:lnTo>
                    <a:pt x="4514456" y="1233439"/>
                  </a:lnTo>
                  <a:lnTo>
                    <a:pt x="4514792" y="1238096"/>
                  </a:lnTo>
                  <a:lnTo>
                    <a:pt x="4515129" y="1244292"/>
                  </a:lnTo>
                  <a:lnTo>
                    <a:pt x="4515465" y="1251175"/>
                  </a:lnTo>
                  <a:lnTo>
                    <a:pt x="4515802" y="1258477"/>
                  </a:lnTo>
                  <a:lnTo>
                    <a:pt x="4516138" y="1265596"/>
                  </a:lnTo>
                  <a:lnTo>
                    <a:pt x="4516475" y="1272629"/>
                  </a:lnTo>
                  <a:lnTo>
                    <a:pt x="4516811" y="1279542"/>
                  </a:lnTo>
                  <a:lnTo>
                    <a:pt x="4517147" y="1285827"/>
                  </a:lnTo>
                  <a:lnTo>
                    <a:pt x="4517484" y="1295585"/>
                  </a:lnTo>
                  <a:lnTo>
                    <a:pt x="4517820" y="1305383"/>
                  </a:lnTo>
                  <a:lnTo>
                    <a:pt x="4518157" y="1315532"/>
                  </a:lnTo>
                  <a:lnTo>
                    <a:pt x="4518493" y="1325286"/>
                  </a:lnTo>
                  <a:lnTo>
                    <a:pt x="4518830" y="1334611"/>
                  </a:lnTo>
                  <a:lnTo>
                    <a:pt x="4519166" y="1343489"/>
                  </a:lnTo>
                  <a:lnTo>
                    <a:pt x="4519503" y="1352545"/>
                  </a:lnTo>
                  <a:lnTo>
                    <a:pt x="4519839" y="1360583"/>
                  </a:lnTo>
                  <a:lnTo>
                    <a:pt x="4520176" y="1367939"/>
                  </a:lnTo>
                  <a:lnTo>
                    <a:pt x="4520512" y="1375629"/>
                  </a:lnTo>
                  <a:lnTo>
                    <a:pt x="4520848" y="1383149"/>
                  </a:lnTo>
                  <a:lnTo>
                    <a:pt x="4521185" y="1390675"/>
                  </a:lnTo>
                  <a:lnTo>
                    <a:pt x="4521521" y="1397592"/>
                  </a:lnTo>
                  <a:lnTo>
                    <a:pt x="4521858" y="1404127"/>
                  </a:lnTo>
                  <a:lnTo>
                    <a:pt x="4522194" y="1410121"/>
                  </a:lnTo>
                  <a:lnTo>
                    <a:pt x="4522531" y="1414924"/>
                  </a:lnTo>
                  <a:lnTo>
                    <a:pt x="4522867" y="1418316"/>
                  </a:lnTo>
                  <a:lnTo>
                    <a:pt x="4523204" y="1421200"/>
                  </a:lnTo>
                  <a:lnTo>
                    <a:pt x="4523540" y="1423878"/>
                  </a:lnTo>
                  <a:lnTo>
                    <a:pt x="4523877" y="1424220"/>
                  </a:lnTo>
                  <a:lnTo>
                    <a:pt x="4524213" y="1424590"/>
                  </a:lnTo>
                  <a:lnTo>
                    <a:pt x="4524550" y="1424641"/>
                  </a:lnTo>
                  <a:lnTo>
                    <a:pt x="4524886" y="1424543"/>
                  </a:lnTo>
                  <a:lnTo>
                    <a:pt x="4525222" y="1423695"/>
                  </a:lnTo>
                  <a:lnTo>
                    <a:pt x="4525559" y="1422229"/>
                  </a:lnTo>
                  <a:lnTo>
                    <a:pt x="4525895" y="1420871"/>
                  </a:lnTo>
                  <a:lnTo>
                    <a:pt x="4526232" y="1418338"/>
                  </a:lnTo>
                  <a:lnTo>
                    <a:pt x="4526568" y="1414066"/>
                  </a:lnTo>
                  <a:lnTo>
                    <a:pt x="4526905" y="1409064"/>
                  </a:lnTo>
                  <a:lnTo>
                    <a:pt x="4527241" y="1403956"/>
                  </a:lnTo>
                  <a:lnTo>
                    <a:pt x="4527578" y="1397562"/>
                  </a:lnTo>
                  <a:lnTo>
                    <a:pt x="4527914" y="1390272"/>
                  </a:lnTo>
                  <a:lnTo>
                    <a:pt x="4528251" y="1379274"/>
                  </a:lnTo>
                  <a:lnTo>
                    <a:pt x="4528587" y="1367546"/>
                  </a:lnTo>
                  <a:lnTo>
                    <a:pt x="4528924" y="1355098"/>
                  </a:lnTo>
                  <a:lnTo>
                    <a:pt x="4529260" y="1344516"/>
                  </a:lnTo>
                  <a:lnTo>
                    <a:pt x="4529596" y="1337752"/>
                  </a:lnTo>
                  <a:lnTo>
                    <a:pt x="4529933" y="1332894"/>
                  </a:lnTo>
                  <a:lnTo>
                    <a:pt x="4530269" y="1328094"/>
                  </a:lnTo>
                  <a:lnTo>
                    <a:pt x="4530606" y="1324287"/>
                  </a:lnTo>
                  <a:lnTo>
                    <a:pt x="4530942" y="1321137"/>
                  </a:lnTo>
                  <a:lnTo>
                    <a:pt x="4531279" y="1317942"/>
                  </a:lnTo>
                  <a:lnTo>
                    <a:pt x="4531615" y="1314539"/>
                  </a:lnTo>
                  <a:lnTo>
                    <a:pt x="4531952" y="1310686"/>
                  </a:lnTo>
                  <a:lnTo>
                    <a:pt x="4532288" y="1307426"/>
                  </a:lnTo>
                  <a:lnTo>
                    <a:pt x="4532625" y="1304540"/>
                  </a:lnTo>
                  <a:lnTo>
                    <a:pt x="4532961" y="1302125"/>
                  </a:lnTo>
                  <a:lnTo>
                    <a:pt x="4533298" y="1301003"/>
                  </a:lnTo>
                  <a:lnTo>
                    <a:pt x="4533634" y="1300526"/>
                  </a:lnTo>
                  <a:lnTo>
                    <a:pt x="4533970" y="1300570"/>
                  </a:lnTo>
                  <a:lnTo>
                    <a:pt x="4534307" y="1298296"/>
                  </a:lnTo>
                  <a:lnTo>
                    <a:pt x="4534643" y="1293837"/>
                  </a:lnTo>
                  <a:lnTo>
                    <a:pt x="4534980" y="1289472"/>
                  </a:lnTo>
                  <a:lnTo>
                    <a:pt x="4535316" y="1280167"/>
                  </a:lnTo>
                  <a:lnTo>
                    <a:pt x="4535653" y="1274747"/>
                  </a:lnTo>
                  <a:lnTo>
                    <a:pt x="4535989" y="1269150"/>
                  </a:lnTo>
                  <a:lnTo>
                    <a:pt x="4536326" y="1264377"/>
                  </a:lnTo>
                  <a:lnTo>
                    <a:pt x="4536662" y="1259825"/>
                  </a:lnTo>
                  <a:lnTo>
                    <a:pt x="4536999" y="1255619"/>
                  </a:lnTo>
                  <a:lnTo>
                    <a:pt x="4537335" y="1250541"/>
                  </a:lnTo>
                  <a:lnTo>
                    <a:pt x="4537672" y="1244659"/>
                  </a:lnTo>
                  <a:lnTo>
                    <a:pt x="4538008" y="1239070"/>
                  </a:lnTo>
                  <a:lnTo>
                    <a:pt x="4538344" y="1233878"/>
                  </a:lnTo>
                  <a:lnTo>
                    <a:pt x="4538681" y="1228832"/>
                  </a:lnTo>
                  <a:lnTo>
                    <a:pt x="4539017" y="1225119"/>
                  </a:lnTo>
                  <a:lnTo>
                    <a:pt x="4539354" y="1222042"/>
                  </a:lnTo>
                  <a:lnTo>
                    <a:pt x="4539690" y="1218617"/>
                  </a:lnTo>
                  <a:lnTo>
                    <a:pt x="4540027" y="1216191"/>
                  </a:lnTo>
                  <a:lnTo>
                    <a:pt x="4540363" y="1213512"/>
                  </a:lnTo>
                  <a:lnTo>
                    <a:pt x="4540700" y="1210668"/>
                  </a:lnTo>
                  <a:lnTo>
                    <a:pt x="4541036" y="1206244"/>
                  </a:lnTo>
                  <a:lnTo>
                    <a:pt x="4541373" y="1201736"/>
                  </a:lnTo>
                  <a:lnTo>
                    <a:pt x="4541709" y="1196718"/>
                  </a:lnTo>
                  <a:lnTo>
                    <a:pt x="4542046" y="1191974"/>
                  </a:lnTo>
                  <a:lnTo>
                    <a:pt x="4542382" y="1190346"/>
                  </a:lnTo>
                  <a:lnTo>
                    <a:pt x="4542718" y="1189279"/>
                  </a:lnTo>
                  <a:lnTo>
                    <a:pt x="4543055" y="1189536"/>
                  </a:lnTo>
                  <a:lnTo>
                    <a:pt x="4543391" y="1189559"/>
                  </a:lnTo>
                  <a:lnTo>
                    <a:pt x="4543728" y="1189033"/>
                  </a:lnTo>
                  <a:lnTo>
                    <a:pt x="4544064" y="1187839"/>
                  </a:lnTo>
                  <a:lnTo>
                    <a:pt x="4544401" y="1186358"/>
                  </a:lnTo>
                  <a:lnTo>
                    <a:pt x="4544737" y="1185406"/>
                  </a:lnTo>
                  <a:lnTo>
                    <a:pt x="4545074" y="1184585"/>
                  </a:lnTo>
                  <a:lnTo>
                    <a:pt x="4545410" y="1183373"/>
                  </a:lnTo>
                  <a:lnTo>
                    <a:pt x="4545747" y="1181556"/>
                  </a:lnTo>
                  <a:lnTo>
                    <a:pt x="4546083" y="1180580"/>
                  </a:lnTo>
                  <a:lnTo>
                    <a:pt x="4546420" y="1179964"/>
                  </a:lnTo>
                  <a:lnTo>
                    <a:pt x="4546756" y="1178900"/>
                  </a:lnTo>
                  <a:lnTo>
                    <a:pt x="4547092" y="1178665"/>
                  </a:lnTo>
                  <a:lnTo>
                    <a:pt x="4547429" y="1177950"/>
                  </a:lnTo>
                  <a:lnTo>
                    <a:pt x="4547765" y="1176238"/>
                  </a:lnTo>
                  <a:lnTo>
                    <a:pt x="4548102" y="1174052"/>
                  </a:lnTo>
                  <a:lnTo>
                    <a:pt x="4548438" y="1171763"/>
                  </a:lnTo>
                  <a:lnTo>
                    <a:pt x="4548775" y="1169324"/>
                  </a:lnTo>
                  <a:lnTo>
                    <a:pt x="4549111" y="1166654"/>
                  </a:lnTo>
                  <a:lnTo>
                    <a:pt x="4549448" y="1163469"/>
                  </a:lnTo>
                  <a:lnTo>
                    <a:pt x="4549784" y="1160184"/>
                  </a:lnTo>
                  <a:lnTo>
                    <a:pt x="4550121" y="1157370"/>
                  </a:lnTo>
                  <a:lnTo>
                    <a:pt x="4550457" y="1153857"/>
                  </a:lnTo>
                  <a:lnTo>
                    <a:pt x="4550793" y="1150025"/>
                  </a:lnTo>
                  <a:lnTo>
                    <a:pt x="4551130" y="1145920"/>
                  </a:lnTo>
                  <a:lnTo>
                    <a:pt x="4551466" y="1141480"/>
                  </a:lnTo>
                  <a:lnTo>
                    <a:pt x="4551803" y="1136942"/>
                  </a:lnTo>
                  <a:lnTo>
                    <a:pt x="4552139" y="1131361"/>
                  </a:lnTo>
                  <a:lnTo>
                    <a:pt x="4552476" y="1125203"/>
                  </a:lnTo>
                  <a:lnTo>
                    <a:pt x="4552812" y="1119478"/>
                  </a:lnTo>
                  <a:lnTo>
                    <a:pt x="4553149" y="1114542"/>
                  </a:lnTo>
                  <a:lnTo>
                    <a:pt x="4553485" y="1109367"/>
                  </a:lnTo>
                  <a:lnTo>
                    <a:pt x="4553822" y="1104805"/>
                  </a:lnTo>
                  <a:lnTo>
                    <a:pt x="4554158" y="1099835"/>
                  </a:lnTo>
                  <a:lnTo>
                    <a:pt x="4554495" y="1094575"/>
                  </a:lnTo>
                  <a:lnTo>
                    <a:pt x="4554831" y="1089182"/>
                  </a:lnTo>
                  <a:lnTo>
                    <a:pt x="4555167" y="1084067"/>
                  </a:lnTo>
                  <a:lnTo>
                    <a:pt x="4555504" y="1079227"/>
                  </a:lnTo>
                  <a:lnTo>
                    <a:pt x="4555840" y="1076081"/>
                  </a:lnTo>
                  <a:lnTo>
                    <a:pt x="4556177" y="1072767"/>
                  </a:lnTo>
                  <a:lnTo>
                    <a:pt x="4556513" y="1069127"/>
                  </a:lnTo>
                  <a:lnTo>
                    <a:pt x="4556850" y="1064796"/>
                  </a:lnTo>
                  <a:lnTo>
                    <a:pt x="4557186" y="1061344"/>
                  </a:lnTo>
                  <a:lnTo>
                    <a:pt x="4557523" y="1057105"/>
                  </a:lnTo>
                  <a:lnTo>
                    <a:pt x="4557859" y="1053008"/>
                  </a:lnTo>
                  <a:lnTo>
                    <a:pt x="4558196" y="1047748"/>
                  </a:lnTo>
                  <a:lnTo>
                    <a:pt x="4558532" y="1042845"/>
                  </a:lnTo>
                  <a:lnTo>
                    <a:pt x="4558869" y="1038193"/>
                  </a:lnTo>
                  <a:lnTo>
                    <a:pt x="4559205" y="1033378"/>
                  </a:lnTo>
                  <a:lnTo>
                    <a:pt x="4559541" y="1028771"/>
                  </a:lnTo>
                  <a:lnTo>
                    <a:pt x="4559878" y="1025885"/>
                  </a:lnTo>
                  <a:lnTo>
                    <a:pt x="4560214" y="1023167"/>
                  </a:lnTo>
                  <a:lnTo>
                    <a:pt x="4560551" y="1022199"/>
                  </a:lnTo>
                  <a:lnTo>
                    <a:pt x="4560887" y="1021154"/>
                  </a:lnTo>
                  <a:lnTo>
                    <a:pt x="4561224" y="1019723"/>
                  </a:lnTo>
                  <a:lnTo>
                    <a:pt x="4561560" y="1018884"/>
                  </a:lnTo>
                  <a:lnTo>
                    <a:pt x="4561897" y="1018651"/>
                  </a:lnTo>
                  <a:lnTo>
                    <a:pt x="4562233" y="1019235"/>
                  </a:lnTo>
                  <a:lnTo>
                    <a:pt x="4562570" y="1020929"/>
                  </a:lnTo>
                  <a:lnTo>
                    <a:pt x="4562906" y="1023447"/>
                  </a:lnTo>
                  <a:lnTo>
                    <a:pt x="4563243" y="1027027"/>
                  </a:lnTo>
                  <a:lnTo>
                    <a:pt x="4563579" y="1030614"/>
                  </a:lnTo>
                  <a:lnTo>
                    <a:pt x="4563915" y="1034322"/>
                  </a:lnTo>
                  <a:lnTo>
                    <a:pt x="4564252" y="1038243"/>
                  </a:lnTo>
                  <a:lnTo>
                    <a:pt x="4564588" y="1042177"/>
                  </a:lnTo>
                  <a:lnTo>
                    <a:pt x="4564925" y="1045108"/>
                  </a:lnTo>
                  <a:lnTo>
                    <a:pt x="4565261" y="1047922"/>
                  </a:lnTo>
                  <a:lnTo>
                    <a:pt x="4565598" y="1047534"/>
                  </a:lnTo>
                  <a:lnTo>
                    <a:pt x="4565934" y="1047419"/>
                  </a:lnTo>
                  <a:lnTo>
                    <a:pt x="4566271" y="1048037"/>
                  </a:lnTo>
                  <a:lnTo>
                    <a:pt x="4566607" y="1048683"/>
                  </a:lnTo>
                  <a:lnTo>
                    <a:pt x="4566944" y="1049402"/>
                  </a:lnTo>
                  <a:lnTo>
                    <a:pt x="4567280" y="1050063"/>
                  </a:lnTo>
                  <a:lnTo>
                    <a:pt x="4567617" y="1049423"/>
                  </a:lnTo>
                  <a:lnTo>
                    <a:pt x="4567953" y="1046937"/>
                  </a:lnTo>
                  <a:lnTo>
                    <a:pt x="4568289" y="1042713"/>
                  </a:lnTo>
                  <a:lnTo>
                    <a:pt x="4568626" y="1037756"/>
                  </a:lnTo>
                  <a:lnTo>
                    <a:pt x="4568962" y="1033754"/>
                  </a:lnTo>
                  <a:lnTo>
                    <a:pt x="4569299" y="1030299"/>
                  </a:lnTo>
                  <a:lnTo>
                    <a:pt x="4569635" y="1027231"/>
                  </a:lnTo>
                  <a:lnTo>
                    <a:pt x="4569972" y="1024544"/>
                  </a:lnTo>
                  <a:lnTo>
                    <a:pt x="4570308" y="1021085"/>
                  </a:lnTo>
                  <a:lnTo>
                    <a:pt x="4570645" y="1018463"/>
                  </a:lnTo>
                  <a:lnTo>
                    <a:pt x="4570981" y="1016749"/>
                  </a:lnTo>
                  <a:lnTo>
                    <a:pt x="4571318" y="1016042"/>
                  </a:lnTo>
                  <a:lnTo>
                    <a:pt x="4571654" y="1016370"/>
                  </a:lnTo>
                  <a:lnTo>
                    <a:pt x="4571991" y="1016922"/>
                  </a:lnTo>
                  <a:lnTo>
                    <a:pt x="4572327" y="1017611"/>
                  </a:lnTo>
                  <a:lnTo>
                    <a:pt x="4572663" y="1019244"/>
                  </a:lnTo>
                  <a:lnTo>
                    <a:pt x="4573000" y="1022637"/>
                  </a:lnTo>
                  <a:lnTo>
                    <a:pt x="4573336" y="1027370"/>
                  </a:lnTo>
                  <a:lnTo>
                    <a:pt x="4573673" y="1033863"/>
                  </a:lnTo>
                  <a:lnTo>
                    <a:pt x="4574009" y="1041152"/>
                  </a:lnTo>
                  <a:lnTo>
                    <a:pt x="4574346" y="1049177"/>
                  </a:lnTo>
                  <a:lnTo>
                    <a:pt x="4574682" y="1057949"/>
                  </a:lnTo>
                  <a:lnTo>
                    <a:pt x="4575019" y="1067993"/>
                  </a:lnTo>
                  <a:lnTo>
                    <a:pt x="4575355" y="1079012"/>
                  </a:lnTo>
                  <a:lnTo>
                    <a:pt x="4575692" y="1090977"/>
                  </a:lnTo>
                  <a:lnTo>
                    <a:pt x="4576028" y="1107328"/>
                  </a:lnTo>
                  <a:lnTo>
                    <a:pt x="4576365" y="1123565"/>
                  </a:lnTo>
                  <a:lnTo>
                    <a:pt x="4576701" y="1139076"/>
                  </a:lnTo>
                  <a:lnTo>
                    <a:pt x="4577037" y="1154012"/>
                  </a:lnTo>
                  <a:lnTo>
                    <a:pt x="4577374" y="1168632"/>
                  </a:lnTo>
                  <a:lnTo>
                    <a:pt x="4577710" y="1183073"/>
                  </a:lnTo>
                  <a:lnTo>
                    <a:pt x="4578047" y="1197743"/>
                  </a:lnTo>
                  <a:lnTo>
                    <a:pt x="4578383" y="1213168"/>
                  </a:lnTo>
                  <a:lnTo>
                    <a:pt x="4578720" y="1228082"/>
                  </a:lnTo>
                  <a:lnTo>
                    <a:pt x="4579056" y="1241675"/>
                  </a:lnTo>
                  <a:lnTo>
                    <a:pt x="4579393" y="1254010"/>
                  </a:lnTo>
                  <a:lnTo>
                    <a:pt x="4579729" y="1265376"/>
                  </a:lnTo>
                  <a:lnTo>
                    <a:pt x="4580066" y="1275700"/>
                  </a:lnTo>
                  <a:lnTo>
                    <a:pt x="4580402" y="1284774"/>
                  </a:lnTo>
                  <a:lnTo>
                    <a:pt x="4580739" y="1292770"/>
                  </a:lnTo>
                  <a:lnTo>
                    <a:pt x="4581075" y="1299221"/>
                  </a:lnTo>
                  <a:lnTo>
                    <a:pt x="4581411" y="1302821"/>
                  </a:lnTo>
                  <a:lnTo>
                    <a:pt x="4581748" y="1305213"/>
                  </a:lnTo>
                  <a:lnTo>
                    <a:pt x="4582084" y="1307253"/>
                  </a:lnTo>
                  <a:lnTo>
                    <a:pt x="4582421" y="1307080"/>
                  </a:lnTo>
                  <a:lnTo>
                    <a:pt x="4582757" y="1304932"/>
                  </a:lnTo>
                  <a:lnTo>
                    <a:pt x="4583094" y="1300485"/>
                  </a:lnTo>
                  <a:lnTo>
                    <a:pt x="4583430" y="1295395"/>
                  </a:lnTo>
                  <a:lnTo>
                    <a:pt x="4583767" y="1288839"/>
                  </a:lnTo>
                  <a:lnTo>
                    <a:pt x="4584103" y="1281415"/>
                  </a:lnTo>
                  <a:lnTo>
                    <a:pt x="4584440" y="1276870"/>
                  </a:lnTo>
                  <a:lnTo>
                    <a:pt x="4584776" y="1272864"/>
                  </a:lnTo>
                  <a:lnTo>
                    <a:pt x="4585112" y="1271364"/>
                  </a:lnTo>
                  <a:lnTo>
                    <a:pt x="4585449" y="1269291"/>
                  </a:lnTo>
                  <a:lnTo>
                    <a:pt x="4585785" y="1267317"/>
                  </a:lnTo>
                  <a:lnTo>
                    <a:pt x="4586122" y="1266860"/>
                  </a:lnTo>
                  <a:lnTo>
                    <a:pt x="4586458" y="1266695"/>
                  </a:lnTo>
                  <a:lnTo>
                    <a:pt x="4586795" y="1266163"/>
                  </a:lnTo>
                  <a:lnTo>
                    <a:pt x="4587131" y="1265000"/>
                  </a:lnTo>
                  <a:lnTo>
                    <a:pt x="4587468" y="1263671"/>
                  </a:lnTo>
                  <a:lnTo>
                    <a:pt x="4587804" y="1261931"/>
                  </a:lnTo>
                  <a:lnTo>
                    <a:pt x="4588141" y="1260515"/>
                  </a:lnTo>
                  <a:lnTo>
                    <a:pt x="4588477" y="1258859"/>
                  </a:lnTo>
                  <a:lnTo>
                    <a:pt x="4588814" y="1257507"/>
                  </a:lnTo>
                  <a:lnTo>
                    <a:pt x="4589150" y="1255976"/>
                  </a:lnTo>
                  <a:lnTo>
                    <a:pt x="4589486" y="1255387"/>
                  </a:lnTo>
                  <a:lnTo>
                    <a:pt x="4589823" y="1253131"/>
                  </a:lnTo>
                  <a:lnTo>
                    <a:pt x="4590159" y="1250289"/>
                  </a:lnTo>
                  <a:lnTo>
                    <a:pt x="4590496" y="1245128"/>
                  </a:lnTo>
                  <a:lnTo>
                    <a:pt x="4590832" y="1239731"/>
                  </a:lnTo>
                  <a:lnTo>
                    <a:pt x="4591169" y="1234865"/>
                  </a:lnTo>
                  <a:lnTo>
                    <a:pt x="4591505" y="1229974"/>
                  </a:lnTo>
                  <a:lnTo>
                    <a:pt x="4591842" y="1225156"/>
                  </a:lnTo>
                  <a:lnTo>
                    <a:pt x="4592178" y="1217882"/>
                  </a:lnTo>
                  <a:lnTo>
                    <a:pt x="4592515" y="1212057"/>
                  </a:lnTo>
                  <a:lnTo>
                    <a:pt x="4592851" y="1207224"/>
                  </a:lnTo>
                  <a:lnTo>
                    <a:pt x="4593188" y="1201947"/>
                  </a:lnTo>
                  <a:lnTo>
                    <a:pt x="4593524" y="1197983"/>
                  </a:lnTo>
                  <a:lnTo>
                    <a:pt x="4593860" y="1194739"/>
                  </a:lnTo>
                  <a:lnTo>
                    <a:pt x="4594197" y="1192319"/>
                  </a:lnTo>
                  <a:lnTo>
                    <a:pt x="4594533" y="1189097"/>
                  </a:lnTo>
                  <a:lnTo>
                    <a:pt x="4594870" y="1188481"/>
                  </a:lnTo>
                  <a:lnTo>
                    <a:pt x="4595206" y="1189246"/>
                  </a:lnTo>
                  <a:lnTo>
                    <a:pt x="4595543" y="1194419"/>
                  </a:lnTo>
                  <a:lnTo>
                    <a:pt x="4595879" y="1201429"/>
                  </a:lnTo>
                  <a:lnTo>
                    <a:pt x="4596216" y="1209470"/>
                  </a:lnTo>
                  <a:lnTo>
                    <a:pt x="4596552" y="1215672"/>
                  </a:lnTo>
                  <a:lnTo>
                    <a:pt x="4596889" y="1218443"/>
                  </a:lnTo>
                  <a:lnTo>
                    <a:pt x="4597225" y="1218862"/>
                  </a:lnTo>
                  <a:lnTo>
                    <a:pt x="4597562" y="1219461"/>
                  </a:lnTo>
                  <a:lnTo>
                    <a:pt x="4597898" y="1220143"/>
                  </a:lnTo>
                  <a:lnTo>
                    <a:pt x="4598234" y="1221293"/>
                  </a:lnTo>
                  <a:lnTo>
                    <a:pt x="4598571" y="1223440"/>
                  </a:lnTo>
                  <a:lnTo>
                    <a:pt x="4598907" y="1226579"/>
                  </a:lnTo>
                  <a:lnTo>
                    <a:pt x="4599244" y="1230656"/>
                  </a:lnTo>
                  <a:lnTo>
                    <a:pt x="4599580" y="1235210"/>
                  </a:lnTo>
                  <a:lnTo>
                    <a:pt x="4599917" y="1239160"/>
                  </a:lnTo>
                  <a:lnTo>
                    <a:pt x="4600253" y="1242737"/>
                  </a:lnTo>
                  <a:lnTo>
                    <a:pt x="4600590" y="1245462"/>
                  </a:lnTo>
                  <a:lnTo>
                    <a:pt x="4600926" y="1247129"/>
                  </a:lnTo>
                  <a:lnTo>
                    <a:pt x="4601263" y="1248966"/>
                  </a:lnTo>
                  <a:lnTo>
                    <a:pt x="4601599" y="1253938"/>
                  </a:lnTo>
                  <a:lnTo>
                    <a:pt x="4601936" y="1262110"/>
                  </a:lnTo>
                  <a:lnTo>
                    <a:pt x="4602272" y="1271328"/>
                  </a:lnTo>
                  <a:lnTo>
                    <a:pt x="4602608" y="1284482"/>
                  </a:lnTo>
                  <a:lnTo>
                    <a:pt x="4602945" y="1293135"/>
                  </a:lnTo>
                  <a:lnTo>
                    <a:pt x="4603281" y="1301316"/>
                  </a:lnTo>
                  <a:lnTo>
                    <a:pt x="4603618" y="1307873"/>
                  </a:lnTo>
                  <a:lnTo>
                    <a:pt x="4603954" y="1313404"/>
                  </a:lnTo>
                  <a:lnTo>
                    <a:pt x="4604291" y="1318123"/>
                  </a:lnTo>
                  <a:lnTo>
                    <a:pt x="4604627" y="1323070"/>
                  </a:lnTo>
                  <a:lnTo>
                    <a:pt x="4604964" y="1328488"/>
                  </a:lnTo>
                  <a:lnTo>
                    <a:pt x="4605300" y="1334088"/>
                  </a:lnTo>
                  <a:lnTo>
                    <a:pt x="4605637" y="1339732"/>
                  </a:lnTo>
                  <a:lnTo>
                    <a:pt x="4605973" y="1345267"/>
                  </a:lnTo>
                  <a:lnTo>
                    <a:pt x="4606310" y="1349344"/>
                  </a:lnTo>
                  <a:lnTo>
                    <a:pt x="4606646" y="1351165"/>
                  </a:lnTo>
                  <a:lnTo>
                    <a:pt x="4606982" y="1352187"/>
                  </a:lnTo>
                  <a:lnTo>
                    <a:pt x="4607319" y="1351443"/>
                  </a:lnTo>
                  <a:lnTo>
                    <a:pt x="4607655" y="1350440"/>
                  </a:lnTo>
                  <a:lnTo>
                    <a:pt x="4607992" y="1350132"/>
                  </a:lnTo>
                  <a:lnTo>
                    <a:pt x="4608328" y="1351529"/>
                  </a:lnTo>
                  <a:lnTo>
                    <a:pt x="4608665" y="1354481"/>
                  </a:lnTo>
                  <a:lnTo>
                    <a:pt x="4609001" y="1357289"/>
                  </a:lnTo>
                  <a:lnTo>
                    <a:pt x="4609338" y="1359817"/>
                  </a:lnTo>
                  <a:lnTo>
                    <a:pt x="4609674" y="1358781"/>
                  </a:lnTo>
                  <a:lnTo>
                    <a:pt x="4610011" y="1358713"/>
                  </a:lnTo>
                  <a:lnTo>
                    <a:pt x="4610347" y="1356917"/>
                  </a:lnTo>
                  <a:lnTo>
                    <a:pt x="4610684" y="1354412"/>
                  </a:lnTo>
                  <a:lnTo>
                    <a:pt x="4611020" y="1352470"/>
                  </a:lnTo>
                  <a:lnTo>
                    <a:pt x="4611356" y="1351203"/>
                  </a:lnTo>
                  <a:lnTo>
                    <a:pt x="4611693" y="1350937"/>
                  </a:lnTo>
                  <a:lnTo>
                    <a:pt x="4612029" y="1350867"/>
                  </a:lnTo>
                  <a:lnTo>
                    <a:pt x="4612366" y="1350068"/>
                  </a:lnTo>
                  <a:lnTo>
                    <a:pt x="4612702" y="1349227"/>
                  </a:lnTo>
                  <a:lnTo>
                    <a:pt x="4613039" y="1348015"/>
                  </a:lnTo>
                  <a:lnTo>
                    <a:pt x="4613375" y="1345442"/>
                  </a:lnTo>
                  <a:lnTo>
                    <a:pt x="4613712" y="1342579"/>
                  </a:lnTo>
                  <a:lnTo>
                    <a:pt x="4614048" y="1339483"/>
                  </a:lnTo>
                  <a:lnTo>
                    <a:pt x="4614385" y="1333490"/>
                  </a:lnTo>
                  <a:lnTo>
                    <a:pt x="4614721" y="1328232"/>
                  </a:lnTo>
                  <a:lnTo>
                    <a:pt x="4615058" y="1324010"/>
                  </a:lnTo>
                  <a:lnTo>
                    <a:pt x="4615394" y="1320845"/>
                  </a:lnTo>
                  <a:lnTo>
                    <a:pt x="4615730" y="1318487"/>
                  </a:lnTo>
                  <a:lnTo>
                    <a:pt x="4616067" y="1316083"/>
                  </a:lnTo>
                  <a:lnTo>
                    <a:pt x="4616403" y="1313504"/>
                  </a:lnTo>
                  <a:lnTo>
                    <a:pt x="4616740" y="1312458"/>
                  </a:lnTo>
                  <a:lnTo>
                    <a:pt x="4617076" y="1310581"/>
                  </a:lnTo>
                  <a:lnTo>
                    <a:pt x="4617413" y="1308338"/>
                  </a:lnTo>
                  <a:lnTo>
                    <a:pt x="4617749" y="1306820"/>
                  </a:lnTo>
                  <a:lnTo>
                    <a:pt x="4618086" y="1305563"/>
                  </a:lnTo>
                  <a:lnTo>
                    <a:pt x="4618422" y="1305310"/>
                  </a:lnTo>
                  <a:lnTo>
                    <a:pt x="4618759" y="1305928"/>
                  </a:lnTo>
                  <a:lnTo>
                    <a:pt x="4619095" y="1306999"/>
                  </a:lnTo>
                  <a:lnTo>
                    <a:pt x="4619431" y="1308696"/>
                  </a:lnTo>
                  <a:lnTo>
                    <a:pt x="4619768" y="1310348"/>
                  </a:lnTo>
                  <a:lnTo>
                    <a:pt x="4620104" y="1311251"/>
                  </a:lnTo>
                  <a:lnTo>
                    <a:pt x="4620441" y="1311284"/>
                  </a:lnTo>
                  <a:lnTo>
                    <a:pt x="4620777" y="1311300"/>
                  </a:lnTo>
                  <a:lnTo>
                    <a:pt x="4621114" y="1310785"/>
                  </a:lnTo>
                  <a:lnTo>
                    <a:pt x="4621450" y="1308718"/>
                  </a:lnTo>
                  <a:lnTo>
                    <a:pt x="4621787" y="1308163"/>
                  </a:lnTo>
                  <a:lnTo>
                    <a:pt x="4622123" y="1309702"/>
                  </a:lnTo>
                  <a:lnTo>
                    <a:pt x="4622460" y="1312196"/>
                  </a:lnTo>
                  <a:lnTo>
                    <a:pt x="4622796" y="1314843"/>
                  </a:lnTo>
                  <a:lnTo>
                    <a:pt x="4623133" y="1315879"/>
                  </a:lnTo>
                  <a:lnTo>
                    <a:pt x="4623469" y="1317499"/>
                  </a:lnTo>
                  <a:lnTo>
                    <a:pt x="4623805" y="1320192"/>
                  </a:lnTo>
                  <a:lnTo>
                    <a:pt x="4624142" y="1323369"/>
                  </a:lnTo>
                  <a:lnTo>
                    <a:pt x="4624478" y="1327015"/>
                  </a:lnTo>
                  <a:lnTo>
                    <a:pt x="4624815" y="1332188"/>
                  </a:lnTo>
                  <a:lnTo>
                    <a:pt x="4625151" y="1337470"/>
                  </a:lnTo>
                  <a:lnTo>
                    <a:pt x="4625488" y="1344145"/>
                  </a:lnTo>
                  <a:lnTo>
                    <a:pt x="4625824" y="1351226"/>
                  </a:lnTo>
                  <a:lnTo>
                    <a:pt x="4626161" y="1358305"/>
                  </a:lnTo>
                  <a:lnTo>
                    <a:pt x="4626497" y="1365247"/>
                  </a:lnTo>
                  <a:lnTo>
                    <a:pt x="4626834" y="1372477"/>
                  </a:lnTo>
                  <a:lnTo>
                    <a:pt x="4627170" y="1378049"/>
                  </a:lnTo>
                  <a:lnTo>
                    <a:pt x="4627507" y="1383339"/>
                  </a:lnTo>
                  <a:lnTo>
                    <a:pt x="4627843" y="1387881"/>
                  </a:lnTo>
                  <a:lnTo>
                    <a:pt x="4628179" y="1392109"/>
                  </a:lnTo>
                  <a:lnTo>
                    <a:pt x="4628516" y="1396304"/>
                  </a:lnTo>
                  <a:lnTo>
                    <a:pt x="4628852" y="1399314"/>
                  </a:lnTo>
                  <a:lnTo>
                    <a:pt x="4629189" y="1400619"/>
                  </a:lnTo>
                  <a:lnTo>
                    <a:pt x="4629525" y="1400217"/>
                  </a:lnTo>
                  <a:lnTo>
                    <a:pt x="4629862" y="1398599"/>
                  </a:lnTo>
                  <a:lnTo>
                    <a:pt x="4630198" y="1395764"/>
                  </a:lnTo>
                  <a:lnTo>
                    <a:pt x="4630535" y="1391680"/>
                  </a:lnTo>
                  <a:lnTo>
                    <a:pt x="4630871" y="1387237"/>
                  </a:lnTo>
                  <a:lnTo>
                    <a:pt x="4631208" y="1382663"/>
                  </a:lnTo>
                  <a:lnTo>
                    <a:pt x="4631544" y="1377383"/>
                  </a:lnTo>
                  <a:lnTo>
                    <a:pt x="4631881" y="1370176"/>
                  </a:lnTo>
                  <a:lnTo>
                    <a:pt x="4632217" y="1362386"/>
                  </a:lnTo>
                  <a:lnTo>
                    <a:pt x="4632553" y="1353626"/>
                  </a:lnTo>
                  <a:lnTo>
                    <a:pt x="4632890" y="1346863"/>
                  </a:lnTo>
                  <a:lnTo>
                    <a:pt x="4633226" y="1338817"/>
                  </a:lnTo>
                  <a:lnTo>
                    <a:pt x="4633563" y="1329489"/>
                  </a:lnTo>
                  <a:lnTo>
                    <a:pt x="4633899" y="1319244"/>
                  </a:lnTo>
                  <a:lnTo>
                    <a:pt x="4634236" y="1304976"/>
                  </a:lnTo>
                  <a:lnTo>
                    <a:pt x="4634572" y="1291441"/>
                  </a:lnTo>
                  <a:lnTo>
                    <a:pt x="4634909" y="1278444"/>
                  </a:lnTo>
                  <a:lnTo>
                    <a:pt x="4635245" y="1267266"/>
                  </a:lnTo>
                  <a:lnTo>
                    <a:pt x="4635582" y="1258393"/>
                  </a:lnTo>
                  <a:lnTo>
                    <a:pt x="4635918" y="1249635"/>
                  </a:lnTo>
                  <a:lnTo>
                    <a:pt x="4636255" y="1239606"/>
                  </a:lnTo>
                  <a:lnTo>
                    <a:pt x="4636591" y="1229569"/>
                  </a:lnTo>
                  <a:lnTo>
                    <a:pt x="4636927" y="1220582"/>
                  </a:lnTo>
                  <a:lnTo>
                    <a:pt x="4637264" y="1215790"/>
                  </a:lnTo>
                  <a:lnTo>
                    <a:pt x="4637600" y="1211878"/>
                  </a:lnTo>
                  <a:lnTo>
                    <a:pt x="4637937" y="1208270"/>
                  </a:lnTo>
                  <a:lnTo>
                    <a:pt x="4638273" y="1205709"/>
                  </a:lnTo>
                  <a:lnTo>
                    <a:pt x="4638610" y="1204824"/>
                  </a:lnTo>
                  <a:lnTo>
                    <a:pt x="4638946" y="1203680"/>
                  </a:lnTo>
                  <a:lnTo>
                    <a:pt x="4639283" y="1204511"/>
                  </a:lnTo>
                  <a:lnTo>
                    <a:pt x="4639619" y="1205068"/>
                  </a:lnTo>
                  <a:lnTo>
                    <a:pt x="4639956" y="1206131"/>
                  </a:lnTo>
                  <a:lnTo>
                    <a:pt x="4640292" y="1205949"/>
                  </a:lnTo>
                  <a:lnTo>
                    <a:pt x="4640629" y="1204531"/>
                  </a:lnTo>
                  <a:lnTo>
                    <a:pt x="4640965" y="1201844"/>
                  </a:lnTo>
                  <a:lnTo>
                    <a:pt x="4641301" y="1198709"/>
                  </a:lnTo>
                  <a:lnTo>
                    <a:pt x="4641638" y="1195149"/>
                  </a:lnTo>
                  <a:lnTo>
                    <a:pt x="4641974" y="1190973"/>
                  </a:lnTo>
                  <a:lnTo>
                    <a:pt x="4642311" y="1186377"/>
                  </a:lnTo>
                  <a:lnTo>
                    <a:pt x="4642647" y="1181055"/>
                  </a:lnTo>
                  <a:lnTo>
                    <a:pt x="4642984" y="1175630"/>
                  </a:lnTo>
                  <a:lnTo>
                    <a:pt x="4643320" y="1169872"/>
                  </a:lnTo>
                  <a:lnTo>
                    <a:pt x="4643657" y="1164777"/>
                  </a:lnTo>
                  <a:lnTo>
                    <a:pt x="4643993" y="1159498"/>
                  </a:lnTo>
                  <a:lnTo>
                    <a:pt x="4644330" y="1153995"/>
                  </a:lnTo>
                  <a:lnTo>
                    <a:pt x="4644666" y="1147947"/>
                  </a:lnTo>
                  <a:lnTo>
                    <a:pt x="4645003" y="1141899"/>
                  </a:lnTo>
                  <a:lnTo>
                    <a:pt x="4645339" y="1135956"/>
                  </a:lnTo>
                  <a:lnTo>
                    <a:pt x="4645675" y="1128978"/>
                  </a:lnTo>
                  <a:lnTo>
                    <a:pt x="4646012" y="1122783"/>
                  </a:lnTo>
                  <a:lnTo>
                    <a:pt x="4646348" y="1118426"/>
                  </a:lnTo>
                  <a:lnTo>
                    <a:pt x="4646685" y="1112663"/>
                  </a:lnTo>
                  <a:lnTo>
                    <a:pt x="4647021" y="1109092"/>
                  </a:lnTo>
                  <a:lnTo>
                    <a:pt x="4647358" y="1105452"/>
                  </a:lnTo>
                  <a:lnTo>
                    <a:pt x="4647694" y="1101851"/>
                  </a:lnTo>
                  <a:lnTo>
                    <a:pt x="4648031" y="1099022"/>
                  </a:lnTo>
                  <a:lnTo>
                    <a:pt x="4648367" y="1096333"/>
                  </a:lnTo>
                  <a:lnTo>
                    <a:pt x="4648704" y="1096141"/>
                  </a:lnTo>
                  <a:lnTo>
                    <a:pt x="4649040" y="1097831"/>
                  </a:lnTo>
                  <a:lnTo>
                    <a:pt x="4649377" y="1100728"/>
                  </a:lnTo>
                  <a:lnTo>
                    <a:pt x="4649713" y="1103825"/>
                  </a:lnTo>
                  <a:lnTo>
                    <a:pt x="4650049" y="1107564"/>
                  </a:lnTo>
                  <a:lnTo>
                    <a:pt x="4650386" y="1111861"/>
                  </a:lnTo>
                  <a:lnTo>
                    <a:pt x="4650722" y="1116694"/>
                  </a:lnTo>
                  <a:lnTo>
                    <a:pt x="4651059" y="1122882"/>
                  </a:lnTo>
                  <a:lnTo>
                    <a:pt x="4651395" y="1130711"/>
                  </a:lnTo>
                  <a:lnTo>
                    <a:pt x="4651732" y="1136132"/>
                  </a:lnTo>
                  <a:lnTo>
                    <a:pt x="4652068" y="1141242"/>
                  </a:lnTo>
                  <a:lnTo>
                    <a:pt x="4652405" y="1144743"/>
                  </a:lnTo>
                  <a:lnTo>
                    <a:pt x="4652741" y="1148493"/>
                  </a:lnTo>
                  <a:lnTo>
                    <a:pt x="4653078" y="1152833"/>
                  </a:lnTo>
                  <a:lnTo>
                    <a:pt x="4653414" y="1155843"/>
                  </a:lnTo>
                  <a:lnTo>
                    <a:pt x="4653750" y="1158014"/>
                  </a:lnTo>
                  <a:lnTo>
                    <a:pt x="4654087" y="1159686"/>
                  </a:lnTo>
                  <a:lnTo>
                    <a:pt x="4654423" y="1161178"/>
                  </a:lnTo>
                  <a:lnTo>
                    <a:pt x="4654760" y="1163319"/>
                  </a:lnTo>
                  <a:lnTo>
                    <a:pt x="4655096" y="1165792"/>
                  </a:lnTo>
                  <a:lnTo>
                    <a:pt x="4655433" y="1168351"/>
                  </a:lnTo>
                  <a:lnTo>
                    <a:pt x="4655769" y="1170929"/>
                  </a:lnTo>
                  <a:lnTo>
                    <a:pt x="4656106" y="1173013"/>
                  </a:lnTo>
                  <a:lnTo>
                    <a:pt x="4656442" y="1175098"/>
                  </a:lnTo>
                  <a:lnTo>
                    <a:pt x="4656779" y="1175584"/>
                  </a:lnTo>
                  <a:lnTo>
                    <a:pt x="4657115" y="1177917"/>
                  </a:lnTo>
                  <a:lnTo>
                    <a:pt x="4657452" y="1179465"/>
                  </a:lnTo>
                  <a:lnTo>
                    <a:pt x="4657788" y="1181930"/>
                  </a:lnTo>
                  <a:lnTo>
                    <a:pt x="4658124" y="1184456"/>
                  </a:lnTo>
                  <a:lnTo>
                    <a:pt x="4658461" y="1187077"/>
                  </a:lnTo>
                  <a:lnTo>
                    <a:pt x="4658797" y="1189882"/>
                  </a:lnTo>
                  <a:lnTo>
                    <a:pt x="4659134" y="1192279"/>
                  </a:lnTo>
                  <a:lnTo>
                    <a:pt x="4659470" y="1197307"/>
                  </a:lnTo>
                  <a:lnTo>
                    <a:pt x="4659807" y="1202357"/>
                  </a:lnTo>
                  <a:lnTo>
                    <a:pt x="4660143" y="1208210"/>
                  </a:lnTo>
                  <a:lnTo>
                    <a:pt x="4660480" y="1214516"/>
                  </a:lnTo>
                  <a:lnTo>
                    <a:pt x="4660816" y="1221207"/>
                  </a:lnTo>
                  <a:lnTo>
                    <a:pt x="4661153" y="1228845"/>
                  </a:lnTo>
                  <a:lnTo>
                    <a:pt x="4661489" y="1236912"/>
                  </a:lnTo>
                  <a:lnTo>
                    <a:pt x="4661826" y="1245368"/>
                  </a:lnTo>
                  <a:lnTo>
                    <a:pt x="4662162" y="1252857"/>
                  </a:lnTo>
                  <a:lnTo>
                    <a:pt x="4662498" y="1258924"/>
                  </a:lnTo>
                  <a:lnTo>
                    <a:pt x="4662835" y="1264222"/>
                  </a:lnTo>
                  <a:lnTo>
                    <a:pt x="4663171" y="1269009"/>
                  </a:lnTo>
                  <a:lnTo>
                    <a:pt x="4663508" y="1273879"/>
                  </a:lnTo>
                  <a:lnTo>
                    <a:pt x="4663844" y="1278799"/>
                  </a:lnTo>
                  <a:lnTo>
                    <a:pt x="4664181" y="1283224"/>
                  </a:lnTo>
                  <a:lnTo>
                    <a:pt x="4664517" y="1288339"/>
                  </a:lnTo>
                  <a:lnTo>
                    <a:pt x="4664854" y="1293667"/>
                  </a:lnTo>
                  <a:lnTo>
                    <a:pt x="4665190" y="1298551"/>
                  </a:lnTo>
                  <a:lnTo>
                    <a:pt x="4665527" y="1302478"/>
                  </a:lnTo>
                  <a:lnTo>
                    <a:pt x="4665863" y="1305360"/>
                  </a:lnTo>
                  <a:lnTo>
                    <a:pt x="4666200" y="1307277"/>
                  </a:lnTo>
                  <a:lnTo>
                    <a:pt x="4666536" y="1308383"/>
                  </a:lnTo>
                  <a:lnTo>
                    <a:pt x="4666872" y="1308883"/>
                  </a:lnTo>
                  <a:lnTo>
                    <a:pt x="4667209" y="1310170"/>
                  </a:lnTo>
                  <a:lnTo>
                    <a:pt x="4667545" y="1311987"/>
                  </a:lnTo>
                  <a:lnTo>
                    <a:pt x="4667882" y="1314070"/>
                  </a:lnTo>
                  <a:lnTo>
                    <a:pt x="4668218" y="1316496"/>
                  </a:lnTo>
                  <a:lnTo>
                    <a:pt x="4668555" y="1318191"/>
                  </a:lnTo>
                  <a:lnTo>
                    <a:pt x="4668891" y="1318868"/>
                  </a:lnTo>
                  <a:lnTo>
                    <a:pt x="4669228" y="1319244"/>
                  </a:lnTo>
                  <a:lnTo>
                    <a:pt x="4669564" y="1318339"/>
                  </a:lnTo>
                  <a:lnTo>
                    <a:pt x="4669901" y="1317735"/>
                  </a:lnTo>
                  <a:lnTo>
                    <a:pt x="4670237" y="1317002"/>
                  </a:lnTo>
                  <a:lnTo>
                    <a:pt x="4670574" y="1316190"/>
                  </a:lnTo>
                  <a:lnTo>
                    <a:pt x="4670910" y="1316263"/>
                  </a:lnTo>
                  <a:lnTo>
                    <a:pt x="4671246" y="1316609"/>
                  </a:lnTo>
                  <a:lnTo>
                    <a:pt x="4671583" y="1318231"/>
                  </a:lnTo>
                  <a:lnTo>
                    <a:pt x="4671919" y="1320051"/>
                  </a:lnTo>
                  <a:lnTo>
                    <a:pt x="4672256" y="1321559"/>
                  </a:lnTo>
                  <a:lnTo>
                    <a:pt x="4672592" y="1322678"/>
                  </a:lnTo>
                  <a:lnTo>
                    <a:pt x="4672929" y="1323686"/>
                  </a:lnTo>
                  <a:lnTo>
                    <a:pt x="4673265" y="1324462"/>
                  </a:lnTo>
                  <a:lnTo>
                    <a:pt x="4673602" y="1325861"/>
                  </a:lnTo>
                  <a:lnTo>
                    <a:pt x="4673938" y="1328447"/>
                  </a:lnTo>
                  <a:lnTo>
                    <a:pt x="4674275" y="1331658"/>
                  </a:lnTo>
                  <a:lnTo>
                    <a:pt x="4674611" y="1335515"/>
                  </a:lnTo>
                  <a:lnTo>
                    <a:pt x="4674948" y="1339264"/>
                  </a:lnTo>
                  <a:lnTo>
                    <a:pt x="4675284" y="1342862"/>
                  </a:lnTo>
                  <a:lnTo>
                    <a:pt x="4675620" y="1346753"/>
                  </a:lnTo>
                  <a:lnTo>
                    <a:pt x="4675957" y="1349314"/>
                  </a:lnTo>
                  <a:lnTo>
                    <a:pt x="4676293" y="1352348"/>
                  </a:lnTo>
                  <a:lnTo>
                    <a:pt x="4676630" y="1355464"/>
                  </a:lnTo>
                  <a:lnTo>
                    <a:pt x="4676966" y="1358856"/>
                  </a:lnTo>
                  <a:lnTo>
                    <a:pt x="4677303" y="1361301"/>
                  </a:lnTo>
                  <a:lnTo>
                    <a:pt x="4677639" y="1364159"/>
                  </a:lnTo>
                  <a:lnTo>
                    <a:pt x="4677976" y="1368397"/>
                  </a:lnTo>
                  <a:lnTo>
                    <a:pt x="4678312" y="1373057"/>
                  </a:lnTo>
                  <a:lnTo>
                    <a:pt x="4678649" y="1377762"/>
                  </a:lnTo>
                  <a:lnTo>
                    <a:pt x="4678985" y="1382355"/>
                  </a:lnTo>
                  <a:lnTo>
                    <a:pt x="4679322" y="1386762"/>
                  </a:lnTo>
                  <a:lnTo>
                    <a:pt x="4679658" y="1391708"/>
                  </a:lnTo>
                  <a:lnTo>
                    <a:pt x="4679994" y="1397255"/>
                  </a:lnTo>
                  <a:lnTo>
                    <a:pt x="4680331" y="1403737"/>
                  </a:lnTo>
                  <a:lnTo>
                    <a:pt x="4680667" y="1411523"/>
                  </a:lnTo>
                  <a:lnTo>
                    <a:pt x="4681004" y="1419730"/>
                  </a:lnTo>
                  <a:lnTo>
                    <a:pt x="4681340" y="1428777"/>
                  </a:lnTo>
                  <a:lnTo>
                    <a:pt x="4681677" y="1439884"/>
                  </a:lnTo>
                  <a:lnTo>
                    <a:pt x="4682013" y="1450761"/>
                  </a:lnTo>
                  <a:lnTo>
                    <a:pt x="4682350" y="1461144"/>
                  </a:lnTo>
                  <a:lnTo>
                    <a:pt x="4682686" y="1470540"/>
                  </a:lnTo>
                  <a:lnTo>
                    <a:pt x="4683023" y="1479386"/>
                  </a:lnTo>
                  <a:lnTo>
                    <a:pt x="4683359" y="1487492"/>
                  </a:lnTo>
                  <a:lnTo>
                    <a:pt x="4683695" y="1495208"/>
                  </a:lnTo>
                  <a:lnTo>
                    <a:pt x="4684032" y="1500773"/>
                  </a:lnTo>
                  <a:lnTo>
                    <a:pt x="4684368" y="1506148"/>
                  </a:lnTo>
                  <a:lnTo>
                    <a:pt x="4684705" y="1510471"/>
                  </a:lnTo>
                  <a:lnTo>
                    <a:pt x="4685041" y="1513223"/>
                  </a:lnTo>
                  <a:lnTo>
                    <a:pt x="4685378" y="1514651"/>
                  </a:lnTo>
                  <a:lnTo>
                    <a:pt x="4685714" y="1516791"/>
                  </a:lnTo>
                  <a:lnTo>
                    <a:pt x="4686051" y="1518222"/>
                  </a:lnTo>
                  <a:lnTo>
                    <a:pt x="4686387" y="1519341"/>
                  </a:lnTo>
                  <a:lnTo>
                    <a:pt x="4686724" y="1520183"/>
                  </a:lnTo>
                  <a:lnTo>
                    <a:pt x="4687060" y="1521359"/>
                  </a:lnTo>
                  <a:lnTo>
                    <a:pt x="4687397" y="1522299"/>
                  </a:lnTo>
                  <a:lnTo>
                    <a:pt x="4687733" y="1522913"/>
                  </a:lnTo>
                  <a:lnTo>
                    <a:pt x="4688069" y="1523044"/>
                  </a:lnTo>
                  <a:lnTo>
                    <a:pt x="4688406" y="1523116"/>
                  </a:lnTo>
                  <a:lnTo>
                    <a:pt x="4688742" y="1526795"/>
                  </a:lnTo>
                  <a:lnTo>
                    <a:pt x="4689079" y="1529103"/>
                  </a:lnTo>
                  <a:lnTo>
                    <a:pt x="4689415" y="1530838"/>
                  </a:lnTo>
                  <a:lnTo>
                    <a:pt x="4689752" y="1533518"/>
                  </a:lnTo>
                  <a:lnTo>
                    <a:pt x="4690088" y="1537058"/>
                  </a:lnTo>
                  <a:lnTo>
                    <a:pt x="4690425" y="1541928"/>
                  </a:lnTo>
                  <a:lnTo>
                    <a:pt x="4690761" y="1545930"/>
                  </a:lnTo>
                  <a:lnTo>
                    <a:pt x="4691098" y="1549147"/>
                  </a:lnTo>
                  <a:lnTo>
                    <a:pt x="4691434" y="1551322"/>
                  </a:lnTo>
                  <a:lnTo>
                    <a:pt x="4691771" y="1552481"/>
                  </a:lnTo>
                  <a:lnTo>
                    <a:pt x="4692107" y="1552452"/>
                  </a:lnTo>
                  <a:lnTo>
                    <a:pt x="4692443" y="1552004"/>
                  </a:lnTo>
                  <a:lnTo>
                    <a:pt x="4692780" y="1551332"/>
                  </a:lnTo>
                  <a:lnTo>
                    <a:pt x="4693116" y="1550254"/>
                  </a:lnTo>
                  <a:lnTo>
                    <a:pt x="4693453" y="1549119"/>
                  </a:lnTo>
                  <a:lnTo>
                    <a:pt x="4693789" y="1547823"/>
                  </a:lnTo>
                  <a:lnTo>
                    <a:pt x="4694126" y="1546506"/>
                  </a:lnTo>
                  <a:lnTo>
                    <a:pt x="4694462" y="1545503"/>
                  </a:lnTo>
                  <a:lnTo>
                    <a:pt x="4694799" y="1545314"/>
                  </a:lnTo>
                  <a:lnTo>
                    <a:pt x="4695135" y="1544850"/>
                  </a:lnTo>
                  <a:lnTo>
                    <a:pt x="4695472" y="1544848"/>
                  </a:lnTo>
                  <a:lnTo>
                    <a:pt x="4695808" y="1545340"/>
                  </a:lnTo>
                  <a:lnTo>
                    <a:pt x="4696145" y="1546949"/>
                  </a:lnTo>
                  <a:lnTo>
                    <a:pt x="4696481" y="1549886"/>
                  </a:lnTo>
                  <a:lnTo>
                    <a:pt x="4696817" y="1554002"/>
                  </a:lnTo>
                  <a:lnTo>
                    <a:pt x="4697154" y="1558432"/>
                  </a:lnTo>
                  <a:lnTo>
                    <a:pt x="4697490" y="1563191"/>
                  </a:lnTo>
                  <a:lnTo>
                    <a:pt x="4697827" y="1568744"/>
                  </a:lnTo>
                  <a:lnTo>
                    <a:pt x="4698163" y="1574258"/>
                  </a:lnTo>
                  <a:lnTo>
                    <a:pt x="4698500" y="1579017"/>
                  </a:lnTo>
                  <a:lnTo>
                    <a:pt x="4698836" y="1583858"/>
                  </a:lnTo>
                  <a:lnTo>
                    <a:pt x="4699173" y="1589399"/>
                  </a:lnTo>
                  <a:lnTo>
                    <a:pt x="4699509" y="1596264"/>
                  </a:lnTo>
                  <a:lnTo>
                    <a:pt x="4699846" y="1603211"/>
                  </a:lnTo>
                  <a:lnTo>
                    <a:pt x="4700182" y="1610235"/>
                  </a:lnTo>
                  <a:lnTo>
                    <a:pt x="4700519" y="1617471"/>
                  </a:lnTo>
                  <a:lnTo>
                    <a:pt x="4700855" y="1624956"/>
                  </a:lnTo>
                  <a:lnTo>
                    <a:pt x="4701191" y="1632448"/>
                  </a:lnTo>
                  <a:lnTo>
                    <a:pt x="4701528" y="1643819"/>
                  </a:lnTo>
                  <a:lnTo>
                    <a:pt x="4701864" y="1654828"/>
                  </a:lnTo>
                  <a:lnTo>
                    <a:pt x="4702201" y="1665894"/>
                  </a:lnTo>
                  <a:lnTo>
                    <a:pt x="4702537" y="1676299"/>
                  </a:lnTo>
                  <a:lnTo>
                    <a:pt x="4702874" y="1685045"/>
                  </a:lnTo>
                  <a:lnTo>
                    <a:pt x="4703210" y="1694821"/>
                  </a:lnTo>
                  <a:lnTo>
                    <a:pt x="4703547" y="1705364"/>
                  </a:lnTo>
                  <a:lnTo>
                    <a:pt x="4703883" y="1714023"/>
                  </a:lnTo>
                  <a:lnTo>
                    <a:pt x="4704220" y="1721436"/>
                  </a:lnTo>
                  <a:lnTo>
                    <a:pt x="4704556" y="1724596"/>
                  </a:lnTo>
                  <a:lnTo>
                    <a:pt x="4704893" y="1727984"/>
                  </a:lnTo>
                  <a:lnTo>
                    <a:pt x="4705229" y="1731877"/>
                  </a:lnTo>
                  <a:lnTo>
                    <a:pt x="4705565" y="1734237"/>
                  </a:lnTo>
                  <a:lnTo>
                    <a:pt x="4705902" y="1736164"/>
                  </a:lnTo>
                  <a:lnTo>
                    <a:pt x="4706238" y="1739061"/>
                  </a:lnTo>
                  <a:lnTo>
                    <a:pt x="4706575" y="1741010"/>
                  </a:lnTo>
                  <a:lnTo>
                    <a:pt x="4706911" y="1743930"/>
                  </a:lnTo>
                  <a:lnTo>
                    <a:pt x="4707248" y="1746186"/>
                  </a:lnTo>
                  <a:lnTo>
                    <a:pt x="4707584" y="1748976"/>
                  </a:lnTo>
                  <a:lnTo>
                    <a:pt x="4707921" y="1751960"/>
                  </a:lnTo>
                  <a:lnTo>
                    <a:pt x="4708257" y="1755380"/>
                  </a:lnTo>
                  <a:lnTo>
                    <a:pt x="4708594" y="1759212"/>
                  </a:lnTo>
                  <a:lnTo>
                    <a:pt x="4708930" y="1763850"/>
                  </a:lnTo>
                  <a:lnTo>
                    <a:pt x="4709267" y="1769347"/>
                  </a:lnTo>
                  <a:lnTo>
                    <a:pt x="4709603" y="1775028"/>
                  </a:lnTo>
                  <a:lnTo>
                    <a:pt x="4709939" y="1781385"/>
                  </a:lnTo>
                  <a:lnTo>
                    <a:pt x="4710276" y="1787766"/>
                  </a:lnTo>
                  <a:lnTo>
                    <a:pt x="4710612" y="1794120"/>
                  </a:lnTo>
                  <a:lnTo>
                    <a:pt x="4710949" y="1799876"/>
                  </a:lnTo>
                  <a:lnTo>
                    <a:pt x="4711285" y="1805751"/>
                  </a:lnTo>
                  <a:lnTo>
                    <a:pt x="4711622" y="1811743"/>
                  </a:lnTo>
                  <a:lnTo>
                    <a:pt x="4711958" y="1818732"/>
                  </a:lnTo>
                  <a:lnTo>
                    <a:pt x="4712295" y="1825886"/>
                  </a:lnTo>
                  <a:lnTo>
                    <a:pt x="4712631" y="1833122"/>
                  </a:lnTo>
                  <a:lnTo>
                    <a:pt x="4712968" y="1841394"/>
                  </a:lnTo>
                  <a:lnTo>
                    <a:pt x="4713304" y="1848882"/>
                  </a:lnTo>
                  <a:lnTo>
                    <a:pt x="4713641" y="1854719"/>
                  </a:lnTo>
                  <a:lnTo>
                    <a:pt x="4713977" y="1862055"/>
                  </a:lnTo>
                  <a:lnTo>
                    <a:pt x="4714313" y="1867256"/>
                  </a:lnTo>
                  <a:lnTo>
                    <a:pt x="4714650" y="1872685"/>
                  </a:lnTo>
                  <a:lnTo>
                    <a:pt x="4714986" y="1878744"/>
                  </a:lnTo>
                  <a:lnTo>
                    <a:pt x="4715323" y="1884425"/>
                  </a:lnTo>
                  <a:lnTo>
                    <a:pt x="4715659" y="1890318"/>
                  </a:lnTo>
                  <a:lnTo>
                    <a:pt x="4715996" y="1894713"/>
                  </a:lnTo>
                  <a:lnTo>
                    <a:pt x="4716332" y="1897600"/>
                  </a:lnTo>
                  <a:lnTo>
                    <a:pt x="4716669" y="1899731"/>
                  </a:lnTo>
                  <a:lnTo>
                    <a:pt x="4717005" y="1901347"/>
                  </a:lnTo>
                  <a:lnTo>
                    <a:pt x="4717342" y="1901754"/>
                  </a:lnTo>
                  <a:lnTo>
                    <a:pt x="4717678" y="1901990"/>
                  </a:lnTo>
                  <a:lnTo>
                    <a:pt x="4718014" y="1901913"/>
                  </a:lnTo>
                  <a:lnTo>
                    <a:pt x="4718351" y="1901731"/>
                  </a:lnTo>
                  <a:lnTo>
                    <a:pt x="4718687" y="1901151"/>
                  </a:lnTo>
                  <a:lnTo>
                    <a:pt x="4719024" y="1900493"/>
                  </a:lnTo>
                  <a:lnTo>
                    <a:pt x="4719360" y="1899739"/>
                  </a:lnTo>
                  <a:lnTo>
                    <a:pt x="4719697" y="1898009"/>
                  </a:lnTo>
                  <a:lnTo>
                    <a:pt x="4720033" y="1895681"/>
                  </a:lnTo>
                  <a:lnTo>
                    <a:pt x="4720370" y="1892655"/>
                  </a:lnTo>
                  <a:lnTo>
                    <a:pt x="4720706" y="1888614"/>
                  </a:lnTo>
                  <a:lnTo>
                    <a:pt x="4721043" y="1885089"/>
                  </a:lnTo>
                  <a:lnTo>
                    <a:pt x="4721379" y="1881932"/>
                  </a:lnTo>
                  <a:lnTo>
                    <a:pt x="4721716" y="1879560"/>
                  </a:lnTo>
                  <a:lnTo>
                    <a:pt x="4722052" y="1876595"/>
                  </a:lnTo>
                  <a:lnTo>
                    <a:pt x="4722388" y="1873246"/>
                  </a:lnTo>
                  <a:lnTo>
                    <a:pt x="4722725" y="1868721"/>
                  </a:lnTo>
                  <a:lnTo>
                    <a:pt x="4723061" y="1863295"/>
                  </a:lnTo>
                  <a:lnTo>
                    <a:pt x="4723398" y="1857404"/>
                  </a:lnTo>
                  <a:lnTo>
                    <a:pt x="4723734" y="1850950"/>
                  </a:lnTo>
                  <a:lnTo>
                    <a:pt x="4724071" y="1845433"/>
                  </a:lnTo>
                  <a:lnTo>
                    <a:pt x="4724407" y="1840202"/>
                  </a:lnTo>
                  <a:lnTo>
                    <a:pt x="4724744" y="1836805"/>
                  </a:lnTo>
                  <a:lnTo>
                    <a:pt x="4725080" y="1835317"/>
                  </a:lnTo>
                  <a:lnTo>
                    <a:pt x="4725417" y="1833867"/>
                  </a:lnTo>
                  <a:lnTo>
                    <a:pt x="4725753" y="1832938"/>
                  </a:lnTo>
                  <a:lnTo>
                    <a:pt x="4726090" y="1831591"/>
                  </a:lnTo>
                  <a:lnTo>
                    <a:pt x="4726426" y="1830297"/>
                  </a:lnTo>
                  <a:lnTo>
                    <a:pt x="4726762" y="1828243"/>
                  </a:lnTo>
                  <a:lnTo>
                    <a:pt x="4727099" y="1825506"/>
                  </a:lnTo>
                  <a:lnTo>
                    <a:pt x="4727435" y="1822807"/>
                  </a:lnTo>
                  <a:lnTo>
                    <a:pt x="4727772" y="1821157"/>
                  </a:lnTo>
                  <a:lnTo>
                    <a:pt x="4728108" y="1820041"/>
                  </a:lnTo>
                  <a:lnTo>
                    <a:pt x="4728445" y="1818574"/>
                  </a:lnTo>
                  <a:lnTo>
                    <a:pt x="4728781" y="1816643"/>
                  </a:lnTo>
                  <a:lnTo>
                    <a:pt x="4729118" y="1814379"/>
                  </a:lnTo>
                  <a:lnTo>
                    <a:pt x="4729454" y="1812307"/>
                  </a:lnTo>
                  <a:lnTo>
                    <a:pt x="4729791" y="1810450"/>
                  </a:lnTo>
                  <a:lnTo>
                    <a:pt x="4730127" y="1808234"/>
                  </a:lnTo>
                  <a:lnTo>
                    <a:pt x="4730464" y="1805983"/>
                  </a:lnTo>
                  <a:lnTo>
                    <a:pt x="4730800" y="1803936"/>
                  </a:lnTo>
                  <a:lnTo>
                    <a:pt x="4731136" y="1802602"/>
                  </a:lnTo>
                  <a:lnTo>
                    <a:pt x="4731473" y="1802387"/>
                  </a:lnTo>
                  <a:lnTo>
                    <a:pt x="4731809" y="1802280"/>
                  </a:lnTo>
                  <a:lnTo>
                    <a:pt x="4732146" y="1801707"/>
                  </a:lnTo>
                  <a:lnTo>
                    <a:pt x="4732482" y="1800911"/>
                  </a:lnTo>
                  <a:lnTo>
                    <a:pt x="4732819" y="1800296"/>
                  </a:lnTo>
                  <a:lnTo>
                    <a:pt x="4733155" y="1800014"/>
                  </a:lnTo>
                  <a:lnTo>
                    <a:pt x="4733492" y="1799858"/>
                  </a:lnTo>
                  <a:lnTo>
                    <a:pt x="4733828" y="1799987"/>
                  </a:lnTo>
                  <a:lnTo>
                    <a:pt x="4734165" y="1800429"/>
                  </a:lnTo>
                  <a:lnTo>
                    <a:pt x="4734501" y="1799996"/>
                  </a:lnTo>
                  <a:lnTo>
                    <a:pt x="4734838" y="1799401"/>
                  </a:lnTo>
                  <a:lnTo>
                    <a:pt x="4735174" y="1798668"/>
                  </a:lnTo>
                  <a:lnTo>
                    <a:pt x="4735510" y="1797393"/>
                  </a:lnTo>
                  <a:lnTo>
                    <a:pt x="4735847" y="1796236"/>
                  </a:lnTo>
                  <a:lnTo>
                    <a:pt x="4736183" y="1794546"/>
                  </a:lnTo>
                  <a:lnTo>
                    <a:pt x="4736520" y="1792518"/>
                  </a:lnTo>
                  <a:lnTo>
                    <a:pt x="4736856" y="1790865"/>
                  </a:lnTo>
                  <a:lnTo>
                    <a:pt x="4737193" y="1789752"/>
                  </a:lnTo>
                  <a:lnTo>
                    <a:pt x="4737529" y="1789163"/>
                  </a:lnTo>
                  <a:lnTo>
                    <a:pt x="4737866" y="1788222"/>
                  </a:lnTo>
                  <a:lnTo>
                    <a:pt x="4738202" y="1786583"/>
                  </a:lnTo>
                  <a:lnTo>
                    <a:pt x="4738539" y="1784032"/>
                  </a:lnTo>
                  <a:lnTo>
                    <a:pt x="4738875" y="1779665"/>
                  </a:lnTo>
                  <a:lnTo>
                    <a:pt x="4739212" y="1775058"/>
                  </a:lnTo>
                  <a:lnTo>
                    <a:pt x="4739548" y="1770051"/>
                  </a:lnTo>
                  <a:lnTo>
                    <a:pt x="4739884" y="1763752"/>
                  </a:lnTo>
                  <a:lnTo>
                    <a:pt x="4740221" y="1756329"/>
                  </a:lnTo>
                  <a:lnTo>
                    <a:pt x="4740557" y="1748691"/>
                  </a:lnTo>
                  <a:lnTo>
                    <a:pt x="4740894" y="1740948"/>
                  </a:lnTo>
                  <a:lnTo>
                    <a:pt x="4741230" y="1733061"/>
                  </a:lnTo>
                  <a:lnTo>
                    <a:pt x="4741567" y="1724504"/>
                  </a:lnTo>
                  <a:lnTo>
                    <a:pt x="4741903" y="1715453"/>
                  </a:lnTo>
                  <a:lnTo>
                    <a:pt x="4742240" y="1705705"/>
                  </a:lnTo>
                  <a:lnTo>
                    <a:pt x="4742576" y="1695016"/>
                  </a:lnTo>
                  <a:lnTo>
                    <a:pt x="4742913" y="1683819"/>
                  </a:lnTo>
                  <a:lnTo>
                    <a:pt x="4743249" y="1672275"/>
                  </a:lnTo>
                  <a:lnTo>
                    <a:pt x="4743586" y="1661089"/>
                  </a:lnTo>
                  <a:lnTo>
                    <a:pt x="4743922" y="1650673"/>
                  </a:lnTo>
                  <a:lnTo>
                    <a:pt x="4744258" y="1640643"/>
                  </a:lnTo>
                  <a:lnTo>
                    <a:pt x="4744595" y="1631308"/>
                  </a:lnTo>
                  <a:lnTo>
                    <a:pt x="4744931" y="1623754"/>
                  </a:lnTo>
                  <a:lnTo>
                    <a:pt x="4745268" y="1616402"/>
                  </a:lnTo>
                  <a:lnTo>
                    <a:pt x="4745604" y="1609075"/>
                  </a:lnTo>
                  <a:lnTo>
                    <a:pt x="4745941" y="1602076"/>
                  </a:lnTo>
                  <a:lnTo>
                    <a:pt x="4746277" y="1595343"/>
                  </a:lnTo>
                  <a:lnTo>
                    <a:pt x="4746614" y="1589774"/>
                  </a:lnTo>
                  <a:lnTo>
                    <a:pt x="4746950" y="1585240"/>
                  </a:lnTo>
                  <a:lnTo>
                    <a:pt x="4747287" y="1581282"/>
                  </a:lnTo>
                  <a:lnTo>
                    <a:pt x="4747623" y="1577931"/>
                  </a:lnTo>
                  <a:lnTo>
                    <a:pt x="4747960" y="1574852"/>
                  </a:lnTo>
                  <a:lnTo>
                    <a:pt x="4748296" y="1571654"/>
                  </a:lnTo>
                  <a:lnTo>
                    <a:pt x="4748632" y="1568853"/>
                  </a:lnTo>
                  <a:lnTo>
                    <a:pt x="4748969" y="1566445"/>
                  </a:lnTo>
                  <a:lnTo>
                    <a:pt x="4749305" y="1563468"/>
                  </a:lnTo>
                  <a:lnTo>
                    <a:pt x="4749642" y="1560457"/>
                  </a:lnTo>
                  <a:lnTo>
                    <a:pt x="4749978" y="1557562"/>
                  </a:lnTo>
                  <a:lnTo>
                    <a:pt x="4750315" y="1555436"/>
                  </a:lnTo>
                  <a:lnTo>
                    <a:pt x="4750651" y="1554703"/>
                  </a:lnTo>
                  <a:lnTo>
                    <a:pt x="4750988" y="1554516"/>
                  </a:lnTo>
                  <a:lnTo>
                    <a:pt x="4751324" y="1555170"/>
                  </a:lnTo>
                  <a:lnTo>
                    <a:pt x="4751661" y="1556966"/>
                  </a:lnTo>
                  <a:lnTo>
                    <a:pt x="4751997" y="1559775"/>
                  </a:lnTo>
                  <a:lnTo>
                    <a:pt x="4752333" y="1563920"/>
                  </a:lnTo>
                  <a:lnTo>
                    <a:pt x="4752670" y="1569546"/>
                  </a:lnTo>
                  <a:lnTo>
                    <a:pt x="4753006" y="1574434"/>
                  </a:lnTo>
                  <a:lnTo>
                    <a:pt x="4753343" y="1579946"/>
                  </a:lnTo>
                  <a:lnTo>
                    <a:pt x="4753679" y="1585469"/>
                  </a:lnTo>
                  <a:lnTo>
                    <a:pt x="4754016" y="1591724"/>
                  </a:lnTo>
                  <a:lnTo>
                    <a:pt x="4754352" y="1598413"/>
                  </a:lnTo>
                  <a:lnTo>
                    <a:pt x="4754689" y="1604738"/>
                  </a:lnTo>
                  <a:lnTo>
                    <a:pt x="4755025" y="1610628"/>
                  </a:lnTo>
                  <a:lnTo>
                    <a:pt x="4755362" y="1615893"/>
                  </a:lnTo>
                  <a:lnTo>
                    <a:pt x="4755698" y="1620137"/>
                  </a:lnTo>
                  <a:lnTo>
                    <a:pt x="4756035" y="1622706"/>
                  </a:lnTo>
                  <a:lnTo>
                    <a:pt x="4756371" y="1625028"/>
                  </a:lnTo>
                  <a:lnTo>
                    <a:pt x="4756707" y="1625731"/>
                  </a:lnTo>
                  <a:lnTo>
                    <a:pt x="4757044" y="1624200"/>
                  </a:lnTo>
                  <a:lnTo>
                    <a:pt x="4757380" y="1622670"/>
                  </a:lnTo>
                  <a:lnTo>
                    <a:pt x="4757717" y="1620324"/>
                  </a:lnTo>
                  <a:lnTo>
                    <a:pt x="4758053" y="1617477"/>
                  </a:lnTo>
                  <a:lnTo>
                    <a:pt x="4758390" y="1614597"/>
                  </a:lnTo>
                  <a:lnTo>
                    <a:pt x="4758726" y="1611804"/>
                  </a:lnTo>
                  <a:lnTo>
                    <a:pt x="4759063" y="1609248"/>
                  </a:lnTo>
                  <a:lnTo>
                    <a:pt x="4759399" y="1606918"/>
                  </a:lnTo>
                  <a:lnTo>
                    <a:pt x="4759736" y="1605056"/>
                  </a:lnTo>
                  <a:lnTo>
                    <a:pt x="4760072" y="1603687"/>
                  </a:lnTo>
                  <a:lnTo>
                    <a:pt x="4760409" y="1603153"/>
                  </a:lnTo>
                  <a:lnTo>
                    <a:pt x="4760745" y="1603245"/>
                  </a:lnTo>
                  <a:lnTo>
                    <a:pt x="4761081" y="1603529"/>
                  </a:lnTo>
                  <a:lnTo>
                    <a:pt x="4761418" y="1604010"/>
                  </a:lnTo>
                  <a:lnTo>
                    <a:pt x="4761754" y="1604882"/>
                  </a:lnTo>
                  <a:lnTo>
                    <a:pt x="4762091" y="1605726"/>
                  </a:lnTo>
                  <a:lnTo>
                    <a:pt x="4762427" y="1606703"/>
                  </a:lnTo>
                  <a:lnTo>
                    <a:pt x="4762764" y="1607880"/>
                  </a:lnTo>
                  <a:lnTo>
                    <a:pt x="4763100" y="1608612"/>
                  </a:lnTo>
                  <a:lnTo>
                    <a:pt x="4763437" y="1609243"/>
                  </a:lnTo>
                  <a:lnTo>
                    <a:pt x="4763773" y="1609450"/>
                  </a:lnTo>
                  <a:lnTo>
                    <a:pt x="4764110" y="1609665"/>
                  </a:lnTo>
                  <a:lnTo>
                    <a:pt x="4764446" y="1610497"/>
                  </a:lnTo>
                  <a:lnTo>
                    <a:pt x="4764783" y="1611565"/>
                  </a:lnTo>
                  <a:lnTo>
                    <a:pt x="4765119" y="1612234"/>
                  </a:lnTo>
                  <a:lnTo>
                    <a:pt x="4765455" y="1612923"/>
                  </a:lnTo>
                  <a:lnTo>
                    <a:pt x="4765792" y="1613469"/>
                  </a:lnTo>
                  <a:lnTo>
                    <a:pt x="4766128" y="1613320"/>
                  </a:lnTo>
                  <a:lnTo>
                    <a:pt x="4766465" y="1613000"/>
                  </a:lnTo>
                  <a:lnTo>
                    <a:pt x="4766801" y="1611776"/>
                  </a:lnTo>
                  <a:lnTo>
                    <a:pt x="4767138" y="1610704"/>
                  </a:lnTo>
                  <a:lnTo>
                    <a:pt x="4767474" y="1610256"/>
                  </a:lnTo>
                  <a:lnTo>
                    <a:pt x="4767811" y="1610627"/>
                  </a:lnTo>
                  <a:lnTo>
                    <a:pt x="4768147" y="1611236"/>
                  </a:lnTo>
                  <a:lnTo>
                    <a:pt x="4768484" y="1611977"/>
                  </a:lnTo>
                  <a:lnTo>
                    <a:pt x="4768820" y="1612683"/>
                  </a:lnTo>
                  <a:lnTo>
                    <a:pt x="4769157" y="1612399"/>
                  </a:lnTo>
                  <a:lnTo>
                    <a:pt x="4769493" y="1611370"/>
                  </a:lnTo>
                  <a:lnTo>
                    <a:pt x="4769829" y="1610197"/>
                  </a:lnTo>
                  <a:lnTo>
                    <a:pt x="4770166" y="1609792"/>
                  </a:lnTo>
                  <a:lnTo>
                    <a:pt x="4770502" y="1609111"/>
                  </a:lnTo>
                  <a:lnTo>
                    <a:pt x="4770839" y="1609330"/>
                  </a:lnTo>
                  <a:lnTo>
                    <a:pt x="4771175" y="1612346"/>
                  </a:lnTo>
                  <a:lnTo>
                    <a:pt x="4771512" y="1616572"/>
                  </a:lnTo>
                  <a:lnTo>
                    <a:pt x="4771848" y="1621364"/>
                  </a:lnTo>
                  <a:lnTo>
                    <a:pt x="4772185" y="1625704"/>
                  </a:lnTo>
                  <a:lnTo>
                    <a:pt x="4772521" y="1629233"/>
                  </a:lnTo>
                  <a:lnTo>
                    <a:pt x="4772858" y="1633235"/>
                  </a:lnTo>
                  <a:lnTo>
                    <a:pt x="4773194" y="1635800"/>
                  </a:lnTo>
                  <a:lnTo>
                    <a:pt x="4773531" y="1637696"/>
                  </a:lnTo>
                  <a:lnTo>
                    <a:pt x="4773867" y="1639068"/>
                  </a:lnTo>
                  <a:lnTo>
                    <a:pt x="4774203" y="1640261"/>
                  </a:lnTo>
                  <a:lnTo>
                    <a:pt x="4774540" y="1641755"/>
                  </a:lnTo>
                  <a:lnTo>
                    <a:pt x="4774876" y="1643056"/>
                  </a:lnTo>
                  <a:lnTo>
                    <a:pt x="4775213" y="1643925"/>
                  </a:lnTo>
                  <a:lnTo>
                    <a:pt x="4775549" y="1644004"/>
                  </a:lnTo>
                  <a:lnTo>
                    <a:pt x="4775886" y="1643049"/>
                  </a:lnTo>
                  <a:lnTo>
                    <a:pt x="4776222" y="1641080"/>
                  </a:lnTo>
                  <a:lnTo>
                    <a:pt x="4776559" y="1637596"/>
                  </a:lnTo>
                  <a:lnTo>
                    <a:pt x="4776895" y="1633278"/>
                  </a:lnTo>
                  <a:lnTo>
                    <a:pt x="4777232" y="1627847"/>
                  </a:lnTo>
                  <a:lnTo>
                    <a:pt x="4777568" y="1621970"/>
                  </a:lnTo>
                  <a:lnTo>
                    <a:pt x="4777905" y="1616115"/>
                  </a:lnTo>
                  <a:lnTo>
                    <a:pt x="4778241" y="1609764"/>
                  </a:lnTo>
                  <a:lnTo>
                    <a:pt x="4778577" y="1602716"/>
                  </a:lnTo>
                  <a:lnTo>
                    <a:pt x="4778914" y="1594705"/>
                  </a:lnTo>
                  <a:lnTo>
                    <a:pt x="4779250" y="1585179"/>
                  </a:lnTo>
                  <a:lnTo>
                    <a:pt x="4779587" y="1574855"/>
                  </a:lnTo>
                  <a:lnTo>
                    <a:pt x="4779923" y="1563921"/>
                  </a:lnTo>
                  <a:lnTo>
                    <a:pt x="4780260" y="1552850"/>
                  </a:lnTo>
                  <a:lnTo>
                    <a:pt x="4780596" y="1542475"/>
                  </a:lnTo>
                  <a:lnTo>
                    <a:pt x="4780933" y="1532446"/>
                  </a:lnTo>
                  <a:lnTo>
                    <a:pt x="4781269" y="1522568"/>
                  </a:lnTo>
                  <a:lnTo>
                    <a:pt x="4781606" y="1513127"/>
                  </a:lnTo>
                  <a:lnTo>
                    <a:pt x="4781942" y="1503486"/>
                  </a:lnTo>
                  <a:lnTo>
                    <a:pt x="4782279" y="1493924"/>
                  </a:lnTo>
                  <a:lnTo>
                    <a:pt x="4782615" y="1483959"/>
                  </a:lnTo>
                  <a:lnTo>
                    <a:pt x="4782951" y="1474196"/>
                  </a:lnTo>
                  <a:lnTo>
                    <a:pt x="4783288" y="1465697"/>
                  </a:lnTo>
                  <a:lnTo>
                    <a:pt x="4783624" y="1458383"/>
                  </a:lnTo>
                  <a:lnTo>
                    <a:pt x="4783961" y="1452707"/>
                  </a:lnTo>
                  <a:lnTo>
                    <a:pt x="4784297" y="1449245"/>
                  </a:lnTo>
                  <a:lnTo>
                    <a:pt x="4784634" y="1447578"/>
                  </a:lnTo>
                  <a:lnTo>
                    <a:pt x="4784970" y="1446924"/>
                  </a:lnTo>
                  <a:lnTo>
                    <a:pt x="4785307" y="1446938"/>
                  </a:lnTo>
                  <a:lnTo>
                    <a:pt x="4785643" y="1446903"/>
                  </a:lnTo>
                  <a:lnTo>
                    <a:pt x="4785980" y="1446823"/>
                  </a:lnTo>
                  <a:lnTo>
                    <a:pt x="4786316" y="1446910"/>
                  </a:lnTo>
                  <a:lnTo>
                    <a:pt x="4786652" y="1447872"/>
                  </a:lnTo>
                  <a:lnTo>
                    <a:pt x="4786989" y="1450243"/>
                  </a:lnTo>
                  <a:lnTo>
                    <a:pt x="4787325" y="1453965"/>
                  </a:lnTo>
                  <a:lnTo>
                    <a:pt x="4787662" y="1459094"/>
                  </a:lnTo>
                  <a:lnTo>
                    <a:pt x="4787998" y="1465359"/>
                  </a:lnTo>
                  <a:lnTo>
                    <a:pt x="4788335" y="1471717"/>
                  </a:lnTo>
                  <a:lnTo>
                    <a:pt x="4788671" y="1478169"/>
                  </a:lnTo>
                  <a:lnTo>
                    <a:pt x="4789008" y="1483974"/>
                  </a:lnTo>
                  <a:lnTo>
                    <a:pt x="4789344" y="1489477"/>
                  </a:lnTo>
                  <a:lnTo>
                    <a:pt x="4789681" y="1494930"/>
                  </a:lnTo>
                  <a:lnTo>
                    <a:pt x="4790017" y="1501202"/>
                  </a:lnTo>
                  <a:lnTo>
                    <a:pt x="4790354" y="1508515"/>
                  </a:lnTo>
                  <a:lnTo>
                    <a:pt x="4790690" y="1516583"/>
                  </a:lnTo>
                  <a:lnTo>
                    <a:pt x="4791026" y="1524795"/>
                  </a:lnTo>
                  <a:lnTo>
                    <a:pt x="4791363" y="1532827"/>
                  </a:lnTo>
                  <a:lnTo>
                    <a:pt x="4791699" y="1540105"/>
                  </a:lnTo>
                  <a:lnTo>
                    <a:pt x="4792036" y="1546585"/>
                  </a:lnTo>
                  <a:lnTo>
                    <a:pt x="4792372" y="1551959"/>
                  </a:lnTo>
                  <a:lnTo>
                    <a:pt x="4792709" y="1556463"/>
                  </a:lnTo>
                  <a:lnTo>
                    <a:pt x="4793045" y="1560070"/>
                  </a:lnTo>
                  <a:lnTo>
                    <a:pt x="4793382" y="1563554"/>
                  </a:lnTo>
                  <a:lnTo>
                    <a:pt x="4793718" y="1567649"/>
                  </a:lnTo>
                  <a:lnTo>
                    <a:pt x="4794055" y="1572836"/>
                  </a:lnTo>
                  <a:lnTo>
                    <a:pt x="4794391" y="1577908"/>
                  </a:lnTo>
                  <a:lnTo>
                    <a:pt x="4794728" y="1582197"/>
                  </a:lnTo>
                  <a:lnTo>
                    <a:pt x="4795064" y="1585948"/>
                  </a:lnTo>
                  <a:lnTo>
                    <a:pt x="4795400" y="1589123"/>
                  </a:lnTo>
                  <a:lnTo>
                    <a:pt x="4795737" y="1592004"/>
                  </a:lnTo>
                  <a:lnTo>
                    <a:pt x="4796073" y="1595488"/>
                  </a:lnTo>
                  <a:lnTo>
                    <a:pt x="4796410" y="1599059"/>
                  </a:lnTo>
                  <a:lnTo>
                    <a:pt x="4796746" y="1602529"/>
                  </a:lnTo>
                  <a:lnTo>
                    <a:pt x="4797083" y="1606265"/>
                  </a:lnTo>
                  <a:lnTo>
                    <a:pt x="4797419" y="1610417"/>
                  </a:lnTo>
                  <a:lnTo>
                    <a:pt x="4797756" y="1614857"/>
                  </a:lnTo>
                  <a:lnTo>
                    <a:pt x="4798092" y="1619089"/>
                  </a:lnTo>
                  <a:lnTo>
                    <a:pt x="4798429" y="1622839"/>
                  </a:lnTo>
                  <a:lnTo>
                    <a:pt x="4798765" y="1625928"/>
                  </a:lnTo>
                  <a:lnTo>
                    <a:pt x="4799102" y="1628622"/>
                  </a:lnTo>
                  <a:lnTo>
                    <a:pt x="4799438" y="1631740"/>
                  </a:lnTo>
                  <a:lnTo>
                    <a:pt x="4799774" y="1635110"/>
                  </a:lnTo>
                  <a:lnTo>
                    <a:pt x="4800111" y="1638336"/>
                  </a:lnTo>
                  <a:lnTo>
                    <a:pt x="4800447" y="1641296"/>
                  </a:lnTo>
                  <a:lnTo>
                    <a:pt x="4800784" y="1644119"/>
                  </a:lnTo>
                  <a:lnTo>
                    <a:pt x="4801120" y="1646619"/>
                  </a:lnTo>
                  <a:lnTo>
                    <a:pt x="4801457" y="1649572"/>
                  </a:lnTo>
                  <a:lnTo>
                    <a:pt x="4801793" y="1653480"/>
                  </a:lnTo>
                  <a:lnTo>
                    <a:pt x="4802130" y="1657539"/>
                  </a:lnTo>
                  <a:lnTo>
                    <a:pt x="4802466" y="1662001"/>
                  </a:lnTo>
                  <a:lnTo>
                    <a:pt x="4802803" y="1667145"/>
                  </a:lnTo>
                  <a:lnTo>
                    <a:pt x="4803139" y="1672648"/>
                  </a:lnTo>
                  <a:lnTo>
                    <a:pt x="4803476" y="1679049"/>
                  </a:lnTo>
                  <a:lnTo>
                    <a:pt x="4803812" y="1685810"/>
                  </a:lnTo>
                  <a:lnTo>
                    <a:pt x="4804148" y="1692620"/>
                  </a:lnTo>
                  <a:lnTo>
                    <a:pt x="4804485" y="1698899"/>
                  </a:lnTo>
                  <a:lnTo>
                    <a:pt x="4804821" y="1704654"/>
                  </a:lnTo>
                  <a:lnTo>
                    <a:pt x="4805158" y="1710703"/>
                  </a:lnTo>
                  <a:lnTo>
                    <a:pt x="4805494" y="1716709"/>
                  </a:lnTo>
                  <a:lnTo>
                    <a:pt x="4805831" y="1723053"/>
                  </a:lnTo>
                  <a:lnTo>
                    <a:pt x="4806167" y="1730180"/>
                  </a:lnTo>
                  <a:lnTo>
                    <a:pt x="4806504" y="1737041"/>
                  </a:lnTo>
                  <a:lnTo>
                    <a:pt x="4806840" y="1744017"/>
                  </a:lnTo>
                  <a:lnTo>
                    <a:pt x="4807177" y="1752106"/>
                  </a:lnTo>
                  <a:lnTo>
                    <a:pt x="4807513" y="1760771"/>
                  </a:lnTo>
                  <a:lnTo>
                    <a:pt x="4807850" y="1769133"/>
                  </a:lnTo>
                  <a:lnTo>
                    <a:pt x="4808186" y="1777043"/>
                  </a:lnTo>
                  <a:lnTo>
                    <a:pt x="4808522" y="1783919"/>
                  </a:lnTo>
                  <a:lnTo>
                    <a:pt x="4808859" y="1791024"/>
                  </a:lnTo>
                  <a:lnTo>
                    <a:pt x="4809195" y="1798539"/>
                  </a:lnTo>
                  <a:lnTo>
                    <a:pt x="4809532" y="1806750"/>
                  </a:lnTo>
                  <a:lnTo>
                    <a:pt x="4809868" y="1815386"/>
                  </a:lnTo>
                  <a:lnTo>
                    <a:pt x="4810205" y="1824668"/>
                  </a:lnTo>
                  <a:lnTo>
                    <a:pt x="4810541" y="1834008"/>
                  </a:lnTo>
                  <a:lnTo>
                    <a:pt x="4810878" y="1843405"/>
                  </a:lnTo>
                  <a:lnTo>
                    <a:pt x="4811214" y="1852184"/>
                  </a:lnTo>
                  <a:lnTo>
                    <a:pt x="4811551" y="1861222"/>
                  </a:lnTo>
                  <a:lnTo>
                    <a:pt x="4811887" y="1869886"/>
                  </a:lnTo>
                  <a:lnTo>
                    <a:pt x="4812224" y="1877279"/>
                  </a:lnTo>
                  <a:lnTo>
                    <a:pt x="4812560" y="1884168"/>
                  </a:lnTo>
                  <a:lnTo>
                    <a:pt x="4812896" y="1891878"/>
                  </a:lnTo>
                  <a:lnTo>
                    <a:pt x="4813233" y="1899174"/>
                  </a:lnTo>
                  <a:lnTo>
                    <a:pt x="4813569" y="1906268"/>
                  </a:lnTo>
                  <a:lnTo>
                    <a:pt x="4813906" y="1912172"/>
                  </a:lnTo>
                  <a:lnTo>
                    <a:pt x="4814242" y="1916980"/>
                  </a:lnTo>
                  <a:lnTo>
                    <a:pt x="4814579" y="1921069"/>
                  </a:lnTo>
                  <a:lnTo>
                    <a:pt x="4814915" y="1924739"/>
                  </a:lnTo>
                  <a:lnTo>
                    <a:pt x="4815252" y="1927317"/>
                  </a:lnTo>
                  <a:lnTo>
                    <a:pt x="4815588" y="1929481"/>
                  </a:lnTo>
                  <a:lnTo>
                    <a:pt x="4815925" y="1930842"/>
                  </a:lnTo>
                  <a:lnTo>
                    <a:pt x="4816261" y="1931904"/>
                  </a:lnTo>
                  <a:lnTo>
                    <a:pt x="4816597" y="1932639"/>
                  </a:lnTo>
                  <a:lnTo>
                    <a:pt x="4816934" y="1932578"/>
                  </a:lnTo>
                  <a:lnTo>
                    <a:pt x="4817270" y="1932067"/>
                  </a:lnTo>
                  <a:lnTo>
                    <a:pt x="4817607" y="1930783"/>
                  </a:lnTo>
                  <a:lnTo>
                    <a:pt x="4817943" y="1928721"/>
                  </a:lnTo>
                  <a:lnTo>
                    <a:pt x="4818280" y="1926625"/>
                  </a:lnTo>
                  <a:lnTo>
                    <a:pt x="4818616" y="1923277"/>
                  </a:lnTo>
                  <a:lnTo>
                    <a:pt x="4818953" y="1920080"/>
                  </a:lnTo>
                  <a:lnTo>
                    <a:pt x="4819289" y="1916531"/>
                  </a:lnTo>
                  <a:lnTo>
                    <a:pt x="4819626" y="1912321"/>
                  </a:lnTo>
                  <a:lnTo>
                    <a:pt x="4819962" y="1907860"/>
                  </a:lnTo>
                  <a:lnTo>
                    <a:pt x="4820299" y="1903089"/>
                  </a:lnTo>
                  <a:lnTo>
                    <a:pt x="4820635" y="1898305"/>
                  </a:lnTo>
                  <a:lnTo>
                    <a:pt x="4820971" y="1893807"/>
                  </a:lnTo>
                  <a:lnTo>
                    <a:pt x="4821308" y="1890783"/>
                  </a:lnTo>
                  <a:lnTo>
                    <a:pt x="4821644" y="1888075"/>
                  </a:lnTo>
                  <a:lnTo>
                    <a:pt x="4821981" y="1886497"/>
                  </a:lnTo>
                  <a:lnTo>
                    <a:pt x="4822317" y="1885976"/>
                  </a:lnTo>
                  <a:lnTo>
                    <a:pt x="4822654" y="1886562"/>
                  </a:lnTo>
                  <a:lnTo>
                    <a:pt x="4822990" y="1888499"/>
                  </a:lnTo>
                  <a:lnTo>
                    <a:pt x="4823327" y="1890782"/>
                  </a:lnTo>
                  <a:lnTo>
                    <a:pt x="4823663" y="1893478"/>
                  </a:lnTo>
                  <a:lnTo>
                    <a:pt x="4824000" y="1896900"/>
                  </a:lnTo>
                  <a:lnTo>
                    <a:pt x="4824336" y="1901118"/>
                  </a:lnTo>
                  <a:lnTo>
                    <a:pt x="4824673" y="1904616"/>
                  </a:lnTo>
                  <a:lnTo>
                    <a:pt x="4825009" y="1908663"/>
                  </a:lnTo>
                  <a:lnTo>
                    <a:pt x="4825345" y="1913216"/>
                  </a:lnTo>
                  <a:lnTo>
                    <a:pt x="4825682" y="1918020"/>
                  </a:lnTo>
                  <a:lnTo>
                    <a:pt x="4826018" y="1922631"/>
                  </a:lnTo>
                  <a:lnTo>
                    <a:pt x="4826355" y="1927204"/>
                  </a:lnTo>
                  <a:lnTo>
                    <a:pt x="4826691" y="1931922"/>
                  </a:lnTo>
                  <a:lnTo>
                    <a:pt x="4827028" y="1936372"/>
                  </a:lnTo>
                  <a:lnTo>
                    <a:pt x="4827364" y="1940074"/>
                  </a:lnTo>
                  <a:lnTo>
                    <a:pt x="4827701" y="1943331"/>
                  </a:lnTo>
                  <a:lnTo>
                    <a:pt x="4828037" y="1946019"/>
                  </a:lnTo>
                  <a:lnTo>
                    <a:pt x="4828374" y="1948612"/>
                  </a:lnTo>
                  <a:lnTo>
                    <a:pt x="4828710" y="1951049"/>
                  </a:lnTo>
                  <a:lnTo>
                    <a:pt x="4829047" y="1953135"/>
                  </a:lnTo>
                  <a:lnTo>
                    <a:pt x="4829383" y="1955210"/>
                  </a:lnTo>
                  <a:lnTo>
                    <a:pt x="4829719" y="1956943"/>
                  </a:lnTo>
                  <a:lnTo>
                    <a:pt x="4830056" y="1958195"/>
                  </a:lnTo>
                  <a:lnTo>
                    <a:pt x="4830392" y="1959589"/>
                  </a:lnTo>
                  <a:lnTo>
                    <a:pt x="4830729" y="1960724"/>
                  </a:lnTo>
                  <a:lnTo>
                    <a:pt x="4831065" y="1962656"/>
                  </a:lnTo>
                  <a:lnTo>
                    <a:pt x="4831402" y="1964445"/>
                  </a:lnTo>
                  <a:lnTo>
                    <a:pt x="4831738" y="1965940"/>
                  </a:lnTo>
                  <a:lnTo>
                    <a:pt x="4832075" y="1967283"/>
                  </a:lnTo>
                  <a:lnTo>
                    <a:pt x="4832411" y="1968310"/>
                  </a:lnTo>
                  <a:lnTo>
                    <a:pt x="4832748" y="1969144"/>
                  </a:lnTo>
                  <a:lnTo>
                    <a:pt x="4833084" y="1969855"/>
                  </a:lnTo>
                  <a:lnTo>
                    <a:pt x="4833421" y="1971342"/>
                  </a:lnTo>
                  <a:lnTo>
                    <a:pt x="4833757" y="1973253"/>
                  </a:lnTo>
                  <a:lnTo>
                    <a:pt x="4834093" y="1975222"/>
                  </a:lnTo>
                  <a:lnTo>
                    <a:pt x="4834430" y="1977032"/>
                  </a:lnTo>
                  <a:lnTo>
                    <a:pt x="4834766" y="1978721"/>
                  </a:lnTo>
                  <a:lnTo>
                    <a:pt x="4835103" y="1980107"/>
                  </a:lnTo>
                  <a:lnTo>
                    <a:pt x="4835439" y="1982725"/>
                  </a:lnTo>
                  <a:lnTo>
                    <a:pt x="4835776" y="1985382"/>
                  </a:lnTo>
                  <a:lnTo>
                    <a:pt x="4836112" y="1987578"/>
                  </a:lnTo>
                  <a:lnTo>
                    <a:pt x="4836449" y="1990246"/>
                  </a:lnTo>
                  <a:lnTo>
                    <a:pt x="4836785" y="1993389"/>
                  </a:lnTo>
                  <a:lnTo>
                    <a:pt x="4837122" y="1996798"/>
                  </a:lnTo>
                  <a:lnTo>
                    <a:pt x="4837458" y="2000191"/>
                  </a:lnTo>
                  <a:lnTo>
                    <a:pt x="4837795" y="2003579"/>
                  </a:lnTo>
                  <a:lnTo>
                    <a:pt x="4838131" y="2006744"/>
                  </a:lnTo>
                  <a:lnTo>
                    <a:pt x="4838467" y="2008815"/>
                  </a:lnTo>
                  <a:lnTo>
                    <a:pt x="4838804" y="2010069"/>
                  </a:lnTo>
                  <a:lnTo>
                    <a:pt x="4839140" y="2011008"/>
                  </a:lnTo>
                  <a:lnTo>
                    <a:pt x="4839477" y="2011748"/>
                  </a:lnTo>
                  <a:lnTo>
                    <a:pt x="4839813" y="2012626"/>
                  </a:lnTo>
                  <a:lnTo>
                    <a:pt x="4840150" y="2013717"/>
                  </a:lnTo>
                  <a:lnTo>
                    <a:pt x="4840486" y="2015123"/>
                  </a:lnTo>
                  <a:lnTo>
                    <a:pt x="4840823" y="2016242"/>
                  </a:lnTo>
                  <a:lnTo>
                    <a:pt x="4841159" y="2015933"/>
                  </a:lnTo>
                  <a:lnTo>
                    <a:pt x="4841496" y="2015501"/>
                  </a:lnTo>
                  <a:lnTo>
                    <a:pt x="4841832" y="2014230"/>
                  </a:lnTo>
                  <a:lnTo>
                    <a:pt x="4842169" y="2012450"/>
                  </a:lnTo>
                  <a:lnTo>
                    <a:pt x="4842505" y="2010881"/>
                  </a:lnTo>
                  <a:lnTo>
                    <a:pt x="4842841" y="2009983"/>
                  </a:lnTo>
                  <a:lnTo>
                    <a:pt x="4843178" y="2009583"/>
                  </a:lnTo>
                  <a:lnTo>
                    <a:pt x="4843514" y="2009300"/>
                  </a:lnTo>
                  <a:lnTo>
                    <a:pt x="4843851" y="2009562"/>
                  </a:lnTo>
                  <a:lnTo>
                    <a:pt x="4844187" y="2009831"/>
                  </a:lnTo>
                  <a:lnTo>
                    <a:pt x="4844524" y="2010371"/>
                  </a:lnTo>
                  <a:lnTo>
                    <a:pt x="4844860" y="2010770"/>
                  </a:lnTo>
                  <a:lnTo>
                    <a:pt x="4845197" y="2010845"/>
                  </a:lnTo>
                  <a:lnTo>
                    <a:pt x="4845533" y="2011202"/>
                  </a:lnTo>
                  <a:lnTo>
                    <a:pt x="4845870" y="2012569"/>
                  </a:lnTo>
                  <a:lnTo>
                    <a:pt x="4846206" y="2015549"/>
                  </a:lnTo>
                  <a:lnTo>
                    <a:pt x="4846543" y="2021462"/>
                  </a:lnTo>
                  <a:lnTo>
                    <a:pt x="4846879" y="2028402"/>
                  </a:lnTo>
                  <a:lnTo>
                    <a:pt x="4847215" y="2036353"/>
                  </a:lnTo>
                  <a:lnTo>
                    <a:pt x="4847552" y="2044915"/>
                  </a:lnTo>
                  <a:lnTo>
                    <a:pt x="4847888" y="2052492"/>
                  </a:lnTo>
                  <a:lnTo>
                    <a:pt x="4848225" y="2059727"/>
                  </a:lnTo>
                  <a:lnTo>
                    <a:pt x="4848561" y="2066746"/>
                  </a:lnTo>
                  <a:lnTo>
                    <a:pt x="4848898" y="2073007"/>
                  </a:lnTo>
                  <a:lnTo>
                    <a:pt x="4849234" y="2079544"/>
                  </a:lnTo>
                  <a:lnTo>
                    <a:pt x="4849571" y="2085855"/>
                  </a:lnTo>
                  <a:lnTo>
                    <a:pt x="4849907" y="2092535"/>
                  </a:lnTo>
                  <a:lnTo>
                    <a:pt x="4850244" y="2099507"/>
                  </a:lnTo>
                  <a:lnTo>
                    <a:pt x="4850580" y="2105918"/>
                  </a:lnTo>
                  <a:lnTo>
                    <a:pt x="4850916" y="2111589"/>
                  </a:lnTo>
                  <a:lnTo>
                    <a:pt x="4851253" y="2116129"/>
                  </a:lnTo>
                  <a:lnTo>
                    <a:pt x="4851589" y="2119072"/>
                  </a:lnTo>
                  <a:lnTo>
                    <a:pt x="4851926" y="2121224"/>
                  </a:lnTo>
                  <a:lnTo>
                    <a:pt x="4852262" y="2122676"/>
                  </a:lnTo>
                  <a:lnTo>
                    <a:pt x="4852599" y="2123710"/>
                  </a:lnTo>
                  <a:lnTo>
                    <a:pt x="4852935" y="2125083"/>
                  </a:lnTo>
                  <a:lnTo>
                    <a:pt x="4853272" y="2126488"/>
                  </a:lnTo>
                  <a:lnTo>
                    <a:pt x="4853608" y="2127906"/>
                  </a:lnTo>
                  <a:lnTo>
                    <a:pt x="4853945" y="2129343"/>
                  </a:lnTo>
                  <a:lnTo>
                    <a:pt x="4854281" y="2129934"/>
                  </a:lnTo>
                  <a:lnTo>
                    <a:pt x="4854618" y="2130117"/>
                  </a:lnTo>
                  <a:lnTo>
                    <a:pt x="4854954" y="2129339"/>
                  </a:lnTo>
                  <a:lnTo>
                    <a:pt x="4855290" y="2128364"/>
                  </a:lnTo>
                  <a:lnTo>
                    <a:pt x="4855627" y="2127099"/>
                  </a:lnTo>
                  <a:lnTo>
                    <a:pt x="4855963" y="2126038"/>
                  </a:lnTo>
                  <a:lnTo>
                    <a:pt x="4856300" y="2124765"/>
                  </a:lnTo>
                  <a:lnTo>
                    <a:pt x="4856636" y="2124084"/>
                  </a:lnTo>
                  <a:lnTo>
                    <a:pt x="4856973" y="2123148"/>
                  </a:lnTo>
                  <a:lnTo>
                    <a:pt x="4857309" y="2121964"/>
                  </a:lnTo>
                  <a:lnTo>
                    <a:pt x="4857646" y="2120667"/>
                  </a:lnTo>
                  <a:lnTo>
                    <a:pt x="4857982" y="2118770"/>
                  </a:lnTo>
                  <a:lnTo>
                    <a:pt x="4858319" y="2117419"/>
                  </a:lnTo>
                  <a:lnTo>
                    <a:pt x="4858655" y="2116258"/>
                  </a:lnTo>
                  <a:lnTo>
                    <a:pt x="4858992" y="2113967"/>
                  </a:lnTo>
                  <a:lnTo>
                    <a:pt x="4859328" y="2112630"/>
                  </a:lnTo>
                  <a:lnTo>
                    <a:pt x="4859664" y="2112415"/>
                  </a:lnTo>
                  <a:lnTo>
                    <a:pt x="4860001" y="2113500"/>
                  </a:lnTo>
                  <a:lnTo>
                    <a:pt x="4860337" y="2115181"/>
                  </a:lnTo>
                  <a:lnTo>
                    <a:pt x="4860674" y="2117896"/>
                  </a:lnTo>
                  <a:lnTo>
                    <a:pt x="4861010" y="2120871"/>
                  </a:lnTo>
                  <a:lnTo>
                    <a:pt x="4861347" y="2123565"/>
                  </a:lnTo>
                  <a:lnTo>
                    <a:pt x="4861683" y="2125533"/>
                  </a:lnTo>
                  <a:lnTo>
                    <a:pt x="4862020" y="2127832"/>
                  </a:lnTo>
                  <a:lnTo>
                    <a:pt x="4862356" y="2130354"/>
                  </a:lnTo>
                  <a:lnTo>
                    <a:pt x="4862693" y="2132840"/>
                  </a:lnTo>
                  <a:lnTo>
                    <a:pt x="4863029" y="2135060"/>
                  </a:lnTo>
                  <a:lnTo>
                    <a:pt x="4863366" y="2136461"/>
                  </a:lnTo>
                  <a:lnTo>
                    <a:pt x="4863702" y="2137926"/>
                  </a:lnTo>
                  <a:lnTo>
                    <a:pt x="4864038" y="2138954"/>
                  </a:lnTo>
                  <a:lnTo>
                    <a:pt x="4864375" y="2139298"/>
                  </a:lnTo>
                  <a:lnTo>
                    <a:pt x="4864711" y="2138774"/>
                  </a:lnTo>
                  <a:lnTo>
                    <a:pt x="4865048" y="2136935"/>
                  </a:lnTo>
                  <a:lnTo>
                    <a:pt x="4865384" y="2134399"/>
                  </a:lnTo>
                  <a:lnTo>
                    <a:pt x="4865721" y="2131424"/>
                  </a:lnTo>
                  <a:lnTo>
                    <a:pt x="4866057" y="2127883"/>
                  </a:lnTo>
                  <a:lnTo>
                    <a:pt x="4866394" y="2123759"/>
                  </a:lnTo>
                  <a:lnTo>
                    <a:pt x="4866730" y="2119290"/>
                  </a:lnTo>
                  <a:lnTo>
                    <a:pt x="4867067" y="2115993"/>
                  </a:lnTo>
                  <a:lnTo>
                    <a:pt x="4867403" y="2111735"/>
                  </a:lnTo>
                  <a:lnTo>
                    <a:pt x="4867740" y="2106977"/>
                  </a:lnTo>
                  <a:lnTo>
                    <a:pt x="4868076" y="2101582"/>
                  </a:lnTo>
                  <a:lnTo>
                    <a:pt x="4868412" y="2096047"/>
                  </a:lnTo>
                  <a:lnTo>
                    <a:pt x="4868749" y="2089944"/>
                  </a:lnTo>
                  <a:lnTo>
                    <a:pt x="4869085" y="2083967"/>
                  </a:lnTo>
                  <a:lnTo>
                    <a:pt x="4869422" y="2077964"/>
                  </a:lnTo>
                  <a:lnTo>
                    <a:pt x="4869758" y="2071720"/>
                  </a:lnTo>
                  <a:lnTo>
                    <a:pt x="4870095" y="2065283"/>
                  </a:lnTo>
                  <a:lnTo>
                    <a:pt x="4870431" y="2058483"/>
                  </a:lnTo>
                  <a:lnTo>
                    <a:pt x="4870768" y="2050836"/>
                  </a:lnTo>
                  <a:lnTo>
                    <a:pt x="4871104" y="2042931"/>
                  </a:lnTo>
                  <a:lnTo>
                    <a:pt x="4871441" y="2035668"/>
                  </a:lnTo>
                  <a:lnTo>
                    <a:pt x="4871777" y="2028643"/>
                  </a:lnTo>
                  <a:lnTo>
                    <a:pt x="4872114" y="2021177"/>
                  </a:lnTo>
                  <a:lnTo>
                    <a:pt x="4872450" y="2013359"/>
                  </a:lnTo>
                  <a:lnTo>
                    <a:pt x="4872786" y="2005651"/>
                  </a:lnTo>
                  <a:lnTo>
                    <a:pt x="4873123" y="1998402"/>
                  </a:lnTo>
                  <a:lnTo>
                    <a:pt x="4873459" y="1991535"/>
                  </a:lnTo>
                  <a:lnTo>
                    <a:pt x="4873796" y="1985131"/>
                  </a:lnTo>
                  <a:lnTo>
                    <a:pt x="4874132" y="1978215"/>
                  </a:lnTo>
                  <a:lnTo>
                    <a:pt x="4874469" y="1971620"/>
                  </a:lnTo>
                  <a:lnTo>
                    <a:pt x="4874805" y="1965496"/>
                  </a:lnTo>
                  <a:lnTo>
                    <a:pt x="4875142" y="1959805"/>
                  </a:lnTo>
                  <a:lnTo>
                    <a:pt x="4875478" y="1954822"/>
                  </a:lnTo>
                  <a:lnTo>
                    <a:pt x="4875815" y="1951741"/>
                  </a:lnTo>
                  <a:lnTo>
                    <a:pt x="4876151" y="1949148"/>
                  </a:lnTo>
                  <a:lnTo>
                    <a:pt x="4876488" y="1947336"/>
                  </a:lnTo>
                  <a:lnTo>
                    <a:pt x="4876824" y="1945075"/>
                  </a:lnTo>
                  <a:lnTo>
                    <a:pt x="4877160" y="1942910"/>
                  </a:lnTo>
                  <a:lnTo>
                    <a:pt x="4877497" y="1942033"/>
                  </a:lnTo>
                  <a:lnTo>
                    <a:pt x="4877833" y="1941724"/>
                  </a:lnTo>
                  <a:lnTo>
                    <a:pt x="4878170" y="1942274"/>
                  </a:lnTo>
                  <a:lnTo>
                    <a:pt x="4878506" y="1942349"/>
                  </a:lnTo>
                  <a:lnTo>
                    <a:pt x="4878843" y="1942262"/>
                  </a:lnTo>
                  <a:lnTo>
                    <a:pt x="4879179" y="1941736"/>
                  </a:lnTo>
                  <a:lnTo>
                    <a:pt x="4879516" y="1941174"/>
                  </a:lnTo>
                  <a:lnTo>
                    <a:pt x="4879852" y="1940167"/>
                  </a:lnTo>
                  <a:lnTo>
                    <a:pt x="4880189" y="1937770"/>
                  </a:lnTo>
                  <a:lnTo>
                    <a:pt x="4880525" y="1934938"/>
                  </a:lnTo>
                  <a:lnTo>
                    <a:pt x="4880862" y="1931079"/>
                  </a:lnTo>
                  <a:lnTo>
                    <a:pt x="4881198" y="1927039"/>
                  </a:lnTo>
                  <a:lnTo>
                    <a:pt x="4881534" y="1923291"/>
                  </a:lnTo>
                  <a:lnTo>
                    <a:pt x="4881871" y="1919657"/>
                  </a:lnTo>
                  <a:lnTo>
                    <a:pt x="4882207" y="1915598"/>
                  </a:lnTo>
                  <a:lnTo>
                    <a:pt x="4882544" y="1911658"/>
                  </a:lnTo>
                  <a:lnTo>
                    <a:pt x="4882880" y="1907086"/>
                  </a:lnTo>
                  <a:lnTo>
                    <a:pt x="4883217" y="1901820"/>
                  </a:lnTo>
                  <a:lnTo>
                    <a:pt x="4883553" y="1896554"/>
                  </a:lnTo>
                  <a:lnTo>
                    <a:pt x="4883890" y="1890877"/>
                  </a:lnTo>
                  <a:lnTo>
                    <a:pt x="4884226" y="1885649"/>
                  </a:lnTo>
                  <a:lnTo>
                    <a:pt x="4884563" y="1880119"/>
                  </a:lnTo>
                  <a:lnTo>
                    <a:pt x="4884899" y="1874763"/>
                  </a:lnTo>
                  <a:lnTo>
                    <a:pt x="4885235" y="1870531"/>
                  </a:lnTo>
                  <a:lnTo>
                    <a:pt x="4885572" y="1867362"/>
                  </a:lnTo>
                  <a:lnTo>
                    <a:pt x="4885908" y="1865418"/>
                  </a:lnTo>
                  <a:lnTo>
                    <a:pt x="4886245" y="1863467"/>
                  </a:lnTo>
                  <a:lnTo>
                    <a:pt x="4886581" y="1861857"/>
                  </a:lnTo>
                  <a:lnTo>
                    <a:pt x="4886918" y="1860381"/>
                  </a:lnTo>
                  <a:lnTo>
                    <a:pt x="4887254" y="1859432"/>
                  </a:lnTo>
                  <a:lnTo>
                    <a:pt x="4887591" y="1859022"/>
                  </a:lnTo>
                  <a:lnTo>
                    <a:pt x="4887927" y="1858318"/>
                  </a:lnTo>
                  <a:lnTo>
                    <a:pt x="4888264" y="1857326"/>
                  </a:lnTo>
                  <a:lnTo>
                    <a:pt x="4888600" y="1854669"/>
                  </a:lnTo>
                  <a:lnTo>
                    <a:pt x="4888937" y="1851294"/>
                  </a:lnTo>
                  <a:lnTo>
                    <a:pt x="4889273" y="1847540"/>
                  </a:lnTo>
                  <a:lnTo>
                    <a:pt x="4889609" y="1843359"/>
                  </a:lnTo>
                  <a:lnTo>
                    <a:pt x="4889946" y="1838988"/>
                  </a:lnTo>
                  <a:lnTo>
                    <a:pt x="4890282" y="1834069"/>
                  </a:lnTo>
                  <a:lnTo>
                    <a:pt x="4890619" y="1828459"/>
                  </a:lnTo>
                  <a:lnTo>
                    <a:pt x="4890955" y="1822474"/>
                  </a:lnTo>
                  <a:lnTo>
                    <a:pt x="4891292" y="1815891"/>
                  </a:lnTo>
                  <a:lnTo>
                    <a:pt x="4891628" y="1808592"/>
                  </a:lnTo>
                  <a:lnTo>
                    <a:pt x="4891965" y="1801273"/>
                  </a:lnTo>
                  <a:lnTo>
                    <a:pt x="4892301" y="1793389"/>
                  </a:lnTo>
                  <a:lnTo>
                    <a:pt x="4892638" y="1784579"/>
                  </a:lnTo>
                  <a:lnTo>
                    <a:pt x="4892974" y="1776153"/>
                  </a:lnTo>
                  <a:lnTo>
                    <a:pt x="4893311" y="1767268"/>
                  </a:lnTo>
                  <a:lnTo>
                    <a:pt x="4893647" y="1758510"/>
                  </a:lnTo>
                  <a:lnTo>
                    <a:pt x="4893983" y="1749289"/>
                  </a:lnTo>
                  <a:lnTo>
                    <a:pt x="4894320" y="1739239"/>
                  </a:lnTo>
                  <a:lnTo>
                    <a:pt x="4894656" y="1729904"/>
                  </a:lnTo>
                  <a:lnTo>
                    <a:pt x="4894993" y="1718785"/>
                  </a:lnTo>
                  <a:lnTo>
                    <a:pt x="4895329" y="1707735"/>
                  </a:lnTo>
                  <a:lnTo>
                    <a:pt x="4895666" y="1696805"/>
                  </a:lnTo>
                  <a:lnTo>
                    <a:pt x="4896002" y="1688443"/>
                  </a:lnTo>
                  <a:lnTo>
                    <a:pt x="4896339" y="1680496"/>
                  </a:lnTo>
                  <a:lnTo>
                    <a:pt x="4896675" y="1673113"/>
                  </a:lnTo>
                  <a:lnTo>
                    <a:pt x="4897012" y="1665491"/>
                  </a:lnTo>
                  <a:lnTo>
                    <a:pt x="4897348" y="1658453"/>
                  </a:lnTo>
                  <a:lnTo>
                    <a:pt x="4897685" y="1652685"/>
                  </a:lnTo>
                  <a:lnTo>
                    <a:pt x="4898021" y="1647056"/>
                  </a:lnTo>
                  <a:lnTo>
                    <a:pt x="4898357" y="1641594"/>
                  </a:lnTo>
                  <a:lnTo>
                    <a:pt x="4898694" y="1636728"/>
                  </a:lnTo>
                  <a:lnTo>
                    <a:pt x="4899030" y="1632431"/>
                  </a:lnTo>
                  <a:lnTo>
                    <a:pt x="4899367" y="1628308"/>
                  </a:lnTo>
                  <a:lnTo>
                    <a:pt x="4899703" y="1624847"/>
                  </a:lnTo>
                  <a:lnTo>
                    <a:pt x="4900040" y="1621642"/>
                  </a:lnTo>
                  <a:lnTo>
                    <a:pt x="4900376" y="1619208"/>
                  </a:lnTo>
                  <a:lnTo>
                    <a:pt x="4900713" y="1617714"/>
                  </a:lnTo>
                  <a:lnTo>
                    <a:pt x="4901049" y="1616227"/>
                  </a:lnTo>
                  <a:lnTo>
                    <a:pt x="4901386" y="1615209"/>
                  </a:lnTo>
                  <a:lnTo>
                    <a:pt x="4901722" y="1613961"/>
                  </a:lnTo>
                  <a:lnTo>
                    <a:pt x="4902059" y="1612749"/>
                  </a:lnTo>
                  <a:lnTo>
                    <a:pt x="4902395" y="1611045"/>
                  </a:lnTo>
                  <a:lnTo>
                    <a:pt x="4902731" y="1607770"/>
                  </a:lnTo>
                  <a:lnTo>
                    <a:pt x="4903068" y="1603495"/>
                  </a:lnTo>
                  <a:lnTo>
                    <a:pt x="4903404" y="1599447"/>
                  </a:lnTo>
                  <a:lnTo>
                    <a:pt x="4903741" y="1595372"/>
                  </a:lnTo>
                  <a:lnTo>
                    <a:pt x="4904077" y="1591544"/>
                  </a:lnTo>
                  <a:lnTo>
                    <a:pt x="4904414" y="1585760"/>
                  </a:lnTo>
                  <a:lnTo>
                    <a:pt x="4904750" y="1581326"/>
                  </a:lnTo>
                  <a:lnTo>
                    <a:pt x="4905087" y="1577631"/>
                  </a:lnTo>
                  <a:lnTo>
                    <a:pt x="4905423" y="1573716"/>
                  </a:lnTo>
                  <a:lnTo>
                    <a:pt x="4905760" y="1569495"/>
                  </a:lnTo>
                  <a:lnTo>
                    <a:pt x="4906096" y="1564986"/>
                  </a:lnTo>
                  <a:lnTo>
                    <a:pt x="4906433" y="1560166"/>
                  </a:lnTo>
                  <a:lnTo>
                    <a:pt x="4906769" y="1555039"/>
                  </a:lnTo>
                  <a:lnTo>
                    <a:pt x="4907105" y="1549804"/>
                  </a:lnTo>
                  <a:lnTo>
                    <a:pt x="4907442" y="1544442"/>
                  </a:lnTo>
                  <a:lnTo>
                    <a:pt x="4907778" y="1538016"/>
                  </a:lnTo>
                  <a:lnTo>
                    <a:pt x="4908115" y="1531816"/>
                  </a:lnTo>
                  <a:lnTo>
                    <a:pt x="4908451" y="1526664"/>
                  </a:lnTo>
                  <a:lnTo>
                    <a:pt x="4908788" y="1519592"/>
                  </a:lnTo>
                  <a:lnTo>
                    <a:pt x="4909124" y="1512835"/>
                  </a:lnTo>
                  <a:lnTo>
                    <a:pt x="4909461" y="1506330"/>
                  </a:lnTo>
                  <a:lnTo>
                    <a:pt x="4909797" y="1497090"/>
                  </a:lnTo>
                  <a:lnTo>
                    <a:pt x="4910134" y="1483454"/>
                  </a:lnTo>
                  <a:lnTo>
                    <a:pt x="4910470" y="1469967"/>
                  </a:lnTo>
                  <a:lnTo>
                    <a:pt x="4910807" y="1456636"/>
                  </a:lnTo>
                  <a:lnTo>
                    <a:pt x="4911143" y="1443384"/>
                  </a:lnTo>
                  <a:lnTo>
                    <a:pt x="4911479" y="1431210"/>
                  </a:lnTo>
                  <a:lnTo>
                    <a:pt x="4911816" y="1420958"/>
                  </a:lnTo>
                  <a:lnTo>
                    <a:pt x="4912152" y="1412505"/>
                  </a:lnTo>
                  <a:lnTo>
                    <a:pt x="4912489" y="1405827"/>
                  </a:lnTo>
                  <a:lnTo>
                    <a:pt x="4912825" y="1401103"/>
                  </a:lnTo>
                  <a:lnTo>
                    <a:pt x="4913162" y="1397285"/>
                  </a:lnTo>
                  <a:lnTo>
                    <a:pt x="4913498" y="1393810"/>
                  </a:lnTo>
                  <a:lnTo>
                    <a:pt x="4913835" y="1389729"/>
                  </a:lnTo>
                  <a:lnTo>
                    <a:pt x="4914171" y="1385412"/>
                  </a:lnTo>
                  <a:lnTo>
                    <a:pt x="4914508" y="1382904"/>
                  </a:lnTo>
                  <a:lnTo>
                    <a:pt x="4914844" y="1380423"/>
                  </a:lnTo>
                  <a:lnTo>
                    <a:pt x="4915181" y="1378653"/>
                  </a:lnTo>
                  <a:lnTo>
                    <a:pt x="4915517" y="1377094"/>
                  </a:lnTo>
                  <a:lnTo>
                    <a:pt x="4915853" y="1376224"/>
                  </a:lnTo>
                  <a:lnTo>
                    <a:pt x="4916190" y="1376096"/>
                  </a:lnTo>
                  <a:lnTo>
                    <a:pt x="4916526" y="1375994"/>
                  </a:lnTo>
                  <a:lnTo>
                    <a:pt x="4916863" y="1376106"/>
                  </a:lnTo>
                  <a:lnTo>
                    <a:pt x="4917199" y="1376136"/>
                  </a:lnTo>
                  <a:lnTo>
                    <a:pt x="4917536" y="1375477"/>
                  </a:lnTo>
                  <a:lnTo>
                    <a:pt x="4917872" y="1374325"/>
                  </a:lnTo>
                  <a:lnTo>
                    <a:pt x="4918209" y="1372924"/>
                  </a:lnTo>
                  <a:lnTo>
                    <a:pt x="4918545" y="1371082"/>
                  </a:lnTo>
                  <a:lnTo>
                    <a:pt x="4918882" y="1368666"/>
                  </a:lnTo>
                  <a:lnTo>
                    <a:pt x="4919218" y="1366114"/>
                  </a:lnTo>
                  <a:lnTo>
                    <a:pt x="4919554" y="1363518"/>
                  </a:lnTo>
                  <a:lnTo>
                    <a:pt x="4919891" y="1361293"/>
                  </a:lnTo>
                  <a:lnTo>
                    <a:pt x="4920227" y="1358614"/>
                  </a:lnTo>
                  <a:lnTo>
                    <a:pt x="4920564" y="1353826"/>
                  </a:lnTo>
                  <a:lnTo>
                    <a:pt x="4920900" y="1348535"/>
                  </a:lnTo>
                  <a:lnTo>
                    <a:pt x="4921237" y="1342845"/>
                  </a:lnTo>
                  <a:lnTo>
                    <a:pt x="4921573" y="1337821"/>
                  </a:lnTo>
                  <a:lnTo>
                    <a:pt x="4921910" y="1332631"/>
                  </a:lnTo>
                  <a:lnTo>
                    <a:pt x="4922246" y="1327697"/>
                  </a:lnTo>
                  <a:lnTo>
                    <a:pt x="4922583" y="1323047"/>
                  </a:lnTo>
                  <a:lnTo>
                    <a:pt x="4922919" y="1317983"/>
                  </a:lnTo>
                  <a:lnTo>
                    <a:pt x="4923256" y="1312276"/>
                  </a:lnTo>
                  <a:lnTo>
                    <a:pt x="4923592" y="1306595"/>
                  </a:lnTo>
                  <a:lnTo>
                    <a:pt x="4923928" y="1300666"/>
                  </a:lnTo>
                  <a:lnTo>
                    <a:pt x="4924265" y="1294360"/>
                  </a:lnTo>
                  <a:lnTo>
                    <a:pt x="4924601" y="1288094"/>
                  </a:lnTo>
                  <a:lnTo>
                    <a:pt x="4924938" y="1281719"/>
                  </a:lnTo>
                  <a:lnTo>
                    <a:pt x="4925274" y="1276330"/>
                  </a:lnTo>
                  <a:lnTo>
                    <a:pt x="4925611" y="1270792"/>
                  </a:lnTo>
                  <a:lnTo>
                    <a:pt x="4925947" y="1265803"/>
                  </a:lnTo>
                  <a:lnTo>
                    <a:pt x="4926284" y="1262519"/>
                  </a:lnTo>
                  <a:lnTo>
                    <a:pt x="4926620" y="1257857"/>
                  </a:lnTo>
                  <a:lnTo>
                    <a:pt x="4926957" y="1252598"/>
                  </a:lnTo>
                  <a:lnTo>
                    <a:pt x="4927293" y="1246477"/>
                  </a:lnTo>
                  <a:lnTo>
                    <a:pt x="4927630" y="1239975"/>
                  </a:lnTo>
                  <a:lnTo>
                    <a:pt x="4927966" y="1233150"/>
                  </a:lnTo>
                  <a:lnTo>
                    <a:pt x="4928302" y="1226397"/>
                  </a:lnTo>
                  <a:lnTo>
                    <a:pt x="4928639" y="1220664"/>
                  </a:lnTo>
                  <a:lnTo>
                    <a:pt x="4928975" y="1216058"/>
                  </a:lnTo>
                  <a:lnTo>
                    <a:pt x="4929312" y="1211906"/>
                  </a:lnTo>
                  <a:lnTo>
                    <a:pt x="4929648" y="1207294"/>
                  </a:lnTo>
                  <a:lnTo>
                    <a:pt x="4929985" y="1204372"/>
                  </a:lnTo>
                  <a:lnTo>
                    <a:pt x="4930321" y="1201038"/>
                  </a:lnTo>
                  <a:lnTo>
                    <a:pt x="4930658" y="1198775"/>
                  </a:lnTo>
                  <a:lnTo>
                    <a:pt x="4930994" y="1197138"/>
                  </a:lnTo>
                  <a:lnTo>
                    <a:pt x="4931331" y="1195428"/>
                  </a:lnTo>
                  <a:lnTo>
                    <a:pt x="4931667" y="1193821"/>
                  </a:lnTo>
                  <a:lnTo>
                    <a:pt x="4932004" y="1192194"/>
                  </a:lnTo>
                  <a:lnTo>
                    <a:pt x="4932340" y="1190995"/>
                  </a:lnTo>
                  <a:lnTo>
                    <a:pt x="4932676" y="1189970"/>
                  </a:lnTo>
                  <a:lnTo>
                    <a:pt x="4933013" y="1188953"/>
                  </a:lnTo>
                  <a:lnTo>
                    <a:pt x="4933349" y="1187659"/>
                  </a:lnTo>
                  <a:lnTo>
                    <a:pt x="4933686" y="1186266"/>
                  </a:lnTo>
                  <a:lnTo>
                    <a:pt x="4934022" y="1184902"/>
                  </a:lnTo>
                  <a:lnTo>
                    <a:pt x="4934359" y="1182915"/>
                  </a:lnTo>
                  <a:lnTo>
                    <a:pt x="4934695" y="1181152"/>
                  </a:lnTo>
                  <a:lnTo>
                    <a:pt x="4935032" y="1179775"/>
                  </a:lnTo>
                  <a:lnTo>
                    <a:pt x="4935368" y="1178750"/>
                  </a:lnTo>
                  <a:lnTo>
                    <a:pt x="4935705" y="1177838"/>
                  </a:lnTo>
                  <a:lnTo>
                    <a:pt x="4936041" y="1176786"/>
                  </a:lnTo>
                  <a:lnTo>
                    <a:pt x="4936378" y="1175918"/>
                  </a:lnTo>
                  <a:lnTo>
                    <a:pt x="4936714" y="1175963"/>
                  </a:lnTo>
                  <a:lnTo>
                    <a:pt x="4937050" y="1176590"/>
                  </a:lnTo>
                  <a:lnTo>
                    <a:pt x="4937387" y="1177840"/>
                  </a:lnTo>
                  <a:lnTo>
                    <a:pt x="4937723" y="1179668"/>
                  </a:lnTo>
                  <a:lnTo>
                    <a:pt x="4938060" y="1182565"/>
                  </a:lnTo>
                  <a:lnTo>
                    <a:pt x="4938396" y="1185866"/>
                  </a:lnTo>
                  <a:lnTo>
                    <a:pt x="4938733" y="1189265"/>
                  </a:lnTo>
                  <a:lnTo>
                    <a:pt x="4939069" y="1192474"/>
                  </a:lnTo>
                  <a:lnTo>
                    <a:pt x="4939406" y="1195826"/>
                  </a:lnTo>
                  <a:lnTo>
                    <a:pt x="4939742" y="1199848"/>
                  </a:lnTo>
                  <a:lnTo>
                    <a:pt x="4940079" y="1204007"/>
                  </a:lnTo>
                  <a:lnTo>
                    <a:pt x="4940415" y="1208644"/>
                  </a:lnTo>
                  <a:lnTo>
                    <a:pt x="4940752" y="1213549"/>
                  </a:lnTo>
                  <a:lnTo>
                    <a:pt x="4941088" y="1218244"/>
                  </a:lnTo>
                  <a:lnTo>
                    <a:pt x="4941424" y="1223476"/>
                  </a:lnTo>
                  <a:lnTo>
                    <a:pt x="4941761" y="1228752"/>
                  </a:lnTo>
                  <a:lnTo>
                    <a:pt x="4942097" y="1233567"/>
                  </a:lnTo>
                  <a:lnTo>
                    <a:pt x="4942434" y="1238035"/>
                  </a:lnTo>
                  <a:lnTo>
                    <a:pt x="4942770" y="1241676"/>
                  </a:lnTo>
                  <a:lnTo>
                    <a:pt x="4943107" y="1244262"/>
                  </a:lnTo>
                  <a:lnTo>
                    <a:pt x="4943443" y="1247455"/>
                  </a:lnTo>
                  <a:lnTo>
                    <a:pt x="4943780" y="1248513"/>
                  </a:lnTo>
                  <a:lnTo>
                    <a:pt x="4944116" y="1249998"/>
                  </a:lnTo>
                  <a:lnTo>
                    <a:pt x="4944453" y="1253376"/>
                  </a:lnTo>
                  <a:lnTo>
                    <a:pt x="4944789" y="1255774"/>
                  </a:lnTo>
                  <a:lnTo>
                    <a:pt x="4945126" y="1258184"/>
                  </a:lnTo>
                  <a:lnTo>
                    <a:pt x="4945462" y="1259016"/>
                  </a:lnTo>
                  <a:lnTo>
                    <a:pt x="4945798" y="1258430"/>
                  </a:lnTo>
                  <a:lnTo>
                    <a:pt x="4946135" y="1257091"/>
                  </a:lnTo>
                  <a:lnTo>
                    <a:pt x="4946471" y="1255641"/>
                  </a:lnTo>
                  <a:lnTo>
                    <a:pt x="4946808" y="1253131"/>
                  </a:lnTo>
                  <a:lnTo>
                    <a:pt x="4947144" y="1252002"/>
                  </a:lnTo>
                  <a:lnTo>
                    <a:pt x="4947481" y="1250518"/>
                  </a:lnTo>
                  <a:lnTo>
                    <a:pt x="4947817" y="1250511"/>
                  </a:lnTo>
                  <a:lnTo>
                    <a:pt x="4948154" y="1250251"/>
                  </a:lnTo>
                  <a:lnTo>
                    <a:pt x="4948490" y="1249807"/>
                  </a:lnTo>
                  <a:lnTo>
                    <a:pt x="4948827" y="1249146"/>
                  </a:lnTo>
                  <a:lnTo>
                    <a:pt x="4949163" y="1248552"/>
                  </a:lnTo>
                  <a:lnTo>
                    <a:pt x="4949499" y="1247970"/>
                  </a:lnTo>
                  <a:lnTo>
                    <a:pt x="4949836" y="1246959"/>
                  </a:lnTo>
                  <a:lnTo>
                    <a:pt x="4950172" y="1244951"/>
                  </a:lnTo>
                  <a:lnTo>
                    <a:pt x="4950509" y="1244086"/>
                  </a:lnTo>
                  <a:lnTo>
                    <a:pt x="4950845" y="1243465"/>
                  </a:lnTo>
                  <a:lnTo>
                    <a:pt x="4951182" y="1243618"/>
                  </a:lnTo>
                  <a:lnTo>
                    <a:pt x="4951518" y="1244271"/>
                  </a:lnTo>
                  <a:lnTo>
                    <a:pt x="4951855" y="1246394"/>
                  </a:lnTo>
                  <a:lnTo>
                    <a:pt x="4952191" y="1249391"/>
                  </a:lnTo>
                  <a:lnTo>
                    <a:pt x="4952528" y="1249663"/>
                  </a:lnTo>
                  <a:lnTo>
                    <a:pt x="4952864" y="1249252"/>
                  </a:lnTo>
                  <a:lnTo>
                    <a:pt x="4953201" y="1246936"/>
                  </a:lnTo>
                  <a:lnTo>
                    <a:pt x="4953537" y="1245043"/>
                  </a:lnTo>
                  <a:lnTo>
                    <a:pt x="4953873" y="1243399"/>
                  </a:lnTo>
                  <a:lnTo>
                    <a:pt x="4954210" y="1242576"/>
                  </a:lnTo>
                  <a:lnTo>
                    <a:pt x="4954546" y="1242849"/>
                  </a:lnTo>
                  <a:lnTo>
                    <a:pt x="4954883" y="1243331"/>
                  </a:lnTo>
                  <a:lnTo>
                    <a:pt x="4955219" y="1243920"/>
                  </a:lnTo>
                  <a:lnTo>
                    <a:pt x="4955556" y="1244660"/>
                  </a:lnTo>
                  <a:lnTo>
                    <a:pt x="4955892" y="1245312"/>
                  </a:lnTo>
                  <a:lnTo>
                    <a:pt x="4956229" y="1246726"/>
                  </a:lnTo>
                  <a:lnTo>
                    <a:pt x="4956565" y="1247841"/>
                  </a:lnTo>
                  <a:lnTo>
                    <a:pt x="4956902" y="1249015"/>
                  </a:lnTo>
                  <a:lnTo>
                    <a:pt x="4957238" y="1250286"/>
                  </a:lnTo>
                  <a:lnTo>
                    <a:pt x="4957575" y="1252405"/>
                  </a:lnTo>
                  <a:lnTo>
                    <a:pt x="4957911" y="1255107"/>
                  </a:lnTo>
                  <a:lnTo>
                    <a:pt x="4958247" y="1257592"/>
                  </a:lnTo>
                  <a:lnTo>
                    <a:pt x="4958584" y="1259696"/>
                  </a:lnTo>
                  <a:lnTo>
                    <a:pt x="4958920" y="1261462"/>
                  </a:lnTo>
                  <a:lnTo>
                    <a:pt x="4959257" y="1262132"/>
                  </a:lnTo>
                  <a:lnTo>
                    <a:pt x="4959593" y="1262044"/>
                  </a:lnTo>
                  <a:lnTo>
                    <a:pt x="4959930" y="1262287"/>
                  </a:lnTo>
                  <a:lnTo>
                    <a:pt x="4960266" y="1261879"/>
                  </a:lnTo>
                  <a:lnTo>
                    <a:pt x="4960603" y="1261512"/>
                  </a:lnTo>
                  <a:lnTo>
                    <a:pt x="4960939" y="1261404"/>
                  </a:lnTo>
                  <a:lnTo>
                    <a:pt x="4961276" y="1262403"/>
                  </a:lnTo>
                  <a:lnTo>
                    <a:pt x="4961612" y="1264493"/>
                  </a:lnTo>
                  <a:lnTo>
                    <a:pt x="4961949" y="1265918"/>
                  </a:lnTo>
                  <a:lnTo>
                    <a:pt x="4962285" y="1268746"/>
                  </a:lnTo>
                  <a:lnTo>
                    <a:pt x="4962621" y="1270909"/>
                  </a:lnTo>
                  <a:lnTo>
                    <a:pt x="4962958" y="1272348"/>
                  </a:lnTo>
                  <a:lnTo>
                    <a:pt x="4963294" y="1271005"/>
                  </a:lnTo>
                  <a:lnTo>
                    <a:pt x="4963631" y="1269418"/>
                  </a:lnTo>
                  <a:lnTo>
                    <a:pt x="4963967" y="1266930"/>
                  </a:lnTo>
                  <a:lnTo>
                    <a:pt x="4964304" y="1265005"/>
                  </a:lnTo>
                  <a:lnTo>
                    <a:pt x="4964640" y="1262975"/>
                  </a:lnTo>
                  <a:lnTo>
                    <a:pt x="4964977" y="1259253"/>
                  </a:lnTo>
                  <a:lnTo>
                    <a:pt x="4965313" y="1256010"/>
                  </a:lnTo>
                  <a:lnTo>
                    <a:pt x="4965650" y="1252519"/>
                  </a:lnTo>
                  <a:lnTo>
                    <a:pt x="4965986" y="1248276"/>
                  </a:lnTo>
                  <a:lnTo>
                    <a:pt x="4966323" y="1242896"/>
                  </a:lnTo>
                  <a:lnTo>
                    <a:pt x="4966659" y="1237040"/>
                  </a:lnTo>
                  <a:lnTo>
                    <a:pt x="4966995" y="1231147"/>
                  </a:lnTo>
                  <a:lnTo>
                    <a:pt x="4967332" y="1225371"/>
                  </a:lnTo>
                  <a:lnTo>
                    <a:pt x="4967668" y="1219838"/>
                  </a:lnTo>
                  <a:lnTo>
                    <a:pt x="4968005" y="1214327"/>
                  </a:lnTo>
                  <a:lnTo>
                    <a:pt x="4968341" y="1210017"/>
                  </a:lnTo>
                  <a:lnTo>
                    <a:pt x="4968678" y="1206300"/>
                  </a:lnTo>
                  <a:lnTo>
                    <a:pt x="4969014" y="1203547"/>
                  </a:lnTo>
                  <a:lnTo>
                    <a:pt x="4969351" y="1202839"/>
                  </a:lnTo>
                  <a:lnTo>
                    <a:pt x="4969687" y="1202645"/>
                  </a:lnTo>
                  <a:lnTo>
                    <a:pt x="4970024" y="1203177"/>
                  </a:lnTo>
                  <a:lnTo>
                    <a:pt x="4970360" y="1204349"/>
                  </a:lnTo>
                  <a:lnTo>
                    <a:pt x="4970697" y="1205190"/>
                  </a:lnTo>
                  <a:lnTo>
                    <a:pt x="4971033" y="1205868"/>
                  </a:lnTo>
                  <a:lnTo>
                    <a:pt x="4971369" y="1206336"/>
                  </a:lnTo>
                  <a:lnTo>
                    <a:pt x="4971706" y="1209226"/>
                  </a:lnTo>
                  <a:lnTo>
                    <a:pt x="4972042" y="1210693"/>
                  </a:lnTo>
                  <a:lnTo>
                    <a:pt x="4972379" y="1211174"/>
                  </a:lnTo>
                  <a:lnTo>
                    <a:pt x="4972715" y="1210908"/>
                  </a:lnTo>
                  <a:lnTo>
                    <a:pt x="4973052" y="1209984"/>
                  </a:lnTo>
                  <a:lnTo>
                    <a:pt x="4973388" y="1208506"/>
                  </a:lnTo>
                  <a:lnTo>
                    <a:pt x="4973725" y="1206815"/>
                  </a:lnTo>
                  <a:lnTo>
                    <a:pt x="4974061" y="1205715"/>
                  </a:lnTo>
                  <a:lnTo>
                    <a:pt x="4974398" y="1205045"/>
                  </a:lnTo>
                  <a:lnTo>
                    <a:pt x="4974734" y="1204818"/>
                  </a:lnTo>
                  <a:lnTo>
                    <a:pt x="4975071" y="1205642"/>
                  </a:lnTo>
                  <a:lnTo>
                    <a:pt x="4975407" y="1204055"/>
                  </a:lnTo>
                  <a:lnTo>
                    <a:pt x="4975743" y="1205431"/>
                  </a:lnTo>
                  <a:lnTo>
                    <a:pt x="4976080" y="1208900"/>
                  </a:lnTo>
                  <a:lnTo>
                    <a:pt x="4976416" y="1212561"/>
                  </a:lnTo>
                  <a:lnTo>
                    <a:pt x="4976753" y="1215743"/>
                  </a:lnTo>
                  <a:lnTo>
                    <a:pt x="4977089" y="1221283"/>
                  </a:lnTo>
                  <a:lnTo>
                    <a:pt x="4977426" y="1231192"/>
                  </a:lnTo>
                  <a:lnTo>
                    <a:pt x="4977762" y="1241854"/>
                  </a:lnTo>
                  <a:lnTo>
                    <a:pt x="4978099" y="1253348"/>
                  </a:lnTo>
                  <a:lnTo>
                    <a:pt x="4978435" y="1265353"/>
                  </a:lnTo>
                  <a:lnTo>
                    <a:pt x="4978772" y="1277124"/>
                  </a:lnTo>
                  <a:lnTo>
                    <a:pt x="4979108" y="1287424"/>
                  </a:lnTo>
                  <a:lnTo>
                    <a:pt x="4979445" y="1296008"/>
                  </a:lnTo>
                  <a:lnTo>
                    <a:pt x="4979781" y="1303067"/>
                  </a:lnTo>
                  <a:lnTo>
                    <a:pt x="4980117" y="1308258"/>
                  </a:lnTo>
                  <a:lnTo>
                    <a:pt x="4980454" y="1312347"/>
                  </a:lnTo>
                  <a:lnTo>
                    <a:pt x="4980790" y="1315657"/>
                  </a:lnTo>
                  <a:lnTo>
                    <a:pt x="4981127" y="1317941"/>
                  </a:lnTo>
                  <a:lnTo>
                    <a:pt x="4981463" y="1320280"/>
                  </a:lnTo>
                  <a:lnTo>
                    <a:pt x="4981800" y="1318564"/>
                  </a:lnTo>
                  <a:lnTo>
                    <a:pt x="4982136" y="1315932"/>
                  </a:lnTo>
                  <a:lnTo>
                    <a:pt x="4982473" y="1312481"/>
                  </a:lnTo>
                  <a:lnTo>
                    <a:pt x="4982809" y="1307424"/>
                  </a:lnTo>
                  <a:lnTo>
                    <a:pt x="4983146" y="1300908"/>
                  </a:lnTo>
                  <a:lnTo>
                    <a:pt x="4983482" y="1293532"/>
                  </a:lnTo>
                  <a:lnTo>
                    <a:pt x="4983818" y="1285108"/>
                  </a:lnTo>
                  <a:lnTo>
                    <a:pt x="4984155" y="1275919"/>
                  </a:lnTo>
                  <a:lnTo>
                    <a:pt x="4984491" y="1266385"/>
                  </a:lnTo>
                  <a:lnTo>
                    <a:pt x="4984828" y="1257593"/>
                  </a:lnTo>
                  <a:lnTo>
                    <a:pt x="4985164" y="1249000"/>
                  </a:lnTo>
                  <a:lnTo>
                    <a:pt x="4985501" y="1241296"/>
                  </a:lnTo>
                  <a:lnTo>
                    <a:pt x="4985837" y="1233908"/>
                  </a:lnTo>
                  <a:lnTo>
                    <a:pt x="4986174" y="1227036"/>
                  </a:lnTo>
                  <a:lnTo>
                    <a:pt x="4986510" y="1220152"/>
                  </a:lnTo>
                  <a:lnTo>
                    <a:pt x="4986847" y="1213565"/>
                  </a:lnTo>
                  <a:lnTo>
                    <a:pt x="4987183" y="1207650"/>
                  </a:lnTo>
                  <a:lnTo>
                    <a:pt x="4987520" y="1202893"/>
                  </a:lnTo>
                  <a:lnTo>
                    <a:pt x="4987856" y="1201664"/>
                  </a:lnTo>
                  <a:lnTo>
                    <a:pt x="4988192" y="1201844"/>
                  </a:lnTo>
                  <a:lnTo>
                    <a:pt x="4988529" y="1202886"/>
                  </a:lnTo>
                  <a:lnTo>
                    <a:pt x="4988865" y="1204236"/>
                  </a:lnTo>
                  <a:lnTo>
                    <a:pt x="4989202" y="1206313"/>
                  </a:lnTo>
                  <a:lnTo>
                    <a:pt x="4989538" y="1209129"/>
                  </a:lnTo>
                  <a:lnTo>
                    <a:pt x="4989875" y="1212153"/>
                  </a:lnTo>
                  <a:lnTo>
                    <a:pt x="4990211" y="1216694"/>
                  </a:lnTo>
                  <a:lnTo>
                    <a:pt x="4990548" y="1222118"/>
                  </a:lnTo>
                  <a:lnTo>
                    <a:pt x="4990884" y="1228333"/>
                  </a:lnTo>
                  <a:lnTo>
                    <a:pt x="4991221" y="1234928"/>
                  </a:lnTo>
                  <a:lnTo>
                    <a:pt x="4991557" y="1242457"/>
                  </a:lnTo>
                  <a:lnTo>
                    <a:pt x="4991894" y="1250611"/>
                  </a:lnTo>
                  <a:lnTo>
                    <a:pt x="4992230" y="1258916"/>
                  </a:lnTo>
                  <a:lnTo>
                    <a:pt x="4992566" y="1266532"/>
                  </a:lnTo>
                  <a:lnTo>
                    <a:pt x="4992903" y="1273802"/>
                  </a:lnTo>
                  <a:lnTo>
                    <a:pt x="4993239" y="1281015"/>
                  </a:lnTo>
                  <a:lnTo>
                    <a:pt x="4993576" y="1287554"/>
                  </a:lnTo>
                  <a:lnTo>
                    <a:pt x="4993912" y="1295090"/>
                  </a:lnTo>
                  <a:lnTo>
                    <a:pt x="4994249" y="1301552"/>
                  </a:lnTo>
                  <a:lnTo>
                    <a:pt x="4994585" y="1308268"/>
                  </a:lnTo>
                  <a:lnTo>
                    <a:pt x="4994922" y="1313903"/>
                  </a:lnTo>
                  <a:lnTo>
                    <a:pt x="4995258" y="1318086"/>
                  </a:lnTo>
                  <a:lnTo>
                    <a:pt x="4995595" y="1321302"/>
                  </a:lnTo>
                  <a:lnTo>
                    <a:pt x="4995931" y="1323089"/>
                  </a:lnTo>
                  <a:lnTo>
                    <a:pt x="4996268" y="1323766"/>
                  </a:lnTo>
                  <a:lnTo>
                    <a:pt x="4996604" y="1323311"/>
                  </a:lnTo>
                  <a:lnTo>
                    <a:pt x="4996940" y="1322506"/>
                  </a:lnTo>
                  <a:lnTo>
                    <a:pt x="4997277" y="1319504"/>
                  </a:lnTo>
                  <a:lnTo>
                    <a:pt x="4997613" y="1316909"/>
                  </a:lnTo>
                  <a:lnTo>
                    <a:pt x="4997950" y="1313003"/>
                  </a:lnTo>
                  <a:lnTo>
                    <a:pt x="4998286" y="1308157"/>
                  </a:lnTo>
                  <a:lnTo>
                    <a:pt x="4998623" y="1302518"/>
                  </a:lnTo>
                  <a:lnTo>
                    <a:pt x="4998959" y="1297397"/>
                  </a:lnTo>
                  <a:lnTo>
                    <a:pt x="4999296" y="1293058"/>
                  </a:lnTo>
                  <a:lnTo>
                    <a:pt x="4999632" y="1289163"/>
                  </a:lnTo>
                  <a:lnTo>
                    <a:pt x="4999969" y="1285606"/>
                  </a:lnTo>
                  <a:lnTo>
                    <a:pt x="5000305" y="1282669"/>
                  </a:lnTo>
                  <a:lnTo>
                    <a:pt x="5000642" y="1281084"/>
                  </a:lnTo>
                  <a:lnTo>
                    <a:pt x="5000978" y="1280572"/>
                  </a:lnTo>
                  <a:lnTo>
                    <a:pt x="5001314" y="1280536"/>
                  </a:lnTo>
                  <a:lnTo>
                    <a:pt x="5001651" y="1279971"/>
                  </a:lnTo>
                  <a:lnTo>
                    <a:pt x="5001987" y="1280226"/>
                  </a:lnTo>
                  <a:lnTo>
                    <a:pt x="5002324" y="1280617"/>
                  </a:lnTo>
                  <a:lnTo>
                    <a:pt x="5002660" y="1281276"/>
                  </a:lnTo>
                  <a:lnTo>
                    <a:pt x="5002997" y="1282550"/>
                  </a:lnTo>
                  <a:lnTo>
                    <a:pt x="5003333" y="1284657"/>
                  </a:lnTo>
                  <a:lnTo>
                    <a:pt x="5003670" y="1286815"/>
                  </a:lnTo>
                  <a:lnTo>
                    <a:pt x="5004006" y="1288661"/>
                  </a:lnTo>
                  <a:lnTo>
                    <a:pt x="5004343" y="1289657"/>
                  </a:lnTo>
                  <a:lnTo>
                    <a:pt x="5004679" y="1290675"/>
                  </a:lnTo>
                  <a:lnTo>
                    <a:pt x="5005016" y="1290772"/>
                  </a:lnTo>
                  <a:lnTo>
                    <a:pt x="5005352" y="1291299"/>
                  </a:lnTo>
                  <a:lnTo>
                    <a:pt x="5005688" y="1291900"/>
                  </a:lnTo>
                  <a:lnTo>
                    <a:pt x="5006025" y="1290485"/>
                  </a:lnTo>
                  <a:lnTo>
                    <a:pt x="5006361" y="1291151"/>
                  </a:lnTo>
                  <a:lnTo>
                    <a:pt x="5006698" y="1292830"/>
                  </a:lnTo>
                  <a:lnTo>
                    <a:pt x="5007034" y="1294875"/>
                  </a:lnTo>
                  <a:lnTo>
                    <a:pt x="5007371" y="1297329"/>
                  </a:lnTo>
                  <a:lnTo>
                    <a:pt x="5007707" y="1299770"/>
                  </a:lnTo>
                  <a:lnTo>
                    <a:pt x="5008044" y="1301842"/>
                  </a:lnTo>
                  <a:lnTo>
                    <a:pt x="5008380" y="1303595"/>
                  </a:lnTo>
                  <a:lnTo>
                    <a:pt x="5008717" y="1305302"/>
                  </a:lnTo>
                  <a:lnTo>
                    <a:pt x="5009053" y="1307039"/>
                  </a:lnTo>
                  <a:lnTo>
                    <a:pt x="5009390" y="1309300"/>
                  </a:lnTo>
                  <a:lnTo>
                    <a:pt x="5009726" y="1311982"/>
                  </a:lnTo>
                  <a:lnTo>
                    <a:pt x="5010062" y="1314825"/>
                  </a:lnTo>
                  <a:lnTo>
                    <a:pt x="5010399" y="1317185"/>
                  </a:lnTo>
                  <a:lnTo>
                    <a:pt x="5010735" y="1318356"/>
                  </a:lnTo>
                  <a:lnTo>
                    <a:pt x="5011072" y="1320162"/>
                  </a:lnTo>
                  <a:lnTo>
                    <a:pt x="5011408" y="1321483"/>
                  </a:lnTo>
                  <a:lnTo>
                    <a:pt x="5011745" y="1320959"/>
                  </a:lnTo>
                  <a:lnTo>
                    <a:pt x="5012081" y="1319588"/>
                  </a:lnTo>
                  <a:lnTo>
                    <a:pt x="5012418" y="1315784"/>
                  </a:lnTo>
                  <a:lnTo>
                    <a:pt x="5012754" y="1311931"/>
                  </a:lnTo>
                  <a:lnTo>
                    <a:pt x="5013091" y="1309676"/>
                  </a:lnTo>
                  <a:lnTo>
                    <a:pt x="5013427" y="1308379"/>
                  </a:lnTo>
                  <a:lnTo>
                    <a:pt x="5013764" y="1306706"/>
                  </a:lnTo>
                  <a:lnTo>
                    <a:pt x="5014100" y="1304870"/>
                  </a:lnTo>
                  <a:lnTo>
                    <a:pt x="5014436" y="1301295"/>
                  </a:lnTo>
                  <a:lnTo>
                    <a:pt x="5014773" y="1298157"/>
                  </a:lnTo>
                  <a:lnTo>
                    <a:pt x="5015109" y="1294590"/>
                  </a:lnTo>
                  <a:lnTo>
                    <a:pt x="5015446" y="1292441"/>
                  </a:lnTo>
                  <a:lnTo>
                    <a:pt x="5015782" y="1291243"/>
                  </a:lnTo>
                  <a:lnTo>
                    <a:pt x="5016119" y="1290357"/>
                  </a:lnTo>
                  <a:lnTo>
                    <a:pt x="5016455" y="1289431"/>
                  </a:lnTo>
                  <a:lnTo>
                    <a:pt x="5016792" y="1288132"/>
                  </a:lnTo>
                  <a:lnTo>
                    <a:pt x="5017128" y="1287094"/>
                  </a:lnTo>
                  <a:lnTo>
                    <a:pt x="5017465" y="1287982"/>
                  </a:lnTo>
                  <a:lnTo>
                    <a:pt x="5017801" y="1288966"/>
                  </a:lnTo>
                  <a:lnTo>
                    <a:pt x="5018137" y="1290120"/>
                  </a:lnTo>
                  <a:lnTo>
                    <a:pt x="5018474" y="1291589"/>
                  </a:lnTo>
                  <a:lnTo>
                    <a:pt x="5018810" y="1293373"/>
                  </a:lnTo>
                  <a:lnTo>
                    <a:pt x="5019147" y="1295178"/>
                  </a:lnTo>
                  <a:lnTo>
                    <a:pt x="5019483" y="1296687"/>
                  </a:lnTo>
                  <a:lnTo>
                    <a:pt x="5019820" y="1300195"/>
                  </a:lnTo>
                  <a:lnTo>
                    <a:pt x="5020156" y="1303214"/>
                  </a:lnTo>
                  <a:lnTo>
                    <a:pt x="5020493" y="1307919"/>
                  </a:lnTo>
                  <a:lnTo>
                    <a:pt x="5020829" y="1312180"/>
                  </a:lnTo>
                  <a:lnTo>
                    <a:pt x="5021166" y="1316426"/>
                  </a:lnTo>
                  <a:lnTo>
                    <a:pt x="5021502" y="1320686"/>
                  </a:lnTo>
                  <a:lnTo>
                    <a:pt x="5021839" y="1324407"/>
                  </a:lnTo>
                  <a:lnTo>
                    <a:pt x="5022175" y="1328057"/>
                  </a:lnTo>
                  <a:lnTo>
                    <a:pt x="5022511" y="1331584"/>
                  </a:lnTo>
                  <a:lnTo>
                    <a:pt x="5022848" y="1334839"/>
                  </a:lnTo>
                  <a:lnTo>
                    <a:pt x="5023184" y="1338007"/>
                  </a:lnTo>
                  <a:lnTo>
                    <a:pt x="5023521" y="1340443"/>
                  </a:lnTo>
                  <a:lnTo>
                    <a:pt x="5023857" y="1342627"/>
                  </a:lnTo>
                  <a:lnTo>
                    <a:pt x="5024194" y="1344480"/>
                  </a:lnTo>
                  <a:lnTo>
                    <a:pt x="5024530" y="1345781"/>
                  </a:lnTo>
                  <a:lnTo>
                    <a:pt x="5024867" y="1346104"/>
                  </a:lnTo>
                  <a:lnTo>
                    <a:pt x="5025203" y="1346334"/>
                  </a:lnTo>
                  <a:lnTo>
                    <a:pt x="5025540" y="1347462"/>
                  </a:lnTo>
                  <a:lnTo>
                    <a:pt x="5025876" y="1349107"/>
                  </a:lnTo>
                  <a:lnTo>
                    <a:pt x="5026213" y="1350939"/>
                  </a:lnTo>
                  <a:lnTo>
                    <a:pt x="5026549" y="1353066"/>
                  </a:lnTo>
                  <a:lnTo>
                    <a:pt x="5026885" y="1355645"/>
                  </a:lnTo>
                  <a:lnTo>
                    <a:pt x="5027222" y="1358181"/>
                  </a:lnTo>
                  <a:lnTo>
                    <a:pt x="5027558" y="1360243"/>
                  </a:lnTo>
                  <a:lnTo>
                    <a:pt x="5027895" y="1362441"/>
                  </a:lnTo>
                  <a:lnTo>
                    <a:pt x="5028231" y="1364273"/>
                  </a:lnTo>
                  <a:lnTo>
                    <a:pt x="5028568" y="1365645"/>
                  </a:lnTo>
                  <a:lnTo>
                    <a:pt x="5028904" y="1367283"/>
                  </a:lnTo>
                  <a:lnTo>
                    <a:pt x="5029241" y="1371619"/>
                  </a:lnTo>
                  <a:lnTo>
                    <a:pt x="5029577" y="1376367"/>
                  </a:lnTo>
                  <a:lnTo>
                    <a:pt x="5029914" y="1382596"/>
                  </a:lnTo>
                  <a:lnTo>
                    <a:pt x="5030250" y="1388904"/>
                  </a:lnTo>
                  <a:lnTo>
                    <a:pt x="5030587" y="1394782"/>
                  </a:lnTo>
                  <a:lnTo>
                    <a:pt x="5030923" y="1401023"/>
                  </a:lnTo>
                  <a:lnTo>
                    <a:pt x="5031259" y="1407578"/>
                  </a:lnTo>
                  <a:lnTo>
                    <a:pt x="5031596" y="1413967"/>
                  </a:lnTo>
                  <a:lnTo>
                    <a:pt x="5031932" y="1420333"/>
                  </a:lnTo>
                  <a:lnTo>
                    <a:pt x="5032269" y="1427604"/>
                  </a:lnTo>
                  <a:lnTo>
                    <a:pt x="5032605" y="1434501"/>
                  </a:lnTo>
                  <a:lnTo>
                    <a:pt x="5032942" y="1441257"/>
                  </a:lnTo>
                  <a:lnTo>
                    <a:pt x="5033278" y="1448337"/>
                  </a:lnTo>
                  <a:lnTo>
                    <a:pt x="5033615" y="1455487"/>
                  </a:lnTo>
                  <a:lnTo>
                    <a:pt x="5033951" y="1462986"/>
                  </a:lnTo>
                  <a:lnTo>
                    <a:pt x="5034288" y="1470490"/>
                  </a:lnTo>
                  <a:lnTo>
                    <a:pt x="5034624" y="1477594"/>
                  </a:lnTo>
                  <a:lnTo>
                    <a:pt x="5034961" y="1484375"/>
                  </a:lnTo>
                  <a:lnTo>
                    <a:pt x="5035297" y="1490725"/>
                  </a:lnTo>
                  <a:lnTo>
                    <a:pt x="5035633" y="1495980"/>
                  </a:lnTo>
                  <a:lnTo>
                    <a:pt x="5035970" y="1500250"/>
                  </a:lnTo>
                  <a:lnTo>
                    <a:pt x="5036306" y="1503509"/>
                  </a:lnTo>
                  <a:lnTo>
                    <a:pt x="5036643" y="1504449"/>
                  </a:lnTo>
                  <a:lnTo>
                    <a:pt x="5036979" y="1505687"/>
                  </a:lnTo>
                  <a:lnTo>
                    <a:pt x="5037316" y="1506461"/>
                  </a:lnTo>
                  <a:lnTo>
                    <a:pt x="5037652" y="1507958"/>
                  </a:lnTo>
                  <a:lnTo>
                    <a:pt x="5037989" y="1509777"/>
                  </a:lnTo>
                  <a:lnTo>
                    <a:pt x="5038325" y="1511649"/>
                  </a:lnTo>
                  <a:lnTo>
                    <a:pt x="5038662" y="1513585"/>
                  </a:lnTo>
                  <a:lnTo>
                    <a:pt x="5038998" y="1514727"/>
                  </a:lnTo>
                  <a:lnTo>
                    <a:pt x="5039335" y="1514866"/>
                  </a:lnTo>
                  <a:lnTo>
                    <a:pt x="5039671" y="1514478"/>
                  </a:lnTo>
                  <a:lnTo>
                    <a:pt x="5040007" y="1514794"/>
                  </a:lnTo>
                  <a:lnTo>
                    <a:pt x="5040344" y="1516235"/>
                  </a:lnTo>
                  <a:lnTo>
                    <a:pt x="5040680" y="1518508"/>
                  </a:lnTo>
                  <a:lnTo>
                    <a:pt x="5041017" y="1521674"/>
                  </a:lnTo>
                  <a:lnTo>
                    <a:pt x="5041353" y="1524623"/>
                  </a:lnTo>
                  <a:lnTo>
                    <a:pt x="5041690" y="1527716"/>
                  </a:lnTo>
                  <a:lnTo>
                    <a:pt x="5042026" y="1530990"/>
                  </a:lnTo>
                  <a:lnTo>
                    <a:pt x="5042363" y="1533560"/>
                  </a:lnTo>
                  <a:lnTo>
                    <a:pt x="5042699" y="1537327"/>
                  </a:lnTo>
                  <a:lnTo>
                    <a:pt x="5043036" y="1538682"/>
                  </a:lnTo>
                  <a:lnTo>
                    <a:pt x="5043372" y="1540063"/>
                  </a:lnTo>
                  <a:lnTo>
                    <a:pt x="5043709" y="1541520"/>
                  </a:lnTo>
                  <a:lnTo>
                    <a:pt x="5044045" y="1543624"/>
                  </a:lnTo>
                  <a:lnTo>
                    <a:pt x="5044381" y="1546887"/>
                  </a:lnTo>
                  <a:lnTo>
                    <a:pt x="5044718" y="1551175"/>
                  </a:lnTo>
                  <a:lnTo>
                    <a:pt x="5045054" y="1555258"/>
                  </a:lnTo>
                  <a:lnTo>
                    <a:pt x="5045391" y="1558896"/>
                  </a:lnTo>
                  <a:lnTo>
                    <a:pt x="5045727" y="1562292"/>
                  </a:lnTo>
                  <a:lnTo>
                    <a:pt x="5046064" y="1565495"/>
                  </a:lnTo>
                  <a:lnTo>
                    <a:pt x="5046400" y="1568719"/>
                  </a:lnTo>
                  <a:lnTo>
                    <a:pt x="5046737" y="1572042"/>
                  </a:lnTo>
                  <a:lnTo>
                    <a:pt x="5047073" y="1575371"/>
                  </a:lnTo>
                  <a:lnTo>
                    <a:pt x="5047410" y="1578951"/>
                  </a:lnTo>
                  <a:lnTo>
                    <a:pt x="5047746" y="1582572"/>
                  </a:lnTo>
                  <a:lnTo>
                    <a:pt x="5048083" y="1586176"/>
                  </a:lnTo>
                  <a:lnTo>
                    <a:pt x="5048419" y="1590468"/>
                  </a:lnTo>
                  <a:lnTo>
                    <a:pt x="5048755" y="1594994"/>
                  </a:lnTo>
                  <a:lnTo>
                    <a:pt x="5049092" y="1601573"/>
                  </a:lnTo>
                  <a:lnTo>
                    <a:pt x="5049428" y="1608610"/>
                  </a:lnTo>
                  <a:lnTo>
                    <a:pt x="5049765" y="1615908"/>
                  </a:lnTo>
                  <a:lnTo>
                    <a:pt x="5050101" y="1624437"/>
                  </a:lnTo>
                  <a:lnTo>
                    <a:pt x="5050438" y="1632972"/>
                  </a:lnTo>
                  <a:lnTo>
                    <a:pt x="5050774" y="1642297"/>
                  </a:lnTo>
                  <a:lnTo>
                    <a:pt x="5051111" y="1652513"/>
                  </a:lnTo>
                  <a:lnTo>
                    <a:pt x="5051447" y="1663045"/>
                  </a:lnTo>
                  <a:lnTo>
                    <a:pt x="5051784" y="1674102"/>
                  </a:lnTo>
                  <a:lnTo>
                    <a:pt x="5052120" y="1685065"/>
                  </a:lnTo>
                  <a:lnTo>
                    <a:pt x="5052456" y="1696265"/>
                  </a:lnTo>
                  <a:lnTo>
                    <a:pt x="5052793" y="1706841"/>
                  </a:lnTo>
                  <a:lnTo>
                    <a:pt x="5053129" y="1717703"/>
                  </a:lnTo>
                  <a:lnTo>
                    <a:pt x="5053466" y="1728631"/>
                  </a:lnTo>
                  <a:lnTo>
                    <a:pt x="5053802" y="1739565"/>
                  </a:lnTo>
                  <a:lnTo>
                    <a:pt x="5054139" y="1750220"/>
                  </a:lnTo>
                  <a:lnTo>
                    <a:pt x="5054475" y="1759875"/>
                  </a:lnTo>
                  <a:lnTo>
                    <a:pt x="5054812" y="1768719"/>
                  </a:lnTo>
                  <a:lnTo>
                    <a:pt x="5055148" y="1775781"/>
                  </a:lnTo>
                  <a:lnTo>
                    <a:pt x="5055485" y="1781960"/>
                  </a:lnTo>
                  <a:lnTo>
                    <a:pt x="5055821" y="1787219"/>
                  </a:lnTo>
                  <a:lnTo>
                    <a:pt x="5056158" y="1791723"/>
                  </a:lnTo>
                  <a:lnTo>
                    <a:pt x="5056494" y="1795430"/>
                  </a:lnTo>
                  <a:lnTo>
                    <a:pt x="5056830" y="1797794"/>
                  </a:lnTo>
                  <a:lnTo>
                    <a:pt x="5057167" y="1799296"/>
                  </a:lnTo>
                  <a:lnTo>
                    <a:pt x="5057503" y="1799655"/>
                  </a:lnTo>
                  <a:lnTo>
                    <a:pt x="5057840" y="1800014"/>
                  </a:lnTo>
                  <a:lnTo>
                    <a:pt x="5058176" y="1800107"/>
                  </a:lnTo>
                  <a:lnTo>
                    <a:pt x="5058513" y="1799992"/>
                  </a:lnTo>
                  <a:lnTo>
                    <a:pt x="5058849" y="1799662"/>
                  </a:lnTo>
                  <a:lnTo>
                    <a:pt x="5059186" y="1798692"/>
                  </a:lnTo>
                  <a:lnTo>
                    <a:pt x="5059522" y="1797492"/>
                  </a:lnTo>
                  <a:lnTo>
                    <a:pt x="5059859" y="1795876"/>
                  </a:lnTo>
                  <a:lnTo>
                    <a:pt x="5060195" y="1794130"/>
                  </a:lnTo>
                  <a:lnTo>
                    <a:pt x="5060532" y="1790983"/>
                  </a:lnTo>
                  <a:lnTo>
                    <a:pt x="5060868" y="1787397"/>
                  </a:lnTo>
                  <a:lnTo>
                    <a:pt x="5061204" y="1782655"/>
                  </a:lnTo>
                  <a:lnTo>
                    <a:pt x="5061541" y="1778363"/>
                  </a:lnTo>
                  <a:lnTo>
                    <a:pt x="5061877" y="1774047"/>
                  </a:lnTo>
                  <a:lnTo>
                    <a:pt x="5062214" y="1770245"/>
                  </a:lnTo>
                  <a:lnTo>
                    <a:pt x="5062550" y="1766966"/>
                  </a:lnTo>
                  <a:lnTo>
                    <a:pt x="5062887" y="1763865"/>
                  </a:lnTo>
                  <a:lnTo>
                    <a:pt x="5063223" y="1761259"/>
                  </a:lnTo>
                  <a:lnTo>
                    <a:pt x="5063560" y="1759109"/>
                  </a:lnTo>
                  <a:lnTo>
                    <a:pt x="5063896" y="1757574"/>
                  </a:lnTo>
                  <a:lnTo>
                    <a:pt x="5064233" y="1757101"/>
                  </a:lnTo>
                  <a:lnTo>
                    <a:pt x="5064569" y="1757434"/>
                  </a:lnTo>
                  <a:lnTo>
                    <a:pt x="5064906" y="1758600"/>
                  </a:lnTo>
                  <a:lnTo>
                    <a:pt x="5065242" y="1761019"/>
                  </a:lnTo>
                  <a:lnTo>
                    <a:pt x="5065578" y="1764693"/>
                  </a:lnTo>
                  <a:lnTo>
                    <a:pt x="5065915" y="1770109"/>
                  </a:lnTo>
                  <a:lnTo>
                    <a:pt x="5066251" y="1776192"/>
                  </a:lnTo>
                  <a:lnTo>
                    <a:pt x="5066588" y="1782718"/>
                  </a:lnTo>
                  <a:lnTo>
                    <a:pt x="5066924" y="1789062"/>
                  </a:lnTo>
                  <a:lnTo>
                    <a:pt x="5067261" y="1795590"/>
                  </a:lnTo>
                  <a:lnTo>
                    <a:pt x="5067597" y="1802210"/>
                  </a:lnTo>
                  <a:lnTo>
                    <a:pt x="5067934" y="1807927"/>
                  </a:lnTo>
                  <a:lnTo>
                    <a:pt x="5068270" y="1812835"/>
                  </a:lnTo>
                  <a:lnTo>
                    <a:pt x="5068607" y="1817381"/>
                  </a:lnTo>
                  <a:lnTo>
                    <a:pt x="5068943" y="1821765"/>
                  </a:lnTo>
                  <a:lnTo>
                    <a:pt x="5069280" y="1825663"/>
                  </a:lnTo>
                  <a:lnTo>
                    <a:pt x="5069616" y="1829539"/>
                  </a:lnTo>
                  <a:lnTo>
                    <a:pt x="5069952" y="1833232"/>
                  </a:lnTo>
                  <a:lnTo>
                    <a:pt x="5070289" y="1835638"/>
                  </a:lnTo>
                  <a:lnTo>
                    <a:pt x="5070625" y="1837382"/>
                  </a:lnTo>
                  <a:lnTo>
                    <a:pt x="5070962" y="1838813"/>
                  </a:lnTo>
                  <a:lnTo>
                    <a:pt x="5071298" y="1839521"/>
                  </a:lnTo>
                  <a:lnTo>
                    <a:pt x="5071635" y="1840363"/>
                  </a:lnTo>
                  <a:lnTo>
                    <a:pt x="5071971" y="1841040"/>
                  </a:lnTo>
                  <a:lnTo>
                    <a:pt x="5072308" y="1842732"/>
                  </a:lnTo>
                  <a:lnTo>
                    <a:pt x="5072644" y="1843342"/>
                  </a:lnTo>
                  <a:lnTo>
                    <a:pt x="5072981" y="1843550"/>
                  </a:lnTo>
                  <a:lnTo>
                    <a:pt x="5073317" y="1845145"/>
                  </a:lnTo>
                  <a:lnTo>
                    <a:pt x="5073654" y="1844436"/>
                  </a:lnTo>
                  <a:lnTo>
                    <a:pt x="5073990" y="1842604"/>
                  </a:lnTo>
                  <a:lnTo>
                    <a:pt x="5074326" y="1840080"/>
                  </a:lnTo>
                  <a:lnTo>
                    <a:pt x="5074663" y="1836879"/>
                  </a:lnTo>
                  <a:lnTo>
                    <a:pt x="5074999" y="1833163"/>
                  </a:lnTo>
                  <a:lnTo>
                    <a:pt x="5075336" y="1829749"/>
                  </a:lnTo>
                  <a:lnTo>
                    <a:pt x="5075672" y="1826774"/>
                  </a:lnTo>
                  <a:lnTo>
                    <a:pt x="5076009" y="1824113"/>
                  </a:lnTo>
                  <a:lnTo>
                    <a:pt x="5076345" y="1821540"/>
                  </a:lnTo>
                  <a:lnTo>
                    <a:pt x="5076682" y="1819094"/>
                  </a:lnTo>
                  <a:lnTo>
                    <a:pt x="5077018" y="1816429"/>
                  </a:lnTo>
                  <a:lnTo>
                    <a:pt x="5077355" y="1814432"/>
                  </a:lnTo>
                  <a:lnTo>
                    <a:pt x="5077691" y="1813429"/>
                  </a:lnTo>
                  <a:lnTo>
                    <a:pt x="5078028" y="1813476"/>
                  </a:lnTo>
                  <a:lnTo>
                    <a:pt x="5078364" y="1814370"/>
                  </a:lnTo>
                  <a:lnTo>
                    <a:pt x="5078700" y="1816081"/>
                  </a:lnTo>
                  <a:lnTo>
                    <a:pt x="5079037" y="1818560"/>
                  </a:lnTo>
                  <a:lnTo>
                    <a:pt x="5079373" y="1821751"/>
                  </a:lnTo>
                  <a:lnTo>
                    <a:pt x="5079710" y="1827082"/>
                  </a:lnTo>
                  <a:lnTo>
                    <a:pt x="5080046" y="1833009"/>
                  </a:lnTo>
                  <a:lnTo>
                    <a:pt x="5080383" y="1839331"/>
                  </a:lnTo>
                  <a:lnTo>
                    <a:pt x="5080719" y="1845201"/>
                  </a:lnTo>
                  <a:lnTo>
                    <a:pt x="5081056" y="1851487"/>
                  </a:lnTo>
                  <a:lnTo>
                    <a:pt x="5081392" y="1858980"/>
                  </a:lnTo>
                  <a:lnTo>
                    <a:pt x="5081729" y="1867487"/>
                  </a:lnTo>
                  <a:lnTo>
                    <a:pt x="5082065" y="1876474"/>
                  </a:lnTo>
                  <a:lnTo>
                    <a:pt x="5082401" y="1885002"/>
                  </a:lnTo>
                  <a:lnTo>
                    <a:pt x="5082738" y="1893070"/>
                  </a:lnTo>
                  <a:lnTo>
                    <a:pt x="5083074" y="1900456"/>
                  </a:lnTo>
                  <a:lnTo>
                    <a:pt x="5083411" y="1907532"/>
                  </a:lnTo>
                  <a:lnTo>
                    <a:pt x="5083747" y="1914314"/>
                  </a:lnTo>
                  <a:lnTo>
                    <a:pt x="5084084" y="1921599"/>
                  </a:lnTo>
                  <a:lnTo>
                    <a:pt x="5084420" y="1929142"/>
                  </a:lnTo>
                  <a:lnTo>
                    <a:pt x="5084757" y="1936564"/>
                  </a:lnTo>
                  <a:lnTo>
                    <a:pt x="5085093" y="1943734"/>
                  </a:lnTo>
                  <a:lnTo>
                    <a:pt x="5085430" y="1950760"/>
                  </a:lnTo>
                  <a:lnTo>
                    <a:pt x="5085766" y="1957758"/>
                  </a:lnTo>
                  <a:lnTo>
                    <a:pt x="5086103" y="1964195"/>
                  </a:lnTo>
                  <a:lnTo>
                    <a:pt x="5086439" y="1969612"/>
                  </a:lnTo>
                  <a:lnTo>
                    <a:pt x="5086775" y="1973901"/>
                  </a:lnTo>
                  <a:lnTo>
                    <a:pt x="5087112" y="1977637"/>
                  </a:lnTo>
                  <a:lnTo>
                    <a:pt x="5087448" y="1981322"/>
                  </a:lnTo>
                  <a:lnTo>
                    <a:pt x="5087785" y="1985029"/>
                  </a:lnTo>
                  <a:lnTo>
                    <a:pt x="5088121" y="1988672"/>
                  </a:lnTo>
                  <a:lnTo>
                    <a:pt x="5088458" y="1992214"/>
                  </a:lnTo>
                  <a:lnTo>
                    <a:pt x="5088794" y="1995389"/>
                  </a:lnTo>
                  <a:lnTo>
                    <a:pt x="5089131" y="1997451"/>
                  </a:lnTo>
                  <a:lnTo>
                    <a:pt x="5089467" y="1998406"/>
                  </a:lnTo>
                  <a:lnTo>
                    <a:pt x="5089804" y="1999269"/>
                  </a:lnTo>
                  <a:lnTo>
                    <a:pt x="5090140" y="2000123"/>
                  </a:lnTo>
                  <a:lnTo>
                    <a:pt x="5090477" y="2001093"/>
                  </a:lnTo>
                  <a:lnTo>
                    <a:pt x="5090813" y="2002307"/>
                  </a:lnTo>
                  <a:lnTo>
                    <a:pt x="5091149" y="2004060"/>
                  </a:lnTo>
                  <a:lnTo>
                    <a:pt x="5091486" y="2006417"/>
                  </a:lnTo>
                  <a:lnTo>
                    <a:pt x="5091822" y="2009729"/>
                  </a:lnTo>
                  <a:lnTo>
                    <a:pt x="5092159" y="2013565"/>
                  </a:lnTo>
                  <a:lnTo>
                    <a:pt x="5092495" y="2017330"/>
                  </a:lnTo>
                  <a:lnTo>
                    <a:pt x="5092832" y="2020742"/>
                  </a:lnTo>
                  <a:lnTo>
                    <a:pt x="5093168" y="2024212"/>
                  </a:lnTo>
                  <a:lnTo>
                    <a:pt x="5093505" y="2027453"/>
                  </a:lnTo>
                  <a:lnTo>
                    <a:pt x="5093841" y="2030951"/>
                  </a:lnTo>
                  <a:lnTo>
                    <a:pt x="5094178" y="2035140"/>
                  </a:lnTo>
                  <a:lnTo>
                    <a:pt x="5094514" y="2039975"/>
                  </a:lnTo>
                  <a:lnTo>
                    <a:pt x="5094851" y="2045557"/>
                  </a:lnTo>
                  <a:lnTo>
                    <a:pt x="5095187" y="2051736"/>
                  </a:lnTo>
                  <a:lnTo>
                    <a:pt x="5095523" y="2058022"/>
                  </a:lnTo>
                  <a:lnTo>
                    <a:pt x="5095860" y="2064078"/>
                  </a:lnTo>
                  <a:lnTo>
                    <a:pt x="5096196" y="2069416"/>
                  </a:lnTo>
                  <a:lnTo>
                    <a:pt x="5096533" y="2072050"/>
                  </a:lnTo>
                  <a:lnTo>
                    <a:pt x="5096869" y="2074227"/>
                  </a:lnTo>
                  <a:lnTo>
                    <a:pt x="5097206" y="2075448"/>
                  </a:lnTo>
                  <a:lnTo>
                    <a:pt x="5097542" y="2077071"/>
                  </a:lnTo>
                  <a:lnTo>
                    <a:pt x="5097879" y="2079168"/>
                  </a:lnTo>
                  <a:lnTo>
                    <a:pt x="5098215" y="2080937"/>
                  </a:lnTo>
                  <a:lnTo>
                    <a:pt x="5098552" y="2083155"/>
                  </a:lnTo>
                  <a:lnTo>
                    <a:pt x="5098888" y="2085488"/>
                  </a:lnTo>
                  <a:lnTo>
                    <a:pt x="5099225" y="2087462"/>
                  </a:lnTo>
                  <a:lnTo>
                    <a:pt x="5099561" y="2089811"/>
                  </a:lnTo>
                  <a:lnTo>
                    <a:pt x="5099897" y="2091663"/>
                  </a:lnTo>
                  <a:lnTo>
                    <a:pt x="5100234" y="2093162"/>
                  </a:lnTo>
                  <a:lnTo>
                    <a:pt x="5100570" y="2094443"/>
                  </a:lnTo>
                  <a:lnTo>
                    <a:pt x="5100907" y="2096195"/>
                  </a:lnTo>
                  <a:lnTo>
                    <a:pt x="5101243" y="2098287"/>
                  </a:lnTo>
                  <a:lnTo>
                    <a:pt x="5101580" y="2100670"/>
                  </a:lnTo>
                  <a:lnTo>
                    <a:pt x="5101916" y="2103660"/>
                  </a:lnTo>
                  <a:lnTo>
                    <a:pt x="5102253" y="2106784"/>
                  </a:lnTo>
                  <a:lnTo>
                    <a:pt x="5102589" y="2109963"/>
                  </a:lnTo>
                  <a:lnTo>
                    <a:pt x="5102926" y="2113700"/>
                  </a:lnTo>
                  <a:lnTo>
                    <a:pt x="5103262" y="2117785"/>
                  </a:lnTo>
                  <a:lnTo>
                    <a:pt x="5103599" y="2122373"/>
                  </a:lnTo>
                  <a:lnTo>
                    <a:pt x="5103935" y="2127118"/>
                  </a:lnTo>
                  <a:lnTo>
                    <a:pt x="5104271" y="2131775"/>
                  </a:lnTo>
                  <a:lnTo>
                    <a:pt x="5104608" y="2136838"/>
                  </a:lnTo>
                  <a:lnTo>
                    <a:pt x="5104944" y="2141698"/>
                  </a:lnTo>
                  <a:lnTo>
                    <a:pt x="5105281" y="2145748"/>
                  </a:lnTo>
                  <a:lnTo>
                    <a:pt x="5105617" y="2150153"/>
                  </a:lnTo>
                  <a:lnTo>
                    <a:pt x="5105954" y="2153989"/>
                  </a:lnTo>
                  <a:lnTo>
                    <a:pt x="5106290" y="2158075"/>
                  </a:lnTo>
                  <a:lnTo>
                    <a:pt x="5106627" y="2162423"/>
                  </a:lnTo>
                  <a:lnTo>
                    <a:pt x="5106963" y="2167023"/>
                  </a:lnTo>
                  <a:lnTo>
                    <a:pt x="5107300" y="2171378"/>
                  </a:lnTo>
                  <a:lnTo>
                    <a:pt x="5107636" y="2175346"/>
                  </a:lnTo>
                  <a:lnTo>
                    <a:pt x="5107973" y="2179091"/>
                  </a:lnTo>
                  <a:lnTo>
                    <a:pt x="5108309" y="2182213"/>
                  </a:lnTo>
                  <a:lnTo>
                    <a:pt x="5108645" y="2185317"/>
                  </a:lnTo>
                  <a:lnTo>
                    <a:pt x="5108982" y="2188087"/>
                  </a:lnTo>
                  <a:lnTo>
                    <a:pt x="5109318" y="2190300"/>
                  </a:lnTo>
                  <a:lnTo>
                    <a:pt x="5109655" y="2193002"/>
                  </a:lnTo>
                  <a:lnTo>
                    <a:pt x="5109991" y="2197131"/>
                  </a:lnTo>
                  <a:lnTo>
                    <a:pt x="5110328" y="2201256"/>
                  </a:lnTo>
                  <a:lnTo>
                    <a:pt x="5110664" y="2204490"/>
                  </a:lnTo>
                  <a:lnTo>
                    <a:pt x="5111001" y="2207694"/>
                  </a:lnTo>
                  <a:lnTo>
                    <a:pt x="5111337" y="2210773"/>
                  </a:lnTo>
                  <a:lnTo>
                    <a:pt x="5111674" y="2212390"/>
                  </a:lnTo>
                  <a:lnTo>
                    <a:pt x="5112010" y="2212778"/>
                  </a:lnTo>
                  <a:lnTo>
                    <a:pt x="5112347" y="2212387"/>
                  </a:lnTo>
                  <a:lnTo>
                    <a:pt x="5112683" y="2212308"/>
                  </a:lnTo>
                  <a:lnTo>
                    <a:pt x="5113019" y="2212083"/>
                  </a:lnTo>
                  <a:lnTo>
                    <a:pt x="5113356" y="2211806"/>
                  </a:lnTo>
                  <a:lnTo>
                    <a:pt x="5113692" y="2211455"/>
                  </a:lnTo>
                  <a:lnTo>
                    <a:pt x="5114029" y="2210864"/>
                  </a:lnTo>
                  <a:lnTo>
                    <a:pt x="5114365" y="2210005"/>
                  </a:lnTo>
                  <a:lnTo>
                    <a:pt x="5114702" y="2208707"/>
                  </a:lnTo>
                  <a:lnTo>
                    <a:pt x="5115038" y="2207122"/>
                  </a:lnTo>
                  <a:lnTo>
                    <a:pt x="5115375" y="2205248"/>
                  </a:lnTo>
                  <a:lnTo>
                    <a:pt x="5115711" y="2203003"/>
                  </a:lnTo>
                  <a:lnTo>
                    <a:pt x="5116048" y="2200731"/>
                  </a:lnTo>
                  <a:lnTo>
                    <a:pt x="5116384" y="2198554"/>
                  </a:lnTo>
                  <a:lnTo>
                    <a:pt x="5116720" y="2196361"/>
                  </a:lnTo>
                  <a:lnTo>
                    <a:pt x="5117057" y="2194596"/>
                  </a:lnTo>
                  <a:lnTo>
                    <a:pt x="5117393" y="2192868"/>
                  </a:lnTo>
                  <a:lnTo>
                    <a:pt x="5117730" y="2192207"/>
                  </a:lnTo>
                  <a:lnTo>
                    <a:pt x="5118066" y="2190030"/>
                  </a:lnTo>
                  <a:lnTo>
                    <a:pt x="5118403" y="2187408"/>
                  </a:lnTo>
                  <a:lnTo>
                    <a:pt x="5118739" y="2185087"/>
                  </a:lnTo>
                  <a:lnTo>
                    <a:pt x="5119076" y="2183169"/>
                  </a:lnTo>
                  <a:lnTo>
                    <a:pt x="5119412" y="2181459"/>
                  </a:lnTo>
                  <a:lnTo>
                    <a:pt x="5119749" y="2180159"/>
                  </a:lnTo>
                  <a:lnTo>
                    <a:pt x="5120085" y="2179210"/>
                  </a:lnTo>
                  <a:lnTo>
                    <a:pt x="5120422" y="2178363"/>
                  </a:lnTo>
                  <a:lnTo>
                    <a:pt x="5120758" y="2177314"/>
                  </a:lnTo>
                  <a:lnTo>
                    <a:pt x="5121094" y="2176344"/>
                  </a:lnTo>
                  <a:lnTo>
                    <a:pt x="5121431" y="2175403"/>
                  </a:lnTo>
                  <a:lnTo>
                    <a:pt x="5121767" y="2174663"/>
                  </a:lnTo>
                  <a:lnTo>
                    <a:pt x="5122104" y="2173851"/>
                  </a:lnTo>
                  <a:lnTo>
                    <a:pt x="5122440" y="2173377"/>
                  </a:lnTo>
                  <a:lnTo>
                    <a:pt x="5122777" y="2172177"/>
                  </a:lnTo>
                  <a:lnTo>
                    <a:pt x="5123113" y="2170754"/>
                  </a:lnTo>
                  <a:lnTo>
                    <a:pt x="5123450" y="2169016"/>
                  </a:lnTo>
                  <a:lnTo>
                    <a:pt x="5123786" y="2166099"/>
                  </a:lnTo>
                  <a:lnTo>
                    <a:pt x="5124123" y="2163046"/>
                  </a:lnTo>
                  <a:lnTo>
                    <a:pt x="5124459" y="2160294"/>
                  </a:lnTo>
                  <a:lnTo>
                    <a:pt x="5124796" y="2157097"/>
                  </a:lnTo>
                  <a:lnTo>
                    <a:pt x="5125132" y="2154436"/>
                  </a:lnTo>
                  <a:lnTo>
                    <a:pt x="5125468" y="2151472"/>
                  </a:lnTo>
                  <a:lnTo>
                    <a:pt x="5125805" y="2148437"/>
                  </a:lnTo>
                  <a:lnTo>
                    <a:pt x="5126141" y="2144666"/>
                  </a:lnTo>
                  <a:lnTo>
                    <a:pt x="5126478" y="2140389"/>
                  </a:lnTo>
                  <a:lnTo>
                    <a:pt x="5126814" y="2135986"/>
                  </a:lnTo>
                  <a:lnTo>
                    <a:pt x="5127151" y="2131637"/>
                  </a:lnTo>
                  <a:lnTo>
                    <a:pt x="5127487" y="2127270"/>
                  </a:lnTo>
                  <a:lnTo>
                    <a:pt x="5127824" y="2124161"/>
                  </a:lnTo>
                  <a:lnTo>
                    <a:pt x="5128160" y="2122290"/>
                  </a:lnTo>
                  <a:lnTo>
                    <a:pt x="5128497" y="2121172"/>
                  </a:lnTo>
                  <a:lnTo>
                    <a:pt x="5128833" y="2120836"/>
                  </a:lnTo>
                  <a:lnTo>
                    <a:pt x="5129170" y="2120512"/>
                  </a:lnTo>
                  <a:lnTo>
                    <a:pt x="5129506" y="2120302"/>
                  </a:lnTo>
                  <a:lnTo>
                    <a:pt x="5129842" y="2120225"/>
                  </a:lnTo>
                  <a:lnTo>
                    <a:pt x="5130179" y="2120471"/>
                  </a:lnTo>
                  <a:lnTo>
                    <a:pt x="5130515" y="2120477"/>
                  </a:lnTo>
                  <a:lnTo>
                    <a:pt x="5130852" y="2120536"/>
                  </a:lnTo>
                  <a:lnTo>
                    <a:pt x="5131188" y="2121104"/>
                  </a:lnTo>
                  <a:lnTo>
                    <a:pt x="5131525" y="2122191"/>
                  </a:lnTo>
                  <a:lnTo>
                    <a:pt x="5131861" y="2123431"/>
                  </a:lnTo>
                  <a:lnTo>
                    <a:pt x="5132198" y="2124515"/>
                  </a:lnTo>
                  <a:lnTo>
                    <a:pt x="5132534" y="2125071"/>
                  </a:lnTo>
                  <a:lnTo>
                    <a:pt x="5132871" y="2124467"/>
                  </a:lnTo>
                  <a:lnTo>
                    <a:pt x="5133207" y="2123321"/>
                  </a:lnTo>
                  <a:lnTo>
                    <a:pt x="5133544" y="2121932"/>
                  </a:lnTo>
                  <a:lnTo>
                    <a:pt x="5133880" y="2120338"/>
                  </a:lnTo>
                  <a:lnTo>
                    <a:pt x="5134216" y="2118943"/>
                  </a:lnTo>
                  <a:lnTo>
                    <a:pt x="5134553" y="2117773"/>
                  </a:lnTo>
                  <a:lnTo>
                    <a:pt x="5134889" y="2116901"/>
                  </a:lnTo>
                  <a:lnTo>
                    <a:pt x="5135226" y="2116522"/>
                  </a:lnTo>
                  <a:lnTo>
                    <a:pt x="5135562" y="2116453"/>
                  </a:lnTo>
                  <a:lnTo>
                    <a:pt x="5135899" y="2116286"/>
                  </a:lnTo>
                  <a:lnTo>
                    <a:pt x="5136235" y="2116211"/>
                  </a:lnTo>
                  <a:lnTo>
                    <a:pt x="5136572" y="2116318"/>
                  </a:lnTo>
                  <a:lnTo>
                    <a:pt x="5136908" y="2114558"/>
                  </a:lnTo>
                  <a:lnTo>
                    <a:pt x="5137245" y="2112633"/>
                  </a:lnTo>
                  <a:lnTo>
                    <a:pt x="5137581" y="2111641"/>
                  </a:lnTo>
                  <a:lnTo>
                    <a:pt x="5137918" y="2111282"/>
                  </a:lnTo>
                  <a:lnTo>
                    <a:pt x="5138254" y="2110908"/>
                  </a:lnTo>
                  <a:lnTo>
                    <a:pt x="5138590" y="2110204"/>
                  </a:lnTo>
                  <a:lnTo>
                    <a:pt x="5138927" y="2109651"/>
                  </a:lnTo>
                  <a:lnTo>
                    <a:pt x="5139263" y="2108767"/>
                  </a:lnTo>
                  <a:lnTo>
                    <a:pt x="5139600" y="2107661"/>
                  </a:lnTo>
                  <a:lnTo>
                    <a:pt x="5139936" y="2106892"/>
                  </a:lnTo>
                  <a:lnTo>
                    <a:pt x="5140273" y="2106741"/>
                  </a:lnTo>
                  <a:lnTo>
                    <a:pt x="5140609" y="2107352"/>
                  </a:lnTo>
                  <a:lnTo>
                    <a:pt x="5140946" y="2109748"/>
                  </a:lnTo>
                  <a:lnTo>
                    <a:pt x="5141282" y="2113118"/>
                  </a:lnTo>
                  <a:lnTo>
                    <a:pt x="5141619" y="2116631"/>
                  </a:lnTo>
                  <a:lnTo>
                    <a:pt x="5141955" y="2120480"/>
                  </a:lnTo>
                  <a:lnTo>
                    <a:pt x="5142292" y="2124830"/>
                  </a:lnTo>
                  <a:lnTo>
                    <a:pt x="5142628" y="2128872"/>
                  </a:lnTo>
                  <a:lnTo>
                    <a:pt x="5142964" y="2132706"/>
                  </a:lnTo>
                  <a:lnTo>
                    <a:pt x="5143301" y="2136245"/>
                  </a:lnTo>
                  <a:lnTo>
                    <a:pt x="5143637" y="2139866"/>
                  </a:lnTo>
                  <a:lnTo>
                    <a:pt x="5143974" y="2143605"/>
                  </a:lnTo>
                  <a:lnTo>
                    <a:pt x="5144310" y="2147687"/>
                  </a:lnTo>
                  <a:lnTo>
                    <a:pt x="5144647" y="2151558"/>
                  </a:lnTo>
                  <a:lnTo>
                    <a:pt x="5144983" y="2155177"/>
                  </a:lnTo>
                  <a:lnTo>
                    <a:pt x="5145320" y="2158130"/>
                  </a:lnTo>
                  <a:lnTo>
                    <a:pt x="5145656" y="2160548"/>
                  </a:lnTo>
                  <a:lnTo>
                    <a:pt x="5145993" y="2162396"/>
                  </a:lnTo>
                  <a:lnTo>
                    <a:pt x="5146329" y="2163418"/>
                  </a:lnTo>
                  <a:lnTo>
                    <a:pt x="5146666" y="2163289"/>
                  </a:lnTo>
                  <a:lnTo>
                    <a:pt x="5147002" y="2163317"/>
                  </a:lnTo>
                  <a:lnTo>
                    <a:pt x="5147338" y="2163210"/>
                  </a:lnTo>
                  <a:lnTo>
                    <a:pt x="5147675" y="2163181"/>
                  </a:lnTo>
                  <a:lnTo>
                    <a:pt x="5148011" y="2163540"/>
                  </a:lnTo>
                  <a:lnTo>
                    <a:pt x="5148348" y="2164043"/>
                  </a:lnTo>
                  <a:lnTo>
                    <a:pt x="5148684" y="2164381"/>
                  </a:lnTo>
                  <a:lnTo>
                    <a:pt x="5149021" y="2164417"/>
                  </a:lnTo>
                  <a:lnTo>
                    <a:pt x="5149357" y="2163906"/>
                  </a:lnTo>
                  <a:lnTo>
                    <a:pt x="5149694" y="2162714"/>
                  </a:lnTo>
                  <a:lnTo>
                    <a:pt x="5150030" y="2160544"/>
                  </a:lnTo>
                  <a:lnTo>
                    <a:pt x="5150367" y="2159264"/>
                  </a:lnTo>
                  <a:lnTo>
                    <a:pt x="5150703" y="2157844"/>
                  </a:lnTo>
                  <a:lnTo>
                    <a:pt x="5151039" y="2156503"/>
                  </a:lnTo>
                  <a:lnTo>
                    <a:pt x="5151376" y="2155111"/>
                  </a:lnTo>
                  <a:lnTo>
                    <a:pt x="5151712" y="2153636"/>
                  </a:lnTo>
                  <a:lnTo>
                    <a:pt x="5152049" y="2151995"/>
                  </a:lnTo>
                  <a:lnTo>
                    <a:pt x="5152385" y="2149841"/>
                  </a:lnTo>
                  <a:lnTo>
                    <a:pt x="5152722" y="2147172"/>
                  </a:lnTo>
                  <a:lnTo>
                    <a:pt x="5153058" y="2143804"/>
                  </a:lnTo>
                  <a:lnTo>
                    <a:pt x="5153395" y="2140122"/>
                  </a:lnTo>
                  <a:lnTo>
                    <a:pt x="5153731" y="2136348"/>
                  </a:lnTo>
                  <a:lnTo>
                    <a:pt x="5154068" y="2132794"/>
                  </a:lnTo>
                  <a:lnTo>
                    <a:pt x="5154404" y="2129130"/>
                  </a:lnTo>
                  <a:lnTo>
                    <a:pt x="5154741" y="2125476"/>
                  </a:lnTo>
                  <a:lnTo>
                    <a:pt x="5155077" y="2122162"/>
                  </a:lnTo>
                  <a:lnTo>
                    <a:pt x="5155413" y="2119068"/>
                  </a:lnTo>
                  <a:lnTo>
                    <a:pt x="5155750" y="2115721"/>
                  </a:lnTo>
                  <a:lnTo>
                    <a:pt x="5156086" y="2110556"/>
                  </a:lnTo>
                  <a:lnTo>
                    <a:pt x="5156423" y="2105340"/>
                  </a:lnTo>
                  <a:lnTo>
                    <a:pt x="5156759" y="2099722"/>
                  </a:lnTo>
                  <a:lnTo>
                    <a:pt x="5157096" y="2094075"/>
                  </a:lnTo>
                  <a:lnTo>
                    <a:pt x="5157432" y="2089068"/>
                  </a:lnTo>
                  <a:lnTo>
                    <a:pt x="5157769" y="2084046"/>
                  </a:lnTo>
                  <a:lnTo>
                    <a:pt x="5158105" y="2079318"/>
                  </a:lnTo>
                  <a:lnTo>
                    <a:pt x="5158442" y="2074972"/>
                  </a:lnTo>
                  <a:lnTo>
                    <a:pt x="5158778" y="2070561"/>
                  </a:lnTo>
                  <a:lnTo>
                    <a:pt x="5159115" y="2065553"/>
                  </a:lnTo>
                  <a:lnTo>
                    <a:pt x="5159451" y="2060072"/>
                  </a:lnTo>
                  <a:lnTo>
                    <a:pt x="5159787" y="2054777"/>
                  </a:lnTo>
                  <a:lnTo>
                    <a:pt x="5160124" y="2049971"/>
                  </a:lnTo>
                  <a:lnTo>
                    <a:pt x="5160460" y="2045186"/>
                  </a:lnTo>
                  <a:lnTo>
                    <a:pt x="5160797" y="2041213"/>
                  </a:lnTo>
                  <a:lnTo>
                    <a:pt x="5161133" y="2037118"/>
                  </a:lnTo>
                  <a:lnTo>
                    <a:pt x="5161470" y="2032484"/>
                  </a:lnTo>
                  <a:lnTo>
                    <a:pt x="5161806" y="2027951"/>
                  </a:lnTo>
                  <a:lnTo>
                    <a:pt x="5162143" y="2023195"/>
                  </a:lnTo>
                  <a:lnTo>
                    <a:pt x="5162479" y="2017828"/>
                  </a:lnTo>
                  <a:lnTo>
                    <a:pt x="5162816" y="2011922"/>
                  </a:lnTo>
                  <a:lnTo>
                    <a:pt x="5163152" y="2005471"/>
                  </a:lnTo>
                  <a:lnTo>
                    <a:pt x="5163489" y="1998330"/>
                  </a:lnTo>
                  <a:lnTo>
                    <a:pt x="5163825" y="1990923"/>
                  </a:lnTo>
                  <a:lnTo>
                    <a:pt x="5164161" y="1982840"/>
                  </a:lnTo>
                  <a:lnTo>
                    <a:pt x="5164498" y="1975268"/>
                  </a:lnTo>
                  <a:lnTo>
                    <a:pt x="5164834" y="1968041"/>
                  </a:lnTo>
                  <a:lnTo>
                    <a:pt x="5165171" y="1960404"/>
                  </a:lnTo>
                  <a:lnTo>
                    <a:pt x="5165507" y="1952070"/>
                  </a:lnTo>
                  <a:lnTo>
                    <a:pt x="5165844" y="1945089"/>
                  </a:lnTo>
                  <a:lnTo>
                    <a:pt x="5166180" y="1938620"/>
                  </a:lnTo>
                  <a:lnTo>
                    <a:pt x="5166517" y="1933113"/>
                  </a:lnTo>
                  <a:lnTo>
                    <a:pt x="5166853" y="1927400"/>
                  </a:lnTo>
                  <a:lnTo>
                    <a:pt x="5167190" y="1921956"/>
                  </a:lnTo>
                  <a:lnTo>
                    <a:pt x="5167526" y="1916466"/>
                  </a:lnTo>
                  <a:lnTo>
                    <a:pt x="5167863" y="1911400"/>
                  </a:lnTo>
                  <a:lnTo>
                    <a:pt x="5168199" y="1906689"/>
                  </a:lnTo>
                  <a:lnTo>
                    <a:pt x="5168535" y="1902387"/>
                  </a:lnTo>
                  <a:lnTo>
                    <a:pt x="5168872" y="1898295"/>
                  </a:lnTo>
                  <a:lnTo>
                    <a:pt x="5169208" y="1894359"/>
                  </a:lnTo>
                  <a:lnTo>
                    <a:pt x="5169545" y="1890392"/>
                  </a:lnTo>
                  <a:lnTo>
                    <a:pt x="5169881" y="1886163"/>
                  </a:lnTo>
                  <a:lnTo>
                    <a:pt x="5170218" y="1881903"/>
                  </a:lnTo>
                  <a:lnTo>
                    <a:pt x="5170554" y="1877957"/>
                  </a:lnTo>
                  <a:lnTo>
                    <a:pt x="5170891" y="1874510"/>
                  </a:lnTo>
                  <a:lnTo>
                    <a:pt x="5171227" y="1870853"/>
                  </a:lnTo>
                  <a:lnTo>
                    <a:pt x="5171564" y="1866861"/>
                  </a:lnTo>
                  <a:lnTo>
                    <a:pt x="5171900" y="1861305"/>
                  </a:lnTo>
                  <a:lnTo>
                    <a:pt x="5172237" y="1856156"/>
                  </a:lnTo>
                  <a:lnTo>
                    <a:pt x="5172573" y="1852427"/>
                  </a:lnTo>
                  <a:lnTo>
                    <a:pt x="5172909" y="1848739"/>
                  </a:lnTo>
                  <a:lnTo>
                    <a:pt x="5173246" y="1845662"/>
                  </a:lnTo>
                  <a:lnTo>
                    <a:pt x="5173582" y="1841953"/>
                  </a:lnTo>
                  <a:lnTo>
                    <a:pt x="5173919" y="1837709"/>
                  </a:lnTo>
                  <a:lnTo>
                    <a:pt x="5174255" y="1833609"/>
                  </a:lnTo>
                  <a:lnTo>
                    <a:pt x="5174592" y="1829459"/>
                  </a:lnTo>
                  <a:lnTo>
                    <a:pt x="5174928" y="1825205"/>
                  </a:lnTo>
                  <a:lnTo>
                    <a:pt x="5175265" y="1820672"/>
                  </a:lnTo>
                  <a:lnTo>
                    <a:pt x="5175601" y="1817786"/>
                  </a:lnTo>
                  <a:lnTo>
                    <a:pt x="5175938" y="1815173"/>
                  </a:lnTo>
                  <a:lnTo>
                    <a:pt x="5176274" y="1813353"/>
                  </a:lnTo>
                  <a:lnTo>
                    <a:pt x="5176611" y="1811187"/>
                  </a:lnTo>
                  <a:lnTo>
                    <a:pt x="5176947" y="1808292"/>
                  </a:lnTo>
                  <a:lnTo>
                    <a:pt x="5177283" y="1805417"/>
                  </a:lnTo>
                  <a:lnTo>
                    <a:pt x="5177620" y="1802032"/>
                  </a:lnTo>
                  <a:lnTo>
                    <a:pt x="5177956" y="1799087"/>
                  </a:lnTo>
                  <a:lnTo>
                    <a:pt x="5178293" y="1795935"/>
                  </a:lnTo>
                  <a:lnTo>
                    <a:pt x="5178629" y="1792990"/>
                  </a:lnTo>
                  <a:lnTo>
                    <a:pt x="5178966" y="1791222"/>
                  </a:lnTo>
                  <a:lnTo>
                    <a:pt x="5179302" y="1789941"/>
                  </a:lnTo>
                  <a:lnTo>
                    <a:pt x="5179639" y="1788812"/>
                  </a:lnTo>
                  <a:lnTo>
                    <a:pt x="5179975" y="1787485"/>
                  </a:lnTo>
                  <a:lnTo>
                    <a:pt x="5180312" y="1786276"/>
                  </a:lnTo>
                  <a:lnTo>
                    <a:pt x="5180648" y="1784766"/>
                  </a:lnTo>
                  <a:lnTo>
                    <a:pt x="5180984" y="1782996"/>
                  </a:lnTo>
                  <a:lnTo>
                    <a:pt x="5181321" y="1781165"/>
                  </a:lnTo>
                  <a:lnTo>
                    <a:pt x="5181657" y="1779822"/>
                  </a:lnTo>
                  <a:lnTo>
                    <a:pt x="5181994" y="1778523"/>
                  </a:lnTo>
                  <a:lnTo>
                    <a:pt x="5182330" y="1778010"/>
                  </a:lnTo>
                  <a:lnTo>
                    <a:pt x="5182667" y="1776509"/>
                  </a:lnTo>
                  <a:lnTo>
                    <a:pt x="5183003" y="1774739"/>
                  </a:lnTo>
                  <a:lnTo>
                    <a:pt x="5183340" y="1772630"/>
                  </a:lnTo>
                  <a:lnTo>
                    <a:pt x="5183676" y="1769930"/>
                  </a:lnTo>
                  <a:lnTo>
                    <a:pt x="5184013" y="1766771"/>
                  </a:lnTo>
                  <a:lnTo>
                    <a:pt x="5184349" y="1764194"/>
                  </a:lnTo>
                  <a:lnTo>
                    <a:pt x="5184686" y="1761459"/>
                  </a:lnTo>
                  <a:lnTo>
                    <a:pt x="5185022" y="1758387"/>
                  </a:lnTo>
                  <a:lnTo>
                    <a:pt x="5185358" y="1756016"/>
                  </a:lnTo>
                  <a:lnTo>
                    <a:pt x="5185695" y="1754637"/>
                  </a:lnTo>
                  <a:lnTo>
                    <a:pt x="5186031" y="1752255"/>
                  </a:lnTo>
                  <a:lnTo>
                    <a:pt x="5186368" y="1749940"/>
                  </a:lnTo>
                  <a:lnTo>
                    <a:pt x="5186704" y="1747615"/>
                  </a:lnTo>
                  <a:lnTo>
                    <a:pt x="5187041" y="1745313"/>
                  </a:lnTo>
                  <a:lnTo>
                    <a:pt x="5187377" y="1742903"/>
                  </a:lnTo>
                  <a:lnTo>
                    <a:pt x="5187714" y="1740413"/>
                  </a:lnTo>
                  <a:lnTo>
                    <a:pt x="5188050" y="1737888"/>
                  </a:lnTo>
                  <a:lnTo>
                    <a:pt x="5188387" y="1735158"/>
                  </a:lnTo>
                  <a:lnTo>
                    <a:pt x="5188723" y="1732644"/>
                  </a:lnTo>
                  <a:lnTo>
                    <a:pt x="5189060" y="1730284"/>
                  </a:lnTo>
                  <a:lnTo>
                    <a:pt x="5189396" y="1728173"/>
                  </a:lnTo>
                  <a:lnTo>
                    <a:pt x="5189732" y="1726714"/>
                  </a:lnTo>
                  <a:lnTo>
                    <a:pt x="5190069" y="1725479"/>
                  </a:lnTo>
                  <a:lnTo>
                    <a:pt x="5190405" y="1724983"/>
                  </a:lnTo>
                  <a:lnTo>
                    <a:pt x="5190742" y="1724494"/>
                  </a:lnTo>
                  <a:lnTo>
                    <a:pt x="5191078" y="1724818"/>
                  </a:lnTo>
                  <a:lnTo>
                    <a:pt x="5191415" y="1725665"/>
                  </a:lnTo>
                  <a:lnTo>
                    <a:pt x="5191751" y="1726549"/>
                  </a:lnTo>
                  <a:lnTo>
                    <a:pt x="5192088" y="1727914"/>
                  </a:lnTo>
                  <a:lnTo>
                    <a:pt x="5192424" y="1728413"/>
                  </a:lnTo>
                  <a:lnTo>
                    <a:pt x="5192761" y="1729243"/>
                  </a:lnTo>
                  <a:lnTo>
                    <a:pt x="5193097" y="1730561"/>
                  </a:lnTo>
                  <a:lnTo>
                    <a:pt x="5193434" y="1733247"/>
                  </a:lnTo>
                  <a:lnTo>
                    <a:pt x="5193770" y="1736877"/>
                  </a:lnTo>
                  <a:lnTo>
                    <a:pt x="5194106" y="1741532"/>
                  </a:lnTo>
                  <a:lnTo>
                    <a:pt x="5194443" y="1747067"/>
                  </a:lnTo>
                  <a:lnTo>
                    <a:pt x="5194779" y="1752870"/>
                  </a:lnTo>
                  <a:lnTo>
                    <a:pt x="5195116" y="1758020"/>
                  </a:lnTo>
                  <a:lnTo>
                    <a:pt x="5195452" y="1763008"/>
                  </a:lnTo>
                  <a:lnTo>
                    <a:pt x="5195789" y="1768624"/>
                  </a:lnTo>
                  <a:lnTo>
                    <a:pt x="5196125" y="1774362"/>
                  </a:lnTo>
                  <a:lnTo>
                    <a:pt x="5196462" y="1780391"/>
                  </a:lnTo>
                  <a:lnTo>
                    <a:pt x="5196798" y="1787095"/>
                  </a:lnTo>
                  <a:lnTo>
                    <a:pt x="5197135" y="1794313"/>
                  </a:lnTo>
                  <a:lnTo>
                    <a:pt x="5197471" y="1801460"/>
                  </a:lnTo>
                  <a:lnTo>
                    <a:pt x="5197808" y="1808905"/>
                  </a:lnTo>
                  <a:lnTo>
                    <a:pt x="5198144" y="1816360"/>
                  </a:lnTo>
                  <a:lnTo>
                    <a:pt x="5198480" y="1823156"/>
                  </a:lnTo>
                  <a:lnTo>
                    <a:pt x="5198817" y="1829397"/>
                  </a:lnTo>
                  <a:lnTo>
                    <a:pt x="5199153" y="1835133"/>
                  </a:lnTo>
                  <a:lnTo>
                    <a:pt x="5199490" y="1840472"/>
                  </a:lnTo>
                  <a:lnTo>
                    <a:pt x="5199826" y="1845850"/>
                  </a:lnTo>
                  <a:lnTo>
                    <a:pt x="5200163" y="1851720"/>
                  </a:lnTo>
                  <a:lnTo>
                    <a:pt x="5200499" y="1857637"/>
                  </a:lnTo>
                  <a:lnTo>
                    <a:pt x="5200836" y="1863020"/>
                  </a:lnTo>
                  <a:lnTo>
                    <a:pt x="5201172" y="1867969"/>
                  </a:lnTo>
                  <a:lnTo>
                    <a:pt x="5201509" y="1872590"/>
                  </a:lnTo>
                  <a:lnTo>
                    <a:pt x="5201845" y="1876683"/>
                  </a:lnTo>
                  <a:lnTo>
                    <a:pt x="5202182" y="1880178"/>
                  </a:lnTo>
                  <a:lnTo>
                    <a:pt x="5202518" y="1883359"/>
                  </a:lnTo>
                  <a:lnTo>
                    <a:pt x="5202854" y="1886675"/>
                  </a:lnTo>
                  <a:lnTo>
                    <a:pt x="5203191" y="1890370"/>
                  </a:lnTo>
                  <a:lnTo>
                    <a:pt x="5203527" y="1893901"/>
                  </a:lnTo>
                  <a:lnTo>
                    <a:pt x="5203864" y="1897034"/>
                  </a:lnTo>
                  <a:lnTo>
                    <a:pt x="5204200" y="1901912"/>
                  </a:lnTo>
                  <a:lnTo>
                    <a:pt x="5204537" y="1906783"/>
                  </a:lnTo>
                  <a:lnTo>
                    <a:pt x="5204873" y="1911029"/>
                  </a:lnTo>
                  <a:lnTo>
                    <a:pt x="5205210" y="1914477"/>
                  </a:lnTo>
                  <a:lnTo>
                    <a:pt x="5205546" y="1917351"/>
                  </a:lnTo>
                  <a:lnTo>
                    <a:pt x="5205883" y="1920354"/>
                  </a:lnTo>
                  <a:lnTo>
                    <a:pt x="5206219" y="1923206"/>
                  </a:lnTo>
                  <a:lnTo>
                    <a:pt x="5206556" y="1926065"/>
                  </a:lnTo>
                  <a:lnTo>
                    <a:pt x="5206892" y="1928795"/>
                  </a:lnTo>
                  <a:lnTo>
                    <a:pt x="5207228" y="1931238"/>
                  </a:lnTo>
                  <a:lnTo>
                    <a:pt x="5207565" y="1933278"/>
                  </a:lnTo>
                  <a:lnTo>
                    <a:pt x="5207901" y="1934442"/>
                  </a:lnTo>
                  <a:lnTo>
                    <a:pt x="5208238" y="1933684"/>
                  </a:lnTo>
                  <a:lnTo>
                    <a:pt x="5208574" y="1932247"/>
                  </a:lnTo>
                  <a:lnTo>
                    <a:pt x="5208911" y="1930695"/>
                  </a:lnTo>
                  <a:lnTo>
                    <a:pt x="5209247" y="1928620"/>
                  </a:lnTo>
                  <a:lnTo>
                    <a:pt x="5209584" y="1925901"/>
                  </a:lnTo>
                  <a:lnTo>
                    <a:pt x="5209920" y="1923159"/>
                  </a:lnTo>
                  <a:lnTo>
                    <a:pt x="5210257" y="1920504"/>
                  </a:lnTo>
                  <a:lnTo>
                    <a:pt x="5210593" y="1918121"/>
                  </a:lnTo>
                  <a:lnTo>
                    <a:pt x="5210930" y="1915687"/>
                  </a:lnTo>
                  <a:lnTo>
                    <a:pt x="5211266" y="1913076"/>
                  </a:lnTo>
                  <a:lnTo>
                    <a:pt x="5211602" y="1909956"/>
                  </a:lnTo>
                  <a:lnTo>
                    <a:pt x="5211939" y="1906954"/>
                  </a:lnTo>
                  <a:lnTo>
                    <a:pt x="5212275" y="1904175"/>
                  </a:lnTo>
                  <a:lnTo>
                    <a:pt x="5212612" y="1901424"/>
                  </a:lnTo>
                  <a:lnTo>
                    <a:pt x="5212948" y="1898668"/>
                  </a:lnTo>
                  <a:lnTo>
                    <a:pt x="5213285" y="1896037"/>
                  </a:lnTo>
                  <a:lnTo>
                    <a:pt x="5213621" y="1893729"/>
                  </a:lnTo>
                  <a:lnTo>
                    <a:pt x="5213958" y="1892335"/>
                  </a:lnTo>
                  <a:lnTo>
                    <a:pt x="5214294" y="1890726"/>
                  </a:lnTo>
                  <a:lnTo>
                    <a:pt x="5214631" y="1889476"/>
                  </a:lnTo>
                  <a:lnTo>
                    <a:pt x="5214967" y="1888370"/>
                  </a:lnTo>
                  <a:lnTo>
                    <a:pt x="5215303" y="1887256"/>
                  </a:lnTo>
                  <a:lnTo>
                    <a:pt x="5215640" y="1886078"/>
                  </a:lnTo>
                  <a:lnTo>
                    <a:pt x="5215976" y="1884785"/>
                  </a:lnTo>
                  <a:lnTo>
                    <a:pt x="5216313" y="1884358"/>
                  </a:lnTo>
                  <a:lnTo>
                    <a:pt x="5216649" y="1884331"/>
                  </a:lnTo>
                  <a:lnTo>
                    <a:pt x="5216986" y="1884803"/>
                  </a:lnTo>
                  <a:lnTo>
                    <a:pt x="5217322" y="1886041"/>
                  </a:lnTo>
                  <a:lnTo>
                    <a:pt x="5217659" y="1886596"/>
                  </a:lnTo>
                  <a:lnTo>
                    <a:pt x="5217995" y="1887748"/>
                  </a:lnTo>
                  <a:lnTo>
                    <a:pt x="5218332" y="1889329"/>
                  </a:lnTo>
                  <a:lnTo>
                    <a:pt x="5218668" y="1891182"/>
                  </a:lnTo>
                  <a:lnTo>
                    <a:pt x="5219005" y="1893401"/>
                  </a:lnTo>
                  <a:lnTo>
                    <a:pt x="5219341" y="1896017"/>
                  </a:lnTo>
                  <a:lnTo>
                    <a:pt x="5219677" y="1899152"/>
                  </a:lnTo>
                  <a:lnTo>
                    <a:pt x="5220014" y="1902502"/>
                  </a:lnTo>
                  <a:lnTo>
                    <a:pt x="5220350" y="1906254"/>
                  </a:lnTo>
                  <a:lnTo>
                    <a:pt x="5220687" y="1910336"/>
                  </a:lnTo>
                  <a:lnTo>
                    <a:pt x="5221023" y="1914759"/>
                  </a:lnTo>
                  <a:lnTo>
                    <a:pt x="5221360" y="1919500"/>
                  </a:lnTo>
                  <a:lnTo>
                    <a:pt x="5221696" y="1924938"/>
                  </a:lnTo>
                  <a:lnTo>
                    <a:pt x="5222033" y="1930622"/>
                  </a:lnTo>
                  <a:lnTo>
                    <a:pt x="5222369" y="1935941"/>
                  </a:lnTo>
                  <a:lnTo>
                    <a:pt x="5222706" y="1941046"/>
                  </a:lnTo>
                  <a:lnTo>
                    <a:pt x="5223042" y="1946182"/>
                  </a:lnTo>
                  <a:lnTo>
                    <a:pt x="5223379" y="1952993"/>
                  </a:lnTo>
                  <a:lnTo>
                    <a:pt x="5223715" y="1959976"/>
                  </a:lnTo>
                  <a:lnTo>
                    <a:pt x="5224051" y="1967606"/>
                  </a:lnTo>
                  <a:lnTo>
                    <a:pt x="5224388" y="1975336"/>
                  </a:lnTo>
                  <a:lnTo>
                    <a:pt x="5224724" y="1982563"/>
                  </a:lnTo>
                  <a:lnTo>
                    <a:pt x="5225061" y="1989884"/>
                  </a:lnTo>
                  <a:lnTo>
                    <a:pt x="5225397" y="1996946"/>
                  </a:lnTo>
                  <a:lnTo>
                    <a:pt x="5225734" y="2003592"/>
                  </a:lnTo>
                  <a:lnTo>
                    <a:pt x="5226070" y="2010187"/>
                  </a:lnTo>
                  <a:lnTo>
                    <a:pt x="5226407" y="2016833"/>
                  </a:lnTo>
                  <a:lnTo>
                    <a:pt x="5226743" y="2023564"/>
                  </a:lnTo>
                  <a:lnTo>
                    <a:pt x="5227080" y="2029527"/>
                  </a:lnTo>
                  <a:lnTo>
                    <a:pt x="5227416" y="2034707"/>
                  </a:lnTo>
                  <a:lnTo>
                    <a:pt x="5227753" y="2039722"/>
                  </a:lnTo>
                  <a:lnTo>
                    <a:pt x="5228089" y="2044320"/>
                  </a:lnTo>
                  <a:lnTo>
                    <a:pt x="5228425" y="2048716"/>
                  </a:lnTo>
                  <a:lnTo>
                    <a:pt x="5228762" y="2053559"/>
                  </a:lnTo>
                  <a:lnTo>
                    <a:pt x="5229098" y="2058092"/>
                  </a:lnTo>
                  <a:lnTo>
                    <a:pt x="5229435" y="2062546"/>
                  </a:lnTo>
                  <a:lnTo>
                    <a:pt x="5229771" y="2067417"/>
                  </a:lnTo>
                  <a:lnTo>
                    <a:pt x="5230108" y="2072741"/>
                  </a:lnTo>
                  <a:lnTo>
                    <a:pt x="5230444" y="2078244"/>
                  </a:lnTo>
                  <a:lnTo>
                    <a:pt x="5230781" y="2084250"/>
                  </a:lnTo>
                  <a:lnTo>
                    <a:pt x="5231117" y="2090579"/>
                  </a:lnTo>
                  <a:lnTo>
                    <a:pt x="5231454" y="2097634"/>
                  </a:lnTo>
                  <a:lnTo>
                    <a:pt x="5231790" y="2104050"/>
                  </a:lnTo>
                  <a:lnTo>
                    <a:pt x="5232127" y="2110487"/>
                  </a:lnTo>
                  <a:lnTo>
                    <a:pt x="5232463" y="2117636"/>
                  </a:lnTo>
                  <a:lnTo>
                    <a:pt x="5232799" y="2125474"/>
                  </a:lnTo>
                  <a:lnTo>
                    <a:pt x="5233136" y="2131628"/>
                  </a:lnTo>
                  <a:lnTo>
                    <a:pt x="5233472" y="2137429"/>
                  </a:lnTo>
                  <a:lnTo>
                    <a:pt x="5233809" y="2142167"/>
                  </a:lnTo>
                  <a:lnTo>
                    <a:pt x="5234145" y="2146314"/>
                  </a:lnTo>
                  <a:lnTo>
                    <a:pt x="5234482" y="2150639"/>
                  </a:lnTo>
                  <a:lnTo>
                    <a:pt x="5234818" y="2155101"/>
                  </a:lnTo>
                  <a:lnTo>
                    <a:pt x="5235155" y="2158941"/>
                  </a:lnTo>
                  <a:lnTo>
                    <a:pt x="5235491" y="2163370"/>
                  </a:lnTo>
                  <a:lnTo>
                    <a:pt x="5235828" y="2167284"/>
                  </a:lnTo>
                  <a:lnTo>
                    <a:pt x="5236164" y="2170646"/>
                  </a:lnTo>
                  <a:lnTo>
                    <a:pt x="5236501" y="2173656"/>
                  </a:lnTo>
                  <a:lnTo>
                    <a:pt x="5236837" y="2176466"/>
                  </a:lnTo>
                  <a:lnTo>
                    <a:pt x="5237173" y="2179339"/>
                  </a:lnTo>
                  <a:lnTo>
                    <a:pt x="5237510" y="2181998"/>
                  </a:lnTo>
                  <a:lnTo>
                    <a:pt x="5237846" y="2184358"/>
                  </a:lnTo>
                  <a:lnTo>
                    <a:pt x="5238183" y="2186105"/>
                  </a:lnTo>
                  <a:lnTo>
                    <a:pt x="5238519" y="2187925"/>
                  </a:lnTo>
                  <a:lnTo>
                    <a:pt x="5238856" y="2190096"/>
                  </a:lnTo>
                  <a:lnTo>
                    <a:pt x="5239192" y="2193923"/>
                  </a:lnTo>
                  <a:lnTo>
                    <a:pt x="5239529" y="2197399"/>
                  </a:lnTo>
                  <a:lnTo>
                    <a:pt x="5239865" y="2200675"/>
                  </a:lnTo>
                  <a:lnTo>
                    <a:pt x="5240202" y="2204021"/>
                  </a:lnTo>
                  <a:lnTo>
                    <a:pt x="5240538" y="2207524"/>
                  </a:lnTo>
                  <a:lnTo>
                    <a:pt x="5240875" y="2211735"/>
                  </a:lnTo>
                  <a:lnTo>
                    <a:pt x="5241211" y="2216922"/>
                  </a:lnTo>
                  <a:lnTo>
                    <a:pt x="5241547" y="2221456"/>
                  </a:lnTo>
                  <a:lnTo>
                    <a:pt x="5241884" y="2226348"/>
                  </a:lnTo>
                  <a:lnTo>
                    <a:pt x="5242220" y="2231664"/>
                  </a:lnTo>
                  <a:lnTo>
                    <a:pt x="5242557" y="2237354"/>
                  </a:lnTo>
                  <a:lnTo>
                    <a:pt x="5242893" y="2241357"/>
                  </a:lnTo>
                  <a:lnTo>
                    <a:pt x="5243230" y="2245180"/>
                  </a:lnTo>
                  <a:lnTo>
                    <a:pt x="5243566" y="2248497"/>
                  </a:lnTo>
                  <a:lnTo>
                    <a:pt x="5243903" y="2252138"/>
                  </a:lnTo>
                  <a:lnTo>
                    <a:pt x="5244239" y="2256042"/>
                  </a:lnTo>
                  <a:lnTo>
                    <a:pt x="5244576" y="2259391"/>
                  </a:lnTo>
                  <a:lnTo>
                    <a:pt x="5244912" y="2262617"/>
                  </a:lnTo>
                  <a:lnTo>
                    <a:pt x="5245249" y="2265614"/>
                  </a:lnTo>
                  <a:lnTo>
                    <a:pt x="5245585" y="2268429"/>
                  </a:lnTo>
                  <a:lnTo>
                    <a:pt x="5245921" y="2270993"/>
                  </a:lnTo>
                  <a:lnTo>
                    <a:pt x="5246258" y="2273249"/>
                  </a:lnTo>
                  <a:lnTo>
                    <a:pt x="5246594" y="2275665"/>
                  </a:lnTo>
                  <a:lnTo>
                    <a:pt x="5246931" y="2278167"/>
                  </a:lnTo>
                  <a:lnTo>
                    <a:pt x="5247267" y="2280305"/>
                  </a:lnTo>
                  <a:lnTo>
                    <a:pt x="5247604" y="2282550"/>
                  </a:lnTo>
                  <a:lnTo>
                    <a:pt x="5247940" y="2285177"/>
                  </a:lnTo>
                  <a:lnTo>
                    <a:pt x="5248277" y="2288100"/>
                  </a:lnTo>
                  <a:lnTo>
                    <a:pt x="5248613" y="2291324"/>
                  </a:lnTo>
                  <a:lnTo>
                    <a:pt x="5248950" y="2294373"/>
                  </a:lnTo>
                  <a:lnTo>
                    <a:pt x="5249286" y="2298165"/>
                  </a:lnTo>
                  <a:lnTo>
                    <a:pt x="5249622" y="2301597"/>
                  </a:lnTo>
                  <a:lnTo>
                    <a:pt x="5249959" y="2306540"/>
                  </a:lnTo>
                  <a:lnTo>
                    <a:pt x="5250295" y="2311660"/>
                  </a:lnTo>
                  <a:lnTo>
                    <a:pt x="5250632" y="2316978"/>
                  </a:lnTo>
                  <a:lnTo>
                    <a:pt x="5250968" y="2322650"/>
                  </a:lnTo>
                  <a:lnTo>
                    <a:pt x="5251305" y="2328756"/>
                  </a:lnTo>
                  <a:lnTo>
                    <a:pt x="5251641" y="2333997"/>
                  </a:lnTo>
                  <a:lnTo>
                    <a:pt x="5251978" y="2339526"/>
                  </a:lnTo>
                  <a:lnTo>
                    <a:pt x="5252314" y="2345254"/>
                  </a:lnTo>
                  <a:lnTo>
                    <a:pt x="5252651" y="2351538"/>
                  </a:lnTo>
                  <a:lnTo>
                    <a:pt x="5252987" y="2357332"/>
                  </a:lnTo>
                  <a:lnTo>
                    <a:pt x="5253324" y="2364204"/>
                  </a:lnTo>
                  <a:lnTo>
                    <a:pt x="5253660" y="2370578"/>
                  </a:lnTo>
                  <a:lnTo>
                    <a:pt x="5253996" y="2376670"/>
                  </a:lnTo>
                  <a:lnTo>
                    <a:pt x="5254333" y="2382196"/>
                  </a:lnTo>
                  <a:lnTo>
                    <a:pt x="5254669" y="2387645"/>
                  </a:lnTo>
                  <a:lnTo>
                    <a:pt x="5255006" y="2392931"/>
                  </a:lnTo>
                  <a:lnTo>
                    <a:pt x="5255342" y="2398523"/>
                  </a:lnTo>
                  <a:lnTo>
                    <a:pt x="5255679" y="2404342"/>
                  </a:lnTo>
                  <a:lnTo>
                    <a:pt x="5256015" y="2409758"/>
                  </a:lnTo>
                  <a:lnTo>
                    <a:pt x="5256352" y="2414985"/>
                  </a:lnTo>
                  <a:lnTo>
                    <a:pt x="5256688" y="2420049"/>
                  </a:lnTo>
                  <a:lnTo>
                    <a:pt x="5257025" y="2424633"/>
                  </a:lnTo>
                  <a:lnTo>
                    <a:pt x="5257361" y="2429626"/>
                  </a:lnTo>
                  <a:lnTo>
                    <a:pt x="5257698" y="2433936"/>
                  </a:lnTo>
                  <a:lnTo>
                    <a:pt x="5258034" y="2438348"/>
                  </a:lnTo>
                  <a:lnTo>
                    <a:pt x="5258370" y="2443161"/>
                  </a:lnTo>
                  <a:lnTo>
                    <a:pt x="5258707" y="2448111"/>
                  </a:lnTo>
                  <a:lnTo>
                    <a:pt x="5259043" y="2453255"/>
                  </a:lnTo>
                  <a:lnTo>
                    <a:pt x="5259380" y="2458780"/>
                  </a:lnTo>
                  <a:lnTo>
                    <a:pt x="5259716" y="2464312"/>
                  </a:lnTo>
                  <a:lnTo>
                    <a:pt x="5260053" y="2469786"/>
                  </a:lnTo>
                  <a:lnTo>
                    <a:pt x="5260389" y="2474837"/>
                  </a:lnTo>
                  <a:lnTo>
                    <a:pt x="5260726" y="2479269"/>
                  </a:lnTo>
                  <a:lnTo>
                    <a:pt x="5261062" y="2483393"/>
                  </a:lnTo>
                  <a:lnTo>
                    <a:pt x="5261399" y="2486806"/>
                  </a:lnTo>
                  <a:lnTo>
                    <a:pt x="5261735" y="2489888"/>
                  </a:lnTo>
                  <a:lnTo>
                    <a:pt x="5262072" y="2492905"/>
                  </a:lnTo>
                  <a:lnTo>
                    <a:pt x="5262408" y="2496239"/>
                  </a:lnTo>
                  <a:lnTo>
                    <a:pt x="5262744" y="2499608"/>
                  </a:lnTo>
                  <a:lnTo>
                    <a:pt x="5263081" y="2502525"/>
                  </a:lnTo>
                  <a:lnTo>
                    <a:pt x="5263417" y="2505068"/>
                  </a:lnTo>
                  <a:lnTo>
                    <a:pt x="5263754" y="2507288"/>
                  </a:lnTo>
                  <a:lnTo>
                    <a:pt x="5264090" y="2509135"/>
                  </a:lnTo>
                  <a:lnTo>
                    <a:pt x="5264427" y="2510787"/>
                  </a:lnTo>
                  <a:lnTo>
                    <a:pt x="5264763" y="2512324"/>
                  </a:lnTo>
                  <a:lnTo>
                    <a:pt x="5265100" y="2513689"/>
                  </a:lnTo>
                  <a:lnTo>
                    <a:pt x="5265436" y="2514939"/>
                  </a:lnTo>
                  <a:lnTo>
                    <a:pt x="5265773" y="2516190"/>
                  </a:lnTo>
                  <a:lnTo>
                    <a:pt x="5266109" y="2517217"/>
                  </a:lnTo>
                  <a:lnTo>
                    <a:pt x="5266446" y="2518158"/>
                  </a:lnTo>
                  <a:lnTo>
                    <a:pt x="5266782" y="2518733"/>
                  </a:lnTo>
                  <a:lnTo>
                    <a:pt x="5267118" y="2519269"/>
                  </a:lnTo>
                  <a:lnTo>
                    <a:pt x="5267455" y="2519311"/>
                  </a:lnTo>
                  <a:lnTo>
                    <a:pt x="5267791" y="2518992"/>
                  </a:lnTo>
                  <a:lnTo>
                    <a:pt x="5268128" y="2517961"/>
                  </a:lnTo>
                  <a:lnTo>
                    <a:pt x="5268464" y="2516277"/>
                  </a:lnTo>
                  <a:lnTo>
                    <a:pt x="5268801" y="2514587"/>
                  </a:lnTo>
                  <a:lnTo>
                    <a:pt x="5269137" y="2513139"/>
                  </a:lnTo>
                  <a:lnTo>
                    <a:pt x="5269474" y="2510836"/>
                  </a:lnTo>
                  <a:lnTo>
                    <a:pt x="5269810" y="2507819"/>
                  </a:lnTo>
                  <a:lnTo>
                    <a:pt x="5270147" y="2504272"/>
                  </a:lnTo>
                  <a:lnTo>
                    <a:pt x="5270483" y="2500381"/>
                  </a:lnTo>
                  <a:lnTo>
                    <a:pt x="5270820" y="2497205"/>
                  </a:lnTo>
                  <a:lnTo>
                    <a:pt x="5271156" y="2494037"/>
                  </a:lnTo>
                  <a:lnTo>
                    <a:pt x="5271492" y="2490814"/>
                  </a:lnTo>
                  <a:lnTo>
                    <a:pt x="5271829" y="2487836"/>
                  </a:lnTo>
                  <a:lnTo>
                    <a:pt x="5272165" y="2485322"/>
                  </a:lnTo>
                  <a:lnTo>
                    <a:pt x="5272502" y="2483069"/>
                  </a:lnTo>
                  <a:lnTo>
                    <a:pt x="5272838" y="2481073"/>
                  </a:lnTo>
                  <a:lnTo>
                    <a:pt x="5273175" y="2478654"/>
                  </a:lnTo>
                  <a:lnTo>
                    <a:pt x="5273511" y="2476829"/>
                  </a:lnTo>
                  <a:lnTo>
                    <a:pt x="5273848" y="2475073"/>
                  </a:lnTo>
                  <a:lnTo>
                    <a:pt x="5274184" y="2473950"/>
                  </a:lnTo>
                  <a:lnTo>
                    <a:pt x="5274521" y="2473688"/>
                  </a:lnTo>
                  <a:lnTo>
                    <a:pt x="5274857" y="2473193"/>
                  </a:lnTo>
                  <a:lnTo>
                    <a:pt x="5275194" y="2473456"/>
                  </a:lnTo>
                  <a:lnTo>
                    <a:pt x="5275530" y="2474335"/>
                  </a:lnTo>
                  <a:lnTo>
                    <a:pt x="5275866" y="2475680"/>
                  </a:lnTo>
                  <a:lnTo>
                    <a:pt x="5276203" y="2477578"/>
                  </a:lnTo>
                  <a:lnTo>
                    <a:pt x="5276539" y="2479152"/>
                  </a:lnTo>
                  <a:lnTo>
                    <a:pt x="5276876" y="2481580"/>
                  </a:lnTo>
                  <a:lnTo>
                    <a:pt x="5277212" y="2484267"/>
                  </a:lnTo>
                  <a:lnTo>
                    <a:pt x="5277549" y="2486997"/>
                  </a:lnTo>
                  <a:lnTo>
                    <a:pt x="5277885" y="2489619"/>
                  </a:lnTo>
                  <a:lnTo>
                    <a:pt x="5278222" y="2492457"/>
                  </a:lnTo>
                  <a:lnTo>
                    <a:pt x="5278558" y="2495403"/>
                  </a:lnTo>
                  <a:lnTo>
                    <a:pt x="5278895" y="2498700"/>
                  </a:lnTo>
                  <a:lnTo>
                    <a:pt x="5279231" y="2502005"/>
                  </a:lnTo>
                  <a:lnTo>
                    <a:pt x="5279568" y="2505166"/>
                  </a:lnTo>
                  <a:lnTo>
                    <a:pt x="5279904" y="2508456"/>
                  </a:lnTo>
                  <a:lnTo>
                    <a:pt x="5280240" y="2511898"/>
                  </a:lnTo>
                  <a:lnTo>
                    <a:pt x="5280577" y="2515353"/>
                  </a:lnTo>
                  <a:lnTo>
                    <a:pt x="5280913" y="2518780"/>
                  </a:lnTo>
                  <a:lnTo>
                    <a:pt x="5281250" y="2522351"/>
                  </a:lnTo>
                  <a:lnTo>
                    <a:pt x="5281586" y="2526051"/>
                  </a:lnTo>
                  <a:lnTo>
                    <a:pt x="5281923" y="2529176"/>
                  </a:lnTo>
                  <a:lnTo>
                    <a:pt x="5282259" y="2531978"/>
                  </a:lnTo>
                  <a:lnTo>
                    <a:pt x="5282596" y="2534701"/>
                  </a:lnTo>
                  <a:lnTo>
                    <a:pt x="5282932" y="2537840"/>
                  </a:lnTo>
                  <a:lnTo>
                    <a:pt x="5283269" y="2541001"/>
                  </a:lnTo>
                  <a:lnTo>
                    <a:pt x="5283605" y="2543188"/>
                  </a:lnTo>
                  <a:lnTo>
                    <a:pt x="5283941" y="2544954"/>
                  </a:lnTo>
                  <a:lnTo>
                    <a:pt x="5284278" y="2546716"/>
                  </a:lnTo>
                  <a:lnTo>
                    <a:pt x="5284614" y="2548381"/>
                  </a:lnTo>
                  <a:lnTo>
                    <a:pt x="5284951" y="2549881"/>
                  </a:lnTo>
                  <a:lnTo>
                    <a:pt x="5285287" y="2550774"/>
                  </a:lnTo>
                  <a:lnTo>
                    <a:pt x="5285624" y="2551124"/>
                  </a:lnTo>
                  <a:lnTo>
                    <a:pt x="5285960" y="2550894"/>
                  </a:lnTo>
                  <a:lnTo>
                    <a:pt x="5286297" y="2549956"/>
                  </a:lnTo>
                  <a:lnTo>
                    <a:pt x="5286633" y="2548053"/>
                  </a:lnTo>
                  <a:lnTo>
                    <a:pt x="5286970" y="2545541"/>
                  </a:lnTo>
                  <a:lnTo>
                    <a:pt x="5287306" y="2542972"/>
                  </a:lnTo>
                  <a:lnTo>
                    <a:pt x="5287643" y="2540116"/>
                  </a:lnTo>
                  <a:lnTo>
                    <a:pt x="5287979" y="2537029"/>
                  </a:lnTo>
                  <a:lnTo>
                    <a:pt x="5288315" y="2534752"/>
                  </a:lnTo>
                  <a:lnTo>
                    <a:pt x="5288652" y="2532362"/>
                  </a:lnTo>
                  <a:lnTo>
                    <a:pt x="5288988" y="2529817"/>
                  </a:lnTo>
                  <a:lnTo>
                    <a:pt x="5289325" y="2526845"/>
                  </a:lnTo>
                  <a:lnTo>
                    <a:pt x="5289661" y="2523797"/>
                  </a:lnTo>
                  <a:lnTo>
                    <a:pt x="5289998" y="2520635"/>
                  </a:lnTo>
                  <a:lnTo>
                    <a:pt x="5290334" y="2517645"/>
                  </a:lnTo>
                  <a:lnTo>
                    <a:pt x="5290671" y="2514833"/>
                  </a:lnTo>
                  <a:lnTo>
                    <a:pt x="5291007" y="2512220"/>
                  </a:lnTo>
                  <a:lnTo>
                    <a:pt x="5291344" y="2509770"/>
                  </a:lnTo>
                  <a:lnTo>
                    <a:pt x="5291680" y="2507502"/>
                  </a:lnTo>
                  <a:lnTo>
                    <a:pt x="5292017" y="2505496"/>
                  </a:lnTo>
                  <a:lnTo>
                    <a:pt x="5292353" y="2503161"/>
                  </a:lnTo>
                  <a:lnTo>
                    <a:pt x="5292689" y="2500898"/>
                  </a:lnTo>
                  <a:lnTo>
                    <a:pt x="5293026" y="2498348"/>
                  </a:lnTo>
                  <a:lnTo>
                    <a:pt x="5293362" y="2495632"/>
                  </a:lnTo>
                  <a:lnTo>
                    <a:pt x="5293699" y="2493052"/>
                  </a:lnTo>
                  <a:lnTo>
                    <a:pt x="5294035" y="2490375"/>
                  </a:lnTo>
                  <a:lnTo>
                    <a:pt x="5294372" y="2488296"/>
                  </a:lnTo>
                  <a:lnTo>
                    <a:pt x="5294708" y="2485566"/>
                  </a:lnTo>
                  <a:lnTo>
                    <a:pt x="5295045" y="2483001"/>
                  </a:lnTo>
                  <a:lnTo>
                    <a:pt x="5295381" y="2481768"/>
                  </a:lnTo>
                  <a:lnTo>
                    <a:pt x="5295718" y="2480591"/>
                  </a:lnTo>
                  <a:lnTo>
                    <a:pt x="5296054" y="2479133"/>
                  </a:lnTo>
                  <a:lnTo>
                    <a:pt x="5296391" y="2477372"/>
                  </a:lnTo>
                  <a:lnTo>
                    <a:pt x="5296727" y="2475718"/>
                  </a:lnTo>
                  <a:lnTo>
                    <a:pt x="5297063" y="2473661"/>
                  </a:lnTo>
                  <a:lnTo>
                    <a:pt x="5297400" y="2471768"/>
                  </a:lnTo>
                  <a:lnTo>
                    <a:pt x="5297736" y="2470188"/>
                  </a:lnTo>
                  <a:lnTo>
                    <a:pt x="5298073" y="2468956"/>
                  </a:lnTo>
                  <a:lnTo>
                    <a:pt x="5298409" y="2468710"/>
                  </a:lnTo>
                  <a:lnTo>
                    <a:pt x="5298746" y="2468512"/>
                  </a:lnTo>
                  <a:lnTo>
                    <a:pt x="5299082" y="2468208"/>
                  </a:lnTo>
                  <a:lnTo>
                    <a:pt x="5299419" y="2467901"/>
                  </a:lnTo>
                  <a:lnTo>
                    <a:pt x="5299755" y="2467580"/>
                  </a:lnTo>
                  <a:lnTo>
                    <a:pt x="5300092" y="2467230"/>
                  </a:lnTo>
                  <a:lnTo>
                    <a:pt x="5300428" y="2466834"/>
                  </a:lnTo>
                  <a:lnTo>
                    <a:pt x="5300765" y="2466526"/>
                  </a:lnTo>
                  <a:lnTo>
                    <a:pt x="5301101" y="2466493"/>
                  </a:lnTo>
                  <a:lnTo>
                    <a:pt x="5301437" y="2466783"/>
                  </a:lnTo>
                  <a:lnTo>
                    <a:pt x="5301774" y="2466803"/>
                  </a:lnTo>
                  <a:lnTo>
                    <a:pt x="5302110" y="2467042"/>
                  </a:lnTo>
                  <a:lnTo>
                    <a:pt x="5302447" y="2467638"/>
                  </a:lnTo>
                  <a:lnTo>
                    <a:pt x="5302783" y="2467328"/>
                  </a:lnTo>
                  <a:lnTo>
                    <a:pt x="5303120" y="2467081"/>
                  </a:lnTo>
                  <a:lnTo>
                    <a:pt x="5303456" y="2467216"/>
                  </a:lnTo>
                  <a:lnTo>
                    <a:pt x="5303793" y="2467613"/>
                  </a:lnTo>
                  <a:lnTo>
                    <a:pt x="5304129" y="2468424"/>
                  </a:lnTo>
                  <a:lnTo>
                    <a:pt x="5304466" y="2469366"/>
                  </a:lnTo>
                  <a:lnTo>
                    <a:pt x="5304802" y="2470398"/>
                  </a:lnTo>
                  <a:lnTo>
                    <a:pt x="5305139" y="2471188"/>
                  </a:lnTo>
                  <a:lnTo>
                    <a:pt x="5305475" y="2471800"/>
                  </a:lnTo>
                  <a:lnTo>
                    <a:pt x="5305811" y="2472224"/>
                  </a:lnTo>
                  <a:lnTo>
                    <a:pt x="5306148" y="2472295"/>
                  </a:lnTo>
                  <a:lnTo>
                    <a:pt x="5306484" y="2472057"/>
                  </a:lnTo>
                  <a:lnTo>
                    <a:pt x="5306821" y="2472280"/>
                  </a:lnTo>
                  <a:lnTo>
                    <a:pt x="5307157" y="2472556"/>
                  </a:lnTo>
                  <a:lnTo>
                    <a:pt x="5307494" y="2472329"/>
                  </a:lnTo>
                  <a:lnTo>
                    <a:pt x="5307830" y="2471390"/>
                  </a:lnTo>
                  <a:lnTo>
                    <a:pt x="5308167" y="2470054"/>
                  </a:lnTo>
                  <a:lnTo>
                    <a:pt x="5308503" y="2468507"/>
                  </a:lnTo>
                  <a:lnTo>
                    <a:pt x="5308840" y="2467628"/>
                  </a:lnTo>
                  <a:lnTo>
                    <a:pt x="5309176" y="2466623"/>
                  </a:lnTo>
                  <a:lnTo>
                    <a:pt x="5309513" y="2465453"/>
                  </a:lnTo>
                  <a:lnTo>
                    <a:pt x="5309849" y="2463532"/>
                  </a:lnTo>
                  <a:lnTo>
                    <a:pt x="5310185" y="2461616"/>
                  </a:lnTo>
                  <a:lnTo>
                    <a:pt x="5310522" y="2459378"/>
                  </a:lnTo>
                  <a:lnTo>
                    <a:pt x="5310858" y="2455772"/>
                  </a:lnTo>
                  <a:lnTo>
                    <a:pt x="5311195" y="2452043"/>
                  </a:lnTo>
                  <a:lnTo>
                    <a:pt x="5311531" y="2448738"/>
                  </a:lnTo>
                  <a:lnTo>
                    <a:pt x="5311868" y="2446860"/>
                  </a:lnTo>
                  <a:lnTo>
                    <a:pt x="5312204" y="2445021"/>
                  </a:lnTo>
                  <a:lnTo>
                    <a:pt x="5312541" y="2444411"/>
                  </a:lnTo>
                  <a:lnTo>
                    <a:pt x="5312877" y="2444405"/>
                  </a:lnTo>
                  <a:lnTo>
                    <a:pt x="5313214" y="2444403"/>
                  </a:lnTo>
                  <a:lnTo>
                    <a:pt x="5313550" y="2444104"/>
                  </a:lnTo>
                  <a:lnTo>
                    <a:pt x="5313886" y="2443235"/>
                  </a:lnTo>
                  <a:lnTo>
                    <a:pt x="5314223" y="2442278"/>
                  </a:lnTo>
                  <a:lnTo>
                    <a:pt x="5314559" y="2441462"/>
                  </a:lnTo>
                  <a:lnTo>
                    <a:pt x="5314896" y="2440717"/>
                  </a:lnTo>
                  <a:lnTo>
                    <a:pt x="5315232" y="2440136"/>
                  </a:lnTo>
                  <a:lnTo>
                    <a:pt x="5315569" y="2439576"/>
                  </a:lnTo>
                  <a:lnTo>
                    <a:pt x="5315905" y="2438778"/>
                  </a:lnTo>
                  <a:lnTo>
                    <a:pt x="5316242" y="2437634"/>
                  </a:lnTo>
                  <a:lnTo>
                    <a:pt x="5316578" y="2435860"/>
                  </a:lnTo>
                  <a:lnTo>
                    <a:pt x="5316915" y="2433812"/>
                  </a:lnTo>
                  <a:lnTo>
                    <a:pt x="5317251" y="2431325"/>
                  </a:lnTo>
                  <a:lnTo>
                    <a:pt x="5317588" y="2427819"/>
                  </a:lnTo>
                  <a:lnTo>
                    <a:pt x="5317924" y="2424340"/>
                  </a:lnTo>
                  <a:lnTo>
                    <a:pt x="5318260" y="2421231"/>
                  </a:lnTo>
                  <a:lnTo>
                    <a:pt x="5318597" y="2418224"/>
                  </a:lnTo>
                  <a:lnTo>
                    <a:pt x="5318933" y="2415221"/>
                  </a:lnTo>
                  <a:lnTo>
                    <a:pt x="5319270" y="2410705"/>
                  </a:lnTo>
                  <a:lnTo>
                    <a:pt x="5319606" y="2405693"/>
                  </a:lnTo>
                  <a:lnTo>
                    <a:pt x="5319943" y="2400150"/>
                  </a:lnTo>
                  <a:lnTo>
                    <a:pt x="5320279" y="2394513"/>
                  </a:lnTo>
                  <a:lnTo>
                    <a:pt x="5320616" y="2389112"/>
                  </a:lnTo>
                  <a:lnTo>
                    <a:pt x="5320952" y="2384097"/>
                  </a:lnTo>
                  <a:lnTo>
                    <a:pt x="5321289" y="2379547"/>
                  </a:lnTo>
                  <a:lnTo>
                    <a:pt x="5321625" y="2375481"/>
                  </a:lnTo>
                  <a:lnTo>
                    <a:pt x="5321962" y="2371753"/>
                  </a:lnTo>
                  <a:lnTo>
                    <a:pt x="5322298" y="2368268"/>
                  </a:lnTo>
                  <a:lnTo>
                    <a:pt x="5322634" y="2364935"/>
                  </a:lnTo>
                  <a:lnTo>
                    <a:pt x="5322971" y="2361458"/>
                  </a:lnTo>
                  <a:lnTo>
                    <a:pt x="5323307" y="2358110"/>
                  </a:lnTo>
                  <a:lnTo>
                    <a:pt x="5323644" y="2354891"/>
                  </a:lnTo>
                  <a:lnTo>
                    <a:pt x="5323980" y="2351716"/>
                  </a:lnTo>
                  <a:lnTo>
                    <a:pt x="5324317" y="2348871"/>
                  </a:lnTo>
                  <a:lnTo>
                    <a:pt x="5324653" y="2346392"/>
                  </a:lnTo>
                  <a:lnTo>
                    <a:pt x="5324990" y="2344646"/>
                  </a:lnTo>
                  <a:lnTo>
                    <a:pt x="5325326" y="2343066"/>
                  </a:lnTo>
                  <a:lnTo>
                    <a:pt x="5325663" y="2341787"/>
                  </a:lnTo>
                  <a:lnTo>
                    <a:pt x="5325999" y="2340875"/>
                  </a:lnTo>
                  <a:lnTo>
                    <a:pt x="5326336" y="2340365"/>
                  </a:lnTo>
                  <a:lnTo>
                    <a:pt x="5326672" y="2339307"/>
                  </a:lnTo>
                  <a:lnTo>
                    <a:pt x="5327008" y="2338193"/>
                  </a:lnTo>
                  <a:lnTo>
                    <a:pt x="5327345" y="2337042"/>
                  </a:lnTo>
                  <a:lnTo>
                    <a:pt x="5327681" y="2335980"/>
                  </a:lnTo>
                  <a:lnTo>
                    <a:pt x="5328018" y="2335096"/>
                  </a:lnTo>
                  <a:lnTo>
                    <a:pt x="5328354" y="2334370"/>
                  </a:lnTo>
                  <a:lnTo>
                    <a:pt x="5328691" y="2333609"/>
                  </a:lnTo>
                  <a:lnTo>
                    <a:pt x="5329027" y="2332853"/>
                  </a:lnTo>
                  <a:lnTo>
                    <a:pt x="5329364" y="2332092"/>
                  </a:lnTo>
                  <a:lnTo>
                    <a:pt x="5329700" y="2331208"/>
                  </a:lnTo>
                  <a:lnTo>
                    <a:pt x="5330037" y="2329863"/>
                  </a:lnTo>
                  <a:lnTo>
                    <a:pt x="5330373" y="2328589"/>
                  </a:lnTo>
                  <a:lnTo>
                    <a:pt x="5330710" y="2327153"/>
                  </a:lnTo>
                  <a:lnTo>
                    <a:pt x="5331046" y="2325719"/>
                  </a:lnTo>
                  <a:lnTo>
                    <a:pt x="5331382" y="2324348"/>
                  </a:lnTo>
                  <a:lnTo>
                    <a:pt x="5331719" y="2323296"/>
                  </a:lnTo>
                  <a:lnTo>
                    <a:pt x="5332055" y="2321715"/>
                  </a:lnTo>
                  <a:lnTo>
                    <a:pt x="5332392" y="2320386"/>
                  </a:lnTo>
                  <a:lnTo>
                    <a:pt x="5332728" y="2319093"/>
                  </a:lnTo>
                  <a:lnTo>
                    <a:pt x="5333065" y="2317800"/>
                  </a:lnTo>
                  <a:lnTo>
                    <a:pt x="5333401" y="2316485"/>
                  </a:lnTo>
                  <a:lnTo>
                    <a:pt x="5333738" y="2315393"/>
                  </a:lnTo>
                  <a:lnTo>
                    <a:pt x="5334074" y="2314617"/>
                  </a:lnTo>
                  <a:lnTo>
                    <a:pt x="5334411" y="2313793"/>
                  </a:lnTo>
                  <a:lnTo>
                    <a:pt x="5334747" y="2313406"/>
                  </a:lnTo>
                  <a:lnTo>
                    <a:pt x="5335084" y="2313841"/>
                  </a:lnTo>
                  <a:lnTo>
                    <a:pt x="5335420" y="2315023"/>
                  </a:lnTo>
                  <a:lnTo>
                    <a:pt x="5335756" y="2317131"/>
                  </a:lnTo>
                  <a:lnTo>
                    <a:pt x="5336093" y="2319410"/>
                  </a:lnTo>
                  <a:lnTo>
                    <a:pt x="5336429" y="2321655"/>
                  </a:lnTo>
                  <a:lnTo>
                    <a:pt x="5336766" y="2324604"/>
                  </a:lnTo>
                  <a:lnTo>
                    <a:pt x="5337102" y="2328232"/>
                  </a:lnTo>
                  <a:lnTo>
                    <a:pt x="5337439" y="2332397"/>
                  </a:lnTo>
                  <a:lnTo>
                    <a:pt x="5337775" y="2336719"/>
                  </a:lnTo>
                  <a:lnTo>
                    <a:pt x="5338112" y="2340350"/>
                  </a:lnTo>
                  <a:lnTo>
                    <a:pt x="5338448" y="2344261"/>
                  </a:lnTo>
                  <a:lnTo>
                    <a:pt x="5338785" y="2348264"/>
                  </a:lnTo>
                  <a:lnTo>
                    <a:pt x="5339121" y="2352292"/>
                  </a:lnTo>
                  <a:lnTo>
                    <a:pt x="5339458" y="2356193"/>
                  </a:lnTo>
                  <a:lnTo>
                    <a:pt x="5339794" y="2359986"/>
                  </a:lnTo>
                  <a:lnTo>
                    <a:pt x="5340130" y="2363736"/>
                  </a:lnTo>
                  <a:lnTo>
                    <a:pt x="5340467" y="2368102"/>
                  </a:lnTo>
                  <a:lnTo>
                    <a:pt x="5340803" y="2372019"/>
                  </a:lnTo>
                  <a:lnTo>
                    <a:pt x="5341140" y="2375800"/>
                  </a:lnTo>
                  <a:lnTo>
                    <a:pt x="5341476" y="2379077"/>
                  </a:lnTo>
                  <a:lnTo>
                    <a:pt x="5341813" y="2381675"/>
                  </a:lnTo>
                  <a:lnTo>
                    <a:pt x="5342149" y="2384360"/>
                  </a:lnTo>
                  <a:lnTo>
                    <a:pt x="5342486" y="2386544"/>
                  </a:lnTo>
                  <a:lnTo>
                    <a:pt x="5342822" y="2388389"/>
                  </a:lnTo>
                  <a:lnTo>
                    <a:pt x="5343159" y="2390046"/>
                  </a:lnTo>
                  <a:lnTo>
                    <a:pt x="5343495" y="2390820"/>
                  </a:lnTo>
                  <a:lnTo>
                    <a:pt x="5343832" y="2392607"/>
                  </a:lnTo>
                  <a:lnTo>
                    <a:pt x="5344168" y="2393969"/>
                  </a:lnTo>
                  <a:lnTo>
                    <a:pt x="5344504" y="2394846"/>
                  </a:lnTo>
                  <a:lnTo>
                    <a:pt x="5344841" y="2395733"/>
                  </a:lnTo>
                  <a:lnTo>
                    <a:pt x="5345177" y="2396327"/>
                  </a:lnTo>
                  <a:lnTo>
                    <a:pt x="5345514" y="2396332"/>
                  </a:lnTo>
                  <a:lnTo>
                    <a:pt x="5345850" y="2395732"/>
                  </a:lnTo>
                  <a:lnTo>
                    <a:pt x="5346187" y="2394546"/>
                  </a:lnTo>
                  <a:lnTo>
                    <a:pt x="5346523" y="2393525"/>
                  </a:lnTo>
                  <a:lnTo>
                    <a:pt x="5346860" y="2392452"/>
                  </a:lnTo>
                  <a:lnTo>
                    <a:pt x="5347196" y="2391431"/>
                  </a:lnTo>
                  <a:lnTo>
                    <a:pt x="5347533" y="2390420"/>
                  </a:lnTo>
                  <a:lnTo>
                    <a:pt x="5347869" y="2389516"/>
                  </a:lnTo>
                  <a:lnTo>
                    <a:pt x="5348205" y="2388592"/>
                  </a:lnTo>
                  <a:lnTo>
                    <a:pt x="5348542" y="2387635"/>
                  </a:lnTo>
                  <a:lnTo>
                    <a:pt x="5348878" y="2386678"/>
                  </a:lnTo>
                  <a:lnTo>
                    <a:pt x="5349215" y="2385333"/>
                  </a:lnTo>
                  <a:lnTo>
                    <a:pt x="5349551" y="2384095"/>
                  </a:lnTo>
                  <a:lnTo>
                    <a:pt x="5349888" y="2382979"/>
                  </a:lnTo>
                  <a:lnTo>
                    <a:pt x="5350224" y="2381822"/>
                  </a:lnTo>
                  <a:lnTo>
                    <a:pt x="5350561" y="2380460"/>
                  </a:lnTo>
                  <a:lnTo>
                    <a:pt x="5350897" y="2379685"/>
                  </a:lnTo>
                  <a:lnTo>
                    <a:pt x="5351234" y="2379719"/>
                  </a:lnTo>
                  <a:lnTo>
                    <a:pt x="5351570" y="2380005"/>
                  </a:lnTo>
                  <a:lnTo>
                    <a:pt x="5351907" y="2380389"/>
                  </a:lnTo>
                  <a:lnTo>
                    <a:pt x="5352243" y="2380826"/>
                  </a:lnTo>
                  <a:lnTo>
                    <a:pt x="5352579" y="2381537"/>
                  </a:lnTo>
                  <a:lnTo>
                    <a:pt x="5352916" y="2382460"/>
                  </a:lnTo>
                  <a:lnTo>
                    <a:pt x="5353252" y="2383330"/>
                  </a:lnTo>
                  <a:lnTo>
                    <a:pt x="5353589" y="2384666"/>
                  </a:lnTo>
                  <a:lnTo>
                    <a:pt x="5353925" y="2386613"/>
                  </a:lnTo>
                  <a:lnTo>
                    <a:pt x="5354262" y="2389113"/>
                  </a:lnTo>
                  <a:lnTo>
                    <a:pt x="5354598" y="2391635"/>
                  </a:lnTo>
                  <a:lnTo>
                    <a:pt x="5354935" y="2394516"/>
                  </a:lnTo>
                  <a:lnTo>
                    <a:pt x="5355271" y="2397598"/>
                  </a:lnTo>
                  <a:lnTo>
                    <a:pt x="5355608" y="2399571"/>
                  </a:lnTo>
                  <a:lnTo>
                    <a:pt x="5355944" y="2401441"/>
                  </a:lnTo>
                  <a:lnTo>
                    <a:pt x="5356281" y="2403269"/>
                  </a:lnTo>
                  <a:lnTo>
                    <a:pt x="5356617" y="2405173"/>
                  </a:lnTo>
                  <a:lnTo>
                    <a:pt x="5356953" y="2406892"/>
                  </a:lnTo>
                  <a:lnTo>
                    <a:pt x="5357290" y="2408474"/>
                  </a:lnTo>
                  <a:lnTo>
                    <a:pt x="5357626" y="2409739"/>
                  </a:lnTo>
                  <a:lnTo>
                    <a:pt x="5357963" y="2410611"/>
                  </a:lnTo>
                  <a:lnTo>
                    <a:pt x="5358299" y="2411169"/>
                  </a:lnTo>
                  <a:lnTo>
                    <a:pt x="5358636" y="2411321"/>
                  </a:lnTo>
                  <a:lnTo>
                    <a:pt x="5358972" y="2411103"/>
                  </a:lnTo>
                  <a:lnTo>
                    <a:pt x="5359309" y="2410242"/>
                  </a:lnTo>
                  <a:lnTo>
                    <a:pt x="5359645" y="2409230"/>
                  </a:lnTo>
                  <a:lnTo>
                    <a:pt x="5359982" y="2407426"/>
                  </a:lnTo>
                  <a:lnTo>
                    <a:pt x="5360318" y="2405292"/>
                  </a:lnTo>
                  <a:lnTo>
                    <a:pt x="5360655" y="2403058"/>
                  </a:lnTo>
                  <a:lnTo>
                    <a:pt x="5360991" y="2400609"/>
                  </a:lnTo>
                  <a:lnTo>
                    <a:pt x="5361327" y="2398379"/>
                  </a:lnTo>
                  <a:lnTo>
                    <a:pt x="5361664" y="2396033"/>
                  </a:lnTo>
                  <a:lnTo>
                    <a:pt x="5362000" y="2394962"/>
                  </a:lnTo>
                  <a:lnTo>
                    <a:pt x="5362337" y="2393885"/>
                  </a:lnTo>
                  <a:lnTo>
                    <a:pt x="5362673" y="2391389"/>
                  </a:lnTo>
                  <a:lnTo>
                    <a:pt x="5363010" y="2389312"/>
                  </a:lnTo>
                  <a:lnTo>
                    <a:pt x="5363346" y="2387142"/>
                  </a:lnTo>
                  <a:lnTo>
                    <a:pt x="5363683" y="2385433"/>
                  </a:lnTo>
                  <a:lnTo>
                    <a:pt x="5364019" y="2383854"/>
                  </a:lnTo>
                  <a:lnTo>
                    <a:pt x="5364356" y="2383174"/>
                  </a:lnTo>
                  <a:lnTo>
                    <a:pt x="5364692" y="2382803"/>
                  </a:lnTo>
                  <a:lnTo>
                    <a:pt x="5365029" y="2382968"/>
                  </a:lnTo>
                  <a:lnTo>
                    <a:pt x="5365365" y="2383611"/>
                  </a:lnTo>
                  <a:lnTo>
                    <a:pt x="5365701" y="2383763"/>
                  </a:lnTo>
                  <a:lnTo>
                    <a:pt x="5366038" y="2384170"/>
                  </a:lnTo>
                  <a:lnTo>
                    <a:pt x="5366374" y="2384646"/>
                  </a:lnTo>
                  <a:lnTo>
                    <a:pt x="5366711" y="2385089"/>
                  </a:lnTo>
                  <a:lnTo>
                    <a:pt x="5367047" y="2385453"/>
                  </a:lnTo>
                  <a:lnTo>
                    <a:pt x="5367384" y="2385954"/>
                  </a:lnTo>
                  <a:lnTo>
                    <a:pt x="5367720" y="2386746"/>
                  </a:lnTo>
                  <a:lnTo>
                    <a:pt x="5368057" y="2387082"/>
                  </a:lnTo>
                  <a:lnTo>
                    <a:pt x="5368393" y="2387568"/>
                  </a:lnTo>
                  <a:lnTo>
                    <a:pt x="5368730" y="2387968"/>
                  </a:lnTo>
                  <a:lnTo>
                    <a:pt x="5369066" y="2388624"/>
                  </a:lnTo>
                  <a:lnTo>
                    <a:pt x="5369403" y="2389074"/>
                  </a:lnTo>
                  <a:lnTo>
                    <a:pt x="5369739" y="2389433"/>
                  </a:lnTo>
                  <a:lnTo>
                    <a:pt x="5370075" y="2390003"/>
                  </a:lnTo>
                  <a:lnTo>
                    <a:pt x="5370412" y="2390507"/>
                  </a:lnTo>
                  <a:lnTo>
                    <a:pt x="5370748" y="2390807"/>
                  </a:lnTo>
                  <a:lnTo>
                    <a:pt x="5371085" y="2390755"/>
                  </a:lnTo>
                  <a:lnTo>
                    <a:pt x="5371421" y="2390219"/>
                  </a:lnTo>
                  <a:lnTo>
                    <a:pt x="5371758" y="2389553"/>
                  </a:lnTo>
                  <a:lnTo>
                    <a:pt x="5372094" y="2388845"/>
                  </a:lnTo>
                  <a:lnTo>
                    <a:pt x="5372431" y="2388319"/>
                  </a:lnTo>
                  <a:lnTo>
                    <a:pt x="5372767" y="2387718"/>
                  </a:lnTo>
                  <a:lnTo>
                    <a:pt x="5373104" y="2387162"/>
                  </a:lnTo>
                  <a:lnTo>
                    <a:pt x="5373440" y="2387072"/>
                  </a:lnTo>
                  <a:lnTo>
                    <a:pt x="5373777" y="2387053"/>
                  </a:lnTo>
                  <a:lnTo>
                    <a:pt x="5374113" y="2386270"/>
                  </a:lnTo>
                  <a:lnTo>
                    <a:pt x="5374449" y="2384939"/>
                  </a:lnTo>
                  <a:lnTo>
                    <a:pt x="5374786" y="2383896"/>
                  </a:lnTo>
                  <a:lnTo>
                    <a:pt x="5375122" y="2383294"/>
                  </a:lnTo>
                  <a:lnTo>
                    <a:pt x="5375459" y="2382854"/>
                  </a:lnTo>
                  <a:lnTo>
                    <a:pt x="5375795" y="2382066"/>
                  </a:lnTo>
                  <a:lnTo>
                    <a:pt x="5376132" y="2381429"/>
                  </a:lnTo>
                  <a:lnTo>
                    <a:pt x="5376468" y="2381127"/>
                  </a:lnTo>
                  <a:lnTo>
                    <a:pt x="5376805" y="2381451"/>
                  </a:lnTo>
                  <a:lnTo>
                    <a:pt x="5377141" y="2382132"/>
                  </a:lnTo>
                  <a:lnTo>
                    <a:pt x="5377478" y="2382940"/>
                  </a:lnTo>
                  <a:lnTo>
                    <a:pt x="5377814" y="2384097"/>
                  </a:lnTo>
                  <a:lnTo>
                    <a:pt x="5378151" y="2386492"/>
                  </a:lnTo>
                  <a:lnTo>
                    <a:pt x="5378487" y="2388994"/>
                  </a:lnTo>
                  <a:lnTo>
                    <a:pt x="5378823" y="2391602"/>
                  </a:lnTo>
                  <a:lnTo>
                    <a:pt x="5379160" y="2393227"/>
                  </a:lnTo>
                  <a:lnTo>
                    <a:pt x="5379496" y="2395139"/>
                  </a:lnTo>
                  <a:lnTo>
                    <a:pt x="5379833" y="2395944"/>
                  </a:lnTo>
                  <a:lnTo>
                    <a:pt x="5380169" y="2396283"/>
                  </a:lnTo>
                  <a:lnTo>
                    <a:pt x="5380506" y="2396617"/>
                  </a:lnTo>
                  <a:lnTo>
                    <a:pt x="5380842" y="2397434"/>
                  </a:lnTo>
                  <a:lnTo>
                    <a:pt x="5381179" y="2398522"/>
                  </a:lnTo>
                  <a:lnTo>
                    <a:pt x="5381515" y="2399626"/>
                  </a:lnTo>
                  <a:lnTo>
                    <a:pt x="5381852" y="2400727"/>
                  </a:lnTo>
                  <a:lnTo>
                    <a:pt x="5382188" y="2402029"/>
                  </a:lnTo>
                  <a:lnTo>
                    <a:pt x="5382524" y="2402639"/>
                  </a:lnTo>
                  <a:lnTo>
                    <a:pt x="5382861" y="2403279"/>
                  </a:lnTo>
                  <a:lnTo>
                    <a:pt x="5383197" y="2404436"/>
                  </a:lnTo>
                  <a:lnTo>
                    <a:pt x="5383534" y="2405997"/>
                  </a:lnTo>
                  <a:lnTo>
                    <a:pt x="5383870" y="2407806"/>
                  </a:lnTo>
                  <a:lnTo>
                    <a:pt x="5384207" y="2409710"/>
                  </a:lnTo>
                  <a:lnTo>
                    <a:pt x="5384543" y="2411770"/>
                  </a:lnTo>
                  <a:lnTo>
                    <a:pt x="5384880" y="2414858"/>
                  </a:lnTo>
                  <a:lnTo>
                    <a:pt x="5385216" y="2417834"/>
                  </a:lnTo>
                  <a:lnTo>
                    <a:pt x="5385553" y="2420452"/>
                  </a:lnTo>
                  <a:lnTo>
                    <a:pt x="5385889" y="2422852"/>
                  </a:lnTo>
                  <a:lnTo>
                    <a:pt x="5386226" y="2425030"/>
                  </a:lnTo>
                  <a:lnTo>
                    <a:pt x="5386562" y="2428636"/>
                  </a:lnTo>
                  <a:lnTo>
                    <a:pt x="5386898" y="2432839"/>
                  </a:lnTo>
                  <a:lnTo>
                    <a:pt x="5387235" y="2437574"/>
                  </a:lnTo>
                  <a:lnTo>
                    <a:pt x="5387571" y="2442402"/>
                  </a:lnTo>
                  <a:lnTo>
                    <a:pt x="5387908" y="2447035"/>
                  </a:lnTo>
                  <a:lnTo>
                    <a:pt x="5388244" y="2451346"/>
                  </a:lnTo>
                  <a:lnTo>
                    <a:pt x="5388581" y="2455182"/>
                  </a:lnTo>
                  <a:lnTo>
                    <a:pt x="5388917" y="2458466"/>
                  </a:lnTo>
                  <a:lnTo>
                    <a:pt x="5389254" y="2461411"/>
                  </a:lnTo>
                  <a:lnTo>
                    <a:pt x="5389590" y="2464120"/>
                  </a:lnTo>
                  <a:lnTo>
                    <a:pt x="5389927" y="2467026"/>
                  </a:lnTo>
                  <a:lnTo>
                    <a:pt x="5390263" y="2469849"/>
                  </a:lnTo>
                  <a:lnTo>
                    <a:pt x="5390600" y="2472543"/>
                  </a:lnTo>
                  <a:lnTo>
                    <a:pt x="5390936" y="2474878"/>
                  </a:lnTo>
                  <a:lnTo>
                    <a:pt x="5391272" y="2476971"/>
                  </a:lnTo>
                  <a:lnTo>
                    <a:pt x="5391609" y="2478523"/>
                  </a:lnTo>
                  <a:lnTo>
                    <a:pt x="5391945" y="2479691"/>
                  </a:lnTo>
                  <a:lnTo>
                    <a:pt x="5392282" y="2479954"/>
                  </a:lnTo>
                  <a:lnTo>
                    <a:pt x="5392618" y="2479959"/>
                  </a:lnTo>
                  <a:lnTo>
                    <a:pt x="5392955" y="2479598"/>
                  </a:lnTo>
                  <a:lnTo>
                    <a:pt x="5393291" y="2478792"/>
                  </a:lnTo>
                  <a:lnTo>
                    <a:pt x="5393628" y="2477355"/>
                  </a:lnTo>
                  <a:lnTo>
                    <a:pt x="5393964" y="2476357"/>
                  </a:lnTo>
                  <a:lnTo>
                    <a:pt x="5394301" y="2475305"/>
                  </a:lnTo>
                  <a:lnTo>
                    <a:pt x="5394637" y="2474080"/>
                  </a:lnTo>
                  <a:lnTo>
                    <a:pt x="5394974" y="2472636"/>
                  </a:lnTo>
                  <a:lnTo>
                    <a:pt x="5395310" y="2471006"/>
                  </a:lnTo>
                  <a:lnTo>
                    <a:pt x="5395646" y="2469463"/>
                  </a:lnTo>
                  <a:lnTo>
                    <a:pt x="5395983" y="2467027"/>
                  </a:lnTo>
                  <a:lnTo>
                    <a:pt x="5396319" y="2464938"/>
                  </a:lnTo>
                  <a:lnTo>
                    <a:pt x="5396656" y="2463214"/>
                  </a:lnTo>
                  <a:lnTo>
                    <a:pt x="5396992" y="2461648"/>
                  </a:lnTo>
                  <a:lnTo>
                    <a:pt x="5397329" y="2460852"/>
                  </a:lnTo>
                  <a:lnTo>
                    <a:pt x="5397665" y="2460100"/>
                  </a:lnTo>
                  <a:lnTo>
                    <a:pt x="5398002" y="2459574"/>
                  </a:lnTo>
                  <a:lnTo>
                    <a:pt x="5398338" y="2459133"/>
                  </a:lnTo>
                  <a:lnTo>
                    <a:pt x="5398675" y="2458701"/>
                  </a:lnTo>
                  <a:lnTo>
                    <a:pt x="5399011" y="2457799"/>
                  </a:lnTo>
                  <a:lnTo>
                    <a:pt x="5399348" y="2457454"/>
                  </a:lnTo>
                  <a:lnTo>
                    <a:pt x="5399684" y="2457203"/>
                  </a:lnTo>
                  <a:lnTo>
                    <a:pt x="5400020" y="2457145"/>
                  </a:lnTo>
                  <a:lnTo>
                    <a:pt x="5400357" y="2457390"/>
                  </a:lnTo>
                  <a:lnTo>
                    <a:pt x="5400693" y="2457526"/>
                  </a:lnTo>
                  <a:lnTo>
                    <a:pt x="5401030" y="2457569"/>
                  </a:lnTo>
                  <a:lnTo>
                    <a:pt x="5401366" y="2457627"/>
                  </a:lnTo>
                  <a:lnTo>
                    <a:pt x="5401703" y="2457627"/>
                  </a:lnTo>
                  <a:lnTo>
                    <a:pt x="5402039" y="2457174"/>
                  </a:lnTo>
                  <a:lnTo>
                    <a:pt x="5402376" y="2455989"/>
                  </a:lnTo>
                  <a:lnTo>
                    <a:pt x="5402712" y="2454329"/>
                  </a:lnTo>
                  <a:lnTo>
                    <a:pt x="5403049" y="2452339"/>
                  </a:lnTo>
                  <a:lnTo>
                    <a:pt x="5403385" y="2450320"/>
                  </a:lnTo>
                  <a:lnTo>
                    <a:pt x="5403722" y="2448093"/>
                  </a:lnTo>
                  <a:lnTo>
                    <a:pt x="5404058" y="2445773"/>
                  </a:lnTo>
                  <a:lnTo>
                    <a:pt x="5404394" y="2443531"/>
                  </a:lnTo>
                  <a:lnTo>
                    <a:pt x="5404731" y="2440844"/>
                  </a:lnTo>
                  <a:lnTo>
                    <a:pt x="5405067" y="2437906"/>
                  </a:lnTo>
                  <a:lnTo>
                    <a:pt x="5405404" y="2434548"/>
                  </a:lnTo>
                  <a:lnTo>
                    <a:pt x="5405740" y="2431126"/>
                  </a:lnTo>
                  <a:lnTo>
                    <a:pt x="5406077" y="2427982"/>
                  </a:lnTo>
                  <a:lnTo>
                    <a:pt x="5406413" y="2424762"/>
                  </a:lnTo>
                  <a:lnTo>
                    <a:pt x="5406750" y="2421428"/>
                  </a:lnTo>
                  <a:lnTo>
                    <a:pt x="5407086" y="2418107"/>
                  </a:lnTo>
                  <a:lnTo>
                    <a:pt x="5407423" y="2414830"/>
                  </a:lnTo>
                  <a:lnTo>
                    <a:pt x="5407759" y="2412390"/>
                  </a:lnTo>
                  <a:lnTo>
                    <a:pt x="5408096" y="2410412"/>
                  </a:lnTo>
                  <a:lnTo>
                    <a:pt x="5408432" y="2407998"/>
                  </a:lnTo>
                  <a:lnTo>
                    <a:pt x="5408768" y="2405664"/>
                  </a:lnTo>
                  <a:lnTo>
                    <a:pt x="5409105" y="2403516"/>
                  </a:lnTo>
                  <a:lnTo>
                    <a:pt x="5409441" y="2401428"/>
                  </a:lnTo>
                  <a:lnTo>
                    <a:pt x="5409778" y="2399487"/>
                  </a:lnTo>
                  <a:lnTo>
                    <a:pt x="5410114" y="2397635"/>
                  </a:lnTo>
                  <a:lnTo>
                    <a:pt x="5410451" y="2396035"/>
                  </a:lnTo>
                  <a:lnTo>
                    <a:pt x="5410787" y="2394729"/>
                  </a:lnTo>
                  <a:lnTo>
                    <a:pt x="5411124" y="2393031"/>
                  </a:lnTo>
                  <a:lnTo>
                    <a:pt x="5411460" y="2391407"/>
                  </a:lnTo>
                  <a:lnTo>
                    <a:pt x="5411797" y="2389916"/>
                  </a:lnTo>
                  <a:lnTo>
                    <a:pt x="5412133" y="2388532"/>
                  </a:lnTo>
                  <a:lnTo>
                    <a:pt x="5412470" y="2387505"/>
                  </a:lnTo>
                  <a:lnTo>
                    <a:pt x="5412806" y="2386675"/>
                  </a:lnTo>
                  <a:lnTo>
                    <a:pt x="5413142" y="2386055"/>
                  </a:lnTo>
                  <a:lnTo>
                    <a:pt x="5413479" y="2386006"/>
                  </a:lnTo>
                  <a:lnTo>
                    <a:pt x="5413815" y="2385692"/>
                  </a:lnTo>
                  <a:lnTo>
                    <a:pt x="5414152" y="2385595"/>
                  </a:lnTo>
                  <a:lnTo>
                    <a:pt x="5414488" y="2385368"/>
                  </a:lnTo>
                  <a:lnTo>
                    <a:pt x="5414825" y="2385108"/>
                  </a:lnTo>
                  <a:lnTo>
                    <a:pt x="5415161" y="2384732"/>
                  </a:lnTo>
                  <a:lnTo>
                    <a:pt x="5415498" y="2384289"/>
                  </a:lnTo>
                  <a:lnTo>
                    <a:pt x="5415834" y="2383654"/>
                  </a:lnTo>
                  <a:lnTo>
                    <a:pt x="5416171" y="2382728"/>
                  </a:lnTo>
                  <a:lnTo>
                    <a:pt x="5416507" y="2382201"/>
                  </a:lnTo>
                  <a:lnTo>
                    <a:pt x="5416843" y="2381523"/>
                  </a:lnTo>
                  <a:lnTo>
                    <a:pt x="5417180" y="2380515"/>
                  </a:lnTo>
                  <a:lnTo>
                    <a:pt x="5417516" y="2379450"/>
                  </a:lnTo>
                  <a:lnTo>
                    <a:pt x="5417853" y="2378899"/>
                  </a:lnTo>
                  <a:lnTo>
                    <a:pt x="5418189" y="2377978"/>
                  </a:lnTo>
                  <a:lnTo>
                    <a:pt x="5418526" y="2376682"/>
                  </a:lnTo>
                  <a:lnTo>
                    <a:pt x="5418862" y="2375390"/>
                  </a:lnTo>
                  <a:lnTo>
                    <a:pt x="5419199" y="2373968"/>
                  </a:lnTo>
                  <a:lnTo>
                    <a:pt x="5419535" y="2372750"/>
                  </a:lnTo>
                  <a:lnTo>
                    <a:pt x="5419872" y="2371358"/>
                  </a:lnTo>
                  <a:lnTo>
                    <a:pt x="5420208" y="2369405"/>
                  </a:lnTo>
                  <a:lnTo>
                    <a:pt x="5420545" y="2368112"/>
                  </a:lnTo>
                  <a:lnTo>
                    <a:pt x="5420881" y="2367017"/>
                  </a:lnTo>
                  <a:lnTo>
                    <a:pt x="5421217" y="2365717"/>
                  </a:lnTo>
                  <a:lnTo>
                    <a:pt x="5421554" y="2363957"/>
                  </a:lnTo>
                  <a:lnTo>
                    <a:pt x="5421890" y="2362075"/>
                  </a:lnTo>
                  <a:lnTo>
                    <a:pt x="5422227" y="2360243"/>
                  </a:lnTo>
                  <a:lnTo>
                    <a:pt x="5422563" y="2358109"/>
                  </a:lnTo>
                  <a:lnTo>
                    <a:pt x="5422900" y="2356011"/>
                  </a:lnTo>
                  <a:lnTo>
                    <a:pt x="5423236" y="2353769"/>
                  </a:lnTo>
                  <a:lnTo>
                    <a:pt x="5423573" y="2351277"/>
                  </a:lnTo>
                  <a:lnTo>
                    <a:pt x="5423909" y="2348410"/>
                  </a:lnTo>
                  <a:lnTo>
                    <a:pt x="5424246" y="2346974"/>
                  </a:lnTo>
                  <a:lnTo>
                    <a:pt x="5424582" y="2346213"/>
                  </a:lnTo>
                  <a:lnTo>
                    <a:pt x="5424919" y="2345635"/>
                  </a:lnTo>
                  <a:lnTo>
                    <a:pt x="5425255" y="2345489"/>
                  </a:lnTo>
                  <a:lnTo>
                    <a:pt x="5425591" y="2345145"/>
                  </a:lnTo>
                  <a:lnTo>
                    <a:pt x="5425928" y="2344964"/>
                  </a:lnTo>
                  <a:lnTo>
                    <a:pt x="5426264" y="2344744"/>
                  </a:lnTo>
                  <a:lnTo>
                    <a:pt x="5426601" y="2344858"/>
                  </a:lnTo>
                  <a:lnTo>
                    <a:pt x="5426937" y="2345668"/>
                  </a:lnTo>
                  <a:lnTo>
                    <a:pt x="5427274" y="2347213"/>
                  </a:lnTo>
                  <a:lnTo>
                    <a:pt x="5427610" y="2349412"/>
                  </a:lnTo>
                  <a:lnTo>
                    <a:pt x="5427947" y="2351816"/>
                  </a:lnTo>
                  <a:lnTo>
                    <a:pt x="5428283" y="2354452"/>
                  </a:lnTo>
                  <a:lnTo>
                    <a:pt x="5428620" y="2356999"/>
                  </a:lnTo>
                  <a:lnTo>
                    <a:pt x="5428956" y="2359617"/>
                  </a:lnTo>
                  <a:lnTo>
                    <a:pt x="5429293" y="2362140"/>
                  </a:lnTo>
                  <a:lnTo>
                    <a:pt x="5429629" y="2365119"/>
                  </a:lnTo>
                  <a:lnTo>
                    <a:pt x="5429965" y="2368374"/>
                  </a:lnTo>
                  <a:lnTo>
                    <a:pt x="5430302" y="2371537"/>
                  </a:lnTo>
                  <a:lnTo>
                    <a:pt x="5430638" y="2375187"/>
                  </a:lnTo>
                  <a:lnTo>
                    <a:pt x="5430975" y="2379096"/>
                  </a:lnTo>
                  <a:lnTo>
                    <a:pt x="5431311" y="2383161"/>
                  </a:lnTo>
                  <a:lnTo>
                    <a:pt x="5431648" y="2387454"/>
                  </a:lnTo>
                  <a:lnTo>
                    <a:pt x="5431984" y="2391618"/>
                  </a:lnTo>
                  <a:lnTo>
                    <a:pt x="5432321" y="2394556"/>
                  </a:lnTo>
                  <a:lnTo>
                    <a:pt x="5432657" y="2396733"/>
                  </a:lnTo>
                  <a:lnTo>
                    <a:pt x="5432994" y="2398314"/>
                  </a:lnTo>
                  <a:lnTo>
                    <a:pt x="5433330" y="2399456"/>
                  </a:lnTo>
                  <a:lnTo>
                    <a:pt x="5433667" y="2400663"/>
                  </a:lnTo>
                  <a:lnTo>
                    <a:pt x="5434003" y="2401273"/>
                  </a:lnTo>
                  <a:lnTo>
                    <a:pt x="5434339" y="2401654"/>
                  </a:lnTo>
                  <a:lnTo>
                    <a:pt x="5434676" y="2401309"/>
                  </a:lnTo>
                  <a:lnTo>
                    <a:pt x="5435012" y="2400167"/>
                  </a:lnTo>
                  <a:lnTo>
                    <a:pt x="5435349" y="2398587"/>
                  </a:lnTo>
                  <a:lnTo>
                    <a:pt x="5435685" y="2396676"/>
                  </a:lnTo>
                  <a:lnTo>
                    <a:pt x="5436022" y="2394506"/>
                  </a:lnTo>
                  <a:lnTo>
                    <a:pt x="5436358" y="2392149"/>
                  </a:lnTo>
                  <a:lnTo>
                    <a:pt x="5436695" y="2389678"/>
                  </a:lnTo>
                  <a:lnTo>
                    <a:pt x="5437031" y="2387178"/>
                  </a:lnTo>
                  <a:lnTo>
                    <a:pt x="5437368" y="2384484"/>
                  </a:lnTo>
                  <a:lnTo>
                    <a:pt x="5437704" y="2381976"/>
                  </a:lnTo>
                  <a:lnTo>
                    <a:pt x="5438041" y="2379986"/>
                  </a:lnTo>
                  <a:lnTo>
                    <a:pt x="5438377" y="2379314"/>
                  </a:lnTo>
                  <a:lnTo>
                    <a:pt x="5438713" y="2379114"/>
                  </a:lnTo>
                  <a:lnTo>
                    <a:pt x="5439050" y="2379248"/>
                  </a:lnTo>
                  <a:lnTo>
                    <a:pt x="5439386" y="2379368"/>
                  </a:lnTo>
                  <a:lnTo>
                    <a:pt x="5439723" y="2379665"/>
                  </a:lnTo>
                  <a:lnTo>
                    <a:pt x="5440059" y="2380428"/>
                  </a:lnTo>
                  <a:lnTo>
                    <a:pt x="5440396" y="2381424"/>
                  </a:lnTo>
                  <a:lnTo>
                    <a:pt x="5440732" y="2381935"/>
                  </a:lnTo>
                  <a:lnTo>
                    <a:pt x="5441069" y="2382542"/>
                  </a:lnTo>
                  <a:lnTo>
                    <a:pt x="5441405" y="2383405"/>
                  </a:lnTo>
                  <a:lnTo>
                    <a:pt x="5441742" y="2384660"/>
                  </a:lnTo>
                  <a:lnTo>
                    <a:pt x="5442078" y="2385972"/>
                  </a:lnTo>
                  <a:lnTo>
                    <a:pt x="5442415" y="2387522"/>
                  </a:lnTo>
                  <a:lnTo>
                    <a:pt x="5442751" y="2389084"/>
                  </a:lnTo>
                  <a:lnTo>
                    <a:pt x="5443087" y="2390846"/>
                  </a:lnTo>
                  <a:lnTo>
                    <a:pt x="5443424" y="2392678"/>
                  </a:lnTo>
                  <a:lnTo>
                    <a:pt x="5443760" y="2393925"/>
                  </a:lnTo>
                  <a:lnTo>
                    <a:pt x="5444097" y="2394211"/>
                  </a:lnTo>
                  <a:lnTo>
                    <a:pt x="5444433" y="2394043"/>
                  </a:lnTo>
                  <a:lnTo>
                    <a:pt x="5444770" y="2393844"/>
                  </a:lnTo>
                  <a:lnTo>
                    <a:pt x="5445106" y="2393193"/>
                  </a:lnTo>
                  <a:lnTo>
                    <a:pt x="5445443" y="2392839"/>
                  </a:lnTo>
                  <a:lnTo>
                    <a:pt x="5445779" y="2392779"/>
                  </a:lnTo>
                  <a:lnTo>
                    <a:pt x="5446116" y="2392765"/>
                  </a:lnTo>
                  <a:lnTo>
                    <a:pt x="5446452" y="2392228"/>
                  </a:lnTo>
                  <a:lnTo>
                    <a:pt x="5446788" y="2390919"/>
                  </a:lnTo>
                  <a:lnTo>
                    <a:pt x="5447125" y="2390036"/>
                  </a:lnTo>
                  <a:lnTo>
                    <a:pt x="5447461" y="2389020"/>
                  </a:lnTo>
                  <a:lnTo>
                    <a:pt x="5447798" y="2387785"/>
                  </a:lnTo>
                  <a:lnTo>
                    <a:pt x="5448134" y="2386181"/>
                  </a:lnTo>
                  <a:lnTo>
                    <a:pt x="5448471" y="2383820"/>
                  </a:lnTo>
                  <a:lnTo>
                    <a:pt x="5448807" y="2381424"/>
                  </a:lnTo>
                  <a:lnTo>
                    <a:pt x="5449144" y="2379175"/>
                  </a:lnTo>
                  <a:lnTo>
                    <a:pt x="5449480" y="2376497"/>
                  </a:lnTo>
                  <a:lnTo>
                    <a:pt x="5449817" y="2374236"/>
                  </a:lnTo>
                  <a:lnTo>
                    <a:pt x="5450153" y="2371941"/>
                  </a:lnTo>
                  <a:lnTo>
                    <a:pt x="5450490" y="2369171"/>
                  </a:lnTo>
                  <a:lnTo>
                    <a:pt x="5450826" y="2365981"/>
                  </a:lnTo>
                  <a:lnTo>
                    <a:pt x="5451162" y="2362338"/>
                  </a:lnTo>
                  <a:lnTo>
                    <a:pt x="5451499" y="2358698"/>
                  </a:lnTo>
                  <a:lnTo>
                    <a:pt x="5451835" y="2355334"/>
                  </a:lnTo>
                  <a:lnTo>
                    <a:pt x="5452172" y="2352231"/>
                  </a:lnTo>
                  <a:lnTo>
                    <a:pt x="5452508" y="2349169"/>
                  </a:lnTo>
                  <a:lnTo>
                    <a:pt x="5452845" y="2345855"/>
                  </a:lnTo>
                  <a:lnTo>
                    <a:pt x="5453181" y="2342409"/>
                  </a:lnTo>
                  <a:lnTo>
                    <a:pt x="5453518" y="2339570"/>
                  </a:lnTo>
                  <a:lnTo>
                    <a:pt x="5453854" y="2336700"/>
                  </a:lnTo>
                  <a:lnTo>
                    <a:pt x="5454191" y="2333338"/>
                  </a:lnTo>
                  <a:lnTo>
                    <a:pt x="5454527" y="2329599"/>
                  </a:lnTo>
                  <a:lnTo>
                    <a:pt x="5454864" y="2325444"/>
                  </a:lnTo>
                  <a:lnTo>
                    <a:pt x="5455200" y="2321151"/>
                  </a:lnTo>
                  <a:lnTo>
                    <a:pt x="5455536" y="2316474"/>
                  </a:lnTo>
                  <a:lnTo>
                    <a:pt x="5455873" y="2312205"/>
                  </a:lnTo>
                  <a:lnTo>
                    <a:pt x="5456209" y="2308366"/>
                  </a:lnTo>
                  <a:lnTo>
                    <a:pt x="5456546" y="2305510"/>
                  </a:lnTo>
                  <a:lnTo>
                    <a:pt x="5456882" y="2302830"/>
                  </a:lnTo>
                  <a:lnTo>
                    <a:pt x="5457219" y="2300534"/>
                  </a:lnTo>
                  <a:lnTo>
                    <a:pt x="5457555" y="2298299"/>
                  </a:lnTo>
                  <a:lnTo>
                    <a:pt x="5457892" y="2296708"/>
                  </a:lnTo>
                  <a:lnTo>
                    <a:pt x="5458228" y="2295743"/>
                  </a:lnTo>
                  <a:lnTo>
                    <a:pt x="5458565" y="2295023"/>
                  </a:lnTo>
                  <a:lnTo>
                    <a:pt x="5458901" y="2294509"/>
                  </a:lnTo>
                  <a:lnTo>
                    <a:pt x="5459238" y="2293962"/>
                  </a:lnTo>
                  <a:lnTo>
                    <a:pt x="5459574" y="2293781"/>
                  </a:lnTo>
                  <a:lnTo>
                    <a:pt x="5459910" y="2293748"/>
                  </a:lnTo>
                  <a:lnTo>
                    <a:pt x="5460247" y="2293786"/>
                  </a:lnTo>
                  <a:lnTo>
                    <a:pt x="5460583" y="2293797"/>
                  </a:lnTo>
                  <a:lnTo>
                    <a:pt x="5460920" y="2293874"/>
                  </a:lnTo>
                  <a:lnTo>
                    <a:pt x="5461256" y="2293842"/>
                  </a:lnTo>
                  <a:lnTo>
                    <a:pt x="5461593" y="2294000"/>
                  </a:lnTo>
                  <a:lnTo>
                    <a:pt x="5461929" y="2294273"/>
                  </a:lnTo>
                  <a:lnTo>
                    <a:pt x="5462266" y="2294523"/>
                  </a:lnTo>
                  <a:lnTo>
                    <a:pt x="5462602" y="2295162"/>
                  </a:lnTo>
                  <a:lnTo>
                    <a:pt x="5462939" y="2295710"/>
                  </a:lnTo>
                  <a:lnTo>
                    <a:pt x="5463275" y="2296879"/>
                  </a:lnTo>
                  <a:lnTo>
                    <a:pt x="5463612" y="2297278"/>
                  </a:lnTo>
                  <a:lnTo>
                    <a:pt x="5463948" y="2297048"/>
                  </a:lnTo>
                  <a:lnTo>
                    <a:pt x="5464284" y="2297306"/>
                  </a:lnTo>
                  <a:lnTo>
                    <a:pt x="5464621" y="2296525"/>
                  </a:lnTo>
                  <a:lnTo>
                    <a:pt x="5464957" y="2296018"/>
                  </a:lnTo>
                  <a:lnTo>
                    <a:pt x="5465294" y="2295734"/>
                  </a:lnTo>
                  <a:lnTo>
                    <a:pt x="5465630" y="2295547"/>
                  </a:lnTo>
                  <a:lnTo>
                    <a:pt x="5465967" y="2296129"/>
                  </a:lnTo>
                  <a:lnTo>
                    <a:pt x="5466303" y="2296934"/>
                  </a:lnTo>
                  <a:lnTo>
                    <a:pt x="5466640" y="2297753"/>
                  </a:lnTo>
                  <a:lnTo>
                    <a:pt x="5466976" y="2298449"/>
                  </a:lnTo>
                  <a:lnTo>
                    <a:pt x="5467313" y="2299182"/>
                  </a:lnTo>
                  <a:lnTo>
                    <a:pt x="5467649" y="2299656"/>
                  </a:lnTo>
                  <a:lnTo>
                    <a:pt x="5467986" y="2300159"/>
                  </a:lnTo>
                  <a:lnTo>
                    <a:pt x="5468322" y="2300547"/>
                  </a:lnTo>
                  <a:lnTo>
                    <a:pt x="5468658" y="2300727"/>
                  </a:lnTo>
                  <a:lnTo>
                    <a:pt x="5468995" y="2300871"/>
                  </a:lnTo>
                  <a:lnTo>
                    <a:pt x="5469331" y="2301215"/>
                  </a:lnTo>
                  <a:lnTo>
                    <a:pt x="5469668" y="2301711"/>
                  </a:lnTo>
                  <a:lnTo>
                    <a:pt x="5470004" y="2302437"/>
                  </a:lnTo>
                  <a:lnTo>
                    <a:pt x="5470341" y="2303098"/>
                  </a:lnTo>
                  <a:lnTo>
                    <a:pt x="5470677" y="2303773"/>
                  </a:lnTo>
                  <a:lnTo>
                    <a:pt x="5471014" y="2304520"/>
                  </a:lnTo>
                  <a:lnTo>
                    <a:pt x="5471350" y="2305519"/>
                  </a:lnTo>
                  <a:lnTo>
                    <a:pt x="5471687" y="2306654"/>
                  </a:lnTo>
                  <a:lnTo>
                    <a:pt x="5472023" y="2307933"/>
                  </a:lnTo>
                  <a:lnTo>
                    <a:pt x="5472360" y="2309621"/>
                  </a:lnTo>
                  <a:lnTo>
                    <a:pt x="5472696" y="2311683"/>
                  </a:lnTo>
                  <a:lnTo>
                    <a:pt x="5473032" y="2313853"/>
                  </a:lnTo>
                  <a:lnTo>
                    <a:pt x="5473369" y="2315828"/>
                  </a:lnTo>
                  <a:lnTo>
                    <a:pt x="5473705" y="2318041"/>
                  </a:lnTo>
                  <a:lnTo>
                    <a:pt x="5474042" y="2320311"/>
                  </a:lnTo>
                  <a:lnTo>
                    <a:pt x="5474378" y="2322265"/>
                  </a:lnTo>
                  <a:lnTo>
                    <a:pt x="5474715" y="2323983"/>
                  </a:lnTo>
                  <a:lnTo>
                    <a:pt x="5475051" y="2324992"/>
                  </a:lnTo>
                  <a:lnTo>
                    <a:pt x="5475388" y="2325388"/>
                  </a:lnTo>
                  <a:lnTo>
                    <a:pt x="5475724" y="2326158"/>
                  </a:lnTo>
                  <a:lnTo>
                    <a:pt x="5476061" y="2326877"/>
                  </a:lnTo>
                  <a:lnTo>
                    <a:pt x="5476397" y="2327543"/>
                  </a:lnTo>
                  <a:lnTo>
                    <a:pt x="5476734" y="2328161"/>
                  </a:lnTo>
                  <a:lnTo>
                    <a:pt x="5477070" y="2328495"/>
                  </a:lnTo>
                  <a:lnTo>
                    <a:pt x="5477406" y="2328428"/>
                  </a:lnTo>
                  <a:lnTo>
                    <a:pt x="5477743" y="2328146"/>
                  </a:lnTo>
                  <a:lnTo>
                    <a:pt x="5478079" y="2327944"/>
                  </a:lnTo>
                  <a:lnTo>
                    <a:pt x="5478416" y="2327812"/>
                  </a:lnTo>
                  <a:lnTo>
                    <a:pt x="5478752" y="2327470"/>
                  </a:lnTo>
                  <a:lnTo>
                    <a:pt x="5479089" y="2327403"/>
                  </a:lnTo>
                  <a:lnTo>
                    <a:pt x="5479425" y="2327539"/>
                  </a:lnTo>
                  <a:lnTo>
                    <a:pt x="5479762" y="2327492"/>
                  </a:lnTo>
                  <a:lnTo>
                    <a:pt x="5480098" y="2327483"/>
                  </a:lnTo>
                  <a:lnTo>
                    <a:pt x="5480435" y="2327776"/>
                  </a:lnTo>
                  <a:lnTo>
                    <a:pt x="5480771" y="2327854"/>
                  </a:lnTo>
                  <a:lnTo>
                    <a:pt x="5481107" y="2327135"/>
                  </a:lnTo>
                  <a:lnTo>
                    <a:pt x="5481444" y="2325905"/>
                  </a:lnTo>
                  <a:lnTo>
                    <a:pt x="5481780" y="2324797"/>
                  </a:lnTo>
                  <a:lnTo>
                    <a:pt x="5482117" y="2323991"/>
                  </a:lnTo>
                  <a:lnTo>
                    <a:pt x="5482453" y="2323627"/>
                  </a:lnTo>
                  <a:lnTo>
                    <a:pt x="5482790" y="2323414"/>
                  </a:lnTo>
                  <a:lnTo>
                    <a:pt x="5483126" y="2323424"/>
                  </a:lnTo>
                  <a:lnTo>
                    <a:pt x="5483463" y="2323582"/>
                  </a:lnTo>
                  <a:lnTo>
                    <a:pt x="5483799" y="2324398"/>
                  </a:lnTo>
                  <a:lnTo>
                    <a:pt x="5484136" y="2324965"/>
                  </a:lnTo>
                  <a:lnTo>
                    <a:pt x="5484472" y="2325731"/>
                  </a:lnTo>
                  <a:lnTo>
                    <a:pt x="5484809" y="2326360"/>
                  </a:lnTo>
                  <a:lnTo>
                    <a:pt x="5485145" y="2326653"/>
                  </a:lnTo>
                  <a:lnTo>
                    <a:pt x="5485481" y="2326962"/>
                  </a:lnTo>
                  <a:lnTo>
                    <a:pt x="5485818" y="2326957"/>
                  </a:lnTo>
                  <a:lnTo>
                    <a:pt x="5486154" y="2327074"/>
                  </a:lnTo>
                  <a:lnTo>
                    <a:pt x="5486491" y="2327431"/>
                  </a:lnTo>
                  <a:lnTo>
                    <a:pt x="5486827" y="2327403"/>
                  </a:lnTo>
                  <a:lnTo>
                    <a:pt x="5487164" y="2327527"/>
                  </a:lnTo>
                  <a:lnTo>
                    <a:pt x="5487500" y="2328150"/>
                  </a:lnTo>
                  <a:lnTo>
                    <a:pt x="5487837" y="2328172"/>
                  </a:lnTo>
                  <a:lnTo>
                    <a:pt x="5488173" y="2327465"/>
                  </a:lnTo>
                  <a:lnTo>
                    <a:pt x="5488510" y="2326836"/>
                  </a:lnTo>
                  <a:lnTo>
                    <a:pt x="5488846" y="2325899"/>
                  </a:lnTo>
                  <a:lnTo>
                    <a:pt x="5489183" y="2325178"/>
                  </a:lnTo>
                  <a:lnTo>
                    <a:pt x="5489519" y="2324718"/>
                  </a:lnTo>
                  <a:lnTo>
                    <a:pt x="5489855" y="2323726"/>
                  </a:lnTo>
                  <a:lnTo>
                    <a:pt x="5490192" y="2322718"/>
                  </a:lnTo>
                  <a:lnTo>
                    <a:pt x="5490528" y="2320807"/>
                  </a:lnTo>
                  <a:lnTo>
                    <a:pt x="5490865" y="2319061"/>
                  </a:lnTo>
                  <a:lnTo>
                    <a:pt x="5491201" y="2317861"/>
                  </a:lnTo>
                  <a:lnTo>
                    <a:pt x="5491538" y="2315561"/>
                  </a:lnTo>
                  <a:lnTo>
                    <a:pt x="5491874" y="2312845"/>
                  </a:lnTo>
                  <a:lnTo>
                    <a:pt x="5492211" y="2309874"/>
                  </a:lnTo>
                  <a:lnTo>
                    <a:pt x="5492547" y="2306716"/>
                  </a:lnTo>
                  <a:lnTo>
                    <a:pt x="5492884" y="2304300"/>
                  </a:lnTo>
                  <a:lnTo>
                    <a:pt x="5493220" y="2302542"/>
                  </a:lnTo>
                  <a:lnTo>
                    <a:pt x="5493557" y="2301253"/>
                  </a:lnTo>
                  <a:lnTo>
                    <a:pt x="5493893" y="2300169"/>
                  </a:lnTo>
                  <a:lnTo>
                    <a:pt x="5494229" y="2298799"/>
                  </a:lnTo>
                  <a:lnTo>
                    <a:pt x="5494566" y="2297297"/>
                  </a:lnTo>
                  <a:lnTo>
                    <a:pt x="5494902" y="2295881"/>
                  </a:lnTo>
                  <a:lnTo>
                    <a:pt x="5495239" y="2295079"/>
                  </a:lnTo>
                  <a:lnTo>
                    <a:pt x="5495575" y="2294375"/>
                  </a:lnTo>
                  <a:lnTo>
                    <a:pt x="5495912" y="2293927"/>
                  </a:lnTo>
                  <a:lnTo>
                    <a:pt x="5496248" y="2293449"/>
                  </a:lnTo>
                  <a:lnTo>
                    <a:pt x="5496585" y="2292729"/>
                  </a:lnTo>
                  <a:lnTo>
                    <a:pt x="5496921" y="2291748"/>
                  </a:lnTo>
                  <a:lnTo>
                    <a:pt x="5497258" y="2290569"/>
                  </a:lnTo>
                  <a:lnTo>
                    <a:pt x="5497594" y="2289368"/>
                  </a:lnTo>
                  <a:lnTo>
                    <a:pt x="5497931" y="2287973"/>
                  </a:lnTo>
                  <a:lnTo>
                    <a:pt x="5498267" y="2286364"/>
                  </a:lnTo>
                  <a:lnTo>
                    <a:pt x="5498603" y="2284562"/>
                  </a:lnTo>
                  <a:lnTo>
                    <a:pt x="5498940" y="2282467"/>
                  </a:lnTo>
                  <a:lnTo>
                    <a:pt x="5499276" y="2280286"/>
                  </a:lnTo>
                  <a:lnTo>
                    <a:pt x="5499613" y="2278950"/>
                  </a:lnTo>
                  <a:lnTo>
                    <a:pt x="5499949" y="2277793"/>
                  </a:lnTo>
                  <a:lnTo>
                    <a:pt x="5500286" y="2276665"/>
                  </a:lnTo>
                  <a:lnTo>
                    <a:pt x="5500622" y="2275666"/>
                  </a:lnTo>
                  <a:lnTo>
                    <a:pt x="5500959" y="2274869"/>
                  </a:lnTo>
                  <a:lnTo>
                    <a:pt x="5501295" y="2274488"/>
                  </a:lnTo>
                  <a:lnTo>
                    <a:pt x="5501632" y="2274330"/>
                  </a:lnTo>
                  <a:lnTo>
                    <a:pt x="5501968" y="2275727"/>
                  </a:lnTo>
                  <a:lnTo>
                    <a:pt x="5502305" y="2277909"/>
                  </a:lnTo>
                  <a:lnTo>
                    <a:pt x="5502641" y="2280776"/>
                  </a:lnTo>
                  <a:lnTo>
                    <a:pt x="5502977" y="2283995"/>
                  </a:lnTo>
                  <a:lnTo>
                    <a:pt x="5503314" y="2287435"/>
                  </a:lnTo>
                  <a:lnTo>
                    <a:pt x="5503650" y="2291040"/>
                  </a:lnTo>
                  <a:lnTo>
                    <a:pt x="5503987" y="2294933"/>
                  </a:lnTo>
                  <a:lnTo>
                    <a:pt x="5504323" y="2298934"/>
                  </a:lnTo>
                  <a:lnTo>
                    <a:pt x="5504660" y="2302807"/>
                  </a:lnTo>
                  <a:lnTo>
                    <a:pt x="5504996" y="2306480"/>
                  </a:lnTo>
                  <a:lnTo>
                    <a:pt x="5505333" y="2309813"/>
                  </a:lnTo>
                  <a:lnTo>
                    <a:pt x="5505669" y="2312155"/>
                  </a:lnTo>
                  <a:lnTo>
                    <a:pt x="5506006" y="2314389"/>
                  </a:lnTo>
                  <a:lnTo>
                    <a:pt x="5506342" y="2316464"/>
                  </a:lnTo>
                  <a:lnTo>
                    <a:pt x="5506679" y="2318662"/>
                  </a:lnTo>
                  <a:lnTo>
                    <a:pt x="5507015" y="2320630"/>
                  </a:lnTo>
                  <a:lnTo>
                    <a:pt x="5507351" y="2322378"/>
                  </a:lnTo>
                  <a:lnTo>
                    <a:pt x="5507688" y="2323803"/>
                  </a:lnTo>
                  <a:lnTo>
                    <a:pt x="5508024" y="2325109"/>
                  </a:lnTo>
                  <a:lnTo>
                    <a:pt x="5508361" y="2325997"/>
                  </a:lnTo>
                  <a:lnTo>
                    <a:pt x="5508697" y="2326650"/>
                  </a:lnTo>
                  <a:lnTo>
                    <a:pt x="5509034" y="2327097"/>
                  </a:lnTo>
                  <a:lnTo>
                    <a:pt x="5509370" y="2327043"/>
                  </a:lnTo>
                  <a:lnTo>
                    <a:pt x="5509707" y="2326743"/>
                  </a:lnTo>
                  <a:lnTo>
                    <a:pt x="5510043" y="2326914"/>
                  </a:lnTo>
                  <a:lnTo>
                    <a:pt x="5510380" y="2326860"/>
                  </a:lnTo>
                  <a:lnTo>
                    <a:pt x="5510716" y="2326283"/>
                  </a:lnTo>
                  <a:lnTo>
                    <a:pt x="5511053" y="2325668"/>
                  </a:lnTo>
                  <a:lnTo>
                    <a:pt x="5511389" y="2325072"/>
                  </a:lnTo>
                  <a:lnTo>
                    <a:pt x="5511725" y="2324811"/>
                  </a:lnTo>
                  <a:lnTo>
                    <a:pt x="5512062" y="2324335"/>
                  </a:lnTo>
                  <a:lnTo>
                    <a:pt x="5512398" y="2324085"/>
                  </a:lnTo>
                  <a:lnTo>
                    <a:pt x="5512735" y="2323116"/>
                  </a:lnTo>
                  <a:lnTo>
                    <a:pt x="5513071" y="2321898"/>
                  </a:lnTo>
                  <a:lnTo>
                    <a:pt x="5513408" y="2320426"/>
                  </a:lnTo>
                  <a:lnTo>
                    <a:pt x="5513744" y="2319042"/>
                  </a:lnTo>
                  <a:lnTo>
                    <a:pt x="5514081" y="2318059"/>
                  </a:lnTo>
                  <a:lnTo>
                    <a:pt x="5514417" y="2316875"/>
                  </a:lnTo>
                  <a:lnTo>
                    <a:pt x="5514754" y="2315897"/>
                  </a:lnTo>
                  <a:lnTo>
                    <a:pt x="5515090" y="2315117"/>
                  </a:lnTo>
                  <a:lnTo>
                    <a:pt x="5515426" y="2314559"/>
                  </a:lnTo>
                  <a:lnTo>
                    <a:pt x="5515763" y="2313548"/>
                  </a:lnTo>
                  <a:lnTo>
                    <a:pt x="5516099" y="2312391"/>
                  </a:lnTo>
                  <a:lnTo>
                    <a:pt x="5516436" y="2310670"/>
                  </a:lnTo>
                  <a:lnTo>
                    <a:pt x="5516772" y="2309184"/>
                  </a:lnTo>
                  <a:lnTo>
                    <a:pt x="5517109" y="2307127"/>
                  </a:lnTo>
                  <a:lnTo>
                    <a:pt x="5517445" y="2304415"/>
                  </a:lnTo>
                  <a:lnTo>
                    <a:pt x="5517782" y="2301889"/>
                  </a:lnTo>
                  <a:lnTo>
                    <a:pt x="5518118" y="2299735"/>
                  </a:lnTo>
                  <a:lnTo>
                    <a:pt x="5518455" y="2298234"/>
                  </a:lnTo>
                  <a:lnTo>
                    <a:pt x="5518791" y="2296815"/>
                  </a:lnTo>
                  <a:lnTo>
                    <a:pt x="5519128" y="2295223"/>
                  </a:lnTo>
                  <a:lnTo>
                    <a:pt x="5519464" y="2292959"/>
                  </a:lnTo>
                  <a:lnTo>
                    <a:pt x="5519800" y="2290008"/>
                  </a:lnTo>
                  <a:lnTo>
                    <a:pt x="5520137" y="2286978"/>
                  </a:lnTo>
                  <a:lnTo>
                    <a:pt x="5520473" y="2283628"/>
                  </a:lnTo>
                  <a:lnTo>
                    <a:pt x="5520810" y="2281438"/>
                  </a:lnTo>
                  <a:lnTo>
                    <a:pt x="5521146" y="2279701"/>
                  </a:lnTo>
                  <a:lnTo>
                    <a:pt x="5521483" y="2278597"/>
                  </a:lnTo>
                  <a:lnTo>
                    <a:pt x="5521819" y="2277875"/>
                  </a:lnTo>
                  <a:lnTo>
                    <a:pt x="5522156" y="2277804"/>
                  </a:lnTo>
                  <a:lnTo>
                    <a:pt x="5522492" y="2278107"/>
                  </a:lnTo>
                  <a:lnTo>
                    <a:pt x="5522829" y="2278726"/>
                  </a:lnTo>
                  <a:lnTo>
                    <a:pt x="5523165" y="2278805"/>
                  </a:lnTo>
                  <a:lnTo>
                    <a:pt x="5523502" y="2278805"/>
                  </a:lnTo>
                  <a:lnTo>
                    <a:pt x="5523838" y="2277885"/>
                  </a:lnTo>
                  <a:lnTo>
                    <a:pt x="5524174" y="2276658"/>
                  </a:lnTo>
                  <a:lnTo>
                    <a:pt x="5524511" y="2274839"/>
                  </a:lnTo>
                  <a:lnTo>
                    <a:pt x="5524847" y="2273156"/>
                  </a:lnTo>
                  <a:lnTo>
                    <a:pt x="5525184" y="2271277"/>
                  </a:lnTo>
                  <a:lnTo>
                    <a:pt x="5525520" y="2269122"/>
                  </a:lnTo>
                  <a:lnTo>
                    <a:pt x="5525857" y="2267304"/>
                  </a:lnTo>
                  <a:lnTo>
                    <a:pt x="5526193" y="2265152"/>
                  </a:lnTo>
                  <a:lnTo>
                    <a:pt x="5526530" y="2261743"/>
                  </a:lnTo>
                  <a:lnTo>
                    <a:pt x="5526866" y="2258271"/>
                  </a:lnTo>
                  <a:lnTo>
                    <a:pt x="5527203" y="2254864"/>
                  </a:lnTo>
                  <a:lnTo>
                    <a:pt x="5527539" y="2251150"/>
                  </a:lnTo>
                  <a:lnTo>
                    <a:pt x="5527876" y="2247039"/>
                  </a:lnTo>
                  <a:lnTo>
                    <a:pt x="5528212" y="2242600"/>
                  </a:lnTo>
                  <a:lnTo>
                    <a:pt x="5528548" y="2237469"/>
                  </a:lnTo>
                  <a:lnTo>
                    <a:pt x="5528885" y="2232364"/>
                  </a:lnTo>
                  <a:lnTo>
                    <a:pt x="5529221" y="2227376"/>
                  </a:lnTo>
                  <a:lnTo>
                    <a:pt x="5529558" y="2222382"/>
                  </a:lnTo>
                  <a:lnTo>
                    <a:pt x="5529894" y="2219506"/>
                  </a:lnTo>
                  <a:lnTo>
                    <a:pt x="5530231" y="2216340"/>
                  </a:lnTo>
                  <a:lnTo>
                    <a:pt x="5530567" y="2213533"/>
                  </a:lnTo>
                  <a:lnTo>
                    <a:pt x="5530904" y="2211151"/>
                  </a:lnTo>
                  <a:lnTo>
                    <a:pt x="5531240" y="2209165"/>
                  </a:lnTo>
                  <a:lnTo>
                    <a:pt x="5531577" y="2206710"/>
                  </a:lnTo>
                  <a:lnTo>
                    <a:pt x="5531913" y="2204817"/>
                  </a:lnTo>
                  <a:lnTo>
                    <a:pt x="5532250" y="2202230"/>
                  </a:lnTo>
                  <a:lnTo>
                    <a:pt x="5532586" y="2199622"/>
                  </a:lnTo>
                  <a:lnTo>
                    <a:pt x="5532922" y="2197277"/>
                  </a:lnTo>
                  <a:lnTo>
                    <a:pt x="5533259" y="2194631"/>
                  </a:lnTo>
                  <a:lnTo>
                    <a:pt x="5533595" y="2192337"/>
                  </a:lnTo>
                  <a:lnTo>
                    <a:pt x="5533932" y="2189896"/>
                  </a:lnTo>
                  <a:lnTo>
                    <a:pt x="5534268" y="2187515"/>
                  </a:lnTo>
                  <a:lnTo>
                    <a:pt x="5534605" y="2185111"/>
                  </a:lnTo>
                  <a:lnTo>
                    <a:pt x="5534941" y="2182614"/>
                  </a:lnTo>
                  <a:lnTo>
                    <a:pt x="5535278" y="2180480"/>
                  </a:lnTo>
                  <a:lnTo>
                    <a:pt x="5535614" y="2178233"/>
                  </a:lnTo>
                  <a:lnTo>
                    <a:pt x="5535951" y="2175064"/>
                  </a:lnTo>
                  <a:lnTo>
                    <a:pt x="5536287" y="2171580"/>
                  </a:lnTo>
                  <a:lnTo>
                    <a:pt x="5536624" y="2167830"/>
                  </a:lnTo>
                  <a:lnTo>
                    <a:pt x="5536960" y="2164072"/>
                  </a:lnTo>
                  <a:lnTo>
                    <a:pt x="5537296" y="2160861"/>
                  </a:lnTo>
                  <a:lnTo>
                    <a:pt x="5537633" y="2157427"/>
                  </a:lnTo>
                  <a:lnTo>
                    <a:pt x="5537969" y="2153490"/>
                  </a:lnTo>
                  <a:lnTo>
                    <a:pt x="5538306" y="2149352"/>
                  </a:lnTo>
                  <a:lnTo>
                    <a:pt x="5538642" y="2146897"/>
                  </a:lnTo>
                  <a:lnTo>
                    <a:pt x="5538979" y="2144127"/>
                  </a:lnTo>
                  <a:lnTo>
                    <a:pt x="5539315" y="2141222"/>
                  </a:lnTo>
                  <a:lnTo>
                    <a:pt x="5539652" y="2138762"/>
                  </a:lnTo>
                  <a:lnTo>
                    <a:pt x="5539988" y="2136464"/>
                  </a:lnTo>
                  <a:lnTo>
                    <a:pt x="5540325" y="2133750"/>
                  </a:lnTo>
                  <a:lnTo>
                    <a:pt x="5540661" y="2130645"/>
                  </a:lnTo>
                  <a:lnTo>
                    <a:pt x="5540998" y="2126847"/>
                  </a:lnTo>
                  <a:lnTo>
                    <a:pt x="5541334" y="2122862"/>
                  </a:lnTo>
                  <a:lnTo>
                    <a:pt x="5541670" y="2118799"/>
                  </a:lnTo>
                  <a:lnTo>
                    <a:pt x="5542007" y="2115126"/>
                  </a:lnTo>
                  <a:lnTo>
                    <a:pt x="5542343" y="2111283"/>
                  </a:lnTo>
                  <a:lnTo>
                    <a:pt x="5542680" y="2107710"/>
                  </a:lnTo>
                  <a:lnTo>
                    <a:pt x="5543016" y="2104262"/>
                  </a:lnTo>
                  <a:lnTo>
                    <a:pt x="5543353" y="2100584"/>
                  </a:lnTo>
                  <a:lnTo>
                    <a:pt x="5543689" y="2096164"/>
                  </a:lnTo>
                  <a:lnTo>
                    <a:pt x="5544026" y="2091594"/>
                  </a:lnTo>
                  <a:lnTo>
                    <a:pt x="5544362" y="2085260"/>
                  </a:lnTo>
                  <a:lnTo>
                    <a:pt x="5544699" y="2079276"/>
                  </a:lnTo>
                  <a:lnTo>
                    <a:pt x="5545035" y="2072749"/>
                  </a:lnTo>
                  <a:lnTo>
                    <a:pt x="5545372" y="2066582"/>
                  </a:lnTo>
                  <a:lnTo>
                    <a:pt x="5545708" y="2060229"/>
                  </a:lnTo>
                  <a:lnTo>
                    <a:pt x="5546044" y="2051845"/>
                  </a:lnTo>
                  <a:lnTo>
                    <a:pt x="5546381" y="2045945"/>
                  </a:lnTo>
                  <a:lnTo>
                    <a:pt x="5546717" y="2040620"/>
                  </a:lnTo>
                  <a:lnTo>
                    <a:pt x="5547054" y="2035185"/>
                  </a:lnTo>
                  <a:lnTo>
                    <a:pt x="5547390" y="2029262"/>
                  </a:lnTo>
                  <a:lnTo>
                    <a:pt x="5547727" y="2022616"/>
                  </a:lnTo>
                  <a:lnTo>
                    <a:pt x="5548063" y="2016027"/>
                  </a:lnTo>
                  <a:lnTo>
                    <a:pt x="5548400" y="2009787"/>
                  </a:lnTo>
                  <a:lnTo>
                    <a:pt x="5548736" y="2004158"/>
                  </a:lnTo>
                  <a:lnTo>
                    <a:pt x="5549073" y="1998800"/>
                  </a:lnTo>
                  <a:lnTo>
                    <a:pt x="5549409" y="1993503"/>
                  </a:lnTo>
                  <a:lnTo>
                    <a:pt x="5549745" y="1988088"/>
                  </a:lnTo>
                  <a:lnTo>
                    <a:pt x="5550082" y="1982980"/>
                  </a:lnTo>
                  <a:lnTo>
                    <a:pt x="5550418" y="1978034"/>
                  </a:lnTo>
                  <a:lnTo>
                    <a:pt x="5550755" y="1973277"/>
                  </a:lnTo>
                  <a:lnTo>
                    <a:pt x="5551091" y="1969155"/>
                  </a:lnTo>
                  <a:lnTo>
                    <a:pt x="5551428" y="1965693"/>
                  </a:lnTo>
                  <a:lnTo>
                    <a:pt x="5551764" y="1960793"/>
                  </a:lnTo>
                  <a:lnTo>
                    <a:pt x="5552101" y="1955533"/>
                  </a:lnTo>
                  <a:lnTo>
                    <a:pt x="5552437" y="1950738"/>
                  </a:lnTo>
                  <a:lnTo>
                    <a:pt x="5552774" y="1945902"/>
                  </a:lnTo>
                  <a:lnTo>
                    <a:pt x="5553110" y="1940841"/>
                  </a:lnTo>
                  <a:lnTo>
                    <a:pt x="5553447" y="1935590"/>
                  </a:lnTo>
                  <a:lnTo>
                    <a:pt x="5553783" y="1930001"/>
                  </a:lnTo>
                  <a:lnTo>
                    <a:pt x="5554119" y="1924380"/>
                  </a:lnTo>
                  <a:lnTo>
                    <a:pt x="5554456" y="1918534"/>
                  </a:lnTo>
                  <a:lnTo>
                    <a:pt x="5554792" y="1912650"/>
                  </a:lnTo>
                  <a:lnTo>
                    <a:pt x="5555129" y="1907117"/>
                  </a:lnTo>
                  <a:lnTo>
                    <a:pt x="5555465" y="1901805"/>
                  </a:lnTo>
                  <a:lnTo>
                    <a:pt x="5555802" y="1896757"/>
                  </a:lnTo>
                  <a:lnTo>
                    <a:pt x="5556138" y="1892032"/>
                  </a:lnTo>
                  <a:lnTo>
                    <a:pt x="5556475" y="1886704"/>
                  </a:lnTo>
                  <a:lnTo>
                    <a:pt x="5556811" y="1880848"/>
                  </a:lnTo>
                  <a:lnTo>
                    <a:pt x="5557148" y="1876042"/>
                  </a:lnTo>
                  <a:lnTo>
                    <a:pt x="5557484" y="1871888"/>
                  </a:lnTo>
                  <a:lnTo>
                    <a:pt x="5557821" y="1869738"/>
                  </a:lnTo>
                  <a:lnTo>
                    <a:pt x="5558157" y="1868720"/>
                  </a:lnTo>
                  <a:lnTo>
                    <a:pt x="5558493" y="1866809"/>
                  </a:lnTo>
                  <a:lnTo>
                    <a:pt x="5558830" y="1865566"/>
                  </a:lnTo>
                  <a:lnTo>
                    <a:pt x="5559166" y="1865013"/>
                  </a:lnTo>
                  <a:lnTo>
                    <a:pt x="5559503" y="1865063"/>
                  </a:lnTo>
                  <a:lnTo>
                    <a:pt x="5559839" y="1865336"/>
                  </a:lnTo>
                  <a:lnTo>
                    <a:pt x="5560176" y="1866153"/>
                  </a:lnTo>
                  <a:lnTo>
                    <a:pt x="5560512" y="1866155"/>
                  </a:lnTo>
                  <a:lnTo>
                    <a:pt x="5560849" y="1865987"/>
                  </a:lnTo>
                  <a:lnTo>
                    <a:pt x="5561185" y="1866101"/>
                  </a:lnTo>
                  <a:lnTo>
                    <a:pt x="5561522" y="1866879"/>
                  </a:lnTo>
                  <a:lnTo>
                    <a:pt x="5561858" y="1868453"/>
                  </a:lnTo>
                  <a:lnTo>
                    <a:pt x="5562195" y="1870090"/>
                  </a:lnTo>
                  <a:lnTo>
                    <a:pt x="5562531" y="1871014"/>
                  </a:lnTo>
                  <a:lnTo>
                    <a:pt x="5562867" y="1871064"/>
                  </a:lnTo>
                  <a:lnTo>
                    <a:pt x="5563204" y="1870836"/>
                  </a:lnTo>
                  <a:lnTo>
                    <a:pt x="5563540" y="1870178"/>
                  </a:lnTo>
                  <a:lnTo>
                    <a:pt x="5563877" y="1869492"/>
                  </a:lnTo>
                  <a:lnTo>
                    <a:pt x="5564213" y="1868516"/>
                  </a:lnTo>
                  <a:lnTo>
                    <a:pt x="5564550" y="1867605"/>
                  </a:lnTo>
                  <a:lnTo>
                    <a:pt x="5564886" y="1866709"/>
                  </a:lnTo>
                  <a:lnTo>
                    <a:pt x="5565223" y="1866360"/>
                  </a:lnTo>
                  <a:lnTo>
                    <a:pt x="5565559" y="1865222"/>
                  </a:lnTo>
                  <a:lnTo>
                    <a:pt x="5565896" y="1864153"/>
                  </a:lnTo>
                  <a:lnTo>
                    <a:pt x="5566232" y="1862713"/>
                  </a:lnTo>
                  <a:lnTo>
                    <a:pt x="5566569" y="1860797"/>
                  </a:lnTo>
                  <a:lnTo>
                    <a:pt x="5566905" y="1858833"/>
                  </a:lnTo>
                  <a:lnTo>
                    <a:pt x="5567241" y="1856699"/>
                  </a:lnTo>
                  <a:lnTo>
                    <a:pt x="5567578" y="1853150"/>
                  </a:lnTo>
                  <a:lnTo>
                    <a:pt x="5567914" y="1850111"/>
                  </a:lnTo>
                  <a:lnTo>
                    <a:pt x="5568251" y="1847031"/>
                  </a:lnTo>
                  <a:lnTo>
                    <a:pt x="5568587" y="1841779"/>
                  </a:lnTo>
                  <a:lnTo>
                    <a:pt x="5568924" y="1836384"/>
                  </a:lnTo>
                  <a:lnTo>
                    <a:pt x="5569260" y="1829598"/>
                  </a:lnTo>
                  <a:lnTo>
                    <a:pt x="5569597" y="1821921"/>
                  </a:lnTo>
                  <a:lnTo>
                    <a:pt x="5569933" y="1813859"/>
                  </a:lnTo>
                  <a:lnTo>
                    <a:pt x="5570270" y="1804850"/>
                  </a:lnTo>
                  <a:lnTo>
                    <a:pt x="5570606" y="1795152"/>
                  </a:lnTo>
                  <a:lnTo>
                    <a:pt x="5570943" y="1784535"/>
                  </a:lnTo>
                  <a:lnTo>
                    <a:pt x="5571279" y="1773357"/>
                  </a:lnTo>
                  <a:lnTo>
                    <a:pt x="5571615" y="1762538"/>
                  </a:lnTo>
                  <a:lnTo>
                    <a:pt x="5571952" y="1751610"/>
                  </a:lnTo>
                  <a:lnTo>
                    <a:pt x="5572288" y="1740544"/>
                  </a:lnTo>
                  <a:lnTo>
                    <a:pt x="5572625" y="1729402"/>
                  </a:lnTo>
                  <a:lnTo>
                    <a:pt x="5572961" y="1718494"/>
                  </a:lnTo>
                  <a:lnTo>
                    <a:pt x="5573298" y="1707221"/>
                  </a:lnTo>
                  <a:lnTo>
                    <a:pt x="5573634" y="1695456"/>
                  </a:lnTo>
                  <a:lnTo>
                    <a:pt x="5573971" y="1683152"/>
                  </a:lnTo>
                  <a:lnTo>
                    <a:pt x="5574307" y="1670413"/>
                  </a:lnTo>
                  <a:lnTo>
                    <a:pt x="5574644" y="1657614"/>
                  </a:lnTo>
                  <a:lnTo>
                    <a:pt x="5574980" y="1644330"/>
                  </a:lnTo>
                  <a:lnTo>
                    <a:pt x="5575317" y="1631327"/>
                  </a:lnTo>
                  <a:lnTo>
                    <a:pt x="5575653" y="1618905"/>
                  </a:lnTo>
                  <a:lnTo>
                    <a:pt x="5575989" y="1607180"/>
                  </a:lnTo>
                  <a:lnTo>
                    <a:pt x="5576326" y="1595333"/>
                  </a:lnTo>
                  <a:lnTo>
                    <a:pt x="5576662" y="1582753"/>
                  </a:lnTo>
                  <a:lnTo>
                    <a:pt x="5576999" y="1569958"/>
                  </a:lnTo>
                  <a:lnTo>
                    <a:pt x="5577335" y="1556442"/>
                  </a:lnTo>
                  <a:lnTo>
                    <a:pt x="5577672" y="1542801"/>
                  </a:lnTo>
                  <a:lnTo>
                    <a:pt x="5578008" y="1528995"/>
                  </a:lnTo>
                  <a:lnTo>
                    <a:pt x="5578345" y="1514742"/>
                  </a:lnTo>
                  <a:lnTo>
                    <a:pt x="5578681" y="1504323"/>
                  </a:lnTo>
                  <a:lnTo>
                    <a:pt x="5579018" y="1494212"/>
                  </a:lnTo>
                  <a:lnTo>
                    <a:pt x="5579354" y="1485006"/>
                  </a:lnTo>
                  <a:lnTo>
                    <a:pt x="5579690" y="1476496"/>
                  </a:lnTo>
                  <a:lnTo>
                    <a:pt x="5580027" y="1468955"/>
                  </a:lnTo>
                  <a:lnTo>
                    <a:pt x="5580363" y="1461554"/>
                  </a:lnTo>
                  <a:lnTo>
                    <a:pt x="5580700" y="1454651"/>
                  </a:lnTo>
                  <a:lnTo>
                    <a:pt x="5581036" y="1447853"/>
                  </a:lnTo>
                  <a:lnTo>
                    <a:pt x="5581373" y="1440835"/>
                  </a:lnTo>
                  <a:lnTo>
                    <a:pt x="5581709" y="1435434"/>
                  </a:lnTo>
                  <a:lnTo>
                    <a:pt x="5582046" y="1430074"/>
                  </a:lnTo>
                  <a:lnTo>
                    <a:pt x="5582382" y="1424496"/>
                  </a:lnTo>
                  <a:lnTo>
                    <a:pt x="5582719" y="1418462"/>
                  </a:lnTo>
                  <a:lnTo>
                    <a:pt x="5583055" y="1415149"/>
                  </a:lnTo>
                  <a:lnTo>
                    <a:pt x="5583392" y="1412292"/>
                  </a:lnTo>
                  <a:lnTo>
                    <a:pt x="5583728" y="1410371"/>
                  </a:lnTo>
                  <a:lnTo>
                    <a:pt x="5584064" y="1408707"/>
                  </a:lnTo>
                  <a:lnTo>
                    <a:pt x="5584401" y="1407936"/>
                  </a:lnTo>
                  <a:lnTo>
                    <a:pt x="5584737" y="1407217"/>
                  </a:lnTo>
                  <a:lnTo>
                    <a:pt x="5585074" y="1406447"/>
                  </a:lnTo>
                  <a:lnTo>
                    <a:pt x="5585410" y="1405955"/>
                  </a:lnTo>
                  <a:lnTo>
                    <a:pt x="5585747" y="1405084"/>
                  </a:lnTo>
                  <a:lnTo>
                    <a:pt x="5586083" y="1404008"/>
                  </a:lnTo>
                  <a:lnTo>
                    <a:pt x="5586420" y="1403033"/>
                  </a:lnTo>
                  <a:lnTo>
                    <a:pt x="5586756" y="1402904"/>
                  </a:lnTo>
                  <a:lnTo>
                    <a:pt x="5587093" y="1403741"/>
                  </a:lnTo>
                  <a:lnTo>
                    <a:pt x="5587429" y="1405025"/>
                  </a:lnTo>
                  <a:lnTo>
                    <a:pt x="5587766" y="1406935"/>
                  </a:lnTo>
                  <a:lnTo>
                    <a:pt x="5588102" y="1406913"/>
                  </a:lnTo>
                  <a:lnTo>
                    <a:pt x="5588438" y="1406093"/>
                  </a:lnTo>
                  <a:lnTo>
                    <a:pt x="5588775" y="1404924"/>
                  </a:lnTo>
                  <a:lnTo>
                    <a:pt x="5589111" y="1403434"/>
                  </a:lnTo>
                  <a:lnTo>
                    <a:pt x="5589448" y="1401737"/>
                  </a:lnTo>
                  <a:lnTo>
                    <a:pt x="5589784" y="1399773"/>
                  </a:lnTo>
                  <a:lnTo>
                    <a:pt x="5590121" y="1397833"/>
                  </a:lnTo>
                  <a:lnTo>
                    <a:pt x="5590457" y="1396594"/>
                  </a:lnTo>
                  <a:lnTo>
                    <a:pt x="5590794" y="1395045"/>
                  </a:lnTo>
                  <a:lnTo>
                    <a:pt x="5591130" y="1393844"/>
                  </a:lnTo>
                  <a:lnTo>
                    <a:pt x="5591467" y="1392691"/>
                  </a:lnTo>
                  <a:lnTo>
                    <a:pt x="5591803" y="1391923"/>
                  </a:lnTo>
                  <a:lnTo>
                    <a:pt x="5592140" y="1391163"/>
                  </a:lnTo>
                  <a:lnTo>
                    <a:pt x="5592476" y="1390122"/>
                  </a:lnTo>
                  <a:lnTo>
                    <a:pt x="5592812" y="1389011"/>
                  </a:lnTo>
                  <a:lnTo>
                    <a:pt x="5593149" y="1387848"/>
                  </a:lnTo>
                  <a:lnTo>
                    <a:pt x="5593485" y="1386773"/>
                  </a:lnTo>
                  <a:lnTo>
                    <a:pt x="5593822" y="1387382"/>
                  </a:lnTo>
                  <a:lnTo>
                    <a:pt x="5594158" y="1388431"/>
                  </a:lnTo>
                  <a:lnTo>
                    <a:pt x="5594495" y="1389339"/>
                  </a:lnTo>
                  <a:lnTo>
                    <a:pt x="5594831" y="1390793"/>
                  </a:lnTo>
                  <a:lnTo>
                    <a:pt x="5595168" y="1393399"/>
                  </a:lnTo>
                  <a:lnTo>
                    <a:pt x="5595504" y="1396373"/>
                  </a:lnTo>
                  <a:lnTo>
                    <a:pt x="5595841" y="1400104"/>
                  </a:lnTo>
                  <a:lnTo>
                    <a:pt x="5596177" y="1403286"/>
                  </a:lnTo>
                  <a:lnTo>
                    <a:pt x="5596514" y="1405556"/>
                  </a:lnTo>
                  <a:lnTo>
                    <a:pt x="5596850" y="1408030"/>
                  </a:lnTo>
                  <a:lnTo>
                    <a:pt x="5597186" y="1408070"/>
                  </a:lnTo>
                  <a:lnTo>
                    <a:pt x="5597523" y="1407568"/>
                  </a:lnTo>
                  <a:lnTo>
                    <a:pt x="5597859" y="1407207"/>
                  </a:lnTo>
                  <a:lnTo>
                    <a:pt x="5598196" y="1407186"/>
                  </a:lnTo>
                  <a:lnTo>
                    <a:pt x="5598532" y="1408522"/>
                  </a:lnTo>
                  <a:lnTo>
                    <a:pt x="5598869" y="1410166"/>
                  </a:lnTo>
                  <a:lnTo>
                    <a:pt x="5599205" y="1412257"/>
                  </a:lnTo>
                  <a:lnTo>
                    <a:pt x="5599542" y="1414280"/>
                  </a:lnTo>
                  <a:lnTo>
                    <a:pt x="5599878" y="1416019"/>
                  </a:lnTo>
                  <a:lnTo>
                    <a:pt x="5600215" y="1417486"/>
                  </a:lnTo>
                  <a:lnTo>
                    <a:pt x="5600551" y="1418521"/>
                  </a:lnTo>
                  <a:lnTo>
                    <a:pt x="5600888" y="1419315"/>
                  </a:lnTo>
                  <a:lnTo>
                    <a:pt x="5601224" y="1420503"/>
                  </a:lnTo>
                  <a:lnTo>
                    <a:pt x="5601560" y="1421888"/>
                  </a:lnTo>
                  <a:lnTo>
                    <a:pt x="5601897" y="1423284"/>
                  </a:lnTo>
                  <a:lnTo>
                    <a:pt x="5602233" y="1424593"/>
                  </a:lnTo>
                  <a:lnTo>
                    <a:pt x="5602570" y="1425880"/>
                  </a:lnTo>
                  <a:lnTo>
                    <a:pt x="5602906" y="1427091"/>
                  </a:lnTo>
                  <a:lnTo>
                    <a:pt x="5603243" y="1428987"/>
                  </a:lnTo>
                  <a:lnTo>
                    <a:pt x="5603579" y="1431104"/>
                  </a:lnTo>
                  <a:lnTo>
                    <a:pt x="5603916" y="1433442"/>
                  </a:lnTo>
                  <a:lnTo>
                    <a:pt x="5604252" y="1435350"/>
                  </a:lnTo>
                  <a:lnTo>
                    <a:pt x="5604589" y="1436034"/>
                  </a:lnTo>
                  <a:lnTo>
                    <a:pt x="5604925" y="1437250"/>
                  </a:lnTo>
                  <a:lnTo>
                    <a:pt x="5605262" y="1438546"/>
                  </a:lnTo>
                  <a:lnTo>
                    <a:pt x="5605598" y="1439561"/>
                  </a:lnTo>
                  <a:lnTo>
                    <a:pt x="5605934" y="1437909"/>
                  </a:lnTo>
                  <a:lnTo>
                    <a:pt x="5606271" y="1436110"/>
                  </a:lnTo>
                  <a:lnTo>
                    <a:pt x="5606607" y="1434390"/>
                  </a:lnTo>
                  <a:lnTo>
                    <a:pt x="5606944" y="1431642"/>
                  </a:lnTo>
                  <a:lnTo>
                    <a:pt x="5607280" y="1428627"/>
                  </a:lnTo>
                  <a:lnTo>
                    <a:pt x="5607617" y="1425401"/>
                  </a:lnTo>
                  <a:lnTo>
                    <a:pt x="5607953" y="1420338"/>
                  </a:lnTo>
                  <a:lnTo>
                    <a:pt x="5608290" y="1418294"/>
                  </a:lnTo>
                  <a:lnTo>
                    <a:pt x="5608626" y="1416593"/>
                  </a:lnTo>
                  <a:lnTo>
                    <a:pt x="5608963" y="1414998"/>
                  </a:lnTo>
                  <a:lnTo>
                    <a:pt x="5609299" y="1413580"/>
                  </a:lnTo>
                  <a:lnTo>
                    <a:pt x="5609636" y="1412684"/>
                  </a:lnTo>
                  <a:lnTo>
                    <a:pt x="5609972" y="1411699"/>
                  </a:lnTo>
                  <a:lnTo>
                    <a:pt x="5610308" y="1412300"/>
                  </a:lnTo>
                  <a:lnTo>
                    <a:pt x="5610645" y="1413071"/>
                  </a:lnTo>
                  <a:lnTo>
                    <a:pt x="5610981" y="1414655"/>
                  </a:lnTo>
                  <a:lnTo>
                    <a:pt x="5611318" y="1416274"/>
                  </a:lnTo>
                  <a:lnTo>
                    <a:pt x="5611654" y="1419932"/>
                  </a:lnTo>
                  <a:lnTo>
                    <a:pt x="5611991" y="1423975"/>
                  </a:lnTo>
                  <a:lnTo>
                    <a:pt x="5612327" y="1428894"/>
                  </a:lnTo>
                  <a:lnTo>
                    <a:pt x="5612664" y="1433790"/>
                  </a:lnTo>
                  <a:lnTo>
                    <a:pt x="5613000" y="1439182"/>
                  </a:lnTo>
                  <a:lnTo>
                    <a:pt x="5613337" y="1447113"/>
                  </a:lnTo>
                  <a:lnTo>
                    <a:pt x="5613673" y="1451803"/>
                  </a:lnTo>
                  <a:lnTo>
                    <a:pt x="5614009" y="1455901"/>
                  </a:lnTo>
                  <a:lnTo>
                    <a:pt x="5614346" y="1460222"/>
                  </a:lnTo>
                  <a:lnTo>
                    <a:pt x="5614682" y="1464880"/>
                  </a:lnTo>
                  <a:lnTo>
                    <a:pt x="5615019" y="1470166"/>
                  </a:lnTo>
                  <a:lnTo>
                    <a:pt x="5615355" y="1475746"/>
                  </a:lnTo>
                  <a:lnTo>
                    <a:pt x="5615692" y="1481931"/>
                  </a:lnTo>
                  <a:lnTo>
                    <a:pt x="5616028" y="1487236"/>
                  </a:lnTo>
                  <a:lnTo>
                    <a:pt x="5616365" y="1492702"/>
                  </a:lnTo>
                  <a:lnTo>
                    <a:pt x="5616701" y="1497497"/>
                  </a:lnTo>
                  <a:lnTo>
                    <a:pt x="5617038" y="1502668"/>
                  </a:lnTo>
                  <a:lnTo>
                    <a:pt x="5617374" y="1507179"/>
                  </a:lnTo>
                  <a:lnTo>
                    <a:pt x="5617711" y="1511929"/>
                  </a:lnTo>
                  <a:lnTo>
                    <a:pt x="5618047" y="1516341"/>
                  </a:lnTo>
                  <a:lnTo>
                    <a:pt x="5618383" y="1519538"/>
                  </a:lnTo>
                  <a:lnTo>
                    <a:pt x="5618720" y="1522185"/>
                  </a:lnTo>
                  <a:lnTo>
                    <a:pt x="5619056" y="1526165"/>
                  </a:lnTo>
                  <a:lnTo>
                    <a:pt x="5619393" y="1530396"/>
                  </a:lnTo>
                  <a:lnTo>
                    <a:pt x="5619729" y="1534395"/>
                  </a:lnTo>
                  <a:lnTo>
                    <a:pt x="5620066" y="1538383"/>
                  </a:lnTo>
                  <a:lnTo>
                    <a:pt x="5620402" y="1542611"/>
                  </a:lnTo>
                  <a:lnTo>
                    <a:pt x="5620739" y="1546682"/>
                  </a:lnTo>
                  <a:lnTo>
                    <a:pt x="5621075" y="1550813"/>
                  </a:lnTo>
                  <a:lnTo>
                    <a:pt x="5621412" y="1555181"/>
                  </a:lnTo>
                  <a:lnTo>
                    <a:pt x="5621748" y="1559879"/>
                  </a:lnTo>
                  <a:lnTo>
                    <a:pt x="5622085" y="1564924"/>
                  </a:lnTo>
                  <a:lnTo>
                    <a:pt x="5622421" y="1569373"/>
                  </a:lnTo>
                  <a:lnTo>
                    <a:pt x="5622757" y="1574081"/>
                  </a:lnTo>
                  <a:lnTo>
                    <a:pt x="5623094" y="1577510"/>
                  </a:lnTo>
                  <a:lnTo>
                    <a:pt x="5623430" y="1580780"/>
                  </a:lnTo>
                  <a:lnTo>
                    <a:pt x="5623767" y="1584831"/>
                  </a:lnTo>
                  <a:lnTo>
                    <a:pt x="5624103" y="1588863"/>
                  </a:lnTo>
                  <a:lnTo>
                    <a:pt x="5624440" y="1592303"/>
                  </a:lnTo>
                  <a:lnTo>
                    <a:pt x="5624776" y="1595002"/>
                  </a:lnTo>
                  <a:lnTo>
                    <a:pt x="5625113" y="1596419"/>
                  </a:lnTo>
                  <a:lnTo>
                    <a:pt x="5625449" y="1596360"/>
                  </a:lnTo>
                  <a:lnTo>
                    <a:pt x="5625786" y="1597258"/>
                  </a:lnTo>
                  <a:lnTo>
                    <a:pt x="5626122" y="1597459"/>
                  </a:lnTo>
                  <a:lnTo>
                    <a:pt x="5626459" y="1596561"/>
                  </a:lnTo>
                  <a:lnTo>
                    <a:pt x="5626795" y="1594973"/>
                  </a:lnTo>
                  <a:lnTo>
                    <a:pt x="5627131" y="1593191"/>
                  </a:lnTo>
                  <a:lnTo>
                    <a:pt x="5627468" y="1590485"/>
                  </a:lnTo>
                  <a:lnTo>
                    <a:pt x="5627804" y="1588076"/>
                  </a:lnTo>
                  <a:lnTo>
                    <a:pt x="5628141" y="1585313"/>
                  </a:lnTo>
                  <a:lnTo>
                    <a:pt x="5628477" y="1582260"/>
                  </a:lnTo>
                  <a:lnTo>
                    <a:pt x="5628814" y="1578387"/>
                  </a:lnTo>
                  <a:lnTo>
                    <a:pt x="5629150" y="1573794"/>
                  </a:lnTo>
                  <a:lnTo>
                    <a:pt x="5629487" y="1569198"/>
                  </a:lnTo>
                  <a:lnTo>
                    <a:pt x="5629823" y="1564545"/>
                  </a:lnTo>
                  <a:lnTo>
                    <a:pt x="5630160" y="1560846"/>
                  </a:lnTo>
                  <a:lnTo>
                    <a:pt x="5630496" y="1557841"/>
                  </a:lnTo>
                  <a:lnTo>
                    <a:pt x="5630833" y="1555302"/>
                  </a:lnTo>
                  <a:lnTo>
                    <a:pt x="5631169" y="1552971"/>
                  </a:lnTo>
                  <a:lnTo>
                    <a:pt x="5631505" y="1551303"/>
                  </a:lnTo>
                  <a:lnTo>
                    <a:pt x="5631842" y="1550281"/>
                  </a:lnTo>
                  <a:lnTo>
                    <a:pt x="5632178" y="1549072"/>
                  </a:lnTo>
                  <a:lnTo>
                    <a:pt x="5632515" y="1547416"/>
                  </a:lnTo>
                  <a:lnTo>
                    <a:pt x="5632851" y="1546558"/>
                  </a:lnTo>
                  <a:lnTo>
                    <a:pt x="5633188" y="1545780"/>
                  </a:lnTo>
                  <a:lnTo>
                    <a:pt x="5633524" y="1545093"/>
                  </a:lnTo>
                  <a:lnTo>
                    <a:pt x="5633861" y="1544796"/>
                  </a:lnTo>
                  <a:lnTo>
                    <a:pt x="5634197" y="1544591"/>
                  </a:lnTo>
                  <a:lnTo>
                    <a:pt x="5634534" y="1544102"/>
                  </a:lnTo>
                  <a:lnTo>
                    <a:pt x="5634870" y="1545116"/>
                  </a:lnTo>
                  <a:lnTo>
                    <a:pt x="5635207" y="1545273"/>
                  </a:lnTo>
                  <a:lnTo>
                    <a:pt x="5635543" y="1544668"/>
                  </a:lnTo>
                  <a:lnTo>
                    <a:pt x="5635879" y="1547615"/>
                  </a:lnTo>
                  <a:lnTo>
                    <a:pt x="5636216" y="1550655"/>
                  </a:lnTo>
                  <a:lnTo>
                    <a:pt x="5636552" y="1553715"/>
                  </a:lnTo>
                  <a:lnTo>
                    <a:pt x="5636889" y="1557045"/>
                  </a:lnTo>
                  <a:lnTo>
                    <a:pt x="5637225" y="1560249"/>
                  </a:lnTo>
                  <a:lnTo>
                    <a:pt x="5637562" y="1563837"/>
                  </a:lnTo>
                  <a:lnTo>
                    <a:pt x="5637898" y="1567496"/>
                  </a:lnTo>
                  <a:lnTo>
                    <a:pt x="5638235" y="1571958"/>
                  </a:lnTo>
                  <a:lnTo>
                    <a:pt x="5638571" y="1576473"/>
                  </a:lnTo>
                  <a:lnTo>
                    <a:pt x="5638908" y="1580154"/>
                  </a:lnTo>
                  <a:lnTo>
                    <a:pt x="5639244" y="1584042"/>
                  </a:lnTo>
                  <a:lnTo>
                    <a:pt x="5639581" y="1588195"/>
                  </a:lnTo>
                  <a:lnTo>
                    <a:pt x="5639917" y="1592402"/>
                  </a:lnTo>
                  <a:lnTo>
                    <a:pt x="5640253" y="1596293"/>
                  </a:lnTo>
                  <a:lnTo>
                    <a:pt x="5640590" y="1600468"/>
                  </a:lnTo>
                  <a:lnTo>
                    <a:pt x="5640926" y="1604928"/>
                  </a:lnTo>
                  <a:lnTo>
                    <a:pt x="5641263" y="1609656"/>
                  </a:lnTo>
                  <a:lnTo>
                    <a:pt x="5641599" y="1614927"/>
                  </a:lnTo>
                  <a:lnTo>
                    <a:pt x="5641936" y="1618016"/>
                  </a:lnTo>
                  <a:lnTo>
                    <a:pt x="5642272" y="1621917"/>
                  </a:lnTo>
                  <a:lnTo>
                    <a:pt x="5642609" y="1626371"/>
                  </a:lnTo>
                  <a:lnTo>
                    <a:pt x="5642945" y="1631451"/>
                  </a:lnTo>
                  <a:lnTo>
                    <a:pt x="5643282" y="1636566"/>
                  </a:lnTo>
                  <a:lnTo>
                    <a:pt x="5643618" y="1642285"/>
                  </a:lnTo>
                  <a:lnTo>
                    <a:pt x="5643955" y="1649591"/>
                  </a:lnTo>
                  <a:lnTo>
                    <a:pt x="5644291" y="1656969"/>
                  </a:lnTo>
                  <a:lnTo>
                    <a:pt x="5644627" y="1664649"/>
                  </a:lnTo>
                  <a:lnTo>
                    <a:pt x="5644964" y="1672581"/>
                  </a:lnTo>
                  <a:lnTo>
                    <a:pt x="5645300" y="1681303"/>
                  </a:lnTo>
                  <a:lnTo>
                    <a:pt x="5645637" y="1691109"/>
                  </a:lnTo>
                  <a:lnTo>
                    <a:pt x="5645973" y="1697517"/>
                  </a:lnTo>
                  <a:lnTo>
                    <a:pt x="5646310" y="1703882"/>
                  </a:lnTo>
                  <a:lnTo>
                    <a:pt x="5646646" y="1709540"/>
                  </a:lnTo>
                  <a:lnTo>
                    <a:pt x="5646983" y="1713939"/>
                  </a:lnTo>
                  <a:lnTo>
                    <a:pt x="5647319" y="1717579"/>
                  </a:lnTo>
                  <a:lnTo>
                    <a:pt x="5647656" y="1720844"/>
                  </a:lnTo>
                  <a:lnTo>
                    <a:pt x="5647992" y="1723285"/>
                  </a:lnTo>
                  <a:lnTo>
                    <a:pt x="5648328" y="1725813"/>
                  </a:lnTo>
                  <a:lnTo>
                    <a:pt x="5648665" y="1729022"/>
                  </a:lnTo>
                  <a:lnTo>
                    <a:pt x="5649001" y="1730290"/>
                  </a:lnTo>
                  <a:lnTo>
                    <a:pt x="5649338" y="1731915"/>
                  </a:lnTo>
                  <a:lnTo>
                    <a:pt x="5649674" y="1734319"/>
                  </a:lnTo>
                  <a:lnTo>
                    <a:pt x="5650011" y="1737643"/>
                  </a:lnTo>
                  <a:lnTo>
                    <a:pt x="5650347" y="1739613"/>
                  </a:lnTo>
                  <a:lnTo>
                    <a:pt x="5650684" y="1741521"/>
                  </a:lnTo>
                  <a:lnTo>
                    <a:pt x="5651020" y="1742932"/>
                  </a:lnTo>
                  <a:lnTo>
                    <a:pt x="5651357" y="1744295"/>
                  </a:lnTo>
                  <a:lnTo>
                    <a:pt x="5651693" y="1745518"/>
                  </a:lnTo>
                  <a:lnTo>
                    <a:pt x="5652030" y="1747832"/>
                  </a:lnTo>
                  <a:lnTo>
                    <a:pt x="5652366" y="1750556"/>
                  </a:lnTo>
                  <a:lnTo>
                    <a:pt x="5652702" y="1752514"/>
                  </a:lnTo>
                  <a:lnTo>
                    <a:pt x="5653039" y="1754635"/>
                  </a:lnTo>
                  <a:lnTo>
                    <a:pt x="5653375" y="1756537"/>
                  </a:lnTo>
                  <a:lnTo>
                    <a:pt x="5653712" y="1757246"/>
                  </a:lnTo>
                  <a:lnTo>
                    <a:pt x="5654048" y="1757375"/>
                  </a:lnTo>
                  <a:lnTo>
                    <a:pt x="5654385" y="1756819"/>
                  </a:lnTo>
                  <a:lnTo>
                    <a:pt x="5654721" y="1755692"/>
                  </a:lnTo>
                  <a:lnTo>
                    <a:pt x="5655058" y="1754264"/>
                  </a:lnTo>
                  <a:lnTo>
                    <a:pt x="5655394" y="1752985"/>
                  </a:lnTo>
                  <a:lnTo>
                    <a:pt x="5655731" y="1751651"/>
                  </a:lnTo>
                  <a:lnTo>
                    <a:pt x="5656067" y="1750066"/>
                  </a:lnTo>
                  <a:lnTo>
                    <a:pt x="5656404" y="1747798"/>
                  </a:lnTo>
                  <a:lnTo>
                    <a:pt x="5656740" y="1744949"/>
                  </a:lnTo>
                  <a:lnTo>
                    <a:pt x="5657076" y="1741506"/>
                  </a:lnTo>
                  <a:lnTo>
                    <a:pt x="5657413" y="1738402"/>
                  </a:lnTo>
                  <a:lnTo>
                    <a:pt x="5657749" y="1735634"/>
                  </a:lnTo>
                  <a:lnTo>
                    <a:pt x="5658086" y="1733385"/>
                  </a:lnTo>
                  <a:lnTo>
                    <a:pt x="5658422" y="1731157"/>
                  </a:lnTo>
                  <a:lnTo>
                    <a:pt x="5658759" y="1730160"/>
                  </a:lnTo>
                  <a:lnTo>
                    <a:pt x="5659095" y="1729125"/>
                  </a:lnTo>
                  <a:lnTo>
                    <a:pt x="5659432" y="1729693"/>
                  </a:lnTo>
                  <a:lnTo>
                    <a:pt x="5659768" y="1729653"/>
                  </a:lnTo>
                  <a:lnTo>
                    <a:pt x="5660105" y="1728269"/>
                  </a:lnTo>
                  <a:lnTo>
                    <a:pt x="5660441" y="1725591"/>
                  </a:lnTo>
                  <a:lnTo>
                    <a:pt x="5660778" y="1724667"/>
                  </a:lnTo>
                  <a:lnTo>
                    <a:pt x="5661114" y="1724012"/>
                  </a:lnTo>
                  <a:lnTo>
                    <a:pt x="5661450" y="1722925"/>
                  </a:lnTo>
                  <a:lnTo>
                    <a:pt x="5661787" y="1722384"/>
                  </a:lnTo>
                  <a:lnTo>
                    <a:pt x="5662123" y="1721682"/>
                  </a:lnTo>
                  <a:lnTo>
                    <a:pt x="5662460" y="1720425"/>
                  </a:lnTo>
                  <a:lnTo>
                    <a:pt x="5662796" y="1719181"/>
                  </a:lnTo>
                  <a:lnTo>
                    <a:pt x="5663133" y="1717926"/>
                  </a:lnTo>
                  <a:lnTo>
                    <a:pt x="5663469" y="1717084"/>
                  </a:lnTo>
                  <a:lnTo>
                    <a:pt x="5663806" y="1716901"/>
                  </a:lnTo>
                  <a:lnTo>
                    <a:pt x="5664142" y="1716487"/>
                  </a:lnTo>
                  <a:lnTo>
                    <a:pt x="5664479" y="1716146"/>
                  </a:lnTo>
                  <a:lnTo>
                    <a:pt x="5664815" y="1717207"/>
                  </a:lnTo>
                  <a:lnTo>
                    <a:pt x="5665152" y="1718940"/>
                  </a:lnTo>
                  <a:lnTo>
                    <a:pt x="5665488" y="1720331"/>
                  </a:lnTo>
                  <a:lnTo>
                    <a:pt x="5665824" y="1720190"/>
                  </a:lnTo>
                  <a:lnTo>
                    <a:pt x="5666161" y="1720243"/>
                  </a:lnTo>
                  <a:lnTo>
                    <a:pt x="5666497" y="1719317"/>
                  </a:lnTo>
                  <a:lnTo>
                    <a:pt x="5666834" y="1719005"/>
                  </a:lnTo>
                  <a:lnTo>
                    <a:pt x="5667170" y="1719061"/>
                  </a:lnTo>
                  <a:lnTo>
                    <a:pt x="5667507" y="1719449"/>
                  </a:lnTo>
                  <a:lnTo>
                    <a:pt x="5667843" y="1719342"/>
                  </a:lnTo>
                  <a:lnTo>
                    <a:pt x="5668180" y="1718808"/>
                  </a:lnTo>
                  <a:lnTo>
                    <a:pt x="5668516" y="1717463"/>
                  </a:lnTo>
                  <a:lnTo>
                    <a:pt x="5668853" y="1715932"/>
                  </a:lnTo>
                  <a:lnTo>
                    <a:pt x="5669189" y="1714372"/>
                  </a:lnTo>
                  <a:lnTo>
                    <a:pt x="5669526" y="1713072"/>
                  </a:lnTo>
                  <a:lnTo>
                    <a:pt x="5669862" y="1711521"/>
                  </a:lnTo>
                  <a:lnTo>
                    <a:pt x="5670198" y="1710124"/>
                  </a:lnTo>
                  <a:lnTo>
                    <a:pt x="5670535" y="1709218"/>
                  </a:lnTo>
                  <a:lnTo>
                    <a:pt x="5670871" y="1708026"/>
                  </a:lnTo>
                  <a:lnTo>
                    <a:pt x="5671208" y="1706646"/>
                  </a:lnTo>
                  <a:lnTo>
                    <a:pt x="5671544" y="1705808"/>
                  </a:lnTo>
                  <a:lnTo>
                    <a:pt x="5671881" y="1705954"/>
                  </a:lnTo>
                  <a:lnTo>
                    <a:pt x="5672217" y="1704760"/>
                  </a:lnTo>
                  <a:lnTo>
                    <a:pt x="5672554" y="1703703"/>
                  </a:lnTo>
                  <a:lnTo>
                    <a:pt x="5672890" y="1701294"/>
                  </a:lnTo>
                  <a:lnTo>
                    <a:pt x="5673227" y="1700049"/>
                  </a:lnTo>
                  <a:lnTo>
                    <a:pt x="5673563" y="1699639"/>
                  </a:lnTo>
                  <a:lnTo>
                    <a:pt x="5673900" y="1698948"/>
                  </a:lnTo>
                  <a:lnTo>
                    <a:pt x="5674236" y="1698473"/>
                  </a:lnTo>
                  <a:lnTo>
                    <a:pt x="5674572" y="1698132"/>
                  </a:lnTo>
                  <a:lnTo>
                    <a:pt x="5674909" y="1697878"/>
                  </a:lnTo>
                  <a:lnTo>
                    <a:pt x="5675245" y="1699452"/>
                  </a:lnTo>
                  <a:lnTo>
                    <a:pt x="5675582" y="1698475"/>
                  </a:lnTo>
                  <a:lnTo>
                    <a:pt x="5675918" y="1698055"/>
                  </a:lnTo>
                  <a:lnTo>
                    <a:pt x="5676255" y="1698346"/>
                  </a:lnTo>
                  <a:lnTo>
                    <a:pt x="5676591" y="1697596"/>
                  </a:lnTo>
                  <a:lnTo>
                    <a:pt x="5676928" y="1696488"/>
                  </a:lnTo>
                  <a:lnTo>
                    <a:pt x="5677264" y="1695333"/>
                  </a:lnTo>
                  <a:lnTo>
                    <a:pt x="5677601" y="1693073"/>
                  </a:lnTo>
                  <a:lnTo>
                    <a:pt x="5677937" y="1691245"/>
                  </a:lnTo>
                  <a:lnTo>
                    <a:pt x="5678274" y="1690623"/>
                  </a:lnTo>
                  <a:lnTo>
                    <a:pt x="5678610" y="1690534"/>
                  </a:lnTo>
                  <a:lnTo>
                    <a:pt x="5678946" y="1690547"/>
                  </a:lnTo>
                  <a:lnTo>
                    <a:pt x="5679283" y="1690180"/>
                  </a:lnTo>
                  <a:lnTo>
                    <a:pt x="5679619" y="1689143"/>
                  </a:lnTo>
                  <a:lnTo>
                    <a:pt x="5679956" y="1687802"/>
                  </a:lnTo>
                  <a:lnTo>
                    <a:pt x="5680292" y="1686263"/>
                  </a:lnTo>
                  <a:lnTo>
                    <a:pt x="5680629" y="1684250"/>
                  </a:lnTo>
                  <a:lnTo>
                    <a:pt x="5680965" y="1682831"/>
                  </a:lnTo>
                  <a:lnTo>
                    <a:pt x="5681302" y="1681230"/>
                  </a:lnTo>
                  <a:lnTo>
                    <a:pt x="5681638" y="1680110"/>
                  </a:lnTo>
                  <a:lnTo>
                    <a:pt x="5681975" y="1679262"/>
                  </a:lnTo>
                  <a:lnTo>
                    <a:pt x="5682311" y="1678493"/>
                  </a:lnTo>
                  <a:lnTo>
                    <a:pt x="5682647" y="1677351"/>
                  </a:lnTo>
                  <a:lnTo>
                    <a:pt x="5682984" y="1675630"/>
                  </a:lnTo>
                  <a:lnTo>
                    <a:pt x="5683320" y="1674513"/>
                  </a:lnTo>
                  <a:lnTo>
                    <a:pt x="5683657" y="1672212"/>
                  </a:lnTo>
                  <a:lnTo>
                    <a:pt x="5683993" y="1669751"/>
                  </a:lnTo>
                  <a:lnTo>
                    <a:pt x="5684330" y="1664477"/>
                  </a:lnTo>
                  <a:lnTo>
                    <a:pt x="5684666" y="1659858"/>
                  </a:lnTo>
                  <a:lnTo>
                    <a:pt x="5685003" y="1655025"/>
                  </a:lnTo>
                  <a:lnTo>
                    <a:pt x="5685339" y="1650205"/>
                  </a:lnTo>
                  <a:lnTo>
                    <a:pt x="5685676" y="1645047"/>
                  </a:lnTo>
                  <a:lnTo>
                    <a:pt x="5686012" y="1639615"/>
                  </a:lnTo>
                  <a:lnTo>
                    <a:pt x="5686349" y="1633230"/>
                  </a:lnTo>
                  <a:lnTo>
                    <a:pt x="5686685" y="1626260"/>
                  </a:lnTo>
                  <a:lnTo>
                    <a:pt x="5687021" y="1618503"/>
                  </a:lnTo>
                  <a:lnTo>
                    <a:pt x="5687358" y="1610458"/>
                  </a:lnTo>
                  <a:lnTo>
                    <a:pt x="5687694" y="1602730"/>
                  </a:lnTo>
                  <a:lnTo>
                    <a:pt x="5688031" y="1595221"/>
                  </a:lnTo>
                  <a:lnTo>
                    <a:pt x="5688367" y="1587697"/>
                  </a:lnTo>
                  <a:lnTo>
                    <a:pt x="5688704" y="1580966"/>
                  </a:lnTo>
                  <a:lnTo>
                    <a:pt x="5689040" y="1576564"/>
                  </a:lnTo>
                  <a:lnTo>
                    <a:pt x="5689377" y="1571953"/>
                  </a:lnTo>
                  <a:lnTo>
                    <a:pt x="5689713" y="1567618"/>
                  </a:lnTo>
                  <a:lnTo>
                    <a:pt x="5690050" y="1563428"/>
                  </a:lnTo>
                  <a:lnTo>
                    <a:pt x="5690386" y="1560574"/>
                  </a:lnTo>
                  <a:lnTo>
                    <a:pt x="5690723" y="1558625"/>
                  </a:lnTo>
                  <a:lnTo>
                    <a:pt x="5691059" y="1556748"/>
                  </a:lnTo>
                  <a:lnTo>
                    <a:pt x="5691395" y="1555774"/>
                  </a:lnTo>
                  <a:lnTo>
                    <a:pt x="5691732" y="1555684"/>
                  </a:lnTo>
                  <a:lnTo>
                    <a:pt x="5692068" y="1556421"/>
                  </a:lnTo>
                  <a:lnTo>
                    <a:pt x="5692405" y="1557607"/>
                  </a:lnTo>
                  <a:lnTo>
                    <a:pt x="5692741" y="1559225"/>
                  </a:lnTo>
                  <a:lnTo>
                    <a:pt x="5693078" y="1560864"/>
                  </a:lnTo>
                  <a:lnTo>
                    <a:pt x="5693414" y="1562500"/>
                  </a:lnTo>
                  <a:lnTo>
                    <a:pt x="5693751" y="1563994"/>
                  </a:lnTo>
                  <a:lnTo>
                    <a:pt x="5694087" y="1565721"/>
                  </a:lnTo>
                  <a:lnTo>
                    <a:pt x="5694424" y="1567507"/>
                  </a:lnTo>
                  <a:lnTo>
                    <a:pt x="5694760" y="1569233"/>
                  </a:lnTo>
                  <a:lnTo>
                    <a:pt x="5695097" y="1568169"/>
                  </a:lnTo>
                  <a:lnTo>
                    <a:pt x="5695433" y="1567070"/>
                  </a:lnTo>
                  <a:lnTo>
                    <a:pt x="5695769" y="1564599"/>
                  </a:lnTo>
                  <a:lnTo>
                    <a:pt x="5696106" y="1561316"/>
                  </a:lnTo>
                  <a:lnTo>
                    <a:pt x="5696442" y="1557264"/>
                  </a:lnTo>
                  <a:lnTo>
                    <a:pt x="5696779" y="1552120"/>
                  </a:lnTo>
                  <a:lnTo>
                    <a:pt x="5697115" y="1546918"/>
                  </a:lnTo>
                  <a:lnTo>
                    <a:pt x="5697452" y="1541616"/>
                  </a:lnTo>
                  <a:lnTo>
                    <a:pt x="5697788" y="1535308"/>
                  </a:lnTo>
                  <a:lnTo>
                    <a:pt x="5698125" y="1528807"/>
                  </a:lnTo>
                  <a:lnTo>
                    <a:pt x="5698461" y="1522168"/>
                  </a:lnTo>
                  <a:lnTo>
                    <a:pt x="5698798" y="1515437"/>
                  </a:lnTo>
                  <a:lnTo>
                    <a:pt x="5699134" y="1508252"/>
                  </a:lnTo>
                  <a:lnTo>
                    <a:pt x="5699471" y="1501341"/>
                  </a:lnTo>
                  <a:lnTo>
                    <a:pt x="5699807" y="1494609"/>
                  </a:lnTo>
                  <a:lnTo>
                    <a:pt x="5700143" y="1489049"/>
                  </a:lnTo>
                  <a:lnTo>
                    <a:pt x="5700480" y="1484185"/>
                  </a:lnTo>
                  <a:lnTo>
                    <a:pt x="5700816" y="1480722"/>
                  </a:lnTo>
                  <a:lnTo>
                    <a:pt x="5701153" y="1478193"/>
                  </a:lnTo>
                  <a:lnTo>
                    <a:pt x="5701489" y="1476052"/>
                  </a:lnTo>
                  <a:lnTo>
                    <a:pt x="5701826" y="1474860"/>
                  </a:lnTo>
                  <a:lnTo>
                    <a:pt x="5702162" y="1473825"/>
                  </a:lnTo>
                  <a:lnTo>
                    <a:pt x="5702499" y="1473207"/>
                  </a:lnTo>
                  <a:lnTo>
                    <a:pt x="5702835" y="1473653"/>
                  </a:lnTo>
                  <a:lnTo>
                    <a:pt x="5703172" y="1473220"/>
                  </a:lnTo>
                  <a:lnTo>
                    <a:pt x="5703508" y="1473586"/>
                  </a:lnTo>
                  <a:lnTo>
                    <a:pt x="5703845" y="1474564"/>
                  </a:lnTo>
                  <a:lnTo>
                    <a:pt x="5704181" y="1476026"/>
                  </a:lnTo>
                  <a:lnTo>
                    <a:pt x="5704517" y="1478468"/>
                  </a:lnTo>
                  <a:lnTo>
                    <a:pt x="5704854" y="1481483"/>
                  </a:lnTo>
                  <a:lnTo>
                    <a:pt x="5705190" y="1484628"/>
                  </a:lnTo>
                  <a:lnTo>
                    <a:pt x="5705527" y="1487580"/>
                  </a:lnTo>
                  <a:lnTo>
                    <a:pt x="5705863" y="1490967"/>
                  </a:lnTo>
                  <a:lnTo>
                    <a:pt x="5706200" y="1494880"/>
                  </a:lnTo>
                  <a:lnTo>
                    <a:pt x="5706536" y="1498693"/>
                  </a:lnTo>
                  <a:lnTo>
                    <a:pt x="5706873" y="1502285"/>
                  </a:lnTo>
                  <a:lnTo>
                    <a:pt x="5707209" y="1505887"/>
                  </a:lnTo>
                  <a:lnTo>
                    <a:pt x="5707546" y="1509583"/>
                  </a:lnTo>
                  <a:lnTo>
                    <a:pt x="5707882" y="1513081"/>
                  </a:lnTo>
                  <a:lnTo>
                    <a:pt x="5708219" y="1516165"/>
                  </a:lnTo>
                  <a:lnTo>
                    <a:pt x="5708555" y="1518470"/>
                  </a:lnTo>
                  <a:lnTo>
                    <a:pt x="5708891" y="1520139"/>
                  </a:lnTo>
                  <a:lnTo>
                    <a:pt x="5709228" y="1524421"/>
                  </a:lnTo>
                  <a:lnTo>
                    <a:pt x="5709564" y="1528552"/>
                  </a:lnTo>
                  <a:lnTo>
                    <a:pt x="5709901" y="1531821"/>
                  </a:lnTo>
                  <a:lnTo>
                    <a:pt x="5710237" y="1534177"/>
                  </a:lnTo>
                  <a:lnTo>
                    <a:pt x="5710574" y="1535442"/>
                  </a:lnTo>
                  <a:lnTo>
                    <a:pt x="5710910" y="1535736"/>
                  </a:lnTo>
                  <a:lnTo>
                    <a:pt x="5711247" y="1534975"/>
                  </a:lnTo>
                  <a:lnTo>
                    <a:pt x="5711583" y="1533926"/>
                  </a:lnTo>
                  <a:lnTo>
                    <a:pt x="5711920" y="1532712"/>
                  </a:lnTo>
                  <a:lnTo>
                    <a:pt x="5712256" y="1533417"/>
                  </a:lnTo>
                  <a:lnTo>
                    <a:pt x="5712592" y="1533303"/>
                  </a:lnTo>
                  <a:lnTo>
                    <a:pt x="5712929" y="1532530"/>
                  </a:lnTo>
                  <a:lnTo>
                    <a:pt x="5713265" y="1531784"/>
                  </a:lnTo>
                  <a:lnTo>
                    <a:pt x="5713602" y="1531239"/>
                  </a:lnTo>
                  <a:lnTo>
                    <a:pt x="5713938" y="1530967"/>
                  </a:lnTo>
                  <a:lnTo>
                    <a:pt x="5714275" y="1531414"/>
                  </a:lnTo>
                  <a:lnTo>
                    <a:pt x="5714611" y="1531380"/>
                  </a:lnTo>
                  <a:lnTo>
                    <a:pt x="5714948" y="1531124"/>
                  </a:lnTo>
                  <a:lnTo>
                    <a:pt x="5715284" y="1531101"/>
                  </a:lnTo>
                  <a:lnTo>
                    <a:pt x="5715621" y="1531237"/>
                  </a:lnTo>
                  <a:lnTo>
                    <a:pt x="5715957" y="1531466"/>
                  </a:lnTo>
                  <a:lnTo>
                    <a:pt x="5716294" y="1531837"/>
                  </a:lnTo>
                  <a:lnTo>
                    <a:pt x="5716630" y="1533746"/>
                  </a:lnTo>
                  <a:lnTo>
                    <a:pt x="5716966" y="1535725"/>
                  </a:lnTo>
                  <a:lnTo>
                    <a:pt x="5717303" y="1536033"/>
                  </a:lnTo>
                  <a:lnTo>
                    <a:pt x="5717639" y="1536401"/>
                  </a:lnTo>
                  <a:lnTo>
                    <a:pt x="5717976" y="1537945"/>
                  </a:lnTo>
                  <a:lnTo>
                    <a:pt x="5718312" y="1538489"/>
                  </a:lnTo>
                  <a:lnTo>
                    <a:pt x="5718649" y="1539161"/>
                  </a:lnTo>
                  <a:lnTo>
                    <a:pt x="5718985" y="1539877"/>
                  </a:lnTo>
                  <a:lnTo>
                    <a:pt x="5719322" y="1540153"/>
                  </a:lnTo>
                  <a:lnTo>
                    <a:pt x="5719658" y="1540401"/>
                  </a:lnTo>
                  <a:lnTo>
                    <a:pt x="5719995" y="1541509"/>
                  </a:lnTo>
                  <a:lnTo>
                    <a:pt x="5720331" y="1542780"/>
                  </a:lnTo>
                  <a:lnTo>
                    <a:pt x="5720668" y="1544477"/>
                  </a:lnTo>
                  <a:lnTo>
                    <a:pt x="5721004" y="1546764"/>
                  </a:lnTo>
                  <a:lnTo>
                    <a:pt x="5721340" y="1549470"/>
                  </a:lnTo>
                  <a:lnTo>
                    <a:pt x="5721677" y="1552580"/>
                  </a:lnTo>
                  <a:lnTo>
                    <a:pt x="5722013" y="1555755"/>
                  </a:lnTo>
                  <a:lnTo>
                    <a:pt x="5722350" y="1558806"/>
                  </a:lnTo>
                  <a:lnTo>
                    <a:pt x="5722686" y="1562352"/>
                  </a:lnTo>
                  <a:lnTo>
                    <a:pt x="5723023" y="1564837"/>
                  </a:lnTo>
                  <a:lnTo>
                    <a:pt x="5723359" y="1566727"/>
                  </a:lnTo>
                  <a:lnTo>
                    <a:pt x="5723696" y="1570617"/>
                  </a:lnTo>
                  <a:lnTo>
                    <a:pt x="5724032" y="1574658"/>
                  </a:lnTo>
                  <a:lnTo>
                    <a:pt x="5724369" y="1579883"/>
                  </a:lnTo>
                  <a:lnTo>
                    <a:pt x="5724705" y="1585451"/>
                  </a:lnTo>
                  <a:lnTo>
                    <a:pt x="5725042" y="1589611"/>
                  </a:lnTo>
                  <a:lnTo>
                    <a:pt x="5725378" y="1593748"/>
                  </a:lnTo>
                  <a:lnTo>
                    <a:pt x="5725714" y="1597372"/>
                  </a:lnTo>
                  <a:lnTo>
                    <a:pt x="5726051" y="1599353"/>
                  </a:lnTo>
                  <a:lnTo>
                    <a:pt x="5726387" y="1600334"/>
                  </a:lnTo>
                  <a:lnTo>
                    <a:pt x="5726724" y="1599561"/>
                  </a:lnTo>
                  <a:lnTo>
                    <a:pt x="5727060" y="1599641"/>
                  </a:lnTo>
                  <a:lnTo>
                    <a:pt x="5727397" y="1601094"/>
                  </a:lnTo>
                  <a:lnTo>
                    <a:pt x="5727733" y="1603082"/>
                  </a:lnTo>
                  <a:lnTo>
                    <a:pt x="5728070" y="1603443"/>
                  </a:lnTo>
                  <a:lnTo>
                    <a:pt x="5728406" y="1603153"/>
                  </a:lnTo>
                  <a:lnTo>
                    <a:pt x="5728743" y="1602458"/>
                  </a:lnTo>
                  <a:lnTo>
                    <a:pt x="5729079" y="1601230"/>
                  </a:lnTo>
                  <a:lnTo>
                    <a:pt x="5729416" y="1600272"/>
                  </a:lnTo>
                  <a:lnTo>
                    <a:pt x="5729752" y="1598591"/>
                  </a:lnTo>
                  <a:lnTo>
                    <a:pt x="5730088" y="1597486"/>
                  </a:lnTo>
                  <a:lnTo>
                    <a:pt x="5730425" y="1595472"/>
                  </a:lnTo>
                  <a:lnTo>
                    <a:pt x="5730761" y="1593670"/>
                  </a:lnTo>
                  <a:lnTo>
                    <a:pt x="5731098" y="1592853"/>
                  </a:lnTo>
                  <a:lnTo>
                    <a:pt x="5731434" y="1592875"/>
                  </a:lnTo>
                  <a:lnTo>
                    <a:pt x="5731771" y="1592952"/>
                  </a:lnTo>
                  <a:lnTo>
                    <a:pt x="5732107" y="1591814"/>
                  </a:lnTo>
                  <a:lnTo>
                    <a:pt x="5732444" y="1589804"/>
                  </a:lnTo>
                  <a:lnTo>
                    <a:pt x="5732780" y="1588247"/>
                  </a:lnTo>
                  <a:lnTo>
                    <a:pt x="5733117" y="1586831"/>
                  </a:lnTo>
                  <a:lnTo>
                    <a:pt x="5733453" y="1585183"/>
                  </a:lnTo>
                  <a:lnTo>
                    <a:pt x="5733790" y="1584931"/>
                  </a:lnTo>
                  <a:lnTo>
                    <a:pt x="5734126" y="1584435"/>
                  </a:lnTo>
                  <a:lnTo>
                    <a:pt x="5734462" y="1582726"/>
                  </a:lnTo>
                  <a:lnTo>
                    <a:pt x="5734799" y="1580899"/>
                  </a:lnTo>
                  <a:lnTo>
                    <a:pt x="5735135" y="1579460"/>
                  </a:lnTo>
                  <a:lnTo>
                    <a:pt x="5735472" y="1576724"/>
                  </a:lnTo>
                  <a:lnTo>
                    <a:pt x="5735808" y="1573970"/>
                  </a:lnTo>
                  <a:lnTo>
                    <a:pt x="5736145" y="1570469"/>
                  </a:lnTo>
                  <a:lnTo>
                    <a:pt x="5736481" y="1566615"/>
                  </a:lnTo>
                  <a:lnTo>
                    <a:pt x="5736818" y="1562557"/>
                  </a:lnTo>
                  <a:lnTo>
                    <a:pt x="5737154" y="1559259"/>
                  </a:lnTo>
                  <a:lnTo>
                    <a:pt x="5737491" y="1556454"/>
                  </a:lnTo>
                  <a:lnTo>
                    <a:pt x="5737827" y="1553719"/>
                  </a:lnTo>
                  <a:lnTo>
                    <a:pt x="5738164" y="1552047"/>
                  </a:lnTo>
                  <a:lnTo>
                    <a:pt x="5738500" y="1550844"/>
                  </a:lnTo>
                  <a:lnTo>
                    <a:pt x="5738836" y="1549694"/>
                  </a:lnTo>
                  <a:lnTo>
                    <a:pt x="5739173" y="1548570"/>
                  </a:lnTo>
                  <a:lnTo>
                    <a:pt x="5739509" y="1548196"/>
                  </a:lnTo>
                  <a:lnTo>
                    <a:pt x="5739846" y="1548037"/>
                  </a:lnTo>
                  <a:lnTo>
                    <a:pt x="5740182" y="1549919"/>
                  </a:lnTo>
                  <a:lnTo>
                    <a:pt x="5740519" y="1551887"/>
                  </a:lnTo>
                  <a:lnTo>
                    <a:pt x="5740855" y="1553870"/>
                  </a:lnTo>
                  <a:lnTo>
                    <a:pt x="5741192" y="1556895"/>
                  </a:lnTo>
                  <a:lnTo>
                    <a:pt x="5741528" y="1560164"/>
                  </a:lnTo>
                  <a:lnTo>
                    <a:pt x="5741865" y="1563361"/>
                  </a:lnTo>
                  <a:lnTo>
                    <a:pt x="5742201" y="1566687"/>
                  </a:lnTo>
                  <a:lnTo>
                    <a:pt x="5742538" y="1569697"/>
                  </a:lnTo>
                  <a:lnTo>
                    <a:pt x="5742874" y="1572262"/>
                  </a:lnTo>
                  <a:lnTo>
                    <a:pt x="5743210" y="1573713"/>
                  </a:lnTo>
                  <a:lnTo>
                    <a:pt x="5743547" y="1574432"/>
                  </a:lnTo>
                  <a:lnTo>
                    <a:pt x="5743883" y="1575588"/>
                  </a:lnTo>
                  <a:lnTo>
                    <a:pt x="5744220" y="1576946"/>
                  </a:lnTo>
                  <a:lnTo>
                    <a:pt x="5744556" y="1578778"/>
                  </a:lnTo>
                  <a:lnTo>
                    <a:pt x="5744893" y="1579935"/>
                  </a:lnTo>
                  <a:lnTo>
                    <a:pt x="5745229" y="1579863"/>
                  </a:lnTo>
                  <a:lnTo>
                    <a:pt x="5745566" y="1577876"/>
                  </a:lnTo>
                  <a:lnTo>
                    <a:pt x="5745902" y="1575211"/>
                  </a:lnTo>
                  <a:lnTo>
                    <a:pt x="5746239" y="1571840"/>
                  </a:lnTo>
                  <a:lnTo>
                    <a:pt x="5746575" y="1568249"/>
                  </a:lnTo>
                  <a:lnTo>
                    <a:pt x="5746911" y="1565161"/>
                  </a:lnTo>
                  <a:lnTo>
                    <a:pt x="5747248" y="1562176"/>
                  </a:lnTo>
                  <a:lnTo>
                    <a:pt x="5747584" y="1559102"/>
                  </a:lnTo>
                  <a:lnTo>
                    <a:pt x="5747921" y="1555993"/>
                  </a:lnTo>
                  <a:lnTo>
                    <a:pt x="5748257" y="1554699"/>
                  </a:lnTo>
                  <a:lnTo>
                    <a:pt x="5748594" y="1553701"/>
                  </a:lnTo>
                  <a:lnTo>
                    <a:pt x="5748930" y="1552242"/>
                  </a:lnTo>
                  <a:lnTo>
                    <a:pt x="5749267" y="1550248"/>
                  </a:lnTo>
                  <a:lnTo>
                    <a:pt x="5749603" y="1547809"/>
                  </a:lnTo>
                  <a:lnTo>
                    <a:pt x="5749940" y="1546984"/>
                  </a:lnTo>
                  <a:lnTo>
                    <a:pt x="5750276" y="1546444"/>
                  </a:lnTo>
                  <a:lnTo>
                    <a:pt x="5750613" y="1545479"/>
                  </a:lnTo>
                  <a:lnTo>
                    <a:pt x="5750949" y="1545332"/>
                  </a:lnTo>
                  <a:lnTo>
                    <a:pt x="5751285" y="1545322"/>
                  </a:lnTo>
                  <a:lnTo>
                    <a:pt x="5751622" y="1546976"/>
                  </a:lnTo>
                  <a:lnTo>
                    <a:pt x="5751958" y="1547610"/>
                  </a:lnTo>
                  <a:lnTo>
                    <a:pt x="5752295" y="1547595"/>
                  </a:lnTo>
                  <a:lnTo>
                    <a:pt x="5752631" y="1547917"/>
                  </a:lnTo>
                  <a:lnTo>
                    <a:pt x="5752968" y="1548848"/>
                  </a:lnTo>
                  <a:lnTo>
                    <a:pt x="5753304" y="1550520"/>
                  </a:lnTo>
                  <a:lnTo>
                    <a:pt x="5753641" y="1553051"/>
                  </a:lnTo>
                  <a:lnTo>
                    <a:pt x="5753977" y="1556324"/>
                  </a:lnTo>
                  <a:lnTo>
                    <a:pt x="5754314" y="1560067"/>
                  </a:lnTo>
                  <a:lnTo>
                    <a:pt x="5754650" y="1563622"/>
                  </a:lnTo>
                  <a:lnTo>
                    <a:pt x="5754987" y="1566826"/>
                  </a:lnTo>
                  <a:lnTo>
                    <a:pt x="5755323" y="1569887"/>
                  </a:lnTo>
                  <a:lnTo>
                    <a:pt x="5755659" y="1574556"/>
                  </a:lnTo>
                  <a:lnTo>
                    <a:pt x="5755996" y="1578350"/>
                  </a:lnTo>
                  <a:lnTo>
                    <a:pt x="5756332" y="1578858"/>
                  </a:lnTo>
                  <a:lnTo>
                    <a:pt x="5756669" y="1579857"/>
                  </a:lnTo>
                  <a:lnTo>
                    <a:pt x="5757005" y="1581694"/>
                  </a:lnTo>
                  <a:lnTo>
                    <a:pt x="5757342" y="1583935"/>
                  </a:lnTo>
                  <a:lnTo>
                    <a:pt x="5757678" y="1586148"/>
                  </a:lnTo>
                  <a:lnTo>
                    <a:pt x="5758015" y="1587969"/>
                  </a:lnTo>
                  <a:lnTo>
                    <a:pt x="5758351" y="1589411"/>
                  </a:lnTo>
                  <a:lnTo>
                    <a:pt x="5758688" y="1590374"/>
                  </a:lnTo>
                  <a:lnTo>
                    <a:pt x="5759024" y="1591059"/>
                  </a:lnTo>
                  <a:lnTo>
                    <a:pt x="5759361" y="1590394"/>
                  </a:lnTo>
                  <a:lnTo>
                    <a:pt x="5759697" y="1590478"/>
                  </a:lnTo>
                  <a:lnTo>
                    <a:pt x="5760033" y="1590964"/>
                  </a:lnTo>
                  <a:lnTo>
                    <a:pt x="5760370" y="1591593"/>
                  </a:lnTo>
                  <a:lnTo>
                    <a:pt x="5760706" y="1591509"/>
                  </a:lnTo>
                  <a:lnTo>
                    <a:pt x="5761043" y="1592055"/>
                  </a:lnTo>
                  <a:lnTo>
                    <a:pt x="5761379" y="1592872"/>
                  </a:lnTo>
                  <a:lnTo>
                    <a:pt x="5761716" y="1593571"/>
                  </a:lnTo>
                  <a:lnTo>
                    <a:pt x="5762052" y="1594367"/>
                  </a:lnTo>
                  <a:lnTo>
                    <a:pt x="5762389" y="1597758"/>
                  </a:lnTo>
                  <a:lnTo>
                    <a:pt x="5762725" y="1600876"/>
                  </a:lnTo>
                  <a:lnTo>
                    <a:pt x="5763062" y="1605036"/>
                  </a:lnTo>
                  <a:lnTo>
                    <a:pt x="5763398" y="1610496"/>
                  </a:lnTo>
                  <a:lnTo>
                    <a:pt x="5763735" y="1616682"/>
                  </a:lnTo>
                  <a:lnTo>
                    <a:pt x="5764071" y="1623370"/>
                  </a:lnTo>
                  <a:lnTo>
                    <a:pt x="5764407" y="1629520"/>
                  </a:lnTo>
                  <a:lnTo>
                    <a:pt x="5764744" y="1635181"/>
                  </a:lnTo>
                  <a:lnTo>
                    <a:pt x="5765080" y="1640828"/>
                  </a:lnTo>
                  <a:lnTo>
                    <a:pt x="5765417" y="1646669"/>
                  </a:lnTo>
                  <a:lnTo>
                    <a:pt x="5765753" y="1651935"/>
                  </a:lnTo>
                  <a:lnTo>
                    <a:pt x="5766090" y="1656533"/>
                  </a:lnTo>
                  <a:lnTo>
                    <a:pt x="5766426" y="1660650"/>
                  </a:lnTo>
                  <a:lnTo>
                    <a:pt x="5766763" y="1664414"/>
                  </a:lnTo>
                  <a:lnTo>
                    <a:pt x="5767099" y="1667575"/>
                  </a:lnTo>
                  <a:lnTo>
                    <a:pt x="5767436" y="1669178"/>
                  </a:lnTo>
                  <a:lnTo>
                    <a:pt x="5767772" y="1670262"/>
                  </a:lnTo>
                  <a:lnTo>
                    <a:pt x="5768109" y="1670133"/>
                  </a:lnTo>
                  <a:lnTo>
                    <a:pt x="5768445" y="1668926"/>
                  </a:lnTo>
                  <a:lnTo>
                    <a:pt x="5768781" y="1666943"/>
                  </a:lnTo>
                  <a:lnTo>
                    <a:pt x="5769118" y="1664256"/>
                  </a:lnTo>
                  <a:lnTo>
                    <a:pt x="5769454" y="1662281"/>
                  </a:lnTo>
                  <a:lnTo>
                    <a:pt x="5769791" y="1660837"/>
                  </a:lnTo>
                  <a:lnTo>
                    <a:pt x="5770127" y="1659364"/>
                  </a:lnTo>
                  <a:lnTo>
                    <a:pt x="5770464" y="1657711"/>
                  </a:lnTo>
                  <a:lnTo>
                    <a:pt x="5770800" y="1656066"/>
                  </a:lnTo>
                  <a:lnTo>
                    <a:pt x="5771137" y="1654809"/>
                  </a:lnTo>
                  <a:lnTo>
                    <a:pt x="5771473" y="1653825"/>
                  </a:lnTo>
                  <a:lnTo>
                    <a:pt x="5771810" y="1652668"/>
                  </a:lnTo>
                  <a:lnTo>
                    <a:pt x="5772146" y="1651863"/>
                  </a:lnTo>
                  <a:lnTo>
                    <a:pt x="5772483" y="1652029"/>
                  </a:lnTo>
                  <a:lnTo>
                    <a:pt x="5772819" y="1652575"/>
                  </a:lnTo>
                  <a:lnTo>
                    <a:pt x="5773155" y="1653228"/>
                  </a:lnTo>
                  <a:lnTo>
                    <a:pt x="5773492" y="1653688"/>
                  </a:lnTo>
                  <a:lnTo>
                    <a:pt x="5773828" y="1654658"/>
                  </a:lnTo>
                  <a:lnTo>
                    <a:pt x="5774165" y="1656440"/>
                  </a:lnTo>
                  <a:lnTo>
                    <a:pt x="5774501" y="1658286"/>
                  </a:lnTo>
                  <a:lnTo>
                    <a:pt x="5774838" y="1660104"/>
                  </a:lnTo>
                  <a:lnTo>
                    <a:pt x="5775174" y="1662374"/>
                  </a:lnTo>
                  <a:lnTo>
                    <a:pt x="5775511" y="1665298"/>
                  </a:lnTo>
                  <a:lnTo>
                    <a:pt x="5775847" y="1668876"/>
                  </a:lnTo>
                  <a:lnTo>
                    <a:pt x="5776184" y="1672640"/>
                  </a:lnTo>
                  <a:lnTo>
                    <a:pt x="5776520" y="1676268"/>
                  </a:lnTo>
                  <a:lnTo>
                    <a:pt x="5776857" y="1680241"/>
                  </a:lnTo>
                  <a:lnTo>
                    <a:pt x="5777193" y="1684574"/>
                  </a:lnTo>
                  <a:lnTo>
                    <a:pt x="5777529" y="1688618"/>
                  </a:lnTo>
                  <a:lnTo>
                    <a:pt x="5777866" y="1692915"/>
                  </a:lnTo>
                  <a:lnTo>
                    <a:pt x="5778202" y="1697577"/>
                  </a:lnTo>
                  <a:lnTo>
                    <a:pt x="5778539" y="1702656"/>
                  </a:lnTo>
                  <a:lnTo>
                    <a:pt x="5778875" y="1707355"/>
                  </a:lnTo>
                  <a:lnTo>
                    <a:pt x="5779212" y="1711967"/>
                  </a:lnTo>
                  <a:lnTo>
                    <a:pt x="5779548" y="1714287"/>
                  </a:lnTo>
                  <a:lnTo>
                    <a:pt x="5779885" y="1716606"/>
                  </a:lnTo>
                  <a:lnTo>
                    <a:pt x="5780221" y="1718844"/>
                  </a:lnTo>
                  <a:lnTo>
                    <a:pt x="5780558" y="1720546"/>
                  </a:lnTo>
                  <a:lnTo>
                    <a:pt x="5780894" y="1722205"/>
                  </a:lnTo>
                  <a:lnTo>
                    <a:pt x="5781230" y="1723706"/>
                  </a:lnTo>
                  <a:lnTo>
                    <a:pt x="5781567" y="1725148"/>
                  </a:lnTo>
                  <a:lnTo>
                    <a:pt x="5781903" y="1727093"/>
                  </a:lnTo>
                  <a:lnTo>
                    <a:pt x="5782240" y="1729634"/>
                  </a:lnTo>
                  <a:lnTo>
                    <a:pt x="5782576" y="1732695"/>
                  </a:lnTo>
                  <a:lnTo>
                    <a:pt x="5782913" y="1735973"/>
                  </a:lnTo>
                  <a:lnTo>
                    <a:pt x="5783249" y="1738753"/>
                  </a:lnTo>
                  <a:lnTo>
                    <a:pt x="5783586" y="1741659"/>
                  </a:lnTo>
                  <a:lnTo>
                    <a:pt x="5783922" y="1743421"/>
                  </a:lnTo>
                  <a:lnTo>
                    <a:pt x="5784259" y="1744767"/>
                  </a:lnTo>
                  <a:lnTo>
                    <a:pt x="5784595" y="1747678"/>
                  </a:lnTo>
                  <a:lnTo>
                    <a:pt x="5784932" y="1750616"/>
                  </a:lnTo>
                  <a:lnTo>
                    <a:pt x="5785268" y="1752390"/>
                  </a:lnTo>
                  <a:lnTo>
                    <a:pt x="5785604" y="1755424"/>
                  </a:lnTo>
                  <a:lnTo>
                    <a:pt x="5785941" y="1757913"/>
                  </a:lnTo>
                  <a:lnTo>
                    <a:pt x="5786277" y="1759640"/>
                  </a:lnTo>
                  <a:lnTo>
                    <a:pt x="5786614" y="1761103"/>
                  </a:lnTo>
                  <a:lnTo>
                    <a:pt x="5786950" y="1762133"/>
                  </a:lnTo>
                  <a:lnTo>
                    <a:pt x="5787287" y="1762513"/>
                  </a:lnTo>
                  <a:lnTo>
                    <a:pt x="5787623" y="1762549"/>
                  </a:lnTo>
                  <a:lnTo>
                    <a:pt x="5787960" y="1762569"/>
                  </a:lnTo>
                  <a:lnTo>
                    <a:pt x="5788296" y="1763048"/>
                  </a:lnTo>
                  <a:lnTo>
                    <a:pt x="5788633" y="1763086"/>
                  </a:lnTo>
                  <a:lnTo>
                    <a:pt x="5788969" y="1762893"/>
                  </a:lnTo>
                  <a:lnTo>
                    <a:pt x="5789306" y="1762830"/>
                  </a:lnTo>
                  <a:lnTo>
                    <a:pt x="5789642" y="1762759"/>
                  </a:lnTo>
                  <a:lnTo>
                    <a:pt x="5789978" y="1762476"/>
                  </a:lnTo>
                  <a:lnTo>
                    <a:pt x="5790315" y="1763604"/>
                  </a:lnTo>
                  <a:lnTo>
                    <a:pt x="5790651" y="1765630"/>
                  </a:lnTo>
                  <a:lnTo>
                    <a:pt x="5790988" y="1766934"/>
                  </a:lnTo>
                  <a:lnTo>
                    <a:pt x="5791324" y="1769395"/>
                  </a:lnTo>
                  <a:lnTo>
                    <a:pt x="5791661" y="1771476"/>
                  </a:lnTo>
                  <a:lnTo>
                    <a:pt x="5791997" y="1773099"/>
                  </a:lnTo>
                  <a:lnTo>
                    <a:pt x="5792334" y="1775405"/>
                  </a:lnTo>
                  <a:lnTo>
                    <a:pt x="5792670" y="1777447"/>
                  </a:lnTo>
                  <a:lnTo>
                    <a:pt x="5793007" y="1779304"/>
                  </a:lnTo>
                  <a:lnTo>
                    <a:pt x="5793343" y="1781749"/>
                  </a:lnTo>
                  <a:lnTo>
                    <a:pt x="5793680" y="1784734"/>
                  </a:lnTo>
                  <a:lnTo>
                    <a:pt x="5794016" y="1787894"/>
                  </a:lnTo>
                  <a:lnTo>
                    <a:pt x="5794352" y="1790898"/>
                  </a:lnTo>
                  <a:lnTo>
                    <a:pt x="5794689" y="1794270"/>
                  </a:lnTo>
                  <a:lnTo>
                    <a:pt x="5795025" y="1798179"/>
                  </a:lnTo>
                  <a:lnTo>
                    <a:pt x="5795362" y="1802301"/>
                  </a:lnTo>
                  <a:lnTo>
                    <a:pt x="5795698" y="1806151"/>
                  </a:lnTo>
                  <a:lnTo>
                    <a:pt x="5796035" y="1809965"/>
                  </a:lnTo>
                  <a:lnTo>
                    <a:pt x="5796371" y="1812874"/>
                  </a:lnTo>
                  <a:lnTo>
                    <a:pt x="5796708" y="1814661"/>
                  </a:lnTo>
                  <a:lnTo>
                    <a:pt x="5797044" y="1816150"/>
                  </a:lnTo>
                  <a:lnTo>
                    <a:pt x="5797381" y="1816660"/>
                  </a:lnTo>
                  <a:lnTo>
                    <a:pt x="5797717" y="1817599"/>
                  </a:lnTo>
                  <a:lnTo>
                    <a:pt x="5798054" y="1818124"/>
                  </a:lnTo>
                  <a:lnTo>
                    <a:pt x="5798390" y="1817853"/>
                  </a:lnTo>
                  <a:lnTo>
                    <a:pt x="5798726" y="1817064"/>
                  </a:lnTo>
                  <a:lnTo>
                    <a:pt x="5799063" y="1816277"/>
                  </a:lnTo>
                  <a:lnTo>
                    <a:pt x="5799399" y="1816211"/>
                  </a:lnTo>
                  <a:lnTo>
                    <a:pt x="5799736" y="1815944"/>
                  </a:lnTo>
                  <a:lnTo>
                    <a:pt x="5800072" y="1814938"/>
                  </a:lnTo>
                  <a:lnTo>
                    <a:pt x="5800409" y="1813862"/>
                  </a:lnTo>
                  <a:lnTo>
                    <a:pt x="5800745" y="1812641"/>
                  </a:lnTo>
                  <a:lnTo>
                    <a:pt x="5801082" y="1810932"/>
                  </a:lnTo>
                  <a:lnTo>
                    <a:pt x="5801418" y="1811289"/>
                  </a:lnTo>
                  <a:lnTo>
                    <a:pt x="5801755" y="1813057"/>
                  </a:lnTo>
                  <a:lnTo>
                    <a:pt x="5802091" y="1814946"/>
                  </a:lnTo>
                  <a:lnTo>
                    <a:pt x="5802428" y="1817021"/>
                  </a:lnTo>
                  <a:lnTo>
                    <a:pt x="5802764" y="1821057"/>
                  </a:lnTo>
                  <a:lnTo>
                    <a:pt x="5803100" y="1826051"/>
                  </a:lnTo>
                  <a:lnTo>
                    <a:pt x="5803437" y="1831759"/>
                  </a:lnTo>
                  <a:lnTo>
                    <a:pt x="5803773" y="1837620"/>
                  </a:lnTo>
                  <a:lnTo>
                    <a:pt x="5804110" y="1843403"/>
                  </a:lnTo>
                  <a:lnTo>
                    <a:pt x="5804446" y="1848170"/>
                  </a:lnTo>
                  <a:lnTo>
                    <a:pt x="5804783" y="1852337"/>
                  </a:lnTo>
                  <a:lnTo>
                    <a:pt x="5805119" y="1856220"/>
                  </a:lnTo>
                  <a:lnTo>
                    <a:pt x="5805456" y="1858624"/>
                  </a:lnTo>
                  <a:lnTo>
                    <a:pt x="5805792" y="1860535"/>
                  </a:lnTo>
                  <a:lnTo>
                    <a:pt x="5806129" y="1862133"/>
                  </a:lnTo>
                  <a:lnTo>
                    <a:pt x="5806465" y="1863247"/>
                  </a:lnTo>
                  <a:lnTo>
                    <a:pt x="5806802" y="1864702"/>
                  </a:lnTo>
                  <a:lnTo>
                    <a:pt x="5807138" y="1866206"/>
                  </a:lnTo>
                  <a:lnTo>
                    <a:pt x="5807474" y="1866357"/>
                  </a:lnTo>
                  <a:lnTo>
                    <a:pt x="5807811" y="1865854"/>
                  </a:lnTo>
                  <a:lnTo>
                    <a:pt x="5808147" y="1863914"/>
                  </a:lnTo>
                  <a:lnTo>
                    <a:pt x="5808484" y="1860495"/>
                  </a:lnTo>
                  <a:lnTo>
                    <a:pt x="5808820" y="1856047"/>
                  </a:lnTo>
                  <a:lnTo>
                    <a:pt x="5809157" y="1851521"/>
                  </a:lnTo>
                  <a:lnTo>
                    <a:pt x="5809493" y="1846966"/>
                  </a:lnTo>
                  <a:lnTo>
                    <a:pt x="5809830" y="1842491"/>
                  </a:lnTo>
                  <a:lnTo>
                    <a:pt x="5810166" y="1838611"/>
                  </a:lnTo>
                  <a:lnTo>
                    <a:pt x="5810503" y="1835809"/>
                  </a:lnTo>
                  <a:lnTo>
                    <a:pt x="5810839" y="1833108"/>
                  </a:lnTo>
                  <a:lnTo>
                    <a:pt x="5811176" y="1830816"/>
                  </a:lnTo>
                  <a:lnTo>
                    <a:pt x="5811512" y="1828417"/>
                  </a:lnTo>
                  <a:lnTo>
                    <a:pt x="5811848" y="1827346"/>
                  </a:lnTo>
                  <a:lnTo>
                    <a:pt x="5812185" y="1826267"/>
                  </a:lnTo>
                  <a:lnTo>
                    <a:pt x="5812521" y="1825830"/>
                  </a:lnTo>
                  <a:lnTo>
                    <a:pt x="5812858" y="1825802"/>
                  </a:lnTo>
                  <a:lnTo>
                    <a:pt x="5813194" y="1826598"/>
                  </a:lnTo>
                  <a:lnTo>
                    <a:pt x="5813531" y="1828402"/>
                  </a:lnTo>
                  <a:lnTo>
                    <a:pt x="5813867" y="1831187"/>
                  </a:lnTo>
                  <a:lnTo>
                    <a:pt x="5814204" y="1833741"/>
                  </a:lnTo>
                  <a:lnTo>
                    <a:pt x="5814540" y="1836548"/>
                  </a:lnTo>
                  <a:lnTo>
                    <a:pt x="5814877" y="1839915"/>
                  </a:lnTo>
                  <a:lnTo>
                    <a:pt x="5815213" y="1843459"/>
                  </a:lnTo>
                  <a:lnTo>
                    <a:pt x="5815549" y="1845386"/>
                  </a:lnTo>
                  <a:lnTo>
                    <a:pt x="5815886" y="1848262"/>
                  </a:lnTo>
                  <a:lnTo>
                    <a:pt x="5816222" y="1850756"/>
                  </a:lnTo>
                  <a:lnTo>
                    <a:pt x="5816559" y="1853420"/>
                  </a:lnTo>
                  <a:lnTo>
                    <a:pt x="5816895" y="1856570"/>
                  </a:lnTo>
                  <a:lnTo>
                    <a:pt x="5817232" y="1858609"/>
                  </a:lnTo>
                  <a:lnTo>
                    <a:pt x="5817568" y="1859694"/>
                  </a:lnTo>
                  <a:lnTo>
                    <a:pt x="5817905" y="1861138"/>
                  </a:lnTo>
                  <a:lnTo>
                    <a:pt x="5818241" y="1862391"/>
                  </a:lnTo>
                  <a:lnTo>
                    <a:pt x="5818578" y="1864029"/>
                  </a:lnTo>
                  <a:lnTo>
                    <a:pt x="5818914" y="1865848"/>
                  </a:lnTo>
                  <a:lnTo>
                    <a:pt x="5819251" y="1869517"/>
                  </a:lnTo>
                  <a:lnTo>
                    <a:pt x="5819587" y="1873409"/>
                  </a:lnTo>
                  <a:lnTo>
                    <a:pt x="5819923" y="1877536"/>
                  </a:lnTo>
                  <a:lnTo>
                    <a:pt x="5820260" y="1881101"/>
                  </a:lnTo>
                  <a:lnTo>
                    <a:pt x="5820596" y="1884411"/>
                  </a:lnTo>
                  <a:lnTo>
                    <a:pt x="5820933" y="1887326"/>
                  </a:lnTo>
                  <a:lnTo>
                    <a:pt x="5821269" y="1889637"/>
                  </a:lnTo>
                  <a:lnTo>
                    <a:pt x="5821606" y="1893028"/>
                  </a:lnTo>
                  <a:lnTo>
                    <a:pt x="5821942" y="1896525"/>
                  </a:lnTo>
                  <a:lnTo>
                    <a:pt x="5822279" y="1899952"/>
                  </a:lnTo>
                  <a:lnTo>
                    <a:pt x="5822615" y="1903426"/>
                  </a:lnTo>
                  <a:lnTo>
                    <a:pt x="5822952" y="1905452"/>
                  </a:lnTo>
                  <a:lnTo>
                    <a:pt x="5823288" y="1907643"/>
                  </a:lnTo>
                  <a:lnTo>
                    <a:pt x="5823625" y="1910709"/>
                  </a:lnTo>
                  <a:lnTo>
                    <a:pt x="5823961" y="1913451"/>
                  </a:lnTo>
                  <a:lnTo>
                    <a:pt x="5824297" y="1915724"/>
                  </a:lnTo>
                  <a:lnTo>
                    <a:pt x="5824634" y="1917125"/>
                  </a:lnTo>
                  <a:lnTo>
                    <a:pt x="5824970" y="1918008"/>
                  </a:lnTo>
                  <a:lnTo>
                    <a:pt x="5825307" y="1919129"/>
                  </a:lnTo>
                  <a:lnTo>
                    <a:pt x="5825643" y="1919916"/>
                  </a:lnTo>
                  <a:lnTo>
                    <a:pt x="5825980" y="1921088"/>
                  </a:lnTo>
                  <a:lnTo>
                    <a:pt x="5826316" y="1922196"/>
                  </a:lnTo>
                  <a:lnTo>
                    <a:pt x="5826653" y="1922955"/>
                  </a:lnTo>
                  <a:lnTo>
                    <a:pt x="5826989" y="1923541"/>
                  </a:lnTo>
                  <a:lnTo>
                    <a:pt x="5827326" y="1923929"/>
                  </a:lnTo>
                  <a:lnTo>
                    <a:pt x="5827662" y="1923918"/>
                  </a:lnTo>
                  <a:lnTo>
                    <a:pt x="5827999" y="1924887"/>
                  </a:lnTo>
                  <a:lnTo>
                    <a:pt x="5828335" y="1925356"/>
                  </a:lnTo>
                  <a:lnTo>
                    <a:pt x="5828671" y="1925445"/>
                  </a:lnTo>
                  <a:lnTo>
                    <a:pt x="5829008" y="1925320"/>
                  </a:lnTo>
                  <a:lnTo>
                    <a:pt x="5829344" y="1924811"/>
                  </a:lnTo>
                  <a:lnTo>
                    <a:pt x="5829681" y="1924182"/>
                  </a:lnTo>
                  <a:lnTo>
                    <a:pt x="5830017" y="1924157"/>
                  </a:lnTo>
                  <a:lnTo>
                    <a:pt x="5830354" y="1924239"/>
                  </a:lnTo>
                  <a:lnTo>
                    <a:pt x="5830690" y="1923790"/>
                  </a:lnTo>
                  <a:lnTo>
                    <a:pt x="5831027" y="1923357"/>
                  </a:lnTo>
                  <a:lnTo>
                    <a:pt x="5831363" y="1923481"/>
                  </a:lnTo>
                  <a:lnTo>
                    <a:pt x="5831700" y="1924874"/>
                  </a:lnTo>
                  <a:lnTo>
                    <a:pt x="5832036" y="1926669"/>
                  </a:lnTo>
                  <a:lnTo>
                    <a:pt x="5832373" y="1927509"/>
                  </a:lnTo>
                  <a:lnTo>
                    <a:pt x="5832709" y="1928680"/>
                  </a:lnTo>
                  <a:lnTo>
                    <a:pt x="5833045" y="1930484"/>
                  </a:lnTo>
                  <a:lnTo>
                    <a:pt x="5833382" y="1932969"/>
                  </a:lnTo>
                  <a:lnTo>
                    <a:pt x="5833718" y="1935980"/>
                  </a:lnTo>
                  <a:lnTo>
                    <a:pt x="5834055" y="1939723"/>
                  </a:lnTo>
                  <a:lnTo>
                    <a:pt x="5834391" y="1944493"/>
                  </a:lnTo>
                  <a:lnTo>
                    <a:pt x="5834728" y="1950219"/>
                  </a:lnTo>
                  <a:lnTo>
                    <a:pt x="5835064" y="1956045"/>
                  </a:lnTo>
                  <a:lnTo>
                    <a:pt x="5835401" y="1962835"/>
                  </a:lnTo>
                  <a:lnTo>
                    <a:pt x="5835737" y="1969921"/>
                  </a:lnTo>
                  <a:lnTo>
                    <a:pt x="5836074" y="1977299"/>
                  </a:lnTo>
                  <a:lnTo>
                    <a:pt x="5836410" y="1984949"/>
                  </a:lnTo>
                  <a:lnTo>
                    <a:pt x="5836747" y="1991719"/>
                  </a:lnTo>
                  <a:lnTo>
                    <a:pt x="5837083" y="1998412"/>
                  </a:lnTo>
                  <a:lnTo>
                    <a:pt x="5837419" y="2004884"/>
                  </a:lnTo>
                  <a:lnTo>
                    <a:pt x="5837756" y="2010765"/>
                  </a:lnTo>
                  <a:lnTo>
                    <a:pt x="5838092" y="2016060"/>
                  </a:lnTo>
                  <a:lnTo>
                    <a:pt x="5838429" y="2020752"/>
                  </a:lnTo>
                  <a:lnTo>
                    <a:pt x="5838765" y="2024973"/>
                  </a:lnTo>
                  <a:lnTo>
                    <a:pt x="5839102" y="2028606"/>
                  </a:lnTo>
                  <a:lnTo>
                    <a:pt x="5839438" y="2031632"/>
                  </a:lnTo>
                  <a:lnTo>
                    <a:pt x="5839775" y="2034165"/>
                  </a:lnTo>
                  <a:lnTo>
                    <a:pt x="5840111" y="2036484"/>
                  </a:lnTo>
                  <a:lnTo>
                    <a:pt x="5840448" y="2038655"/>
                  </a:lnTo>
                  <a:lnTo>
                    <a:pt x="5840784" y="2041041"/>
                  </a:lnTo>
                  <a:lnTo>
                    <a:pt x="5841121" y="2043054"/>
                  </a:lnTo>
                  <a:lnTo>
                    <a:pt x="5841457" y="2044037"/>
                  </a:lnTo>
                  <a:lnTo>
                    <a:pt x="5841793" y="2044782"/>
                  </a:lnTo>
                  <a:lnTo>
                    <a:pt x="5842130" y="2045496"/>
                  </a:lnTo>
                  <a:lnTo>
                    <a:pt x="5842466" y="2045889"/>
                  </a:lnTo>
                  <a:lnTo>
                    <a:pt x="5842803" y="2045769"/>
                  </a:lnTo>
                  <a:lnTo>
                    <a:pt x="5843139" y="2045963"/>
                  </a:lnTo>
                  <a:lnTo>
                    <a:pt x="5843476" y="2046066"/>
                  </a:lnTo>
                  <a:lnTo>
                    <a:pt x="5843812" y="2045075"/>
                  </a:lnTo>
                  <a:lnTo>
                    <a:pt x="5844149" y="2044105"/>
                  </a:lnTo>
                  <a:lnTo>
                    <a:pt x="5844485" y="2043006"/>
                  </a:lnTo>
                  <a:lnTo>
                    <a:pt x="5844822" y="2042251"/>
                  </a:lnTo>
                  <a:lnTo>
                    <a:pt x="5845158" y="2041842"/>
                  </a:lnTo>
                  <a:lnTo>
                    <a:pt x="5845494" y="2041741"/>
                  </a:lnTo>
                  <a:lnTo>
                    <a:pt x="5845831" y="2041863"/>
                  </a:lnTo>
                  <a:lnTo>
                    <a:pt x="5846167" y="2042797"/>
                  </a:lnTo>
                  <a:lnTo>
                    <a:pt x="5846504" y="2044083"/>
                  </a:lnTo>
                  <a:lnTo>
                    <a:pt x="5846840" y="2045779"/>
                  </a:lnTo>
                  <a:lnTo>
                    <a:pt x="5847177" y="2047711"/>
                  </a:lnTo>
                  <a:lnTo>
                    <a:pt x="5847513" y="2050140"/>
                  </a:lnTo>
                  <a:lnTo>
                    <a:pt x="5847850" y="2052719"/>
                  </a:lnTo>
                  <a:lnTo>
                    <a:pt x="5848186" y="2055104"/>
                  </a:lnTo>
                  <a:lnTo>
                    <a:pt x="5848523" y="2057597"/>
                  </a:lnTo>
                  <a:lnTo>
                    <a:pt x="5848859" y="2060154"/>
                  </a:lnTo>
                  <a:lnTo>
                    <a:pt x="5849196" y="2062805"/>
                  </a:lnTo>
                  <a:lnTo>
                    <a:pt x="5849532" y="2065492"/>
                  </a:lnTo>
                  <a:lnTo>
                    <a:pt x="5849868" y="2067978"/>
                  </a:lnTo>
                  <a:lnTo>
                    <a:pt x="5850205" y="2070327"/>
                  </a:lnTo>
                  <a:lnTo>
                    <a:pt x="5850541" y="2072914"/>
                  </a:lnTo>
                  <a:lnTo>
                    <a:pt x="5850878" y="2075407"/>
                  </a:lnTo>
                  <a:lnTo>
                    <a:pt x="5851214" y="2077203"/>
                  </a:lnTo>
                  <a:lnTo>
                    <a:pt x="5851551" y="2078877"/>
                  </a:lnTo>
                  <a:lnTo>
                    <a:pt x="5851887" y="2080500"/>
                  </a:lnTo>
                  <a:lnTo>
                    <a:pt x="5852224" y="2082131"/>
                  </a:lnTo>
                  <a:lnTo>
                    <a:pt x="5852560" y="2083719"/>
                  </a:lnTo>
                  <a:lnTo>
                    <a:pt x="5852897" y="2085335"/>
                  </a:lnTo>
                  <a:lnTo>
                    <a:pt x="5853233" y="2087361"/>
                  </a:lnTo>
                  <a:lnTo>
                    <a:pt x="5853570" y="2090048"/>
                  </a:lnTo>
                  <a:lnTo>
                    <a:pt x="5853906" y="2093023"/>
                  </a:lnTo>
                  <a:lnTo>
                    <a:pt x="5854242" y="2096162"/>
                  </a:lnTo>
                  <a:lnTo>
                    <a:pt x="5854579" y="2099503"/>
                  </a:lnTo>
                  <a:lnTo>
                    <a:pt x="5854915" y="2102951"/>
                  </a:lnTo>
                  <a:lnTo>
                    <a:pt x="5855252" y="2106206"/>
                  </a:lnTo>
                  <a:lnTo>
                    <a:pt x="5855588" y="2109202"/>
                  </a:lnTo>
                  <a:lnTo>
                    <a:pt x="5855925" y="2112190"/>
                  </a:lnTo>
                  <a:lnTo>
                    <a:pt x="5856261" y="2115258"/>
                  </a:lnTo>
                  <a:lnTo>
                    <a:pt x="5856598" y="2118369"/>
                  </a:lnTo>
                  <a:lnTo>
                    <a:pt x="5856934" y="2121422"/>
                  </a:lnTo>
                  <a:lnTo>
                    <a:pt x="5857271" y="2124009"/>
                  </a:lnTo>
                  <a:lnTo>
                    <a:pt x="5857607" y="2126595"/>
                  </a:lnTo>
                  <a:lnTo>
                    <a:pt x="5857944" y="2129181"/>
                  </a:lnTo>
                  <a:lnTo>
                    <a:pt x="5858280" y="2131523"/>
                  </a:lnTo>
                  <a:lnTo>
                    <a:pt x="5858616" y="2133219"/>
                  </a:lnTo>
                  <a:lnTo>
                    <a:pt x="5858953" y="2134699"/>
                  </a:lnTo>
                  <a:lnTo>
                    <a:pt x="5859289" y="2136035"/>
                  </a:lnTo>
                  <a:lnTo>
                    <a:pt x="5859626" y="2136869"/>
                  </a:lnTo>
                  <a:lnTo>
                    <a:pt x="5859962" y="2137321"/>
                  </a:lnTo>
                  <a:lnTo>
                    <a:pt x="5860299" y="2138040"/>
                  </a:lnTo>
                  <a:lnTo>
                    <a:pt x="5860635" y="2138636"/>
                  </a:lnTo>
                  <a:lnTo>
                    <a:pt x="5860972" y="2139175"/>
                  </a:lnTo>
                  <a:lnTo>
                    <a:pt x="5861308" y="2139836"/>
                  </a:lnTo>
                  <a:lnTo>
                    <a:pt x="5861645" y="2140662"/>
                  </a:lnTo>
                  <a:lnTo>
                    <a:pt x="5861981" y="2141373"/>
                  </a:lnTo>
                  <a:lnTo>
                    <a:pt x="5862318" y="2142343"/>
                  </a:lnTo>
                  <a:lnTo>
                    <a:pt x="5862654" y="2143241"/>
                  </a:lnTo>
                  <a:lnTo>
                    <a:pt x="5862990" y="2144448"/>
                  </a:lnTo>
                  <a:lnTo>
                    <a:pt x="5863327" y="2146064"/>
                  </a:lnTo>
                  <a:lnTo>
                    <a:pt x="5863663" y="2148442"/>
                  </a:lnTo>
                  <a:lnTo>
                    <a:pt x="5864000" y="2151453"/>
                  </a:lnTo>
                  <a:lnTo>
                    <a:pt x="5864336" y="2155275"/>
                  </a:lnTo>
                  <a:lnTo>
                    <a:pt x="5864673" y="2159887"/>
                  </a:lnTo>
                  <a:lnTo>
                    <a:pt x="5865009" y="2165275"/>
                  </a:lnTo>
                  <a:lnTo>
                    <a:pt x="5865346" y="2170893"/>
                  </a:lnTo>
                  <a:lnTo>
                    <a:pt x="5865682" y="2176547"/>
                  </a:lnTo>
                  <a:lnTo>
                    <a:pt x="5866019" y="2182072"/>
                  </a:lnTo>
                  <a:lnTo>
                    <a:pt x="5866355" y="2187367"/>
                  </a:lnTo>
                  <a:lnTo>
                    <a:pt x="5866692" y="2192425"/>
                  </a:lnTo>
                  <a:lnTo>
                    <a:pt x="5867028" y="2197835"/>
                  </a:lnTo>
                  <a:lnTo>
                    <a:pt x="5867364" y="2203568"/>
                  </a:lnTo>
                  <a:lnTo>
                    <a:pt x="5867701" y="2209265"/>
                  </a:lnTo>
                  <a:lnTo>
                    <a:pt x="5868037" y="2214624"/>
                  </a:lnTo>
                  <a:lnTo>
                    <a:pt x="5868374" y="2219668"/>
                  </a:lnTo>
                  <a:lnTo>
                    <a:pt x="5868710" y="2222800"/>
                  </a:lnTo>
                  <a:lnTo>
                    <a:pt x="5869047" y="2225569"/>
                  </a:lnTo>
                  <a:lnTo>
                    <a:pt x="5869383" y="2228009"/>
                  </a:lnTo>
                  <a:lnTo>
                    <a:pt x="5869720" y="2230312"/>
                  </a:lnTo>
                  <a:lnTo>
                    <a:pt x="5870056" y="2232195"/>
                  </a:lnTo>
                  <a:lnTo>
                    <a:pt x="5870393" y="2233660"/>
                  </a:lnTo>
                  <a:lnTo>
                    <a:pt x="5870729" y="2235035"/>
                  </a:lnTo>
                  <a:lnTo>
                    <a:pt x="5871066" y="2236503"/>
                  </a:lnTo>
                  <a:lnTo>
                    <a:pt x="5871402" y="2238163"/>
                  </a:lnTo>
                  <a:lnTo>
                    <a:pt x="5871738" y="2240098"/>
                  </a:lnTo>
                  <a:lnTo>
                    <a:pt x="5872075" y="2242175"/>
                  </a:lnTo>
                  <a:lnTo>
                    <a:pt x="5872411" y="2244320"/>
                  </a:lnTo>
                  <a:lnTo>
                    <a:pt x="5872748" y="2247311"/>
                  </a:lnTo>
                  <a:lnTo>
                    <a:pt x="5873084" y="2250709"/>
                  </a:lnTo>
                  <a:lnTo>
                    <a:pt x="5873421" y="2254262"/>
                  </a:lnTo>
                  <a:lnTo>
                    <a:pt x="5873757" y="2258005"/>
                  </a:lnTo>
                  <a:lnTo>
                    <a:pt x="5874094" y="2261629"/>
                  </a:lnTo>
                  <a:lnTo>
                    <a:pt x="5874430" y="2265219"/>
                  </a:lnTo>
                  <a:lnTo>
                    <a:pt x="5874767" y="2269975"/>
                  </a:lnTo>
                  <a:lnTo>
                    <a:pt x="5875103" y="2274982"/>
                  </a:lnTo>
                  <a:lnTo>
                    <a:pt x="5875440" y="2280845"/>
                  </a:lnTo>
                  <a:lnTo>
                    <a:pt x="5875776" y="2287418"/>
                  </a:lnTo>
                  <a:lnTo>
                    <a:pt x="5876112" y="2294990"/>
                  </a:lnTo>
                  <a:lnTo>
                    <a:pt x="5876449" y="2302584"/>
                  </a:lnTo>
                  <a:lnTo>
                    <a:pt x="5876785" y="2310473"/>
                  </a:lnTo>
                  <a:lnTo>
                    <a:pt x="5877122" y="2319302"/>
                  </a:lnTo>
                  <a:lnTo>
                    <a:pt x="5877458" y="2327945"/>
                  </a:lnTo>
                  <a:lnTo>
                    <a:pt x="5877795" y="2336183"/>
                  </a:lnTo>
                  <a:lnTo>
                    <a:pt x="5878131" y="2344634"/>
                  </a:lnTo>
                  <a:lnTo>
                    <a:pt x="5878468" y="2353028"/>
                  </a:lnTo>
                  <a:lnTo>
                    <a:pt x="5878804" y="2361001"/>
                  </a:lnTo>
                  <a:lnTo>
                    <a:pt x="5879141" y="2366885"/>
                  </a:lnTo>
                  <a:lnTo>
                    <a:pt x="5879477" y="2372744"/>
                  </a:lnTo>
                  <a:lnTo>
                    <a:pt x="5879813" y="2378617"/>
                  </a:lnTo>
                  <a:lnTo>
                    <a:pt x="5880150" y="2384530"/>
                  </a:lnTo>
                  <a:lnTo>
                    <a:pt x="5880486" y="2389839"/>
                  </a:lnTo>
                  <a:lnTo>
                    <a:pt x="5880823" y="2394578"/>
                  </a:lnTo>
                  <a:lnTo>
                    <a:pt x="5881159" y="2398507"/>
                  </a:lnTo>
                  <a:lnTo>
                    <a:pt x="5881496" y="2402721"/>
                  </a:lnTo>
                  <a:lnTo>
                    <a:pt x="5881832" y="2406386"/>
                  </a:lnTo>
                  <a:lnTo>
                    <a:pt x="5882169" y="2409318"/>
                  </a:lnTo>
                  <a:lnTo>
                    <a:pt x="5882505" y="2412193"/>
                  </a:lnTo>
                  <a:lnTo>
                    <a:pt x="5882842" y="2414700"/>
                  </a:lnTo>
                  <a:lnTo>
                    <a:pt x="5883178" y="2415570"/>
                  </a:lnTo>
                  <a:lnTo>
                    <a:pt x="5883515" y="2416428"/>
                  </a:lnTo>
                  <a:lnTo>
                    <a:pt x="5883851" y="2417580"/>
                  </a:lnTo>
                  <a:lnTo>
                    <a:pt x="5884187" y="2418432"/>
                  </a:lnTo>
                  <a:lnTo>
                    <a:pt x="5884524" y="2418892"/>
                  </a:lnTo>
                  <a:lnTo>
                    <a:pt x="5884860" y="2420348"/>
                  </a:lnTo>
                  <a:lnTo>
                    <a:pt x="5885197" y="2421782"/>
                  </a:lnTo>
                  <a:lnTo>
                    <a:pt x="5885533" y="2423242"/>
                  </a:lnTo>
                  <a:lnTo>
                    <a:pt x="5885870" y="2424661"/>
                  </a:lnTo>
                  <a:lnTo>
                    <a:pt x="5886206" y="2426418"/>
                  </a:lnTo>
                  <a:lnTo>
                    <a:pt x="5886543" y="2427074"/>
                  </a:lnTo>
                  <a:lnTo>
                    <a:pt x="5886879" y="2428027"/>
                  </a:lnTo>
                  <a:lnTo>
                    <a:pt x="5887216" y="2428661"/>
                  </a:lnTo>
                  <a:lnTo>
                    <a:pt x="5887552" y="2429537"/>
                  </a:lnTo>
                  <a:lnTo>
                    <a:pt x="5887889" y="2430340"/>
                  </a:lnTo>
                  <a:lnTo>
                    <a:pt x="5888225" y="2431736"/>
                  </a:lnTo>
                  <a:lnTo>
                    <a:pt x="5888561" y="2433901"/>
                  </a:lnTo>
                  <a:lnTo>
                    <a:pt x="5888898" y="2435090"/>
                  </a:lnTo>
                  <a:lnTo>
                    <a:pt x="5889234" y="2436591"/>
                  </a:lnTo>
                  <a:lnTo>
                    <a:pt x="5889571" y="2438353"/>
                  </a:lnTo>
                  <a:lnTo>
                    <a:pt x="5889907" y="2440023"/>
                  </a:lnTo>
                  <a:lnTo>
                    <a:pt x="5890244" y="2441231"/>
                  </a:lnTo>
                  <a:lnTo>
                    <a:pt x="5890580" y="2442984"/>
                  </a:lnTo>
                  <a:lnTo>
                    <a:pt x="5890917" y="2444221"/>
                  </a:lnTo>
                  <a:lnTo>
                    <a:pt x="5891253" y="2445498"/>
                  </a:lnTo>
                  <a:lnTo>
                    <a:pt x="5891590" y="2446857"/>
                  </a:lnTo>
                  <a:lnTo>
                    <a:pt x="5891926" y="2448437"/>
                  </a:lnTo>
                  <a:lnTo>
                    <a:pt x="5892263" y="2451034"/>
                  </a:lnTo>
                  <a:lnTo>
                    <a:pt x="5892599" y="2453116"/>
                  </a:lnTo>
                  <a:lnTo>
                    <a:pt x="5892935" y="2455803"/>
                  </a:lnTo>
                  <a:lnTo>
                    <a:pt x="5893272" y="2458200"/>
                  </a:lnTo>
                  <a:lnTo>
                    <a:pt x="5893608" y="2460038"/>
                  </a:lnTo>
                  <a:lnTo>
                    <a:pt x="5893945" y="2463151"/>
                  </a:lnTo>
                  <a:lnTo>
                    <a:pt x="5894281" y="2465760"/>
                  </a:lnTo>
                  <a:lnTo>
                    <a:pt x="5894618" y="2468203"/>
                  </a:lnTo>
                  <a:lnTo>
                    <a:pt x="5894954" y="2470861"/>
                  </a:lnTo>
                  <a:lnTo>
                    <a:pt x="5895291" y="2473308"/>
                  </a:lnTo>
                  <a:lnTo>
                    <a:pt x="5895627" y="2475318"/>
                  </a:lnTo>
                  <a:lnTo>
                    <a:pt x="5895964" y="2477369"/>
                  </a:lnTo>
                  <a:lnTo>
                    <a:pt x="5896300" y="2479415"/>
                  </a:lnTo>
                  <a:lnTo>
                    <a:pt x="5896637" y="2481718"/>
                  </a:lnTo>
                  <a:lnTo>
                    <a:pt x="5896973" y="2484238"/>
                  </a:lnTo>
                  <a:lnTo>
                    <a:pt x="5897309" y="2486522"/>
                  </a:lnTo>
                  <a:lnTo>
                    <a:pt x="5897646" y="2488911"/>
                  </a:lnTo>
                  <a:lnTo>
                    <a:pt x="5897982" y="2491599"/>
                  </a:lnTo>
                  <a:lnTo>
                    <a:pt x="5898319" y="2492836"/>
                  </a:lnTo>
                  <a:lnTo>
                    <a:pt x="5898655" y="2493525"/>
                  </a:lnTo>
                  <a:lnTo>
                    <a:pt x="5898992" y="2493381"/>
                  </a:lnTo>
                  <a:lnTo>
                    <a:pt x="5899328" y="2493074"/>
                  </a:lnTo>
                  <a:lnTo>
                    <a:pt x="5899665" y="2493792"/>
                  </a:lnTo>
                  <a:lnTo>
                    <a:pt x="5900001" y="2494130"/>
                  </a:lnTo>
                  <a:lnTo>
                    <a:pt x="5900338" y="2494704"/>
                  </a:lnTo>
                  <a:lnTo>
                    <a:pt x="5900674" y="2495358"/>
                  </a:lnTo>
                  <a:lnTo>
                    <a:pt x="5901011" y="2496357"/>
                  </a:lnTo>
                  <a:lnTo>
                    <a:pt x="5901347" y="2497255"/>
                  </a:lnTo>
                  <a:lnTo>
                    <a:pt x="5901683" y="2497542"/>
                  </a:lnTo>
                  <a:lnTo>
                    <a:pt x="5902020" y="2497499"/>
                  </a:lnTo>
                  <a:lnTo>
                    <a:pt x="5902356" y="2497413"/>
                  </a:lnTo>
                  <a:lnTo>
                    <a:pt x="5902693" y="2496442"/>
                  </a:lnTo>
                  <a:lnTo>
                    <a:pt x="5903029" y="2495313"/>
                  </a:lnTo>
                  <a:lnTo>
                    <a:pt x="5903366" y="2494537"/>
                  </a:lnTo>
                  <a:lnTo>
                    <a:pt x="5903702" y="2493913"/>
                  </a:lnTo>
                  <a:lnTo>
                    <a:pt x="5904039" y="2493688"/>
                  </a:lnTo>
                  <a:lnTo>
                    <a:pt x="5904375" y="2493173"/>
                  </a:lnTo>
                  <a:lnTo>
                    <a:pt x="5904712" y="2493251"/>
                  </a:lnTo>
                  <a:lnTo>
                    <a:pt x="5905048" y="2493634"/>
                  </a:lnTo>
                  <a:lnTo>
                    <a:pt x="5905385" y="2493971"/>
                  </a:lnTo>
                  <a:lnTo>
                    <a:pt x="5905721" y="2494353"/>
                  </a:lnTo>
                  <a:lnTo>
                    <a:pt x="5906057" y="2494653"/>
                  </a:lnTo>
                  <a:lnTo>
                    <a:pt x="5906394" y="2495036"/>
                  </a:lnTo>
                  <a:lnTo>
                    <a:pt x="5906730" y="2495625"/>
                  </a:lnTo>
                  <a:lnTo>
                    <a:pt x="5907067" y="2496224"/>
                  </a:lnTo>
                  <a:lnTo>
                    <a:pt x="5907403" y="2496996"/>
                  </a:lnTo>
                  <a:lnTo>
                    <a:pt x="5907740" y="2497761"/>
                  </a:lnTo>
                  <a:lnTo>
                    <a:pt x="5908076" y="2498422"/>
                  </a:lnTo>
                  <a:lnTo>
                    <a:pt x="5908413" y="2498875"/>
                  </a:lnTo>
                  <a:lnTo>
                    <a:pt x="5908749" y="2499803"/>
                  </a:lnTo>
                  <a:lnTo>
                    <a:pt x="5909086" y="2500770"/>
                  </a:lnTo>
                  <a:lnTo>
                    <a:pt x="5909422" y="2501336"/>
                  </a:lnTo>
                  <a:lnTo>
                    <a:pt x="5909759" y="2501703"/>
                  </a:lnTo>
                  <a:lnTo>
                    <a:pt x="5910095" y="2502311"/>
                  </a:lnTo>
                  <a:lnTo>
                    <a:pt x="5910431" y="2502727"/>
                  </a:lnTo>
                  <a:lnTo>
                    <a:pt x="5910768" y="2503541"/>
                  </a:lnTo>
                  <a:lnTo>
                    <a:pt x="5911104" y="2505126"/>
                  </a:lnTo>
                  <a:lnTo>
                    <a:pt x="5911441" y="2506562"/>
                  </a:lnTo>
                  <a:lnTo>
                    <a:pt x="5911777" y="2508001"/>
                  </a:lnTo>
                  <a:lnTo>
                    <a:pt x="5912114" y="2509329"/>
                  </a:lnTo>
                  <a:lnTo>
                    <a:pt x="5912450" y="2510586"/>
                  </a:lnTo>
                  <a:lnTo>
                    <a:pt x="5912787" y="2511616"/>
                  </a:lnTo>
                  <a:lnTo>
                    <a:pt x="5913123" y="2512461"/>
                  </a:lnTo>
                  <a:lnTo>
                    <a:pt x="5913460" y="2513380"/>
                  </a:lnTo>
                  <a:lnTo>
                    <a:pt x="5913796" y="2514386"/>
                  </a:lnTo>
                  <a:lnTo>
                    <a:pt x="5914132" y="2515430"/>
                  </a:lnTo>
                  <a:lnTo>
                    <a:pt x="5914469" y="2516834"/>
                  </a:lnTo>
                  <a:lnTo>
                    <a:pt x="5914805" y="2518247"/>
                  </a:lnTo>
                  <a:lnTo>
                    <a:pt x="5915142" y="2519888"/>
                  </a:lnTo>
                  <a:lnTo>
                    <a:pt x="5915478" y="2521772"/>
                  </a:lnTo>
                  <a:lnTo>
                    <a:pt x="5915815" y="2523412"/>
                  </a:lnTo>
                  <a:lnTo>
                    <a:pt x="5916151" y="2525063"/>
                  </a:lnTo>
                  <a:lnTo>
                    <a:pt x="5916488" y="2526534"/>
                  </a:lnTo>
                  <a:lnTo>
                    <a:pt x="5916824" y="2527958"/>
                  </a:lnTo>
                  <a:lnTo>
                    <a:pt x="5917161" y="2528932"/>
                  </a:lnTo>
                  <a:lnTo>
                    <a:pt x="5917497" y="2530404"/>
                  </a:lnTo>
                  <a:lnTo>
                    <a:pt x="5917834" y="2531713"/>
                  </a:lnTo>
                  <a:lnTo>
                    <a:pt x="5918170" y="2533183"/>
                  </a:lnTo>
                  <a:lnTo>
                    <a:pt x="5918506" y="2534603"/>
                  </a:lnTo>
                  <a:lnTo>
                    <a:pt x="5918843" y="2535949"/>
                  </a:lnTo>
                  <a:lnTo>
                    <a:pt x="5919179" y="2537004"/>
                  </a:lnTo>
                  <a:lnTo>
                    <a:pt x="5919516" y="2537837"/>
                  </a:lnTo>
                  <a:lnTo>
                    <a:pt x="5919852" y="2538564"/>
                  </a:lnTo>
                  <a:lnTo>
                    <a:pt x="5920189" y="2538943"/>
                  </a:lnTo>
                  <a:lnTo>
                    <a:pt x="5920525" y="2538999"/>
                  </a:lnTo>
                  <a:lnTo>
                    <a:pt x="5920862" y="2539015"/>
                  </a:lnTo>
                  <a:lnTo>
                    <a:pt x="5921198" y="2539102"/>
                  </a:lnTo>
                  <a:lnTo>
                    <a:pt x="5921535" y="2539202"/>
                  </a:lnTo>
                  <a:lnTo>
                    <a:pt x="5921871" y="2539267"/>
                  </a:lnTo>
                  <a:lnTo>
                    <a:pt x="5922208" y="2539184"/>
                  </a:lnTo>
                  <a:lnTo>
                    <a:pt x="5922544" y="2539182"/>
                  </a:lnTo>
                  <a:lnTo>
                    <a:pt x="5922880" y="2539266"/>
                  </a:lnTo>
                  <a:lnTo>
                    <a:pt x="5923217" y="2539330"/>
                  </a:lnTo>
                  <a:lnTo>
                    <a:pt x="5923553" y="2539481"/>
                  </a:lnTo>
                  <a:lnTo>
                    <a:pt x="5923890" y="2539769"/>
                  </a:lnTo>
                  <a:lnTo>
                    <a:pt x="5924226" y="2540422"/>
                  </a:lnTo>
                  <a:lnTo>
                    <a:pt x="5924563" y="2541407"/>
                  </a:lnTo>
                  <a:lnTo>
                    <a:pt x="5924899" y="2542412"/>
                  </a:lnTo>
                  <a:lnTo>
                    <a:pt x="5925236" y="2543418"/>
                  </a:lnTo>
                  <a:lnTo>
                    <a:pt x="5925572" y="2544388"/>
                  </a:lnTo>
                  <a:lnTo>
                    <a:pt x="5925909" y="2545448"/>
                  </a:lnTo>
                  <a:lnTo>
                    <a:pt x="5926245" y="2546489"/>
                  </a:lnTo>
                  <a:lnTo>
                    <a:pt x="5926582" y="2547553"/>
                  </a:lnTo>
                  <a:lnTo>
                    <a:pt x="5926918" y="2549055"/>
                  </a:lnTo>
                  <a:lnTo>
                    <a:pt x="5927254" y="2550948"/>
                  </a:lnTo>
                  <a:lnTo>
                    <a:pt x="5927591" y="2552788"/>
                  </a:lnTo>
                  <a:lnTo>
                    <a:pt x="5927927" y="2554605"/>
                  </a:lnTo>
                  <a:lnTo>
                    <a:pt x="5928264" y="2556472"/>
                  </a:lnTo>
                  <a:lnTo>
                    <a:pt x="5928600" y="2558143"/>
                  </a:lnTo>
                  <a:lnTo>
                    <a:pt x="5928937" y="2559515"/>
                  </a:lnTo>
                  <a:lnTo>
                    <a:pt x="5929273" y="2560562"/>
                  </a:lnTo>
                  <a:lnTo>
                    <a:pt x="5929610" y="2561300"/>
                  </a:lnTo>
                  <a:lnTo>
                    <a:pt x="5929946" y="2562017"/>
                  </a:lnTo>
                  <a:lnTo>
                    <a:pt x="5930283" y="2562707"/>
                  </a:lnTo>
                  <a:lnTo>
                    <a:pt x="5930619" y="2563405"/>
                  </a:lnTo>
                  <a:lnTo>
                    <a:pt x="5930956" y="2564254"/>
                  </a:lnTo>
                  <a:lnTo>
                    <a:pt x="5931292" y="2565108"/>
                  </a:lnTo>
                  <a:lnTo>
                    <a:pt x="5931628" y="2565723"/>
                  </a:lnTo>
                  <a:lnTo>
                    <a:pt x="5931965" y="2564911"/>
                  </a:lnTo>
                  <a:lnTo>
                    <a:pt x="5932301" y="2563625"/>
                  </a:lnTo>
                  <a:lnTo>
                    <a:pt x="5932638" y="2561764"/>
                  </a:lnTo>
                  <a:lnTo>
                    <a:pt x="5932974" y="2559537"/>
                  </a:lnTo>
                  <a:lnTo>
                    <a:pt x="5933311" y="2557931"/>
                  </a:lnTo>
                  <a:lnTo>
                    <a:pt x="5933647" y="2556407"/>
                  </a:lnTo>
                  <a:lnTo>
                    <a:pt x="5933984" y="2554967"/>
                  </a:lnTo>
                  <a:lnTo>
                    <a:pt x="5934320" y="2553254"/>
                  </a:lnTo>
                  <a:lnTo>
                    <a:pt x="5934657" y="2551357"/>
                  </a:lnTo>
                  <a:lnTo>
                    <a:pt x="5934993" y="2549244"/>
                  </a:lnTo>
                  <a:lnTo>
                    <a:pt x="5935330" y="2546914"/>
                  </a:lnTo>
                  <a:lnTo>
                    <a:pt x="5935666" y="2544211"/>
                  </a:lnTo>
                  <a:lnTo>
                    <a:pt x="5936002" y="2541161"/>
                  </a:lnTo>
                  <a:lnTo>
                    <a:pt x="5936339" y="2538689"/>
                  </a:lnTo>
                  <a:lnTo>
                    <a:pt x="5936675" y="2536245"/>
                  </a:lnTo>
                  <a:lnTo>
                    <a:pt x="5937012" y="2534269"/>
                  </a:lnTo>
                  <a:lnTo>
                    <a:pt x="5937348" y="2532128"/>
                  </a:lnTo>
                  <a:lnTo>
                    <a:pt x="5937685" y="2530305"/>
                  </a:lnTo>
                  <a:lnTo>
                    <a:pt x="5938021" y="2528667"/>
                  </a:lnTo>
                  <a:lnTo>
                    <a:pt x="5938358" y="2527036"/>
                  </a:lnTo>
                  <a:lnTo>
                    <a:pt x="5938694" y="2524855"/>
                  </a:lnTo>
                  <a:lnTo>
                    <a:pt x="5939031" y="2522712"/>
                  </a:lnTo>
                  <a:lnTo>
                    <a:pt x="5939367" y="2520661"/>
                  </a:lnTo>
                  <a:lnTo>
                    <a:pt x="5939704" y="2518718"/>
                  </a:lnTo>
                  <a:lnTo>
                    <a:pt x="5940040" y="2516873"/>
                  </a:lnTo>
                  <a:lnTo>
                    <a:pt x="5940376" y="2515182"/>
                  </a:lnTo>
                  <a:lnTo>
                    <a:pt x="5940713" y="2513904"/>
                  </a:lnTo>
                  <a:lnTo>
                    <a:pt x="5941049" y="2512995"/>
                  </a:lnTo>
                  <a:lnTo>
                    <a:pt x="5941386" y="2512464"/>
                  </a:lnTo>
                  <a:lnTo>
                    <a:pt x="5941722" y="2511590"/>
                  </a:lnTo>
                  <a:lnTo>
                    <a:pt x="5942059" y="2511124"/>
                  </a:lnTo>
                  <a:lnTo>
                    <a:pt x="5942395" y="2510513"/>
                  </a:lnTo>
                  <a:lnTo>
                    <a:pt x="5942732" y="2509830"/>
                  </a:lnTo>
                  <a:lnTo>
                    <a:pt x="5943068" y="2509256"/>
                  </a:lnTo>
                  <a:lnTo>
                    <a:pt x="5943405" y="2508925"/>
                  </a:lnTo>
                  <a:lnTo>
                    <a:pt x="5943741" y="2509112"/>
                  </a:lnTo>
                  <a:lnTo>
                    <a:pt x="5944078" y="2509363"/>
                  </a:lnTo>
                  <a:lnTo>
                    <a:pt x="5944414" y="2509450"/>
                  </a:lnTo>
                  <a:lnTo>
                    <a:pt x="5944750" y="2509745"/>
                  </a:lnTo>
                  <a:lnTo>
                    <a:pt x="5945087" y="2509883"/>
                  </a:lnTo>
                  <a:lnTo>
                    <a:pt x="5945423" y="2509966"/>
                  </a:lnTo>
                  <a:lnTo>
                    <a:pt x="5945760" y="2509929"/>
                  </a:lnTo>
                  <a:lnTo>
                    <a:pt x="5946096" y="2510095"/>
                  </a:lnTo>
                  <a:lnTo>
                    <a:pt x="5946433" y="2510533"/>
                  </a:lnTo>
                  <a:lnTo>
                    <a:pt x="5946769" y="2510977"/>
                  </a:lnTo>
                  <a:lnTo>
                    <a:pt x="5947106" y="2511267"/>
                  </a:lnTo>
                  <a:lnTo>
                    <a:pt x="5947442" y="2511193"/>
                  </a:lnTo>
                  <a:lnTo>
                    <a:pt x="5947779" y="2510865"/>
                  </a:lnTo>
                  <a:lnTo>
                    <a:pt x="5948115" y="2510435"/>
                  </a:lnTo>
                  <a:lnTo>
                    <a:pt x="5948451" y="2509799"/>
                  </a:lnTo>
                  <a:lnTo>
                    <a:pt x="5948788" y="2508456"/>
                  </a:lnTo>
                  <a:lnTo>
                    <a:pt x="5949124" y="2507171"/>
                  </a:lnTo>
                  <a:lnTo>
                    <a:pt x="5949461" y="2505885"/>
                  </a:lnTo>
                  <a:lnTo>
                    <a:pt x="5949797" y="2504295"/>
                  </a:lnTo>
                  <a:lnTo>
                    <a:pt x="5950134" y="2502841"/>
                  </a:lnTo>
                  <a:lnTo>
                    <a:pt x="5950470" y="2501758"/>
                  </a:lnTo>
                  <a:lnTo>
                    <a:pt x="5950807" y="2500972"/>
                  </a:lnTo>
                  <a:lnTo>
                    <a:pt x="5951143" y="2500078"/>
                  </a:lnTo>
                  <a:lnTo>
                    <a:pt x="5951480" y="2499372"/>
                  </a:lnTo>
                  <a:lnTo>
                    <a:pt x="5951816" y="2498864"/>
                  </a:lnTo>
                  <a:lnTo>
                    <a:pt x="5952153" y="2498511"/>
                  </a:lnTo>
                  <a:lnTo>
                    <a:pt x="5952489" y="2498167"/>
                  </a:lnTo>
                  <a:lnTo>
                    <a:pt x="5952825" y="2497966"/>
                  </a:lnTo>
                  <a:lnTo>
                    <a:pt x="5953162" y="2497890"/>
                  </a:lnTo>
                  <a:lnTo>
                    <a:pt x="5953498" y="2497970"/>
                  </a:lnTo>
                  <a:lnTo>
                    <a:pt x="5953835" y="2498283"/>
                  </a:lnTo>
                  <a:lnTo>
                    <a:pt x="5954171" y="2498561"/>
                  </a:lnTo>
                  <a:lnTo>
                    <a:pt x="5954508" y="2498573"/>
                  </a:lnTo>
                  <a:lnTo>
                    <a:pt x="5954844" y="2498740"/>
                  </a:lnTo>
                  <a:lnTo>
                    <a:pt x="5955181" y="2499011"/>
                  </a:lnTo>
                  <a:lnTo>
                    <a:pt x="5955517" y="2499137"/>
                  </a:lnTo>
                  <a:lnTo>
                    <a:pt x="5955854" y="2498881"/>
                  </a:lnTo>
                  <a:lnTo>
                    <a:pt x="5956190" y="2499244"/>
                  </a:lnTo>
                  <a:lnTo>
                    <a:pt x="5956527" y="2499527"/>
                  </a:lnTo>
                  <a:lnTo>
                    <a:pt x="5956863" y="2499453"/>
                  </a:lnTo>
                  <a:lnTo>
                    <a:pt x="5957199" y="2499291"/>
                  </a:lnTo>
                  <a:lnTo>
                    <a:pt x="5957536" y="2499701"/>
                  </a:lnTo>
                  <a:lnTo>
                    <a:pt x="5957872" y="2499621"/>
                  </a:lnTo>
                  <a:lnTo>
                    <a:pt x="5958209" y="2499854"/>
                  </a:lnTo>
                  <a:lnTo>
                    <a:pt x="5958545" y="2499587"/>
                  </a:lnTo>
                  <a:lnTo>
                    <a:pt x="5958882" y="2499041"/>
                  </a:lnTo>
                  <a:lnTo>
                    <a:pt x="5959218" y="2498402"/>
                  </a:lnTo>
                  <a:lnTo>
                    <a:pt x="5959555" y="2497436"/>
                  </a:lnTo>
                  <a:lnTo>
                    <a:pt x="5959891" y="2496524"/>
                  </a:lnTo>
                  <a:lnTo>
                    <a:pt x="5960228" y="2494837"/>
                  </a:lnTo>
                  <a:lnTo>
                    <a:pt x="5960564" y="2492709"/>
                  </a:lnTo>
                  <a:lnTo>
                    <a:pt x="5960901" y="2490814"/>
                  </a:lnTo>
                  <a:lnTo>
                    <a:pt x="5961237" y="2488878"/>
                  </a:lnTo>
                  <a:lnTo>
                    <a:pt x="5961573" y="2486962"/>
                  </a:lnTo>
                  <a:lnTo>
                    <a:pt x="5961910" y="2485323"/>
                  </a:lnTo>
                  <a:lnTo>
                    <a:pt x="5962246" y="2483068"/>
                  </a:lnTo>
                  <a:lnTo>
                    <a:pt x="5962583" y="2480705"/>
                  </a:lnTo>
                  <a:lnTo>
                    <a:pt x="5962919" y="2478758"/>
                  </a:lnTo>
                  <a:lnTo>
                    <a:pt x="5963256" y="2477726"/>
                  </a:lnTo>
                  <a:lnTo>
                    <a:pt x="5963592" y="2477037"/>
                  </a:lnTo>
                  <a:lnTo>
                    <a:pt x="5963929" y="2476353"/>
                  </a:lnTo>
                  <a:lnTo>
                    <a:pt x="5964265" y="2475836"/>
                  </a:lnTo>
                  <a:lnTo>
                    <a:pt x="5964602" y="2476046"/>
                  </a:lnTo>
                  <a:lnTo>
                    <a:pt x="5964938" y="2476513"/>
                  </a:lnTo>
                  <a:lnTo>
                    <a:pt x="5965275" y="2476861"/>
                  </a:lnTo>
                  <a:lnTo>
                    <a:pt x="5965611" y="2478606"/>
                  </a:lnTo>
                  <a:lnTo>
                    <a:pt x="5965947" y="2480451"/>
                  </a:lnTo>
                  <a:lnTo>
                    <a:pt x="5966284" y="2482851"/>
                  </a:lnTo>
                  <a:lnTo>
                    <a:pt x="5966620" y="2485086"/>
                  </a:lnTo>
                  <a:lnTo>
                    <a:pt x="5966957" y="2487167"/>
                  </a:lnTo>
                  <a:lnTo>
                    <a:pt x="5967293" y="2489066"/>
                  </a:lnTo>
                  <a:lnTo>
                    <a:pt x="5967630" y="2490950"/>
                  </a:lnTo>
                  <a:lnTo>
                    <a:pt x="5967966" y="2492873"/>
                  </a:lnTo>
                  <a:lnTo>
                    <a:pt x="5968303" y="2494598"/>
                  </a:lnTo>
                  <a:lnTo>
                    <a:pt x="5968639" y="2496191"/>
                  </a:lnTo>
                  <a:lnTo>
                    <a:pt x="5968976" y="2497141"/>
                  </a:lnTo>
                  <a:lnTo>
                    <a:pt x="5969312" y="2497672"/>
                  </a:lnTo>
                  <a:lnTo>
                    <a:pt x="5969649" y="2497548"/>
                  </a:lnTo>
                  <a:lnTo>
                    <a:pt x="5969985" y="2496839"/>
                  </a:lnTo>
                  <a:lnTo>
                    <a:pt x="5970321" y="2496057"/>
                  </a:lnTo>
                  <a:lnTo>
                    <a:pt x="5970658" y="2495054"/>
                  </a:lnTo>
                  <a:lnTo>
                    <a:pt x="5970994" y="2494301"/>
                  </a:lnTo>
                  <a:lnTo>
                    <a:pt x="5971331" y="2493886"/>
                  </a:lnTo>
                  <a:lnTo>
                    <a:pt x="5971667" y="2493736"/>
                  </a:lnTo>
                  <a:lnTo>
                    <a:pt x="5972004" y="2492740"/>
                  </a:lnTo>
                  <a:lnTo>
                    <a:pt x="5972340" y="2491836"/>
                  </a:lnTo>
                  <a:lnTo>
                    <a:pt x="5972677" y="2490837"/>
                  </a:lnTo>
                  <a:lnTo>
                    <a:pt x="5973013" y="2489297"/>
                  </a:lnTo>
                  <a:lnTo>
                    <a:pt x="5973350" y="2487802"/>
                  </a:lnTo>
                  <a:lnTo>
                    <a:pt x="5973686" y="2486451"/>
                  </a:lnTo>
                  <a:lnTo>
                    <a:pt x="5974023" y="2484898"/>
                  </a:lnTo>
                  <a:lnTo>
                    <a:pt x="5974359" y="2483253"/>
                  </a:lnTo>
                  <a:lnTo>
                    <a:pt x="5974695" y="2481865"/>
                  </a:lnTo>
                  <a:lnTo>
                    <a:pt x="5975032" y="2480912"/>
                  </a:lnTo>
                  <a:lnTo>
                    <a:pt x="5975368" y="2480005"/>
                  </a:lnTo>
                  <a:lnTo>
                    <a:pt x="5975705" y="2479271"/>
                  </a:lnTo>
                  <a:lnTo>
                    <a:pt x="5976041" y="2478280"/>
                  </a:lnTo>
                  <a:lnTo>
                    <a:pt x="5976378" y="2477157"/>
                  </a:lnTo>
                  <a:lnTo>
                    <a:pt x="5976714" y="2476057"/>
                  </a:lnTo>
                  <a:lnTo>
                    <a:pt x="5977051" y="2475016"/>
                  </a:lnTo>
                  <a:lnTo>
                    <a:pt x="5977387" y="2474047"/>
                  </a:lnTo>
                  <a:lnTo>
                    <a:pt x="5977724" y="2473164"/>
                  </a:lnTo>
                  <a:lnTo>
                    <a:pt x="5978060" y="2472657"/>
                  </a:lnTo>
                  <a:lnTo>
                    <a:pt x="5978396" y="2472479"/>
                  </a:lnTo>
                  <a:lnTo>
                    <a:pt x="5978733" y="2472330"/>
                  </a:lnTo>
                  <a:lnTo>
                    <a:pt x="5979069" y="2471989"/>
                  </a:lnTo>
                  <a:lnTo>
                    <a:pt x="5979406" y="2471689"/>
                  </a:lnTo>
                  <a:lnTo>
                    <a:pt x="5979742" y="2471273"/>
                  </a:lnTo>
                  <a:lnTo>
                    <a:pt x="5980079" y="2470760"/>
                  </a:lnTo>
                  <a:lnTo>
                    <a:pt x="5980415" y="2470288"/>
                  </a:lnTo>
                  <a:lnTo>
                    <a:pt x="5980752" y="2469671"/>
                  </a:lnTo>
                  <a:lnTo>
                    <a:pt x="5981088" y="2468967"/>
                  </a:lnTo>
                  <a:lnTo>
                    <a:pt x="5981425" y="2468504"/>
                  </a:lnTo>
                  <a:lnTo>
                    <a:pt x="5981761" y="2468236"/>
                  </a:lnTo>
                  <a:lnTo>
                    <a:pt x="5982098" y="2467786"/>
                  </a:lnTo>
                  <a:lnTo>
                    <a:pt x="5982434" y="2467337"/>
                  </a:lnTo>
                  <a:lnTo>
                    <a:pt x="5982770" y="2466869"/>
                  </a:lnTo>
                  <a:lnTo>
                    <a:pt x="5983107" y="2466407"/>
                  </a:lnTo>
                  <a:lnTo>
                    <a:pt x="5983443" y="2465876"/>
                  </a:lnTo>
                  <a:lnTo>
                    <a:pt x="5983780" y="2465526"/>
                  </a:lnTo>
                  <a:lnTo>
                    <a:pt x="5984116" y="2465453"/>
                  </a:lnTo>
                  <a:lnTo>
                    <a:pt x="5984453" y="2465908"/>
                  </a:lnTo>
                  <a:lnTo>
                    <a:pt x="5984789" y="2465716"/>
                  </a:lnTo>
                  <a:lnTo>
                    <a:pt x="5985126" y="2465893"/>
                  </a:lnTo>
                  <a:lnTo>
                    <a:pt x="5985462" y="2465767"/>
                  </a:lnTo>
                  <a:lnTo>
                    <a:pt x="5985799" y="2465374"/>
                  </a:lnTo>
                  <a:lnTo>
                    <a:pt x="5986135" y="2464884"/>
                  </a:lnTo>
                  <a:lnTo>
                    <a:pt x="5986472" y="2464188"/>
                  </a:lnTo>
                  <a:lnTo>
                    <a:pt x="5986808" y="2463289"/>
                  </a:lnTo>
                  <a:lnTo>
                    <a:pt x="5987144" y="2462527"/>
                  </a:lnTo>
                  <a:lnTo>
                    <a:pt x="5987481" y="2461623"/>
                  </a:lnTo>
                  <a:lnTo>
                    <a:pt x="5987817" y="2460346"/>
                  </a:lnTo>
                  <a:lnTo>
                    <a:pt x="5988154" y="2458843"/>
                  </a:lnTo>
                  <a:lnTo>
                    <a:pt x="5988490" y="2456952"/>
                  </a:lnTo>
                  <a:lnTo>
                    <a:pt x="5988827" y="2454683"/>
                  </a:lnTo>
                  <a:lnTo>
                    <a:pt x="5989163" y="2452262"/>
                  </a:lnTo>
                  <a:lnTo>
                    <a:pt x="5989500" y="2449923"/>
                  </a:lnTo>
                  <a:lnTo>
                    <a:pt x="5989836" y="2447483"/>
                  </a:lnTo>
                  <a:lnTo>
                    <a:pt x="5990173" y="2444935"/>
                  </a:lnTo>
                  <a:lnTo>
                    <a:pt x="5990509" y="2442485"/>
                  </a:lnTo>
                  <a:lnTo>
                    <a:pt x="5990846" y="2440272"/>
                  </a:lnTo>
                  <a:lnTo>
                    <a:pt x="5991182" y="2437966"/>
                  </a:lnTo>
                  <a:lnTo>
                    <a:pt x="5991518" y="2435502"/>
                  </a:lnTo>
                  <a:lnTo>
                    <a:pt x="5991855" y="2433203"/>
                  </a:lnTo>
                  <a:lnTo>
                    <a:pt x="5992191" y="2430753"/>
                  </a:lnTo>
                  <a:lnTo>
                    <a:pt x="5992528" y="2428138"/>
                  </a:lnTo>
                  <a:lnTo>
                    <a:pt x="5992864" y="2425839"/>
                  </a:lnTo>
                  <a:lnTo>
                    <a:pt x="5993201" y="2423536"/>
                  </a:lnTo>
                  <a:lnTo>
                    <a:pt x="5993537" y="2421482"/>
                  </a:lnTo>
                  <a:lnTo>
                    <a:pt x="5993874" y="2419714"/>
                  </a:lnTo>
                  <a:lnTo>
                    <a:pt x="5994210" y="2418162"/>
                  </a:lnTo>
                  <a:lnTo>
                    <a:pt x="5994547" y="2416736"/>
                  </a:lnTo>
                  <a:lnTo>
                    <a:pt x="5994883" y="2415614"/>
                  </a:lnTo>
                  <a:lnTo>
                    <a:pt x="5995220" y="2414566"/>
                  </a:lnTo>
                  <a:lnTo>
                    <a:pt x="5995556" y="2413640"/>
                  </a:lnTo>
                  <a:lnTo>
                    <a:pt x="5995892" y="2412645"/>
                  </a:lnTo>
                  <a:lnTo>
                    <a:pt x="5996229" y="2411782"/>
                  </a:lnTo>
                  <a:lnTo>
                    <a:pt x="5996565" y="2411159"/>
                  </a:lnTo>
                  <a:lnTo>
                    <a:pt x="5996902" y="2410048"/>
                  </a:lnTo>
                  <a:lnTo>
                    <a:pt x="5997238" y="2408713"/>
                  </a:lnTo>
                  <a:lnTo>
                    <a:pt x="5997575" y="2407312"/>
                  </a:lnTo>
                  <a:lnTo>
                    <a:pt x="5997911" y="2405486"/>
                  </a:lnTo>
                  <a:lnTo>
                    <a:pt x="5998248" y="2403502"/>
                  </a:lnTo>
                  <a:lnTo>
                    <a:pt x="5998584" y="2401642"/>
                  </a:lnTo>
                  <a:lnTo>
                    <a:pt x="5998921" y="2399921"/>
                  </a:lnTo>
                  <a:lnTo>
                    <a:pt x="5999257" y="2398857"/>
                  </a:lnTo>
                  <a:lnTo>
                    <a:pt x="5999594" y="2397787"/>
                  </a:lnTo>
                  <a:lnTo>
                    <a:pt x="5999930" y="2396989"/>
                  </a:lnTo>
                  <a:lnTo>
                    <a:pt x="6000266" y="2396235"/>
                  </a:lnTo>
                  <a:lnTo>
                    <a:pt x="6000603" y="2394594"/>
                  </a:lnTo>
                  <a:lnTo>
                    <a:pt x="6000939" y="2394096"/>
                  </a:lnTo>
                  <a:lnTo>
                    <a:pt x="6001276" y="2393597"/>
                  </a:lnTo>
                  <a:lnTo>
                    <a:pt x="6001612" y="2392941"/>
                  </a:lnTo>
                  <a:lnTo>
                    <a:pt x="6001949" y="2392319"/>
                  </a:lnTo>
                  <a:lnTo>
                    <a:pt x="6002285" y="2391782"/>
                  </a:lnTo>
                  <a:lnTo>
                    <a:pt x="6002622" y="2391777"/>
                  </a:lnTo>
                  <a:lnTo>
                    <a:pt x="6002958" y="2392306"/>
                  </a:lnTo>
                  <a:lnTo>
                    <a:pt x="6003295" y="2393049"/>
                  </a:lnTo>
                  <a:lnTo>
                    <a:pt x="6003631" y="2392824"/>
                  </a:lnTo>
                  <a:lnTo>
                    <a:pt x="6003968" y="2392454"/>
                  </a:lnTo>
                  <a:lnTo>
                    <a:pt x="6004304" y="2391783"/>
                  </a:lnTo>
                  <a:lnTo>
                    <a:pt x="6004640" y="2391209"/>
                  </a:lnTo>
                  <a:lnTo>
                    <a:pt x="6004977" y="2390457"/>
                  </a:lnTo>
                  <a:lnTo>
                    <a:pt x="6005313" y="2389662"/>
                  </a:lnTo>
                  <a:lnTo>
                    <a:pt x="6005650" y="2388811"/>
                  </a:lnTo>
                  <a:lnTo>
                    <a:pt x="6005986" y="2388448"/>
                  </a:lnTo>
                  <a:lnTo>
                    <a:pt x="6006323" y="2388173"/>
                  </a:lnTo>
                  <a:lnTo>
                    <a:pt x="6006659" y="2388216"/>
                  </a:lnTo>
                  <a:lnTo>
                    <a:pt x="6006996" y="2388587"/>
                  </a:lnTo>
                  <a:lnTo>
                    <a:pt x="6007332" y="2389216"/>
                  </a:lnTo>
                  <a:lnTo>
                    <a:pt x="6007669" y="2389183"/>
                  </a:lnTo>
                  <a:lnTo>
                    <a:pt x="6008005" y="2389038"/>
                  </a:lnTo>
                  <a:lnTo>
                    <a:pt x="6008342" y="2388647"/>
                  </a:lnTo>
                  <a:lnTo>
                    <a:pt x="6008678" y="2388108"/>
                  </a:lnTo>
                  <a:lnTo>
                    <a:pt x="6009014" y="2388026"/>
                  </a:lnTo>
                  <a:lnTo>
                    <a:pt x="6009351" y="2387544"/>
                  </a:lnTo>
                  <a:lnTo>
                    <a:pt x="6009687" y="2387192"/>
                  </a:lnTo>
                  <a:lnTo>
                    <a:pt x="6010024" y="2386811"/>
                  </a:lnTo>
                  <a:lnTo>
                    <a:pt x="6010360" y="2386387"/>
                  </a:lnTo>
                  <a:lnTo>
                    <a:pt x="6010697" y="2385690"/>
                  </a:lnTo>
                  <a:lnTo>
                    <a:pt x="6011033" y="2384376"/>
                  </a:lnTo>
                  <a:lnTo>
                    <a:pt x="6011370" y="2382838"/>
                  </a:lnTo>
                  <a:lnTo>
                    <a:pt x="6011706" y="2380812"/>
                  </a:lnTo>
                  <a:lnTo>
                    <a:pt x="6012043" y="2378650"/>
                  </a:lnTo>
                  <a:lnTo>
                    <a:pt x="6012379" y="2376250"/>
                  </a:lnTo>
                  <a:lnTo>
                    <a:pt x="6012715" y="2373506"/>
                  </a:lnTo>
                  <a:lnTo>
                    <a:pt x="6013052" y="2370438"/>
                  </a:lnTo>
                  <a:lnTo>
                    <a:pt x="6013388" y="2367241"/>
                  </a:lnTo>
                  <a:lnTo>
                    <a:pt x="6013725" y="2365003"/>
                  </a:lnTo>
                  <a:lnTo>
                    <a:pt x="6014061" y="2362917"/>
                  </a:lnTo>
                  <a:lnTo>
                    <a:pt x="6014398" y="2361140"/>
                  </a:lnTo>
                  <a:lnTo>
                    <a:pt x="6014734" y="2360034"/>
                  </a:lnTo>
                  <a:lnTo>
                    <a:pt x="6015071" y="2359429"/>
                  </a:lnTo>
                  <a:lnTo>
                    <a:pt x="6015407" y="2358814"/>
                  </a:lnTo>
                  <a:lnTo>
                    <a:pt x="6015744" y="2358578"/>
                  </a:lnTo>
                  <a:lnTo>
                    <a:pt x="6016080" y="2358868"/>
                  </a:lnTo>
                  <a:lnTo>
                    <a:pt x="6016417" y="2359058"/>
                  </a:lnTo>
                  <a:lnTo>
                    <a:pt x="6016753" y="2359677"/>
                  </a:lnTo>
                  <a:lnTo>
                    <a:pt x="6017089" y="2360570"/>
                  </a:lnTo>
                  <a:lnTo>
                    <a:pt x="6017426" y="2361453"/>
                  </a:lnTo>
                  <a:lnTo>
                    <a:pt x="6017762" y="2362330"/>
                  </a:lnTo>
                  <a:lnTo>
                    <a:pt x="6018099" y="2363355"/>
                  </a:lnTo>
                  <a:lnTo>
                    <a:pt x="6018435" y="2364500"/>
                  </a:lnTo>
                  <a:lnTo>
                    <a:pt x="6018772" y="2365852"/>
                  </a:lnTo>
                  <a:lnTo>
                    <a:pt x="6019108" y="2367213"/>
                  </a:lnTo>
                  <a:lnTo>
                    <a:pt x="6019445" y="2368498"/>
                  </a:lnTo>
                  <a:lnTo>
                    <a:pt x="6019781" y="2369788"/>
                  </a:lnTo>
                  <a:lnTo>
                    <a:pt x="6020118" y="2370176"/>
                  </a:lnTo>
                  <a:lnTo>
                    <a:pt x="6020454" y="2371292"/>
                  </a:lnTo>
                  <a:lnTo>
                    <a:pt x="6020791" y="2372354"/>
                  </a:lnTo>
                  <a:lnTo>
                    <a:pt x="6021127" y="2373306"/>
                  </a:lnTo>
                  <a:lnTo>
                    <a:pt x="6021463" y="2374704"/>
                  </a:lnTo>
                  <a:lnTo>
                    <a:pt x="6021800" y="2376158"/>
                  </a:lnTo>
                  <a:lnTo>
                    <a:pt x="6022136" y="2377480"/>
                  </a:lnTo>
                  <a:lnTo>
                    <a:pt x="6022473" y="2378758"/>
                  </a:lnTo>
                  <a:lnTo>
                    <a:pt x="6022809" y="2380182"/>
                  </a:lnTo>
                  <a:lnTo>
                    <a:pt x="6023146" y="2381896"/>
                  </a:lnTo>
                  <a:lnTo>
                    <a:pt x="6023482" y="2383261"/>
                  </a:lnTo>
                  <a:lnTo>
                    <a:pt x="6023819" y="2384723"/>
                  </a:lnTo>
                  <a:lnTo>
                    <a:pt x="6024155" y="2386497"/>
                  </a:lnTo>
                  <a:lnTo>
                    <a:pt x="6024492" y="2388340"/>
                  </a:lnTo>
                  <a:lnTo>
                    <a:pt x="6024828" y="2389910"/>
                  </a:lnTo>
                  <a:lnTo>
                    <a:pt x="6025165" y="2391386"/>
                  </a:lnTo>
                  <a:lnTo>
                    <a:pt x="6025501" y="2393201"/>
                  </a:lnTo>
                  <a:lnTo>
                    <a:pt x="6025837" y="2395260"/>
                  </a:lnTo>
                  <a:lnTo>
                    <a:pt x="6026174" y="2397423"/>
                  </a:lnTo>
                  <a:lnTo>
                    <a:pt x="6026510" y="2399619"/>
                  </a:lnTo>
                  <a:lnTo>
                    <a:pt x="6026847" y="2401152"/>
                  </a:lnTo>
                  <a:lnTo>
                    <a:pt x="6027183" y="2402954"/>
                  </a:lnTo>
                  <a:lnTo>
                    <a:pt x="6027520" y="2405489"/>
                  </a:lnTo>
                  <a:lnTo>
                    <a:pt x="6027856" y="2408220"/>
                  </a:lnTo>
                  <a:lnTo>
                    <a:pt x="6028193" y="2410891"/>
                  </a:lnTo>
                  <a:lnTo>
                    <a:pt x="6028529" y="2413359"/>
                  </a:lnTo>
                  <a:lnTo>
                    <a:pt x="6028866" y="2415572"/>
                  </a:lnTo>
                  <a:lnTo>
                    <a:pt x="6029202" y="2417206"/>
                  </a:lnTo>
                  <a:lnTo>
                    <a:pt x="6029539" y="2419510"/>
                  </a:lnTo>
                  <a:lnTo>
                    <a:pt x="6029875" y="2422150"/>
                  </a:lnTo>
                  <a:lnTo>
                    <a:pt x="6030211" y="2425225"/>
                  </a:lnTo>
                  <a:lnTo>
                    <a:pt x="6030548" y="2427608"/>
                  </a:lnTo>
                  <a:lnTo>
                    <a:pt x="6030884" y="2429845"/>
                  </a:lnTo>
                  <a:lnTo>
                    <a:pt x="6031221" y="2432054"/>
                  </a:lnTo>
                  <a:lnTo>
                    <a:pt x="6031557" y="2434180"/>
                  </a:lnTo>
                  <a:lnTo>
                    <a:pt x="6031894" y="2435877"/>
                  </a:lnTo>
                  <a:lnTo>
                    <a:pt x="6032230" y="2437150"/>
                  </a:lnTo>
                  <a:lnTo>
                    <a:pt x="6032567" y="2438385"/>
                  </a:lnTo>
                  <a:lnTo>
                    <a:pt x="6032903" y="2439736"/>
                  </a:lnTo>
                  <a:lnTo>
                    <a:pt x="6033240" y="2441462"/>
                  </a:lnTo>
                  <a:lnTo>
                    <a:pt x="6033576" y="2443078"/>
                  </a:lnTo>
                  <a:lnTo>
                    <a:pt x="6033913" y="2445139"/>
                  </a:lnTo>
                  <a:lnTo>
                    <a:pt x="6034249" y="2447865"/>
                  </a:lnTo>
                  <a:lnTo>
                    <a:pt x="6034585" y="2450707"/>
                  </a:lnTo>
                  <a:lnTo>
                    <a:pt x="6034922" y="2453292"/>
                  </a:lnTo>
                  <a:lnTo>
                    <a:pt x="6035258" y="2455485"/>
                  </a:lnTo>
                  <a:lnTo>
                    <a:pt x="6035595" y="2457424"/>
                  </a:lnTo>
                  <a:lnTo>
                    <a:pt x="6035931" y="2459172"/>
                  </a:lnTo>
                  <a:lnTo>
                    <a:pt x="6036268" y="2461700"/>
                  </a:lnTo>
                  <a:lnTo>
                    <a:pt x="6036604" y="2464251"/>
                  </a:lnTo>
                  <a:lnTo>
                    <a:pt x="6036941" y="2467090"/>
                  </a:lnTo>
                  <a:lnTo>
                    <a:pt x="6037277" y="2470241"/>
                  </a:lnTo>
                  <a:lnTo>
                    <a:pt x="6037614" y="2473316"/>
                  </a:lnTo>
                  <a:lnTo>
                    <a:pt x="6037950" y="2476050"/>
                  </a:lnTo>
                  <a:lnTo>
                    <a:pt x="6038287" y="2478290"/>
                  </a:lnTo>
                  <a:lnTo>
                    <a:pt x="6038623" y="2479862"/>
                  </a:lnTo>
                  <a:lnTo>
                    <a:pt x="6038959" y="2481003"/>
                  </a:lnTo>
                  <a:lnTo>
                    <a:pt x="6039296" y="2482318"/>
                  </a:lnTo>
                  <a:lnTo>
                    <a:pt x="6039632" y="2483403"/>
                  </a:lnTo>
                  <a:lnTo>
                    <a:pt x="6039969" y="2484243"/>
                  </a:lnTo>
                  <a:lnTo>
                    <a:pt x="6040305" y="2485386"/>
                  </a:lnTo>
                  <a:lnTo>
                    <a:pt x="6040642" y="2486628"/>
                  </a:lnTo>
                  <a:lnTo>
                    <a:pt x="6040978" y="2487893"/>
                  </a:lnTo>
                  <a:lnTo>
                    <a:pt x="6041315" y="2489208"/>
                  </a:lnTo>
                  <a:lnTo>
                    <a:pt x="6041651" y="2490680"/>
                  </a:lnTo>
                  <a:lnTo>
                    <a:pt x="6041988" y="2491880"/>
                  </a:lnTo>
                  <a:lnTo>
                    <a:pt x="6042324" y="2492706"/>
                  </a:lnTo>
                  <a:lnTo>
                    <a:pt x="6042661" y="2493568"/>
                  </a:lnTo>
                  <a:lnTo>
                    <a:pt x="6042997" y="2494546"/>
                  </a:lnTo>
                  <a:lnTo>
                    <a:pt x="6043333" y="2495652"/>
                  </a:lnTo>
                  <a:lnTo>
                    <a:pt x="6043670" y="2496931"/>
                  </a:lnTo>
                  <a:lnTo>
                    <a:pt x="6044006" y="2498281"/>
                  </a:lnTo>
                  <a:lnTo>
                    <a:pt x="6044343" y="2499668"/>
                  </a:lnTo>
                  <a:lnTo>
                    <a:pt x="6044679" y="2501033"/>
                  </a:lnTo>
                  <a:lnTo>
                    <a:pt x="6045016" y="2502614"/>
                  </a:lnTo>
                  <a:lnTo>
                    <a:pt x="6045352" y="2503914"/>
                  </a:lnTo>
                  <a:lnTo>
                    <a:pt x="6045689" y="2504941"/>
                  </a:lnTo>
                  <a:lnTo>
                    <a:pt x="6046025" y="2505861"/>
                  </a:lnTo>
                  <a:lnTo>
                    <a:pt x="6046362" y="2507046"/>
                  </a:lnTo>
                  <a:lnTo>
                    <a:pt x="6046698" y="2508282"/>
                  </a:lnTo>
                  <a:lnTo>
                    <a:pt x="6047034" y="2509288"/>
                  </a:lnTo>
                  <a:lnTo>
                    <a:pt x="6047371" y="2510416"/>
                  </a:lnTo>
                  <a:lnTo>
                    <a:pt x="6047707" y="2511687"/>
                  </a:lnTo>
                  <a:lnTo>
                    <a:pt x="6048044" y="2512980"/>
                  </a:lnTo>
                  <a:lnTo>
                    <a:pt x="6048380" y="2514231"/>
                  </a:lnTo>
                  <a:lnTo>
                    <a:pt x="6048717" y="2515287"/>
                  </a:lnTo>
                  <a:lnTo>
                    <a:pt x="6049053" y="2516120"/>
                  </a:lnTo>
                  <a:lnTo>
                    <a:pt x="6049390" y="2516896"/>
                  </a:lnTo>
                  <a:lnTo>
                    <a:pt x="6049726" y="2517492"/>
                  </a:lnTo>
                  <a:lnTo>
                    <a:pt x="6050063" y="2517787"/>
                  </a:lnTo>
                  <a:lnTo>
                    <a:pt x="6050399" y="2517708"/>
                  </a:lnTo>
                  <a:lnTo>
                    <a:pt x="6050736" y="2517535"/>
                  </a:lnTo>
                  <a:lnTo>
                    <a:pt x="6051072" y="2517190"/>
                  </a:lnTo>
                  <a:lnTo>
                    <a:pt x="6051408" y="2516429"/>
                  </a:lnTo>
                  <a:lnTo>
                    <a:pt x="6051745" y="2515509"/>
                  </a:lnTo>
                  <a:lnTo>
                    <a:pt x="6052081" y="2514935"/>
                  </a:lnTo>
                  <a:lnTo>
                    <a:pt x="6052418" y="2514310"/>
                  </a:lnTo>
                  <a:lnTo>
                    <a:pt x="6052754" y="2513606"/>
                  </a:lnTo>
                  <a:lnTo>
                    <a:pt x="6053091" y="2513139"/>
                  </a:lnTo>
                  <a:lnTo>
                    <a:pt x="6053427" y="2512715"/>
                  </a:lnTo>
                  <a:lnTo>
                    <a:pt x="6053764" y="2512327"/>
                  </a:lnTo>
                  <a:lnTo>
                    <a:pt x="6054100" y="2512154"/>
                  </a:lnTo>
                  <a:lnTo>
                    <a:pt x="6054437" y="2512003"/>
                  </a:lnTo>
                  <a:lnTo>
                    <a:pt x="6054773" y="2512226"/>
                  </a:lnTo>
                  <a:lnTo>
                    <a:pt x="6055110" y="2512923"/>
                  </a:lnTo>
                  <a:lnTo>
                    <a:pt x="6055446" y="2514029"/>
                  </a:lnTo>
                  <a:lnTo>
                    <a:pt x="6055782" y="2515344"/>
                  </a:lnTo>
                  <a:lnTo>
                    <a:pt x="6056119" y="2517040"/>
                  </a:lnTo>
                  <a:lnTo>
                    <a:pt x="6056455" y="2518821"/>
                  </a:lnTo>
                  <a:lnTo>
                    <a:pt x="6056792" y="2520632"/>
                  </a:lnTo>
                  <a:lnTo>
                    <a:pt x="6057128" y="2522356"/>
                  </a:lnTo>
                  <a:lnTo>
                    <a:pt x="6057465" y="2524102"/>
                  </a:lnTo>
                  <a:lnTo>
                    <a:pt x="6057801" y="2525977"/>
                  </a:lnTo>
                  <a:lnTo>
                    <a:pt x="6058138" y="2527486"/>
                  </a:lnTo>
                  <a:lnTo>
                    <a:pt x="6058474" y="2528951"/>
                  </a:lnTo>
                  <a:lnTo>
                    <a:pt x="6058811" y="2531128"/>
                  </a:lnTo>
                  <a:lnTo>
                    <a:pt x="6059147" y="2533215"/>
                  </a:lnTo>
                  <a:lnTo>
                    <a:pt x="6059484" y="2535732"/>
                  </a:lnTo>
                  <a:lnTo>
                    <a:pt x="6059820" y="2538487"/>
                  </a:lnTo>
                  <a:lnTo>
                    <a:pt x="6060156" y="2540870"/>
                  </a:lnTo>
                  <a:lnTo>
                    <a:pt x="6060493" y="2543084"/>
                  </a:lnTo>
                  <a:lnTo>
                    <a:pt x="6060829" y="2545124"/>
                  </a:lnTo>
                  <a:lnTo>
                    <a:pt x="6061166" y="2546839"/>
                  </a:lnTo>
                  <a:lnTo>
                    <a:pt x="6061502" y="2548396"/>
                  </a:lnTo>
                  <a:lnTo>
                    <a:pt x="6061839" y="2549678"/>
                  </a:lnTo>
                  <a:lnTo>
                    <a:pt x="6062175" y="2550751"/>
                  </a:lnTo>
                  <a:lnTo>
                    <a:pt x="6062512" y="2551802"/>
                  </a:lnTo>
                  <a:lnTo>
                    <a:pt x="6062848" y="2552730"/>
                  </a:lnTo>
                  <a:lnTo>
                    <a:pt x="6063185" y="2553889"/>
                  </a:lnTo>
                  <a:lnTo>
                    <a:pt x="6063521" y="2555128"/>
                  </a:lnTo>
                  <a:lnTo>
                    <a:pt x="6063858" y="2556131"/>
                  </a:lnTo>
                  <a:lnTo>
                    <a:pt x="6064194" y="2557556"/>
                  </a:lnTo>
                  <a:lnTo>
                    <a:pt x="6064530" y="2559132"/>
                  </a:lnTo>
                  <a:lnTo>
                    <a:pt x="6064867" y="2560806"/>
                  </a:lnTo>
                  <a:lnTo>
                    <a:pt x="6065203" y="2563076"/>
                  </a:lnTo>
                  <a:lnTo>
                    <a:pt x="6065540" y="2565564"/>
                  </a:lnTo>
                  <a:lnTo>
                    <a:pt x="6065876" y="2568138"/>
                  </a:lnTo>
                  <a:lnTo>
                    <a:pt x="6066213" y="2570821"/>
                  </a:lnTo>
                  <a:lnTo>
                    <a:pt x="6066549" y="2573673"/>
                  </a:lnTo>
                  <a:lnTo>
                    <a:pt x="6066886" y="2576892"/>
                  </a:lnTo>
                  <a:lnTo>
                    <a:pt x="6067222" y="2580412"/>
                  </a:lnTo>
                  <a:lnTo>
                    <a:pt x="6067559" y="2584155"/>
                  </a:lnTo>
                  <a:lnTo>
                    <a:pt x="6067895" y="2588121"/>
                  </a:lnTo>
                  <a:lnTo>
                    <a:pt x="6068232" y="2590897"/>
                  </a:lnTo>
                  <a:lnTo>
                    <a:pt x="6068568" y="2593698"/>
                  </a:lnTo>
                  <a:lnTo>
                    <a:pt x="6068904" y="2596828"/>
                  </a:lnTo>
                  <a:lnTo>
                    <a:pt x="6069241" y="2600051"/>
                  </a:lnTo>
                  <a:lnTo>
                    <a:pt x="6069577" y="2603291"/>
                  </a:lnTo>
                  <a:lnTo>
                    <a:pt x="6069914" y="2606469"/>
                  </a:lnTo>
                  <a:lnTo>
                    <a:pt x="6070250" y="2609191"/>
                  </a:lnTo>
                  <a:lnTo>
                    <a:pt x="6070587" y="2611645"/>
                  </a:lnTo>
                  <a:lnTo>
                    <a:pt x="6070923" y="2614220"/>
                  </a:lnTo>
                  <a:lnTo>
                    <a:pt x="6071260" y="2616785"/>
                  </a:lnTo>
                  <a:lnTo>
                    <a:pt x="6071596" y="2619056"/>
                  </a:lnTo>
                  <a:lnTo>
                    <a:pt x="6071933" y="2621566"/>
                  </a:lnTo>
                  <a:lnTo>
                    <a:pt x="6072269" y="2623981"/>
                  </a:lnTo>
                  <a:lnTo>
                    <a:pt x="6072606" y="2626290"/>
                  </a:lnTo>
                  <a:lnTo>
                    <a:pt x="6072942" y="2628504"/>
                  </a:lnTo>
                  <a:lnTo>
                    <a:pt x="6073278" y="2630651"/>
                  </a:lnTo>
                  <a:lnTo>
                    <a:pt x="6073615" y="2632471"/>
                  </a:lnTo>
                  <a:lnTo>
                    <a:pt x="6073951" y="2633575"/>
                  </a:lnTo>
                  <a:lnTo>
                    <a:pt x="6074288" y="2634141"/>
                  </a:lnTo>
                  <a:lnTo>
                    <a:pt x="6074624" y="2634179"/>
                  </a:lnTo>
                  <a:lnTo>
                    <a:pt x="6074961" y="2634268"/>
                  </a:lnTo>
                  <a:lnTo>
                    <a:pt x="6075297" y="2634104"/>
                  </a:lnTo>
                  <a:lnTo>
                    <a:pt x="6075634" y="2633962"/>
                  </a:lnTo>
                  <a:lnTo>
                    <a:pt x="6075970" y="2633743"/>
                  </a:lnTo>
                  <a:lnTo>
                    <a:pt x="6076307" y="2633400"/>
                  </a:lnTo>
                  <a:lnTo>
                    <a:pt x="6076643" y="2633075"/>
                  </a:lnTo>
                  <a:lnTo>
                    <a:pt x="6076980" y="2632801"/>
                  </a:lnTo>
                  <a:lnTo>
                    <a:pt x="6077316" y="2632735"/>
                  </a:lnTo>
                  <a:lnTo>
                    <a:pt x="6077652" y="2632798"/>
                  </a:lnTo>
                  <a:lnTo>
                    <a:pt x="6077989" y="2632879"/>
                  </a:lnTo>
                  <a:lnTo>
                    <a:pt x="6078325" y="2633303"/>
                  </a:lnTo>
                  <a:lnTo>
                    <a:pt x="6078662" y="2634054"/>
                  </a:lnTo>
                  <a:lnTo>
                    <a:pt x="6078998" y="2635356"/>
                  </a:lnTo>
                  <a:lnTo>
                    <a:pt x="6079335" y="2636787"/>
                  </a:lnTo>
                  <a:lnTo>
                    <a:pt x="6079671" y="2638247"/>
                  </a:lnTo>
                  <a:lnTo>
                    <a:pt x="6080008" y="2640727"/>
                  </a:lnTo>
                  <a:lnTo>
                    <a:pt x="6080344" y="2643516"/>
                  </a:lnTo>
                  <a:lnTo>
                    <a:pt x="6080681" y="2646681"/>
                  </a:lnTo>
                  <a:lnTo>
                    <a:pt x="6081017" y="2648596"/>
                  </a:lnTo>
                  <a:lnTo>
                    <a:pt x="6081353" y="2650560"/>
                  </a:lnTo>
                  <a:lnTo>
                    <a:pt x="6081690" y="2652466"/>
                  </a:lnTo>
                  <a:lnTo>
                    <a:pt x="6082026" y="2654211"/>
                  </a:lnTo>
                  <a:lnTo>
                    <a:pt x="6082363" y="2655722"/>
                  </a:lnTo>
                  <a:lnTo>
                    <a:pt x="6082699" y="2657342"/>
                  </a:lnTo>
                  <a:lnTo>
                    <a:pt x="6083036" y="2658943"/>
                  </a:lnTo>
                  <a:lnTo>
                    <a:pt x="6083372" y="2660571"/>
                  </a:lnTo>
                  <a:lnTo>
                    <a:pt x="6083709" y="2662371"/>
                  </a:lnTo>
                  <a:lnTo>
                    <a:pt x="6084045" y="2664001"/>
                  </a:lnTo>
                  <a:lnTo>
                    <a:pt x="6084382" y="2665788"/>
                  </a:lnTo>
                  <a:lnTo>
                    <a:pt x="6084718" y="2667693"/>
                  </a:lnTo>
                  <a:lnTo>
                    <a:pt x="6085055" y="2669624"/>
                  </a:lnTo>
                  <a:lnTo>
                    <a:pt x="6085391" y="2671473"/>
                  </a:lnTo>
                  <a:lnTo>
                    <a:pt x="6085727" y="2673202"/>
                  </a:lnTo>
                  <a:lnTo>
                    <a:pt x="6086064" y="2674673"/>
                  </a:lnTo>
                  <a:lnTo>
                    <a:pt x="6086400" y="2676020"/>
                  </a:lnTo>
                  <a:lnTo>
                    <a:pt x="6086737" y="2677351"/>
                  </a:lnTo>
                  <a:lnTo>
                    <a:pt x="6087073" y="2678763"/>
                  </a:lnTo>
                  <a:lnTo>
                    <a:pt x="6087410" y="2681054"/>
                  </a:lnTo>
                  <a:lnTo>
                    <a:pt x="6087746" y="2682581"/>
                  </a:lnTo>
                  <a:lnTo>
                    <a:pt x="6088083" y="2683991"/>
                  </a:lnTo>
                  <a:lnTo>
                    <a:pt x="6088419" y="2685280"/>
                  </a:lnTo>
                  <a:lnTo>
                    <a:pt x="6088756" y="2686102"/>
                  </a:lnTo>
                  <a:lnTo>
                    <a:pt x="6089092" y="2687020"/>
                  </a:lnTo>
                  <a:lnTo>
                    <a:pt x="6089429" y="2687773"/>
                  </a:lnTo>
                  <a:lnTo>
                    <a:pt x="6089765" y="2688364"/>
                  </a:lnTo>
                  <a:lnTo>
                    <a:pt x="6090101" y="2688808"/>
                  </a:lnTo>
                  <a:lnTo>
                    <a:pt x="6090438" y="2689163"/>
                  </a:lnTo>
                  <a:lnTo>
                    <a:pt x="6090774" y="2689314"/>
                  </a:lnTo>
                  <a:lnTo>
                    <a:pt x="6091111" y="2689320"/>
                  </a:lnTo>
                  <a:lnTo>
                    <a:pt x="6091447" y="2689475"/>
                  </a:lnTo>
                  <a:lnTo>
                    <a:pt x="6091784" y="2689469"/>
                  </a:lnTo>
                  <a:lnTo>
                    <a:pt x="6092120" y="2689567"/>
                  </a:lnTo>
                  <a:lnTo>
                    <a:pt x="6092457" y="2689530"/>
                  </a:lnTo>
                  <a:lnTo>
                    <a:pt x="6092793" y="2689212"/>
                  </a:lnTo>
                  <a:lnTo>
                    <a:pt x="6093130" y="2688839"/>
                  </a:lnTo>
                  <a:lnTo>
                    <a:pt x="6093466" y="2688256"/>
                  </a:lnTo>
                  <a:lnTo>
                    <a:pt x="6093803" y="2687562"/>
                  </a:lnTo>
                  <a:lnTo>
                    <a:pt x="6094139" y="2687532"/>
                  </a:lnTo>
                  <a:lnTo>
                    <a:pt x="6094475" y="2687501"/>
                  </a:lnTo>
                  <a:lnTo>
                    <a:pt x="6094812" y="2687319"/>
                  </a:lnTo>
                  <a:lnTo>
                    <a:pt x="6095148" y="2687030"/>
                  </a:lnTo>
                  <a:lnTo>
                    <a:pt x="6095485" y="2686812"/>
                  </a:lnTo>
                  <a:lnTo>
                    <a:pt x="6095821" y="2686670"/>
                  </a:lnTo>
                  <a:lnTo>
                    <a:pt x="6096158" y="2686698"/>
                  </a:lnTo>
                  <a:lnTo>
                    <a:pt x="6096494" y="2687102"/>
                  </a:lnTo>
                  <a:lnTo>
                    <a:pt x="6096831" y="2687701"/>
                  </a:lnTo>
                  <a:lnTo>
                    <a:pt x="6097167" y="2687855"/>
                  </a:lnTo>
                  <a:lnTo>
                    <a:pt x="6097504" y="2688072"/>
                  </a:lnTo>
                  <a:lnTo>
                    <a:pt x="6097840" y="2688129"/>
                  </a:lnTo>
                  <a:lnTo>
                    <a:pt x="6098177" y="2688135"/>
                  </a:lnTo>
                  <a:lnTo>
                    <a:pt x="6098513" y="2688253"/>
                  </a:lnTo>
                  <a:lnTo>
                    <a:pt x="6098849" y="2688432"/>
                  </a:lnTo>
                  <a:lnTo>
                    <a:pt x="6099186" y="2688583"/>
                  </a:lnTo>
                  <a:lnTo>
                    <a:pt x="6099522" y="2688869"/>
                  </a:lnTo>
                  <a:lnTo>
                    <a:pt x="6099859" y="2688869"/>
                  </a:lnTo>
                  <a:lnTo>
                    <a:pt x="6100195" y="2688869"/>
                  </a:lnTo>
                  <a:lnTo>
                    <a:pt x="6100532" y="2688740"/>
                  </a:lnTo>
                  <a:lnTo>
                    <a:pt x="6100868" y="2688438"/>
                  </a:lnTo>
                  <a:lnTo>
                    <a:pt x="6101205" y="2687914"/>
                  </a:lnTo>
                  <a:lnTo>
                    <a:pt x="6101541" y="2686815"/>
                  </a:lnTo>
                  <a:lnTo>
                    <a:pt x="6101878" y="2685536"/>
                  </a:lnTo>
                  <a:lnTo>
                    <a:pt x="6102214" y="2684243"/>
                  </a:lnTo>
                  <a:lnTo>
                    <a:pt x="6102551" y="2682950"/>
                  </a:lnTo>
                  <a:lnTo>
                    <a:pt x="6102887" y="2682008"/>
                  </a:lnTo>
                  <a:lnTo>
                    <a:pt x="6103223" y="2681189"/>
                  </a:lnTo>
                  <a:lnTo>
                    <a:pt x="6103560" y="2680507"/>
                  </a:lnTo>
                  <a:lnTo>
                    <a:pt x="6103896" y="2680294"/>
                  </a:lnTo>
                  <a:lnTo>
                    <a:pt x="6104233" y="2679984"/>
                  </a:lnTo>
                  <a:lnTo>
                    <a:pt x="6104569" y="2679570"/>
                  </a:lnTo>
                  <a:lnTo>
                    <a:pt x="6104906" y="2679071"/>
                  </a:lnTo>
                  <a:lnTo>
                    <a:pt x="6105242" y="2678634"/>
                  </a:lnTo>
                  <a:lnTo>
                    <a:pt x="6105579" y="2678252"/>
                  </a:lnTo>
                  <a:lnTo>
                    <a:pt x="6105915" y="2677932"/>
                  </a:lnTo>
                  <a:lnTo>
                    <a:pt x="6106252" y="2677577"/>
                  </a:lnTo>
                  <a:lnTo>
                    <a:pt x="6106588" y="2677263"/>
                  </a:lnTo>
                  <a:lnTo>
                    <a:pt x="6106925" y="2677020"/>
                  </a:lnTo>
                  <a:lnTo>
                    <a:pt x="6107261" y="2676755"/>
                  </a:lnTo>
                  <a:lnTo>
                    <a:pt x="6107597" y="2676242"/>
                  </a:lnTo>
                  <a:lnTo>
                    <a:pt x="6107934" y="2675652"/>
                  </a:lnTo>
                  <a:lnTo>
                    <a:pt x="6108270" y="2675058"/>
                  </a:lnTo>
                  <a:lnTo>
                    <a:pt x="6108607" y="2674479"/>
                  </a:lnTo>
                  <a:lnTo>
                    <a:pt x="6108943" y="2673933"/>
                  </a:lnTo>
                  <a:lnTo>
                    <a:pt x="6109280" y="2673362"/>
                  </a:lnTo>
                  <a:lnTo>
                    <a:pt x="6109616" y="2672945"/>
                  </a:lnTo>
                  <a:lnTo>
                    <a:pt x="6109953" y="2672462"/>
                  </a:lnTo>
                  <a:lnTo>
                    <a:pt x="6110289" y="2671682"/>
                  </a:lnTo>
                  <a:lnTo>
                    <a:pt x="6110626" y="2670744"/>
                  </a:lnTo>
                  <a:lnTo>
                    <a:pt x="6110962" y="2669703"/>
                  </a:lnTo>
                  <a:lnTo>
                    <a:pt x="6111298" y="2668577"/>
                  </a:lnTo>
                  <a:lnTo>
                    <a:pt x="6111635" y="2667742"/>
                  </a:lnTo>
                  <a:lnTo>
                    <a:pt x="6111971" y="2666849"/>
                  </a:lnTo>
                  <a:lnTo>
                    <a:pt x="6112308" y="2665777"/>
                  </a:lnTo>
                  <a:lnTo>
                    <a:pt x="6112644" y="2664557"/>
                  </a:lnTo>
                  <a:lnTo>
                    <a:pt x="6112981" y="2663128"/>
                  </a:lnTo>
                  <a:lnTo>
                    <a:pt x="6113317" y="2661742"/>
                  </a:lnTo>
                  <a:lnTo>
                    <a:pt x="6113654" y="2660278"/>
                  </a:lnTo>
                  <a:lnTo>
                    <a:pt x="6113990" y="2658782"/>
                  </a:lnTo>
                  <a:lnTo>
                    <a:pt x="6114327" y="2657585"/>
                  </a:lnTo>
                  <a:lnTo>
                    <a:pt x="6114663" y="2656551"/>
                  </a:lnTo>
                  <a:lnTo>
                    <a:pt x="6115000" y="2655359"/>
                  </a:lnTo>
                  <a:lnTo>
                    <a:pt x="6115336" y="2654521"/>
                  </a:lnTo>
                  <a:lnTo>
                    <a:pt x="6115672" y="2653839"/>
                  </a:lnTo>
                  <a:lnTo>
                    <a:pt x="6116009" y="2653504"/>
                  </a:lnTo>
                  <a:lnTo>
                    <a:pt x="6116345" y="2653409"/>
                  </a:lnTo>
                  <a:lnTo>
                    <a:pt x="6116682" y="2653437"/>
                  </a:lnTo>
                  <a:lnTo>
                    <a:pt x="6117018" y="2653409"/>
                  </a:lnTo>
                  <a:lnTo>
                    <a:pt x="6117355" y="2653681"/>
                  </a:lnTo>
                  <a:lnTo>
                    <a:pt x="6117691" y="2654335"/>
                  </a:lnTo>
                  <a:lnTo>
                    <a:pt x="6118028" y="2655046"/>
                  </a:lnTo>
                  <a:lnTo>
                    <a:pt x="6118364" y="2655896"/>
                  </a:lnTo>
                  <a:lnTo>
                    <a:pt x="6118701" y="2656716"/>
                  </a:lnTo>
                  <a:lnTo>
                    <a:pt x="6119037" y="2657164"/>
                  </a:lnTo>
                  <a:lnTo>
                    <a:pt x="6119374" y="2657364"/>
                  </a:lnTo>
                  <a:lnTo>
                    <a:pt x="6119710" y="2657691"/>
                  </a:lnTo>
                  <a:lnTo>
                    <a:pt x="6120046" y="2658488"/>
                  </a:lnTo>
                  <a:lnTo>
                    <a:pt x="6120383" y="2658882"/>
                  </a:lnTo>
                  <a:lnTo>
                    <a:pt x="6120719" y="2658537"/>
                  </a:lnTo>
                  <a:lnTo>
                    <a:pt x="6121056" y="2657826"/>
                  </a:lnTo>
                  <a:lnTo>
                    <a:pt x="6121392" y="2656576"/>
                  </a:lnTo>
                  <a:lnTo>
                    <a:pt x="6121729" y="2654715"/>
                  </a:lnTo>
                  <a:lnTo>
                    <a:pt x="6122065" y="2652509"/>
                  </a:lnTo>
                  <a:lnTo>
                    <a:pt x="6122402" y="2650411"/>
                  </a:lnTo>
                  <a:lnTo>
                    <a:pt x="6122738" y="2648206"/>
                  </a:lnTo>
                  <a:lnTo>
                    <a:pt x="6123075" y="2646022"/>
                  </a:lnTo>
                  <a:lnTo>
                    <a:pt x="6123411" y="2643924"/>
                  </a:lnTo>
                  <a:lnTo>
                    <a:pt x="6123748" y="2642020"/>
                  </a:lnTo>
                  <a:lnTo>
                    <a:pt x="6124084" y="2639807"/>
                  </a:lnTo>
                  <a:lnTo>
                    <a:pt x="6124420" y="2637199"/>
                  </a:lnTo>
                  <a:lnTo>
                    <a:pt x="6124757" y="2635328"/>
                  </a:lnTo>
                  <a:lnTo>
                    <a:pt x="6125093" y="2633425"/>
                  </a:lnTo>
                  <a:lnTo>
                    <a:pt x="6125430" y="2631683"/>
                  </a:lnTo>
                  <a:lnTo>
                    <a:pt x="6125766" y="2630431"/>
                  </a:lnTo>
                  <a:lnTo>
                    <a:pt x="6126103" y="2628879"/>
                  </a:lnTo>
                  <a:lnTo>
                    <a:pt x="6126439" y="2627592"/>
                  </a:lnTo>
                  <a:lnTo>
                    <a:pt x="6126776" y="2626304"/>
                  </a:lnTo>
                  <a:lnTo>
                    <a:pt x="6127112" y="2624905"/>
                  </a:lnTo>
                  <a:lnTo>
                    <a:pt x="6127449" y="2623460"/>
                  </a:lnTo>
                  <a:lnTo>
                    <a:pt x="6127785" y="2621987"/>
                  </a:lnTo>
                  <a:lnTo>
                    <a:pt x="6128122" y="2620460"/>
                  </a:lnTo>
                  <a:lnTo>
                    <a:pt x="6128458" y="2618948"/>
                  </a:lnTo>
                  <a:lnTo>
                    <a:pt x="6128794" y="2617385"/>
                  </a:lnTo>
                  <a:lnTo>
                    <a:pt x="6129131" y="2616220"/>
                  </a:lnTo>
                  <a:lnTo>
                    <a:pt x="6129467" y="2615447"/>
                  </a:lnTo>
                  <a:lnTo>
                    <a:pt x="6129804" y="2614860"/>
                  </a:lnTo>
                  <a:lnTo>
                    <a:pt x="6130140" y="2614257"/>
                  </a:lnTo>
                  <a:lnTo>
                    <a:pt x="6130477" y="2613666"/>
                  </a:lnTo>
                  <a:lnTo>
                    <a:pt x="6130813" y="2612491"/>
                  </a:lnTo>
                  <a:lnTo>
                    <a:pt x="6131150" y="2611423"/>
                  </a:lnTo>
                  <a:lnTo>
                    <a:pt x="6131486" y="2610817"/>
                  </a:lnTo>
                  <a:lnTo>
                    <a:pt x="6131823" y="2610306"/>
                  </a:lnTo>
                  <a:lnTo>
                    <a:pt x="6132159" y="2609866"/>
                  </a:lnTo>
                  <a:lnTo>
                    <a:pt x="6132496" y="2609208"/>
                  </a:lnTo>
                  <a:lnTo>
                    <a:pt x="6132832" y="2608376"/>
                  </a:lnTo>
                  <a:lnTo>
                    <a:pt x="6133168" y="2607432"/>
                  </a:lnTo>
                  <a:lnTo>
                    <a:pt x="6133505" y="2606595"/>
                  </a:lnTo>
                  <a:lnTo>
                    <a:pt x="6133841" y="2605969"/>
                  </a:lnTo>
                  <a:lnTo>
                    <a:pt x="6134178" y="2605157"/>
                  </a:lnTo>
                  <a:lnTo>
                    <a:pt x="6134514" y="2604641"/>
                  </a:lnTo>
                  <a:lnTo>
                    <a:pt x="6134851" y="2604231"/>
                  </a:lnTo>
                  <a:lnTo>
                    <a:pt x="6135187" y="2603871"/>
                  </a:lnTo>
                  <a:lnTo>
                    <a:pt x="6135524" y="2603452"/>
                  </a:lnTo>
                  <a:lnTo>
                    <a:pt x="6135860" y="2603263"/>
                  </a:lnTo>
                  <a:lnTo>
                    <a:pt x="6136197" y="2603052"/>
                  </a:lnTo>
                  <a:lnTo>
                    <a:pt x="6136533" y="2602891"/>
                  </a:lnTo>
                  <a:lnTo>
                    <a:pt x="6136870" y="2602787"/>
                  </a:lnTo>
                  <a:lnTo>
                    <a:pt x="6137206" y="2602633"/>
                  </a:lnTo>
                  <a:lnTo>
                    <a:pt x="6137542" y="2602835"/>
                  </a:lnTo>
                  <a:lnTo>
                    <a:pt x="6137879" y="2603232"/>
                  </a:lnTo>
                  <a:lnTo>
                    <a:pt x="6138215" y="2603722"/>
                  </a:lnTo>
                  <a:lnTo>
                    <a:pt x="6138552" y="2604209"/>
                  </a:lnTo>
                  <a:lnTo>
                    <a:pt x="6138888" y="2604795"/>
                  </a:lnTo>
                  <a:lnTo>
                    <a:pt x="6139225" y="2605212"/>
                  </a:lnTo>
                  <a:lnTo>
                    <a:pt x="6139561" y="2605601"/>
                  </a:lnTo>
                  <a:lnTo>
                    <a:pt x="6139898" y="2606002"/>
                  </a:lnTo>
                  <a:lnTo>
                    <a:pt x="6140234" y="2606311"/>
                  </a:lnTo>
                  <a:lnTo>
                    <a:pt x="6140571" y="2606811"/>
                  </a:lnTo>
                  <a:lnTo>
                    <a:pt x="6140907" y="2607445"/>
                  </a:lnTo>
                  <a:lnTo>
                    <a:pt x="6141244" y="2608061"/>
                  </a:lnTo>
                  <a:lnTo>
                    <a:pt x="6141580" y="2608780"/>
                  </a:lnTo>
                  <a:lnTo>
                    <a:pt x="6141916" y="2609562"/>
                  </a:lnTo>
                  <a:lnTo>
                    <a:pt x="6142253" y="2610623"/>
                  </a:lnTo>
                  <a:lnTo>
                    <a:pt x="6142589" y="2611821"/>
                  </a:lnTo>
                  <a:lnTo>
                    <a:pt x="6142926" y="2613271"/>
                  </a:lnTo>
                  <a:lnTo>
                    <a:pt x="6143262" y="2614826"/>
                  </a:lnTo>
                  <a:lnTo>
                    <a:pt x="6143599" y="2616384"/>
                  </a:lnTo>
                  <a:lnTo>
                    <a:pt x="6143935" y="2617801"/>
                  </a:lnTo>
                  <a:lnTo>
                    <a:pt x="6144272" y="2619181"/>
                  </a:lnTo>
                  <a:lnTo>
                    <a:pt x="6144608" y="2620490"/>
                  </a:lnTo>
                  <a:lnTo>
                    <a:pt x="6144945" y="2621713"/>
                  </a:lnTo>
                  <a:lnTo>
                    <a:pt x="6145281" y="2622954"/>
                  </a:lnTo>
                  <a:lnTo>
                    <a:pt x="6145617" y="2624168"/>
                  </a:lnTo>
                  <a:lnTo>
                    <a:pt x="6145954" y="2625386"/>
                  </a:lnTo>
                  <a:lnTo>
                    <a:pt x="6146290" y="2626404"/>
                  </a:lnTo>
                  <a:lnTo>
                    <a:pt x="6146627" y="2627423"/>
                  </a:lnTo>
                  <a:lnTo>
                    <a:pt x="6146963" y="2628707"/>
                  </a:lnTo>
                  <a:lnTo>
                    <a:pt x="6147300" y="2629402"/>
                  </a:lnTo>
                  <a:lnTo>
                    <a:pt x="6147636" y="2630112"/>
                  </a:lnTo>
                  <a:lnTo>
                    <a:pt x="6147973" y="2630576"/>
                  </a:lnTo>
                  <a:lnTo>
                    <a:pt x="6148309" y="2631359"/>
                  </a:lnTo>
                  <a:lnTo>
                    <a:pt x="6148646" y="2632106"/>
                  </a:lnTo>
                  <a:lnTo>
                    <a:pt x="6148982" y="2632961"/>
                  </a:lnTo>
                  <a:lnTo>
                    <a:pt x="6149319" y="2633679"/>
                  </a:lnTo>
                  <a:lnTo>
                    <a:pt x="6149655" y="2634462"/>
                  </a:lnTo>
                  <a:lnTo>
                    <a:pt x="6149991" y="2635325"/>
                  </a:lnTo>
                  <a:lnTo>
                    <a:pt x="6150328" y="2636158"/>
                  </a:lnTo>
                  <a:lnTo>
                    <a:pt x="6150664" y="2636876"/>
                  </a:lnTo>
                  <a:lnTo>
                    <a:pt x="6151001" y="2637595"/>
                  </a:lnTo>
                  <a:lnTo>
                    <a:pt x="6151337" y="2638227"/>
                  </a:lnTo>
                  <a:lnTo>
                    <a:pt x="6151674" y="2638687"/>
                  </a:lnTo>
                  <a:lnTo>
                    <a:pt x="6152010" y="2639010"/>
                  </a:lnTo>
                  <a:lnTo>
                    <a:pt x="6152347" y="2639442"/>
                  </a:lnTo>
                  <a:lnTo>
                    <a:pt x="6152683" y="2639837"/>
                  </a:lnTo>
                  <a:lnTo>
                    <a:pt x="6153020" y="2640207"/>
                  </a:lnTo>
                  <a:lnTo>
                    <a:pt x="6153356" y="2640520"/>
                  </a:lnTo>
                  <a:lnTo>
                    <a:pt x="6153693" y="2640832"/>
                  </a:lnTo>
                  <a:lnTo>
                    <a:pt x="6154029" y="2641144"/>
                  </a:lnTo>
                  <a:lnTo>
                    <a:pt x="6154365" y="2641210"/>
                  </a:lnTo>
                  <a:lnTo>
                    <a:pt x="6154702" y="2641060"/>
                  </a:lnTo>
                  <a:lnTo>
                    <a:pt x="6155038" y="2640495"/>
                  </a:lnTo>
                  <a:lnTo>
                    <a:pt x="6155375" y="2639637"/>
                  </a:lnTo>
                  <a:lnTo>
                    <a:pt x="6155711" y="2638578"/>
                  </a:lnTo>
                  <a:lnTo>
                    <a:pt x="6156048" y="2637452"/>
                  </a:lnTo>
                  <a:lnTo>
                    <a:pt x="6156384" y="2636325"/>
                  </a:lnTo>
                  <a:lnTo>
                    <a:pt x="6156721" y="2635231"/>
                  </a:lnTo>
                  <a:lnTo>
                    <a:pt x="6157057" y="2634112"/>
                  </a:lnTo>
                  <a:lnTo>
                    <a:pt x="6157394" y="2632908"/>
                  </a:lnTo>
                  <a:lnTo>
                    <a:pt x="6157730" y="2631611"/>
                  </a:lnTo>
                  <a:lnTo>
                    <a:pt x="6158067" y="2630160"/>
                  </a:lnTo>
                  <a:lnTo>
                    <a:pt x="6158403" y="2628019"/>
                  </a:lnTo>
                  <a:lnTo>
                    <a:pt x="6158739" y="2625362"/>
                  </a:lnTo>
                  <a:lnTo>
                    <a:pt x="6159076" y="2623378"/>
                  </a:lnTo>
                  <a:lnTo>
                    <a:pt x="6159412" y="2621562"/>
                  </a:lnTo>
                  <a:lnTo>
                    <a:pt x="6159749" y="2619756"/>
                  </a:lnTo>
                  <a:lnTo>
                    <a:pt x="6160085" y="2618349"/>
                  </a:lnTo>
                  <a:lnTo>
                    <a:pt x="6160422" y="2617229"/>
                  </a:lnTo>
                  <a:lnTo>
                    <a:pt x="6160758" y="2616328"/>
                  </a:lnTo>
                  <a:lnTo>
                    <a:pt x="6161095" y="2615664"/>
                  </a:lnTo>
                  <a:lnTo>
                    <a:pt x="6161431" y="2614642"/>
                  </a:lnTo>
                  <a:lnTo>
                    <a:pt x="6161768" y="2614090"/>
                  </a:lnTo>
                  <a:lnTo>
                    <a:pt x="6162104" y="2613617"/>
                  </a:lnTo>
                  <a:lnTo>
                    <a:pt x="6162441" y="2613142"/>
                  </a:lnTo>
                  <a:lnTo>
                    <a:pt x="6162777" y="2612588"/>
                  </a:lnTo>
                  <a:lnTo>
                    <a:pt x="6163113" y="2612147"/>
                  </a:lnTo>
                  <a:lnTo>
                    <a:pt x="6163450" y="2611864"/>
                  </a:lnTo>
                  <a:lnTo>
                    <a:pt x="6163786" y="2611534"/>
                  </a:lnTo>
                  <a:lnTo>
                    <a:pt x="6164123" y="2611158"/>
                  </a:lnTo>
                  <a:lnTo>
                    <a:pt x="6164459" y="2611142"/>
                  </a:lnTo>
                  <a:lnTo>
                    <a:pt x="6164796" y="2610917"/>
                  </a:lnTo>
                  <a:lnTo>
                    <a:pt x="6165132" y="2610581"/>
                  </a:lnTo>
                  <a:lnTo>
                    <a:pt x="6165469" y="2610269"/>
                  </a:lnTo>
                  <a:lnTo>
                    <a:pt x="6165805" y="2609864"/>
                  </a:lnTo>
                  <a:lnTo>
                    <a:pt x="6166142" y="2609367"/>
                  </a:lnTo>
                  <a:lnTo>
                    <a:pt x="6166478" y="2608831"/>
                  </a:lnTo>
                  <a:lnTo>
                    <a:pt x="6166815" y="2608442"/>
                  </a:lnTo>
                  <a:lnTo>
                    <a:pt x="6167151" y="2608428"/>
                  </a:lnTo>
                  <a:lnTo>
                    <a:pt x="6167487" y="2608066"/>
                  </a:lnTo>
                  <a:lnTo>
                    <a:pt x="6167824" y="2607898"/>
                  </a:lnTo>
                  <a:lnTo>
                    <a:pt x="6168160" y="2607910"/>
                  </a:lnTo>
                  <a:lnTo>
                    <a:pt x="6168497" y="2608242"/>
                  </a:lnTo>
                  <a:lnTo>
                    <a:pt x="6168833" y="2609062"/>
                  </a:lnTo>
                  <a:lnTo>
                    <a:pt x="6169170" y="2610114"/>
                  </a:lnTo>
                  <a:lnTo>
                    <a:pt x="6169506" y="2610898"/>
                  </a:lnTo>
                  <a:lnTo>
                    <a:pt x="6169843" y="2611824"/>
                  </a:lnTo>
                  <a:lnTo>
                    <a:pt x="6170179" y="2612880"/>
                  </a:lnTo>
                  <a:lnTo>
                    <a:pt x="6170516" y="2613994"/>
                  </a:lnTo>
                  <a:lnTo>
                    <a:pt x="6170852" y="2615108"/>
                  </a:lnTo>
                  <a:lnTo>
                    <a:pt x="6171189" y="2615780"/>
                  </a:lnTo>
                  <a:lnTo>
                    <a:pt x="6171525" y="2616500"/>
                  </a:lnTo>
                  <a:lnTo>
                    <a:pt x="6171861" y="2617352"/>
                  </a:lnTo>
                  <a:lnTo>
                    <a:pt x="6172198" y="2618110"/>
                  </a:lnTo>
                  <a:lnTo>
                    <a:pt x="6172534" y="2618770"/>
                  </a:lnTo>
                  <a:lnTo>
                    <a:pt x="6172871" y="2619245"/>
                  </a:lnTo>
                  <a:lnTo>
                    <a:pt x="6173207" y="2619500"/>
                  </a:lnTo>
                  <a:lnTo>
                    <a:pt x="6173544" y="2619583"/>
                  </a:lnTo>
                  <a:lnTo>
                    <a:pt x="6173880" y="2619588"/>
                  </a:lnTo>
                  <a:lnTo>
                    <a:pt x="6174217" y="2619327"/>
                  </a:lnTo>
                  <a:lnTo>
                    <a:pt x="6174553" y="2619161"/>
                  </a:lnTo>
                  <a:lnTo>
                    <a:pt x="6174890" y="2618985"/>
                  </a:lnTo>
                  <a:lnTo>
                    <a:pt x="6175226" y="2618806"/>
                  </a:lnTo>
                  <a:lnTo>
                    <a:pt x="6175563" y="2618301"/>
                  </a:lnTo>
                  <a:lnTo>
                    <a:pt x="6175899" y="2617507"/>
                  </a:lnTo>
                  <a:lnTo>
                    <a:pt x="6176235" y="2616408"/>
                  </a:lnTo>
                  <a:lnTo>
                    <a:pt x="6176572" y="2615241"/>
                  </a:lnTo>
                  <a:lnTo>
                    <a:pt x="6176908" y="2613624"/>
                  </a:lnTo>
                  <a:lnTo>
                    <a:pt x="6177245" y="2611988"/>
                  </a:lnTo>
                  <a:lnTo>
                    <a:pt x="6177581" y="2610605"/>
                  </a:lnTo>
                  <a:lnTo>
                    <a:pt x="6177918" y="2609403"/>
                  </a:lnTo>
                  <a:lnTo>
                    <a:pt x="6178254" y="2608353"/>
                  </a:lnTo>
                  <a:lnTo>
                    <a:pt x="6178591" y="2607611"/>
                  </a:lnTo>
                  <a:lnTo>
                    <a:pt x="6178927" y="2606708"/>
                  </a:lnTo>
                  <a:lnTo>
                    <a:pt x="6179264" y="2605962"/>
                  </a:lnTo>
                  <a:lnTo>
                    <a:pt x="6179600" y="2604829"/>
                  </a:lnTo>
                  <a:lnTo>
                    <a:pt x="6179936" y="2603865"/>
                  </a:lnTo>
                  <a:lnTo>
                    <a:pt x="6180273" y="2602944"/>
                  </a:lnTo>
                  <a:lnTo>
                    <a:pt x="6180609" y="2601974"/>
                  </a:lnTo>
                  <a:lnTo>
                    <a:pt x="6180946" y="2601189"/>
                  </a:lnTo>
                  <a:lnTo>
                    <a:pt x="6181282" y="2600566"/>
                  </a:lnTo>
                  <a:lnTo>
                    <a:pt x="6181619" y="2600067"/>
                  </a:lnTo>
                  <a:lnTo>
                    <a:pt x="6181955" y="2599665"/>
                  </a:lnTo>
                  <a:lnTo>
                    <a:pt x="6182292" y="2599499"/>
                  </a:lnTo>
                  <a:lnTo>
                    <a:pt x="6182628" y="2598878"/>
                  </a:lnTo>
                  <a:lnTo>
                    <a:pt x="6182965" y="2598159"/>
                  </a:lnTo>
                  <a:lnTo>
                    <a:pt x="6183301" y="2597215"/>
                  </a:lnTo>
                  <a:lnTo>
                    <a:pt x="6183638" y="2595859"/>
                  </a:lnTo>
                  <a:lnTo>
                    <a:pt x="6183974" y="2594352"/>
                  </a:lnTo>
                  <a:lnTo>
                    <a:pt x="6184310" y="2593195"/>
                  </a:lnTo>
                  <a:lnTo>
                    <a:pt x="6184647" y="2592456"/>
                  </a:lnTo>
                  <a:lnTo>
                    <a:pt x="6184983" y="2591794"/>
                  </a:lnTo>
                  <a:lnTo>
                    <a:pt x="6185320" y="2591198"/>
                  </a:lnTo>
                  <a:lnTo>
                    <a:pt x="6185656" y="2590348"/>
                  </a:lnTo>
                  <a:lnTo>
                    <a:pt x="6185993" y="2589557"/>
                  </a:lnTo>
                  <a:lnTo>
                    <a:pt x="6186329" y="2589253"/>
                  </a:lnTo>
                  <a:lnTo>
                    <a:pt x="6186666" y="2588779"/>
                  </a:lnTo>
                  <a:lnTo>
                    <a:pt x="6187002" y="2588021"/>
                  </a:lnTo>
                  <a:lnTo>
                    <a:pt x="6187339" y="2586923"/>
                  </a:lnTo>
                  <a:lnTo>
                    <a:pt x="6187675" y="2586033"/>
                  </a:lnTo>
                  <a:lnTo>
                    <a:pt x="6188012" y="2585746"/>
                  </a:lnTo>
                  <a:lnTo>
                    <a:pt x="6188348" y="2585774"/>
                  </a:lnTo>
                  <a:lnTo>
                    <a:pt x="6188684" y="2586385"/>
                  </a:lnTo>
                  <a:lnTo>
                    <a:pt x="6189021" y="2587326"/>
                  </a:lnTo>
                  <a:lnTo>
                    <a:pt x="6189357" y="2588404"/>
                  </a:lnTo>
                  <a:lnTo>
                    <a:pt x="6189694" y="2589187"/>
                  </a:lnTo>
                  <a:lnTo>
                    <a:pt x="6190030" y="2589740"/>
                  </a:lnTo>
                  <a:lnTo>
                    <a:pt x="6190367" y="2590394"/>
                  </a:lnTo>
                  <a:lnTo>
                    <a:pt x="6190703" y="2591234"/>
                  </a:lnTo>
                  <a:lnTo>
                    <a:pt x="6191040" y="2591989"/>
                  </a:lnTo>
                  <a:lnTo>
                    <a:pt x="6191376" y="2593088"/>
                  </a:lnTo>
                  <a:lnTo>
                    <a:pt x="6191713" y="2594697"/>
                  </a:lnTo>
                  <a:lnTo>
                    <a:pt x="6192049" y="2595563"/>
                  </a:lnTo>
                  <a:lnTo>
                    <a:pt x="6192386" y="2596896"/>
                  </a:lnTo>
                  <a:lnTo>
                    <a:pt x="6192722" y="2598418"/>
                  </a:lnTo>
                  <a:lnTo>
                    <a:pt x="6193058" y="2599715"/>
                  </a:lnTo>
                  <a:lnTo>
                    <a:pt x="6193395" y="2600892"/>
                  </a:lnTo>
                  <a:lnTo>
                    <a:pt x="6193731" y="2601871"/>
                  </a:lnTo>
                  <a:lnTo>
                    <a:pt x="6194068" y="2602593"/>
                  </a:lnTo>
                  <a:lnTo>
                    <a:pt x="6194404" y="2603049"/>
                  </a:lnTo>
                  <a:lnTo>
                    <a:pt x="6194741" y="2603603"/>
                  </a:lnTo>
                  <a:lnTo>
                    <a:pt x="6195077" y="2604310"/>
                  </a:lnTo>
                  <a:lnTo>
                    <a:pt x="6195414" y="2605064"/>
                  </a:lnTo>
                  <a:lnTo>
                    <a:pt x="6195750" y="2605911"/>
                  </a:lnTo>
                  <a:lnTo>
                    <a:pt x="6196087" y="2606827"/>
                  </a:lnTo>
                  <a:lnTo>
                    <a:pt x="6196423" y="2607335"/>
                  </a:lnTo>
                  <a:lnTo>
                    <a:pt x="6196760" y="2607220"/>
                  </a:lnTo>
                  <a:lnTo>
                    <a:pt x="6197096" y="2606391"/>
                  </a:lnTo>
                  <a:lnTo>
                    <a:pt x="6197432" y="2605591"/>
                  </a:lnTo>
                  <a:lnTo>
                    <a:pt x="6197769" y="2604807"/>
                  </a:lnTo>
                  <a:lnTo>
                    <a:pt x="6198105" y="2604506"/>
                  </a:lnTo>
                  <a:lnTo>
                    <a:pt x="6198442" y="2603421"/>
                  </a:lnTo>
                  <a:lnTo>
                    <a:pt x="6198778" y="2601762"/>
                  </a:lnTo>
                  <a:lnTo>
                    <a:pt x="6199115" y="2600072"/>
                  </a:lnTo>
                  <a:lnTo>
                    <a:pt x="6199451" y="2598522"/>
                  </a:lnTo>
                  <a:lnTo>
                    <a:pt x="6199788" y="2596939"/>
                  </a:lnTo>
                  <a:lnTo>
                    <a:pt x="6200124" y="2595261"/>
                  </a:lnTo>
                  <a:lnTo>
                    <a:pt x="6200461" y="2593344"/>
                  </a:lnTo>
                  <a:lnTo>
                    <a:pt x="6200797" y="2591426"/>
                  </a:lnTo>
                  <a:lnTo>
                    <a:pt x="6201134" y="2589502"/>
                  </a:lnTo>
                  <a:lnTo>
                    <a:pt x="6201470" y="2587318"/>
                  </a:lnTo>
                  <a:lnTo>
                    <a:pt x="6201806" y="2584830"/>
                  </a:lnTo>
                  <a:lnTo>
                    <a:pt x="6202143" y="2582798"/>
                  </a:lnTo>
                  <a:lnTo>
                    <a:pt x="6202479" y="2580442"/>
                  </a:lnTo>
                  <a:lnTo>
                    <a:pt x="6202816" y="2577987"/>
                  </a:lnTo>
                  <a:lnTo>
                    <a:pt x="6203152" y="2575138"/>
                  </a:lnTo>
                  <a:lnTo>
                    <a:pt x="6203489" y="2571943"/>
                  </a:lnTo>
                  <a:lnTo>
                    <a:pt x="6203825" y="2568483"/>
                  </a:lnTo>
                  <a:lnTo>
                    <a:pt x="6204162" y="2566039"/>
                  </a:lnTo>
                  <a:lnTo>
                    <a:pt x="6204498" y="2563438"/>
                  </a:lnTo>
                  <a:lnTo>
                    <a:pt x="6204835" y="2560583"/>
                  </a:lnTo>
                  <a:lnTo>
                    <a:pt x="6205171" y="2557737"/>
                  </a:lnTo>
                  <a:lnTo>
                    <a:pt x="6205508" y="2554979"/>
                  </a:lnTo>
                  <a:lnTo>
                    <a:pt x="6205844" y="2552189"/>
                  </a:lnTo>
                  <a:lnTo>
                    <a:pt x="6206180" y="2549399"/>
                  </a:lnTo>
                  <a:lnTo>
                    <a:pt x="6206517" y="2546767"/>
                  </a:lnTo>
                  <a:lnTo>
                    <a:pt x="6206853" y="2544386"/>
                  </a:lnTo>
                  <a:lnTo>
                    <a:pt x="6207190" y="2542146"/>
                  </a:lnTo>
                  <a:lnTo>
                    <a:pt x="6207526" y="2540315"/>
                  </a:lnTo>
                  <a:lnTo>
                    <a:pt x="6207863" y="2538499"/>
                  </a:lnTo>
                  <a:lnTo>
                    <a:pt x="6208199" y="2536763"/>
                  </a:lnTo>
                  <a:lnTo>
                    <a:pt x="6208536" y="2535696"/>
                  </a:lnTo>
                  <a:lnTo>
                    <a:pt x="6208872" y="2534927"/>
                  </a:lnTo>
                  <a:lnTo>
                    <a:pt x="6209209" y="2534467"/>
                  </a:lnTo>
                  <a:lnTo>
                    <a:pt x="6209545" y="2534378"/>
                  </a:lnTo>
                  <a:lnTo>
                    <a:pt x="6209881" y="2534488"/>
                  </a:lnTo>
                  <a:lnTo>
                    <a:pt x="6210218" y="2534559"/>
                  </a:lnTo>
                  <a:lnTo>
                    <a:pt x="6210554" y="2534692"/>
                  </a:lnTo>
                  <a:lnTo>
                    <a:pt x="6210891" y="2534972"/>
                  </a:lnTo>
                  <a:lnTo>
                    <a:pt x="6211227" y="2535289"/>
                  </a:lnTo>
                  <a:lnTo>
                    <a:pt x="6211564" y="2535706"/>
                  </a:lnTo>
                  <a:lnTo>
                    <a:pt x="6211900" y="2536123"/>
                  </a:lnTo>
                  <a:lnTo>
                    <a:pt x="6212237" y="2536540"/>
                  </a:lnTo>
                  <a:lnTo>
                    <a:pt x="6212573" y="2536867"/>
                  </a:lnTo>
                  <a:lnTo>
                    <a:pt x="6212910" y="2537169"/>
                  </a:lnTo>
                  <a:lnTo>
                    <a:pt x="6213246" y="2537246"/>
                  </a:lnTo>
                  <a:lnTo>
                    <a:pt x="6213583" y="2537097"/>
                  </a:lnTo>
                  <a:lnTo>
                    <a:pt x="6213919" y="2536781"/>
                  </a:lnTo>
                  <a:lnTo>
                    <a:pt x="6214255" y="2536372"/>
                  </a:lnTo>
                  <a:lnTo>
                    <a:pt x="6214592" y="2535912"/>
                  </a:lnTo>
                  <a:lnTo>
                    <a:pt x="6214928" y="2535453"/>
                  </a:lnTo>
                  <a:lnTo>
                    <a:pt x="6215265" y="2534993"/>
                  </a:lnTo>
                  <a:lnTo>
                    <a:pt x="6215601" y="2534489"/>
                  </a:lnTo>
                  <a:lnTo>
                    <a:pt x="6215938" y="2533957"/>
                  </a:lnTo>
                  <a:lnTo>
                    <a:pt x="6216274" y="2532951"/>
                  </a:lnTo>
                  <a:lnTo>
                    <a:pt x="6216611" y="2531945"/>
                  </a:lnTo>
                  <a:lnTo>
                    <a:pt x="6216947" y="2530939"/>
                  </a:lnTo>
                  <a:lnTo>
                    <a:pt x="6217284" y="2529833"/>
                  </a:lnTo>
                  <a:lnTo>
                    <a:pt x="6217620" y="2528590"/>
                  </a:lnTo>
                  <a:lnTo>
                    <a:pt x="6217957" y="2527175"/>
                  </a:lnTo>
                  <a:lnTo>
                    <a:pt x="6218293" y="2525867"/>
                  </a:lnTo>
                  <a:lnTo>
                    <a:pt x="6218629" y="2524732"/>
                  </a:lnTo>
                  <a:lnTo>
                    <a:pt x="6218966" y="2523633"/>
                  </a:lnTo>
                  <a:lnTo>
                    <a:pt x="6219302" y="2522246"/>
                  </a:lnTo>
                  <a:lnTo>
                    <a:pt x="6219639" y="2520392"/>
                  </a:lnTo>
                  <a:lnTo>
                    <a:pt x="6219975" y="2518309"/>
                  </a:lnTo>
                  <a:lnTo>
                    <a:pt x="6220312" y="2516214"/>
                  </a:lnTo>
                  <a:lnTo>
                    <a:pt x="6220648" y="2513919"/>
                  </a:lnTo>
                  <a:lnTo>
                    <a:pt x="6220985" y="2511595"/>
                  </a:lnTo>
                  <a:lnTo>
                    <a:pt x="6221321" y="2509113"/>
                  </a:lnTo>
                  <a:lnTo>
                    <a:pt x="6221658" y="2506554"/>
                  </a:lnTo>
                  <a:lnTo>
                    <a:pt x="6221994" y="2503903"/>
                  </a:lnTo>
                  <a:lnTo>
                    <a:pt x="6222331" y="2501414"/>
                  </a:lnTo>
                  <a:lnTo>
                    <a:pt x="6222667" y="2499427"/>
                  </a:lnTo>
                  <a:lnTo>
                    <a:pt x="6223003" y="2497749"/>
                  </a:lnTo>
                  <a:lnTo>
                    <a:pt x="6223340" y="2496339"/>
                  </a:lnTo>
                  <a:lnTo>
                    <a:pt x="6223676" y="2495066"/>
                  </a:lnTo>
                  <a:lnTo>
                    <a:pt x="6224013" y="2494055"/>
                  </a:lnTo>
                  <a:lnTo>
                    <a:pt x="6224349" y="2493508"/>
                  </a:lnTo>
                  <a:lnTo>
                    <a:pt x="6224686" y="2493325"/>
                  </a:lnTo>
                  <a:lnTo>
                    <a:pt x="6225022" y="2493436"/>
                  </a:lnTo>
                  <a:lnTo>
                    <a:pt x="6225359" y="2493853"/>
                  </a:lnTo>
                  <a:lnTo>
                    <a:pt x="6225695" y="2495347"/>
                  </a:lnTo>
                  <a:lnTo>
                    <a:pt x="6226032" y="2497237"/>
                  </a:lnTo>
                  <a:lnTo>
                    <a:pt x="6226368" y="2498789"/>
                  </a:lnTo>
                  <a:lnTo>
                    <a:pt x="6226705" y="2500800"/>
                  </a:lnTo>
                  <a:lnTo>
                    <a:pt x="6227041" y="2503062"/>
                  </a:lnTo>
                  <a:lnTo>
                    <a:pt x="6227377" y="2505045"/>
                  </a:lnTo>
                  <a:lnTo>
                    <a:pt x="6227714" y="2506620"/>
                  </a:lnTo>
                  <a:lnTo>
                    <a:pt x="6228050" y="2508022"/>
                  </a:lnTo>
                  <a:lnTo>
                    <a:pt x="6228387" y="2509344"/>
                  </a:lnTo>
                  <a:lnTo>
                    <a:pt x="6228723" y="2510575"/>
                  </a:lnTo>
                  <a:lnTo>
                    <a:pt x="6229060" y="2511293"/>
                  </a:lnTo>
                  <a:lnTo>
                    <a:pt x="6229396" y="2511752"/>
                  </a:lnTo>
                  <a:lnTo>
                    <a:pt x="6229733" y="2511926"/>
                  </a:lnTo>
                  <a:lnTo>
                    <a:pt x="6230069" y="2512037"/>
                  </a:lnTo>
                  <a:lnTo>
                    <a:pt x="6230406" y="2511859"/>
                  </a:lnTo>
                  <a:lnTo>
                    <a:pt x="6230742" y="2511468"/>
                  </a:lnTo>
                  <a:lnTo>
                    <a:pt x="6231079" y="2511014"/>
                  </a:lnTo>
                  <a:lnTo>
                    <a:pt x="6231415" y="2510440"/>
                  </a:lnTo>
                  <a:lnTo>
                    <a:pt x="6231751" y="2509760"/>
                  </a:lnTo>
                  <a:lnTo>
                    <a:pt x="6232088" y="2509137"/>
                  </a:lnTo>
                  <a:lnTo>
                    <a:pt x="6232424" y="2508766"/>
                  </a:lnTo>
                  <a:lnTo>
                    <a:pt x="6232761" y="2508603"/>
                  </a:lnTo>
                  <a:lnTo>
                    <a:pt x="6233097" y="2508646"/>
                  </a:lnTo>
                  <a:lnTo>
                    <a:pt x="6233434" y="2508586"/>
                  </a:lnTo>
                  <a:lnTo>
                    <a:pt x="6233770" y="2508421"/>
                  </a:lnTo>
                  <a:lnTo>
                    <a:pt x="6234107" y="2508071"/>
                  </a:lnTo>
                  <a:lnTo>
                    <a:pt x="6234443" y="2507403"/>
                  </a:lnTo>
                  <a:lnTo>
                    <a:pt x="6234780" y="2507477"/>
                  </a:lnTo>
                  <a:lnTo>
                    <a:pt x="6235116" y="2507587"/>
                  </a:lnTo>
                  <a:lnTo>
                    <a:pt x="6235453" y="2507734"/>
                  </a:lnTo>
                  <a:lnTo>
                    <a:pt x="6235789" y="2507445"/>
                  </a:lnTo>
                  <a:lnTo>
                    <a:pt x="6236125" y="2506647"/>
                  </a:lnTo>
                  <a:lnTo>
                    <a:pt x="6236462" y="2505486"/>
                  </a:lnTo>
                  <a:lnTo>
                    <a:pt x="6236798" y="2504423"/>
                  </a:lnTo>
                  <a:lnTo>
                    <a:pt x="6237135" y="2503338"/>
                  </a:lnTo>
                  <a:lnTo>
                    <a:pt x="6237471" y="2502038"/>
                  </a:lnTo>
                  <a:lnTo>
                    <a:pt x="6237808" y="2500544"/>
                  </a:lnTo>
                  <a:lnTo>
                    <a:pt x="6238144" y="2498819"/>
                  </a:lnTo>
                  <a:lnTo>
                    <a:pt x="6238481" y="2497066"/>
                  </a:lnTo>
                  <a:lnTo>
                    <a:pt x="6238817" y="2494911"/>
                  </a:lnTo>
                  <a:lnTo>
                    <a:pt x="6239154" y="2491736"/>
                  </a:lnTo>
                  <a:lnTo>
                    <a:pt x="6239490" y="2487712"/>
                  </a:lnTo>
                  <a:lnTo>
                    <a:pt x="6239827" y="2483078"/>
                  </a:lnTo>
                  <a:lnTo>
                    <a:pt x="6240163" y="2478236"/>
                  </a:lnTo>
                  <a:lnTo>
                    <a:pt x="6240499" y="2473523"/>
                  </a:lnTo>
                  <a:lnTo>
                    <a:pt x="6240836" y="2468990"/>
                  </a:lnTo>
                  <a:lnTo>
                    <a:pt x="6241172" y="2464306"/>
                  </a:lnTo>
                  <a:lnTo>
                    <a:pt x="6241509" y="2459737"/>
                  </a:lnTo>
                  <a:lnTo>
                    <a:pt x="6241845" y="2455225"/>
                  </a:lnTo>
                  <a:lnTo>
                    <a:pt x="6242182" y="2451029"/>
                  </a:lnTo>
                  <a:lnTo>
                    <a:pt x="6242518" y="2446697"/>
                  </a:lnTo>
                  <a:lnTo>
                    <a:pt x="6242855" y="2442573"/>
                  </a:lnTo>
                  <a:lnTo>
                    <a:pt x="6243191" y="2438414"/>
                  </a:lnTo>
                  <a:lnTo>
                    <a:pt x="6243528" y="2434613"/>
                  </a:lnTo>
                  <a:lnTo>
                    <a:pt x="6243864" y="2431524"/>
                  </a:lnTo>
                  <a:lnTo>
                    <a:pt x="6244200" y="2429139"/>
                  </a:lnTo>
                  <a:lnTo>
                    <a:pt x="6244537" y="2427551"/>
                  </a:lnTo>
                  <a:lnTo>
                    <a:pt x="6244873" y="2426617"/>
                  </a:lnTo>
                  <a:lnTo>
                    <a:pt x="6245210" y="2425913"/>
                  </a:lnTo>
                  <a:lnTo>
                    <a:pt x="6245546" y="2425238"/>
                  </a:lnTo>
                  <a:lnTo>
                    <a:pt x="6245883" y="2424605"/>
                  </a:lnTo>
                  <a:lnTo>
                    <a:pt x="6246219" y="2423822"/>
                  </a:lnTo>
                  <a:lnTo>
                    <a:pt x="6246556" y="2423032"/>
                  </a:lnTo>
                  <a:lnTo>
                    <a:pt x="6246892" y="2423361"/>
                  </a:lnTo>
                  <a:lnTo>
                    <a:pt x="6247229" y="2423672"/>
                  </a:lnTo>
                  <a:lnTo>
                    <a:pt x="6247565" y="2424195"/>
                  </a:lnTo>
                  <a:lnTo>
                    <a:pt x="6247902" y="2425333"/>
                  </a:lnTo>
                  <a:lnTo>
                    <a:pt x="6248238" y="2426538"/>
                  </a:lnTo>
                  <a:lnTo>
                    <a:pt x="6248574" y="2427535"/>
                  </a:lnTo>
                  <a:lnTo>
                    <a:pt x="6248911" y="2428397"/>
                  </a:lnTo>
                  <a:lnTo>
                    <a:pt x="6249247" y="2429122"/>
                  </a:lnTo>
                  <a:lnTo>
                    <a:pt x="6249584" y="2429470"/>
                  </a:lnTo>
                  <a:lnTo>
                    <a:pt x="6249920" y="2429931"/>
                  </a:lnTo>
                  <a:lnTo>
                    <a:pt x="6250257" y="2430309"/>
                  </a:lnTo>
                  <a:lnTo>
                    <a:pt x="6250593" y="2430644"/>
                  </a:lnTo>
                  <a:lnTo>
                    <a:pt x="6250930" y="2430996"/>
                  </a:lnTo>
                  <a:lnTo>
                    <a:pt x="6251266" y="2431645"/>
                  </a:lnTo>
                  <a:lnTo>
                    <a:pt x="6251603" y="2432188"/>
                  </a:lnTo>
                  <a:lnTo>
                    <a:pt x="6251939" y="2432441"/>
                  </a:lnTo>
                  <a:lnTo>
                    <a:pt x="6252276" y="2431630"/>
                  </a:lnTo>
                  <a:lnTo>
                    <a:pt x="6252612" y="2430608"/>
                  </a:lnTo>
                  <a:lnTo>
                    <a:pt x="6252948" y="2428560"/>
                  </a:lnTo>
                  <a:lnTo>
                    <a:pt x="6253285" y="2426110"/>
                  </a:lnTo>
                  <a:lnTo>
                    <a:pt x="6253621" y="2423078"/>
                  </a:lnTo>
                  <a:lnTo>
                    <a:pt x="6253958" y="2419946"/>
                  </a:lnTo>
                  <a:lnTo>
                    <a:pt x="6254294" y="2417180"/>
                  </a:lnTo>
                  <a:lnTo>
                    <a:pt x="6254631" y="2415104"/>
                  </a:lnTo>
                  <a:lnTo>
                    <a:pt x="6254967" y="2413315"/>
                  </a:lnTo>
                  <a:lnTo>
                    <a:pt x="6255304" y="2411641"/>
                  </a:lnTo>
                  <a:lnTo>
                    <a:pt x="6255640" y="2409902"/>
                  </a:lnTo>
                  <a:lnTo>
                    <a:pt x="6255977" y="2408250"/>
                  </a:lnTo>
                  <a:lnTo>
                    <a:pt x="6256313" y="2406749"/>
                  </a:lnTo>
                  <a:lnTo>
                    <a:pt x="6256650" y="2405283"/>
                  </a:lnTo>
                  <a:lnTo>
                    <a:pt x="6256986" y="2403868"/>
                  </a:lnTo>
                  <a:lnTo>
                    <a:pt x="6257322" y="2402754"/>
                  </a:lnTo>
                  <a:lnTo>
                    <a:pt x="6257659" y="2401547"/>
                  </a:lnTo>
                  <a:lnTo>
                    <a:pt x="6257995" y="2400647"/>
                  </a:lnTo>
                  <a:lnTo>
                    <a:pt x="6258332" y="2399932"/>
                  </a:lnTo>
                  <a:lnTo>
                    <a:pt x="6258668" y="2399427"/>
                  </a:lnTo>
                  <a:lnTo>
                    <a:pt x="6259005" y="2398837"/>
                  </a:lnTo>
                  <a:lnTo>
                    <a:pt x="6259341" y="2398008"/>
                  </a:lnTo>
                  <a:lnTo>
                    <a:pt x="6259678" y="2396857"/>
                  </a:lnTo>
                  <a:lnTo>
                    <a:pt x="6260014" y="2395347"/>
                  </a:lnTo>
                  <a:lnTo>
                    <a:pt x="6260351" y="2393449"/>
                  </a:lnTo>
                  <a:lnTo>
                    <a:pt x="6260687" y="2391504"/>
                  </a:lnTo>
                  <a:lnTo>
                    <a:pt x="6261024" y="2389350"/>
                  </a:lnTo>
                  <a:lnTo>
                    <a:pt x="6261360" y="2387179"/>
                  </a:lnTo>
                  <a:lnTo>
                    <a:pt x="6261696" y="2385229"/>
                  </a:lnTo>
                  <a:lnTo>
                    <a:pt x="6262033" y="2383138"/>
                  </a:lnTo>
                  <a:lnTo>
                    <a:pt x="6262369" y="2380907"/>
                  </a:lnTo>
                  <a:lnTo>
                    <a:pt x="6262706" y="2378676"/>
                  </a:lnTo>
                  <a:lnTo>
                    <a:pt x="6263042" y="2376480"/>
                  </a:lnTo>
                  <a:lnTo>
                    <a:pt x="6263379" y="2374216"/>
                  </a:lnTo>
                  <a:lnTo>
                    <a:pt x="6263715" y="2371966"/>
                  </a:lnTo>
                  <a:lnTo>
                    <a:pt x="6264052" y="2369360"/>
                  </a:lnTo>
                  <a:lnTo>
                    <a:pt x="6264388" y="2367297"/>
                  </a:lnTo>
                  <a:lnTo>
                    <a:pt x="6264725" y="2365087"/>
                  </a:lnTo>
                  <a:lnTo>
                    <a:pt x="6265061" y="2362542"/>
                  </a:lnTo>
                  <a:lnTo>
                    <a:pt x="6265398" y="2359956"/>
                  </a:lnTo>
                  <a:lnTo>
                    <a:pt x="6265734" y="2358592"/>
                  </a:lnTo>
                  <a:lnTo>
                    <a:pt x="6266070" y="2357326"/>
                  </a:lnTo>
                  <a:lnTo>
                    <a:pt x="6266407" y="2355951"/>
                  </a:lnTo>
                  <a:lnTo>
                    <a:pt x="6266743" y="2355021"/>
                  </a:lnTo>
                  <a:lnTo>
                    <a:pt x="6267080" y="2354260"/>
                  </a:lnTo>
                  <a:lnTo>
                    <a:pt x="6267416" y="2353667"/>
                  </a:lnTo>
                  <a:lnTo>
                    <a:pt x="6267753" y="2353135"/>
                  </a:lnTo>
                  <a:lnTo>
                    <a:pt x="6268089" y="2352266"/>
                  </a:lnTo>
                  <a:lnTo>
                    <a:pt x="6268426" y="2350996"/>
                  </a:lnTo>
                  <a:lnTo>
                    <a:pt x="6268762" y="2350140"/>
                  </a:lnTo>
                  <a:lnTo>
                    <a:pt x="6269099" y="2349295"/>
                  </a:lnTo>
                  <a:lnTo>
                    <a:pt x="6269435" y="2347895"/>
                  </a:lnTo>
                  <a:lnTo>
                    <a:pt x="6269772" y="2347195"/>
                  </a:lnTo>
                  <a:lnTo>
                    <a:pt x="6270108" y="2346752"/>
                  </a:lnTo>
                  <a:lnTo>
                    <a:pt x="6270444" y="2346365"/>
                  </a:lnTo>
                  <a:lnTo>
                    <a:pt x="6270781" y="2346515"/>
                  </a:lnTo>
                  <a:lnTo>
                    <a:pt x="6271117" y="2346764"/>
                  </a:lnTo>
                  <a:lnTo>
                    <a:pt x="6271454" y="2345504"/>
                  </a:lnTo>
                  <a:lnTo>
                    <a:pt x="6271790" y="2344221"/>
                  </a:lnTo>
                  <a:lnTo>
                    <a:pt x="6272127" y="2343161"/>
                  </a:lnTo>
                  <a:lnTo>
                    <a:pt x="6272463" y="2342091"/>
                  </a:lnTo>
                  <a:lnTo>
                    <a:pt x="6272800" y="2341169"/>
                  </a:lnTo>
                  <a:lnTo>
                    <a:pt x="6273136" y="2340461"/>
                  </a:lnTo>
                  <a:lnTo>
                    <a:pt x="6273473" y="2339536"/>
                  </a:lnTo>
                  <a:lnTo>
                    <a:pt x="6273809" y="2338522"/>
                  </a:lnTo>
                  <a:lnTo>
                    <a:pt x="6274146" y="2337482"/>
                  </a:lnTo>
                  <a:lnTo>
                    <a:pt x="6274482" y="2336322"/>
                  </a:lnTo>
                  <a:lnTo>
                    <a:pt x="6274818" y="2335318"/>
                  </a:lnTo>
                  <a:lnTo>
                    <a:pt x="6275155" y="2333659"/>
                  </a:lnTo>
                  <a:lnTo>
                    <a:pt x="6275491" y="2332062"/>
                  </a:lnTo>
                  <a:lnTo>
                    <a:pt x="6275828" y="2330257"/>
                  </a:lnTo>
                  <a:lnTo>
                    <a:pt x="6276164" y="2328662"/>
                  </a:lnTo>
                  <a:lnTo>
                    <a:pt x="6276501" y="2327261"/>
                  </a:lnTo>
                  <a:lnTo>
                    <a:pt x="6276837" y="2325892"/>
                  </a:lnTo>
                  <a:lnTo>
                    <a:pt x="6277174" y="2324372"/>
                  </a:lnTo>
                  <a:lnTo>
                    <a:pt x="6277510" y="2322926"/>
                  </a:lnTo>
                  <a:lnTo>
                    <a:pt x="6277847" y="2321438"/>
                  </a:lnTo>
                  <a:lnTo>
                    <a:pt x="6278183" y="2320245"/>
                  </a:lnTo>
                  <a:lnTo>
                    <a:pt x="6278519" y="2319384"/>
                  </a:lnTo>
                  <a:lnTo>
                    <a:pt x="6278856" y="2318510"/>
                  </a:lnTo>
                  <a:lnTo>
                    <a:pt x="6279192" y="2317937"/>
                  </a:lnTo>
                  <a:lnTo>
                    <a:pt x="6279529" y="2317484"/>
                  </a:lnTo>
                  <a:lnTo>
                    <a:pt x="6279865" y="2317156"/>
                  </a:lnTo>
                  <a:lnTo>
                    <a:pt x="6280202" y="2316855"/>
                  </a:lnTo>
                  <a:lnTo>
                    <a:pt x="6280538" y="2316785"/>
                  </a:lnTo>
                  <a:lnTo>
                    <a:pt x="6280875" y="2317070"/>
                  </a:lnTo>
                  <a:lnTo>
                    <a:pt x="6281211" y="2317501"/>
                  </a:lnTo>
                  <a:lnTo>
                    <a:pt x="6281548" y="2317961"/>
                  </a:lnTo>
                  <a:lnTo>
                    <a:pt x="6281884" y="2318420"/>
                  </a:lnTo>
                  <a:lnTo>
                    <a:pt x="6282221" y="2318880"/>
                  </a:lnTo>
                  <a:lnTo>
                    <a:pt x="6282557" y="2319339"/>
                  </a:lnTo>
                  <a:lnTo>
                    <a:pt x="6282893" y="2319815"/>
                  </a:lnTo>
                  <a:lnTo>
                    <a:pt x="6283230" y="2320334"/>
                  </a:lnTo>
                  <a:lnTo>
                    <a:pt x="6283566" y="2321255"/>
                  </a:lnTo>
                  <a:lnTo>
                    <a:pt x="6283903" y="2322065"/>
                  </a:lnTo>
                  <a:lnTo>
                    <a:pt x="6284239" y="2322730"/>
                  </a:lnTo>
                  <a:lnTo>
                    <a:pt x="6284576" y="2323369"/>
                  </a:lnTo>
                  <a:lnTo>
                    <a:pt x="6284912" y="2323883"/>
                  </a:lnTo>
                  <a:lnTo>
                    <a:pt x="6285249" y="2324485"/>
                  </a:lnTo>
                  <a:lnTo>
                    <a:pt x="6285585" y="2324980"/>
                  </a:lnTo>
                  <a:lnTo>
                    <a:pt x="6285922" y="2325146"/>
                  </a:lnTo>
                  <a:lnTo>
                    <a:pt x="6286258" y="2325223"/>
                  </a:lnTo>
                  <a:lnTo>
                    <a:pt x="6286595" y="2325617"/>
                  </a:lnTo>
                  <a:lnTo>
                    <a:pt x="6286931" y="2326061"/>
                  </a:lnTo>
                  <a:lnTo>
                    <a:pt x="6287267" y="2326617"/>
                  </a:lnTo>
                  <a:lnTo>
                    <a:pt x="6287604" y="2327083"/>
                  </a:lnTo>
                  <a:lnTo>
                    <a:pt x="6287940" y="2327646"/>
                  </a:lnTo>
                  <a:lnTo>
                    <a:pt x="6288277" y="2327998"/>
                  </a:lnTo>
                  <a:lnTo>
                    <a:pt x="6288613" y="2328010"/>
                  </a:lnTo>
                  <a:lnTo>
                    <a:pt x="6288950" y="2327378"/>
                  </a:lnTo>
                  <a:lnTo>
                    <a:pt x="6289286" y="2327098"/>
                  </a:lnTo>
                  <a:lnTo>
                    <a:pt x="6289623" y="2326990"/>
                  </a:lnTo>
                  <a:lnTo>
                    <a:pt x="6289959" y="2327725"/>
                  </a:lnTo>
                  <a:lnTo>
                    <a:pt x="6290296" y="2328251"/>
                  </a:lnTo>
                  <a:lnTo>
                    <a:pt x="6290632" y="2328386"/>
                  </a:lnTo>
                  <a:lnTo>
                    <a:pt x="6290969" y="2328199"/>
                  </a:lnTo>
                  <a:lnTo>
                    <a:pt x="6291305" y="2327624"/>
                  </a:lnTo>
                  <a:lnTo>
                    <a:pt x="6291641" y="2326461"/>
                  </a:lnTo>
                  <a:lnTo>
                    <a:pt x="6291978" y="2325069"/>
                  </a:lnTo>
                  <a:lnTo>
                    <a:pt x="6292314" y="2323471"/>
                  </a:lnTo>
                  <a:lnTo>
                    <a:pt x="6292651" y="2321848"/>
                  </a:lnTo>
                  <a:lnTo>
                    <a:pt x="6292987" y="2319992"/>
                  </a:lnTo>
                  <a:lnTo>
                    <a:pt x="6293324" y="2318364"/>
                  </a:lnTo>
                  <a:lnTo>
                    <a:pt x="6293660" y="2316798"/>
                  </a:lnTo>
                  <a:lnTo>
                    <a:pt x="6293997" y="2314255"/>
                  </a:lnTo>
                  <a:lnTo>
                    <a:pt x="6294333" y="2311396"/>
                  </a:lnTo>
                  <a:lnTo>
                    <a:pt x="6294670" y="2308591"/>
                  </a:lnTo>
                  <a:lnTo>
                    <a:pt x="6295006" y="2306060"/>
                  </a:lnTo>
                  <a:lnTo>
                    <a:pt x="6295343" y="2303715"/>
                  </a:lnTo>
                  <a:lnTo>
                    <a:pt x="6295679" y="2301452"/>
                  </a:lnTo>
                  <a:lnTo>
                    <a:pt x="6296015" y="2298758"/>
                  </a:lnTo>
                  <a:lnTo>
                    <a:pt x="6296352" y="2296561"/>
                  </a:lnTo>
                  <a:lnTo>
                    <a:pt x="6296688" y="2294910"/>
                  </a:lnTo>
                  <a:lnTo>
                    <a:pt x="6297025" y="2293791"/>
                  </a:lnTo>
                  <a:lnTo>
                    <a:pt x="6297361" y="2292943"/>
                  </a:lnTo>
                  <a:lnTo>
                    <a:pt x="6297698" y="2292425"/>
                  </a:lnTo>
                  <a:lnTo>
                    <a:pt x="6298034" y="2292123"/>
                  </a:lnTo>
                  <a:lnTo>
                    <a:pt x="6298371" y="2291792"/>
                  </a:lnTo>
                  <a:lnTo>
                    <a:pt x="6298707" y="2291447"/>
                  </a:lnTo>
                  <a:lnTo>
                    <a:pt x="6299044" y="2291556"/>
                  </a:lnTo>
                  <a:lnTo>
                    <a:pt x="6299380" y="2291908"/>
                  </a:lnTo>
                  <a:lnTo>
                    <a:pt x="6299717" y="2292327"/>
                  </a:lnTo>
                  <a:lnTo>
                    <a:pt x="6300053" y="2292624"/>
                  </a:lnTo>
                  <a:lnTo>
                    <a:pt x="6300389" y="2292868"/>
                  </a:lnTo>
                  <a:lnTo>
                    <a:pt x="6300726" y="2293340"/>
                  </a:lnTo>
                  <a:lnTo>
                    <a:pt x="6301062" y="2293911"/>
                  </a:lnTo>
                  <a:lnTo>
                    <a:pt x="6301399" y="2294522"/>
                  </a:lnTo>
                  <a:lnTo>
                    <a:pt x="6301735" y="2295420"/>
                  </a:lnTo>
                  <a:lnTo>
                    <a:pt x="6302072" y="2295851"/>
                  </a:lnTo>
                  <a:lnTo>
                    <a:pt x="6302408" y="2296030"/>
                  </a:lnTo>
                  <a:lnTo>
                    <a:pt x="6302745" y="2296030"/>
                  </a:lnTo>
                  <a:lnTo>
                    <a:pt x="6303081" y="2296253"/>
                  </a:lnTo>
                  <a:lnTo>
                    <a:pt x="6303418" y="2296950"/>
                  </a:lnTo>
                  <a:lnTo>
                    <a:pt x="6303754" y="2298150"/>
                  </a:lnTo>
                  <a:lnTo>
                    <a:pt x="6304091" y="2299709"/>
                  </a:lnTo>
                  <a:lnTo>
                    <a:pt x="6304427" y="2301160"/>
                  </a:lnTo>
                  <a:lnTo>
                    <a:pt x="6304763" y="2302396"/>
                  </a:lnTo>
                  <a:lnTo>
                    <a:pt x="6305100" y="2303552"/>
                  </a:lnTo>
                  <a:lnTo>
                    <a:pt x="6305436" y="2304558"/>
                  </a:lnTo>
                  <a:lnTo>
                    <a:pt x="6305773" y="2305629"/>
                  </a:lnTo>
                  <a:lnTo>
                    <a:pt x="6306109" y="2306836"/>
                  </a:lnTo>
                  <a:lnTo>
                    <a:pt x="6306446" y="2308862"/>
                  </a:lnTo>
                  <a:lnTo>
                    <a:pt x="6306782" y="2311979"/>
                  </a:lnTo>
                  <a:lnTo>
                    <a:pt x="6307119" y="2315766"/>
                  </a:lnTo>
                  <a:lnTo>
                    <a:pt x="6307455" y="2319516"/>
                  </a:lnTo>
                  <a:lnTo>
                    <a:pt x="6307792" y="2323051"/>
                  </a:lnTo>
                  <a:lnTo>
                    <a:pt x="6308128" y="2326470"/>
                  </a:lnTo>
                  <a:lnTo>
                    <a:pt x="6308465" y="2330026"/>
                  </a:lnTo>
                  <a:lnTo>
                    <a:pt x="6308801" y="2333331"/>
                  </a:lnTo>
                  <a:lnTo>
                    <a:pt x="6309137" y="2336277"/>
                  </a:lnTo>
                  <a:lnTo>
                    <a:pt x="6309474" y="2339251"/>
                  </a:lnTo>
                  <a:lnTo>
                    <a:pt x="6309810" y="2342204"/>
                  </a:lnTo>
                  <a:lnTo>
                    <a:pt x="6310147" y="2345236"/>
                  </a:lnTo>
                  <a:lnTo>
                    <a:pt x="6310483" y="2348698"/>
                  </a:lnTo>
                  <a:lnTo>
                    <a:pt x="6310820" y="2351314"/>
                  </a:lnTo>
                  <a:lnTo>
                    <a:pt x="6311156" y="2353426"/>
                  </a:lnTo>
                  <a:lnTo>
                    <a:pt x="6311493" y="2355164"/>
                  </a:lnTo>
                  <a:lnTo>
                    <a:pt x="6311829" y="2356141"/>
                  </a:lnTo>
                  <a:lnTo>
                    <a:pt x="6312166" y="2356558"/>
                  </a:lnTo>
                  <a:lnTo>
                    <a:pt x="6312502" y="2357176"/>
                  </a:lnTo>
                  <a:lnTo>
                    <a:pt x="6312838" y="2358024"/>
                  </a:lnTo>
                  <a:lnTo>
                    <a:pt x="6313175" y="2358943"/>
                  </a:lnTo>
                  <a:lnTo>
                    <a:pt x="6313511" y="2359949"/>
                  </a:lnTo>
                  <a:lnTo>
                    <a:pt x="6313848" y="2360718"/>
                  </a:lnTo>
                  <a:lnTo>
                    <a:pt x="6314184" y="2360705"/>
                  </a:lnTo>
                  <a:lnTo>
                    <a:pt x="6314521" y="2360545"/>
                  </a:lnTo>
                  <a:lnTo>
                    <a:pt x="6314857" y="2360446"/>
                  </a:lnTo>
                  <a:lnTo>
                    <a:pt x="6315194" y="2359797"/>
                  </a:lnTo>
                  <a:lnTo>
                    <a:pt x="6315530" y="2359030"/>
                  </a:lnTo>
                  <a:lnTo>
                    <a:pt x="6315867" y="2359039"/>
                  </a:lnTo>
                  <a:lnTo>
                    <a:pt x="6316203" y="2359847"/>
                  </a:lnTo>
                  <a:lnTo>
                    <a:pt x="6316540" y="2360800"/>
                  </a:lnTo>
                  <a:lnTo>
                    <a:pt x="6316876" y="2361900"/>
                  </a:lnTo>
                  <a:lnTo>
                    <a:pt x="6317212" y="2362891"/>
                  </a:lnTo>
                  <a:lnTo>
                    <a:pt x="6317549" y="2363777"/>
                  </a:lnTo>
                  <a:lnTo>
                    <a:pt x="6317885" y="2364681"/>
                  </a:lnTo>
                  <a:lnTo>
                    <a:pt x="6318222" y="2365695"/>
                  </a:lnTo>
                  <a:lnTo>
                    <a:pt x="6318558" y="2366544"/>
                  </a:lnTo>
                  <a:lnTo>
                    <a:pt x="6318895" y="2367773"/>
                  </a:lnTo>
                  <a:lnTo>
                    <a:pt x="6319231" y="2369179"/>
                  </a:lnTo>
                  <a:lnTo>
                    <a:pt x="6319568" y="2371461"/>
                  </a:lnTo>
                  <a:lnTo>
                    <a:pt x="6319904" y="2373910"/>
                  </a:lnTo>
                  <a:lnTo>
                    <a:pt x="6320241" y="2377614"/>
                  </a:lnTo>
                  <a:lnTo>
                    <a:pt x="6320577" y="2381692"/>
                  </a:lnTo>
                  <a:lnTo>
                    <a:pt x="6320914" y="2386179"/>
                  </a:lnTo>
                  <a:lnTo>
                    <a:pt x="6321250" y="2390659"/>
                  </a:lnTo>
                  <a:lnTo>
                    <a:pt x="6321586" y="2394568"/>
                  </a:lnTo>
                  <a:lnTo>
                    <a:pt x="6321923" y="2397168"/>
                  </a:lnTo>
                  <a:lnTo>
                    <a:pt x="6322259" y="2399546"/>
                  </a:lnTo>
                  <a:lnTo>
                    <a:pt x="6322596" y="2402011"/>
                  </a:lnTo>
                  <a:lnTo>
                    <a:pt x="6322932" y="2404460"/>
                  </a:lnTo>
                  <a:lnTo>
                    <a:pt x="6323269" y="2406494"/>
                  </a:lnTo>
                  <a:lnTo>
                    <a:pt x="6323605" y="2408340"/>
                  </a:lnTo>
                  <a:lnTo>
                    <a:pt x="6323942" y="2409949"/>
                  </a:lnTo>
                  <a:lnTo>
                    <a:pt x="6324278" y="2411544"/>
                  </a:lnTo>
                  <a:lnTo>
                    <a:pt x="6324615" y="2413010"/>
                  </a:lnTo>
                  <a:lnTo>
                    <a:pt x="6324951" y="2414482"/>
                  </a:lnTo>
                  <a:lnTo>
                    <a:pt x="6325288" y="2415231"/>
                  </a:lnTo>
                  <a:lnTo>
                    <a:pt x="6325624" y="2415659"/>
                  </a:lnTo>
                  <a:lnTo>
                    <a:pt x="6325960" y="2415956"/>
                  </a:lnTo>
                  <a:lnTo>
                    <a:pt x="6326297" y="2416532"/>
                  </a:lnTo>
                  <a:lnTo>
                    <a:pt x="6326633" y="2417511"/>
                  </a:lnTo>
                  <a:lnTo>
                    <a:pt x="6326970" y="2418500"/>
                  </a:lnTo>
                  <a:lnTo>
                    <a:pt x="6327306" y="2419821"/>
                  </a:lnTo>
                  <a:lnTo>
                    <a:pt x="6327643" y="2421371"/>
                  </a:lnTo>
                  <a:lnTo>
                    <a:pt x="6327979" y="2422815"/>
                  </a:lnTo>
                  <a:lnTo>
                    <a:pt x="6328316" y="2424433"/>
                  </a:lnTo>
                  <a:lnTo>
                    <a:pt x="6328652" y="2425989"/>
                  </a:lnTo>
                  <a:lnTo>
                    <a:pt x="6328989" y="2427736"/>
                  </a:lnTo>
                  <a:lnTo>
                    <a:pt x="6329325" y="2429637"/>
                  </a:lnTo>
                  <a:lnTo>
                    <a:pt x="6329662" y="2431582"/>
                  </a:lnTo>
                  <a:lnTo>
                    <a:pt x="6329998" y="2433503"/>
                  </a:lnTo>
                  <a:lnTo>
                    <a:pt x="6330334" y="2435257"/>
                  </a:lnTo>
                  <a:lnTo>
                    <a:pt x="6330671" y="2436750"/>
                  </a:lnTo>
                  <a:lnTo>
                    <a:pt x="6331007" y="2438195"/>
                  </a:lnTo>
                  <a:lnTo>
                    <a:pt x="6331344" y="2440186"/>
                  </a:lnTo>
                  <a:lnTo>
                    <a:pt x="6331680" y="2442009"/>
                  </a:lnTo>
                  <a:lnTo>
                    <a:pt x="6332017" y="2443824"/>
                  </a:lnTo>
                  <a:lnTo>
                    <a:pt x="6332353" y="2445674"/>
                  </a:lnTo>
                  <a:lnTo>
                    <a:pt x="6332690" y="2447490"/>
                  </a:lnTo>
                  <a:lnTo>
                    <a:pt x="6333026" y="2448833"/>
                  </a:lnTo>
                  <a:lnTo>
                    <a:pt x="6333363" y="2449711"/>
                  </a:lnTo>
                  <a:lnTo>
                    <a:pt x="6333699" y="2450454"/>
                  </a:lnTo>
                  <a:lnTo>
                    <a:pt x="6334036" y="2450457"/>
                  </a:lnTo>
                  <a:lnTo>
                    <a:pt x="6334372" y="2450075"/>
                  </a:lnTo>
                  <a:lnTo>
                    <a:pt x="6334708" y="2449562"/>
                  </a:lnTo>
                  <a:lnTo>
                    <a:pt x="6335045" y="2449182"/>
                  </a:lnTo>
                  <a:lnTo>
                    <a:pt x="6335381" y="2448980"/>
                  </a:lnTo>
                  <a:lnTo>
                    <a:pt x="6335718" y="2449086"/>
                  </a:lnTo>
                  <a:lnTo>
                    <a:pt x="6336054" y="2448801"/>
                  </a:lnTo>
                  <a:lnTo>
                    <a:pt x="6336391" y="2448209"/>
                  </a:lnTo>
                  <a:lnTo>
                    <a:pt x="6336727" y="2447719"/>
                  </a:lnTo>
                  <a:lnTo>
                    <a:pt x="6337064" y="2446932"/>
                  </a:lnTo>
                  <a:lnTo>
                    <a:pt x="6337400" y="2446146"/>
                  </a:lnTo>
                  <a:lnTo>
                    <a:pt x="6337737" y="2445721"/>
                  </a:lnTo>
                  <a:lnTo>
                    <a:pt x="6338073" y="2444982"/>
                  </a:lnTo>
                  <a:lnTo>
                    <a:pt x="6338410" y="2444604"/>
                  </a:lnTo>
                  <a:lnTo>
                    <a:pt x="6338746" y="2444943"/>
                  </a:lnTo>
                  <a:lnTo>
                    <a:pt x="6339082" y="2445314"/>
                  </a:lnTo>
                  <a:lnTo>
                    <a:pt x="6339419" y="2445621"/>
                  </a:lnTo>
                  <a:lnTo>
                    <a:pt x="6339755" y="2446160"/>
                  </a:lnTo>
                  <a:lnTo>
                    <a:pt x="6340092" y="2446650"/>
                  </a:lnTo>
                  <a:lnTo>
                    <a:pt x="6340428" y="2447208"/>
                  </a:lnTo>
                  <a:lnTo>
                    <a:pt x="6340765" y="2448961"/>
                  </a:lnTo>
                  <a:lnTo>
                    <a:pt x="6341101" y="2450802"/>
                  </a:lnTo>
                  <a:lnTo>
                    <a:pt x="6341438" y="2452495"/>
                  </a:lnTo>
                  <a:lnTo>
                    <a:pt x="6341774" y="2454148"/>
                  </a:lnTo>
                  <a:lnTo>
                    <a:pt x="6342111" y="2455209"/>
                  </a:lnTo>
                  <a:lnTo>
                    <a:pt x="6342447" y="2456586"/>
                  </a:lnTo>
                  <a:lnTo>
                    <a:pt x="6342783" y="2457664"/>
                  </a:lnTo>
                  <a:lnTo>
                    <a:pt x="6343120" y="2458804"/>
                  </a:lnTo>
                  <a:lnTo>
                    <a:pt x="6343456" y="2459719"/>
                  </a:lnTo>
                  <a:lnTo>
                    <a:pt x="6343793" y="2460356"/>
                  </a:lnTo>
                  <a:lnTo>
                    <a:pt x="6344129" y="2460660"/>
                  </a:lnTo>
                  <a:lnTo>
                    <a:pt x="6344466" y="2461087"/>
                  </a:lnTo>
                  <a:lnTo>
                    <a:pt x="6344802" y="2461204"/>
                  </a:lnTo>
                  <a:lnTo>
                    <a:pt x="6345139" y="2461074"/>
                  </a:lnTo>
                  <a:lnTo>
                    <a:pt x="6345475" y="2460448"/>
                  </a:lnTo>
                  <a:lnTo>
                    <a:pt x="6345812" y="2459455"/>
                  </a:lnTo>
                  <a:lnTo>
                    <a:pt x="6346148" y="2458529"/>
                  </a:lnTo>
                  <a:lnTo>
                    <a:pt x="6346485" y="2456753"/>
                  </a:lnTo>
                  <a:lnTo>
                    <a:pt x="6346821" y="2454921"/>
                  </a:lnTo>
                  <a:lnTo>
                    <a:pt x="6347157" y="2453240"/>
                  </a:lnTo>
                  <a:lnTo>
                    <a:pt x="6347494" y="2452033"/>
                  </a:lnTo>
                  <a:lnTo>
                    <a:pt x="6347830" y="2450718"/>
                  </a:lnTo>
                  <a:lnTo>
                    <a:pt x="6348167" y="2449008"/>
                  </a:lnTo>
                  <a:lnTo>
                    <a:pt x="6348503" y="2447313"/>
                  </a:lnTo>
                  <a:lnTo>
                    <a:pt x="6348840" y="2445531"/>
                  </a:lnTo>
                  <a:lnTo>
                    <a:pt x="6349176" y="2443807"/>
                  </a:lnTo>
                  <a:lnTo>
                    <a:pt x="6349513" y="2442011"/>
                  </a:lnTo>
                  <a:lnTo>
                    <a:pt x="6349849" y="2440143"/>
                  </a:lnTo>
                  <a:lnTo>
                    <a:pt x="6350186" y="2438447"/>
                  </a:lnTo>
                  <a:lnTo>
                    <a:pt x="6350522" y="2436823"/>
                  </a:lnTo>
                  <a:lnTo>
                    <a:pt x="6350859" y="2435571"/>
                  </a:lnTo>
                  <a:lnTo>
                    <a:pt x="6351195" y="2434473"/>
                  </a:lnTo>
                  <a:lnTo>
                    <a:pt x="6351531" y="2433522"/>
                  </a:lnTo>
                  <a:lnTo>
                    <a:pt x="6351868" y="2433191"/>
                  </a:lnTo>
                  <a:lnTo>
                    <a:pt x="6352204" y="2433181"/>
                  </a:lnTo>
                  <a:lnTo>
                    <a:pt x="6352541" y="2433102"/>
                  </a:lnTo>
                  <a:lnTo>
                    <a:pt x="6352877" y="2432856"/>
                  </a:lnTo>
                  <a:lnTo>
                    <a:pt x="6353214" y="2432485"/>
                  </a:lnTo>
                  <a:lnTo>
                    <a:pt x="6353550" y="2431883"/>
                  </a:lnTo>
                  <a:lnTo>
                    <a:pt x="6353887" y="2431459"/>
                  </a:lnTo>
                  <a:lnTo>
                    <a:pt x="6354223" y="2431244"/>
                  </a:lnTo>
                  <a:lnTo>
                    <a:pt x="6354560" y="2431082"/>
                  </a:lnTo>
                  <a:lnTo>
                    <a:pt x="6354896" y="2431187"/>
                  </a:lnTo>
                  <a:lnTo>
                    <a:pt x="6355233" y="2431417"/>
                  </a:lnTo>
                  <a:lnTo>
                    <a:pt x="6355569" y="2431714"/>
                  </a:lnTo>
                  <a:lnTo>
                    <a:pt x="6355905" y="2432388"/>
                  </a:lnTo>
                  <a:lnTo>
                    <a:pt x="6356242" y="2433664"/>
                  </a:lnTo>
                  <a:lnTo>
                    <a:pt x="6356578" y="2434586"/>
                  </a:lnTo>
                  <a:lnTo>
                    <a:pt x="6356915" y="2435399"/>
                  </a:lnTo>
                  <a:lnTo>
                    <a:pt x="6357251" y="2434942"/>
                  </a:lnTo>
                  <a:lnTo>
                    <a:pt x="6357588" y="2433669"/>
                  </a:lnTo>
                  <a:lnTo>
                    <a:pt x="6357924" y="2433088"/>
                  </a:lnTo>
                  <a:lnTo>
                    <a:pt x="6358261" y="2433275"/>
                  </a:lnTo>
                  <a:lnTo>
                    <a:pt x="6358597" y="2433670"/>
                  </a:lnTo>
                  <a:lnTo>
                    <a:pt x="6358934" y="2433634"/>
                  </a:lnTo>
                  <a:lnTo>
                    <a:pt x="6359270" y="2433538"/>
                  </a:lnTo>
                  <a:lnTo>
                    <a:pt x="6359607" y="2433570"/>
                  </a:lnTo>
                  <a:lnTo>
                    <a:pt x="6359943" y="2433613"/>
                  </a:lnTo>
                  <a:lnTo>
                    <a:pt x="6360279" y="2433680"/>
                  </a:lnTo>
                  <a:lnTo>
                    <a:pt x="6360616" y="2434383"/>
                  </a:lnTo>
                  <a:lnTo>
                    <a:pt x="6360952" y="2435049"/>
                  </a:lnTo>
                  <a:lnTo>
                    <a:pt x="6361289" y="2436315"/>
                  </a:lnTo>
                  <a:lnTo>
                    <a:pt x="6361625" y="2437686"/>
                  </a:lnTo>
                  <a:lnTo>
                    <a:pt x="6361962" y="2438879"/>
                  </a:lnTo>
                  <a:lnTo>
                    <a:pt x="6362298" y="2440035"/>
                  </a:lnTo>
                  <a:lnTo>
                    <a:pt x="6362635" y="2441240"/>
                  </a:lnTo>
                  <a:lnTo>
                    <a:pt x="6362971" y="2442332"/>
                  </a:lnTo>
                  <a:lnTo>
                    <a:pt x="6363308" y="2443988"/>
                  </a:lnTo>
                  <a:lnTo>
                    <a:pt x="6363644" y="2445437"/>
                  </a:lnTo>
                  <a:lnTo>
                    <a:pt x="6363981" y="2446884"/>
                  </a:lnTo>
                  <a:lnTo>
                    <a:pt x="6364317" y="2447967"/>
                  </a:lnTo>
                  <a:lnTo>
                    <a:pt x="6364653" y="2448789"/>
                  </a:lnTo>
                  <a:lnTo>
                    <a:pt x="6364990" y="2449306"/>
                  </a:lnTo>
                  <a:lnTo>
                    <a:pt x="6365326" y="2449514"/>
                  </a:lnTo>
                  <a:lnTo>
                    <a:pt x="6365663" y="2449633"/>
                  </a:lnTo>
                  <a:lnTo>
                    <a:pt x="6365999" y="2449453"/>
                  </a:lnTo>
                  <a:lnTo>
                    <a:pt x="6366336" y="2448956"/>
                  </a:lnTo>
                  <a:lnTo>
                    <a:pt x="6366672" y="2447864"/>
                  </a:lnTo>
                  <a:lnTo>
                    <a:pt x="6367009" y="2446693"/>
                  </a:lnTo>
                  <a:lnTo>
                    <a:pt x="6367345" y="2445864"/>
                  </a:lnTo>
                  <a:lnTo>
                    <a:pt x="6367682" y="2445063"/>
                  </a:lnTo>
                  <a:lnTo>
                    <a:pt x="6368018" y="2444324"/>
                  </a:lnTo>
                  <a:lnTo>
                    <a:pt x="6368355" y="2443667"/>
                  </a:lnTo>
                  <a:lnTo>
                    <a:pt x="6368691" y="2442817"/>
                  </a:lnTo>
                  <a:lnTo>
                    <a:pt x="6369027" y="2442103"/>
                  </a:lnTo>
                  <a:lnTo>
                    <a:pt x="6369364" y="2441329"/>
                  </a:lnTo>
                  <a:lnTo>
                    <a:pt x="6369700" y="2440367"/>
                  </a:lnTo>
                  <a:lnTo>
                    <a:pt x="6370037" y="2439248"/>
                  </a:lnTo>
                  <a:lnTo>
                    <a:pt x="6370373" y="2438038"/>
                  </a:lnTo>
                  <a:lnTo>
                    <a:pt x="6370710" y="2436739"/>
                  </a:lnTo>
                  <a:lnTo>
                    <a:pt x="6371046" y="2435317"/>
                  </a:lnTo>
                  <a:lnTo>
                    <a:pt x="6371383" y="2433739"/>
                  </a:lnTo>
                  <a:lnTo>
                    <a:pt x="6371719" y="2432147"/>
                  </a:lnTo>
                  <a:lnTo>
                    <a:pt x="6372056" y="2430556"/>
                  </a:lnTo>
                  <a:lnTo>
                    <a:pt x="6372392" y="2429189"/>
                  </a:lnTo>
                  <a:lnTo>
                    <a:pt x="6372729" y="2427908"/>
                  </a:lnTo>
                  <a:lnTo>
                    <a:pt x="6373065" y="2426660"/>
                  </a:lnTo>
                  <a:lnTo>
                    <a:pt x="6373401" y="2425599"/>
                  </a:lnTo>
                  <a:lnTo>
                    <a:pt x="6373738" y="2424358"/>
                  </a:lnTo>
                  <a:lnTo>
                    <a:pt x="6374074" y="2422602"/>
                  </a:lnTo>
                  <a:lnTo>
                    <a:pt x="6374411" y="2421133"/>
                  </a:lnTo>
                  <a:lnTo>
                    <a:pt x="6374747" y="2419962"/>
                  </a:lnTo>
                  <a:lnTo>
                    <a:pt x="6375084" y="2419912"/>
                  </a:lnTo>
                  <a:lnTo>
                    <a:pt x="6375420" y="2420235"/>
                  </a:lnTo>
                  <a:lnTo>
                    <a:pt x="6375757" y="2420537"/>
                  </a:lnTo>
                  <a:lnTo>
                    <a:pt x="6376093" y="2421205"/>
                  </a:lnTo>
                  <a:lnTo>
                    <a:pt x="6376430" y="2422125"/>
                  </a:lnTo>
                  <a:lnTo>
                    <a:pt x="6376766" y="2422886"/>
                  </a:lnTo>
                  <a:lnTo>
                    <a:pt x="6377102" y="2424000"/>
                  </a:lnTo>
                  <a:lnTo>
                    <a:pt x="6377439" y="2425221"/>
                  </a:lnTo>
                  <a:lnTo>
                    <a:pt x="6377775" y="2426737"/>
                  </a:lnTo>
                  <a:lnTo>
                    <a:pt x="6378112" y="2428899"/>
                  </a:lnTo>
                  <a:lnTo>
                    <a:pt x="6378448" y="2430343"/>
                  </a:lnTo>
                  <a:lnTo>
                    <a:pt x="6378785" y="2431364"/>
                  </a:lnTo>
                  <a:lnTo>
                    <a:pt x="6379121" y="2432168"/>
                  </a:lnTo>
                  <a:lnTo>
                    <a:pt x="6379458" y="2432829"/>
                  </a:lnTo>
                  <a:lnTo>
                    <a:pt x="6379794" y="2432865"/>
                  </a:lnTo>
                  <a:lnTo>
                    <a:pt x="6380131" y="2432527"/>
                  </a:lnTo>
                  <a:lnTo>
                    <a:pt x="6380467" y="2432139"/>
                  </a:lnTo>
                  <a:lnTo>
                    <a:pt x="6380804" y="2431895"/>
                  </a:lnTo>
                  <a:lnTo>
                    <a:pt x="6381140" y="2431795"/>
                  </a:lnTo>
                  <a:lnTo>
                    <a:pt x="6381476" y="2431874"/>
                  </a:lnTo>
                  <a:lnTo>
                    <a:pt x="6381813" y="2431737"/>
                  </a:lnTo>
                  <a:lnTo>
                    <a:pt x="6382149" y="2431263"/>
                  </a:lnTo>
                  <a:lnTo>
                    <a:pt x="6382486" y="2430351"/>
                  </a:lnTo>
                  <a:lnTo>
                    <a:pt x="6382822" y="2429000"/>
                  </a:lnTo>
                  <a:lnTo>
                    <a:pt x="6383159" y="2426830"/>
                  </a:lnTo>
                  <a:lnTo>
                    <a:pt x="6383495" y="2424435"/>
                  </a:lnTo>
                  <a:lnTo>
                    <a:pt x="6383832" y="2422239"/>
                  </a:lnTo>
                  <a:lnTo>
                    <a:pt x="6384168" y="2420403"/>
                  </a:lnTo>
                  <a:lnTo>
                    <a:pt x="6384505" y="2418994"/>
                  </a:lnTo>
                  <a:lnTo>
                    <a:pt x="6384841" y="2417780"/>
                  </a:lnTo>
                  <a:lnTo>
                    <a:pt x="6385178" y="2416354"/>
                  </a:lnTo>
                  <a:lnTo>
                    <a:pt x="6385514" y="2415031"/>
                  </a:lnTo>
                  <a:lnTo>
                    <a:pt x="6385850" y="2413735"/>
                  </a:lnTo>
                  <a:lnTo>
                    <a:pt x="6386187" y="2411920"/>
                  </a:lnTo>
                  <a:lnTo>
                    <a:pt x="6386523" y="2409650"/>
                  </a:lnTo>
                  <a:lnTo>
                    <a:pt x="6386860" y="2407849"/>
                  </a:lnTo>
                  <a:lnTo>
                    <a:pt x="6387196" y="2406293"/>
                  </a:lnTo>
                  <a:lnTo>
                    <a:pt x="6387533" y="2405103"/>
                  </a:lnTo>
                  <a:lnTo>
                    <a:pt x="6387869" y="2404251"/>
                  </a:lnTo>
                  <a:lnTo>
                    <a:pt x="6388206" y="2403485"/>
                  </a:lnTo>
                  <a:lnTo>
                    <a:pt x="6388542" y="2402719"/>
                  </a:lnTo>
                  <a:lnTo>
                    <a:pt x="6388879" y="2401548"/>
                  </a:lnTo>
                  <a:lnTo>
                    <a:pt x="6389215" y="2400722"/>
                  </a:lnTo>
                  <a:lnTo>
                    <a:pt x="6389552" y="2399867"/>
                  </a:lnTo>
                  <a:lnTo>
                    <a:pt x="6389888" y="2399084"/>
                  </a:lnTo>
                  <a:lnTo>
                    <a:pt x="6390224" y="2398768"/>
                  </a:lnTo>
                  <a:lnTo>
                    <a:pt x="6390561" y="2398617"/>
                  </a:lnTo>
                  <a:lnTo>
                    <a:pt x="6390897" y="2398531"/>
                  </a:lnTo>
                  <a:lnTo>
                    <a:pt x="6391234" y="2398567"/>
                  </a:lnTo>
                  <a:lnTo>
                    <a:pt x="6391570" y="2398409"/>
                  </a:lnTo>
                  <a:lnTo>
                    <a:pt x="6391907" y="2397927"/>
                  </a:lnTo>
                  <a:lnTo>
                    <a:pt x="6392243" y="2396957"/>
                  </a:lnTo>
                  <a:lnTo>
                    <a:pt x="6392580" y="2395355"/>
                  </a:lnTo>
                  <a:lnTo>
                    <a:pt x="6392916" y="2393660"/>
                  </a:lnTo>
                  <a:lnTo>
                    <a:pt x="6393253" y="2391677"/>
                  </a:lnTo>
                  <a:lnTo>
                    <a:pt x="6393589" y="2389349"/>
                  </a:lnTo>
                  <a:lnTo>
                    <a:pt x="6393926" y="2387359"/>
                  </a:lnTo>
                  <a:lnTo>
                    <a:pt x="6394262" y="2385168"/>
                  </a:lnTo>
                  <a:lnTo>
                    <a:pt x="6394598" y="2382316"/>
                  </a:lnTo>
                  <a:lnTo>
                    <a:pt x="6394935" y="2378996"/>
                  </a:lnTo>
                  <a:lnTo>
                    <a:pt x="6395271" y="2375469"/>
                  </a:lnTo>
                  <a:lnTo>
                    <a:pt x="6395608" y="2371582"/>
                  </a:lnTo>
                  <a:lnTo>
                    <a:pt x="6395944" y="2367724"/>
                  </a:lnTo>
                  <a:lnTo>
                    <a:pt x="6396281" y="2363852"/>
                  </a:lnTo>
                  <a:lnTo>
                    <a:pt x="6396617" y="2360044"/>
                  </a:lnTo>
                  <a:lnTo>
                    <a:pt x="6396954" y="2356172"/>
                  </a:lnTo>
                  <a:lnTo>
                    <a:pt x="6397290" y="2352364"/>
                  </a:lnTo>
                  <a:lnTo>
                    <a:pt x="6397627" y="2348966"/>
                  </a:lnTo>
                  <a:lnTo>
                    <a:pt x="6397963" y="2345561"/>
                  </a:lnTo>
                  <a:lnTo>
                    <a:pt x="6398300" y="2343868"/>
                  </a:lnTo>
                  <a:lnTo>
                    <a:pt x="6398636" y="2342407"/>
                  </a:lnTo>
                  <a:lnTo>
                    <a:pt x="6398972" y="2341085"/>
                  </a:lnTo>
                  <a:lnTo>
                    <a:pt x="6399309" y="2339981"/>
                  </a:lnTo>
                  <a:lnTo>
                    <a:pt x="6399645" y="2339524"/>
                  </a:lnTo>
                  <a:lnTo>
                    <a:pt x="6399982" y="2339864"/>
                  </a:lnTo>
                  <a:lnTo>
                    <a:pt x="6400318" y="2340301"/>
                  </a:lnTo>
                  <a:lnTo>
                    <a:pt x="6400655" y="2341354"/>
                  </a:lnTo>
                  <a:lnTo>
                    <a:pt x="6400991" y="2342665"/>
                  </a:lnTo>
                  <a:lnTo>
                    <a:pt x="6401328" y="2343996"/>
                  </a:lnTo>
                  <a:lnTo>
                    <a:pt x="6401664" y="2345826"/>
                  </a:lnTo>
                  <a:lnTo>
                    <a:pt x="6402001" y="2347851"/>
                  </a:lnTo>
                  <a:lnTo>
                    <a:pt x="6402337" y="2349757"/>
                  </a:lnTo>
                  <a:lnTo>
                    <a:pt x="6402674" y="2351746"/>
                  </a:lnTo>
                  <a:lnTo>
                    <a:pt x="6403010" y="2354001"/>
                  </a:lnTo>
                  <a:lnTo>
                    <a:pt x="6403346" y="2356580"/>
                  </a:lnTo>
                  <a:lnTo>
                    <a:pt x="6403683" y="2359315"/>
                  </a:lnTo>
                  <a:lnTo>
                    <a:pt x="6404019" y="2361624"/>
                  </a:lnTo>
                  <a:lnTo>
                    <a:pt x="6404356" y="2363902"/>
                  </a:lnTo>
                  <a:lnTo>
                    <a:pt x="6404692" y="2366000"/>
                  </a:lnTo>
                  <a:lnTo>
                    <a:pt x="6405029" y="2367897"/>
                  </a:lnTo>
                  <a:lnTo>
                    <a:pt x="6405365" y="2369845"/>
                  </a:lnTo>
                  <a:lnTo>
                    <a:pt x="6405702" y="2371264"/>
                  </a:lnTo>
                  <a:lnTo>
                    <a:pt x="6406038" y="2371544"/>
                  </a:lnTo>
                  <a:lnTo>
                    <a:pt x="6406375" y="2371882"/>
                  </a:lnTo>
                  <a:lnTo>
                    <a:pt x="6406711" y="2371953"/>
                  </a:lnTo>
                  <a:lnTo>
                    <a:pt x="6407048" y="2371953"/>
                  </a:lnTo>
                  <a:lnTo>
                    <a:pt x="6407384" y="2372349"/>
                  </a:lnTo>
                  <a:lnTo>
                    <a:pt x="6407720" y="2372413"/>
                  </a:lnTo>
                  <a:lnTo>
                    <a:pt x="6408057" y="2371399"/>
                  </a:lnTo>
                  <a:lnTo>
                    <a:pt x="6408393" y="2370215"/>
                  </a:lnTo>
                  <a:lnTo>
                    <a:pt x="6408730" y="2368665"/>
                  </a:lnTo>
                  <a:lnTo>
                    <a:pt x="6409066" y="2366499"/>
                  </a:lnTo>
                  <a:lnTo>
                    <a:pt x="6409403" y="2364239"/>
                  </a:lnTo>
                  <a:lnTo>
                    <a:pt x="6409739" y="2362967"/>
                  </a:lnTo>
                  <a:lnTo>
                    <a:pt x="6410076" y="2361565"/>
                  </a:lnTo>
                  <a:lnTo>
                    <a:pt x="6410412" y="2359748"/>
                  </a:lnTo>
                  <a:lnTo>
                    <a:pt x="6410749" y="2358585"/>
                  </a:lnTo>
                  <a:lnTo>
                    <a:pt x="6411085" y="2357261"/>
                  </a:lnTo>
                  <a:lnTo>
                    <a:pt x="6411421" y="2355945"/>
                  </a:lnTo>
                  <a:lnTo>
                    <a:pt x="6411758" y="2354715"/>
                  </a:lnTo>
                  <a:lnTo>
                    <a:pt x="6412094" y="2353247"/>
                  </a:lnTo>
                  <a:lnTo>
                    <a:pt x="6412431" y="2351627"/>
                  </a:lnTo>
                  <a:lnTo>
                    <a:pt x="6412767" y="2350488"/>
                  </a:lnTo>
                  <a:lnTo>
                    <a:pt x="6413104" y="2349385"/>
                  </a:lnTo>
                  <a:lnTo>
                    <a:pt x="6413440" y="2347986"/>
                  </a:lnTo>
                  <a:lnTo>
                    <a:pt x="6413777" y="2347221"/>
                  </a:lnTo>
                  <a:lnTo>
                    <a:pt x="6414113" y="2346603"/>
                  </a:lnTo>
                  <a:lnTo>
                    <a:pt x="6414450" y="2345863"/>
                  </a:lnTo>
                  <a:lnTo>
                    <a:pt x="6414786" y="2344827"/>
                  </a:lnTo>
                  <a:lnTo>
                    <a:pt x="6415123" y="2343999"/>
                  </a:lnTo>
                  <a:lnTo>
                    <a:pt x="6415459" y="2343176"/>
                  </a:lnTo>
                  <a:lnTo>
                    <a:pt x="6415795" y="2342595"/>
                  </a:lnTo>
                  <a:lnTo>
                    <a:pt x="6416132" y="2341417"/>
                  </a:lnTo>
                  <a:lnTo>
                    <a:pt x="6416468" y="2340170"/>
                  </a:lnTo>
                  <a:lnTo>
                    <a:pt x="6416805" y="2338324"/>
                  </a:lnTo>
                  <a:lnTo>
                    <a:pt x="6417141" y="2337051"/>
                  </a:lnTo>
                  <a:lnTo>
                    <a:pt x="6417478" y="2336017"/>
                  </a:lnTo>
                  <a:lnTo>
                    <a:pt x="6417814" y="2335081"/>
                  </a:lnTo>
                  <a:lnTo>
                    <a:pt x="6418151" y="2332954"/>
                  </a:lnTo>
                  <a:lnTo>
                    <a:pt x="6418487" y="2330792"/>
                  </a:lnTo>
                  <a:lnTo>
                    <a:pt x="6418824" y="2328694"/>
                  </a:lnTo>
                  <a:lnTo>
                    <a:pt x="6419160" y="2326187"/>
                  </a:lnTo>
                  <a:lnTo>
                    <a:pt x="6419497" y="2323686"/>
                  </a:lnTo>
                  <a:lnTo>
                    <a:pt x="6419833" y="2322366"/>
                  </a:lnTo>
                  <a:lnTo>
                    <a:pt x="6420169" y="2321699"/>
                  </a:lnTo>
                  <a:lnTo>
                    <a:pt x="6420506" y="2321704"/>
                  </a:lnTo>
                  <a:lnTo>
                    <a:pt x="6420842" y="2321893"/>
                  </a:lnTo>
                  <a:lnTo>
                    <a:pt x="6421179" y="2322039"/>
                  </a:lnTo>
                  <a:lnTo>
                    <a:pt x="6421515" y="2321976"/>
                  </a:lnTo>
                  <a:lnTo>
                    <a:pt x="6421852" y="2321631"/>
                  </a:lnTo>
                  <a:lnTo>
                    <a:pt x="6422188" y="2321071"/>
                  </a:lnTo>
                  <a:lnTo>
                    <a:pt x="6422525" y="2320689"/>
                  </a:lnTo>
                  <a:lnTo>
                    <a:pt x="6422861" y="2320516"/>
                  </a:lnTo>
                  <a:lnTo>
                    <a:pt x="6423198" y="2320694"/>
                  </a:lnTo>
                  <a:lnTo>
                    <a:pt x="6423534" y="2321521"/>
                  </a:lnTo>
                  <a:lnTo>
                    <a:pt x="6423871" y="2322672"/>
                  </a:lnTo>
                  <a:lnTo>
                    <a:pt x="6424207" y="2323917"/>
                  </a:lnTo>
                  <a:lnTo>
                    <a:pt x="6424543" y="2325228"/>
                  </a:lnTo>
                  <a:lnTo>
                    <a:pt x="6424880" y="2327364"/>
                  </a:lnTo>
                  <a:lnTo>
                    <a:pt x="6425216" y="2328911"/>
                  </a:lnTo>
                  <a:lnTo>
                    <a:pt x="6425553" y="2329012"/>
                  </a:lnTo>
                  <a:lnTo>
                    <a:pt x="6425889" y="2329342"/>
                  </a:lnTo>
                  <a:lnTo>
                    <a:pt x="6426226" y="2330614"/>
                  </a:lnTo>
                  <a:lnTo>
                    <a:pt x="6426562" y="2332360"/>
                  </a:lnTo>
                  <a:lnTo>
                    <a:pt x="6426899" y="2334342"/>
                  </a:lnTo>
                  <a:lnTo>
                    <a:pt x="6427235" y="2336390"/>
                  </a:lnTo>
                  <a:lnTo>
                    <a:pt x="6427572" y="2338208"/>
                  </a:lnTo>
                  <a:lnTo>
                    <a:pt x="6427908" y="2339133"/>
                  </a:lnTo>
                  <a:lnTo>
                    <a:pt x="6428245" y="2339860"/>
                  </a:lnTo>
                  <a:lnTo>
                    <a:pt x="6428581" y="2340302"/>
                  </a:lnTo>
                  <a:lnTo>
                    <a:pt x="6428917" y="2340784"/>
                  </a:lnTo>
                  <a:lnTo>
                    <a:pt x="6429254" y="2341425"/>
                  </a:lnTo>
                  <a:lnTo>
                    <a:pt x="6429590" y="2342088"/>
                  </a:lnTo>
                  <a:lnTo>
                    <a:pt x="6429927" y="2342398"/>
                  </a:lnTo>
                  <a:lnTo>
                    <a:pt x="6430263" y="2342549"/>
                  </a:lnTo>
                  <a:lnTo>
                    <a:pt x="6430600" y="2342545"/>
                  </a:lnTo>
                  <a:lnTo>
                    <a:pt x="6430936" y="2342701"/>
                  </a:lnTo>
                  <a:lnTo>
                    <a:pt x="6431273" y="2342412"/>
                  </a:lnTo>
                  <a:lnTo>
                    <a:pt x="6431609" y="2342213"/>
                  </a:lnTo>
                  <a:lnTo>
                    <a:pt x="6431946" y="2342025"/>
                  </a:lnTo>
                  <a:lnTo>
                    <a:pt x="6432282" y="2341951"/>
                  </a:lnTo>
                  <a:lnTo>
                    <a:pt x="6432619" y="2341978"/>
                  </a:lnTo>
                  <a:lnTo>
                    <a:pt x="6432955" y="2341902"/>
                  </a:lnTo>
                  <a:lnTo>
                    <a:pt x="6433291" y="2342029"/>
                  </a:lnTo>
                  <a:lnTo>
                    <a:pt x="6433628" y="2341829"/>
                  </a:lnTo>
                  <a:lnTo>
                    <a:pt x="6433964" y="2341932"/>
                  </a:lnTo>
                  <a:lnTo>
                    <a:pt x="6434301" y="2341789"/>
                  </a:lnTo>
                  <a:lnTo>
                    <a:pt x="6434637" y="2341289"/>
                  </a:lnTo>
                  <a:lnTo>
                    <a:pt x="6434974" y="2340664"/>
                  </a:lnTo>
                  <a:lnTo>
                    <a:pt x="6435310" y="2339876"/>
                  </a:lnTo>
                  <a:lnTo>
                    <a:pt x="6435647" y="2339078"/>
                  </a:lnTo>
                  <a:lnTo>
                    <a:pt x="6435983" y="2338565"/>
                  </a:lnTo>
                  <a:lnTo>
                    <a:pt x="6436320" y="2338009"/>
                  </a:lnTo>
                  <a:lnTo>
                    <a:pt x="6436656" y="2336851"/>
                  </a:lnTo>
                  <a:lnTo>
                    <a:pt x="6436993" y="2336189"/>
                  </a:lnTo>
                  <a:lnTo>
                    <a:pt x="6437329" y="2335620"/>
                  </a:lnTo>
                  <a:lnTo>
                    <a:pt x="6437665" y="2335020"/>
                  </a:lnTo>
                  <a:lnTo>
                    <a:pt x="6438002" y="2334457"/>
                  </a:lnTo>
                  <a:lnTo>
                    <a:pt x="6438338" y="2333718"/>
                  </a:lnTo>
                  <a:lnTo>
                    <a:pt x="6438675" y="2333211"/>
                  </a:lnTo>
                  <a:lnTo>
                    <a:pt x="6439011" y="2332878"/>
                  </a:lnTo>
                  <a:lnTo>
                    <a:pt x="6439348" y="2332681"/>
                  </a:lnTo>
                  <a:lnTo>
                    <a:pt x="6439684" y="2332337"/>
                  </a:lnTo>
                  <a:lnTo>
                    <a:pt x="6440021" y="2332426"/>
                  </a:lnTo>
                  <a:lnTo>
                    <a:pt x="6440357" y="2332675"/>
                  </a:lnTo>
                  <a:lnTo>
                    <a:pt x="6440694" y="2333004"/>
                  </a:lnTo>
                  <a:lnTo>
                    <a:pt x="6441030" y="2333670"/>
                  </a:lnTo>
                  <a:lnTo>
                    <a:pt x="6441367" y="2334563"/>
                  </a:lnTo>
                  <a:lnTo>
                    <a:pt x="6441703" y="2334337"/>
                  </a:lnTo>
                  <a:lnTo>
                    <a:pt x="6442039" y="2333813"/>
                  </a:lnTo>
                  <a:lnTo>
                    <a:pt x="6442376" y="2332426"/>
                  </a:lnTo>
                  <a:lnTo>
                    <a:pt x="6442712" y="2331083"/>
                  </a:lnTo>
                  <a:lnTo>
                    <a:pt x="6443049" y="2329940"/>
                  </a:lnTo>
                  <a:lnTo>
                    <a:pt x="6443385" y="2328934"/>
                  </a:lnTo>
                  <a:lnTo>
                    <a:pt x="6443722" y="2328144"/>
                  </a:lnTo>
                  <a:lnTo>
                    <a:pt x="6444058" y="2327376"/>
                  </a:lnTo>
                  <a:lnTo>
                    <a:pt x="6444395" y="2326219"/>
                  </a:lnTo>
                  <a:lnTo>
                    <a:pt x="6444731" y="2324746"/>
                  </a:lnTo>
                  <a:lnTo>
                    <a:pt x="6445068" y="2322548"/>
                  </a:lnTo>
                  <a:lnTo>
                    <a:pt x="6445404" y="2319947"/>
                  </a:lnTo>
                  <a:lnTo>
                    <a:pt x="6445740" y="2317684"/>
                  </a:lnTo>
                  <a:lnTo>
                    <a:pt x="6446077" y="2315277"/>
                  </a:lnTo>
                  <a:lnTo>
                    <a:pt x="6446413" y="2313251"/>
                  </a:lnTo>
                  <a:lnTo>
                    <a:pt x="6446750" y="2312130"/>
                  </a:lnTo>
                  <a:lnTo>
                    <a:pt x="6447086" y="2311534"/>
                  </a:lnTo>
                  <a:lnTo>
                    <a:pt x="6447423" y="2311074"/>
                  </a:lnTo>
                  <a:lnTo>
                    <a:pt x="6447759" y="2310191"/>
                  </a:lnTo>
                  <a:lnTo>
                    <a:pt x="6448096" y="2309264"/>
                  </a:lnTo>
                  <a:lnTo>
                    <a:pt x="6448432" y="2308280"/>
                  </a:lnTo>
                  <a:lnTo>
                    <a:pt x="6448769" y="2306555"/>
                  </a:lnTo>
                  <a:lnTo>
                    <a:pt x="6449105" y="2304328"/>
                  </a:lnTo>
                  <a:lnTo>
                    <a:pt x="6449442" y="2302230"/>
                  </a:lnTo>
                  <a:lnTo>
                    <a:pt x="6449778" y="2300434"/>
                  </a:lnTo>
                  <a:lnTo>
                    <a:pt x="6450114" y="2299306"/>
                  </a:lnTo>
                  <a:lnTo>
                    <a:pt x="6450451" y="2298768"/>
                  </a:lnTo>
                  <a:lnTo>
                    <a:pt x="6450787" y="2298064"/>
                  </a:lnTo>
                  <a:lnTo>
                    <a:pt x="6451124" y="2297180"/>
                  </a:lnTo>
                  <a:lnTo>
                    <a:pt x="6451460" y="2295556"/>
                  </a:lnTo>
                  <a:lnTo>
                    <a:pt x="6451797" y="2293408"/>
                  </a:lnTo>
                  <a:lnTo>
                    <a:pt x="6452133" y="2291224"/>
                  </a:lnTo>
                  <a:lnTo>
                    <a:pt x="6452470" y="2289392"/>
                  </a:lnTo>
                  <a:lnTo>
                    <a:pt x="6452806" y="2287740"/>
                  </a:lnTo>
                  <a:lnTo>
                    <a:pt x="6453143" y="2286030"/>
                  </a:lnTo>
                  <a:lnTo>
                    <a:pt x="6453479" y="2284650"/>
                  </a:lnTo>
                  <a:lnTo>
                    <a:pt x="6453816" y="2284126"/>
                  </a:lnTo>
                  <a:lnTo>
                    <a:pt x="6454152" y="2284104"/>
                  </a:lnTo>
                  <a:lnTo>
                    <a:pt x="6454488" y="2284270"/>
                  </a:lnTo>
                  <a:lnTo>
                    <a:pt x="6454825" y="2284284"/>
                  </a:lnTo>
                  <a:lnTo>
                    <a:pt x="6455161" y="2283910"/>
                  </a:lnTo>
                  <a:lnTo>
                    <a:pt x="6455498" y="2283508"/>
                  </a:lnTo>
                  <a:lnTo>
                    <a:pt x="6455834" y="2283350"/>
                  </a:lnTo>
                  <a:lnTo>
                    <a:pt x="6456171" y="2284083"/>
                  </a:lnTo>
                  <a:lnTo>
                    <a:pt x="6456507" y="2285469"/>
                  </a:lnTo>
                  <a:lnTo>
                    <a:pt x="6456844" y="2287208"/>
                  </a:lnTo>
                  <a:lnTo>
                    <a:pt x="6457180" y="2288832"/>
                  </a:lnTo>
                  <a:lnTo>
                    <a:pt x="6457517" y="2289952"/>
                  </a:lnTo>
                  <a:lnTo>
                    <a:pt x="6457853" y="2290678"/>
                  </a:lnTo>
                  <a:lnTo>
                    <a:pt x="6458190" y="2290915"/>
                  </a:lnTo>
                  <a:lnTo>
                    <a:pt x="6458526" y="2290750"/>
                  </a:lnTo>
                  <a:lnTo>
                    <a:pt x="6458862" y="2290355"/>
                  </a:lnTo>
                  <a:lnTo>
                    <a:pt x="6459199" y="2289586"/>
                  </a:lnTo>
                  <a:lnTo>
                    <a:pt x="6459535" y="2289011"/>
                  </a:lnTo>
                  <a:lnTo>
                    <a:pt x="6459872" y="2289263"/>
                  </a:lnTo>
                  <a:lnTo>
                    <a:pt x="6460208" y="2289809"/>
                  </a:lnTo>
                  <a:lnTo>
                    <a:pt x="6460545" y="2290463"/>
                  </a:lnTo>
                  <a:lnTo>
                    <a:pt x="6460881" y="2290937"/>
                  </a:lnTo>
                  <a:lnTo>
                    <a:pt x="6461218" y="2290908"/>
                  </a:lnTo>
                  <a:lnTo>
                    <a:pt x="6461554" y="2290879"/>
                  </a:lnTo>
                  <a:lnTo>
                    <a:pt x="6461891" y="2290628"/>
                  </a:lnTo>
                  <a:lnTo>
                    <a:pt x="6462227" y="2289917"/>
                  </a:lnTo>
                  <a:lnTo>
                    <a:pt x="6462564" y="2289536"/>
                  </a:lnTo>
                  <a:lnTo>
                    <a:pt x="6462900" y="2289622"/>
                  </a:lnTo>
                  <a:lnTo>
                    <a:pt x="6463236" y="2290283"/>
                  </a:lnTo>
                  <a:lnTo>
                    <a:pt x="6463573" y="2291174"/>
                  </a:lnTo>
                  <a:lnTo>
                    <a:pt x="6463909" y="2292072"/>
                  </a:lnTo>
                  <a:lnTo>
                    <a:pt x="6464246" y="2292819"/>
                  </a:lnTo>
                  <a:lnTo>
                    <a:pt x="6464582" y="2292869"/>
                  </a:lnTo>
                  <a:lnTo>
                    <a:pt x="6464919" y="2291828"/>
                  </a:lnTo>
                  <a:lnTo>
                    <a:pt x="6465255" y="2290405"/>
                  </a:lnTo>
                  <a:lnTo>
                    <a:pt x="6465592" y="2286523"/>
                  </a:lnTo>
                  <a:lnTo>
                    <a:pt x="6465928" y="2284188"/>
                  </a:lnTo>
                  <a:lnTo>
                    <a:pt x="6466265" y="2282744"/>
                  </a:lnTo>
                  <a:lnTo>
                    <a:pt x="6466601" y="2280796"/>
                  </a:lnTo>
                  <a:lnTo>
                    <a:pt x="6466938" y="2279334"/>
                  </a:lnTo>
                  <a:lnTo>
                    <a:pt x="6467274" y="2277203"/>
                  </a:lnTo>
                  <a:lnTo>
                    <a:pt x="6467610" y="2274424"/>
                  </a:lnTo>
                  <a:lnTo>
                    <a:pt x="6467947" y="2271153"/>
                  </a:lnTo>
                  <a:lnTo>
                    <a:pt x="6468283" y="2267334"/>
                  </a:lnTo>
                  <a:lnTo>
                    <a:pt x="6468620" y="2263278"/>
                  </a:lnTo>
                  <a:lnTo>
                    <a:pt x="6468956" y="2259067"/>
                  </a:lnTo>
                  <a:lnTo>
                    <a:pt x="6469293" y="2255299"/>
                  </a:lnTo>
                  <a:lnTo>
                    <a:pt x="6469629" y="2252117"/>
                  </a:lnTo>
                  <a:lnTo>
                    <a:pt x="6469966" y="2249302"/>
                  </a:lnTo>
                  <a:lnTo>
                    <a:pt x="6470302" y="2246432"/>
                  </a:lnTo>
                  <a:lnTo>
                    <a:pt x="6470639" y="2243738"/>
                  </a:lnTo>
                  <a:lnTo>
                    <a:pt x="6470975" y="2240327"/>
                  </a:lnTo>
                  <a:lnTo>
                    <a:pt x="6471312" y="2237661"/>
                  </a:lnTo>
                  <a:lnTo>
                    <a:pt x="6471648" y="2233472"/>
                  </a:lnTo>
                  <a:lnTo>
                    <a:pt x="6471984" y="2229143"/>
                  </a:lnTo>
                  <a:lnTo>
                    <a:pt x="6472321" y="2224699"/>
                  </a:lnTo>
                  <a:lnTo>
                    <a:pt x="6472657" y="2218764"/>
                  </a:lnTo>
                  <a:lnTo>
                    <a:pt x="6472994" y="2214141"/>
                  </a:lnTo>
                  <a:lnTo>
                    <a:pt x="6473330" y="2212596"/>
                  </a:lnTo>
                  <a:lnTo>
                    <a:pt x="6473667" y="2210835"/>
                  </a:lnTo>
                  <a:lnTo>
                    <a:pt x="6474003" y="2209031"/>
                  </a:lnTo>
                  <a:lnTo>
                    <a:pt x="6474340" y="2206057"/>
                  </a:lnTo>
                  <a:lnTo>
                    <a:pt x="6474676" y="2202429"/>
                  </a:lnTo>
                  <a:lnTo>
                    <a:pt x="6475013" y="2198563"/>
                  </a:lnTo>
                  <a:lnTo>
                    <a:pt x="6475349" y="2194484"/>
                  </a:lnTo>
                  <a:lnTo>
                    <a:pt x="6475685" y="2190153"/>
                  </a:lnTo>
                  <a:lnTo>
                    <a:pt x="6476022" y="2186019"/>
                  </a:lnTo>
                  <a:lnTo>
                    <a:pt x="6476358" y="2182051"/>
                  </a:lnTo>
                  <a:lnTo>
                    <a:pt x="6476695" y="2178424"/>
                  </a:lnTo>
                  <a:lnTo>
                    <a:pt x="6477031" y="2174461"/>
                  </a:lnTo>
                  <a:lnTo>
                    <a:pt x="6477368" y="2171017"/>
                  </a:lnTo>
                  <a:lnTo>
                    <a:pt x="6477704" y="2167821"/>
                  </a:lnTo>
                  <a:lnTo>
                    <a:pt x="6478041" y="2163462"/>
                  </a:lnTo>
                  <a:lnTo>
                    <a:pt x="6478377" y="2159257"/>
                  </a:lnTo>
                  <a:lnTo>
                    <a:pt x="6478714" y="2155329"/>
                  </a:lnTo>
                  <a:lnTo>
                    <a:pt x="6479050" y="2151193"/>
                  </a:lnTo>
                  <a:lnTo>
                    <a:pt x="6479387" y="2148263"/>
                  </a:lnTo>
                  <a:lnTo>
                    <a:pt x="6479723" y="2145513"/>
                  </a:lnTo>
                  <a:lnTo>
                    <a:pt x="6480059" y="2140720"/>
                  </a:lnTo>
                  <a:lnTo>
                    <a:pt x="6480396" y="2136348"/>
                  </a:lnTo>
                  <a:lnTo>
                    <a:pt x="6480732" y="2132570"/>
                  </a:lnTo>
                  <a:lnTo>
                    <a:pt x="6481069" y="2129492"/>
                  </a:lnTo>
                  <a:lnTo>
                    <a:pt x="6481405" y="2126956"/>
                  </a:lnTo>
                  <a:lnTo>
                    <a:pt x="6481742" y="2124506"/>
                  </a:lnTo>
                  <a:lnTo>
                    <a:pt x="6482078" y="2122960"/>
                  </a:lnTo>
                  <a:lnTo>
                    <a:pt x="6482415" y="2121171"/>
                  </a:lnTo>
                  <a:lnTo>
                    <a:pt x="6482751" y="2119722"/>
                  </a:lnTo>
                  <a:lnTo>
                    <a:pt x="6483088" y="2117649"/>
                  </a:lnTo>
                  <a:lnTo>
                    <a:pt x="6483424" y="2116281"/>
                  </a:lnTo>
                  <a:lnTo>
                    <a:pt x="6483761" y="2114857"/>
                  </a:lnTo>
                  <a:lnTo>
                    <a:pt x="6484097" y="2114240"/>
                  </a:lnTo>
                  <a:lnTo>
                    <a:pt x="6484433" y="2113174"/>
                  </a:lnTo>
                  <a:lnTo>
                    <a:pt x="6484770" y="2111777"/>
                  </a:lnTo>
                  <a:lnTo>
                    <a:pt x="6485106" y="2110158"/>
                  </a:lnTo>
                  <a:lnTo>
                    <a:pt x="6485443" y="2109454"/>
                  </a:lnTo>
                  <a:lnTo>
                    <a:pt x="6485779" y="2108763"/>
                  </a:lnTo>
                  <a:lnTo>
                    <a:pt x="6486116" y="2107809"/>
                  </a:lnTo>
                  <a:lnTo>
                    <a:pt x="6486452" y="2106423"/>
                  </a:lnTo>
                  <a:lnTo>
                    <a:pt x="6486789" y="2105124"/>
                  </a:lnTo>
                  <a:lnTo>
                    <a:pt x="6487125" y="2103118"/>
                  </a:lnTo>
                  <a:lnTo>
                    <a:pt x="6487462" y="2100912"/>
                  </a:lnTo>
                  <a:lnTo>
                    <a:pt x="6487798" y="2098295"/>
                  </a:lnTo>
                  <a:lnTo>
                    <a:pt x="6488135" y="2096194"/>
                  </a:lnTo>
                  <a:lnTo>
                    <a:pt x="6488471" y="2094390"/>
                  </a:lnTo>
                  <a:lnTo>
                    <a:pt x="6488807" y="2093334"/>
                  </a:lnTo>
                  <a:lnTo>
                    <a:pt x="6489144" y="2092706"/>
                  </a:lnTo>
                  <a:lnTo>
                    <a:pt x="6489480" y="2091890"/>
                  </a:lnTo>
                  <a:lnTo>
                    <a:pt x="6489817" y="2091463"/>
                  </a:lnTo>
                  <a:lnTo>
                    <a:pt x="6490153" y="2091067"/>
                  </a:lnTo>
                  <a:lnTo>
                    <a:pt x="6490490" y="2090321"/>
                  </a:lnTo>
                  <a:lnTo>
                    <a:pt x="6490826" y="2089078"/>
                  </a:lnTo>
                  <a:lnTo>
                    <a:pt x="6491163" y="2087602"/>
                  </a:lnTo>
                  <a:lnTo>
                    <a:pt x="6491499" y="2086895"/>
                  </a:lnTo>
                  <a:lnTo>
                    <a:pt x="6491836" y="2086030"/>
                  </a:lnTo>
                  <a:lnTo>
                    <a:pt x="6492172" y="2084820"/>
                  </a:lnTo>
                  <a:lnTo>
                    <a:pt x="6492509" y="2083210"/>
                  </a:lnTo>
                  <a:lnTo>
                    <a:pt x="6492845" y="2081945"/>
                  </a:lnTo>
                  <a:lnTo>
                    <a:pt x="6493181" y="2080347"/>
                  </a:lnTo>
                  <a:lnTo>
                    <a:pt x="6493518" y="2078425"/>
                  </a:lnTo>
                  <a:lnTo>
                    <a:pt x="6493854" y="2074949"/>
                  </a:lnTo>
                  <a:lnTo>
                    <a:pt x="6494191" y="2071216"/>
                  </a:lnTo>
                  <a:lnTo>
                    <a:pt x="6494527" y="2066900"/>
                  </a:lnTo>
                  <a:lnTo>
                    <a:pt x="6494864" y="2062666"/>
                  </a:lnTo>
                  <a:lnTo>
                    <a:pt x="6495200" y="2057775"/>
                  </a:lnTo>
                  <a:lnTo>
                    <a:pt x="6495537" y="2052720"/>
                  </a:lnTo>
                  <a:lnTo>
                    <a:pt x="6495873" y="2047686"/>
                  </a:lnTo>
                  <a:lnTo>
                    <a:pt x="6496210" y="2042434"/>
                  </a:lnTo>
                  <a:lnTo>
                    <a:pt x="6496546" y="2036832"/>
                  </a:lnTo>
                  <a:lnTo>
                    <a:pt x="6496883" y="2029769"/>
                  </a:lnTo>
                  <a:lnTo>
                    <a:pt x="6497219" y="2022896"/>
                  </a:lnTo>
                  <a:lnTo>
                    <a:pt x="6497555" y="2016704"/>
                  </a:lnTo>
                  <a:lnTo>
                    <a:pt x="6497892" y="2010999"/>
                  </a:lnTo>
                  <a:lnTo>
                    <a:pt x="6498228" y="2004560"/>
                  </a:lnTo>
                  <a:lnTo>
                    <a:pt x="6498565" y="1996334"/>
                  </a:lnTo>
                  <a:lnTo>
                    <a:pt x="6498901" y="1988455"/>
                  </a:lnTo>
                  <a:lnTo>
                    <a:pt x="6499238" y="1980327"/>
                  </a:lnTo>
                  <a:lnTo>
                    <a:pt x="6499574" y="1969228"/>
                  </a:lnTo>
                  <a:lnTo>
                    <a:pt x="6499911" y="1958390"/>
                  </a:lnTo>
                  <a:lnTo>
                    <a:pt x="6500247" y="1948267"/>
                  </a:lnTo>
                  <a:lnTo>
                    <a:pt x="6500584" y="1938722"/>
                  </a:lnTo>
                  <a:lnTo>
                    <a:pt x="6500920" y="1929519"/>
                  </a:lnTo>
                  <a:lnTo>
                    <a:pt x="6501257" y="1920996"/>
                  </a:lnTo>
                  <a:lnTo>
                    <a:pt x="6501593" y="1913710"/>
                  </a:lnTo>
                  <a:lnTo>
                    <a:pt x="6501929" y="1906159"/>
                  </a:lnTo>
                  <a:lnTo>
                    <a:pt x="6502266" y="1898907"/>
                  </a:lnTo>
                  <a:lnTo>
                    <a:pt x="6502602" y="1891051"/>
                  </a:lnTo>
                  <a:lnTo>
                    <a:pt x="6502939" y="1883303"/>
                  </a:lnTo>
                  <a:lnTo>
                    <a:pt x="6503275" y="1877788"/>
                  </a:lnTo>
                  <a:lnTo>
                    <a:pt x="6503612" y="1872854"/>
                  </a:lnTo>
                  <a:lnTo>
                    <a:pt x="6503948" y="1868649"/>
                  </a:lnTo>
                  <a:lnTo>
                    <a:pt x="6504285" y="1864320"/>
                  </a:lnTo>
                  <a:lnTo>
                    <a:pt x="6504621" y="1860602"/>
                  </a:lnTo>
                  <a:lnTo>
                    <a:pt x="6504958" y="1856953"/>
                  </a:lnTo>
                  <a:lnTo>
                    <a:pt x="6505294" y="1852604"/>
                  </a:lnTo>
                  <a:lnTo>
                    <a:pt x="6505631" y="1847983"/>
                  </a:lnTo>
                  <a:lnTo>
                    <a:pt x="6505967" y="1843241"/>
                  </a:lnTo>
                  <a:lnTo>
                    <a:pt x="6506303" y="1838222"/>
                  </a:lnTo>
                  <a:lnTo>
                    <a:pt x="6506640" y="1832694"/>
                  </a:lnTo>
                  <a:lnTo>
                    <a:pt x="6506976" y="1827227"/>
                  </a:lnTo>
                  <a:lnTo>
                    <a:pt x="6507313" y="1821580"/>
                  </a:lnTo>
                  <a:lnTo>
                    <a:pt x="6507649" y="1816001"/>
                  </a:lnTo>
                  <a:lnTo>
                    <a:pt x="6507986" y="1810811"/>
                  </a:lnTo>
                  <a:lnTo>
                    <a:pt x="6508322" y="1807241"/>
                  </a:lnTo>
                  <a:lnTo>
                    <a:pt x="6508659" y="1803702"/>
                  </a:lnTo>
                  <a:lnTo>
                    <a:pt x="6508995" y="1801367"/>
                  </a:lnTo>
                  <a:lnTo>
                    <a:pt x="6509332" y="1799311"/>
                  </a:lnTo>
                  <a:lnTo>
                    <a:pt x="6509668" y="1797245"/>
                  </a:lnTo>
                  <a:lnTo>
                    <a:pt x="6510004" y="1794768"/>
                  </a:lnTo>
                  <a:lnTo>
                    <a:pt x="6510341" y="1792053"/>
                  </a:lnTo>
                  <a:lnTo>
                    <a:pt x="6510677" y="1789093"/>
                  </a:lnTo>
                  <a:lnTo>
                    <a:pt x="6511014" y="1785389"/>
                  </a:lnTo>
                  <a:lnTo>
                    <a:pt x="6511350" y="1781441"/>
                  </a:lnTo>
                  <a:lnTo>
                    <a:pt x="6511687" y="1777507"/>
                  </a:lnTo>
                  <a:lnTo>
                    <a:pt x="6512023" y="1773494"/>
                  </a:lnTo>
                  <a:lnTo>
                    <a:pt x="6512360" y="1769586"/>
                  </a:lnTo>
                  <a:lnTo>
                    <a:pt x="6512696" y="1766108"/>
                  </a:lnTo>
                  <a:lnTo>
                    <a:pt x="6513033" y="1762581"/>
                  </a:lnTo>
                  <a:lnTo>
                    <a:pt x="6513369" y="1759336"/>
                  </a:lnTo>
                  <a:lnTo>
                    <a:pt x="6513706" y="1753593"/>
                  </a:lnTo>
                  <a:lnTo>
                    <a:pt x="6514042" y="1746936"/>
                  </a:lnTo>
                  <a:lnTo>
                    <a:pt x="6514378" y="1736662"/>
                  </a:lnTo>
                  <a:lnTo>
                    <a:pt x="6514715" y="1726777"/>
                  </a:lnTo>
                  <a:lnTo>
                    <a:pt x="6515051" y="1717839"/>
                  </a:lnTo>
                  <a:lnTo>
                    <a:pt x="6515388" y="1709843"/>
                  </a:lnTo>
                  <a:lnTo>
                    <a:pt x="6515724" y="1703104"/>
                  </a:lnTo>
                  <a:lnTo>
                    <a:pt x="6516061" y="1697774"/>
                  </a:lnTo>
                  <a:lnTo>
                    <a:pt x="6516397" y="1693671"/>
                  </a:lnTo>
                  <a:lnTo>
                    <a:pt x="6516734" y="1690561"/>
                  </a:lnTo>
                  <a:lnTo>
                    <a:pt x="6517070" y="1688729"/>
                  </a:lnTo>
                  <a:lnTo>
                    <a:pt x="6517407" y="1687320"/>
                  </a:lnTo>
                  <a:lnTo>
                    <a:pt x="6517743" y="1685668"/>
                  </a:lnTo>
                  <a:lnTo>
                    <a:pt x="6518080" y="1683958"/>
                  </a:lnTo>
                  <a:lnTo>
                    <a:pt x="6518416" y="1682852"/>
                  </a:lnTo>
                  <a:lnTo>
                    <a:pt x="6518752" y="1681702"/>
                  </a:lnTo>
                  <a:lnTo>
                    <a:pt x="6519089" y="1681993"/>
                  </a:lnTo>
                  <a:lnTo>
                    <a:pt x="6519425" y="1682307"/>
                  </a:lnTo>
                  <a:lnTo>
                    <a:pt x="6519762" y="1682353"/>
                  </a:lnTo>
                  <a:lnTo>
                    <a:pt x="6520098" y="1681890"/>
                  </a:lnTo>
                  <a:lnTo>
                    <a:pt x="6520435" y="1680997"/>
                  </a:lnTo>
                  <a:lnTo>
                    <a:pt x="6520771" y="1679403"/>
                  </a:lnTo>
                  <a:lnTo>
                    <a:pt x="6521108" y="1677230"/>
                  </a:lnTo>
                  <a:lnTo>
                    <a:pt x="6521444" y="1674192"/>
                  </a:lnTo>
                  <a:lnTo>
                    <a:pt x="6521781" y="1670354"/>
                  </a:lnTo>
                  <a:lnTo>
                    <a:pt x="6522117" y="1666087"/>
                  </a:lnTo>
                  <a:lnTo>
                    <a:pt x="6522454" y="1661759"/>
                  </a:lnTo>
                  <a:lnTo>
                    <a:pt x="6522790" y="1657291"/>
                  </a:lnTo>
                  <a:lnTo>
                    <a:pt x="6523126" y="1652521"/>
                  </a:lnTo>
                  <a:lnTo>
                    <a:pt x="6523463" y="1647249"/>
                  </a:lnTo>
                  <a:lnTo>
                    <a:pt x="6523799" y="1642197"/>
                  </a:lnTo>
                  <a:lnTo>
                    <a:pt x="6524136" y="1637127"/>
                  </a:lnTo>
                  <a:lnTo>
                    <a:pt x="6524472" y="1632419"/>
                  </a:lnTo>
                  <a:lnTo>
                    <a:pt x="6524809" y="1627801"/>
                  </a:lnTo>
                  <a:lnTo>
                    <a:pt x="6525145" y="1621881"/>
                  </a:lnTo>
                  <a:lnTo>
                    <a:pt x="6525482" y="1616658"/>
                  </a:lnTo>
                  <a:lnTo>
                    <a:pt x="6525818" y="1612110"/>
                  </a:lnTo>
                  <a:lnTo>
                    <a:pt x="6526155" y="1608188"/>
                  </a:lnTo>
                  <a:lnTo>
                    <a:pt x="6526491" y="1605249"/>
                  </a:lnTo>
                  <a:lnTo>
                    <a:pt x="6526828" y="1602921"/>
                  </a:lnTo>
                  <a:lnTo>
                    <a:pt x="6527164" y="1600220"/>
                  </a:lnTo>
                  <a:lnTo>
                    <a:pt x="6527500" y="1597505"/>
                  </a:lnTo>
                  <a:lnTo>
                    <a:pt x="6527837" y="1595421"/>
                  </a:lnTo>
                  <a:lnTo>
                    <a:pt x="6528173" y="1594315"/>
                  </a:lnTo>
                  <a:lnTo>
                    <a:pt x="6528510" y="1593503"/>
                  </a:lnTo>
                  <a:lnTo>
                    <a:pt x="6528846" y="1592777"/>
                  </a:lnTo>
                  <a:lnTo>
                    <a:pt x="6529183" y="1592325"/>
                  </a:lnTo>
                  <a:lnTo>
                    <a:pt x="6529519" y="1592440"/>
                  </a:lnTo>
                  <a:lnTo>
                    <a:pt x="6529856" y="1592540"/>
                  </a:lnTo>
                  <a:lnTo>
                    <a:pt x="6530192" y="1592555"/>
                  </a:lnTo>
                  <a:lnTo>
                    <a:pt x="6530529" y="1592159"/>
                  </a:lnTo>
                  <a:lnTo>
                    <a:pt x="6530865" y="1590974"/>
                  </a:lnTo>
                  <a:lnTo>
                    <a:pt x="6531202" y="1589774"/>
                  </a:lnTo>
                  <a:lnTo>
                    <a:pt x="6531538" y="1588503"/>
                  </a:lnTo>
                  <a:lnTo>
                    <a:pt x="6531874" y="1587425"/>
                  </a:lnTo>
                  <a:lnTo>
                    <a:pt x="6532211" y="1587209"/>
                  </a:lnTo>
                  <a:lnTo>
                    <a:pt x="6532547" y="1588437"/>
                  </a:lnTo>
                  <a:lnTo>
                    <a:pt x="6532884" y="1590119"/>
                  </a:lnTo>
                  <a:lnTo>
                    <a:pt x="6533220" y="1589145"/>
                  </a:lnTo>
                  <a:lnTo>
                    <a:pt x="6533557" y="1588326"/>
                  </a:lnTo>
                  <a:lnTo>
                    <a:pt x="6533893" y="1587768"/>
                  </a:lnTo>
                  <a:lnTo>
                    <a:pt x="6534230" y="1587304"/>
                  </a:lnTo>
                  <a:lnTo>
                    <a:pt x="6534566" y="1586537"/>
                  </a:lnTo>
                  <a:lnTo>
                    <a:pt x="6534903" y="1586130"/>
                  </a:lnTo>
                  <a:lnTo>
                    <a:pt x="6535239" y="1585754"/>
                  </a:lnTo>
                  <a:lnTo>
                    <a:pt x="6535576" y="1585772"/>
                  </a:lnTo>
                  <a:lnTo>
                    <a:pt x="6535912" y="1586240"/>
                  </a:lnTo>
                  <a:lnTo>
                    <a:pt x="6536248" y="1586795"/>
                  </a:lnTo>
                  <a:lnTo>
                    <a:pt x="6536585" y="1586784"/>
                  </a:lnTo>
                  <a:lnTo>
                    <a:pt x="6536921" y="1586155"/>
                  </a:lnTo>
                  <a:lnTo>
                    <a:pt x="6537258" y="1584759"/>
                  </a:lnTo>
                  <a:lnTo>
                    <a:pt x="6537594" y="1583401"/>
                  </a:lnTo>
                  <a:lnTo>
                    <a:pt x="6537931" y="1580354"/>
                  </a:lnTo>
                  <a:lnTo>
                    <a:pt x="6538267" y="1578138"/>
                  </a:lnTo>
                  <a:lnTo>
                    <a:pt x="6538604" y="1575248"/>
                  </a:lnTo>
                  <a:lnTo>
                    <a:pt x="6538940" y="1571555"/>
                  </a:lnTo>
                  <a:lnTo>
                    <a:pt x="6539277" y="1568007"/>
                  </a:lnTo>
                  <a:lnTo>
                    <a:pt x="6539613" y="1561423"/>
                  </a:lnTo>
                  <a:lnTo>
                    <a:pt x="6539950" y="1556883"/>
                  </a:lnTo>
                  <a:lnTo>
                    <a:pt x="6540286" y="1551516"/>
                  </a:lnTo>
                  <a:lnTo>
                    <a:pt x="6540622" y="1546713"/>
                  </a:lnTo>
                  <a:lnTo>
                    <a:pt x="6540959" y="1544252"/>
                  </a:lnTo>
                  <a:lnTo>
                    <a:pt x="6541295" y="1542725"/>
                  </a:lnTo>
                  <a:lnTo>
                    <a:pt x="6541632" y="1542993"/>
                  </a:lnTo>
                  <a:lnTo>
                    <a:pt x="6541968" y="1543560"/>
                  </a:lnTo>
                  <a:lnTo>
                    <a:pt x="6542305" y="1545173"/>
                  </a:lnTo>
                  <a:lnTo>
                    <a:pt x="6542641" y="1547354"/>
                  </a:lnTo>
                  <a:lnTo>
                    <a:pt x="6542978" y="1550203"/>
                  </a:lnTo>
                  <a:lnTo>
                    <a:pt x="6543314" y="1553830"/>
                  </a:lnTo>
                  <a:lnTo>
                    <a:pt x="6543651" y="1558155"/>
                  </a:lnTo>
                  <a:lnTo>
                    <a:pt x="6543987" y="1562551"/>
                  </a:lnTo>
                  <a:lnTo>
                    <a:pt x="6544323" y="1566444"/>
                  </a:lnTo>
                  <a:lnTo>
                    <a:pt x="6544660" y="1569839"/>
                  </a:lnTo>
                  <a:lnTo>
                    <a:pt x="6544996" y="1573301"/>
                  </a:lnTo>
                  <a:lnTo>
                    <a:pt x="6545333" y="1576909"/>
                  </a:lnTo>
                  <a:lnTo>
                    <a:pt x="6545669" y="1580379"/>
                  </a:lnTo>
                  <a:lnTo>
                    <a:pt x="6546006" y="1583296"/>
                  </a:lnTo>
                  <a:lnTo>
                    <a:pt x="6546342" y="1585941"/>
                  </a:lnTo>
                  <a:lnTo>
                    <a:pt x="6546679" y="1587473"/>
                  </a:lnTo>
                  <a:lnTo>
                    <a:pt x="6547015" y="1588901"/>
                  </a:lnTo>
                  <a:lnTo>
                    <a:pt x="6547352" y="1591963"/>
                  </a:lnTo>
                  <a:lnTo>
                    <a:pt x="6547688" y="1594829"/>
                  </a:lnTo>
                  <a:lnTo>
                    <a:pt x="6548025" y="1597141"/>
                  </a:lnTo>
                  <a:lnTo>
                    <a:pt x="6548361" y="1597930"/>
                  </a:lnTo>
                  <a:lnTo>
                    <a:pt x="6548697" y="1596983"/>
                  </a:lnTo>
                  <a:lnTo>
                    <a:pt x="6549034" y="1594745"/>
                  </a:lnTo>
                  <a:lnTo>
                    <a:pt x="6549370" y="1591489"/>
                  </a:lnTo>
                  <a:lnTo>
                    <a:pt x="6549707" y="1587819"/>
                  </a:lnTo>
                  <a:lnTo>
                    <a:pt x="6550043" y="1583310"/>
                  </a:lnTo>
                  <a:lnTo>
                    <a:pt x="6550380" y="1579288"/>
                  </a:lnTo>
                  <a:lnTo>
                    <a:pt x="6550716" y="1573417"/>
                  </a:lnTo>
                  <a:lnTo>
                    <a:pt x="6551053" y="1567759"/>
                  </a:lnTo>
                  <a:lnTo>
                    <a:pt x="6551389" y="1559610"/>
                  </a:lnTo>
                  <a:lnTo>
                    <a:pt x="6551726" y="1550672"/>
                  </a:lnTo>
                  <a:lnTo>
                    <a:pt x="6552062" y="1537799"/>
                  </a:lnTo>
                  <a:lnTo>
                    <a:pt x="6552399" y="1524938"/>
                  </a:lnTo>
                  <a:lnTo>
                    <a:pt x="6552735" y="1512057"/>
                  </a:lnTo>
                  <a:lnTo>
                    <a:pt x="6553071" y="1498673"/>
                  </a:lnTo>
                  <a:lnTo>
                    <a:pt x="6553408" y="1485482"/>
                  </a:lnTo>
                  <a:lnTo>
                    <a:pt x="6553744" y="1473275"/>
                  </a:lnTo>
                  <a:lnTo>
                    <a:pt x="6554081" y="1461785"/>
                  </a:lnTo>
                  <a:lnTo>
                    <a:pt x="6554417" y="1450032"/>
                  </a:lnTo>
                  <a:lnTo>
                    <a:pt x="6554754" y="1438639"/>
                  </a:lnTo>
                  <a:lnTo>
                    <a:pt x="6555090" y="1427556"/>
                  </a:lnTo>
                  <a:lnTo>
                    <a:pt x="6555427" y="1416580"/>
                  </a:lnTo>
                  <a:lnTo>
                    <a:pt x="6555763" y="1405882"/>
                  </a:lnTo>
                  <a:lnTo>
                    <a:pt x="6556100" y="1394946"/>
                  </a:lnTo>
                  <a:lnTo>
                    <a:pt x="6556436" y="1383650"/>
                  </a:lnTo>
                  <a:lnTo>
                    <a:pt x="6556773" y="1372752"/>
                  </a:lnTo>
                  <a:lnTo>
                    <a:pt x="6557109" y="1361646"/>
                  </a:lnTo>
                  <a:lnTo>
                    <a:pt x="6557445" y="1350703"/>
                  </a:lnTo>
                  <a:lnTo>
                    <a:pt x="6557782" y="1340606"/>
                  </a:lnTo>
                  <a:lnTo>
                    <a:pt x="6558118" y="1334930"/>
                  </a:lnTo>
                  <a:lnTo>
                    <a:pt x="6558455" y="1330487"/>
                  </a:lnTo>
                  <a:lnTo>
                    <a:pt x="6558791" y="1325825"/>
                  </a:lnTo>
                  <a:lnTo>
                    <a:pt x="6559128" y="1321493"/>
                  </a:lnTo>
                  <a:lnTo>
                    <a:pt x="6559464" y="1317524"/>
                  </a:lnTo>
                  <a:lnTo>
                    <a:pt x="6559801" y="1313947"/>
                  </a:lnTo>
                  <a:lnTo>
                    <a:pt x="6560137" y="1310946"/>
                  </a:lnTo>
                  <a:lnTo>
                    <a:pt x="6560474" y="1308114"/>
                  </a:lnTo>
                  <a:lnTo>
                    <a:pt x="6560810" y="1305582"/>
                  </a:lnTo>
                  <a:lnTo>
                    <a:pt x="6561147" y="1304697"/>
                  </a:lnTo>
                  <a:lnTo>
                    <a:pt x="6561483" y="1304385"/>
                  </a:lnTo>
                  <a:lnTo>
                    <a:pt x="6561819" y="1305459"/>
                  </a:lnTo>
                  <a:lnTo>
                    <a:pt x="6562156" y="1307249"/>
                  </a:lnTo>
                  <a:lnTo>
                    <a:pt x="6562492" y="1309883"/>
                  </a:lnTo>
                  <a:lnTo>
                    <a:pt x="6562829" y="1312419"/>
                  </a:lnTo>
                  <a:lnTo>
                    <a:pt x="6563165" y="1314671"/>
                  </a:lnTo>
                  <a:lnTo>
                    <a:pt x="6563502" y="1316949"/>
                  </a:lnTo>
                  <a:lnTo>
                    <a:pt x="6563838" y="1319764"/>
                  </a:lnTo>
                  <a:lnTo>
                    <a:pt x="6564175" y="1323263"/>
                  </a:lnTo>
                  <a:lnTo>
                    <a:pt x="6564511" y="1327284"/>
                  </a:lnTo>
                  <a:lnTo>
                    <a:pt x="6564848" y="1330961"/>
                  </a:lnTo>
                  <a:lnTo>
                    <a:pt x="6565184" y="1334870"/>
                  </a:lnTo>
                  <a:lnTo>
                    <a:pt x="6565521" y="1339303"/>
                  </a:lnTo>
                  <a:lnTo>
                    <a:pt x="6565857" y="1345379"/>
                  </a:lnTo>
                  <a:lnTo>
                    <a:pt x="6566193" y="1350650"/>
                  </a:lnTo>
                  <a:lnTo>
                    <a:pt x="6566530" y="1355940"/>
                  </a:lnTo>
                  <a:lnTo>
                    <a:pt x="6566866" y="1363756"/>
                  </a:lnTo>
                  <a:lnTo>
                    <a:pt x="6567203" y="1370574"/>
                  </a:lnTo>
                  <a:lnTo>
                    <a:pt x="6567539" y="1377025"/>
                  </a:lnTo>
                  <a:lnTo>
                    <a:pt x="6567876" y="1384430"/>
                  </a:lnTo>
                  <a:lnTo>
                    <a:pt x="6568212" y="1392096"/>
                  </a:lnTo>
                  <a:lnTo>
                    <a:pt x="6568549" y="1399407"/>
                  </a:lnTo>
                  <a:lnTo>
                    <a:pt x="6568885" y="1405776"/>
                  </a:lnTo>
                  <a:lnTo>
                    <a:pt x="6569222" y="1412118"/>
                  </a:lnTo>
                  <a:lnTo>
                    <a:pt x="6569558" y="1418072"/>
                  </a:lnTo>
                  <a:lnTo>
                    <a:pt x="6569895" y="1424809"/>
                  </a:lnTo>
                  <a:lnTo>
                    <a:pt x="6570231" y="1431458"/>
                  </a:lnTo>
                  <a:lnTo>
                    <a:pt x="6570567" y="1436132"/>
                  </a:lnTo>
                  <a:lnTo>
                    <a:pt x="6570904" y="1440482"/>
                  </a:lnTo>
                  <a:lnTo>
                    <a:pt x="6571240" y="1445193"/>
                  </a:lnTo>
                  <a:lnTo>
                    <a:pt x="6571577" y="1450123"/>
                  </a:lnTo>
                  <a:lnTo>
                    <a:pt x="6571913" y="1454922"/>
                  </a:lnTo>
                  <a:lnTo>
                    <a:pt x="6572250" y="1460370"/>
                  </a:lnTo>
                  <a:lnTo>
                    <a:pt x="6572586" y="1466525"/>
                  </a:lnTo>
                  <a:lnTo>
                    <a:pt x="6572923" y="1473247"/>
                  </a:lnTo>
                  <a:lnTo>
                    <a:pt x="6573259" y="1479870"/>
                  </a:lnTo>
                  <a:lnTo>
                    <a:pt x="6573596" y="1486559"/>
                  </a:lnTo>
                  <a:lnTo>
                    <a:pt x="6573932" y="1493178"/>
                  </a:lnTo>
                  <a:lnTo>
                    <a:pt x="6574269" y="1500038"/>
                  </a:lnTo>
                  <a:lnTo>
                    <a:pt x="6574605" y="1506843"/>
                  </a:lnTo>
                  <a:lnTo>
                    <a:pt x="6574941" y="1513406"/>
                  </a:lnTo>
                  <a:lnTo>
                    <a:pt x="6575278" y="1519594"/>
                  </a:lnTo>
                  <a:lnTo>
                    <a:pt x="6575614" y="1524055"/>
                  </a:lnTo>
                  <a:lnTo>
                    <a:pt x="6575951" y="1528564"/>
                  </a:lnTo>
                  <a:lnTo>
                    <a:pt x="6576287" y="1532616"/>
                  </a:lnTo>
                  <a:lnTo>
                    <a:pt x="6576624" y="1536835"/>
                  </a:lnTo>
                  <a:lnTo>
                    <a:pt x="6576960" y="1541027"/>
                  </a:lnTo>
                  <a:lnTo>
                    <a:pt x="6577297" y="1545157"/>
                  </a:lnTo>
                  <a:lnTo>
                    <a:pt x="6577633" y="1549200"/>
                  </a:lnTo>
                  <a:lnTo>
                    <a:pt x="6577970" y="1553203"/>
                  </a:lnTo>
                  <a:lnTo>
                    <a:pt x="6578306" y="1557768"/>
                  </a:lnTo>
                  <a:lnTo>
                    <a:pt x="6578642" y="1562140"/>
                  </a:lnTo>
                  <a:lnTo>
                    <a:pt x="6578979" y="1566124"/>
                  </a:lnTo>
                  <a:lnTo>
                    <a:pt x="6579315" y="1570116"/>
                  </a:lnTo>
                  <a:lnTo>
                    <a:pt x="6579652" y="1574075"/>
                  </a:lnTo>
                  <a:lnTo>
                    <a:pt x="6579988" y="1577832"/>
                  </a:lnTo>
                  <a:lnTo>
                    <a:pt x="6580325" y="1581841"/>
                  </a:lnTo>
                  <a:lnTo>
                    <a:pt x="6580661" y="1586156"/>
                  </a:lnTo>
                  <a:lnTo>
                    <a:pt x="6580998" y="1592920"/>
                  </a:lnTo>
                  <a:lnTo>
                    <a:pt x="6581334" y="1599728"/>
                  </a:lnTo>
                  <a:lnTo>
                    <a:pt x="6581671" y="1609771"/>
                  </a:lnTo>
                  <a:lnTo>
                    <a:pt x="6582007" y="1619477"/>
                  </a:lnTo>
                  <a:lnTo>
                    <a:pt x="6582344" y="1628817"/>
                  </a:lnTo>
                  <a:lnTo>
                    <a:pt x="6582680" y="1637546"/>
                  </a:lnTo>
                  <a:lnTo>
                    <a:pt x="6583016" y="1645406"/>
                  </a:lnTo>
                  <a:lnTo>
                    <a:pt x="6583353" y="1652468"/>
                  </a:lnTo>
                  <a:lnTo>
                    <a:pt x="6583689" y="1659587"/>
                  </a:lnTo>
                  <a:lnTo>
                    <a:pt x="6584026" y="1666412"/>
                  </a:lnTo>
                  <a:lnTo>
                    <a:pt x="6584362" y="1672181"/>
                  </a:lnTo>
                  <a:lnTo>
                    <a:pt x="6584699" y="1677333"/>
                  </a:lnTo>
                  <a:lnTo>
                    <a:pt x="6585035" y="1682290"/>
                  </a:lnTo>
                  <a:lnTo>
                    <a:pt x="6585372" y="1686881"/>
                  </a:lnTo>
                  <a:lnTo>
                    <a:pt x="6585708" y="1690336"/>
                  </a:lnTo>
                  <a:lnTo>
                    <a:pt x="6586045" y="1693964"/>
                  </a:lnTo>
                  <a:lnTo>
                    <a:pt x="6586381" y="1696863"/>
                  </a:lnTo>
                  <a:lnTo>
                    <a:pt x="6586718" y="1699273"/>
                  </a:lnTo>
                  <a:lnTo>
                    <a:pt x="6587054" y="1701769"/>
                  </a:lnTo>
                  <a:lnTo>
                    <a:pt x="6587390" y="1704553"/>
                  </a:lnTo>
                  <a:lnTo>
                    <a:pt x="6587727" y="1707609"/>
                  </a:lnTo>
                  <a:lnTo>
                    <a:pt x="6588063" y="1711079"/>
                  </a:lnTo>
                  <a:lnTo>
                    <a:pt x="6588400" y="1714376"/>
                  </a:lnTo>
                  <a:lnTo>
                    <a:pt x="6588736" y="1717564"/>
                  </a:lnTo>
                  <a:lnTo>
                    <a:pt x="6589073" y="1721117"/>
                  </a:lnTo>
                  <a:lnTo>
                    <a:pt x="6589409" y="1725021"/>
                  </a:lnTo>
                  <a:lnTo>
                    <a:pt x="6589746" y="1729198"/>
                  </a:lnTo>
                  <a:lnTo>
                    <a:pt x="6590082" y="1733720"/>
                  </a:lnTo>
                  <a:lnTo>
                    <a:pt x="6590419" y="1738618"/>
                  </a:lnTo>
                  <a:lnTo>
                    <a:pt x="6590755" y="1743956"/>
                  </a:lnTo>
                  <a:lnTo>
                    <a:pt x="6591092" y="1748954"/>
                  </a:lnTo>
                  <a:lnTo>
                    <a:pt x="6591428" y="1754028"/>
                  </a:lnTo>
                  <a:lnTo>
                    <a:pt x="6591764" y="1759156"/>
                  </a:lnTo>
                  <a:lnTo>
                    <a:pt x="6592101" y="1764420"/>
                  </a:lnTo>
                  <a:lnTo>
                    <a:pt x="6592437" y="1771051"/>
                  </a:lnTo>
                  <a:lnTo>
                    <a:pt x="6592774" y="1777675"/>
                  </a:lnTo>
                  <a:lnTo>
                    <a:pt x="6593110" y="1784141"/>
                  </a:lnTo>
                  <a:lnTo>
                    <a:pt x="6593447" y="1790492"/>
                  </a:lnTo>
                  <a:lnTo>
                    <a:pt x="6593783" y="1796627"/>
                  </a:lnTo>
                  <a:lnTo>
                    <a:pt x="6594120" y="1802454"/>
                  </a:lnTo>
                  <a:lnTo>
                    <a:pt x="6594456" y="1808532"/>
                  </a:lnTo>
                  <a:lnTo>
                    <a:pt x="6594793" y="1814552"/>
                  </a:lnTo>
                  <a:lnTo>
                    <a:pt x="6595129" y="1820041"/>
                  </a:lnTo>
                  <a:lnTo>
                    <a:pt x="6595466" y="1824876"/>
                  </a:lnTo>
                  <a:lnTo>
                    <a:pt x="6595802" y="1829424"/>
                  </a:lnTo>
                  <a:lnTo>
                    <a:pt x="6596138" y="1833821"/>
                  </a:lnTo>
                  <a:lnTo>
                    <a:pt x="6596475" y="1838591"/>
                  </a:lnTo>
                  <a:lnTo>
                    <a:pt x="6596811" y="1843505"/>
                  </a:lnTo>
                  <a:lnTo>
                    <a:pt x="6597148" y="1848254"/>
                  </a:lnTo>
                  <a:lnTo>
                    <a:pt x="6597484" y="1852845"/>
                  </a:lnTo>
                  <a:lnTo>
                    <a:pt x="6597821" y="1857263"/>
                  </a:lnTo>
                  <a:lnTo>
                    <a:pt x="6598157" y="1862148"/>
                  </a:lnTo>
                  <a:lnTo>
                    <a:pt x="6598494" y="1866969"/>
                  </a:lnTo>
                  <a:lnTo>
                    <a:pt x="6598830" y="1872020"/>
                  </a:lnTo>
                  <a:lnTo>
                    <a:pt x="6599167" y="1877487"/>
                  </a:lnTo>
                  <a:lnTo>
                    <a:pt x="6599503" y="1882810"/>
                  </a:lnTo>
                  <a:lnTo>
                    <a:pt x="6599840" y="1887316"/>
                  </a:lnTo>
                  <a:lnTo>
                    <a:pt x="6600176" y="1892200"/>
                  </a:lnTo>
                  <a:lnTo>
                    <a:pt x="6600512" y="1897832"/>
                  </a:lnTo>
                  <a:lnTo>
                    <a:pt x="6600849" y="1902430"/>
                  </a:lnTo>
                  <a:lnTo>
                    <a:pt x="6601185" y="1907197"/>
                  </a:lnTo>
                  <a:lnTo>
                    <a:pt x="6601522" y="1911003"/>
                  </a:lnTo>
                  <a:lnTo>
                    <a:pt x="6601858" y="1915348"/>
                  </a:lnTo>
                  <a:lnTo>
                    <a:pt x="6602195" y="1919952"/>
                  </a:lnTo>
                  <a:lnTo>
                    <a:pt x="6602531" y="1924910"/>
                  </a:lnTo>
                  <a:lnTo>
                    <a:pt x="6602868" y="1929993"/>
                  </a:lnTo>
                  <a:lnTo>
                    <a:pt x="6603204" y="1934947"/>
                  </a:lnTo>
                  <a:lnTo>
                    <a:pt x="6603541" y="1939624"/>
                  </a:lnTo>
                  <a:lnTo>
                    <a:pt x="6603877" y="1944287"/>
                  </a:lnTo>
                  <a:lnTo>
                    <a:pt x="6604214" y="1949248"/>
                  </a:lnTo>
                  <a:lnTo>
                    <a:pt x="6604550" y="1954549"/>
                  </a:lnTo>
                  <a:lnTo>
                    <a:pt x="6604886" y="1959900"/>
                  </a:lnTo>
                  <a:lnTo>
                    <a:pt x="6605223" y="1966587"/>
                  </a:lnTo>
                  <a:lnTo>
                    <a:pt x="6605559" y="1973201"/>
                  </a:lnTo>
                  <a:lnTo>
                    <a:pt x="6605896" y="1980134"/>
                  </a:lnTo>
                  <a:lnTo>
                    <a:pt x="6606232" y="1989329"/>
                  </a:lnTo>
                  <a:lnTo>
                    <a:pt x="6606569" y="1998570"/>
                  </a:lnTo>
                  <a:lnTo>
                    <a:pt x="6606905" y="2010873"/>
                  </a:lnTo>
                  <a:lnTo>
                    <a:pt x="6607242" y="2022655"/>
                  </a:lnTo>
                  <a:lnTo>
                    <a:pt x="6607578" y="2034146"/>
                  </a:lnTo>
                  <a:lnTo>
                    <a:pt x="6607915" y="2042887"/>
                  </a:lnTo>
                  <a:lnTo>
                    <a:pt x="6608251" y="2049357"/>
                  </a:lnTo>
                  <a:lnTo>
                    <a:pt x="6608587" y="2054587"/>
                  </a:lnTo>
                  <a:lnTo>
                    <a:pt x="6608924" y="2058991"/>
                  </a:lnTo>
                  <a:lnTo>
                    <a:pt x="6609260" y="2063181"/>
                  </a:lnTo>
                  <a:lnTo>
                    <a:pt x="6609597" y="2065801"/>
                  </a:lnTo>
                  <a:lnTo>
                    <a:pt x="6609933" y="2067865"/>
                  </a:lnTo>
                  <a:lnTo>
                    <a:pt x="6610270" y="2069433"/>
                  </a:lnTo>
                  <a:lnTo>
                    <a:pt x="6610606" y="2070872"/>
                  </a:lnTo>
                  <a:lnTo>
                    <a:pt x="6610943" y="2072216"/>
                  </a:lnTo>
                  <a:lnTo>
                    <a:pt x="6611279" y="2073161"/>
                  </a:lnTo>
                  <a:lnTo>
                    <a:pt x="6611616" y="2074591"/>
                  </a:lnTo>
                  <a:lnTo>
                    <a:pt x="6611952" y="2076245"/>
                  </a:lnTo>
                  <a:lnTo>
                    <a:pt x="6612289" y="2077792"/>
                  </a:lnTo>
                  <a:lnTo>
                    <a:pt x="6612625" y="2079480"/>
                  </a:lnTo>
                  <a:lnTo>
                    <a:pt x="6612961" y="2081258"/>
                  </a:lnTo>
                  <a:lnTo>
                    <a:pt x="6613298" y="2083502"/>
                  </a:lnTo>
                  <a:lnTo>
                    <a:pt x="6613634" y="2086149"/>
                  </a:lnTo>
                  <a:lnTo>
                    <a:pt x="6613971" y="2089024"/>
                  </a:lnTo>
                  <a:lnTo>
                    <a:pt x="6614307" y="2092239"/>
                  </a:lnTo>
                  <a:lnTo>
                    <a:pt x="6614644" y="2095629"/>
                  </a:lnTo>
                  <a:lnTo>
                    <a:pt x="6614980" y="2098996"/>
                  </a:lnTo>
                  <a:lnTo>
                    <a:pt x="6615317" y="2102656"/>
                  </a:lnTo>
                  <a:lnTo>
                    <a:pt x="6615653" y="2107100"/>
                  </a:lnTo>
                  <a:lnTo>
                    <a:pt x="6615990" y="2112855"/>
                  </a:lnTo>
                  <a:lnTo>
                    <a:pt x="6616326" y="2119776"/>
                  </a:lnTo>
                  <a:lnTo>
                    <a:pt x="6616663" y="2126452"/>
                  </a:lnTo>
                  <a:lnTo>
                    <a:pt x="6616999" y="2133327"/>
                  </a:lnTo>
                  <a:lnTo>
                    <a:pt x="6617335" y="2141106"/>
                  </a:lnTo>
                  <a:lnTo>
                    <a:pt x="6617672" y="2148883"/>
                  </a:lnTo>
                  <a:lnTo>
                    <a:pt x="6618008" y="2158319"/>
                  </a:lnTo>
                  <a:lnTo>
                    <a:pt x="6618345" y="2167655"/>
                  </a:lnTo>
                  <a:lnTo>
                    <a:pt x="6618681" y="2179344"/>
                  </a:lnTo>
                  <a:lnTo>
                    <a:pt x="6619018" y="2191885"/>
                  </a:lnTo>
                  <a:lnTo>
                    <a:pt x="6619354" y="2208064"/>
                  </a:lnTo>
                  <a:lnTo>
                    <a:pt x="6619691" y="2224172"/>
                  </a:lnTo>
                  <a:lnTo>
                    <a:pt x="6620027" y="2240214"/>
                  </a:lnTo>
                  <a:lnTo>
                    <a:pt x="6620364" y="2256523"/>
                  </a:lnTo>
                  <a:lnTo>
                    <a:pt x="6620700" y="2272766"/>
                  </a:lnTo>
                  <a:lnTo>
                    <a:pt x="6621037" y="2288371"/>
                  </a:lnTo>
                  <a:lnTo>
                    <a:pt x="6621373" y="2302955"/>
                  </a:lnTo>
                  <a:lnTo>
                    <a:pt x="6621709" y="2317345"/>
                  </a:lnTo>
                  <a:lnTo>
                    <a:pt x="6622046" y="2330665"/>
                  </a:lnTo>
                  <a:lnTo>
                    <a:pt x="6622382" y="2343266"/>
                  </a:lnTo>
                  <a:lnTo>
                    <a:pt x="6622719" y="2355242"/>
                  </a:lnTo>
                  <a:lnTo>
                    <a:pt x="6623055" y="2366795"/>
                  </a:lnTo>
                  <a:lnTo>
                    <a:pt x="6623392" y="2378196"/>
                  </a:lnTo>
                  <a:lnTo>
                    <a:pt x="6623728" y="2389849"/>
                  </a:lnTo>
                  <a:lnTo>
                    <a:pt x="6624065" y="2401301"/>
                  </a:lnTo>
                  <a:lnTo>
                    <a:pt x="6624401" y="2412379"/>
                  </a:lnTo>
                  <a:lnTo>
                    <a:pt x="6624738" y="2423249"/>
                  </a:lnTo>
                  <a:lnTo>
                    <a:pt x="6625074" y="2433235"/>
                  </a:lnTo>
                  <a:lnTo>
                    <a:pt x="6625411" y="2438597"/>
                  </a:lnTo>
                  <a:lnTo>
                    <a:pt x="6625747" y="2442479"/>
                  </a:lnTo>
                  <a:lnTo>
                    <a:pt x="6626083" y="2445365"/>
                  </a:lnTo>
                  <a:lnTo>
                    <a:pt x="6626420" y="2448076"/>
                  </a:lnTo>
                  <a:lnTo>
                    <a:pt x="6626756" y="2450753"/>
                  </a:lnTo>
                  <a:lnTo>
                    <a:pt x="6627093" y="2453775"/>
                  </a:lnTo>
                  <a:lnTo>
                    <a:pt x="6627429" y="2456855"/>
                  </a:lnTo>
                  <a:lnTo>
                    <a:pt x="6627766" y="2460735"/>
                  </a:lnTo>
                  <a:lnTo>
                    <a:pt x="6628102" y="2464339"/>
                  </a:lnTo>
                  <a:lnTo>
                    <a:pt x="6628439" y="2467434"/>
                  </a:lnTo>
                  <a:lnTo>
                    <a:pt x="6628775" y="2469773"/>
                  </a:lnTo>
                  <a:lnTo>
                    <a:pt x="6629112" y="2471244"/>
                  </a:lnTo>
                  <a:lnTo>
                    <a:pt x="6629448" y="2472019"/>
                  </a:lnTo>
                  <a:lnTo>
                    <a:pt x="6629785" y="2472579"/>
                  </a:lnTo>
                  <a:lnTo>
                    <a:pt x="6630121" y="2473515"/>
                  </a:lnTo>
                  <a:lnTo>
                    <a:pt x="6630457" y="2475051"/>
                  </a:lnTo>
                  <a:lnTo>
                    <a:pt x="6630794" y="2476941"/>
                  </a:lnTo>
                  <a:lnTo>
                    <a:pt x="6631130" y="2478967"/>
                  </a:lnTo>
                  <a:lnTo>
                    <a:pt x="6631467" y="2481920"/>
                  </a:lnTo>
                  <a:lnTo>
                    <a:pt x="6631803" y="2484473"/>
                  </a:lnTo>
                  <a:lnTo>
                    <a:pt x="6632140" y="2486893"/>
                  </a:lnTo>
                  <a:lnTo>
                    <a:pt x="6632476" y="2488855"/>
                  </a:lnTo>
                  <a:lnTo>
                    <a:pt x="6632813" y="2490789"/>
                  </a:lnTo>
                  <a:lnTo>
                    <a:pt x="6633149" y="2492979"/>
                  </a:lnTo>
                  <a:lnTo>
                    <a:pt x="6633486" y="2495541"/>
                  </a:lnTo>
                  <a:lnTo>
                    <a:pt x="6633822" y="2497926"/>
                  </a:lnTo>
                  <a:lnTo>
                    <a:pt x="6634159" y="2500893"/>
                  </a:lnTo>
                  <a:lnTo>
                    <a:pt x="6634495" y="2504996"/>
                  </a:lnTo>
                  <a:lnTo>
                    <a:pt x="6634831" y="2509141"/>
                  </a:lnTo>
                  <a:lnTo>
                    <a:pt x="6635168" y="2511888"/>
                  </a:lnTo>
                  <a:lnTo>
                    <a:pt x="6635504" y="2514488"/>
                  </a:lnTo>
                  <a:lnTo>
                    <a:pt x="6635841" y="2517106"/>
                  </a:lnTo>
                  <a:lnTo>
                    <a:pt x="6636177" y="2519624"/>
                  </a:lnTo>
                  <a:lnTo>
                    <a:pt x="6636514" y="2522413"/>
                  </a:lnTo>
                  <a:lnTo>
                    <a:pt x="6636850" y="2525382"/>
                  </a:lnTo>
                  <a:lnTo>
                    <a:pt x="6637187" y="2528322"/>
                  </a:lnTo>
                  <a:lnTo>
                    <a:pt x="6637523" y="2531300"/>
                  </a:lnTo>
                  <a:lnTo>
                    <a:pt x="6637860" y="2533935"/>
                  </a:lnTo>
                  <a:lnTo>
                    <a:pt x="6638196" y="2536292"/>
                  </a:lnTo>
                  <a:lnTo>
                    <a:pt x="6638533" y="2538401"/>
                  </a:lnTo>
                  <a:lnTo>
                    <a:pt x="6638869" y="2540329"/>
                  </a:lnTo>
                  <a:lnTo>
                    <a:pt x="6639205" y="2541920"/>
                  </a:lnTo>
                  <a:lnTo>
                    <a:pt x="6639542" y="2542693"/>
                  </a:lnTo>
                  <a:lnTo>
                    <a:pt x="6639878" y="2543316"/>
                  </a:lnTo>
                  <a:lnTo>
                    <a:pt x="6640215" y="2543831"/>
                  </a:lnTo>
                  <a:lnTo>
                    <a:pt x="6640551" y="2544341"/>
                  </a:lnTo>
                  <a:lnTo>
                    <a:pt x="6640888" y="2544938"/>
                  </a:lnTo>
                  <a:lnTo>
                    <a:pt x="6641224" y="2545926"/>
                  </a:lnTo>
                  <a:lnTo>
                    <a:pt x="6641561" y="2546641"/>
                  </a:lnTo>
                  <a:lnTo>
                    <a:pt x="6641897" y="2547256"/>
                  </a:lnTo>
                  <a:lnTo>
                    <a:pt x="6642234" y="2547810"/>
                  </a:lnTo>
                  <a:lnTo>
                    <a:pt x="6642570" y="2548353"/>
                  </a:lnTo>
                  <a:lnTo>
                    <a:pt x="6642906" y="2549048"/>
                  </a:lnTo>
                  <a:lnTo>
                    <a:pt x="6643243" y="2549878"/>
                  </a:lnTo>
                  <a:lnTo>
                    <a:pt x="6643579" y="2550889"/>
                  </a:lnTo>
                  <a:lnTo>
                    <a:pt x="6643916" y="2551856"/>
                  </a:lnTo>
                  <a:lnTo>
                    <a:pt x="6644252" y="2552856"/>
                  </a:lnTo>
                  <a:lnTo>
                    <a:pt x="6644589" y="2554167"/>
                  </a:lnTo>
                  <a:lnTo>
                    <a:pt x="6644925" y="2555852"/>
                  </a:lnTo>
                  <a:lnTo>
                    <a:pt x="6645262" y="2557542"/>
                  </a:lnTo>
                  <a:lnTo>
                    <a:pt x="6645598" y="2558927"/>
                  </a:lnTo>
                  <a:lnTo>
                    <a:pt x="6645935" y="2560669"/>
                  </a:lnTo>
                  <a:lnTo>
                    <a:pt x="6646271" y="2562472"/>
                  </a:lnTo>
                  <a:lnTo>
                    <a:pt x="6646608" y="2564505"/>
                  </a:lnTo>
                  <a:lnTo>
                    <a:pt x="6646944" y="2566560"/>
                  </a:lnTo>
                  <a:lnTo>
                    <a:pt x="6647280" y="2568658"/>
                  </a:lnTo>
                  <a:lnTo>
                    <a:pt x="6647617" y="2570591"/>
                  </a:lnTo>
                  <a:lnTo>
                    <a:pt x="6647953" y="2572106"/>
                  </a:lnTo>
                  <a:lnTo>
                    <a:pt x="6648290" y="2573436"/>
                  </a:lnTo>
                  <a:lnTo>
                    <a:pt x="6648626" y="2574585"/>
                  </a:lnTo>
                  <a:lnTo>
                    <a:pt x="6648963" y="2575735"/>
                  </a:lnTo>
                  <a:lnTo>
                    <a:pt x="6649299" y="2576589"/>
                  </a:lnTo>
                  <a:lnTo>
                    <a:pt x="6649636" y="2576956"/>
                  </a:lnTo>
                  <a:lnTo>
                    <a:pt x="6649972" y="2576827"/>
                  </a:lnTo>
                  <a:lnTo>
                    <a:pt x="6650309" y="2576431"/>
                  </a:lnTo>
                  <a:lnTo>
                    <a:pt x="6650645" y="2576122"/>
                  </a:lnTo>
                  <a:lnTo>
                    <a:pt x="6650982" y="2575332"/>
                  </a:lnTo>
                  <a:lnTo>
                    <a:pt x="6651318" y="2573960"/>
                  </a:lnTo>
                  <a:lnTo>
                    <a:pt x="6651654" y="2572229"/>
                  </a:lnTo>
                  <a:lnTo>
                    <a:pt x="6651991" y="2570476"/>
                  </a:lnTo>
                  <a:lnTo>
                    <a:pt x="6652327" y="2568766"/>
                  </a:lnTo>
                  <a:lnTo>
                    <a:pt x="6652664" y="2567444"/>
                  </a:lnTo>
                  <a:lnTo>
                    <a:pt x="6653000" y="2566754"/>
                  </a:lnTo>
                  <a:lnTo>
                    <a:pt x="6653337" y="2566237"/>
                  </a:lnTo>
                  <a:lnTo>
                    <a:pt x="6653673" y="2565130"/>
                  </a:lnTo>
                  <a:lnTo>
                    <a:pt x="6654010" y="2564317"/>
                  </a:lnTo>
                  <a:lnTo>
                    <a:pt x="6654346" y="2563486"/>
                  </a:lnTo>
                  <a:lnTo>
                    <a:pt x="6654683" y="2562839"/>
                  </a:lnTo>
                  <a:lnTo>
                    <a:pt x="6655019" y="2562392"/>
                  </a:lnTo>
                  <a:lnTo>
                    <a:pt x="6655356" y="2562025"/>
                  </a:lnTo>
                  <a:lnTo>
                    <a:pt x="6655692" y="2561669"/>
                  </a:lnTo>
                  <a:lnTo>
                    <a:pt x="6656028" y="2561701"/>
                  </a:lnTo>
                  <a:lnTo>
                    <a:pt x="6656365" y="2561862"/>
                  </a:lnTo>
                  <a:lnTo>
                    <a:pt x="6656701" y="2562103"/>
                  </a:lnTo>
                  <a:lnTo>
                    <a:pt x="6657038" y="2562326"/>
                  </a:lnTo>
                  <a:lnTo>
                    <a:pt x="6657374" y="2562553"/>
                  </a:lnTo>
                  <a:lnTo>
                    <a:pt x="6657711" y="2562633"/>
                  </a:lnTo>
                  <a:lnTo>
                    <a:pt x="6658047" y="2562894"/>
                  </a:lnTo>
                  <a:lnTo>
                    <a:pt x="6658384" y="2563055"/>
                  </a:lnTo>
                  <a:lnTo>
                    <a:pt x="6658720" y="2562998"/>
                  </a:lnTo>
                  <a:lnTo>
                    <a:pt x="6659057" y="2562589"/>
                  </a:lnTo>
                  <a:lnTo>
                    <a:pt x="6659393" y="2562303"/>
                  </a:lnTo>
                  <a:lnTo>
                    <a:pt x="6659730" y="2562293"/>
                  </a:lnTo>
                  <a:lnTo>
                    <a:pt x="6660066" y="2562196"/>
                  </a:lnTo>
                  <a:lnTo>
                    <a:pt x="6660402" y="2562004"/>
                  </a:lnTo>
                  <a:lnTo>
                    <a:pt x="6660739" y="2561754"/>
                  </a:lnTo>
                  <a:lnTo>
                    <a:pt x="6661075" y="2561382"/>
                  </a:lnTo>
                  <a:lnTo>
                    <a:pt x="6661412" y="2560925"/>
                  </a:lnTo>
                  <a:lnTo>
                    <a:pt x="6661748" y="2560426"/>
                  </a:lnTo>
                  <a:lnTo>
                    <a:pt x="6662085" y="2559776"/>
                  </a:lnTo>
                  <a:lnTo>
                    <a:pt x="6662421" y="2559037"/>
                  </a:lnTo>
                  <a:lnTo>
                    <a:pt x="6662758" y="2558151"/>
                  </a:lnTo>
                  <a:lnTo>
                    <a:pt x="6663094" y="2557266"/>
                  </a:lnTo>
                  <a:lnTo>
                    <a:pt x="6663431" y="2556269"/>
                  </a:lnTo>
                  <a:lnTo>
                    <a:pt x="6663767" y="2554595"/>
                  </a:lnTo>
                  <a:lnTo>
                    <a:pt x="6664104" y="2553158"/>
                  </a:lnTo>
                  <a:lnTo>
                    <a:pt x="6664440" y="2551865"/>
                  </a:lnTo>
                  <a:lnTo>
                    <a:pt x="6664776" y="2550744"/>
                  </a:lnTo>
                  <a:lnTo>
                    <a:pt x="6665113" y="2549738"/>
                  </a:lnTo>
                  <a:lnTo>
                    <a:pt x="6665449" y="2548977"/>
                  </a:lnTo>
                  <a:lnTo>
                    <a:pt x="6665786" y="2548215"/>
                  </a:lnTo>
                  <a:lnTo>
                    <a:pt x="6666122" y="2547231"/>
                  </a:lnTo>
                  <a:lnTo>
                    <a:pt x="6666459" y="2546053"/>
                  </a:lnTo>
                  <a:lnTo>
                    <a:pt x="6666795" y="2544616"/>
                  </a:lnTo>
                  <a:lnTo>
                    <a:pt x="6667132" y="2543280"/>
                  </a:lnTo>
                  <a:lnTo>
                    <a:pt x="6667468" y="2542044"/>
                  </a:lnTo>
                  <a:lnTo>
                    <a:pt x="6667805" y="2541160"/>
                  </a:lnTo>
                  <a:lnTo>
                    <a:pt x="6668141" y="2540169"/>
                  </a:lnTo>
                  <a:lnTo>
                    <a:pt x="6668478" y="2539170"/>
                  </a:lnTo>
                  <a:lnTo>
                    <a:pt x="6668814" y="2538279"/>
                  </a:lnTo>
                  <a:lnTo>
                    <a:pt x="6669150" y="2536914"/>
                  </a:lnTo>
                  <a:lnTo>
                    <a:pt x="6669487" y="2535046"/>
                  </a:lnTo>
                  <a:lnTo>
                    <a:pt x="6669823" y="2533042"/>
                  </a:lnTo>
                  <a:lnTo>
                    <a:pt x="6670160" y="2531030"/>
                  </a:lnTo>
                  <a:lnTo>
                    <a:pt x="6670496" y="2528994"/>
                  </a:lnTo>
                  <a:lnTo>
                    <a:pt x="6670833" y="2527221"/>
                  </a:lnTo>
                  <a:lnTo>
                    <a:pt x="6671169" y="2525777"/>
                  </a:lnTo>
                  <a:lnTo>
                    <a:pt x="6671506" y="2524432"/>
                  </a:lnTo>
                  <a:lnTo>
                    <a:pt x="6671842" y="2523428"/>
                  </a:lnTo>
                  <a:lnTo>
                    <a:pt x="6672179" y="2522335"/>
                  </a:lnTo>
                  <a:lnTo>
                    <a:pt x="6672515" y="2521369"/>
                  </a:lnTo>
                  <a:lnTo>
                    <a:pt x="6672852" y="2520512"/>
                  </a:lnTo>
                  <a:lnTo>
                    <a:pt x="6673188" y="2519844"/>
                  </a:lnTo>
                  <a:lnTo>
                    <a:pt x="6673524" y="2519356"/>
                  </a:lnTo>
                  <a:lnTo>
                    <a:pt x="6673861" y="2519084"/>
                  </a:lnTo>
                  <a:lnTo>
                    <a:pt x="6674197" y="2519045"/>
                  </a:lnTo>
                  <a:lnTo>
                    <a:pt x="6674534" y="2519354"/>
                  </a:lnTo>
                  <a:lnTo>
                    <a:pt x="6674870" y="2519882"/>
                  </a:lnTo>
                  <a:lnTo>
                    <a:pt x="6675207" y="2520535"/>
                  </a:lnTo>
                  <a:lnTo>
                    <a:pt x="6675543" y="2521347"/>
                  </a:lnTo>
                  <a:lnTo>
                    <a:pt x="6675880" y="2522724"/>
                  </a:lnTo>
                  <a:lnTo>
                    <a:pt x="6676216" y="2524202"/>
                  </a:lnTo>
                  <a:lnTo>
                    <a:pt x="6676553" y="2525825"/>
                  </a:lnTo>
                  <a:lnTo>
                    <a:pt x="6676889" y="2528252"/>
                  </a:lnTo>
                  <a:lnTo>
                    <a:pt x="6677225" y="2530564"/>
                  </a:lnTo>
                  <a:lnTo>
                    <a:pt x="6677562" y="2532972"/>
                  </a:lnTo>
                  <a:lnTo>
                    <a:pt x="6677898" y="2534799"/>
                  </a:lnTo>
                  <a:lnTo>
                    <a:pt x="6678235" y="2536273"/>
                  </a:lnTo>
                  <a:lnTo>
                    <a:pt x="6678571" y="2537865"/>
                  </a:lnTo>
                  <a:lnTo>
                    <a:pt x="6678908" y="2539016"/>
                  </a:lnTo>
                  <a:lnTo>
                    <a:pt x="6679244" y="2540054"/>
                  </a:lnTo>
                  <a:lnTo>
                    <a:pt x="6679581" y="2540994"/>
                  </a:lnTo>
                  <a:lnTo>
                    <a:pt x="6679917" y="2541806"/>
                  </a:lnTo>
                  <a:lnTo>
                    <a:pt x="6680254" y="2542428"/>
                  </a:lnTo>
                  <a:lnTo>
                    <a:pt x="6680590" y="2542587"/>
                  </a:lnTo>
                  <a:lnTo>
                    <a:pt x="6680927" y="2542429"/>
                  </a:lnTo>
                  <a:lnTo>
                    <a:pt x="6681263" y="2542241"/>
                  </a:lnTo>
                  <a:lnTo>
                    <a:pt x="6681599" y="2541722"/>
                  </a:lnTo>
                  <a:lnTo>
                    <a:pt x="6681936" y="2541592"/>
                  </a:lnTo>
                  <a:lnTo>
                    <a:pt x="6682272" y="2541677"/>
                  </a:lnTo>
                  <a:lnTo>
                    <a:pt x="6682609" y="2541529"/>
                  </a:lnTo>
                  <a:lnTo>
                    <a:pt x="6682945" y="2541337"/>
                  </a:lnTo>
                  <a:lnTo>
                    <a:pt x="6683282" y="2540917"/>
                  </a:lnTo>
                  <a:lnTo>
                    <a:pt x="6683618" y="2540558"/>
                  </a:lnTo>
                  <a:lnTo>
                    <a:pt x="6683955" y="2540403"/>
                  </a:lnTo>
                  <a:lnTo>
                    <a:pt x="6684291" y="2540732"/>
                  </a:lnTo>
                  <a:lnTo>
                    <a:pt x="6684628" y="2541049"/>
                  </a:lnTo>
                  <a:lnTo>
                    <a:pt x="6684964" y="2541287"/>
                  </a:lnTo>
                  <a:lnTo>
                    <a:pt x="6685301" y="2541673"/>
                  </a:lnTo>
                  <a:lnTo>
                    <a:pt x="6685637" y="2542193"/>
                  </a:lnTo>
                  <a:lnTo>
                    <a:pt x="6685973" y="2542756"/>
                  </a:lnTo>
                  <a:lnTo>
                    <a:pt x="6686310" y="2543109"/>
                  </a:lnTo>
                  <a:lnTo>
                    <a:pt x="6686646" y="2543832"/>
                  </a:lnTo>
                  <a:lnTo>
                    <a:pt x="6686983" y="2544774"/>
                  </a:lnTo>
                  <a:lnTo>
                    <a:pt x="6687319" y="2545517"/>
                  </a:lnTo>
                  <a:lnTo>
                    <a:pt x="6687656" y="2546164"/>
                  </a:lnTo>
                  <a:lnTo>
                    <a:pt x="6687992" y="2546875"/>
                  </a:lnTo>
                  <a:lnTo>
                    <a:pt x="6688329" y="2547299"/>
                  </a:lnTo>
                  <a:lnTo>
                    <a:pt x="6688665" y="2547557"/>
                  </a:lnTo>
                  <a:lnTo>
                    <a:pt x="6689002" y="2547758"/>
                  </a:lnTo>
                  <a:lnTo>
                    <a:pt x="6689338" y="2548182"/>
                  </a:lnTo>
                  <a:lnTo>
                    <a:pt x="6689675" y="2548822"/>
                  </a:lnTo>
                  <a:lnTo>
                    <a:pt x="6690011" y="2549389"/>
                  </a:lnTo>
                  <a:lnTo>
                    <a:pt x="6690347" y="2549849"/>
                  </a:lnTo>
                  <a:lnTo>
                    <a:pt x="6690684" y="2550180"/>
                  </a:lnTo>
                  <a:lnTo>
                    <a:pt x="6691020" y="2550524"/>
                  </a:lnTo>
                  <a:lnTo>
                    <a:pt x="6691357" y="2551063"/>
                  </a:lnTo>
                  <a:lnTo>
                    <a:pt x="6691693" y="2551652"/>
                  </a:lnTo>
                  <a:lnTo>
                    <a:pt x="6692030" y="2552220"/>
                  </a:lnTo>
                  <a:lnTo>
                    <a:pt x="6692366" y="2553118"/>
                  </a:lnTo>
                  <a:lnTo>
                    <a:pt x="6692703" y="2554548"/>
                  </a:lnTo>
                  <a:lnTo>
                    <a:pt x="6693039" y="2556272"/>
                  </a:lnTo>
                  <a:lnTo>
                    <a:pt x="6693376" y="2558715"/>
                  </a:lnTo>
                  <a:lnTo>
                    <a:pt x="6693712" y="2561588"/>
                  </a:lnTo>
                  <a:lnTo>
                    <a:pt x="6694049" y="2564663"/>
                  </a:lnTo>
                  <a:lnTo>
                    <a:pt x="6694385" y="2567688"/>
                  </a:lnTo>
                  <a:lnTo>
                    <a:pt x="6694721" y="2570813"/>
                  </a:lnTo>
                  <a:lnTo>
                    <a:pt x="6695058" y="2573275"/>
                  </a:lnTo>
                  <a:lnTo>
                    <a:pt x="6695394" y="2575720"/>
                  </a:lnTo>
                  <a:lnTo>
                    <a:pt x="6695731" y="2578114"/>
                  </a:lnTo>
                  <a:lnTo>
                    <a:pt x="6696067" y="2580588"/>
                  </a:lnTo>
                  <a:lnTo>
                    <a:pt x="6696404" y="2582934"/>
                  </a:lnTo>
                  <a:lnTo>
                    <a:pt x="6696740" y="2585578"/>
                  </a:lnTo>
                  <a:lnTo>
                    <a:pt x="6697077" y="2588188"/>
                  </a:lnTo>
                  <a:lnTo>
                    <a:pt x="6697413" y="2590600"/>
                  </a:lnTo>
                  <a:lnTo>
                    <a:pt x="6697750" y="2592662"/>
                  </a:lnTo>
                  <a:lnTo>
                    <a:pt x="6698086" y="2594494"/>
                  </a:lnTo>
                  <a:lnTo>
                    <a:pt x="6698423" y="2595860"/>
                  </a:lnTo>
                  <a:lnTo>
                    <a:pt x="6698759" y="2596875"/>
                  </a:lnTo>
                  <a:lnTo>
                    <a:pt x="6699095" y="2597440"/>
                  </a:lnTo>
                  <a:lnTo>
                    <a:pt x="6699432" y="2597692"/>
                  </a:lnTo>
                  <a:lnTo>
                    <a:pt x="6699768" y="2597770"/>
                  </a:lnTo>
                  <a:lnTo>
                    <a:pt x="6700105" y="2597661"/>
                  </a:lnTo>
                  <a:lnTo>
                    <a:pt x="6700441" y="2597512"/>
                  </a:lnTo>
                  <a:lnTo>
                    <a:pt x="6700778" y="2597474"/>
                  </a:lnTo>
                  <a:lnTo>
                    <a:pt x="6701114" y="2597740"/>
                  </a:lnTo>
                  <a:lnTo>
                    <a:pt x="6701451" y="2597647"/>
                  </a:lnTo>
                  <a:lnTo>
                    <a:pt x="6701787" y="2596873"/>
                  </a:lnTo>
                  <a:lnTo>
                    <a:pt x="6702124" y="2595741"/>
                  </a:lnTo>
                  <a:lnTo>
                    <a:pt x="6702460" y="2594558"/>
                  </a:lnTo>
                  <a:lnTo>
                    <a:pt x="6702797" y="2592015"/>
                  </a:lnTo>
                  <a:lnTo>
                    <a:pt x="6703133" y="2589112"/>
                  </a:lnTo>
                  <a:lnTo>
                    <a:pt x="6703469" y="2586239"/>
                  </a:lnTo>
                  <a:lnTo>
                    <a:pt x="6703806" y="2583581"/>
                  </a:lnTo>
                  <a:lnTo>
                    <a:pt x="6704142" y="2581231"/>
                  </a:lnTo>
                  <a:lnTo>
                    <a:pt x="6704479" y="2578896"/>
                  </a:lnTo>
                  <a:lnTo>
                    <a:pt x="6704815" y="2576461"/>
                  </a:lnTo>
                  <a:lnTo>
                    <a:pt x="6705152" y="2574018"/>
                  </a:lnTo>
                  <a:lnTo>
                    <a:pt x="6705488" y="2571576"/>
                  </a:lnTo>
                  <a:lnTo>
                    <a:pt x="6705825" y="2569032"/>
                  </a:lnTo>
                  <a:lnTo>
                    <a:pt x="6706161" y="2566597"/>
                  </a:lnTo>
                  <a:lnTo>
                    <a:pt x="6706498" y="2564513"/>
                  </a:lnTo>
                  <a:lnTo>
                    <a:pt x="6706834" y="2563048"/>
                  </a:lnTo>
                  <a:lnTo>
                    <a:pt x="6707171" y="2561783"/>
                  </a:lnTo>
                  <a:lnTo>
                    <a:pt x="6707507" y="2560424"/>
                  </a:lnTo>
                  <a:lnTo>
                    <a:pt x="6707843" y="2559348"/>
                  </a:lnTo>
                  <a:lnTo>
                    <a:pt x="6708180" y="2558432"/>
                  </a:lnTo>
                  <a:lnTo>
                    <a:pt x="6708516" y="2557887"/>
                  </a:lnTo>
                  <a:lnTo>
                    <a:pt x="6708853" y="2557028"/>
                  </a:lnTo>
                  <a:lnTo>
                    <a:pt x="6709189" y="2555916"/>
                  </a:lnTo>
                  <a:lnTo>
                    <a:pt x="6709526" y="2554812"/>
                  </a:lnTo>
                  <a:lnTo>
                    <a:pt x="6709862" y="2553618"/>
                  </a:lnTo>
                  <a:lnTo>
                    <a:pt x="6710199" y="2552177"/>
                  </a:lnTo>
                  <a:lnTo>
                    <a:pt x="6710535" y="2550575"/>
                  </a:lnTo>
                  <a:lnTo>
                    <a:pt x="6710872" y="2548805"/>
                  </a:lnTo>
                  <a:lnTo>
                    <a:pt x="6711208" y="2547019"/>
                  </a:lnTo>
                  <a:lnTo>
                    <a:pt x="6711544" y="2545133"/>
                  </a:lnTo>
                  <a:lnTo>
                    <a:pt x="6711881" y="2543016"/>
                  </a:lnTo>
                  <a:lnTo>
                    <a:pt x="6712217" y="2540474"/>
                  </a:lnTo>
                  <a:lnTo>
                    <a:pt x="6712554" y="2537684"/>
                  </a:lnTo>
                  <a:lnTo>
                    <a:pt x="6712890" y="2535146"/>
                  </a:lnTo>
                  <a:lnTo>
                    <a:pt x="6713227" y="2532867"/>
                  </a:lnTo>
                  <a:lnTo>
                    <a:pt x="6713563" y="2531286"/>
                  </a:lnTo>
                  <a:lnTo>
                    <a:pt x="6713900" y="2530017"/>
                  </a:lnTo>
                  <a:lnTo>
                    <a:pt x="6714236" y="2529243"/>
                  </a:lnTo>
                  <a:lnTo>
                    <a:pt x="6714573" y="2528115"/>
                  </a:lnTo>
                  <a:lnTo>
                    <a:pt x="6714909" y="2527418"/>
                  </a:lnTo>
                  <a:lnTo>
                    <a:pt x="6715246" y="2527324"/>
                  </a:lnTo>
                  <a:lnTo>
                    <a:pt x="6715582" y="2527525"/>
                  </a:lnTo>
                  <a:lnTo>
                    <a:pt x="6715918" y="2528079"/>
                  </a:lnTo>
                  <a:lnTo>
                    <a:pt x="6716255" y="2528553"/>
                  </a:lnTo>
                  <a:lnTo>
                    <a:pt x="6716591" y="2529084"/>
                  </a:lnTo>
                  <a:lnTo>
                    <a:pt x="6716928" y="2529947"/>
                  </a:lnTo>
                  <a:lnTo>
                    <a:pt x="6717264" y="2531225"/>
                  </a:lnTo>
                  <a:lnTo>
                    <a:pt x="6717601" y="2533093"/>
                  </a:lnTo>
                  <a:lnTo>
                    <a:pt x="6717937" y="2535112"/>
                  </a:lnTo>
                  <a:lnTo>
                    <a:pt x="6718274" y="2537138"/>
                  </a:lnTo>
                  <a:lnTo>
                    <a:pt x="6718610" y="2539135"/>
                  </a:lnTo>
                  <a:lnTo>
                    <a:pt x="6718947" y="2541147"/>
                  </a:lnTo>
                  <a:lnTo>
                    <a:pt x="6719283" y="2542785"/>
                  </a:lnTo>
                  <a:lnTo>
                    <a:pt x="6719620" y="2544057"/>
                  </a:lnTo>
                  <a:lnTo>
                    <a:pt x="6719956" y="2544660"/>
                  </a:lnTo>
                  <a:lnTo>
                    <a:pt x="6720292" y="2545041"/>
                  </a:lnTo>
                  <a:lnTo>
                    <a:pt x="6720629" y="2545479"/>
                  </a:lnTo>
                  <a:lnTo>
                    <a:pt x="6720965" y="2546097"/>
                  </a:lnTo>
                  <a:lnTo>
                    <a:pt x="6721302" y="2547016"/>
                  </a:lnTo>
                  <a:lnTo>
                    <a:pt x="6721638" y="2548331"/>
                  </a:lnTo>
                  <a:lnTo>
                    <a:pt x="6721975" y="2549366"/>
                  </a:lnTo>
                  <a:lnTo>
                    <a:pt x="6722311" y="2550314"/>
                  </a:lnTo>
                  <a:lnTo>
                    <a:pt x="6722648" y="2551248"/>
                  </a:lnTo>
                  <a:lnTo>
                    <a:pt x="6722984" y="2552139"/>
                  </a:lnTo>
                  <a:lnTo>
                    <a:pt x="6723321" y="2552649"/>
                  </a:lnTo>
                  <a:lnTo>
                    <a:pt x="6723657" y="2552951"/>
                  </a:lnTo>
                  <a:lnTo>
                    <a:pt x="6723994" y="2553238"/>
                  </a:lnTo>
                  <a:lnTo>
                    <a:pt x="6724330" y="2553684"/>
                  </a:lnTo>
                  <a:lnTo>
                    <a:pt x="6724666" y="2554215"/>
                  </a:lnTo>
                  <a:lnTo>
                    <a:pt x="6725003" y="2555106"/>
                  </a:lnTo>
                  <a:lnTo>
                    <a:pt x="6725339" y="2555519"/>
                  </a:lnTo>
                  <a:lnTo>
                    <a:pt x="6725676" y="2555886"/>
                  </a:lnTo>
                  <a:lnTo>
                    <a:pt x="6726012" y="2556111"/>
                  </a:lnTo>
                  <a:lnTo>
                    <a:pt x="6726349" y="2556252"/>
                  </a:lnTo>
                  <a:lnTo>
                    <a:pt x="6726685" y="2556215"/>
                  </a:lnTo>
                  <a:lnTo>
                    <a:pt x="6727022" y="2556340"/>
                  </a:lnTo>
                  <a:lnTo>
                    <a:pt x="6727358" y="2556472"/>
                  </a:lnTo>
                  <a:lnTo>
                    <a:pt x="6727695" y="2556449"/>
                  </a:lnTo>
                  <a:lnTo>
                    <a:pt x="6728031" y="2555952"/>
                  </a:lnTo>
                  <a:lnTo>
                    <a:pt x="6728368" y="2555089"/>
                  </a:lnTo>
                  <a:lnTo>
                    <a:pt x="6728704" y="2553871"/>
                  </a:lnTo>
                  <a:lnTo>
                    <a:pt x="6729040" y="2552646"/>
                  </a:lnTo>
                  <a:lnTo>
                    <a:pt x="6729377" y="2551572"/>
                  </a:lnTo>
                  <a:lnTo>
                    <a:pt x="6729713" y="2550587"/>
                  </a:lnTo>
                  <a:lnTo>
                    <a:pt x="6730050" y="2549749"/>
                  </a:lnTo>
                  <a:lnTo>
                    <a:pt x="6730386" y="2548909"/>
                  </a:lnTo>
                  <a:lnTo>
                    <a:pt x="6730723" y="2548182"/>
                  </a:lnTo>
                  <a:lnTo>
                    <a:pt x="6731059" y="2548074"/>
                  </a:lnTo>
                  <a:lnTo>
                    <a:pt x="6731396" y="2547528"/>
                  </a:lnTo>
                  <a:lnTo>
                    <a:pt x="6731732" y="2546077"/>
                  </a:lnTo>
                  <a:lnTo>
                    <a:pt x="6732069" y="2544310"/>
                  </a:lnTo>
                  <a:lnTo>
                    <a:pt x="6732405" y="2542392"/>
                  </a:lnTo>
                  <a:lnTo>
                    <a:pt x="6732742" y="2540035"/>
                  </a:lnTo>
                  <a:lnTo>
                    <a:pt x="6733078" y="2537542"/>
                  </a:lnTo>
                  <a:lnTo>
                    <a:pt x="6733414" y="2535545"/>
                  </a:lnTo>
                  <a:lnTo>
                    <a:pt x="6733751" y="2534137"/>
                  </a:lnTo>
                  <a:lnTo>
                    <a:pt x="6734087" y="2532987"/>
                  </a:lnTo>
                  <a:lnTo>
                    <a:pt x="6734424" y="2531716"/>
                  </a:lnTo>
                  <a:lnTo>
                    <a:pt x="6734760" y="2530236"/>
                  </a:lnTo>
                  <a:lnTo>
                    <a:pt x="6735097" y="2528476"/>
                  </a:lnTo>
                  <a:lnTo>
                    <a:pt x="6735433" y="2526529"/>
                  </a:lnTo>
                  <a:lnTo>
                    <a:pt x="6735770" y="2524072"/>
                  </a:lnTo>
                  <a:lnTo>
                    <a:pt x="6736106" y="2520961"/>
                  </a:lnTo>
                  <a:lnTo>
                    <a:pt x="6736443" y="2518274"/>
                  </a:lnTo>
                  <a:lnTo>
                    <a:pt x="6736779" y="2516636"/>
                  </a:lnTo>
                  <a:lnTo>
                    <a:pt x="6737116" y="2516279"/>
                  </a:lnTo>
                  <a:lnTo>
                    <a:pt x="6737452" y="2515929"/>
                  </a:lnTo>
                  <a:lnTo>
                    <a:pt x="6737788" y="2515963"/>
                  </a:lnTo>
                  <a:lnTo>
                    <a:pt x="6738125" y="2516278"/>
                  </a:lnTo>
                  <a:lnTo>
                    <a:pt x="6738461" y="2516180"/>
                  </a:lnTo>
                  <a:lnTo>
                    <a:pt x="6738798" y="2515722"/>
                  </a:lnTo>
                  <a:lnTo>
                    <a:pt x="6739134" y="2514851"/>
                  </a:lnTo>
                  <a:lnTo>
                    <a:pt x="6739471" y="2513485"/>
                  </a:lnTo>
                  <a:lnTo>
                    <a:pt x="6739807" y="2511730"/>
                  </a:lnTo>
                  <a:lnTo>
                    <a:pt x="6740144" y="2509617"/>
                  </a:lnTo>
                  <a:lnTo>
                    <a:pt x="6740480" y="2508013"/>
                  </a:lnTo>
                  <a:lnTo>
                    <a:pt x="6740817" y="2506466"/>
                  </a:lnTo>
                  <a:lnTo>
                    <a:pt x="6741153" y="2504995"/>
                  </a:lnTo>
                  <a:lnTo>
                    <a:pt x="6741489" y="2503356"/>
                  </a:lnTo>
                  <a:lnTo>
                    <a:pt x="6741826" y="2501537"/>
                  </a:lnTo>
                  <a:lnTo>
                    <a:pt x="6742162" y="2499277"/>
                  </a:lnTo>
                  <a:lnTo>
                    <a:pt x="6742499" y="2497067"/>
                  </a:lnTo>
                  <a:lnTo>
                    <a:pt x="6742835" y="2495337"/>
                  </a:lnTo>
                  <a:lnTo>
                    <a:pt x="6743172" y="2492841"/>
                  </a:lnTo>
                  <a:lnTo>
                    <a:pt x="6743508" y="2490561"/>
                  </a:lnTo>
                  <a:lnTo>
                    <a:pt x="6743845" y="2488441"/>
                  </a:lnTo>
                  <a:lnTo>
                    <a:pt x="6744181" y="2486621"/>
                  </a:lnTo>
                  <a:lnTo>
                    <a:pt x="6744518" y="2485721"/>
                  </a:lnTo>
                  <a:lnTo>
                    <a:pt x="6744854" y="2485355"/>
                  </a:lnTo>
                  <a:lnTo>
                    <a:pt x="6745191" y="2485470"/>
                  </a:lnTo>
                  <a:lnTo>
                    <a:pt x="6745527" y="2485974"/>
                  </a:lnTo>
                  <a:lnTo>
                    <a:pt x="6745863" y="2486627"/>
                  </a:lnTo>
                  <a:lnTo>
                    <a:pt x="6746200" y="2487327"/>
                  </a:lnTo>
                  <a:lnTo>
                    <a:pt x="6746536" y="2487873"/>
                  </a:lnTo>
                  <a:lnTo>
                    <a:pt x="6746873" y="2488527"/>
                  </a:lnTo>
                  <a:lnTo>
                    <a:pt x="6747209" y="2489246"/>
                  </a:lnTo>
                  <a:lnTo>
                    <a:pt x="6747546" y="2490215"/>
                  </a:lnTo>
                  <a:lnTo>
                    <a:pt x="6747882" y="2491437"/>
                  </a:lnTo>
                  <a:lnTo>
                    <a:pt x="6748219" y="2492831"/>
                  </a:lnTo>
                  <a:lnTo>
                    <a:pt x="6748555" y="2494411"/>
                  </a:lnTo>
                  <a:lnTo>
                    <a:pt x="6748892" y="2496250"/>
                  </a:lnTo>
                  <a:lnTo>
                    <a:pt x="6749228" y="2497572"/>
                  </a:lnTo>
                  <a:lnTo>
                    <a:pt x="6749565" y="2498554"/>
                  </a:lnTo>
                  <a:lnTo>
                    <a:pt x="6749901" y="2499576"/>
                  </a:lnTo>
                  <a:lnTo>
                    <a:pt x="6750237" y="2500598"/>
                  </a:lnTo>
                  <a:lnTo>
                    <a:pt x="6750574" y="2501521"/>
                  </a:lnTo>
                  <a:lnTo>
                    <a:pt x="6750910" y="2502354"/>
                  </a:lnTo>
                  <a:lnTo>
                    <a:pt x="6751247" y="2503167"/>
                  </a:lnTo>
                  <a:lnTo>
                    <a:pt x="6751583" y="2503844"/>
                  </a:lnTo>
                  <a:lnTo>
                    <a:pt x="6751920" y="2504389"/>
                  </a:lnTo>
                  <a:lnTo>
                    <a:pt x="6752256" y="2504919"/>
                  </a:lnTo>
                  <a:lnTo>
                    <a:pt x="6752593" y="2505439"/>
                  </a:lnTo>
                  <a:lnTo>
                    <a:pt x="6752929" y="2505565"/>
                  </a:lnTo>
                  <a:lnTo>
                    <a:pt x="6753266" y="2505326"/>
                  </a:lnTo>
                  <a:lnTo>
                    <a:pt x="6753602" y="2504901"/>
                  </a:lnTo>
                  <a:lnTo>
                    <a:pt x="6753939" y="2504307"/>
                  </a:lnTo>
                  <a:lnTo>
                    <a:pt x="6754275" y="2503488"/>
                  </a:lnTo>
                  <a:lnTo>
                    <a:pt x="6754611" y="2502550"/>
                  </a:lnTo>
                  <a:lnTo>
                    <a:pt x="6754948" y="2501688"/>
                  </a:lnTo>
                  <a:lnTo>
                    <a:pt x="6755284" y="2500654"/>
                  </a:lnTo>
                  <a:lnTo>
                    <a:pt x="6755621" y="2500266"/>
                  </a:lnTo>
                  <a:lnTo>
                    <a:pt x="6755957" y="2499898"/>
                  </a:lnTo>
                  <a:lnTo>
                    <a:pt x="6756294" y="2499397"/>
                  </a:lnTo>
                  <a:lnTo>
                    <a:pt x="6756630" y="2499615"/>
                  </a:lnTo>
                  <a:lnTo>
                    <a:pt x="6756967" y="2499975"/>
                  </a:lnTo>
                  <a:lnTo>
                    <a:pt x="6757303" y="2500236"/>
                  </a:lnTo>
                  <a:lnTo>
                    <a:pt x="6757640" y="2500080"/>
                  </a:lnTo>
                  <a:lnTo>
                    <a:pt x="6757976" y="2499898"/>
                  </a:lnTo>
                  <a:lnTo>
                    <a:pt x="6758313" y="2500058"/>
                  </a:lnTo>
                  <a:lnTo>
                    <a:pt x="6758649" y="2499931"/>
                  </a:lnTo>
                  <a:lnTo>
                    <a:pt x="6758985" y="2499606"/>
                  </a:lnTo>
                  <a:lnTo>
                    <a:pt x="6759322" y="2499271"/>
                  </a:lnTo>
                  <a:lnTo>
                    <a:pt x="6759658" y="2498868"/>
                  </a:lnTo>
                  <a:lnTo>
                    <a:pt x="6759995" y="2498490"/>
                  </a:lnTo>
                  <a:lnTo>
                    <a:pt x="6760331" y="2498166"/>
                  </a:lnTo>
                  <a:lnTo>
                    <a:pt x="6760668" y="2497496"/>
                  </a:lnTo>
                  <a:lnTo>
                    <a:pt x="6761004" y="2496430"/>
                  </a:lnTo>
                  <a:lnTo>
                    <a:pt x="6761341" y="2495209"/>
                  </a:lnTo>
                  <a:lnTo>
                    <a:pt x="6761677" y="2493692"/>
                  </a:lnTo>
                  <a:lnTo>
                    <a:pt x="6762014" y="2491986"/>
                  </a:lnTo>
                  <a:lnTo>
                    <a:pt x="6762350" y="2490128"/>
                  </a:lnTo>
                  <a:lnTo>
                    <a:pt x="6762687" y="2488420"/>
                  </a:lnTo>
                  <a:lnTo>
                    <a:pt x="6763023" y="2486785"/>
                  </a:lnTo>
                  <a:lnTo>
                    <a:pt x="6763359" y="2485299"/>
                  </a:lnTo>
                  <a:lnTo>
                    <a:pt x="6763696" y="2483992"/>
                  </a:lnTo>
                  <a:lnTo>
                    <a:pt x="6764032" y="2482581"/>
                  </a:lnTo>
                  <a:lnTo>
                    <a:pt x="6764369" y="2481264"/>
                  </a:lnTo>
                  <a:lnTo>
                    <a:pt x="6764705" y="2480038"/>
                  </a:lnTo>
                  <a:lnTo>
                    <a:pt x="6765042" y="2478561"/>
                  </a:lnTo>
                  <a:lnTo>
                    <a:pt x="6765378" y="2477547"/>
                  </a:lnTo>
                  <a:lnTo>
                    <a:pt x="6765715" y="2476014"/>
                  </a:lnTo>
                  <a:lnTo>
                    <a:pt x="6766051" y="2474963"/>
                  </a:lnTo>
                  <a:lnTo>
                    <a:pt x="6766388" y="2474342"/>
                  </a:lnTo>
                  <a:lnTo>
                    <a:pt x="6766724" y="2473624"/>
                  </a:lnTo>
                  <a:lnTo>
                    <a:pt x="6767061" y="2472999"/>
                  </a:lnTo>
                  <a:lnTo>
                    <a:pt x="6767397" y="2472611"/>
                  </a:lnTo>
                  <a:lnTo>
                    <a:pt x="6767733" y="2472323"/>
                  </a:lnTo>
                  <a:lnTo>
                    <a:pt x="6768070" y="2472084"/>
                  </a:lnTo>
                  <a:lnTo>
                    <a:pt x="6768406" y="2472149"/>
                  </a:lnTo>
                  <a:lnTo>
                    <a:pt x="6768743" y="2472716"/>
                  </a:lnTo>
                  <a:lnTo>
                    <a:pt x="6769079" y="2473662"/>
                  </a:lnTo>
                  <a:lnTo>
                    <a:pt x="6769416" y="2474901"/>
                  </a:lnTo>
                  <a:lnTo>
                    <a:pt x="6769752" y="2476300"/>
                  </a:lnTo>
                  <a:lnTo>
                    <a:pt x="6770089" y="2479052"/>
                  </a:lnTo>
                  <a:lnTo>
                    <a:pt x="6770425" y="2481961"/>
                  </a:lnTo>
                  <a:lnTo>
                    <a:pt x="6770762" y="2484835"/>
                  </a:lnTo>
                  <a:lnTo>
                    <a:pt x="6771098" y="2487651"/>
                  </a:lnTo>
                  <a:lnTo>
                    <a:pt x="6771435" y="2490360"/>
                  </a:lnTo>
                  <a:lnTo>
                    <a:pt x="6771771" y="2492982"/>
                  </a:lnTo>
                  <a:lnTo>
                    <a:pt x="6772107" y="2495568"/>
                  </a:lnTo>
                  <a:lnTo>
                    <a:pt x="6772444" y="2498033"/>
                  </a:lnTo>
                  <a:lnTo>
                    <a:pt x="6772780" y="2500475"/>
                  </a:lnTo>
                  <a:lnTo>
                    <a:pt x="6773117" y="2502911"/>
                  </a:lnTo>
                  <a:lnTo>
                    <a:pt x="6773453" y="2505095"/>
                  </a:lnTo>
                  <a:lnTo>
                    <a:pt x="6773790" y="2507056"/>
                  </a:lnTo>
                  <a:lnTo>
                    <a:pt x="6774126" y="2508622"/>
                  </a:lnTo>
                  <a:lnTo>
                    <a:pt x="6774463" y="2509951"/>
                  </a:lnTo>
                  <a:lnTo>
                    <a:pt x="6774799" y="2511187"/>
                  </a:lnTo>
                  <a:lnTo>
                    <a:pt x="6775136" y="2512071"/>
                  </a:lnTo>
                  <a:lnTo>
                    <a:pt x="6775472" y="2512646"/>
                  </a:lnTo>
                  <a:lnTo>
                    <a:pt x="6775808" y="2512900"/>
                  </a:lnTo>
                  <a:lnTo>
                    <a:pt x="6776145" y="2513467"/>
                  </a:lnTo>
                  <a:lnTo>
                    <a:pt x="6776481" y="2514287"/>
                  </a:lnTo>
                  <a:lnTo>
                    <a:pt x="6776818" y="2515161"/>
                  </a:lnTo>
                  <a:lnTo>
                    <a:pt x="6777154" y="2516063"/>
                  </a:lnTo>
                  <a:lnTo>
                    <a:pt x="6777491" y="2517190"/>
                  </a:lnTo>
                  <a:lnTo>
                    <a:pt x="6777827" y="2518365"/>
                  </a:lnTo>
                  <a:lnTo>
                    <a:pt x="6778164" y="2519534"/>
                  </a:lnTo>
                  <a:lnTo>
                    <a:pt x="6778500" y="2520597"/>
                  </a:lnTo>
                  <a:lnTo>
                    <a:pt x="6778837" y="2521749"/>
                  </a:lnTo>
                  <a:lnTo>
                    <a:pt x="6779173" y="2522942"/>
                  </a:lnTo>
                  <a:lnTo>
                    <a:pt x="6779510" y="2524403"/>
                  </a:lnTo>
                  <a:lnTo>
                    <a:pt x="6779846" y="2526350"/>
                  </a:lnTo>
                  <a:lnTo>
                    <a:pt x="6780182" y="2528474"/>
                  </a:lnTo>
                  <a:lnTo>
                    <a:pt x="6780519" y="2530505"/>
                  </a:lnTo>
                  <a:lnTo>
                    <a:pt x="6780855" y="2532374"/>
                  </a:lnTo>
                  <a:lnTo>
                    <a:pt x="6781192" y="2533800"/>
                  </a:lnTo>
                  <a:lnTo>
                    <a:pt x="6781528" y="2534855"/>
                  </a:lnTo>
                  <a:lnTo>
                    <a:pt x="6781865" y="2536256"/>
                  </a:lnTo>
                  <a:lnTo>
                    <a:pt x="6782201" y="2537233"/>
                  </a:lnTo>
                  <a:lnTo>
                    <a:pt x="6782538" y="2537959"/>
                  </a:lnTo>
                  <a:lnTo>
                    <a:pt x="6782874" y="2538404"/>
                  </a:lnTo>
                  <a:lnTo>
                    <a:pt x="6783211" y="2538461"/>
                  </a:lnTo>
                  <a:lnTo>
                    <a:pt x="6783547" y="2538282"/>
                  </a:lnTo>
                  <a:lnTo>
                    <a:pt x="6783884" y="2538066"/>
                  </a:lnTo>
                  <a:lnTo>
                    <a:pt x="6784220" y="2537729"/>
                  </a:lnTo>
                  <a:lnTo>
                    <a:pt x="6784556" y="2537060"/>
                  </a:lnTo>
                  <a:lnTo>
                    <a:pt x="6784893" y="2535846"/>
                  </a:lnTo>
                  <a:lnTo>
                    <a:pt x="6785229" y="2534201"/>
                  </a:lnTo>
                  <a:lnTo>
                    <a:pt x="6785566" y="2532621"/>
                  </a:lnTo>
                  <a:lnTo>
                    <a:pt x="6785902" y="2531054"/>
                  </a:lnTo>
                  <a:lnTo>
                    <a:pt x="6786239" y="2529819"/>
                  </a:lnTo>
                  <a:lnTo>
                    <a:pt x="6786575" y="2528978"/>
                  </a:lnTo>
                  <a:lnTo>
                    <a:pt x="6786912" y="2528597"/>
                  </a:lnTo>
                  <a:lnTo>
                    <a:pt x="6787248" y="2528863"/>
                  </a:lnTo>
                  <a:lnTo>
                    <a:pt x="6787585" y="2529194"/>
                  </a:lnTo>
                  <a:lnTo>
                    <a:pt x="6787921" y="2529855"/>
                  </a:lnTo>
                  <a:lnTo>
                    <a:pt x="6788258" y="2530846"/>
                  </a:lnTo>
                  <a:lnTo>
                    <a:pt x="6788594" y="2532118"/>
                  </a:lnTo>
                  <a:lnTo>
                    <a:pt x="6788930" y="2533217"/>
                  </a:lnTo>
                  <a:lnTo>
                    <a:pt x="6789267" y="2534467"/>
                  </a:lnTo>
                  <a:lnTo>
                    <a:pt x="6789603" y="2535825"/>
                  </a:lnTo>
                  <a:lnTo>
                    <a:pt x="6789940" y="2537118"/>
                  </a:lnTo>
                  <a:lnTo>
                    <a:pt x="6790276" y="2538648"/>
                  </a:lnTo>
                  <a:lnTo>
                    <a:pt x="6790613" y="2540463"/>
                  </a:lnTo>
                  <a:lnTo>
                    <a:pt x="6790949" y="2542388"/>
                  </a:lnTo>
                  <a:lnTo>
                    <a:pt x="6791286" y="2544094"/>
                  </a:lnTo>
                  <a:lnTo>
                    <a:pt x="6791622" y="2545430"/>
                  </a:lnTo>
                  <a:lnTo>
                    <a:pt x="6791959" y="2546472"/>
                  </a:lnTo>
                  <a:lnTo>
                    <a:pt x="6792295" y="2547176"/>
                  </a:lnTo>
                  <a:lnTo>
                    <a:pt x="6792632" y="2547873"/>
                  </a:lnTo>
                  <a:lnTo>
                    <a:pt x="6792968" y="2548434"/>
                  </a:lnTo>
                  <a:lnTo>
                    <a:pt x="6793304" y="2548973"/>
                  </a:lnTo>
                  <a:lnTo>
                    <a:pt x="6793641" y="2549340"/>
                  </a:lnTo>
                  <a:lnTo>
                    <a:pt x="6793977" y="2549691"/>
                  </a:lnTo>
                  <a:lnTo>
                    <a:pt x="6794314" y="2549927"/>
                  </a:lnTo>
                  <a:lnTo>
                    <a:pt x="6794650" y="2550135"/>
                  </a:lnTo>
                  <a:lnTo>
                    <a:pt x="6794987" y="2550493"/>
                  </a:lnTo>
                  <a:lnTo>
                    <a:pt x="6795323" y="2551262"/>
                  </a:lnTo>
                  <a:lnTo>
                    <a:pt x="6795660" y="2552120"/>
                  </a:lnTo>
                  <a:lnTo>
                    <a:pt x="6795996" y="2553267"/>
                  </a:lnTo>
                  <a:lnTo>
                    <a:pt x="6796333" y="2553993"/>
                  </a:lnTo>
                  <a:lnTo>
                    <a:pt x="6796669" y="2554446"/>
                  </a:lnTo>
                  <a:lnTo>
                    <a:pt x="6797006" y="2554618"/>
                  </a:lnTo>
                  <a:lnTo>
                    <a:pt x="6797342" y="2554489"/>
                  </a:lnTo>
                  <a:lnTo>
                    <a:pt x="6797678" y="2554201"/>
                  </a:lnTo>
                  <a:lnTo>
                    <a:pt x="6798015" y="2553914"/>
                  </a:lnTo>
                  <a:lnTo>
                    <a:pt x="6798351" y="2553655"/>
                  </a:lnTo>
                  <a:lnTo>
                    <a:pt x="6798688" y="2554036"/>
                  </a:lnTo>
                  <a:lnTo>
                    <a:pt x="6799024" y="2555344"/>
                  </a:lnTo>
                  <a:lnTo>
                    <a:pt x="6799361" y="2556824"/>
                  </a:lnTo>
                  <a:lnTo>
                    <a:pt x="6799697" y="2558253"/>
                  </a:lnTo>
                  <a:lnTo>
                    <a:pt x="6800034" y="2559791"/>
                  </a:lnTo>
                  <a:lnTo>
                    <a:pt x="6800370" y="2561522"/>
                  </a:lnTo>
                  <a:lnTo>
                    <a:pt x="6800707" y="2563174"/>
                  </a:lnTo>
                  <a:lnTo>
                    <a:pt x="6801043" y="2564547"/>
                  </a:lnTo>
                  <a:lnTo>
                    <a:pt x="6801380" y="2566027"/>
                  </a:lnTo>
                  <a:lnTo>
                    <a:pt x="6801716" y="2567765"/>
                  </a:lnTo>
                  <a:lnTo>
                    <a:pt x="6802052" y="2569791"/>
                  </a:lnTo>
                  <a:lnTo>
                    <a:pt x="6802389" y="2572133"/>
                  </a:lnTo>
                  <a:lnTo>
                    <a:pt x="6802725" y="2574928"/>
                  </a:lnTo>
                  <a:lnTo>
                    <a:pt x="6803062" y="2578240"/>
                  </a:lnTo>
                  <a:lnTo>
                    <a:pt x="6803398" y="2581875"/>
                  </a:lnTo>
                  <a:lnTo>
                    <a:pt x="6803735" y="2584993"/>
                  </a:lnTo>
                  <a:lnTo>
                    <a:pt x="6804071" y="2587350"/>
                  </a:lnTo>
                  <a:lnTo>
                    <a:pt x="6804408" y="2588489"/>
                  </a:lnTo>
                  <a:lnTo>
                    <a:pt x="6804744" y="2589443"/>
                  </a:lnTo>
                  <a:lnTo>
                    <a:pt x="6805081" y="2589984"/>
                  </a:lnTo>
                  <a:lnTo>
                    <a:pt x="6805417" y="2590114"/>
                  </a:lnTo>
                  <a:lnTo>
                    <a:pt x="6805754" y="2590435"/>
                  </a:lnTo>
                  <a:lnTo>
                    <a:pt x="6806090" y="2590814"/>
                  </a:lnTo>
                  <a:lnTo>
                    <a:pt x="6806426" y="2591318"/>
                  </a:lnTo>
                  <a:lnTo>
                    <a:pt x="6806763" y="2592275"/>
                  </a:lnTo>
                  <a:lnTo>
                    <a:pt x="6807099" y="2593520"/>
                  </a:lnTo>
                  <a:lnTo>
                    <a:pt x="6807436" y="2595051"/>
                  </a:lnTo>
                  <a:lnTo>
                    <a:pt x="6807772" y="2595828"/>
                  </a:lnTo>
                  <a:lnTo>
                    <a:pt x="6808109" y="2596320"/>
                  </a:lnTo>
                  <a:lnTo>
                    <a:pt x="6808445" y="2596828"/>
                  </a:lnTo>
                  <a:lnTo>
                    <a:pt x="6808782" y="2597677"/>
                  </a:lnTo>
                  <a:lnTo>
                    <a:pt x="6809118" y="2598404"/>
                  </a:lnTo>
                  <a:lnTo>
                    <a:pt x="6809455" y="2599528"/>
                  </a:lnTo>
                  <a:lnTo>
                    <a:pt x="6809791" y="2600905"/>
                  </a:lnTo>
                  <a:lnTo>
                    <a:pt x="6810127" y="2601916"/>
                  </a:lnTo>
                  <a:lnTo>
                    <a:pt x="6810464" y="2603780"/>
                  </a:lnTo>
                  <a:lnTo>
                    <a:pt x="6810800" y="2605564"/>
                  </a:lnTo>
                  <a:lnTo>
                    <a:pt x="6811137" y="2607218"/>
                  </a:lnTo>
                  <a:lnTo>
                    <a:pt x="6811473" y="2608700"/>
                  </a:lnTo>
                  <a:lnTo>
                    <a:pt x="6811810" y="2609715"/>
                  </a:lnTo>
                  <a:lnTo>
                    <a:pt x="6812146" y="2610571"/>
                  </a:lnTo>
                  <a:lnTo>
                    <a:pt x="6812483" y="2610958"/>
                  </a:lnTo>
                  <a:lnTo>
                    <a:pt x="6812819" y="2611163"/>
                  </a:lnTo>
                  <a:lnTo>
                    <a:pt x="6813156" y="2611378"/>
                  </a:lnTo>
                  <a:lnTo>
                    <a:pt x="6813492" y="2611604"/>
                  </a:lnTo>
                  <a:lnTo>
                    <a:pt x="6813829" y="2612098"/>
                  </a:lnTo>
                  <a:lnTo>
                    <a:pt x="6814165" y="2612656"/>
                  </a:lnTo>
                  <a:lnTo>
                    <a:pt x="6814501" y="2613088"/>
                  </a:lnTo>
                  <a:lnTo>
                    <a:pt x="6814838" y="2613342"/>
                  </a:lnTo>
                  <a:lnTo>
                    <a:pt x="6815174" y="2613588"/>
                  </a:lnTo>
                  <a:lnTo>
                    <a:pt x="6815511" y="2613703"/>
                  </a:lnTo>
                  <a:lnTo>
                    <a:pt x="6815847" y="2613526"/>
                  </a:lnTo>
                  <a:lnTo>
                    <a:pt x="6816184" y="2613189"/>
                  </a:lnTo>
                  <a:lnTo>
                    <a:pt x="6816520" y="2612795"/>
                  </a:lnTo>
                  <a:lnTo>
                    <a:pt x="6816857" y="2612349"/>
                  </a:lnTo>
                  <a:lnTo>
                    <a:pt x="6817193" y="2611859"/>
                  </a:lnTo>
                  <a:lnTo>
                    <a:pt x="6817530" y="2611405"/>
                  </a:lnTo>
                  <a:lnTo>
                    <a:pt x="6817866" y="2610865"/>
                  </a:lnTo>
                  <a:lnTo>
                    <a:pt x="6818203" y="2610289"/>
                  </a:lnTo>
                  <a:lnTo>
                    <a:pt x="6818539" y="2609283"/>
                  </a:lnTo>
                  <a:lnTo>
                    <a:pt x="6818875" y="2608277"/>
                  </a:lnTo>
                  <a:lnTo>
                    <a:pt x="6819212" y="2607272"/>
                  </a:lnTo>
                  <a:lnTo>
                    <a:pt x="6819548" y="2606496"/>
                  </a:lnTo>
                  <a:lnTo>
                    <a:pt x="6819885" y="2605777"/>
                  </a:lnTo>
                  <a:lnTo>
                    <a:pt x="6820221" y="2605274"/>
                  </a:lnTo>
                  <a:lnTo>
                    <a:pt x="6820558" y="2605138"/>
                  </a:lnTo>
                  <a:lnTo>
                    <a:pt x="6820894" y="2605361"/>
                  </a:lnTo>
                  <a:lnTo>
                    <a:pt x="6821231" y="2605648"/>
                  </a:lnTo>
                  <a:lnTo>
                    <a:pt x="6821567" y="2606014"/>
                  </a:lnTo>
                  <a:lnTo>
                    <a:pt x="6821904" y="2606740"/>
                  </a:lnTo>
                  <a:lnTo>
                    <a:pt x="6822240" y="2607875"/>
                  </a:lnTo>
                  <a:lnTo>
                    <a:pt x="6822577" y="2609233"/>
                  </a:lnTo>
                  <a:lnTo>
                    <a:pt x="6822913" y="2610346"/>
                  </a:lnTo>
                  <a:lnTo>
                    <a:pt x="6823249" y="2611648"/>
                  </a:lnTo>
                  <a:lnTo>
                    <a:pt x="6823586" y="2613241"/>
                  </a:lnTo>
                  <a:lnTo>
                    <a:pt x="6823922" y="2614316"/>
                  </a:lnTo>
                  <a:lnTo>
                    <a:pt x="6824259" y="2615465"/>
                  </a:lnTo>
                  <a:lnTo>
                    <a:pt x="6824595" y="2616885"/>
                  </a:lnTo>
                  <a:lnTo>
                    <a:pt x="6824932" y="2618622"/>
                  </a:lnTo>
                  <a:lnTo>
                    <a:pt x="6825268" y="2620384"/>
                  </a:lnTo>
                  <a:lnTo>
                    <a:pt x="6825605" y="2621790"/>
                  </a:lnTo>
                  <a:lnTo>
                    <a:pt x="6825941" y="2623419"/>
                  </a:lnTo>
                  <a:lnTo>
                    <a:pt x="6826278" y="2625324"/>
                  </a:lnTo>
                  <a:lnTo>
                    <a:pt x="6826614" y="2627240"/>
                  </a:lnTo>
                  <a:lnTo>
                    <a:pt x="6826951" y="2629051"/>
                  </a:lnTo>
                  <a:lnTo>
                    <a:pt x="6827287" y="2630722"/>
                  </a:lnTo>
                  <a:lnTo>
                    <a:pt x="6827623" y="2632418"/>
                  </a:lnTo>
                  <a:lnTo>
                    <a:pt x="6827960" y="2634087"/>
                  </a:lnTo>
                  <a:lnTo>
                    <a:pt x="6828296" y="2635943"/>
                  </a:lnTo>
                  <a:lnTo>
                    <a:pt x="6828633" y="2637797"/>
                  </a:lnTo>
                  <a:lnTo>
                    <a:pt x="6828969" y="2639745"/>
                  </a:lnTo>
                  <a:lnTo>
                    <a:pt x="6829306" y="2641666"/>
                  </a:lnTo>
                  <a:lnTo>
                    <a:pt x="6829642" y="2643524"/>
                  </a:lnTo>
                  <a:lnTo>
                    <a:pt x="6829979" y="2645232"/>
                  </a:lnTo>
                  <a:lnTo>
                    <a:pt x="6830315" y="2646868"/>
                  </a:lnTo>
                  <a:lnTo>
                    <a:pt x="6830652" y="2648353"/>
                  </a:lnTo>
                  <a:lnTo>
                    <a:pt x="6830988" y="2649768"/>
                  </a:lnTo>
                  <a:lnTo>
                    <a:pt x="6831325" y="2651046"/>
                  </a:lnTo>
                  <a:lnTo>
                    <a:pt x="6831661" y="2652167"/>
                  </a:lnTo>
                  <a:lnTo>
                    <a:pt x="6831997" y="2653296"/>
                  </a:lnTo>
                  <a:lnTo>
                    <a:pt x="6832334" y="2654712"/>
                  </a:lnTo>
                  <a:lnTo>
                    <a:pt x="6832670" y="2655725"/>
                  </a:lnTo>
                  <a:lnTo>
                    <a:pt x="6833007" y="2657509"/>
                  </a:lnTo>
                  <a:lnTo>
                    <a:pt x="6833343" y="2658967"/>
                  </a:lnTo>
                  <a:lnTo>
                    <a:pt x="6833680" y="2660414"/>
                  </a:lnTo>
                  <a:lnTo>
                    <a:pt x="6834016" y="2662282"/>
                  </a:lnTo>
                  <a:lnTo>
                    <a:pt x="6834353" y="2664100"/>
                  </a:lnTo>
                  <a:lnTo>
                    <a:pt x="6834689" y="2665587"/>
                  </a:lnTo>
                  <a:lnTo>
                    <a:pt x="6835026" y="2666585"/>
                  </a:lnTo>
                  <a:lnTo>
                    <a:pt x="6835362" y="2667340"/>
                  </a:lnTo>
                  <a:lnTo>
                    <a:pt x="6835699" y="2667836"/>
                  </a:lnTo>
                  <a:lnTo>
                    <a:pt x="6836035" y="2667864"/>
                  </a:lnTo>
                  <a:lnTo>
                    <a:pt x="6836371" y="2667548"/>
                  </a:lnTo>
                  <a:lnTo>
                    <a:pt x="6836708" y="2667017"/>
                  </a:lnTo>
                  <a:lnTo>
                    <a:pt x="6837044" y="2666348"/>
                  </a:lnTo>
                  <a:lnTo>
                    <a:pt x="6837381" y="2665141"/>
                  </a:lnTo>
                  <a:lnTo>
                    <a:pt x="6837717" y="2663848"/>
                  </a:lnTo>
                  <a:lnTo>
                    <a:pt x="6838054" y="2662534"/>
                  </a:lnTo>
                  <a:lnTo>
                    <a:pt x="6838390" y="2660881"/>
                  </a:lnTo>
                  <a:lnTo>
                    <a:pt x="6838727" y="2658647"/>
                  </a:lnTo>
                  <a:lnTo>
                    <a:pt x="6839063" y="2656125"/>
                  </a:lnTo>
                  <a:lnTo>
                    <a:pt x="6839400" y="2653402"/>
                  </a:lnTo>
                  <a:lnTo>
                    <a:pt x="6839736" y="2650593"/>
                  </a:lnTo>
                  <a:lnTo>
                    <a:pt x="6840073" y="2647892"/>
                  </a:lnTo>
                  <a:lnTo>
                    <a:pt x="6840409" y="2645212"/>
                  </a:lnTo>
                  <a:lnTo>
                    <a:pt x="6840745" y="2642626"/>
                  </a:lnTo>
                  <a:lnTo>
                    <a:pt x="6841082" y="2639960"/>
                  </a:lnTo>
                  <a:lnTo>
                    <a:pt x="6841418" y="2637281"/>
                  </a:lnTo>
                  <a:lnTo>
                    <a:pt x="6841755" y="2634644"/>
                  </a:lnTo>
                  <a:lnTo>
                    <a:pt x="6842091" y="2631806"/>
                  </a:lnTo>
                  <a:lnTo>
                    <a:pt x="6842428" y="2629854"/>
                  </a:lnTo>
                  <a:lnTo>
                    <a:pt x="6842764" y="2627998"/>
                  </a:lnTo>
                  <a:lnTo>
                    <a:pt x="6843101" y="2625721"/>
                  </a:lnTo>
                  <a:lnTo>
                    <a:pt x="6843437" y="2623602"/>
                  </a:lnTo>
                  <a:lnTo>
                    <a:pt x="6843774" y="2621593"/>
                  </a:lnTo>
                  <a:lnTo>
                    <a:pt x="6844110" y="2619699"/>
                  </a:lnTo>
                  <a:lnTo>
                    <a:pt x="6844446" y="2618095"/>
                  </a:lnTo>
                  <a:lnTo>
                    <a:pt x="6844783" y="2616733"/>
                  </a:lnTo>
                  <a:lnTo>
                    <a:pt x="6845119" y="2615668"/>
                  </a:lnTo>
                  <a:lnTo>
                    <a:pt x="6845456" y="2614777"/>
                  </a:lnTo>
                  <a:lnTo>
                    <a:pt x="6845792" y="2614028"/>
                  </a:lnTo>
                  <a:lnTo>
                    <a:pt x="6846129" y="2613321"/>
                  </a:lnTo>
                  <a:lnTo>
                    <a:pt x="6846465" y="2612766"/>
                  </a:lnTo>
                  <a:lnTo>
                    <a:pt x="6846802" y="2612274"/>
                  </a:lnTo>
                  <a:lnTo>
                    <a:pt x="6847138" y="2611917"/>
                  </a:lnTo>
                  <a:lnTo>
                    <a:pt x="6847475" y="2611829"/>
                  </a:lnTo>
                  <a:lnTo>
                    <a:pt x="6847811" y="2611799"/>
                  </a:lnTo>
                  <a:lnTo>
                    <a:pt x="6848148" y="2612184"/>
                  </a:lnTo>
                  <a:lnTo>
                    <a:pt x="6848484" y="2612112"/>
                  </a:lnTo>
                  <a:lnTo>
                    <a:pt x="6848820" y="2612177"/>
                  </a:lnTo>
                  <a:lnTo>
                    <a:pt x="6849157" y="2612421"/>
                  </a:lnTo>
                  <a:lnTo>
                    <a:pt x="6849493" y="2612831"/>
                  </a:lnTo>
                  <a:lnTo>
                    <a:pt x="6849830" y="2613154"/>
                  </a:lnTo>
                  <a:lnTo>
                    <a:pt x="6850166" y="2613585"/>
                  </a:lnTo>
                  <a:lnTo>
                    <a:pt x="6850503" y="2614260"/>
                  </a:lnTo>
                  <a:lnTo>
                    <a:pt x="6850839" y="2615649"/>
                  </a:lnTo>
                  <a:lnTo>
                    <a:pt x="6851176" y="2617157"/>
                  </a:lnTo>
                  <a:lnTo>
                    <a:pt x="6851512" y="2618778"/>
                  </a:lnTo>
                  <a:lnTo>
                    <a:pt x="6851849" y="2620521"/>
                  </a:lnTo>
                  <a:lnTo>
                    <a:pt x="6852185" y="2622217"/>
                  </a:lnTo>
                  <a:lnTo>
                    <a:pt x="6852522" y="2624037"/>
                  </a:lnTo>
                  <a:lnTo>
                    <a:pt x="6852858" y="2625835"/>
                  </a:lnTo>
                  <a:lnTo>
                    <a:pt x="6853194" y="2627481"/>
                  </a:lnTo>
                  <a:lnTo>
                    <a:pt x="6853531" y="2629023"/>
                  </a:lnTo>
                  <a:lnTo>
                    <a:pt x="6853867" y="2630535"/>
                  </a:lnTo>
                  <a:lnTo>
                    <a:pt x="6854204" y="2631882"/>
                  </a:lnTo>
                  <a:lnTo>
                    <a:pt x="6854540" y="2632920"/>
                  </a:lnTo>
                  <a:lnTo>
                    <a:pt x="6854877" y="2633900"/>
                  </a:lnTo>
                  <a:lnTo>
                    <a:pt x="6855213" y="2634687"/>
                  </a:lnTo>
                  <a:lnTo>
                    <a:pt x="6855550" y="2635211"/>
                  </a:lnTo>
                  <a:lnTo>
                    <a:pt x="6855886" y="2635364"/>
                  </a:lnTo>
                  <a:lnTo>
                    <a:pt x="6856223" y="2635465"/>
                  </a:lnTo>
                  <a:lnTo>
                    <a:pt x="6856559" y="2635156"/>
                  </a:lnTo>
                  <a:lnTo>
                    <a:pt x="6856896" y="2635032"/>
                  </a:lnTo>
                  <a:lnTo>
                    <a:pt x="6857232" y="2634995"/>
                  </a:lnTo>
                  <a:lnTo>
                    <a:pt x="6857568" y="2634834"/>
                  </a:lnTo>
                  <a:lnTo>
                    <a:pt x="6857905" y="2634446"/>
                  </a:lnTo>
                  <a:lnTo>
                    <a:pt x="6858241" y="2634135"/>
                  </a:lnTo>
                  <a:lnTo>
                    <a:pt x="6858578" y="2633962"/>
                  </a:lnTo>
                  <a:lnTo>
                    <a:pt x="6858914" y="2633758"/>
                  </a:lnTo>
                  <a:lnTo>
                    <a:pt x="6859251" y="2633549"/>
                  </a:lnTo>
                  <a:lnTo>
                    <a:pt x="6859587" y="2633340"/>
                  </a:lnTo>
                  <a:lnTo>
                    <a:pt x="6859924" y="2633130"/>
                  </a:lnTo>
                  <a:lnTo>
                    <a:pt x="6860260" y="2632921"/>
                  </a:lnTo>
                  <a:lnTo>
                    <a:pt x="6860597" y="2632733"/>
                  </a:lnTo>
                  <a:lnTo>
                    <a:pt x="6860933" y="2632628"/>
                  </a:lnTo>
                  <a:lnTo>
                    <a:pt x="6861270" y="2632714"/>
                  </a:lnTo>
                  <a:lnTo>
                    <a:pt x="6861606" y="2632833"/>
                  </a:lnTo>
                  <a:lnTo>
                    <a:pt x="6861942" y="2633029"/>
                  </a:lnTo>
                  <a:lnTo>
                    <a:pt x="6862279" y="2633230"/>
                  </a:lnTo>
                  <a:lnTo>
                    <a:pt x="6862615" y="2633266"/>
                  </a:lnTo>
                  <a:lnTo>
                    <a:pt x="6862952" y="2633419"/>
                  </a:lnTo>
                  <a:lnTo>
                    <a:pt x="6863288" y="2633761"/>
                  </a:lnTo>
                  <a:lnTo>
                    <a:pt x="6863625" y="2634517"/>
                  </a:lnTo>
                  <a:lnTo>
                    <a:pt x="6863961" y="2635689"/>
                  </a:lnTo>
                  <a:lnTo>
                    <a:pt x="6864298" y="2636879"/>
                  </a:lnTo>
                  <a:lnTo>
                    <a:pt x="6864634" y="2638166"/>
                  </a:lnTo>
                  <a:lnTo>
                    <a:pt x="6864971" y="2639709"/>
                  </a:lnTo>
                  <a:lnTo>
                    <a:pt x="6865307" y="2641216"/>
                  </a:lnTo>
                  <a:lnTo>
                    <a:pt x="6865644" y="2642745"/>
                  </a:lnTo>
                  <a:lnTo>
                    <a:pt x="6865980" y="2644057"/>
                  </a:lnTo>
                  <a:lnTo>
                    <a:pt x="6866316" y="2645318"/>
                  </a:lnTo>
                  <a:lnTo>
                    <a:pt x="6866653" y="2646617"/>
                  </a:lnTo>
                  <a:lnTo>
                    <a:pt x="6866989" y="2647637"/>
                  </a:lnTo>
                  <a:lnTo>
                    <a:pt x="6867326" y="2648626"/>
                  </a:lnTo>
                  <a:lnTo>
                    <a:pt x="6867662" y="2649514"/>
                  </a:lnTo>
                  <a:lnTo>
                    <a:pt x="6867999" y="2650270"/>
                  </a:lnTo>
                  <a:lnTo>
                    <a:pt x="6868335" y="2650860"/>
                  </a:lnTo>
                  <a:lnTo>
                    <a:pt x="6868672" y="2651224"/>
                  </a:lnTo>
                  <a:lnTo>
                    <a:pt x="6869008" y="2651505"/>
                  </a:lnTo>
                  <a:lnTo>
                    <a:pt x="6869345" y="2651497"/>
                  </a:lnTo>
                  <a:lnTo>
                    <a:pt x="6869681" y="2651382"/>
                  </a:lnTo>
                  <a:lnTo>
                    <a:pt x="6870018" y="2650526"/>
                  </a:lnTo>
                  <a:lnTo>
                    <a:pt x="6870354" y="2649560"/>
                  </a:lnTo>
                  <a:lnTo>
                    <a:pt x="6870690" y="2648703"/>
                  </a:lnTo>
                  <a:lnTo>
                    <a:pt x="6871027" y="2647122"/>
                  </a:lnTo>
                  <a:lnTo>
                    <a:pt x="6871363" y="2645484"/>
                  </a:lnTo>
                  <a:lnTo>
                    <a:pt x="6871700" y="2643947"/>
                  </a:lnTo>
                  <a:lnTo>
                    <a:pt x="6872036" y="2642955"/>
                  </a:lnTo>
                  <a:lnTo>
                    <a:pt x="6872373" y="2642144"/>
                  </a:lnTo>
                  <a:lnTo>
                    <a:pt x="6872709" y="2641511"/>
                  </a:lnTo>
                  <a:lnTo>
                    <a:pt x="6873046" y="2641088"/>
                  </a:lnTo>
                  <a:lnTo>
                    <a:pt x="6873382" y="2640779"/>
                  </a:lnTo>
                  <a:lnTo>
                    <a:pt x="6873719" y="2640657"/>
                  </a:lnTo>
                  <a:lnTo>
                    <a:pt x="6874055" y="2640383"/>
                  </a:lnTo>
                  <a:lnTo>
                    <a:pt x="6874391" y="2640182"/>
                  </a:lnTo>
                  <a:lnTo>
                    <a:pt x="6874728" y="2639960"/>
                  </a:lnTo>
                  <a:lnTo>
                    <a:pt x="6875064" y="2640053"/>
                  </a:lnTo>
                  <a:lnTo>
                    <a:pt x="6875401" y="2640312"/>
                  </a:lnTo>
                  <a:lnTo>
                    <a:pt x="6875737" y="2640455"/>
                  </a:lnTo>
                  <a:lnTo>
                    <a:pt x="6876074" y="2640427"/>
                  </a:lnTo>
                  <a:lnTo>
                    <a:pt x="6876410" y="2640513"/>
                  </a:lnTo>
                  <a:lnTo>
                    <a:pt x="6876747" y="2640570"/>
                  </a:lnTo>
                  <a:lnTo>
                    <a:pt x="6877083" y="2640455"/>
                  </a:lnTo>
                  <a:lnTo>
                    <a:pt x="6877420" y="2640132"/>
                  </a:lnTo>
                  <a:lnTo>
                    <a:pt x="6877756" y="2639493"/>
                  </a:lnTo>
                  <a:lnTo>
                    <a:pt x="6878093" y="2638595"/>
                  </a:lnTo>
                  <a:lnTo>
                    <a:pt x="6878429" y="2637582"/>
                  </a:lnTo>
                  <a:lnTo>
                    <a:pt x="6878765" y="2636698"/>
                  </a:lnTo>
                  <a:lnTo>
                    <a:pt x="6879102" y="2635778"/>
                  </a:lnTo>
                  <a:lnTo>
                    <a:pt x="6879438" y="2634369"/>
                  </a:lnTo>
                  <a:lnTo>
                    <a:pt x="6879775" y="2633142"/>
                  </a:lnTo>
                  <a:lnTo>
                    <a:pt x="6880111" y="2631887"/>
                  </a:lnTo>
                  <a:lnTo>
                    <a:pt x="6880448" y="2630702"/>
                  </a:lnTo>
                  <a:lnTo>
                    <a:pt x="6880784" y="2629395"/>
                  </a:lnTo>
                  <a:lnTo>
                    <a:pt x="6881121" y="2627938"/>
                  </a:lnTo>
                  <a:lnTo>
                    <a:pt x="6881457" y="2626374"/>
                  </a:lnTo>
                  <a:lnTo>
                    <a:pt x="6881794" y="2625292"/>
                  </a:lnTo>
                  <a:lnTo>
                    <a:pt x="6882130" y="2624117"/>
                  </a:lnTo>
                  <a:lnTo>
                    <a:pt x="6882467" y="2622887"/>
                  </a:lnTo>
                  <a:lnTo>
                    <a:pt x="6882803" y="2621720"/>
                  </a:lnTo>
                  <a:lnTo>
                    <a:pt x="6883139" y="2620957"/>
                  </a:lnTo>
                  <a:lnTo>
                    <a:pt x="6883476" y="2620248"/>
                  </a:lnTo>
                  <a:lnTo>
                    <a:pt x="6883812" y="2619144"/>
                  </a:lnTo>
                  <a:lnTo>
                    <a:pt x="6884149" y="2617891"/>
                  </a:lnTo>
                  <a:lnTo>
                    <a:pt x="6884485" y="2616619"/>
                  </a:lnTo>
                  <a:lnTo>
                    <a:pt x="6884822" y="2615078"/>
                  </a:lnTo>
                  <a:lnTo>
                    <a:pt x="6885158" y="2613435"/>
                  </a:lnTo>
                  <a:lnTo>
                    <a:pt x="6885495" y="2611708"/>
                  </a:lnTo>
                  <a:lnTo>
                    <a:pt x="6885831" y="2610531"/>
                  </a:lnTo>
                  <a:lnTo>
                    <a:pt x="6886168" y="2609559"/>
                  </a:lnTo>
                  <a:lnTo>
                    <a:pt x="6886504" y="2608644"/>
                  </a:lnTo>
                  <a:lnTo>
                    <a:pt x="6886841" y="2607543"/>
                  </a:lnTo>
                  <a:lnTo>
                    <a:pt x="6887177" y="2606391"/>
                  </a:lnTo>
                  <a:lnTo>
                    <a:pt x="6887513" y="2604616"/>
                  </a:lnTo>
                  <a:lnTo>
                    <a:pt x="6887850" y="2602836"/>
                  </a:lnTo>
                  <a:lnTo>
                    <a:pt x="6888186" y="2601132"/>
                  </a:lnTo>
                  <a:lnTo>
                    <a:pt x="6888523" y="2599484"/>
                  </a:lnTo>
                  <a:lnTo>
                    <a:pt x="6888859" y="2598139"/>
                  </a:lnTo>
                  <a:lnTo>
                    <a:pt x="6889196" y="2596106"/>
                  </a:lnTo>
                  <a:lnTo>
                    <a:pt x="6889532" y="2594037"/>
                  </a:lnTo>
                  <a:lnTo>
                    <a:pt x="6889869" y="2592277"/>
                  </a:lnTo>
                  <a:lnTo>
                    <a:pt x="6890205" y="2590581"/>
                  </a:lnTo>
                  <a:lnTo>
                    <a:pt x="6890542" y="2589029"/>
                  </a:lnTo>
                  <a:lnTo>
                    <a:pt x="6890878" y="2587449"/>
                  </a:lnTo>
                  <a:lnTo>
                    <a:pt x="6891215" y="2585703"/>
                  </a:lnTo>
                  <a:lnTo>
                    <a:pt x="6891551" y="2583893"/>
                  </a:lnTo>
                  <a:lnTo>
                    <a:pt x="6891887" y="2582312"/>
                  </a:lnTo>
                  <a:lnTo>
                    <a:pt x="6892224" y="2580588"/>
                  </a:lnTo>
                  <a:lnTo>
                    <a:pt x="6892560" y="2579144"/>
                  </a:lnTo>
                  <a:lnTo>
                    <a:pt x="6892897" y="2577585"/>
                  </a:lnTo>
                  <a:lnTo>
                    <a:pt x="6893233" y="2575939"/>
                  </a:lnTo>
                  <a:lnTo>
                    <a:pt x="6893570" y="2574280"/>
                  </a:lnTo>
                  <a:lnTo>
                    <a:pt x="6893906" y="2572692"/>
                  </a:lnTo>
                  <a:lnTo>
                    <a:pt x="6894243" y="2571227"/>
                  </a:lnTo>
                  <a:lnTo>
                    <a:pt x="6894579" y="2569854"/>
                  </a:lnTo>
                  <a:lnTo>
                    <a:pt x="6894916" y="2568310"/>
                  </a:lnTo>
                  <a:lnTo>
                    <a:pt x="6895252" y="2566923"/>
                  </a:lnTo>
                  <a:lnTo>
                    <a:pt x="6895589" y="2565601"/>
                  </a:lnTo>
                  <a:lnTo>
                    <a:pt x="6895925" y="2564301"/>
                  </a:lnTo>
                  <a:lnTo>
                    <a:pt x="6896261" y="2563029"/>
                  </a:lnTo>
                  <a:lnTo>
                    <a:pt x="6896598" y="2561715"/>
                  </a:lnTo>
                  <a:lnTo>
                    <a:pt x="6896934" y="2560242"/>
                  </a:lnTo>
                  <a:lnTo>
                    <a:pt x="6897271" y="2558884"/>
                  </a:lnTo>
                  <a:lnTo>
                    <a:pt x="6897607" y="2557483"/>
                  </a:lnTo>
                  <a:lnTo>
                    <a:pt x="6897944" y="2556104"/>
                  </a:lnTo>
                  <a:lnTo>
                    <a:pt x="6898280" y="2554394"/>
                  </a:lnTo>
                  <a:lnTo>
                    <a:pt x="6898617" y="2552691"/>
                  </a:lnTo>
                  <a:lnTo>
                    <a:pt x="6898953" y="2551132"/>
                  </a:lnTo>
                  <a:lnTo>
                    <a:pt x="6899290" y="2549552"/>
                  </a:lnTo>
                  <a:lnTo>
                    <a:pt x="6899626" y="2548050"/>
                  </a:lnTo>
                  <a:lnTo>
                    <a:pt x="6899963" y="2546771"/>
                  </a:lnTo>
                  <a:lnTo>
                    <a:pt x="6900299" y="2545478"/>
                  </a:lnTo>
                  <a:lnTo>
                    <a:pt x="6900635" y="2544185"/>
                  </a:lnTo>
                  <a:lnTo>
                    <a:pt x="6900972" y="2542899"/>
                  </a:lnTo>
                  <a:lnTo>
                    <a:pt x="6901308" y="2541749"/>
                  </a:lnTo>
                  <a:lnTo>
                    <a:pt x="6901645" y="2540765"/>
                  </a:lnTo>
                  <a:lnTo>
                    <a:pt x="6901981" y="2540032"/>
                  </a:lnTo>
                  <a:lnTo>
                    <a:pt x="6902318" y="2539795"/>
                  </a:lnTo>
                  <a:lnTo>
                    <a:pt x="6902654" y="2539881"/>
                  </a:lnTo>
                  <a:lnTo>
                    <a:pt x="6902991" y="2540377"/>
                  </a:lnTo>
                  <a:lnTo>
                    <a:pt x="6903327" y="2541440"/>
                  </a:lnTo>
                  <a:lnTo>
                    <a:pt x="6903664" y="2542762"/>
                  </a:lnTo>
                  <a:lnTo>
                    <a:pt x="6904000" y="2544257"/>
                  </a:lnTo>
                  <a:lnTo>
                    <a:pt x="6904337" y="2545837"/>
                  </a:lnTo>
                  <a:lnTo>
                    <a:pt x="6904673" y="2547763"/>
                  </a:lnTo>
                  <a:lnTo>
                    <a:pt x="6905009" y="2549774"/>
                  </a:lnTo>
                  <a:lnTo>
                    <a:pt x="6905346" y="2551807"/>
                  </a:lnTo>
                  <a:lnTo>
                    <a:pt x="6905682" y="2554020"/>
                  </a:lnTo>
                  <a:lnTo>
                    <a:pt x="6906019" y="2556513"/>
                  </a:lnTo>
                  <a:lnTo>
                    <a:pt x="6906355" y="2559035"/>
                  </a:lnTo>
                  <a:lnTo>
                    <a:pt x="6906692" y="2561614"/>
                  </a:lnTo>
                  <a:lnTo>
                    <a:pt x="6907028" y="2564401"/>
                  </a:lnTo>
                  <a:lnTo>
                    <a:pt x="6907365" y="2567103"/>
                  </a:lnTo>
                  <a:lnTo>
                    <a:pt x="6907701" y="2569747"/>
                  </a:lnTo>
                  <a:lnTo>
                    <a:pt x="6908038" y="2572189"/>
                  </a:lnTo>
                  <a:lnTo>
                    <a:pt x="6908374" y="2574567"/>
                  </a:lnTo>
                  <a:lnTo>
                    <a:pt x="6908710" y="2576960"/>
                  </a:lnTo>
                  <a:lnTo>
                    <a:pt x="6909047" y="2579273"/>
                  </a:lnTo>
                  <a:lnTo>
                    <a:pt x="6909383" y="2581823"/>
                  </a:lnTo>
                  <a:lnTo>
                    <a:pt x="6909720" y="2583532"/>
                  </a:lnTo>
                  <a:lnTo>
                    <a:pt x="6910056" y="2585244"/>
                  </a:lnTo>
                  <a:lnTo>
                    <a:pt x="6910393" y="2587377"/>
                  </a:lnTo>
                  <a:lnTo>
                    <a:pt x="6910729" y="2589352"/>
                  </a:lnTo>
                  <a:lnTo>
                    <a:pt x="6911066" y="2591217"/>
                  </a:lnTo>
                  <a:lnTo>
                    <a:pt x="6911402" y="2593111"/>
                  </a:lnTo>
                  <a:lnTo>
                    <a:pt x="6911739" y="2595003"/>
                  </a:lnTo>
                  <a:lnTo>
                    <a:pt x="6912075" y="2596674"/>
                  </a:lnTo>
                  <a:lnTo>
                    <a:pt x="6912412" y="2598162"/>
                  </a:lnTo>
                  <a:lnTo>
                    <a:pt x="6912748" y="2599686"/>
                  </a:lnTo>
                  <a:lnTo>
                    <a:pt x="6913084" y="2601161"/>
                  </a:lnTo>
                  <a:lnTo>
                    <a:pt x="6913421" y="2602586"/>
                  </a:lnTo>
                  <a:lnTo>
                    <a:pt x="6913757" y="2603831"/>
                  </a:lnTo>
                  <a:lnTo>
                    <a:pt x="6914094" y="2605078"/>
                  </a:lnTo>
                  <a:lnTo>
                    <a:pt x="6914430" y="2606152"/>
                  </a:lnTo>
                  <a:lnTo>
                    <a:pt x="6914767" y="2606945"/>
                  </a:lnTo>
                  <a:lnTo>
                    <a:pt x="6915103" y="2607693"/>
                  </a:lnTo>
                  <a:lnTo>
                    <a:pt x="6915440" y="2608026"/>
                  </a:lnTo>
                  <a:lnTo>
                    <a:pt x="6915776" y="2608810"/>
                  </a:lnTo>
                  <a:lnTo>
                    <a:pt x="6916113" y="2609485"/>
                  </a:lnTo>
                  <a:lnTo>
                    <a:pt x="6916449" y="2610031"/>
                  </a:lnTo>
                  <a:lnTo>
                    <a:pt x="6916786" y="2610462"/>
                  </a:lnTo>
                  <a:lnTo>
                    <a:pt x="6917122" y="2610893"/>
                  </a:lnTo>
                  <a:lnTo>
                    <a:pt x="6917458" y="2611274"/>
                  </a:lnTo>
                  <a:lnTo>
                    <a:pt x="6917795" y="2611568"/>
                  </a:lnTo>
                  <a:lnTo>
                    <a:pt x="6918131" y="2611602"/>
                  </a:lnTo>
                  <a:lnTo>
                    <a:pt x="6918468" y="2611675"/>
                  </a:lnTo>
                  <a:lnTo>
                    <a:pt x="6918804" y="2611806"/>
                  </a:lnTo>
                  <a:lnTo>
                    <a:pt x="6919141" y="2611931"/>
                  </a:lnTo>
                  <a:lnTo>
                    <a:pt x="6919477" y="2612103"/>
                  </a:lnTo>
                  <a:lnTo>
                    <a:pt x="6919814" y="2612280"/>
                  </a:lnTo>
                  <a:lnTo>
                    <a:pt x="6920150" y="2612351"/>
                  </a:lnTo>
                  <a:lnTo>
                    <a:pt x="6920487" y="2612530"/>
                  </a:lnTo>
                  <a:lnTo>
                    <a:pt x="6920823" y="2612561"/>
                  </a:lnTo>
                  <a:lnTo>
                    <a:pt x="6921160" y="2612320"/>
                  </a:lnTo>
                  <a:lnTo>
                    <a:pt x="6921496" y="2612080"/>
                  </a:lnTo>
                  <a:lnTo>
                    <a:pt x="6921832" y="2611890"/>
                  </a:lnTo>
                  <a:lnTo>
                    <a:pt x="6922169" y="2611592"/>
                  </a:lnTo>
                  <a:lnTo>
                    <a:pt x="6922505" y="2611294"/>
                  </a:lnTo>
                  <a:lnTo>
                    <a:pt x="6922842" y="2610928"/>
                  </a:lnTo>
                  <a:lnTo>
                    <a:pt x="6923178" y="2610494"/>
                  </a:lnTo>
                  <a:lnTo>
                    <a:pt x="6923515" y="2609963"/>
                  </a:lnTo>
                  <a:lnTo>
                    <a:pt x="6923851" y="2609697"/>
                  </a:lnTo>
                  <a:lnTo>
                    <a:pt x="6924188" y="2609103"/>
                  </a:lnTo>
                  <a:lnTo>
                    <a:pt x="6924524" y="2608421"/>
                  </a:lnTo>
                  <a:lnTo>
                    <a:pt x="6924861" y="2607706"/>
                  </a:lnTo>
                  <a:lnTo>
                    <a:pt x="6925197" y="2606933"/>
                  </a:lnTo>
                  <a:lnTo>
                    <a:pt x="6925534" y="2606066"/>
                  </a:lnTo>
                  <a:lnTo>
                    <a:pt x="6925870" y="2605337"/>
                  </a:lnTo>
                  <a:lnTo>
                    <a:pt x="6926206" y="2604894"/>
                  </a:lnTo>
                  <a:lnTo>
                    <a:pt x="6926543" y="2604500"/>
                  </a:lnTo>
                  <a:lnTo>
                    <a:pt x="6926879" y="2603905"/>
                  </a:lnTo>
                  <a:lnTo>
                    <a:pt x="6927216" y="2603410"/>
                  </a:lnTo>
                  <a:lnTo>
                    <a:pt x="6927552" y="2602915"/>
                  </a:lnTo>
                  <a:lnTo>
                    <a:pt x="6927889" y="2602384"/>
                  </a:lnTo>
                  <a:lnTo>
                    <a:pt x="6928225" y="2601835"/>
                  </a:lnTo>
                  <a:lnTo>
                    <a:pt x="6928562" y="2601109"/>
                  </a:lnTo>
                  <a:lnTo>
                    <a:pt x="6928898" y="2600353"/>
                  </a:lnTo>
                  <a:lnTo>
                    <a:pt x="6929235" y="2599518"/>
                  </a:lnTo>
                  <a:lnTo>
                    <a:pt x="6929571" y="2598679"/>
                  </a:lnTo>
                  <a:lnTo>
                    <a:pt x="6929908" y="2597902"/>
                  </a:lnTo>
                  <a:lnTo>
                    <a:pt x="6930244" y="2597388"/>
                  </a:lnTo>
                  <a:lnTo>
                    <a:pt x="6930580" y="2596818"/>
                  </a:lnTo>
                  <a:lnTo>
                    <a:pt x="6930917" y="2596198"/>
                  </a:lnTo>
                  <a:lnTo>
                    <a:pt x="6931253" y="2595393"/>
                  </a:lnTo>
                  <a:lnTo>
                    <a:pt x="6931590" y="2594735"/>
                  </a:lnTo>
                  <a:lnTo>
                    <a:pt x="6931926" y="2594462"/>
                  </a:lnTo>
                  <a:lnTo>
                    <a:pt x="6932263" y="2593607"/>
                  </a:lnTo>
                  <a:lnTo>
                    <a:pt x="6932599" y="2592842"/>
                  </a:lnTo>
                  <a:lnTo>
                    <a:pt x="6932936" y="2592154"/>
                  </a:lnTo>
                  <a:lnTo>
                    <a:pt x="6933272" y="2591439"/>
                  </a:lnTo>
                  <a:lnTo>
                    <a:pt x="6933609" y="2590806"/>
                  </a:lnTo>
                  <a:lnTo>
                    <a:pt x="6933945" y="2590110"/>
                  </a:lnTo>
                  <a:lnTo>
                    <a:pt x="6934282" y="2589813"/>
                  </a:lnTo>
                  <a:lnTo>
                    <a:pt x="6934618" y="2589635"/>
                  </a:lnTo>
                  <a:lnTo>
                    <a:pt x="6934954" y="2589551"/>
                  </a:lnTo>
                  <a:lnTo>
                    <a:pt x="6935291" y="2589406"/>
                  </a:lnTo>
                  <a:lnTo>
                    <a:pt x="6935627" y="2589325"/>
                  </a:lnTo>
                  <a:lnTo>
                    <a:pt x="6935964" y="2589499"/>
                  </a:lnTo>
                  <a:lnTo>
                    <a:pt x="6936300" y="2589522"/>
                  </a:lnTo>
                  <a:lnTo>
                    <a:pt x="6936637" y="2589884"/>
                  </a:lnTo>
                  <a:lnTo>
                    <a:pt x="6936973" y="2590343"/>
                  </a:lnTo>
                  <a:lnTo>
                    <a:pt x="6937310" y="2591639"/>
                  </a:lnTo>
                  <a:lnTo>
                    <a:pt x="6937646" y="2593155"/>
                  </a:lnTo>
                  <a:lnTo>
                    <a:pt x="6937983" y="2594779"/>
                  </a:lnTo>
                  <a:lnTo>
                    <a:pt x="6938319" y="2597598"/>
                  </a:lnTo>
                  <a:lnTo>
                    <a:pt x="6938656" y="2600707"/>
                  </a:lnTo>
                  <a:lnTo>
                    <a:pt x="6938992" y="2603757"/>
                  </a:lnTo>
                  <a:lnTo>
                    <a:pt x="6939328" y="2606468"/>
                  </a:lnTo>
                  <a:lnTo>
                    <a:pt x="6939665" y="2609029"/>
                  </a:lnTo>
                  <a:lnTo>
                    <a:pt x="6940001" y="2611497"/>
                  </a:lnTo>
                  <a:lnTo>
                    <a:pt x="6940338" y="2613828"/>
                  </a:lnTo>
                  <a:lnTo>
                    <a:pt x="6940674" y="2616089"/>
                  </a:lnTo>
                  <a:lnTo>
                    <a:pt x="6941011" y="2618129"/>
                  </a:lnTo>
                  <a:lnTo>
                    <a:pt x="6941347" y="2620322"/>
                  </a:lnTo>
                  <a:lnTo>
                    <a:pt x="6941684" y="2622326"/>
                  </a:lnTo>
                  <a:lnTo>
                    <a:pt x="6942020" y="2624417"/>
                  </a:lnTo>
                  <a:lnTo>
                    <a:pt x="6942357" y="2626285"/>
                  </a:lnTo>
                  <a:lnTo>
                    <a:pt x="6942693" y="2628038"/>
                  </a:lnTo>
                  <a:lnTo>
                    <a:pt x="6943029" y="2629626"/>
                  </a:lnTo>
                  <a:lnTo>
                    <a:pt x="6943366" y="2630854"/>
                  </a:lnTo>
                  <a:lnTo>
                    <a:pt x="6943702" y="2631860"/>
                  </a:lnTo>
                  <a:lnTo>
                    <a:pt x="6944039" y="2632823"/>
                  </a:lnTo>
                  <a:lnTo>
                    <a:pt x="6944375" y="2633627"/>
                  </a:lnTo>
                  <a:lnTo>
                    <a:pt x="6944712" y="2634525"/>
                  </a:lnTo>
                  <a:lnTo>
                    <a:pt x="6945048" y="2635653"/>
                  </a:lnTo>
                  <a:lnTo>
                    <a:pt x="6945385" y="2636831"/>
                  </a:lnTo>
                  <a:lnTo>
                    <a:pt x="6945721" y="2638096"/>
                  </a:lnTo>
                  <a:lnTo>
                    <a:pt x="6946058" y="2639332"/>
                  </a:lnTo>
                  <a:lnTo>
                    <a:pt x="6946394" y="2640567"/>
                  </a:lnTo>
                  <a:lnTo>
                    <a:pt x="6946731" y="2641832"/>
                  </a:lnTo>
                  <a:lnTo>
                    <a:pt x="6947067" y="2642845"/>
                  </a:lnTo>
                  <a:lnTo>
                    <a:pt x="6947403" y="2643815"/>
                  </a:lnTo>
                  <a:lnTo>
                    <a:pt x="6947740" y="2644677"/>
                  </a:lnTo>
                  <a:lnTo>
                    <a:pt x="6948076" y="2645546"/>
                  </a:lnTo>
                  <a:lnTo>
                    <a:pt x="6948413" y="2646667"/>
                  </a:lnTo>
                  <a:lnTo>
                    <a:pt x="6948749" y="2647816"/>
                  </a:lnTo>
                  <a:lnTo>
                    <a:pt x="6949086" y="2648373"/>
                  </a:lnTo>
                  <a:lnTo>
                    <a:pt x="6949422" y="2649014"/>
                  </a:lnTo>
                  <a:lnTo>
                    <a:pt x="6949759" y="2649696"/>
                  </a:lnTo>
                  <a:lnTo>
                    <a:pt x="6950095" y="2650217"/>
                  </a:lnTo>
                  <a:lnTo>
                    <a:pt x="6950432" y="2650439"/>
                  </a:lnTo>
                  <a:lnTo>
                    <a:pt x="6950768" y="2650658"/>
                  </a:lnTo>
                  <a:lnTo>
                    <a:pt x="6951105" y="2651150"/>
                  </a:lnTo>
                  <a:lnTo>
                    <a:pt x="6951441" y="2651844"/>
                  </a:lnTo>
                  <a:lnTo>
                    <a:pt x="6951777" y="2652657"/>
                  </a:lnTo>
                  <a:lnTo>
                    <a:pt x="6952114" y="2653647"/>
                  </a:lnTo>
                  <a:lnTo>
                    <a:pt x="6952450" y="2654795"/>
                  </a:lnTo>
                  <a:lnTo>
                    <a:pt x="6952787" y="2655948"/>
                  </a:lnTo>
                  <a:lnTo>
                    <a:pt x="6953123" y="2657068"/>
                  </a:lnTo>
                  <a:lnTo>
                    <a:pt x="6953460" y="2658047"/>
                  </a:lnTo>
                  <a:lnTo>
                    <a:pt x="6953796" y="2659105"/>
                  </a:lnTo>
                  <a:lnTo>
                    <a:pt x="6954133" y="2660358"/>
                  </a:lnTo>
                  <a:lnTo>
                    <a:pt x="6954469" y="2661654"/>
                  </a:lnTo>
                  <a:lnTo>
                    <a:pt x="6954806" y="2663586"/>
                  </a:lnTo>
                  <a:lnTo>
                    <a:pt x="6955142" y="2665611"/>
                  </a:lnTo>
                  <a:lnTo>
                    <a:pt x="6955479" y="2667480"/>
                  </a:lnTo>
                  <a:lnTo>
                    <a:pt x="6955815" y="2669293"/>
                  </a:lnTo>
                  <a:lnTo>
                    <a:pt x="6956151" y="2670839"/>
                  </a:lnTo>
                  <a:lnTo>
                    <a:pt x="6956488" y="2672772"/>
                  </a:lnTo>
                  <a:lnTo>
                    <a:pt x="6956824" y="2674597"/>
                  </a:lnTo>
                  <a:lnTo>
                    <a:pt x="6957161" y="2676184"/>
                  </a:lnTo>
                  <a:lnTo>
                    <a:pt x="6957497" y="2677621"/>
                  </a:lnTo>
                  <a:lnTo>
                    <a:pt x="6957834" y="2679137"/>
                  </a:lnTo>
                  <a:lnTo>
                    <a:pt x="6958170" y="2680718"/>
                  </a:lnTo>
                  <a:lnTo>
                    <a:pt x="6958507" y="2682463"/>
                  </a:lnTo>
                  <a:lnTo>
                    <a:pt x="6958843" y="2684094"/>
                  </a:lnTo>
                  <a:lnTo>
                    <a:pt x="6959180" y="2685165"/>
                  </a:lnTo>
                  <a:lnTo>
                    <a:pt x="6959516" y="2686314"/>
                  </a:lnTo>
                  <a:lnTo>
                    <a:pt x="6959853" y="2687061"/>
                  </a:lnTo>
                  <a:lnTo>
                    <a:pt x="6960189" y="2687902"/>
                  </a:lnTo>
                  <a:lnTo>
                    <a:pt x="6960525" y="2688764"/>
                  </a:lnTo>
                  <a:lnTo>
                    <a:pt x="6960862" y="2689562"/>
                  </a:lnTo>
                  <a:lnTo>
                    <a:pt x="6961198" y="2690330"/>
                  </a:lnTo>
                  <a:lnTo>
                    <a:pt x="6961535" y="2690977"/>
                  </a:lnTo>
                  <a:lnTo>
                    <a:pt x="6961871" y="2691487"/>
                  </a:lnTo>
                  <a:lnTo>
                    <a:pt x="6962208" y="2692198"/>
                  </a:lnTo>
                  <a:lnTo>
                    <a:pt x="6962544" y="2692866"/>
                  </a:lnTo>
                  <a:lnTo>
                    <a:pt x="6962881" y="2693269"/>
                  </a:lnTo>
                  <a:lnTo>
                    <a:pt x="6963217" y="2693563"/>
                  </a:lnTo>
                  <a:lnTo>
                    <a:pt x="6963554" y="2693829"/>
                  </a:lnTo>
                  <a:lnTo>
                    <a:pt x="6963890" y="2694318"/>
                  </a:lnTo>
                  <a:lnTo>
                    <a:pt x="6964227" y="2695295"/>
                  </a:lnTo>
                  <a:lnTo>
                    <a:pt x="6964563" y="2696063"/>
                  </a:lnTo>
                  <a:lnTo>
                    <a:pt x="6964899" y="2696724"/>
                  </a:lnTo>
                  <a:lnTo>
                    <a:pt x="6965236" y="2697141"/>
                  </a:lnTo>
                  <a:lnTo>
                    <a:pt x="6965572" y="2697701"/>
                  </a:lnTo>
                  <a:lnTo>
                    <a:pt x="6965909" y="2698276"/>
                  </a:lnTo>
                  <a:lnTo>
                    <a:pt x="6966245" y="2698872"/>
                  </a:lnTo>
                  <a:lnTo>
                    <a:pt x="6966582" y="2699691"/>
                  </a:lnTo>
                  <a:lnTo>
                    <a:pt x="6966918" y="2700410"/>
                  </a:lnTo>
                  <a:lnTo>
                    <a:pt x="6967255" y="2700525"/>
                  </a:lnTo>
                  <a:lnTo>
                    <a:pt x="6967591" y="2700259"/>
                  </a:lnTo>
                  <a:lnTo>
                    <a:pt x="6967928" y="2699634"/>
                  </a:lnTo>
                  <a:lnTo>
                    <a:pt x="6968264" y="2698628"/>
                  </a:lnTo>
                  <a:lnTo>
                    <a:pt x="6968601" y="2697385"/>
                  </a:lnTo>
                  <a:lnTo>
                    <a:pt x="6968937" y="2695927"/>
                  </a:lnTo>
                  <a:lnTo>
                    <a:pt x="6969273" y="2694188"/>
                  </a:lnTo>
                  <a:lnTo>
                    <a:pt x="6969610" y="2692450"/>
                  </a:lnTo>
                  <a:lnTo>
                    <a:pt x="6969946" y="2690747"/>
                  </a:lnTo>
                  <a:lnTo>
                    <a:pt x="6970283" y="2689059"/>
                  </a:lnTo>
                  <a:lnTo>
                    <a:pt x="6970619" y="2687205"/>
                  </a:lnTo>
                  <a:lnTo>
                    <a:pt x="6970956" y="2685308"/>
                  </a:lnTo>
                  <a:lnTo>
                    <a:pt x="6971292" y="2683089"/>
                  </a:lnTo>
                  <a:lnTo>
                    <a:pt x="6971629" y="2680531"/>
                  </a:lnTo>
                  <a:lnTo>
                    <a:pt x="6971965" y="2678009"/>
                  </a:lnTo>
                  <a:lnTo>
                    <a:pt x="6972302" y="2675840"/>
                  </a:lnTo>
                  <a:lnTo>
                    <a:pt x="6972638" y="2673842"/>
                  </a:lnTo>
                  <a:lnTo>
                    <a:pt x="6972975" y="2672097"/>
                  </a:lnTo>
                  <a:lnTo>
                    <a:pt x="6973311" y="2670444"/>
                  </a:lnTo>
                  <a:lnTo>
                    <a:pt x="6973647" y="2668957"/>
                  </a:lnTo>
                  <a:lnTo>
                    <a:pt x="6973984" y="2667578"/>
                  </a:lnTo>
                  <a:lnTo>
                    <a:pt x="6974320" y="2665975"/>
                  </a:lnTo>
                  <a:lnTo>
                    <a:pt x="6974657" y="2664424"/>
                  </a:lnTo>
                  <a:lnTo>
                    <a:pt x="6974993" y="2663023"/>
                  </a:lnTo>
                  <a:lnTo>
                    <a:pt x="6975330" y="2661528"/>
                  </a:lnTo>
                  <a:lnTo>
                    <a:pt x="6975666" y="2659660"/>
                  </a:lnTo>
                  <a:lnTo>
                    <a:pt x="6976003" y="2657634"/>
                  </a:lnTo>
                  <a:lnTo>
                    <a:pt x="6976339" y="2655774"/>
                  </a:lnTo>
                  <a:lnTo>
                    <a:pt x="6976676" y="2654164"/>
                  </a:lnTo>
                  <a:lnTo>
                    <a:pt x="6977012" y="2652584"/>
                  </a:lnTo>
                  <a:lnTo>
                    <a:pt x="6977348" y="2650982"/>
                  </a:lnTo>
                  <a:lnTo>
                    <a:pt x="6977685" y="2649365"/>
                  </a:lnTo>
                  <a:lnTo>
                    <a:pt x="6978021" y="2647684"/>
                  </a:lnTo>
                  <a:lnTo>
                    <a:pt x="6978358" y="2646312"/>
                  </a:lnTo>
                  <a:lnTo>
                    <a:pt x="6978694" y="2644703"/>
                  </a:lnTo>
                  <a:lnTo>
                    <a:pt x="6979031" y="2642799"/>
                  </a:lnTo>
                  <a:lnTo>
                    <a:pt x="6979367" y="2640708"/>
                  </a:lnTo>
                  <a:lnTo>
                    <a:pt x="6979704" y="2639109"/>
                  </a:lnTo>
                  <a:lnTo>
                    <a:pt x="6980040" y="2637117"/>
                  </a:lnTo>
                  <a:lnTo>
                    <a:pt x="6980377" y="2635578"/>
                  </a:lnTo>
                  <a:lnTo>
                    <a:pt x="6980713" y="2633949"/>
                  </a:lnTo>
                  <a:lnTo>
                    <a:pt x="6981050" y="2632566"/>
                  </a:lnTo>
                  <a:lnTo>
                    <a:pt x="6981386" y="2631039"/>
                  </a:lnTo>
                  <a:lnTo>
                    <a:pt x="6981722" y="2629470"/>
                  </a:lnTo>
                  <a:lnTo>
                    <a:pt x="6982059" y="2627900"/>
                  </a:lnTo>
                  <a:lnTo>
                    <a:pt x="6982395" y="2626130"/>
                  </a:lnTo>
                  <a:lnTo>
                    <a:pt x="6982732" y="2624102"/>
                  </a:lnTo>
                  <a:lnTo>
                    <a:pt x="6983068" y="2622104"/>
                  </a:lnTo>
                  <a:lnTo>
                    <a:pt x="6983405" y="2620009"/>
                  </a:lnTo>
                  <a:lnTo>
                    <a:pt x="6983741" y="2618054"/>
                  </a:lnTo>
                  <a:lnTo>
                    <a:pt x="6984078" y="2616293"/>
                  </a:lnTo>
                  <a:lnTo>
                    <a:pt x="6984414" y="2614657"/>
                  </a:lnTo>
                  <a:lnTo>
                    <a:pt x="6984751" y="2612989"/>
                  </a:lnTo>
                  <a:lnTo>
                    <a:pt x="6985087" y="2611603"/>
                  </a:lnTo>
                  <a:lnTo>
                    <a:pt x="6985424" y="2609168"/>
                  </a:lnTo>
                  <a:lnTo>
                    <a:pt x="6985760" y="2606974"/>
                  </a:lnTo>
                  <a:lnTo>
                    <a:pt x="6986096" y="2604022"/>
                  </a:lnTo>
                  <a:lnTo>
                    <a:pt x="6986433" y="2601363"/>
                  </a:lnTo>
                  <a:lnTo>
                    <a:pt x="6986769" y="2598777"/>
                  </a:lnTo>
                  <a:lnTo>
                    <a:pt x="6987106" y="2596241"/>
                  </a:lnTo>
                  <a:lnTo>
                    <a:pt x="6987442" y="2594079"/>
                  </a:lnTo>
                  <a:lnTo>
                    <a:pt x="6987779" y="2592599"/>
                  </a:lnTo>
                  <a:lnTo>
                    <a:pt x="6988115" y="2591722"/>
                  </a:lnTo>
                  <a:lnTo>
                    <a:pt x="6988452" y="2591399"/>
                  </a:lnTo>
                  <a:lnTo>
                    <a:pt x="6988788" y="2591198"/>
                  </a:lnTo>
                  <a:lnTo>
                    <a:pt x="6989125" y="2591025"/>
                  </a:lnTo>
                  <a:lnTo>
                    <a:pt x="6989461" y="2591241"/>
                  </a:lnTo>
                  <a:lnTo>
                    <a:pt x="6989798" y="2591815"/>
                  </a:lnTo>
                  <a:lnTo>
                    <a:pt x="6990134" y="2592534"/>
                  </a:lnTo>
                  <a:lnTo>
                    <a:pt x="6990470" y="2593252"/>
                  </a:lnTo>
                  <a:lnTo>
                    <a:pt x="6990807" y="2594093"/>
                  </a:lnTo>
                  <a:lnTo>
                    <a:pt x="6991143" y="2594955"/>
                  </a:lnTo>
                  <a:lnTo>
                    <a:pt x="6991480" y="2595817"/>
                  </a:lnTo>
                  <a:lnTo>
                    <a:pt x="6991816" y="2596679"/>
                  </a:lnTo>
                  <a:lnTo>
                    <a:pt x="6992153" y="2597491"/>
                  </a:lnTo>
                  <a:lnTo>
                    <a:pt x="6992489" y="2598454"/>
                  </a:lnTo>
                  <a:lnTo>
                    <a:pt x="6992826" y="2599416"/>
                  </a:lnTo>
                  <a:lnTo>
                    <a:pt x="6993162" y="2599977"/>
                  </a:lnTo>
                  <a:lnTo>
                    <a:pt x="6993499" y="2600221"/>
                  </a:lnTo>
                  <a:lnTo>
                    <a:pt x="6993835" y="2600408"/>
                  </a:lnTo>
                  <a:lnTo>
                    <a:pt x="6994172" y="2600796"/>
                  </a:lnTo>
                  <a:lnTo>
                    <a:pt x="6994508" y="2601011"/>
                  </a:lnTo>
                  <a:lnTo>
                    <a:pt x="6994844" y="2601011"/>
                  </a:lnTo>
                  <a:lnTo>
                    <a:pt x="6995181" y="2601047"/>
                  </a:lnTo>
                  <a:lnTo>
                    <a:pt x="6995517" y="2601069"/>
                  </a:lnTo>
                  <a:lnTo>
                    <a:pt x="6995854" y="2600738"/>
                  </a:lnTo>
                  <a:lnTo>
                    <a:pt x="6996190" y="2600164"/>
                  </a:lnTo>
                  <a:lnTo>
                    <a:pt x="6996527" y="2599589"/>
                  </a:lnTo>
                  <a:lnTo>
                    <a:pt x="6996863" y="2598827"/>
                  </a:lnTo>
                  <a:lnTo>
                    <a:pt x="6997200" y="2598109"/>
                  </a:lnTo>
                  <a:lnTo>
                    <a:pt x="6997536" y="2597290"/>
                  </a:lnTo>
                  <a:lnTo>
                    <a:pt x="6997873" y="2596464"/>
                  </a:lnTo>
                  <a:lnTo>
                    <a:pt x="6998209" y="2595889"/>
                  </a:lnTo>
                  <a:lnTo>
                    <a:pt x="6998546" y="2595487"/>
                  </a:lnTo>
                  <a:lnTo>
                    <a:pt x="6998882" y="2594947"/>
                  </a:lnTo>
                  <a:lnTo>
                    <a:pt x="6999218" y="2594206"/>
                  </a:lnTo>
                  <a:lnTo>
                    <a:pt x="6999555" y="2593891"/>
                  </a:lnTo>
                  <a:lnTo>
                    <a:pt x="6999891" y="2593408"/>
                  </a:lnTo>
                  <a:lnTo>
                    <a:pt x="7000228" y="2592733"/>
                  </a:lnTo>
                  <a:lnTo>
                    <a:pt x="7000564" y="2592092"/>
                  </a:lnTo>
                  <a:lnTo>
                    <a:pt x="7000901" y="2591651"/>
                  </a:lnTo>
                  <a:lnTo>
                    <a:pt x="7001237" y="2591559"/>
                  </a:lnTo>
                  <a:lnTo>
                    <a:pt x="7001574" y="2591467"/>
                  </a:lnTo>
                  <a:lnTo>
                    <a:pt x="7001910" y="2591453"/>
                  </a:lnTo>
                  <a:lnTo>
                    <a:pt x="7002247" y="2591217"/>
                  </a:lnTo>
                  <a:lnTo>
                    <a:pt x="7002583" y="2590585"/>
                  </a:lnTo>
                  <a:lnTo>
                    <a:pt x="7002920" y="2589854"/>
                  </a:lnTo>
                  <a:lnTo>
                    <a:pt x="7003256" y="2588783"/>
                  </a:lnTo>
                  <a:lnTo>
                    <a:pt x="7003592" y="2587603"/>
                  </a:lnTo>
                  <a:lnTo>
                    <a:pt x="7003929" y="2586351"/>
                  </a:lnTo>
                  <a:lnTo>
                    <a:pt x="7004265" y="2584836"/>
                  </a:lnTo>
                  <a:lnTo>
                    <a:pt x="7004602" y="2582952"/>
                  </a:lnTo>
                  <a:lnTo>
                    <a:pt x="7004938" y="2581015"/>
                  </a:lnTo>
                  <a:lnTo>
                    <a:pt x="7005275" y="2579185"/>
                  </a:lnTo>
                  <a:lnTo>
                    <a:pt x="7005611" y="2577343"/>
                  </a:lnTo>
                  <a:lnTo>
                    <a:pt x="7005948" y="2575441"/>
                  </a:lnTo>
                  <a:lnTo>
                    <a:pt x="7006284" y="2573383"/>
                  </a:lnTo>
                  <a:lnTo>
                    <a:pt x="7006621" y="2571203"/>
                  </a:lnTo>
                  <a:lnTo>
                    <a:pt x="7006957" y="2569130"/>
                  </a:lnTo>
                  <a:lnTo>
                    <a:pt x="7007293" y="2567310"/>
                  </a:lnTo>
                  <a:lnTo>
                    <a:pt x="7007630" y="2565697"/>
                  </a:lnTo>
                  <a:lnTo>
                    <a:pt x="7007966" y="2564175"/>
                  </a:lnTo>
                  <a:lnTo>
                    <a:pt x="7008303" y="2562969"/>
                  </a:lnTo>
                  <a:lnTo>
                    <a:pt x="7008639" y="2561804"/>
                  </a:lnTo>
                  <a:lnTo>
                    <a:pt x="7008976" y="2560941"/>
                  </a:lnTo>
                  <a:lnTo>
                    <a:pt x="7009312" y="2560115"/>
                  </a:lnTo>
                  <a:lnTo>
                    <a:pt x="7009649" y="2559447"/>
                  </a:lnTo>
                  <a:lnTo>
                    <a:pt x="7009985" y="2558951"/>
                  </a:lnTo>
                  <a:lnTo>
                    <a:pt x="7010322" y="2558061"/>
                  </a:lnTo>
                  <a:lnTo>
                    <a:pt x="7010658" y="2557177"/>
                  </a:lnTo>
                  <a:lnTo>
                    <a:pt x="7010995" y="2556315"/>
                  </a:lnTo>
                  <a:lnTo>
                    <a:pt x="7011331" y="2555481"/>
                  </a:lnTo>
                  <a:lnTo>
                    <a:pt x="7011667" y="2554670"/>
                  </a:lnTo>
                  <a:lnTo>
                    <a:pt x="7012004" y="2553807"/>
                  </a:lnTo>
                  <a:lnTo>
                    <a:pt x="7012340" y="2552730"/>
                  </a:lnTo>
                  <a:lnTo>
                    <a:pt x="7012677" y="2552027"/>
                  </a:lnTo>
                  <a:lnTo>
                    <a:pt x="7013013" y="2550951"/>
                  </a:lnTo>
                  <a:lnTo>
                    <a:pt x="7013350" y="2549406"/>
                  </a:lnTo>
                  <a:lnTo>
                    <a:pt x="7013686" y="2547562"/>
                  </a:lnTo>
                  <a:lnTo>
                    <a:pt x="7014023" y="2545679"/>
                  </a:lnTo>
                  <a:lnTo>
                    <a:pt x="7014359" y="2543659"/>
                  </a:lnTo>
                  <a:lnTo>
                    <a:pt x="7014696" y="2542172"/>
                  </a:lnTo>
                  <a:lnTo>
                    <a:pt x="7015032" y="2540425"/>
                  </a:lnTo>
                  <a:lnTo>
                    <a:pt x="7015369" y="2538880"/>
                  </a:lnTo>
                  <a:lnTo>
                    <a:pt x="7015705" y="2537144"/>
                  </a:lnTo>
                  <a:lnTo>
                    <a:pt x="7016041" y="2535271"/>
                  </a:lnTo>
                  <a:lnTo>
                    <a:pt x="7016378" y="2533495"/>
                  </a:lnTo>
                  <a:lnTo>
                    <a:pt x="7016714" y="2531668"/>
                  </a:lnTo>
                  <a:lnTo>
                    <a:pt x="7017051" y="2529806"/>
                  </a:lnTo>
                  <a:lnTo>
                    <a:pt x="7017387" y="2528169"/>
                  </a:lnTo>
                  <a:lnTo>
                    <a:pt x="7017724" y="2526800"/>
                  </a:lnTo>
                  <a:lnTo>
                    <a:pt x="7018060" y="2525687"/>
                  </a:lnTo>
                  <a:lnTo>
                    <a:pt x="7018397" y="2524783"/>
                  </a:lnTo>
                  <a:lnTo>
                    <a:pt x="7018733" y="2523459"/>
                  </a:lnTo>
                  <a:lnTo>
                    <a:pt x="7019070" y="2522108"/>
                  </a:lnTo>
                  <a:lnTo>
                    <a:pt x="7019406" y="2520908"/>
                  </a:lnTo>
                  <a:lnTo>
                    <a:pt x="7019743" y="2519931"/>
                  </a:lnTo>
                  <a:lnTo>
                    <a:pt x="7020079" y="2518573"/>
                  </a:lnTo>
                  <a:lnTo>
                    <a:pt x="7020415" y="2517064"/>
                  </a:lnTo>
                  <a:lnTo>
                    <a:pt x="7020752" y="2515505"/>
                  </a:lnTo>
                  <a:lnTo>
                    <a:pt x="7021088" y="2513932"/>
                  </a:lnTo>
                  <a:lnTo>
                    <a:pt x="7021425" y="2512193"/>
                  </a:lnTo>
                  <a:lnTo>
                    <a:pt x="7021761" y="2510361"/>
                  </a:lnTo>
                  <a:lnTo>
                    <a:pt x="7022098" y="2508335"/>
                  </a:lnTo>
                  <a:lnTo>
                    <a:pt x="7022434" y="2506180"/>
                  </a:lnTo>
                  <a:lnTo>
                    <a:pt x="7022771" y="2503982"/>
                  </a:lnTo>
                  <a:lnTo>
                    <a:pt x="7023107" y="2501561"/>
                  </a:lnTo>
                  <a:lnTo>
                    <a:pt x="7023444" y="2499111"/>
                  </a:lnTo>
                  <a:lnTo>
                    <a:pt x="7023780" y="2496697"/>
                  </a:lnTo>
                  <a:lnTo>
                    <a:pt x="7024117" y="2494283"/>
                  </a:lnTo>
                  <a:lnTo>
                    <a:pt x="7024453" y="2491697"/>
                  </a:lnTo>
                  <a:lnTo>
                    <a:pt x="7024789" y="2488931"/>
                  </a:lnTo>
                  <a:lnTo>
                    <a:pt x="7025126" y="2485813"/>
                  </a:lnTo>
                  <a:lnTo>
                    <a:pt x="7025462" y="2482968"/>
                  </a:lnTo>
                  <a:lnTo>
                    <a:pt x="7025799" y="2480424"/>
                  </a:lnTo>
                  <a:lnTo>
                    <a:pt x="7026135" y="2478226"/>
                  </a:lnTo>
                  <a:lnTo>
                    <a:pt x="7026472" y="2476595"/>
                  </a:lnTo>
                  <a:lnTo>
                    <a:pt x="7026808" y="2475331"/>
                  </a:lnTo>
                  <a:lnTo>
                    <a:pt x="7027145" y="2474375"/>
                  </a:lnTo>
                  <a:lnTo>
                    <a:pt x="7027481" y="2473513"/>
                  </a:lnTo>
                  <a:lnTo>
                    <a:pt x="7027818" y="2472716"/>
                  </a:lnTo>
                  <a:lnTo>
                    <a:pt x="7028154" y="2472242"/>
                  </a:lnTo>
                  <a:lnTo>
                    <a:pt x="7028491" y="2471861"/>
                  </a:lnTo>
                  <a:lnTo>
                    <a:pt x="7028827" y="2471803"/>
                  </a:lnTo>
                  <a:lnTo>
                    <a:pt x="7029163" y="2471889"/>
                  </a:lnTo>
                  <a:lnTo>
                    <a:pt x="7029500" y="2472148"/>
                  </a:lnTo>
                  <a:lnTo>
                    <a:pt x="7029836" y="2472586"/>
                  </a:lnTo>
                  <a:lnTo>
                    <a:pt x="7030173" y="2473391"/>
                  </a:lnTo>
                  <a:lnTo>
                    <a:pt x="7030509" y="2474253"/>
                  </a:lnTo>
                  <a:lnTo>
                    <a:pt x="7030846" y="2475115"/>
                  </a:lnTo>
                  <a:lnTo>
                    <a:pt x="7031182" y="2475870"/>
                  </a:lnTo>
                  <a:lnTo>
                    <a:pt x="7031519" y="2476365"/>
                  </a:lnTo>
                  <a:lnTo>
                    <a:pt x="7031855" y="2476969"/>
                  </a:lnTo>
                  <a:lnTo>
                    <a:pt x="7032192" y="2477852"/>
                  </a:lnTo>
                  <a:lnTo>
                    <a:pt x="7032528" y="2478959"/>
                  </a:lnTo>
                  <a:lnTo>
                    <a:pt x="7032865" y="2480252"/>
                  </a:lnTo>
                  <a:lnTo>
                    <a:pt x="7033201" y="2481545"/>
                  </a:lnTo>
                  <a:lnTo>
                    <a:pt x="7033537" y="2482795"/>
                  </a:lnTo>
                  <a:lnTo>
                    <a:pt x="7033874" y="2483844"/>
                  </a:lnTo>
                  <a:lnTo>
                    <a:pt x="7034210" y="2484915"/>
                  </a:lnTo>
                  <a:lnTo>
                    <a:pt x="7034547" y="2486337"/>
                  </a:lnTo>
                  <a:lnTo>
                    <a:pt x="7034883" y="2488040"/>
                  </a:lnTo>
                  <a:lnTo>
                    <a:pt x="7035220" y="2490102"/>
                  </a:lnTo>
                  <a:lnTo>
                    <a:pt x="7035556" y="2492537"/>
                  </a:lnTo>
                  <a:lnTo>
                    <a:pt x="7035893" y="2495073"/>
                  </a:lnTo>
                  <a:lnTo>
                    <a:pt x="7036229" y="2497660"/>
                  </a:lnTo>
                  <a:lnTo>
                    <a:pt x="7036566" y="2500368"/>
                  </a:lnTo>
                  <a:lnTo>
                    <a:pt x="7036902" y="2502969"/>
                  </a:lnTo>
                  <a:lnTo>
                    <a:pt x="7037239" y="2505411"/>
                  </a:lnTo>
                  <a:lnTo>
                    <a:pt x="7037575" y="2507610"/>
                  </a:lnTo>
                  <a:lnTo>
                    <a:pt x="7037911" y="2509621"/>
                  </a:lnTo>
                  <a:lnTo>
                    <a:pt x="7038248" y="2511662"/>
                  </a:lnTo>
                  <a:lnTo>
                    <a:pt x="7038584" y="2513961"/>
                  </a:lnTo>
                  <a:lnTo>
                    <a:pt x="7038921" y="2516332"/>
                  </a:lnTo>
                  <a:lnTo>
                    <a:pt x="7039257" y="2518566"/>
                  </a:lnTo>
                  <a:lnTo>
                    <a:pt x="7039594" y="2520448"/>
                  </a:lnTo>
                  <a:lnTo>
                    <a:pt x="7039930" y="2522158"/>
                  </a:lnTo>
                  <a:lnTo>
                    <a:pt x="7040267" y="2523559"/>
                  </a:lnTo>
                  <a:lnTo>
                    <a:pt x="7040603" y="2525016"/>
                  </a:lnTo>
                  <a:lnTo>
                    <a:pt x="7040940" y="2526333"/>
                  </a:lnTo>
                  <a:lnTo>
                    <a:pt x="7041276" y="2527462"/>
                  </a:lnTo>
                  <a:lnTo>
                    <a:pt x="7041612" y="2528978"/>
                  </a:lnTo>
                  <a:lnTo>
                    <a:pt x="7041949" y="2530300"/>
                  </a:lnTo>
                  <a:lnTo>
                    <a:pt x="7042285" y="2531349"/>
                  </a:lnTo>
                  <a:lnTo>
                    <a:pt x="7042622" y="2532312"/>
                  </a:lnTo>
                  <a:lnTo>
                    <a:pt x="7042958" y="2533641"/>
                  </a:lnTo>
                  <a:lnTo>
                    <a:pt x="7043295" y="2535127"/>
                  </a:lnTo>
                  <a:lnTo>
                    <a:pt x="7043631" y="2536571"/>
                  </a:lnTo>
                  <a:lnTo>
                    <a:pt x="7043968" y="2537893"/>
                  </a:lnTo>
                  <a:lnTo>
                    <a:pt x="7044304" y="2539504"/>
                  </a:lnTo>
                  <a:lnTo>
                    <a:pt x="7044641" y="2541137"/>
                  </a:lnTo>
                  <a:lnTo>
                    <a:pt x="7044977" y="2542759"/>
                  </a:lnTo>
                  <a:lnTo>
                    <a:pt x="7045314" y="2544403"/>
                  </a:lnTo>
                  <a:lnTo>
                    <a:pt x="7045650" y="2545841"/>
                  </a:lnTo>
                  <a:lnTo>
                    <a:pt x="7045986" y="2547471"/>
                  </a:lnTo>
                  <a:lnTo>
                    <a:pt x="7046323" y="2549170"/>
                  </a:lnTo>
                  <a:lnTo>
                    <a:pt x="7046659" y="2551175"/>
                  </a:lnTo>
                  <a:lnTo>
                    <a:pt x="7046996" y="2552790"/>
                  </a:lnTo>
                  <a:lnTo>
                    <a:pt x="7047332" y="2554619"/>
                  </a:lnTo>
                  <a:lnTo>
                    <a:pt x="7047669" y="2556248"/>
                  </a:lnTo>
                  <a:lnTo>
                    <a:pt x="7048005" y="2557922"/>
                  </a:lnTo>
                  <a:lnTo>
                    <a:pt x="7048342" y="2559307"/>
                  </a:lnTo>
                  <a:lnTo>
                    <a:pt x="7048678" y="2560732"/>
                  </a:lnTo>
                  <a:lnTo>
                    <a:pt x="7049015" y="2562381"/>
                  </a:lnTo>
                  <a:lnTo>
                    <a:pt x="7049351" y="2564012"/>
                  </a:lnTo>
                  <a:lnTo>
                    <a:pt x="7049688" y="2565700"/>
                  </a:lnTo>
                  <a:lnTo>
                    <a:pt x="7050024" y="2567545"/>
                  </a:lnTo>
                  <a:lnTo>
                    <a:pt x="7050360" y="2569704"/>
                  </a:lnTo>
                  <a:lnTo>
                    <a:pt x="7050697" y="2571933"/>
                  </a:lnTo>
                  <a:lnTo>
                    <a:pt x="7051033" y="2574087"/>
                  </a:lnTo>
                  <a:lnTo>
                    <a:pt x="7051370" y="2576180"/>
                  </a:lnTo>
                  <a:lnTo>
                    <a:pt x="7051706" y="2578180"/>
                  </a:lnTo>
                  <a:lnTo>
                    <a:pt x="7052043" y="2580205"/>
                  </a:lnTo>
                  <a:lnTo>
                    <a:pt x="7052379" y="2581873"/>
                  </a:lnTo>
                  <a:lnTo>
                    <a:pt x="7052716" y="2584395"/>
                  </a:lnTo>
                  <a:lnTo>
                    <a:pt x="7053052" y="2586635"/>
                  </a:lnTo>
                  <a:lnTo>
                    <a:pt x="7053389" y="2589571"/>
                  </a:lnTo>
                  <a:lnTo>
                    <a:pt x="7053725" y="2592174"/>
                  </a:lnTo>
                  <a:lnTo>
                    <a:pt x="7054062" y="2594765"/>
                  </a:lnTo>
                  <a:lnTo>
                    <a:pt x="7054398" y="2597422"/>
                  </a:lnTo>
                  <a:lnTo>
                    <a:pt x="7054734" y="2599808"/>
                  </a:lnTo>
                  <a:lnTo>
                    <a:pt x="7055071" y="2601269"/>
                  </a:lnTo>
                  <a:lnTo>
                    <a:pt x="7055407" y="2602347"/>
                  </a:lnTo>
                  <a:lnTo>
                    <a:pt x="7055744" y="2602806"/>
                  </a:lnTo>
                  <a:lnTo>
                    <a:pt x="7056080" y="2603138"/>
                  </a:lnTo>
                  <a:lnTo>
                    <a:pt x="7056417" y="2603286"/>
                  </a:lnTo>
                  <a:lnTo>
                    <a:pt x="7056753" y="2602996"/>
                  </a:lnTo>
                  <a:lnTo>
                    <a:pt x="7057090" y="2602580"/>
                  </a:lnTo>
                  <a:lnTo>
                    <a:pt x="7057426" y="2601835"/>
                  </a:lnTo>
                  <a:lnTo>
                    <a:pt x="7057763" y="2601114"/>
                  </a:lnTo>
                  <a:lnTo>
                    <a:pt x="7058099" y="2600209"/>
                  </a:lnTo>
                  <a:lnTo>
                    <a:pt x="7058436" y="2599095"/>
                  </a:lnTo>
                  <a:lnTo>
                    <a:pt x="7058772" y="2597935"/>
                  </a:lnTo>
                  <a:lnTo>
                    <a:pt x="7059108" y="2596799"/>
                  </a:lnTo>
                  <a:lnTo>
                    <a:pt x="7059445" y="2595552"/>
                  </a:lnTo>
                  <a:lnTo>
                    <a:pt x="7059781" y="2593818"/>
                  </a:lnTo>
                  <a:lnTo>
                    <a:pt x="7060118" y="2592273"/>
                  </a:lnTo>
                  <a:lnTo>
                    <a:pt x="7060454" y="2590845"/>
                  </a:lnTo>
                  <a:lnTo>
                    <a:pt x="7060791" y="2589468"/>
                  </a:lnTo>
                  <a:lnTo>
                    <a:pt x="7061127" y="2588184"/>
                  </a:lnTo>
                  <a:lnTo>
                    <a:pt x="7061464" y="2587036"/>
                  </a:lnTo>
                  <a:lnTo>
                    <a:pt x="7061800" y="2586105"/>
                  </a:lnTo>
                  <a:lnTo>
                    <a:pt x="7062137" y="2585584"/>
                  </a:lnTo>
                  <a:lnTo>
                    <a:pt x="7062473" y="2585490"/>
                  </a:lnTo>
                  <a:lnTo>
                    <a:pt x="7062810" y="2585231"/>
                  </a:lnTo>
                  <a:lnTo>
                    <a:pt x="7063146" y="2585591"/>
                  </a:lnTo>
                  <a:lnTo>
                    <a:pt x="7063482" y="2586632"/>
                  </a:lnTo>
                  <a:lnTo>
                    <a:pt x="7063819" y="2587782"/>
                  </a:lnTo>
                  <a:lnTo>
                    <a:pt x="7064155" y="2589118"/>
                  </a:lnTo>
                  <a:lnTo>
                    <a:pt x="7064492" y="2590555"/>
                  </a:lnTo>
                  <a:lnTo>
                    <a:pt x="7064828" y="2591992"/>
                  </a:lnTo>
                  <a:lnTo>
                    <a:pt x="7065165" y="2593429"/>
                  </a:lnTo>
                  <a:lnTo>
                    <a:pt x="7065501" y="2594758"/>
                  </a:lnTo>
                  <a:lnTo>
                    <a:pt x="7065838" y="2596065"/>
                  </a:lnTo>
                  <a:lnTo>
                    <a:pt x="7066174" y="2597624"/>
                  </a:lnTo>
                  <a:lnTo>
                    <a:pt x="7066511" y="2599205"/>
                  </a:lnTo>
                  <a:lnTo>
                    <a:pt x="7066847" y="2600843"/>
                  </a:lnTo>
                  <a:lnTo>
                    <a:pt x="7067184" y="2602596"/>
                  </a:lnTo>
                  <a:lnTo>
                    <a:pt x="7067520" y="2604514"/>
                  </a:lnTo>
                  <a:lnTo>
                    <a:pt x="7067856" y="2606447"/>
                  </a:lnTo>
                  <a:lnTo>
                    <a:pt x="7068193" y="2608128"/>
                  </a:lnTo>
                  <a:lnTo>
                    <a:pt x="7068529" y="2609565"/>
                  </a:lnTo>
                  <a:lnTo>
                    <a:pt x="7068866" y="2611001"/>
                  </a:lnTo>
                  <a:lnTo>
                    <a:pt x="7069202" y="2612359"/>
                  </a:lnTo>
                  <a:lnTo>
                    <a:pt x="7069539" y="2613890"/>
                  </a:lnTo>
                  <a:lnTo>
                    <a:pt x="7069875" y="2615815"/>
                  </a:lnTo>
                  <a:lnTo>
                    <a:pt x="7070212" y="2617827"/>
                  </a:lnTo>
                  <a:lnTo>
                    <a:pt x="7070548" y="2620039"/>
                  </a:lnTo>
                  <a:lnTo>
                    <a:pt x="7070885" y="2622360"/>
                  </a:lnTo>
                  <a:lnTo>
                    <a:pt x="7071221" y="2624537"/>
                  </a:lnTo>
                  <a:lnTo>
                    <a:pt x="7071558" y="2626728"/>
                  </a:lnTo>
                  <a:lnTo>
                    <a:pt x="7071894" y="2629034"/>
                  </a:lnTo>
                  <a:lnTo>
                    <a:pt x="7072230" y="2631283"/>
                  </a:lnTo>
                  <a:lnTo>
                    <a:pt x="7072567" y="2633388"/>
                  </a:lnTo>
                  <a:lnTo>
                    <a:pt x="7072903" y="2635356"/>
                  </a:lnTo>
                  <a:lnTo>
                    <a:pt x="7073240" y="2637224"/>
                  </a:lnTo>
                  <a:lnTo>
                    <a:pt x="7073576" y="2639257"/>
                  </a:lnTo>
                  <a:lnTo>
                    <a:pt x="7073913" y="2641413"/>
                  </a:lnTo>
                  <a:lnTo>
                    <a:pt x="7074249" y="2643460"/>
                  </a:lnTo>
                  <a:lnTo>
                    <a:pt x="7074586" y="2645256"/>
                  </a:lnTo>
                  <a:lnTo>
                    <a:pt x="7074922" y="2646844"/>
                  </a:lnTo>
                  <a:lnTo>
                    <a:pt x="7075259" y="2648424"/>
                  </a:lnTo>
                  <a:lnTo>
                    <a:pt x="7075595" y="2649797"/>
                  </a:lnTo>
                  <a:lnTo>
                    <a:pt x="7075931" y="2650882"/>
                  </a:lnTo>
                  <a:lnTo>
                    <a:pt x="7076268" y="2651643"/>
                  </a:lnTo>
                  <a:lnTo>
                    <a:pt x="7076604" y="2652038"/>
                  </a:lnTo>
                  <a:lnTo>
                    <a:pt x="7076941" y="2652239"/>
                  </a:lnTo>
                  <a:lnTo>
                    <a:pt x="7077277" y="2652160"/>
                  </a:lnTo>
                  <a:lnTo>
                    <a:pt x="7077614" y="2652476"/>
                  </a:lnTo>
                  <a:lnTo>
                    <a:pt x="7077950" y="2652951"/>
                  </a:lnTo>
                  <a:lnTo>
                    <a:pt x="7078287" y="2653525"/>
                  </a:lnTo>
                  <a:lnTo>
                    <a:pt x="7078623" y="2654000"/>
                  </a:lnTo>
                  <a:lnTo>
                    <a:pt x="7078960" y="2654179"/>
                  </a:lnTo>
                  <a:lnTo>
                    <a:pt x="7079296" y="2654323"/>
                  </a:lnTo>
                  <a:lnTo>
                    <a:pt x="7079633" y="2654682"/>
                  </a:lnTo>
                  <a:lnTo>
                    <a:pt x="7079969" y="2654666"/>
                  </a:lnTo>
                  <a:lnTo>
                    <a:pt x="7080305" y="2654916"/>
                  </a:lnTo>
                  <a:lnTo>
                    <a:pt x="7080642" y="2655462"/>
                  </a:lnTo>
                  <a:lnTo>
                    <a:pt x="7080978" y="2656487"/>
                  </a:lnTo>
                  <a:lnTo>
                    <a:pt x="7081315" y="2657839"/>
                  </a:lnTo>
                  <a:lnTo>
                    <a:pt x="7081651" y="2659643"/>
                  </a:lnTo>
                  <a:lnTo>
                    <a:pt x="7081988" y="2660721"/>
                  </a:lnTo>
                  <a:lnTo>
                    <a:pt x="7082324" y="2662037"/>
                  </a:lnTo>
                  <a:lnTo>
                    <a:pt x="7082661" y="2663237"/>
                  </a:lnTo>
                  <a:lnTo>
                    <a:pt x="7082997" y="2664528"/>
                  </a:lnTo>
                  <a:lnTo>
                    <a:pt x="7083334" y="2665940"/>
                  </a:lnTo>
                  <a:lnTo>
                    <a:pt x="7083670" y="2667451"/>
                  </a:lnTo>
                  <a:lnTo>
                    <a:pt x="7084007" y="2669149"/>
                  </a:lnTo>
                  <a:lnTo>
                    <a:pt x="7084343" y="2670694"/>
                  </a:lnTo>
                  <a:lnTo>
                    <a:pt x="7084679" y="2671943"/>
                  </a:lnTo>
                  <a:lnTo>
                    <a:pt x="7085016" y="2672846"/>
                  </a:lnTo>
                  <a:lnTo>
                    <a:pt x="7085352" y="2673405"/>
                  </a:lnTo>
                  <a:lnTo>
                    <a:pt x="7085689" y="2673770"/>
                  </a:lnTo>
                  <a:lnTo>
                    <a:pt x="7086025" y="2674419"/>
                  </a:lnTo>
                  <a:lnTo>
                    <a:pt x="7086362" y="2674994"/>
                  </a:lnTo>
                  <a:lnTo>
                    <a:pt x="7086698" y="2675540"/>
                  </a:lnTo>
                  <a:lnTo>
                    <a:pt x="7087035" y="2675986"/>
                  </a:lnTo>
                  <a:lnTo>
                    <a:pt x="7087371" y="2677056"/>
                  </a:lnTo>
                  <a:lnTo>
                    <a:pt x="7087708" y="2678192"/>
                  </a:lnTo>
                  <a:lnTo>
                    <a:pt x="7088044" y="2679312"/>
                  </a:lnTo>
                  <a:lnTo>
                    <a:pt x="7088381" y="2680340"/>
                  </a:lnTo>
                  <a:lnTo>
                    <a:pt x="7088717" y="2681274"/>
                  </a:lnTo>
                  <a:lnTo>
                    <a:pt x="7089053" y="2682380"/>
                  </a:lnTo>
                  <a:lnTo>
                    <a:pt x="7089390" y="2683788"/>
                  </a:lnTo>
                  <a:lnTo>
                    <a:pt x="7089726" y="2685326"/>
                  </a:lnTo>
                  <a:lnTo>
                    <a:pt x="7090063" y="2686985"/>
                  </a:lnTo>
                  <a:lnTo>
                    <a:pt x="7090399" y="2688954"/>
                  </a:lnTo>
                  <a:lnTo>
                    <a:pt x="7090736" y="2691023"/>
                  </a:lnTo>
                  <a:lnTo>
                    <a:pt x="7091072" y="2693243"/>
                  </a:lnTo>
                  <a:lnTo>
                    <a:pt x="7091409" y="2695340"/>
                  </a:lnTo>
                  <a:lnTo>
                    <a:pt x="7091745" y="2697309"/>
                  </a:lnTo>
                  <a:lnTo>
                    <a:pt x="7092082" y="2699471"/>
                  </a:lnTo>
                  <a:lnTo>
                    <a:pt x="7092418" y="2701734"/>
                  </a:lnTo>
                  <a:lnTo>
                    <a:pt x="7092755" y="2703092"/>
                  </a:lnTo>
                  <a:lnTo>
                    <a:pt x="7093091" y="2703825"/>
                  </a:lnTo>
                  <a:lnTo>
                    <a:pt x="7093427" y="2704105"/>
                  </a:lnTo>
                  <a:lnTo>
                    <a:pt x="7093764" y="2703847"/>
                  </a:lnTo>
                  <a:lnTo>
                    <a:pt x="7094100" y="2703293"/>
                  </a:lnTo>
                  <a:lnTo>
                    <a:pt x="7094437" y="2702719"/>
                  </a:lnTo>
                  <a:lnTo>
                    <a:pt x="7094773" y="2702144"/>
                  </a:lnTo>
                  <a:lnTo>
                    <a:pt x="7095110" y="2701454"/>
                  </a:lnTo>
                  <a:lnTo>
                    <a:pt x="7095446" y="2700046"/>
                  </a:lnTo>
                  <a:lnTo>
                    <a:pt x="7095783" y="2698035"/>
                  </a:lnTo>
                  <a:lnTo>
                    <a:pt x="7096119" y="2695484"/>
                  </a:lnTo>
                  <a:lnTo>
                    <a:pt x="7096456" y="2692668"/>
                  </a:lnTo>
                  <a:lnTo>
                    <a:pt x="7096792" y="2689765"/>
                  </a:lnTo>
                  <a:lnTo>
                    <a:pt x="7097129" y="2686597"/>
                  </a:lnTo>
                  <a:lnTo>
                    <a:pt x="7097465" y="2683235"/>
                  </a:lnTo>
                  <a:lnTo>
                    <a:pt x="7097801" y="2680411"/>
                  </a:lnTo>
                  <a:lnTo>
                    <a:pt x="7098138" y="2677911"/>
                  </a:lnTo>
                  <a:lnTo>
                    <a:pt x="7098474" y="2675490"/>
                  </a:lnTo>
                  <a:lnTo>
                    <a:pt x="7098811" y="2673162"/>
                  </a:lnTo>
                  <a:lnTo>
                    <a:pt x="7099147" y="2670626"/>
                  </a:lnTo>
                  <a:lnTo>
                    <a:pt x="7099484" y="2667760"/>
                  </a:lnTo>
                  <a:lnTo>
                    <a:pt x="7099820" y="2664527"/>
                  </a:lnTo>
                  <a:lnTo>
                    <a:pt x="7100157" y="2661229"/>
                  </a:lnTo>
                  <a:lnTo>
                    <a:pt x="7100493" y="2658147"/>
                  </a:lnTo>
                  <a:lnTo>
                    <a:pt x="7100830" y="2655309"/>
                  </a:lnTo>
                  <a:lnTo>
                    <a:pt x="7101166" y="2652709"/>
                  </a:lnTo>
                  <a:lnTo>
                    <a:pt x="7101503" y="2650180"/>
                  </a:lnTo>
                  <a:lnTo>
                    <a:pt x="7101839" y="2647701"/>
                  </a:lnTo>
                  <a:lnTo>
                    <a:pt x="7102175" y="2645402"/>
                  </a:lnTo>
                  <a:lnTo>
                    <a:pt x="7102512" y="2643067"/>
                  </a:lnTo>
                  <a:lnTo>
                    <a:pt x="7102848" y="2640675"/>
                  </a:lnTo>
                  <a:lnTo>
                    <a:pt x="7103185" y="2638089"/>
                  </a:lnTo>
                  <a:lnTo>
                    <a:pt x="7103521" y="2635395"/>
                  </a:lnTo>
                  <a:lnTo>
                    <a:pt x="7103858" y="2632815"/>
                  </a:lnTo>
                  <a:lnTo>
                    <a:pt x="7104194" y="2630322"/>
                  </a:lnTo>
                  <a:lnTo>
                    <a:pt x="7104531" y="2628357"/>
                  </a:lnTo>
                  <a:lnTo>
                    <a:pt x="7104867" y="2626642"/>
                  </a:lnTo>
                  <a:lnTo>
                    <a:pt x="7105204" y="2624978"/>
                  </a:lnTo>
                  <a:lnTo>
                    <a:pt x="7105540" y="2623103"/>
                  </a:lnTo>
                  <a:lnTo>
                    <a:pt x="7105877" y="2621197"/>
                  </a:lnTo>
                  <a:lnTo>
                    <a:pt x="7106213" y="2619352"/>
                  </a:lnTo>
                  <a:lnTo>
                    <a:pt x="7106549" y="2617345"/>
                  </a:lnTo>
                  <a:lnTo>
                    <a:pt x="7106886" y="2616003"/>
                  </a:lnTo>
                  <a:lnTo>
                    <a:pt x="7107222" y="2614324"/>
                  </a:lnTo>
                  <a:lnTo>
                    <a:pt x="7107559" y="2612566"/>
                  </a:lnTo>
                  <a:lnTo>
                    <a:pt x="7107895" y="2610549"/>
                  </a:lnTo>
                  <a:lnTo>
                    <a:pt x="7108232" y="2608726"/>
                  </a:lnTo>
                  <a:lnTo>
                    <a:pt x="7108568" y="2607152"/>
                  </a:lnTo>
                  <a:lnTo>
                    <a:pt x="7108905" y="2605376"/>
                  </a:lnTo>
                  <a:lnTo>
                    <a:pt x="7109241" y="2603782"/>
                  </a:lnTo>
                  <a:lnTo>
                    <a:pt x="7109578" y="2602642"/>
                  </a:lnTo>
                  <a:lnTo>
                    <a:pt x="7109914" y="2601863"/>
                  </a:lnTo>
                  <a:lnTo>
                    <a:pt x="7110250" y="2601069"/>
                  </a:lnTo>
                  <a:lnTo>
                    <a:pt x="7110587" y="2600045"/>
                  </a:lnTo>
                  <a:lnTo>
                    <a:pt x="7110923" y="2599213"/>
                  </a:lnTo>
                  <a:lnTo>
                    <a:pt x="7111260" y="2598494"/>
                  </a:lnTo>
                  <a:lnTo>
                    <a:pt x="7111596" y="2597885"/>
                  </a:lnTo>
                  <a:lnTo>
                    <a:pt x="7111933" y="2597216"/>
                  </a:lnTo>
                  <a:lnTo>
                    <a:pt x="7112269" y="2596485"/>
                  </a:lnTo>
                  <a:lnTo>
                    <a:pt x="7112606" y="2596127"/>
                  </a:lnTo>
                  <a:lnTo>
                    <a:pt x="7112942" y="2595996"/>
                  </a:lnTo>
                  <a:lnTo>
                    <a:pt x="7113279" y="2595832"/>
                  </a:lnTo>
                  <a:lnTo>
                    <a:pt x="7113615" y="2595950"/>
                  </a:lnTo>
                  <a:lnTo>
                    <a:pt x="7113952" y="2596334"/>
                  </a:lnTo>
                  <a:lnTo>
                    <a:pt x="7114288" y="2596669"/>
                  </a:lnTo>
                  <a:lnTo>
                    <a:pt x="7114624" y="2597191"/>
                  </a:lnTo>
                  <a:lnTo>
                    <a:pt x="7114961" y="2597488"/>
                  </a:lnTo>
                  <a:lnTo>
                    <a:pt x="7115297" y="2597766"/>
                  </a:lnTo>
                  <a:lnTo>
                    <a:pt x="7115634" y="2598231"/>
                  </a:lnTo>
                  <a:lnTo>
                    <a:pt x="7115970" y="2598729"/>
                  </a:lnTo>
                  <a:lnTo>
                    <a:pt x="7116307" y="2598956"/>
                  </a:lnTo>
                  <a:lnTo>
                    <a:pt x="7116643" y="2599113"/>
                  </a:lnTo>
                  <a:lnTo>
                    <a:pt x="7116980" y="2599375"/>
                  </a:lnTo>
                  <a:lnTo>
                    <a:pt x="7117316" y="2599670"/>
                  </a:lnTo>
                  <a:lnTo>
                    <a:pt x="7117653" y="2599722"/>
                  </a:lnTo>
                  <a:lnTo>
                    <a:pt x="7117989" y="2599865"/>
                  </a:lnTo>
                  <a:lnTo>
                    <a:pt x="7118326" y="2600058"/>
                  </a:lnTo>
                  <a:lnTo>
                    <a:pt x="7118662" y="2600162"/>
                  </a:lnTo>
                  <a:lnTo>
                    <a:pt x="7118998" y="2600246"/>
                  </a:lnTo>
                  <a:lnTo>
                    <a:pt x="7119335" y="2600271"/>
                  </a:lnTo>
                  <a:lnTo>
                    <a:pt x="7119671" y="2600304"/>
                  </a:lnTo>
                  <a:lnTo>
                    <a:pt x="7120008" y="2600161"/>
                  </a:lnTo>
                  <a:lnTo>
                    <a:pt x="7120344" y="2600128"/>
                  </a:lnTo>
                  <a:lnTo>
                    <a:pt x="7120681" y="2599616"/>
                  </a:lnTo>
                  <a:lnTo>
                    <a:pt x="7121017" y="2598961"/>
                  </a:lnTo>
                  <a:lnTo>
                    <a:pt x="7121354" y="2597648"/>
                  </a:lnTo>
                  <a:lnTo>
                    <a:pt x="7121690" y="2596457"/>
                  </a:lnTo>
                  <a:lnTo>
                    <a:pt x="7122027" y="2595284"/>
                  </a:lnTo>
                  <a:lnTo>
                    <a:pt x="7122363" y="2594305"/>
                  </a:lnTo>
                  <a:lnTo>
                    <a:pt x="7122700" y="2593148"/>
                  </a:lnTo>
                  <a:lnTo>
                    <a:pt x="7123036" y="2592236"/>
                  </a:lnTo>
                  <a:lnTo>
                    <a:pt x="7123372" y="2591330"/>
                  </a:lnTo>
                  <a:lnTo>
                    <a:pt x="7123709" y="2590507"/>
                  </a:lnTo>
                  <a:lnTo>
                    <a:pt x="7124045" y="2589632"/>
                  </a:lnTo>
                  <a:lnTo>
                    <a:pt x="7124382" y="2588353"/>
                  </a:lnTo>
                  <a:lnTo>
                    <a:pt x="7124718" y="2587173"/>
                  </a:lnTo>
                  <a:lnTo>
                    <a:pt x="7125055" y="2585738"/>
                  </a:lnTo>
                  <a:lnTo>
                    <a:pt x="7125391" y="2584201"/>
                  </a:lnTo>
                  <a:lnTo>
                    <a:pt x="7125728" y="2582822"/>
                  </a:lnTo>
                  <a:lnTo>
                    <a:pt x="7126064" y="2581496"/>
                  </a:lnTo>
                  <a:lnTo>
                    <a:pt x="7126401" y="2580175"/>
                  </a:lnTo>
                  <a:lnTo>
                    <a:pt x="7126737" y="2578951"/>
                  </a:lnTo>
                  <a:lnTo>
                    <a:pt x="7127074" y="2578120"/>
                  </a:lnTo>
                  <a:lnTo>
                    <a:pt x="7127410" y="2577330"/>
                  </a:lnTo>
                  <a:lnTo>
                    <a:pt x="7127746" y="2576718"/>
                  </a:lnTo>
                  <a:lnTo>
                    <a:pt x="7128083" y="2576212"/>
                  </a:lnTo>
                  <a:lnTo>
                    <a:pt x="7128419" y="2575629"/>
                  </a:lnTo>
                  <a:lnTo>
                    <a:pt x="7128756" y="2575074"/>
                  </a:lnTo>
                  <a:lnTo>
                    <a:pt x="7129092" y="2574690"/>
                  </a:lnTo>
                  <a:lnTo>
                    <a:pt x="7129429" y="2574471"/>
                  </a:lnTo>
                  <a:lnTo>
                    <a:pt x="7129765" y="2574048"/>
                  </a:lnTo>
                  <a:lnTo>
                    <a:pt x="7130102" y="2574141"/>
                  </a:lnTo>
                  <a:lnTo>
                    <a:pt x="7130438" y="2574134"/>
                  </a:lnTo>
                  <a:lnTo>
                    <a:pt x="7130775" y="2574055"/>
                  </a:lnTo>
                  <a:lnTo>
                    <a:pt x="7131111" y="2574098"/>
                  </a:lnTo>
                  <a:lnTo>
                    <a:pt x="7131448" y="2574242"/>
                  </a:lnTo>
                  <a:lnTo>
                    <a:pt x="7131784" y="2574385"/>
                  </a:lnTo>
                  <a:lnTo>
                    <a:pt x="7132120" y="2574529"/>
                  </a:lnTo>
                  <a:lnTo>
                    <a:pt x="7132457" y="2574673"/>
                  </a:lnTo>
                  <a:lnTo>
                    <a:pt x="7132793" y="2574745"/>
                  </a:lnTo>
                  <a:lnTo>
                    <a:pt x="7133130" y="2574601"/>
                  </a:lnTo>
                  <a:lnTo>
                    <a:pt x="7133466" y="2574443"/>
                  </a:lnTo>
                  <a:lnTo>
                    <a:pt x="7133803" y="2573983"/>
                  </a:lnTo>
                  <a:lnTo>
                    <a:pt x="7134139" y="2573279"/>
                  </a:lnTo>
                  <a:lnTo>
                    <a:pt x="7134476" y="2572561"/>
                  </a:lnTo>
                  <a:lnTo>
                    <a:pt x="7134812" y="2571842"/>
                  </a:lnTo>
                  <a:lnTo>
                    <a:pt x="7135149" y="2571124"/>
                  </a:lnTo>
                  <a:lnTo>
                    <a:pt x="7135485" y="2570405"/>
                  </a:lnTo>
                  <a:lnTo>
                    <a:pt x="7135822" y="2569687"/>
                  </a:lnTo>
                  <a:lnTo>
                    <a:pt x="7136158" y="2568968"/>
                  </a:lnTo>
                  <a:lnTo>
                    <a:pt x="7136494" y="2568250"/>
                  </a:lnTo>
                  <a:lnTo>
                    <a:pt x="7136831" y="2567388"/>
                  </a:lnTo>
                  <a:lnTo>
                    <a:pt x="7137167" y="2566526"/>
                  </a:lnTo>
                  <a:lnTo>
                    <a:pt x="7137504" y="2565664"/>
                  </a:lnTo>
                  <a:lnTo>
                    <a:pt x="7137840" y="2564837"/>
                  </a:lnTo>
                  <a:lnTo>
                    <a:pt x="7138177" y="2564119"/>
                  </a:lnTo>
                  <a:lnTo>
                    <a:pt x="7138513" y="2563415"/>
                  </a:lnTo>
                  <a:lnTo>
                    <a:pt x="7138850" y="2563013"/>
                  </a:lnTo>
                  <a:lnTo>
                    <a:pt x="7139186" y="2562855"/>
                  </a:lnTo>
                  <a:lnTo>
                    <a:pt x="7139523" y="2562711"/>
                  </a:lnTo>
                  <a:lnTo>
                    <a:pt x="7139859" y="2562567"/>
                  </a:lnTo>
                  <a:lnTo>
                    <a:pt x="7140195" y="2562424"/>
                  </a:lnTo>
                  <a:lnTo>
                    <a:pt x="7140532" y="2562280"/>
                  </a:lnTo>
                  <a:lnTo>
                    <a:pt x="7140868" y="2562136"/>
                  </a:lnTo>
                  <a:lnTo>
                    <a:pt x="7141205" y="2561992"/>
                  </a:lnTo>
                  <a:lnTo>
                    <a:pt x="7141541" y="2561849"/>
                  </a:lnTo>
                  <a:lnTo>
                    <a:pt x="7141878" y="2561849"/>
                  </a:lnTo>
                  <a:lnTo>
                    <a:pt x="7142214" y="2561849"/>
                  </a:lnTo>
                  <a:lnTo>
                    <a:pt x="7142551" y="2561849"/>
                  </a:lnTo>
                  <a:lnTo>
                    <a:pt x="7142887" y="2561856"/>
                  </a:lnTo>
                  <a:lnTo>
                    <a:pt x="7143224" y="2562043"/>
                  </a:lnTo>
                  <a:lnTo>
                    <a:pt x="7143560" y="2562330"/>
                  </a:lnTo>
                  <a:lnTo>
                    <a:pt x="7143897" y="2562905"/>
                  </a:lnTo>
                  <a:lnTo>
                    <a:pt x="7144233" y="2563386"/>
                  </a:lnTo>
                  <a:lnTo>
                    <a:pt x="7144569" y="2563961"/>
                  </a:lnTo>
                  <a:lnTo>
                    <a:pt x="7144906" y="2564536"/>
                  </a:lnTo>
                  <a:lnTo>
                    <a:pt x="7145242" y="2565110"/>
                  </a:lnTo>
                  <a:lnTo>
                    <a:pt x="7145579" y="2565678"/>
                  </a:lnTo>
                  <a:lnTo>
                    <a:pt x="7145915" y="2566102"/>
                  </a:lnTo>
                  <a:lnTo>
                    <a:pt x="7146252" y="2566734"/>
                  </a:lnTo>
                  <a:lnTo>
                    <a:pt x="7146588" y="2567453"/>
                  </a:lnTo>
                  <a:lnTo>
                    <a:pt x="7146925" y="2568171"/>
                  </a:lnTo>
                  <a:lnTo>
                    <a:pt x="7147261" y="2568782"/>
                  </a:lnTo>
                  <a:lnTo>
                    <a:pt x="7147598" y="2569335"/>
                  </a:lnTo>
                  <a:lnTo>
                    <a:pt x="7147934" y="2569550"/>
                  </a:lnTo>
                  <a:lnTo>
                    <a:pt x="7148271" y="2569378"/>
                  </a:lnTo>
                  <a:lnTo>
                    <a:pt x="7148607" y="2568947"/>
                  </a:lnTo>
                  <a:lnTo>
                    <a:pt x="7148943" y="2568562"/>
                  </a:lnTo>
                  <a:lnTo>
                    <a:pt x="7149280" y="2568215"/>
                  </a:lnTo>
                  <a:lnTo>
                    <a:pt x="7149616" y="2567357"/>
                  </a:lnTo>
                  <a:lnTo>
                    <a:pt x="7149953" y="2566067"/>
                  </a:lnTo>
                  <a:lnTo>
                    <a:pt x="7150289" y="2564127"/>
                  </a:lnTo>
                  <a:lnTo>
                    <a:pt x="7150626" y="2561819"/>
                  </a:lnTo>
                  <a:lnTo>
                    <a:pt x="7150962" y="2559591"/>
                  </a:lnTo>
                  <a:lnTo>
                    <a:pt x="7151299" y="2557239"/>
                  </a:lnTo>
                  <a:lnTo>
                    <a:pt x="7151635" y="2554963"/>
                  </a:lnTo>
                  <a:lnTo>
                    <a:pt x="7151972" y="2552606"/>
                  </a:lnTo>
                  <a:lnTo>
                    <a:pt x="7152308" y="2549820"/>
                  </a:lnTo>
                  <a:lnTo>
                    <a:pt x="7152645" y="2547658"/>
                  </a:lnTo>
                  <a:lnTo>
                    <a:pt x="7152981" y="2545658"/>
                  </a:lnTo>
                  <a:lnTo>
                    <a:pt x="7153317" y="2543565"/>
                  </a:lnTo>
                  <a:lnTo>
                    <a:pt x="7153654" y="2541487"/>
                  </a:lnTo>
                  <a:lnTo>
                    <a:pt x="7153990" y="2539506"/>
                  </a:lnTo>
                  <a:lnTo>
                    <a:pt x="7154327" y="2537642"/>
                  </a:lnTo>
                  <a:lnTo>
                    <a:pt x="7154663" y="2536012"/>
                  </a:lnTo>
                  <a:lnTo>
                    <a:pt x="7155000" y="2533789"/>
                  </a:lnTo>
                  <a:lnTo>
                    <a:pt x="7155336" y="2532215"/>
                  </a:lnTo>
                  <a:lnTo>
                    <a:pt x="7155673" y="2530958"/>
                  </a:lnTo>
                  <a:lnTo>
                    <a:pt x="7156009" y="2529748"/>
                  </a:lnTo>
                  <a:lnTo>
                    <a:pt x="7156346" y="2528352"/>
                  </a:lnTo>
                  <a:lnTo>
                    <a:pt x="7156682" y="2526750"/>
                  </a:lnTo>
                  <a:lnTo>
                    <a:pt x="7157019" y="2525201"/>
                  </a:lnTo>
                  <a:lnTo>
                    <a:pt x="7157355" y="2524134"/>
                  </a:lnTo>
                  <a:lnTo>
                    <a:pt x="7157691" y="2523469"/>
                  </a:lnTo>
                  <a:lnTo>
                    <a:pt x="7158028" y="2522967"/>
                  </a:lnTo>
                  <a:lnTo>
                    <a:pt x="7158364" y="2522234"/>
                  </a:lnTo>
                  <a:lnTo>
                    <a:pt x="7158701" y="2521796"/>
                  </a:lnTo>
                  <a:lnTo>
                    <a:pt x="7159037" y="2521408"/>
                  </a:lnTo>
                  <a:lnTo>
                    <a:pt x="7159374" y="2521041"/>
                  </a:lnTo>
                  <a:lnTo>
                    <a:pt x="7159710" y="2520747"/>
                  </a:lnTo>
                  <a:lnTo>
                    <a:pt x="7160047" y="2521020"/>
                  </a:lnTo>
                  <a:lnTo>
                    <a:pt x="7160383" y="2521357"/>
                  </a:lnTo>
                  <a:lnTo>
                    <a:pt x="7160720" y="2521717"/>
                  </a:lnTo>
                  <a:lnTo>
                    <a:pt x="7161056" y="2522378"/>
                  </a:lnTo>
                  <a:lnTo>
                    <a:pt x="7161393" y="2523110"/>
                  </a:lnTo>
                  <a:lnTo>
                    <a:pt x="7161729" y="2523757"/>
                  </a:lnTo>
                  <a:lnTo>
                    <a:pt x="7162065" y="2524181"/>
                  </a:lnTo>
                  <a:lnTo>
                    <a:pt x="7162402" y="2524662"/>
                  </a:lnTo>
                  <a:lnTo>
                    <a:pt x="7162738" y="2525402"/>
                  </a:lnTo>
                  <a:lnTo>
                    <a:pt x="7163075" y="2526609"/>
                  </a:lnTo>
                  <a:lnTo>
                    <a:pt x="7163411" y="2527816"/>
                  </a:lnTo>
                  <a:lnTo>
                    <a:pt x="7163748" y="2528836"/>
                  </a:lnTo>
                  <a:lnTo>
                    <a:pt x="7164084" y="2529562"/>
                  </a:lnTo>
                  <a:lnTo>
                    <a:pt x="7164421" y="2530014"/>
                  </a:lnTo>
                  <a:lnTo>
                    <a:pt x="7164757" y="2530424"/>
                  </a:lnTo>
                  <a:lnTo>
                    <a:pt x="7165094" y="2529828"/>
                  </a:lnTo>
                  <a:lnTo>
                    <a:pt x="7165430" y="2528556"/>
                  </a:lnTo>
                  <a:lnTo>
                    <a:pt x="7165767" y="2526918"/>
                  </a:lnTo>
                  <a:lnTo>
                    <a:pt x="7166103" y="2524712"/>
                  </a:lnTo>
                  <a:lnTo>
                    <a:pt x="7166439" y="2522040"/>
                  </a:lnTo>
                  <a:lnTo>
                    <a:pt x="7166776" y="2518943"/>
                  </a:lnTo>
                  <a:lnTo>
                    <a:pt x="7167112" y="2516400"/>
                  </a:lnTo>
                  <a:lnTo>
                    <a:pt x="7167449" y="2513950"/>
                  </a:lnTo>
                  <a:lnTo>
                    <a:pt x="7167785" y="2511421"/>
                  </a:lnTo>
                  <a:lnTo>
                    <a:pt x="7168122" y="2508720"/>
                  </a:lnTo>
                  <a:lnTo>
                    <a:pt x="7168458" y="2507172"/>
                  </a:lnTo>
                  <a:lnTo>
                    <a:pt x="7168795" y="2505295"/>
                  </a:lnTo>
                  <a:lnTo>
                    <a:pt x="7169131" y="2503087"/>
                  </a:lnTo>
                  <a:lnTo>
                    <a:pt x="7169468" y="2500491"/>
                  </a:lnTo>
                  <a:lnTo>
                    <a:pt x="7169804" y="2497717"/>
                  </a:lnTo>
                  <a:lnTo>
                    <a:pt x="7170141" y="2496292"/>
                  </a:lnTo>
                  <a:lnTo>
                    <a:pt x="7170477" y="2495201"/>
                  </a:lnTo>
                  <a:lnTo>
                    <a:pt x="7170813" y="2494359"/>
                  </a:lnTo>
                  <a:lnTo>
                    <a:pt x="7171150" y="2493381"/>
                  </a:lnTo>
                  <a:lnTo>
                    <a:pt x="7171486" y="2492280"/>
                  </a:lnTo>
                  <a:lnTo>
                    <a:pt x="7171823" y="2490976"/>
                  </a:lnTo>
                  <a:lnTo>
                    <a:pt x="7172159" y="2489151"/>
                  </a:lnTo>
                  <a:lnTo>
                    <a:pt x="7172496" y="2487166"/>
                  </a:lnTo>
                  <a:lnTo>
                    <a:pt x="7172832" y="2485063"/>
                  </a:lnTo>
                  <a:lnTo>
                    <a:pt x="7173169" y="2482746"/>
                  </a:lnTo>
                  <a:lnTo>
                    <a:pt x="7173505" y="2480636"/>
                  </a:lnTo>
                  <a:lnTo>
                    <a:pt x="7173842" y="2479001"/>
                  </a:lnTo>
                  <a:lnTo>
                    <a:pt x="7174178" y="2476929"/>
                  </a:lnTo>
                  <a:lnTo>
                    <a:pt x="7174514" y="2475412"/>
                  </a:lnTo>
                  <a:lnTo>
                    <a:pt x="7174851" y="2473384"/>
                  </a:lnTo>
                  <a:lnTo>
                    <a:pt x="7175187" y="2471718"/>
                  </a:lnTo>
                  <a:lnTo>
                    <a:pt x="7175524" y="2470136"/>
                  </a:lnTo>
                  <a:lnTo>
                    <a:pt x="7175860" y="2467348"/>
                  </a:lnTo>
                  <a:lnTo>
                    <a:pt x="7176197" y="2465065"/>
                  </a:lnTo>
                  <a:lnTo>
                    <a:pt x="7176533" y="2463584"/>
                  </a:lnTo>
                  <a:lnTo>
                    <a:pt x="7176870" y="2462080"/>
                  </a:lnTo>
                  <a:lnTo>
                    <a:pt x="7177206" y="2460905"/>
                  </a:lnTo>
                  <a:lnTo>
                    <a:pt x="7177543" y="2459816"/>
                  </a:lnTo>
                  <a:lnTo>
                    <a:pt x="7177879" y="2459448"/>
                  </a:lnTo>
                  <a:lnTo>
                    <a:pt x="7178216" y="2459260"/>
                  </a:lnTo>
                  <a:lnTo>
                    <a:pt x="7178552" y="2459046"/>
                  </a:lnTo>
                  <a:lnTo>
                    <a:pt x="7178888" y="2458733"/>
                  </a:lnTo>
                  <a:lnTo>
                    <a:pt x="7179225" y="2458681"/>
                  </a:lnTo>
                  <a:lnTo>
                    <a:pt x="7179561" y="2458961"/>
                  </a:lnTo>
                  <a:lnTo>
                    <a:pt x="7179898" y="2458854"/>
                  </a:lnTo>
                  <a:lnTo>
                    <a:pt x="7180234" y="2458257"/>
                  </a:lnTo>
                  <a:lnTo>
                    <a:pt x="7180571" y="2457230"/>
                  </a:lnTo>
                  <a:lnTo>
                    <a:pt x="7180907" y="2455649"/>
                  </a:lnTo>
                  <a:lnTo>
                    <a:pt x="7181244" y="2453628"/>
                  </a:lnTo>
                  <a:lnTo>
                    <a:pt x="7181580" y="2451552"/>
                  </a:lnTo>
                  <a:lnTo>
                    <a:pt x="7181917" y="2449225"/>
                  </a:lnTo>
                  <a:lnTo>
                    <a:pt x="7182253" y="2446754"/>
                  </a:lnTo>
                  <a:lnTo>
                    <a:pt x="7182590" y="2444154"/>
                  </a:lnTo>
                  <a:lnTo>
                    <a:pt x="7182926" y="2441353"/>
                  </a:lnTo>
                  <a:lnTo>
                    <a:pt x="7183262" y="2438081"/>
                  </a:lnTo>
                  <a:lnTo>
                    <a:pt x="7183599" y="2434766"/>
                  </a:lnTo>
                  <a:lnTo>
                    <a:pt x="7183935" y="2431450"/>
                  </a:lnTo>
                  <a:lnTo>
                    <a:pt x="7184272" y="2427923"/>
                  </a:lnTo>
                  <a:lnTo>
                    <a:pt x="7184608" y="2425461"/>
                  </a:lnTo>
                  <a:lnTo>
                    <a:pt x="7184945" y="2422770"/>
                  </a:lnTo>
                  <a:lnTo>
                    <a:pt x="7185281" y="2419971"/>
                  </a:lnTo>
                  <a:lnTo>
                    <a:pt x="7185618" y="2417135"/>
                  </a:lnTo>
                  <a:lnTo>
                    <a:pt x="7185954" y="2414114"/>
                  </a:lnTo>
                  <a:lnTo>
                    <a:pt x="7186291" y="2410855"/>
                  </a:lnTo>
                  <a:lnTo>
                    <a:pt x="7186627" y="2407338"/>
                  </a:lnTo>
                  <a:lnTo>
                    <a:pt x="7186964" y="2403595"/>
                  </a:lnTo>
                  <a:lnTo>
                    <a:pt x="7187300" y="2400238"/>
                  </a:lnTo>
                  <a:lnTo>
                    <a:pt x="7187636" y="2396973"/>
                  </a:lnTo>
                  <a:lnTo>
                    <a:pt x="7187973" y="2394063"/>
                  </a:lnTo>
                  <a:lnTo>
                    <a:pt x="7188309" y="2391462"/>
                  </a:lnTo>
                  <a:lnTo>
                    <a:pt x="7188646" y="2389169"/>
                  </a:lnTo>
                  <a:lnTo>
                    <a:pt x="7188982" y="2386697"/>
                  </a:lnTo>
                  <a:lnTo>
                    <a:pt x="7189319" y="2384079"/>
                  </a:lnTo>
                  <a:lnTo>
                    <a:pt x="7189655" y="2381123"/>
                  </a:lnTo>
                  <a:lnTo>
                    <a:pt x="7189992" y="2378197"/>
                  </a:lnTo>
                  <a:lnTo>
                    <a:pt x="7190328" y="2375353"/>
                  </a:lnTo>
                  <a:lnTo>
                    <a:pt x="7190665" y="2372587"/>
                  </a:lnTo>
                  <a:lnTo>
                    <a:pt x="7191001" y="2370337"/>
                  </a:lnTo>
                  <a:lnTo>
                    <a:pt x="7191338" y="2368619"/>
                  </a:lnTo>
                  <a:lnTo>
                    <a:pt x="7191674" y="2367525"/>
                  </a:lnTo>
                  <a:lnTo>
                    <a:pt x="7192010" y="2366753"/>
                  </a:lnTo>
                  <a:lnTo>
                    <a:pt x="7192347" y="2366164"/>
                  </a:lnTo>
                  <a:lnTo>
                    <a:pt x="7192683" y="2366467"/>
                  </a:lnTo>
                  <a:lnTo>
                    <a:pt x="7193020" y="2366716"/>
                  </a:lnTo>
                  <a:lnTo>
                    <a:pt x="7193356" y="2366808"/>
                  </a:lnTo>
                  <a:lnTo>
                    <a:pt x="7193693" y="2366873"/>
                  </a:lnTo>
                  <a:lnTo>
                    <a:pt x="7194029" y="2366943"/>
                  </a:lnTo>
                  <a:lnTo>
                    <a:pt x="7194366" y="2367565"/>
                  </a:lnTo>
                  <a:lnTo>
                    <a:pt x="7194702" y="2368118"/>
                  </a:lnTo>
                  <a:lnTo>
                    <a:pt x="7195039" y="2368580"/>
                  </a:lnTo>
                  <a:lnTo>
                    <a:pt x="7195375" y="2368986"/>
                  </a:lnTo>
                  <a:lnTo>
                    <a:pt x="7195712" y="2369593"/>
                  </a:lnTo>
                  <a:lnTo>
                    <a:pt x="7196048" y="2369839"/>
                  </a:lnTo>
                  <a:lnTo>
                    <a:pt x="7196384" y="2369533"/>
                  </a:lnTo>
                  <a:lnTo>
                    <a:pt x="7196721" y="2368554"/>
                  </a:lnTo>
                  <a:lnTo>
                    <a:pt x="7197057" y="2367131"/>
                  </a:lnTo>
                  <a:lnTo>
                    <a:pt x="7197394" y="2365376"/>
                  </a:lnTo>
                  <a:lnTo>
                    <a:pt x="7197730" y="2363374"/>
                  </a:lnTo>
                  <a:lnTo>
                    <a:pt x="7198067" y="2361129"/>
                  </a:lnTo>
                  <a:lnTo>
                    <a:pt x="7198403" y="2358362"/>
                  </a:lnTo>
                  <a:lnTo>
                    <a:pt x="7198740" y="2355886"/>
                  </a:lnTo>
                  <a:lnTo>
                    <a:pt x="7199076" y="2353322"/>
                  </a:lnTo>
                  <a:lnTo>
                    <a:pt x="7199413" y="2350810"/>
                  </a:lnTo>
                  <a:lnTo>
                    <a:pt x="7199749" y="2348243"/>
                  </a:lnTo>
                  <a:lnTo>
                    <a:pt x="7200086" y="2345330"/>
                  </a:lnTo>
                  <a:lnTo>
                    <a:pt x="7200422" y="2342183"/>
                  </a:lnTo>
                  <a:lnTo>
                    <a:pt x="7200758" y="2338880"/>
                  </a:lnTo>
                  <a:lnTo>
                    <a:pt x="7201095" y="2336155"/>
                  </a:lnTo>
                  <a:lnTo>
                    <a:pt x="7201431" y="2333512"/>
                  </a:lnTo>
                  <a:lnTo>
                    <a:pt x="7201768" y="2331093"/>
                  </a:lnTo>
                  <a:lnTo>
                    <a:pt x="7202104" y="2328309"/>
                  </a:lnTo>
                  <a:lnTo>
                    <a:pt x="7202441" y="2325734"/>
                  </a:lnTo>
                  <a:lnTo>
                    <a:pt x="7202777" y="2323170"/>
                  </a:lnTo>
                  <a:lnTo>
                    <a:pt x="7203114" y="2320527"/>
                  </a:lnTo>
                  <a:lnTo>
                    <a:pt x="7203450" y="2318045"/>
                  </a:lnTo>
                  <a:lnTo>
                    <a:pt x="7203787" y="2315614"/>
                  </a:lnTo>
                  <a:lnTo>
                    <a:pt x="7204123" y="2313607"/>
                  </a:lnTo>
                  <a:lnTo>
                    <a:pt x="7204460" y="2310474"/>
                  </a:lnTo>
                  <a:lnTo>
                    <a:pt x="7204796" y="2307414"/>
                  </a:lnTo>
                  <a:lnTo>
                    <a:pt x="7205132" y="2304863"/>
                  </a:lnTo>
                  <a:lnTo>
                    <a:pt x="7205469" y="2302909"/>
                  </a:lnTo>
                  <a:lnTo>
                    <a:pt x="7205805" y="2301027"/>
                  </a:lnTo>
                  <a:lnTo>
                    <a:pt x="7206142" y="2298936"/>
                  </a:lnTo>
                  <a:lnTo>
                    <a:pt x="7206478" y="2296422"/>
                  </a:lnTo>
                  <a:lnTo>
                    <a:pt x="7206815" y="2293792"/>
                  </a:lnTo>
                  <a:lnTo>
                    <a:pt x="7207151" y="2291170"/>
                  </a:lnTo>
                  <a:lnTo>
                    <a:pt x="7207488" y="2289292"/>
                  </a:lnTo>
                  <a:lnTo>
                    <a:pt x="7207824" y="2287834"/>
                  </a:lnTo>
                  <a:lnTo>
                    <a:pt x="7208161" y="2286575"/>
                  </a:lnTo>
                  <a:lnTo>
                    <a:pt x="7208497" y="2285472"/>
                  </a:lnTo>
                  <a:lnTo>
                    <a:pt x="7208833" y="2284353"/>
                  </a:lnTo>
                  <a:lnTo>
                    <a:pt x="7209170" y="2282902"/>
                  </a:lnTo>
                  <a:lnTo>
                    <a:pt x="7209506" y="2281215"/>
                  </a:lnTo>
                  <a:lnTo>
                    <a:pt x="7209843" y="2279670"/>
                  </a:lnTo>
                  <a:lnTo>
                    <a:pt x="7210179" y="2278004"/>
                  </a:lnTo>
                  <a:lnTo>
                    <a:pt x="7210516" y="2276218"/>
                  </a:lnTo>
                  <a:lnTo>
                    <a:pt x="7210852" y="2274423"/>
                  </a:lnTo>
                  <a:lnTo>
                    <a:pt x="7211189" y="2272681"/>
                  </a:lnTo>
                  <a:lnTo>
                    <a:pt x="7211525" y="2271319"/>
                  </a:lnTo>
                  <a:lnTo>
                    <a:pt x="7211862" y="2270145"/>
                  </a:lnTo>
                  <a:lnTo>
                    <a:pt x="7212198" y="2269034"/>
                  </a:lnTo>
                  <a:lnTo>
                    <a:pt x="7212535" y="2268068"/>
                  </a:lnTo>
                  <a:lnTo>
                    <a:pt x="7212871" y="2267068"/>
                  </a:lnTo>
                  <a:lnTo>
                    <a:pt x="7213207" y="2266260"/>
                  </a:lnTo>
                  <a:lnTo>
                    <a:pt x="7213544" y="2264981"/>
                  </a:lnTo>
                  <a:lnTo>
                    <a:pt x="7213880" y="2263875"/>
                  </a:lnTo>
                  <a:lnTo>
                    <a:pt x="7214217" y="2263171"/>
                  </a:lnTo>
                  <a:lnTo>
                    <a:pt x="7214553" y="2263063"/>
                  </a:lnTo>
                  <a:lnTo>
                    <a:pt x="7214890" y="2263085"/>
                  </a:lnTo>
                  <a:lnTo>
                    <a:pt x="7215226" y="2263623"/>
                  </a:lnTo>
                  <a:lnTo>
                    <a:pt x="7215563" y="2264658"/>
                  </a:lnTo>
                  <a:lnTo>
                    <a:pt x="7215899" y="2265879"/>
                  </a:lnTo>
                  <a:lnTo>
                    <a:pt x="7216236" y="2266739"/>
                  </a:lnTo>
                  <a:lnTo>
                    <a:pt x="7216572" y="2267415"/>
                  </a:lnTo>
                  <a:lnTo>
                    <a:pt x="7216909" y="2268245"/>
                  </a:lnTo>
                  <a:lnTo>
                    <a:pt x="7217245" y="2269766"/>
                  </a:lnTo>
                  <a:lnTo>
                    <a:pt x="7217581" y="2271935"/>
                  </a:lnTo>
                  <a:lnTo>
                    <a:pt x="7217918" y="2274426"/>
                  </a:lnTo>
                  <a:lnTo>
                    <a:pt x="7218254" y="2276881"/>
                  </a:lnTo>
                  <a:lnTo>
                    <a:pt x="7218591" y="2279372"/>
                  </a:lnTo>
                  <a:lnTo>
                    <a:pt x="7218927" y="2281894"/>
                  </a:lnTo>
                  <a:lnTo>
                    <a:pt x="7219264" y="2284689"/>
                  </a:lnTo>
                  <a:lnTo>
                    <a:pt x="7219600" y="2287992"/>
                  </a:lnTo>
                  <a:lnTo>
                    <a:pt x="7219937" y="2290778"/>
                  </a:lnTo>
                  <a:lnTo>
                    <a:pt x="7220273" y="2293359"/>
                  </a:lnTo>
                  <a:lnTo>
                    <a:pt x="7220610" y="2296110"/>
                  </a:lnTo>
                  <a:lnTo>
                    <a:pt x="7220946" y="2299248"/>
                  </a:lnTo>
                  <a:lnTo>
                    <a:pt x="7221283" y="2302317"/>
                  </a:lnTo>
                  <a:lnTo>
                    <a:pt x="7221619" y="2305254"/>
                  </a:lnTo>
                  <a:lnTo>
                    <a:pt x="7221955" y="2307963"/>
                  </a:lnTo>
                  <a:lnTo>
                    <a:pt x="7222292" y="2311299"/>
                  </a:lnTo>
                  <a:lnTo>
                    <a:pt x="7222628" y="2313575"/>
                  </a:lnTo>
                  <a:lnTo>
                    <a:pt x="7222965" y="2315491"/>
                  </a:lnTo>
                  <a:lnTo>
                    <a:pt x="7223301" y="2317223"/>
                  </a:lnTo>
                  <a:lnTo>
                    <a:pt x="7223638" y="2319003"/>
                  </a:lnTo>
                  <a:lnTo>
                    <a:pt x="7223974" y="2320960"/>
                  </a:lnTo>
                  <a:lnTo>
                    <a:pt x="7224311" y="2322739"/>
                  </a:lnTo>
                  <a:lnTo>
                    <a:pt x="7224647" y="2323807"/>
                  </a:lnTo>
                  <a:lnTo>
                    <a:pt x="7224984" y="2324223"/>
                  </a:lnTo>
                  <a:lnTo>
                    <a:pt x="7225320" y="2324505"/>
                  </a:lnTo>
                  <a:lnTo>
                    <a:pt x="7225657" y="2325089"/>
                  </a:lnTo>
                  <a:lnTo>
                    <a:pt x="7225993" y="2325421"/>
                  </a:lnTo>
                  <a:lnTo>
                    <a:pt x="7226329" y="2325751"/>
                  </a:lnTo>
                  <a:lnTo>
                    <a:pt x="7226666" y="2326105"/>
                  </a:lnTo>
                  <a:lnTo>
                    <a:pt x="7227002" y="2326528"/>
                  </a:lnTo>
                  <a:lnTo>
                    <a:pt x="7227339" y="2327063"/>
                  </a:lnTo>
                  <a:lnTo>
                    <a:pt x="7227675" y="2327864"/>
                  </a:lnTo>
                  <a:lnTo>
                    <a:pt x="7228012" y="2329015"/>
                  </a:lnTo>
                  <a:lnTo>
                    <a:pt x="7228348" y="2330322"/>
                  </a:lnTo>
                  <a:lnTo>
                    <a:pt x="7228685" y="2331561"/>
                  </a:lnTo>
                  <a:lnTo>
                    <a:pt x="7229021" y="2332721"/>
                  </a:lnTo>
                  <a:lnTo>
                    <a:pt x="7229358" y="2334038"/>
                  </a:lnTo>
                  <a:lnTo>
                    <a:pt x="7229694" y="2335498"/>
                  </a:lnTo>
                  <a:lnTo>
                    <a:pt x="7230031" y="2337237"/>
                  </a:lnTo>
                  <a:lnTo>
                    <a:pt x="7230367" y="2338991"/>
                  </a:lnTo>
                  <a:lnTo>
                    <a:pt x="7230703" y="2340961"/>
                  </a:lnTo>
                  <a:lnTo>
                    <a:pt x="7231040" y="2343324"/>
                  </a:lnTo>
                  <a:lnTo>
                    <a:pt x="7231376" y="2346048"/>
                  </a:lnTo>
                  <a:lnTo>
                    <a:pt x="7231713" y="2349146"/>
                  </a:lnTo>
                  <a:lnTo>
                    <a:pt x="7232049" y="2352277"/>
                  </a:lnTo>
                  <a:lnTo>
                    <a:pt x="7232386" y="2356005"/>
                  </a:lnTo>
                  <a:lnTo>
                    <a:pt x="7232722" y="2360263"/>
                  </a:lnTo>
                  <a:lnTo>
                    <a:pt x="7233059" y="2364769"/>
                  </a:lnTo>
                  <a:lnTo>
                    <a:pt x="7233395" y="2369622"/>
                  </a:lnTo>
                  <a:lnTo>
                    <a:pt x="7233732" y="2375048"/>
                  </a:lnTo>
                  <a:lnTo>
                    <a:pt x="7234068" y="2380993"/>
                  </a:lnTo>
                  <a:lnTo>
                    <a:pt x="7234405" y="2386585"/>
                  </a:lnTo>
                  <a:lnTo>
                    <a:pt x="7234741" y="2392054"/>
                  </a:lnTo>
                  <a:lnTo>
                    <a:pt x="7235077" y="2397349"/>
                  </a:lnTo>
                  <a:lnTo>
                    <a:pt x="7235414" y="2402566"/>
                  </a:lnTo>
                  <a:lnTo>
                    <a:pt x="7235750" y="2406259"/>
                  </a:lnTo>
                  <a:lnTo>
                    <a:pt x="7236087" y="2410081"/>
                  </a:lnTo>
                  <a:lnTo>
                    <a:pt x="7236423" y="2413976"/>
                  </a:lnTo>
                  <a:lnTo>
                    <a:pt x="7236760" y="2417930"/>
                  </a:lnTo>
                  <a:lnTo>
                    <a:pt x="7237096" y="2421869"/>
                  </a:lnTo>
                  <a:lnTo>
                    <a:pt x="7237433" y="2424357"/>
                  </a:lnTo>
                  <a:lnTo>
                    <a:pt x="7237769" y="2426647"/>
                  </a:lnTo>
                  <a:lnTo>
                    <a:pt x="7238106" y="2428714"/>
                  </a:lnTo>
                  <a:lnTo>
                    <a:pt x="7238442" y="2430897"/>
                  </a:lnTo>
                  <a:lnTo>
                    <a:pt x="7238778" y="2432999"/>
                  </a:lnTo>
                  <a:lnTo>
                    <a:pt x="7239115" y="2434535"/>
                  </a:lnTo>
                  <a:lnTo>
                    <a:pt x="7239451" y="2436383"/>
                  </a:lnTo>
                  <a:lnTo>
                    <a:pt x="7239788" y="2437981"/>
                  </a:lnTo>
                  <a:lnTo>
                    <a:pt x="7240124" y="2439827"/>
                  </a:lnTo>
                  <a:lnTo>
                    <a:pt x="7240461" y="2441816"/>
                  </a:lnTo>
                  <a:lnTo>
                    <a:pt x="7240797" y="2443671"/>
                  </a:lnTo>
                  <a:lnTo>
                    <a:pt x="7241134" y="2445349"/>
                  </a:lnTo>
                  <a:lnTo>
                    <a:pt x="7241470" y="2446908"/>
                  </a:lnTo>
                  <a:lnTo>
                    <a:pt x="7241807" y="2448171"/>
                  </a:lnTo>
                  <a:lnTo>
                    <a:pt x="7242143" y="2450136"/>
                  </a:lnTo>
                  <a:lnTo>
                    <a:pt x="7242480" y="2451845"/>
                  </a:lnTo>
                  <a:lnTo>
                    <a:pt x="7242816" y="2453403"/>
                  </a:lnTo>
                  <a:lnTo>
                    <a:pt x="7243152" y="2456145"/>
                  </a:lnTo>
                  <a:lnTo>
                    <a:pt x="7243489" y="2458473"/>
                  </a:lnTo>
                  <a:lnTo>
                    <a:pt x="7243825" y="2459698"/>
                  </a:lnTo>
                  <a:lnTo>
                    <a:pt x="7244162" y="2460835"/>
                  </a:lnTo>
                  <a:lnTo>
                    <a:pt x="7244498" y="2461764"/>
                  </a:lnTo>
                  <a:lnTo>
                    <a:pt x="7244835" y="2462688"/>
                  </a:lnTo>
                  <a:lnTo>
                    <a:pt x="7245171" y="2463274"/>
                  </a:lnTo>
                  <a:lnTo>
                    <a:pt x="7245508" y="2463919"/>
                  </a:lnTo>
                  <a:lnTo>
                    <a:pt x="7245844" y="2464461"/>
                  </a:lnTo>
                  <a:lnTo>
                    <a:pt x="7246181" y="2464552"/>
                  </a:lnTo>
                  <a:lnTo>
                    <a:pt x="7246517" y="2464625"/>
                  </a:lnTo>
                  <a:lnTo>
                    <a:pt x="7246854" y="2464357"/>
                  </a:lnTo>
                  <a:lnTo>
                    <a:pt x="7247190" y="2463992"/>
                  </a:lnTo>
                  <a:lnTo>
                    <a:pt x="7247526" y="2463883"/>
                  </a:lnTo>
                  <a:lnTo>
                    <a:pt x="7247863" y="2464107"/>
                  </a:lnTo>
                  <a:lnTo>
                    <a:pt x="7248199" y="2464737"/>
                  </a:lnTo>
                  <a:lnTo>
                    <a:pt x="7248536" y="2465508"/>
                  </a:lnTo>
                  <a:lnTo>
                    <a:pt x="7248872" y="2466125"/>
                  </a:lnTo>
                  <a:lnTo>
                    <a:pt x="7249209" y="2467183"/>
                  </a:lnTo>
                  <a:lnTo>
                    <a:pt x="7249545" y="2468584"/>
                  </a:lnTo>
                  <a:lnTo>
                    <a:pt x="7249882" y="2470565"/>
                  </a:lnTo>
                  <a:lnTo>
                    <a:pt x="7250218" y="2472839"/>
                  </a:lnTo>
                  <a:lnTo>
                    <a:pt x="7250555" y="2475137"/>
                  </a:lnTo>
                  <a:lnTo>
                    <a:pt x="7250891" y="2477404"/>
                  </a:lnTo>
                  <a:lnTo>
                    <a:pt x="7251228" y="2479207"/>
                  </a:lnTo>
                  <a:lnTo>
                    <a:pt x="7251564" y="2481391"/>
                  </a:lnTo>
                  <a:lnTo>
                    <a:pt x="7251900" y="2482958"/>
                  </a:lnTo>
                  <a:lnTo>
                    <a:pt x="7252237" y="2485249"/>
                  </a:lnTo>
                  <a:lnTo>
                    <a:pt x="7252573" y="2487743"/>
                  </a:lnTo>
                  <a:lnTo>
                    <a:pt x="7252910" y="2490402"/>
                  </a:lnTo>
                  <a:lnTo>
                    <a:pt x="7253246" y="2493461"/>
                  </a:lnTo>
                  <a:lnTo>
                    <a:pt x="7253583" y="2496847"/>
                  </a:lnTo>
                  <a:lnTo>
                    <a:pt x="7253919" y="2500556"/>
                  </a:lnTo>
                  <a:lnTo>
                    <a:pt x="7254256" y="2504559"/>
                  </a:lnTo>
                  <a:lnTo>
                    <a:pt x="7254592" y="2508410"/>
                  </a:lnTo>
                  <a:lnTo>
                    <a:pt x="7254929" y="2512093"/>
                  </a:lnTo>
                  <a:lnTo>
                    <a:pt x="7255265" y="2515855"/>
                  </a:lnTo>
                  <a:lnTo>
                    <a:pt x="7255602" y="2519448"/>
                  </a:lnTo>
                  <a:lnTo>
                    <a:pt x="7255938" y="2523335"/>
                  </a:lnTo>
                  <a:lnTo>
                    <a:pt x="7256274" y="2527244"/>
                  </a:lnTo>
                  <a:lnTo>
                    <a:pt x="7256611" y="2531105"/>
                  </a:lnTo>
                  <a:lnTo>
                    <a:pt x="7256947" y="2535390"/>
                  </a:lnTo>
                  <a:lnTo>
                    <a:pt x="7257284" y="2539725"/>
                  </a:lnTo>
                  <a:lnTo>
                    <a:pt x="7257620" y="2544005"/>
                  </a:lnTo>
                  <a:lnTo>
                    <a:pt x="7257957" y="2548086"/>
                  </a:lnTo>
                  <a:lnTo>
                    <a:pt x="7258293" y="2551651"/>
                  </a:lnTo>
                  <a:lnTo>
                    <a:pt x="7258630" y="2554892"/>
                  </a:lnTo>
                  <a:lnTo>
                    <a:pt x="7258966" y="2557681"/>
                  </a:lnTo>
                  <a:lnTo>
                    <a:pt x="7259303" y="2560526"/>
                  </a:lnTo>
                  <a:lnTo>
                    <a:pt x="7259639" y="2563395"/>
                  </a:lnTo>
                  <a:lnTo>
                    <a:pt x="7259976" y="2565317"/>
                  </a:lnTo>
                  <a:lnTo>
                    <a:pt x="7260312" y="2567352"/>
                  </a:lnTo>
                  <a:lnTo>
                    <a:pt x="7260648" y="2569535"/>
                  </a:lnTo>
                  <a:lnTo>
                    <a:pt x="7260985" y="2571693"/>
                  </a:lnTo>
                  <a:lnTo>
                    <a:pt x="7261321" y="2573688"/>
                  </a:lnTo>
                  <a:lnTo>
                    <a:pt x="7261658" y="2575006"/>
                  </a:lnTo>
                  <a:lnTo>
                    <a:pt x="7261994" y="2575905"/>
                  </a:lnTo>
                  <a:lnTo>
                    <a:pt x="7262331" y="2576702"/>
                  </a:lnTo>
                  <a:lnTo>
                    <a:pt x="7262667" y="2577477"/>
                  </a:lnTo>
                  <a:lnTo>
                    <a:pt x="7263004" y="2577939"/>
                  </a:lnTo>
                  <a:lnTo>
                    <a:pt x="7263340" y="2578545"/>
                  </a:lnTo>
                  <a:lnTo>
                    <a:pt x="7263677" y="2579354"/>
                  </a:lnTo>
                  <a:lnTo>
                    <a:pt x="7264013" y="2580386"/>
                  </a:lnTo>
                  <a:lnTo>
                    <a:pt x="7264350" y="2581622"/>
                  </a:lnTo>
                  <a:lnTo>
                    <a:pt x="7264686" y="2582920"/>
                  </a:lnTo>
                  <a:lnTo>
                    <a:pt x="7265022" y="2584010"/>
                  </a:lnTo>
                  <a:lnTo>
                    <a:pt x="7265359" y="2585134"/>
                  </a:lnTo>
                  <a:lnTo>
                    <a:pt x="7265695" y="2586326"/>
                  </a:lnTo>
                  <a:lnTo>
                    <a:pt x="7266032" y="2586489"/>
                  </a:lnTo>
                  <a:lnTo>
                    <a:pt x="7266368" y="2586847"/>
                  </a:lnTo>
                  <a:lnTo>
                    <a:pt x="7266705" y="2587305"/>
                  </a:lnTo>
                  <a:lnTo>
                    <a:pt x="7267041" y="2588140"/>
                  </a:lnTo>
                  <a:lnTo>
                    <a:pt x="7267378" y="2589357"/>
                  </a:lnTo>
                  <a:lnTo>
                    <a:pt x="7267714" y="2590866"/>
                  </a:lnTo>
                  <a:lnTo>
                    <a:pt x="7268051" y="2592683"/>
                  </a:lnTo>
                  <a:lnTo>
                    <a:pt x="7268387" y="2594286"/>
                  </a:lnTo>
                  <a:lnTo>
                    <a:pt x="7268724" y="2596111"/>
                  </a:lnTo>
                  <a:lnTo>
                    <a:pt x="7269060" y="2597883"/>
                  </a:lnTo>
                  <a:lnTo>
                    <a:pt x="7269396" y="2599963"/>
                  </a:lnTo>
                  <a:lnTo>
                    <a:pt x="7269733" y="2601611"/>
                  </a:lnTo>
                  <a:lnTo>
                    <a:pt x="7270069" y="2603241"/>
                  </a:lnTo>
                  <a:lnTo>
                    <a:pt x="7270406" y="2605051"/>
                  </a:lnTo>
                  <a:lnTo>
                    <a:pt x="7270742" y="2606929"/>
                  </a:lnTo>
                  <a:lnTo>
                    <a:pt x="7271079" y="2608786"/>
                  </a:lnTo>
                  <a:lnTo>
                    <a:pt x="7271415" y="2610462"/>
                  </a:lnTo>
                  <a:lnTo>
                    <a:pt x="7271752" y="2613214"/>
                  </a:lnTo>
                  <a:lnTo>
                    <a:pt x="7272088" y="2615815"/>
                  </a:lnTo>
                  <a:lnTo>
                    <a:pt x="7272425" y="2617711"/>
                  </a:lnTo>
                  <a:lnTo>
                    <a:pt x="7272761" y="2618861"/>
                  </a:lnTo>
                  <a:lnTo>
                    <a:pt x="7273097" y="2619967"/>
                  </a:lnTo>
                  <a:lnTo>
                    <a:pt x="7273434" y="2621023"/>
                  </a:lnTo>
                  <a:lnTo>
                    <a:pt x="7273770" y="2622259"/>
                  </a:lnTo>
                  <a:lnTo>
                    <a:pt x="7274107" y="2623581"/>
                  </a:lnTo>
                  <a:lnTo>
                    <a:pt x="7274443" y="2624888"/>
                  </a:lnTo>
                  <a:lnTo>
                    <a:pt x="7274780" y="2625423"/>
                  </a:lnTo>
                  <a:lnTo>
                    <a:pt x="7275116" y="2625006"/>
                  </a:lnTo>
                  <a:lnTo>
                    <a:pt x="7275453" y="2623930"/>
                  </a:lnTo>
                  <a:lnTo>
                    <a:pt x="7275789" y="2622447"/>
                  </a:lnTo>
                  <a:lnTo>
                    <a:pt x="7276126" y="2620879"/>
                  </a:lnTo>
                  <a:lnTo>
                    <a:pt x="7276462" y="2619349"/>
                  </a:lnTo>
                  <a:lnTo>
                    <a:pt x="7276799" y="2618126"/>
                  </a:lnTo>
                  <a:lnTo>
                    <a:pt x="7277135" y="2616955"/>
                  </a:lnTo>
                  <a:lnTo>
                    <a:pt x="7277471" y="2615891"/>
                  </a:lnTo>
                  <a:lnTo>
                    <a:pt x="7277808" y="2614961"/>
                  </a:lnTo>
                  <a:lnTo>
                    <a:pt x="7278144" y="2614271"/>
                  </a:lnTo>
                  <a:lnTo>
                    <a:pt x="7278481" y="2613570"/>
                  </a:lnTo>
                  <a:lnTo>
                    <a:pt x="7278817" y="2612618"/>
                  </a:lnTo>
                  <a:lnTo>
                    <a:pt x="7279154" y="2611508"/>
                  </a:lnTo>
                  <a:lnTo>
                    <a:pt x="7279490" y="2610471"/>
                  </a:lnTo>
                  <a:lnTo>
                    <a:pt x="7279827" y="2609540"/>
                  </a:lnTo>
                  <a:lnTo>
                    <a:pt x="7280163" y="2609132"/>
                  </a:lnTo>
                  <a:lnTo>
                    <a:pt x="7280500" y="2609164"/>
                  </a:lnTo>
                  <a:lnTo>
                    <a:pt x="7280836" y="2609868"/>
                  </a:lnTo>
                  <a:lnTo>
                    <a:pt x="7281173" y="2610357"/>
                  </a:lnTo>
                  <a:lnTo>
                    <a:pt x="7281509" y="2610500"/>
                  </a:lnTo>
                  <a:lnTo>
                    <a:pt x="7281845" y="2610141"/>
                  </a:lnTo>
                  <a:lnTo>
                    <a:pt x="7282182" y="2609645"/>
                  </a:lnTo>
                  <a:lnTo>
                    <a:pt x="7282518" y="2609142"/>
                  </a:lnTo>
                  <a:lnTo>
                    <a:pt x="7282855" y="2608453"/>
                  </a:lnTo>
                  <a:lnTo>
                    <a:pt x="7283191" y="2607562"/>
                  </a:lnTo>
                  <a:lnTo>
                    <a:pt x="7283528" y="2606728"/>
                  </a:lnTo>
                  <a:lnTo>
                    <a:pt x="7283864" y="2606233"/>
                  </a:lnTo>
                  <a:lnTo>
                    <a:pt x="7284201" y="2606118"/>
                  </a:lnTo>
                  <a:lnTo>
                    <a:pt x="7284537" y="2605571"/>
                  </a:lnTo>
                  <a:lnTo>
                    <a:pt x="7284874" y="2604723"/>
                  </a:lnTo>
                  <a:lnTo>
                    <a:pt x="7285210" y="2603951"/>
                  </a:lnTo>
                  <a:lnTo>
                    <a:pt x="7285547" y="2603108"/>
                  </a:lnTo>
                  <a:lnTo>
                    <a:pt x="7285883" y="2602379"/>
                  </a:lnTo>
                  <a:lnTo>
                    <a:pt x="7286219" y="2602269"/>
                  </a:lnTo>
                  <a:lnTo>
                    <a:pt x="7286556" y="2602218"/>
                  </a:lnTo>
                  <a:lnTo>
                    <a:pt x="7286892" y="2602071"/>
                  </a:lnTo>
                  <a:lnTo>
                    <a:pt x="7287229" y="2601919"/>
                  </a:lnTo>
                  <a:lnTo>
                    <a:pt x="7287565" y="2601966"/>
                  </a:lnTo>
                  <a:lnTo>
                    <a:pt x="7287902" y="2602118"/>
                  </a:lnTo>
                  <a:lnTo>
                    <a:pt x="7288238" y="2601970"/>
                  </a:lnTo>
                  <a:lnTo>
                    <a:pt x="7288575" y="2601630"/>
                  </a:lnTo>
                  <a:lnTo>
                    <a:pt x="7288911" y="2601012"/>
                  </a:lnTo>
                  <a:lnTo>
                    <a:pt x="7289248" y="2600622"/>
                  </a:lnTo>
                  <a:lnTo>
                    <a:pt x="7289584" y="2600177"/>
                  </a:lnTo>
                  <a:lnTo>
                    <a:pt x="7289921" y="2600169"/>
                  </a:lnTo>
                  <a:lnTo>
                    <a:pt x="7290257" y="2600132"/>
                  </a:lnTo>
                  <a:lnTo>
                    <a:pt x="7290593" y="2600239"/>
                  </a:lnTo>
                  <a:lnTo>
                    <a:pt x="7290930" y="2600353"/>
                  </a:lnTo>
                  <a:lnTo>
                    <a:pt x="7291266" y="2600505"/>
                  </a:lnTo>
                  <a:lnTo>
                    <a:pt x="7291603" y="2600581"/>
                  </a:lnTo>
                  <a:lnTo>
                    <a:pt x="7291939" y="2600571"/>
                  </a:lnTo>
                  <a:lnTo>
                    <a:pt x="7292276" y="2601065"/>
                  </a:lnTo>
                  <a:lnTo>
                    <a:pt x="7292612" y="2601279"/>
                  </a:lnTo>
                  <a:lnTo>
                    <a:pt x="7292949" y="2601329"/>
                  </a:lnTo>
                  <a:lnTo>
                    <a:pt x="7293285" y="2601323"/>
                  </a:lnTo>
                  <a:lnTo>
                    <a:pt x="7293622" y="2601454"/>
                  </a:lnTo>
                  <a:lnTo>
                    <a:pt x="7293958" y="2601675"/>
                  </a:lnTo>
                  <a:lnTo>
                    <a:pt x="7294295" y="2601949"/>
                  </a:lnTo>
                  <a:lnTo>
                    <a:pt x="7294631" y="2601820"/>
                  </a:lnTo>
                  <a:lnTo>
                    <a:pt x="7294967" y="2601814"/>
                  </a:lnTo>
                  <a:lnTo>
                    <a:pt x="7295304" y="2601830"/>
                  </a:lnTo>
                  <a:lnTo>
                    <a:pt x="7295640" y="2601731"/>
                  </a:lnTo>
                  <a:lnTo>
                    <a:pt x="7295977" y="2601626"/>
                  </a:lnTo>
                  <a:lnTo>
                    <a:pt x="7296313" y="2601500"/>
                  </a:lnTo>
                  <a:lnTo>
                    <a:pt x="7296650" y="2601396"/>
                  </a:lnTo>
                  <a:lnTo>
                    <a:pt x="7296986" y="2601230"/>
                  </a:lnTo>
                  <a:lnTo>
                    <a:pt x="7297323" y="2600965"/>
                  </a:lnTo>
                  <a:lnTo>
                    <a:pt x="7297659" y="2600787"/>
                  </a:lnTo>
                  <a:lnTo>
                    <a:pt x="7297996" y="2600587"/>
                  </a:lnTo>
                  <a:lnTo>
                    <a:pt x="7298332" y="2600387"/>
                  </a:lnTo>
                  <a:lnTo>
                    <a:pt x="7298669" y="2599567"/>
                  </a:lnTo>
                  <a:lnTo>
                    <a:pt x="7299005" y="2598595"/>
                  </a:lnTo>
                  <a:lnTo>
                    <a:pt x="7299341" y="2597376"/>
                  </a:lnTo>
                  <a:lnTo>
                    <a:pt x="7299678" y="2595954"/>
                  </a:lnTo>
                  <a:lnTo>
                    <a:pt x="7300014" y="2594124"/>
                  </a:lnTo>
                  <a:lnTo>
                    <a:pt x="7300351" y="2592234"/>
                  </a:lnTo>
                  <a:lnTo>
                    <a:pt x="7300687" y="2590455"/>
                  </a:lnTo>
                  <a:lnTo>
                    <a:pt x="7301024" y="2588636"/>
                  </a:lnTo>
                  <a:lnTo>
                    <a:pt x="7301360" y="2587354"/>
                  </a:lnTo>
                  <a:lnTo>
                    <a:pt x="7301697" y="2586098"/>
                  </a:lnTo>
                  <a:lnTo>
                    <a:pt x="7302033" y="2585328"/>
                  </a:lnTo>
                  <a:lnTo>
                    <a:pt x="7302370" y="2584545"/>
                  </a:lnTo>
                  <a:lnTo>
                    <a:pt x="7302706" y="2583755"/>
                  </a:lnTo>
                  <a:lnTo>
                    <a:pt x="7303043" y="2583111"/>
                  </a:lnTo>
                  <a:lnTo>
                    <a:pt x="7303379" y="2582541"/>
                  </a:lnTo>
                  <a:lnTo>
                    <a:pt x="7303715" y="2582199"/>
                  </a:lnTo>
                  <a:lnTo>
                    <a:pt x="7304052" y="2581862"/>
                  </a:lnTo>
                  <a:lnTo>
                    <a:pt x="7304388" y="2581425"/>
                  </a:lnTo>
                  <a:lnTo>
                    <a:pt x="7304725" y="2581369"/>
                  </a:lnTo>
                  <a:lnTo>
                    <a:pt x="7305061" y="2581372"/>
                  </a:lnTo>
                  <a:lnTo>
                    <a:pt x="7305398" y="2581299"/>
                  </a:lnTo>
                  <a:lnTo>
                    <a:pt x="7305734" y="2580937"/>
                  </a:lnTo>
                  <a:lnTo>
                    <a:pt x="7306071" y="2580719"/>
                  </a:lnTo>
                  <a:lnTo>
                    <a:pt x="7306407" y="2580487"/>
                  </a:lnTo>
                  <a:lnTo>
                    <a:pt x="7306744" y="2580314"/>
                  </a:lnTo>
                  <a:lnTo>
                    <a:pt x="7307080" y="2580459"/>
                  </a:lnTo>
                  <a:lnTo>
                    <a:pt x="7307416" y="2580629"/>
                  </a:lnTo>
                  <a:lnTo>
                    <a:pt x="7307753" y="2580313"/>
                  </a:lnTo>
                  <a:lnTo>
                    <a:pt x="7308089" y="2579967"/>
                  </a:lnTo>
                  <a:lnTo>
                    <a:pt x="7308426" y="2579646"/>
                  </a:lnTo>
                  <a:lnTo>
                    <a:pt x="7308762" y="2579249"/>
                  </a:lnTo>
                  <a:lnTo>
                    <a:pt x="7309099" y="2579166"/>
                  </a:lnTo>
                  <a:lnTo>
                    <a:pt x="7309435" y="2579492"/>
                  </a:lnTo>
                  <a:lnTo>
                    <a:pt x="7309772" y="2580194"/>
                  </a:lnTo>
                  <a:lnTo>
                    <a:pt x="7310108" y="2581037"/>
                  </a:lnTo>
                  <a:lnTo>
                    <a:pt x="7310445" y="2581556"/>
                  </a:lnTo>
                  <a:lnTo>
                    <a:pt x="7310781" y="2582433"/>
                  </a:lnTo>
                  <a:lnTo>
                    <a:pt x="7311118" y="2583650"/>
                  </a:lnTo>
                  <a:lnTo>
                    <a:pt x="7311454" y="2584805"/>
                  </a:lnTo>
                  <a:lnTo>
                    <a:pt x="7311790" y="2585894"/>
                  </a:lnTo>
                  <a:lnTo>
                    <a:pt x="7312127" y="2587219"/>
                  </a:lnTo>
                  <a:lnTo>
                    <a:pt x="7312463" y="2588423"/>
                  </a:lnTo>
                  <a:lnTo>
                    <a:pt x="7312800" y="2589215"/>
                  </a:lnTo>
                  <a:lnTo>
                    <a:pt x="7313136" y="2590102"/>
                  </a:lnTo>
                  <a:lnTo>
                    <a:pt x="7313473" y="2591168"/>
                  </a:lnTo>
                  <a:lnTo>
                    <a:pt x="7313809" y="2592007"/>
                  </a:lnTo>
                  <a:lnTo>
                    <a:pt x="7314146" y="2593008"/>
                  </a:lnTo>
                  <a:lnTo>
                    <a:pt x="7314482" y="2594163"/>
                  </a:lnTo>
                  <a:lnTo>
                    <a:pt x="7314819" y="2595221"/>
                  </a:lnTo>
                  <a:lnTo>
                    <a:pt x="7315155" y="2596311"/>
                  </a:lnTo>
                  <a:lnTo>
                    <a:pt x="7315492" y="2597348"/>
                  </a:lnTo>
                  <a:lnTo>
                    <a:pt x="7315828" y="2598301"/>
                  </a:lnTo>
                  <a:lnTo>
                    <a:pt x="7316164" y="2599409"/>
                  </a:lnTo>
                  <a:lnTo>
                    <a:pt x="7316501" y="2600284"/>
                  </a:lnTo>
                  <a:lnTo>
                    <a:pt x="7316837" y="2600958"/>
                  </a:lnTo>
                  <a:lnTo>
                    <a:pt x="7317174" y="2601111"/>
                  </a:lnTo>
                  <a:lnTo>
                    <a:pt x="7317510" y="2601136"/>
                  </a:lnTo>
                  <a:lnTo>
                    <a:pt x="7317847" y="2601898"/>
                  </a:lnTo>
                  <a:lnTo>
                    <a:pt x="7318183" y="2602820"/>
                  </a:lnTo>
                  <a:lnTo>
                    <a:pt x="7318520" y="2604336"/>
                  </a:lnTo>
                  <a:lnTo>
                    <a:pt x="7318856" y="2605802"/>
                  </a:lnTo>
                  <a:lnTo>
                    <a:pt x="7319193" y="2606635"/>
                  </a:lnTo>
                  <a:lnTo>
                    <a:pt x="7319529" y="2606956"/>
                  </a:lnTo>
                  <a:lnTo>
                    <a:pt x="7319866" y="2607184"/>
                  </a:lnTo>
                  <a:lnTo>
                    <a:pt x="7320202" y="2607137"/>
                  </a:lnTo>
                  <a:lnTo>
                    <a:pt x="7320538" y="2606882"/>
                  </a:lnTo>
                  <a:lnTo>
                    <a:pt x="7320875" y="2606491"/>
                  </a:lnTo>
                  <a:lnTo>
                    <a:pt x="7321211" y="2605885"/>
                  </a:lnTo>
                  <a:lnTo>
                    <a:pt x="7321548" y="2605216"/>
                  </a:lnTo>
                  <a:lnTo>
                    <a:pt x="7321884" y="2604515"/>
                  </a:lnTo>
                  <a:lnTo>
                    <a:pt x="7322221" y="2603892"/>
                  </a:lnTo>
                  <a:lnTo>
                    <a:pt x="7322557" y="2603003"/>
                  </a:lnTo>
                  <a:lnTo>
                    <a:pt x="7322894" y="2601956"/>
                  </a:lnTo>
                  <a:lnTo>
                    <a:pt x="7323230" y="2600613"/>
                  </a:lnTo>
                  <a:lnTo>
                    <a:pt x="7323567" y="2598995"/>
                  </a:lnTo>
                  <a:lnTo>
                    <a:pt x="7323903" y="2597230"/>
                  </a:lnTo>
                  <a:lnTo>
                    <a:pt x="7324240" y="2595505"/>
                  </a:lnTo>
                  <a:lnTo>
                    <a:pt x="7324576" y="2593823"/>
                  </a:lnTo>
                  <a:lnTo>
                    <a:pt x="7324912" y="2592053"/>
                  </a:lnTo>
                  <a:lnTo>
                    <a:pt x="7325249" y="2590188"/>
                  </a:lnTo>
                  <a:lnTo>
                    <a:pt x="7325585" y="2587708"/>
                  </a:lnTo>
                  <a:lnTo>
                    <a:pt x="7325922" y="2585011"/>
                  </a:lnTo>
                  <a:lnTo>
                    <a:pt x="7326258" y="2582255"/>
                  </a:lnTo>
                  <a:lnTo>
                    <a:pt x="7326595" y="2579034"/>
                  </a:lnTo>
                  <a:lnTo>
                    <a:pt x="7326931" y="2575610"/>
                  </a:lnTo>
                  <a:lnTo>
                    <a:pt x="7327268" y="2572523"/>
                  </a:lnTo>
                  <a:lnTo>
                    <a:pt x="7327604" y="2569371"/>
                  </a:lnTo>
                  <a:lnTo>
                    <a:pt x="7327941" y="2565144"/>
                  </a:lnTo>
                  <a:lnTo>
                    <a:pt x="7328277" y="2561312"/>
                  </a:lnTo>
                  <a:lnTo>
                    <a:pt x="7328614" y="2557780"/>
                  </a:lnTo>
                  <a:lnTo>
                    <a:pt x="7328950" y="2554363"/>
                  </a:lnTo>
                  <a:lnTo>
                    <a:pt x="7329286" y="2550739"/>
                  </a:lnTo>
                  <a:lnTo>
                    <a:pt x="7329623" y="2546993"/>
                  </a:lnTo>
                  <a:lnTo>
                    <a:pt x="7329959" y="2543183"/>
                  </a:lnTo>
                  <a:lnTo>
                    <a:pt x="7330296" y="2539878"/>
                  </a:lnTo>
                  <a:lnTo>
                    <a:pt x="7330632" y="2537345"/>
                  </a:lnTo>
                  <a:lnTo>
                    <a:pt x="7330969" y="2535112"/>
                  </a:lnTo>
                  <a:lnTo>
                    <a:pt x="7331305" y="2533259"/>
                  </a:lnTo>
                  <a:lnTo>
                    <a:pt x="7331642" y="2531612"/>
                  </a:lnTo>
                  <a:lnTo>
                    <a:pt x="7331978" y="2530192"/>
                  </a:lnTo>
                  <a:lnTo>
                    <a:pt x="7332315" y="2529135"/>
                  </a:lnTo>
                  <a:lnTo>
                    <a:pt x="7332651" y="2527968"/>
                  </a:lnTo>
                  <a:lnTo>
                    <a:pt x="7332988" y="2526812"/>
                  </a:lnTo>
                  <a:lnTo>
                    <a:pt x="7333324" y="2525916"/>
                  </a:lnTo>
                  <a:lnTo>
                    <a:pt x="7333660" y="2524674"/>
                  </a:lnTo>
                  <a:lnTo>
                    <a:pt x="7333997" y="2522109"/>
                  </a:lnTo>
                  <a:lnTo>
                    <a:pt x="7334333" y="2519954"/>
                  </a:lnTo>
                  <a:lnTo>
                    <a:pt x="7334670" y="2517705"/>
                  </a:lnTo>
                  <a:lnTo>
                    <a:pt x="7335006" y="2515370"/>
                  </a:lnTo>
                  <a:lnTo>
                    <a:pt x="7335343" y="2512597"/>
                  </a:lnTo>
                  <a:lnTo>
                    <a:pt x="7335679" y="2509601"/>
                  </a:lnTo>
                  <a:lnTo>
                    <a:pt x="7336016" y="2506023"/>
                  </a:lnTo>
                  <a:lnTo>
                    <a:pt x="7336352" y="2501964"/>
                  </a:lnTo>
                  <a:lnTo>
                    <a:pt x="7336689" y="2497970"/>
                  </a:lnTo>
                  <a:lnTo>
                    <a:pt x="7337025" y="2493867"/>
                  </a:lnTo>
                  <a:lnTo>
                    <a:pt x="7337362" y="2489535"/>
                  </a:lnTo>
                  <a:lnTo>
                    <a:pt x="7337698" y="2485519"/>
                  </a:lnTo>
                  <a:lnTo>
                    <a:pt x="7338034" y="2481711"/>
                  </a:lnTo>
                  <a:lnTo>
                    <a:pt x="7338371" y="2478234"/>
                  </a:lnTo>
                  <a:lnTo>
                    <a:pt x="7338707" y="2474865"/>
                  </a:lnTo>
                  <a:lnTo>
                    <a:pt x="7339044" y="2471797"/>
                  </a:lnTo>
                  <a:lnTo>
                    <a:pt x="7339380" y="2468650"/>
                  </a:lnTo>
                  <a:lnTo>
                    <a:pt x="7339717" y="2465346"/>
                  </a:lnTo>
                  <a:lnTo>
                    <a:pt x="7340053" y="2462185"/>
                  </a:lnTo>
                  <a:lnTo>
                    <a:pt x="7340390" y="2458808"/>
                  </a:lnTo>
                  <a:lnTo>
                    <a:pt x="7340726" y="2455546"/>
                  </a:lnTo>
                  <a:lnTo>
                    <a:pt x="7341063" y="2452701"/>
                  </a:lnTo>
                  <a:lnTo>
                    <a:pt x="7341399" y="2450065"/>
                  </a:lnTo>
                  <a:lnTo>
                    <a:pt x="7341735" y="2447406"/>
                  </a:lnTo>
                  <a:lnTo>
                    <a:pt x="7342072" y="2445050"/>
                  </a:lnTo>
                  <a:lnTo>
                    <a:pt x="7342408" y="2443620"/>
                  </a:lnTo>
                  <a:lnTo>
                    <a:pt x="7342745" y="2442794"/>
                  </a:lnTo>
                  <a:lnTo>
                    <a:pt x="7343081" y="2443050"/>
                  </a:lnTo>
                  <a:lnTo>
                    <a:pt x="7343418" y="2443265"/>
                  </a:lnTo>
                  <a:lnTo>
                    <a:pt x="7343754" y="2443684"/>
                  </a:lnTo>
                  <a:lnTo>
                    <a:pt x="7344091" y="2444023"/>
                  </a:lnTo>
                  <a:lnTo>
                    <a:pt x="7344427" y="2444162"/>
                  </a:lnTo>
                  <a:lnTo>
                    <a:pt x="7344764" y="2444159"/>
                  </a:lnTo>
                  <a:lnTo>
                    <a:pt x="7345100" y="2444011"/>
                  </a:lnTo>
                  <a:lnTo>
                    <a:pt x="7345437" y="2444423"/>
                  </a:lnTo>
                  <a:lnTo>
                    <a:pt x="7345773" y="2444576"/>
                  </a:lnTo>
                  <a:lnTo>
                    <a:pt x="7346109" y="2444921"/>
                  </a:lnTo>
                  <a:lnTo>
                    <a:pt x="7346446" y="2444856"/>
                  </a:lnTo>
                  <a:lnTo>
                    <a:pt x="7346782" y="2444690"/>
                  </a:lnTo>
                  <a:lnTo>
                    <a:pt x="7347119" y="2444084"/>
                  </a:lnTo>
                  <a:lnTo>
                    <a:pt x="7347455" y="2442961"/>
                  </a:lnTo>
                  <a:lnTo>
                    <a:pt x="7347792" y="2441281"/>
                  </a:lnTo>
                  <a:lnTo>
                    <a:pt x="7348128" y="2439400"/>
                  </a:lnTo>
                  <a:lnTo>
                    <a:pt x="7348465" y="2437579"/>
                  </a:lnTo>
                  <a:lnTo>
                    <a:pt x="7348801" y="2435175"/>
                  </a:lnTo>
                  <a:lnTo>
                    <a:pt x="7349138" y="2432750"/>
                  </a:lnTo>
                  <a:lnTo>
                    <a:pt x="7349474" y="2430372"/>
                  </a:lnTo>
                  <a:lnTo>
                    <a:pt x="7349811" y="2428101"/>
                  </a:lnTo>
                  <a:lnTo>
                    <a:pt x="7350147" y="2426019"/>
                  </a:lnTo>
                  <a:lnTo>
                    <a:pt x="7350483" y="2424347"/>
                  </a:lnTo>
                  <a:lnTo>
                    <a:pt x="7350820" y="2422304"/>
                  </a:lnTo>
                  <a:lnTo>
                    <a:pt x="7351156" y="2420667"/>
                  </a:lnTo>
                  <a:lnTo>
                    <a:pt x="7351493" y="2418551"/>
                  </a:lnTo>
                  <a:lnTo>
                    <a:pt x="7351829" y="2417092"/>
                  </a:lnTo>
                  <a:lnTo>
                    <a:pt x="7352166" y="2416311"/>
                  </a:lnTo>
                  <a:lnTo>
                    <a:pt x="7352502" y="2414882"/>
                  </a:lnTo>
                  <a:lnTo>
                    <a:pt x="7352839" y="2413833"/>
                  </a:lnTo>
                  <a:lnTo>
                    <a:pt x="7353175" y="2412978"/>
                  </a:lnTo>
                  <a:lnTo>
                    <a:pt x="7353512" y="2411914"/>
                  </a:lnTo>
                  <a:lnTo>
                    <a:pt x="7353848" y="2411269"/>
                  </a:lnTo>
                  <a:lnTo>
                    <a:pt x="7354185" y="2411050"/>
                  </a:lnTo>
                  <a:lnTo>
                    <a:pt x="7354521" y="2411210"/>
                  </a:lnTo>
                  <a:lnTo>
                    <a:pt x="7354857" y="2411423"/>
                  </a:lnTo>
                  <a:lnTo>
                    <a:pt x="7355194" y="2411395"/>
                  </a:lnTo>
                  <a:lnTo>
                    <a:pt x="7355530" y="2411101"/>
                  </a:lnTo>
                  <a:lnTo>
                    <a:pt x="7355867" y="2411022"/>
                  </a:lnTo>
                  <a:lnTo>
                    <a:pt x="7356203" y="2411271"/>
                  </a:lnTo>
                  <a:lnTo>
                    <a:pt x="7356540" y="2411250"/>
                  </a:lnTo>
                  <a:lnTo>
                    <a:pt x="7356876" y="2411157"/>
                  </a:lnTo>
                  <a:lnTo>
                    <a:pt x="7357213" y="2411037"/>
                  </a:lnTo>
                  <a:lnTo>
                    <a:pt x="7357549" y="2410962"/>
                  </a:lnTo>
                  <a:lnTo>
                    <a:pt x="7357886" y="2410899"/>
                  </a:lnTo>
                  <a:lnTo>
                    <a:pt x="7358222" y="2410719"/>
                  </a:lnTo>
                  <a:lnTo>
                    <a:pt x="7358559" y="2410017"/>
                  </a:lnTo>
                  <a:lnTo>
                    <a:pt x="7358895" y="2409308"/>
                  </a:lnTo>
                  <a:lnTo>
                    <a:pt x="7359231" y="2408492"/>
                  </a:lnTo>
                  <a:lnTo>
                    <a:pt x="7359568" y="2407118"/>
                  </a:lnTo>
                  <a:lnTo>
                    <a:pt x="7359904" y="2406011"/>
                  </a:lnTo>
                  <a:lnTo>
                    <a:pt x="7360241" y="2405191"/>
                  </a:lnTo>
                  <a:lnTo>
                    <a:pt x="7360577" y="2404564"/>
                  </a:lnTo>
                  <a:lnTo>
                    <a:pt x="7360914" y="2403814"/>
                  </a:lnTo>
                  <a:lnTo>
                    <a:pt x="7361250" y="2402888"/>
                  </a:lnTo>
                  <a:lnTo>
                    <a:pt x="7361587" y="2401947"/>
                  </a:lnTo>
                  <a:lnTo>
                    <a:pt x="7361923" y="2401390"/>
                  </a:lnTo>
                  <a:lnTo>
                    <a:pt x="7362260" y="2400630"/>
                  </a:lnTo>
                  <a:lnTo>
                    <a:pt x="7362596" y="2399765"/>
                  </a:lnTo>
                  <a:lnTo>
                    <a:pt x="7362933" y="2398794"/>
                  </a:lnTo>
                  <a:lnTo>
                    <a:pt x="7363269" y="2397861"/>
                  </a:lnTo>
                  <a:lnTo>
                    <a:pt x="7363605" y="2397193"/>
                  </a:lnTo>
                  <a:lnTo>
                    <a:pt x="7363942" y="2396247"/>
                  </a:lnTo>
                  <a:lnTo>
                    <a:pt x="7364278" y="2395312"/>
                  </a:lnTo>
                  <a:lnTo>
                    <a:pt x="7364615" y="2394284"/>
                  </a:lnTo>
                  <a:lnTo>
                    <a:pt x="7364951" y="2393160"/>
                  </a:lnTo>
                  <a:lnTo>
                    <a:pt x="7365288" y="2391979"/>
                  </a:lnTo>
                  <a:lnTo>
                    <a:pt x="7365624" y="2390663"/>
                  </a:lnTo>
                  <a:lnTo>
                    <a:pt x="7365961" y="2389959"/>
                  </a:lnTo>
                  <a:lnTo>
                    <a:pt x="7366297" y="2389291"/>
                  </a:lnTo>
                  <a:lnTo>
                    <a:pt x="7366634" y="2388759"/>
                  </a:lnTo>
                  <a:lnTo>
                    <a:pt x="7366970" y="2388336"/>
                  </a:lnTo>
                  <a:lnTo>
                    <a:pt x="7367307" y="2387991"/>
                  </a:lnTo>
                  <a:lnTo>
                    <a:pt x="7367643" y="2387488"/>
                  </a:lnTo>
                  <a:lnTo>
                    <a:pt x="7367979" y="2386856"/>
                  </a:lnTo>
                  <a:lnTo>
                    <a:pt x="7368316" y="2386302"/>
                  </a:lnTo>
                  <a:lnTo>
                    <a:pt x="7368652" y="2385310"/>
                  </a:lnTo>
                  <a:lnTo>
                    <a:pt x="7368989" y="2385406"/>
                  </a:lnTo>
                  <a:lnTo>
                    <a:pt x="7369325" y="2385247"/>
                  </a:lnTo>
                  <a:lnTo>
                    <a:pt x="7369662" y="2385169"/>
                  </a:lnTo>
                  <a:lnTo>
                    <a:pt x="7369998" y="2385111"/>
                  </a:lnTo>
                  <a:lnTo>
                    <a:pt x="7370335" y="2385099"/>
                  </a:lnTo>
                  <a:lnTo>
                    <a:pt x="7370671" y="2385215"/>
                  </a:lnTo>
                  <a:lnTo>
                    <a:pt x="7371008" y="2385326"/>
                  </a:lnTo>
                  <a:lnTo>
                    <a:pt x="7371344" y="2385656"/>
                  </a:lnTo>
                  <a:lnTo>
                    <a:pt x="7371680" y="2386268"/>
                  </a:lnTo>
                  <a:lnTo>
                    <a:pt x="7372017" y="2386547"/>
                  </a:lnTo>
                  <a:lnTo>
                    <a:pt x="7372353" y="2386988"/>
                  </a:lnTo>
                  <a:lnTo>
                    <a:pt x="7372690" y="2387722"/>
                  </a:lnTo>
                  <a:lnTo>
                    <a:pt x="7373026" y="2388650"/>
                  </a:lnTo>
                  <a:lnTo>
                    <a:pt x="7373363" y="2389538"/>
                  </a:lnTo>
                  <a:lnTo>
                    <a:pt x="7373699" y="2390790"/>
                  </a:lnTo>
                  <a:lnTo>
                    <a:pt x="7374036" y="2391945"/>
                  </a:lnTo>
                  <a:lnTo>
                    <a:pt x="7374372" y="2393225"/>
                  </a:lnTo>
                  <a:lnTo>
                    <a:pt x="7374709" y="2394727"/>
                  </a:lnTo>
                  <a:lnTo>
                    <a:pt x="7375045" y="2396845"/>
                  </a:lnTo>
                  <a:lnTo>
                    <a:pt x="7375382" y="2399127"/>
                  </a:lnTo>
                  <a:lnTo>
                    <a:pt x="7375718" y="2401124"/>
                  </a:lnTo>
                  <a:lnTo>
                    <a:pt x="7376054" y="2403089"/>
                  </a:lnTo>
                  <a:lnTo>
                    <a:pt x="7376391" y="2404818"/>
                  </a:lnTo>
                  <a:lnTo>
                    <a:pt x="7376727" y="2406190"/>
                  </a:lnTo>
                  <a:lnTo>
                    <a:pt x="7377064" y="2407370"/>
                  </a:lnTo>
                  <a:lnTo>
                    <a:pt x="7377400" y="2408401"/>
                  </a:lnTo>
                  <a:lnTo>
                    <a:pt x="7377737" y="2409751"/>
                  </a:lnTo>
                  <a:lnTo>
                    <a:pt x="7378073" y="2410829"/>
                  </a:lnTo>
                  <a:lnTo>
                    <a:pt x="7378410" y="2411978"/>
                  </a:lnTo>
                  <a:lnTo>
                    <a:pt x="7378746" y="2413006"/>
                  </a:lnTo>
                  <a:lnTo>
                    <a:pt x="7379083" y="2413825"/>
                  </a:lnTo>
                  <a:lnTo>
                    <a:pt x="7379419" y="2414249"/>
                  </a:lnTo>
                  <a:lnTo>
                    <a:pt x="7379756" y="2414536"/>
                  </a:lnTo>
                  <a:lnTo>
                    <a:pt x="7380092" y="2414802"/>
                  </a:lnTo>
                  <a:lnTo>
                    <a:pt x="7380428" y="2414788"/>
                  </a:lnTo>
                  <a:lnTo>
                    <a:pt x="7380765" y="2414665"/>
                  </a:lnTo>
                  <a:lnTo>
                    <a:pt x="7381101" y="2414586"/>
                  </a:lnTo>
                  <a:lnTo>
                    <a:pt x="7381438" y="2414443"/>
                  </a:lnTo>
                  <a:lnTo>
                    <a:pt x="7381774" y="2414299"/>
                  </a:lnTo>
                  <a:lnTo>
                    <a:pt x="7382111" y="2414155"/>
                  </a:lnTo>
                  <a:lnTo>
                    <a:pt x="7382447" y="2414012"/>
                  </a:lnTo>
                  <a:lnTo>
                    <a:pt x="7382784" y="2413825"/>
                  </a:lnTo>
                  <a:lnTo>
                    <a:pt x="7383120" y="2413300"/>
                  </a:lnTo>
                  <a:lnTo>
                    <a:pt x="7383457" y="2412726"/>
                  </a:lnTo>
                  <a:lnTo>
                    <a:pt x="7383793" y="2412151"/>
                  </a:lnTo>
                  <a:lnTo>
                    <a:pt x="7384130" y="2411655"/>
                  </a:lnTo>
                  <a:lnTo>
                    <a:pt x="7384466" y="2411346"/>
                  </a:lnTo>
                  <a:lnTo>
                    <a:pt x="7384802" y="2411059"/>
                  </a:lnTo>
                  <a:lnTo>
                    <a:pt x="7385139" y="2410464"/>
                  </a:lnTo>
                  <a:lnTo>
                    <a:pt x="7385475" y="2409918"/>
                  </a:lnTo>
                  <a:lnTo>
                    <a:pt x="7385812" y="2409178"/>
                  </a:lnTo>
                  <a:lnTo>
                    <a:pt x="7386148" y="2408301"/>
                  </a:lnTo>
                  <a:lnTo>
                    <a:pt x="7386485" y="2407676"/>
                  </a:lnTo>
                  <a:lnTo>
                    <a:pt x="7386821" y="2406874"/>
                  </a:lnTo>
                  <a:lnTo>
                    <a:pt x="7387158" y="2406013"/>
                  </a:lnTo>
                  <a:lnTo>
                    <a:pt x="7387494" y="2405300"/>
                  </a:lnTo>
                  <a:lnTo>
                    <a:pt x="7387831" y="2404656"/>
                  </a:lnTo>
                  <a:lnTo>
                    <a:pt x="7388167" y="2404279"/>
                  </a:lnTo>
                  <a:lnTo>
                    <a:pt x="7388504" y="2404166"/>
                  </a:lnTo>
                  <a:lnTo>
                    <a:pt x="7388840" y="2403973"/>
                  </a:lnTo>
                  <a:lnTo>
                    <a:pt x="7389176" y="2403811"/>
                  </a:lnTo>
                  <a:lnTo>
                    <a:pt x="7389513" y="2403631"/>
                  </a:lnTo>
                  <a:lnTo>
                    <a:pt x="7389849" y="2403801"/>
                  </a:lnTo>
                  <a:lnTo>
                    <a:pt x="7390186" y="2404136"/>
                  </a:lnTo>
                  <a:lnTo>
                    <a:pt x="7390522" y="2404790"/>
                  </a:lnTo>
                  <a:lnTo>
                    <a:pt x="7390859" y="2405920"/>
                  </a:lnTo>
                  <a:lnTo>
                    <a:pt x="7391195" y="2407390"/>
                  </a:lnTo>
                  <a:lnTo>
                    <a:pt x="7391532" y="2408827"/>
                  </a:lnTo>
                  <a:lnTo>
                    <a:pt x="7391868" y="2410452"/>
                  </a:lnTo>
                  <a:lnTo>
                    <a:pt x="7392205" y="2412222"/>
                  </a:lnTo>
                  <a:lnTo>
                    <a:pt x="7392541" y="2414209"/>
                  </a:lnTo>
                  <a:lnTo>
                    <a:pt x="7392878" y="2416869"/>
                  </a:lnTo>
                  <a:lnTo>
                    <a:pt x="7393214" y="2419760"/>
                  </a:lnTo>
                  <a:lnTo>
                    <a:pt x="7393550" y="2422637"/>
                  </a:lnTo>
                  <a:lnTo>
                    <a:pt x="7393887" y="2425711"/>
                  </a:lnTo>
                  <a:lnTo>
                    <a:pt x="7394223" y="2428924"/>
                  </a:lnTo>
                  <a:lnTo>
                    <a:pt x="7394560" y="2431892"/>
                  </a:lnTo>
                  <a:lnTo>
                    <a:pt x="7394896" y="2435107"/>
                  </a:lnTo>
                  <a:lnTo>
                    <a:pt x="7395233" y="2439319"/>
                  </a:lnTo>
                  <a:lnTo>
                    <a:pt x="7395569" y="2443271"/>
                  </a:lnTo>
                  <a:lnTo>
                    <a:pt x="7395906" y="2447040"/>
                  </a:lnTo>
                  <a:lnTo>
                    <a:pt x="7396242" y="2450569"/>
                  </a:lnTo>
                  <a:lnTo>
                    <a:pt x="7396579" y="2454508"/>
                  </a:lnTo>
                  <a:lnTo>
                    <a:pt x="7396915" y="2458591"/>
                  </a:lnTo>
                  <a:lnTo>
                    <a:pt x="7397252" y="2462606"/>
                  </a:lnTo>
                  <a:lnTo>
                    <a:pt x="7397588" y="2466215"/>
                  </a:lnTo>
                  <a:lnTo>
                    <a:pt x="7397924" y="2469091"/>
                  </a:lnTo>
                  <a:lnTo>
                    <a:pt x="7398261" y="2471642"/>
                  </a:lnTo>
                  <a:lnTo>
                    <a:pt x="7398597" y="2473884"/>
                  </a:lnTo>
                  <a:lnTo>
                    <a:pt x="7398934" y="2475956"/>
                  </a:lnTo>
                  <a:lnTo>
                    <a:pt x="7399270" y="2477843"/>
                  </a:lnTo>
                  <a:lnTo>
                    <a:pt x="7399607" y="2479617"/>
                  </a:lnTo>
                  <a:lnTo>
                    <a:pt x="7399943" y="2481431"/>
                  </a:lnTo>
                  <a:lnTo>
                    <a:pt x="7400280" y="2483131"/>
                  </a:lnTo>
                  <a:lnTo>
                    <a:pt x="7400616" y="2485233"/>
                  </a:lnTo>
                  <a:lnTo>
                    <a:pt x="7400953" y="2487311"/>
                  </a:lnTo>
                  <a:lnTo>
                    <a:pt x="7401289" y="2490911"/>
                  </a:lnTo>
                  <a:lnTo>
                    <a:pt x="7401626" y="2493102"/>
                  </a:lnTo>
                  <a:lnTo>
                    <a:pt x="7401962" y="2495394"/>
                  </a:lnTo>
                  <a:lnTo>
                    <a:pt x="7402298" y="2498188"/>
                  </a:lnTo>
                  <a:lnTo>
                    <a:pt x="7402635" y="2501314"/>
                  </a:lnTo>
                  <a:lnTo>
                    <a:pt x="7402971" y="2504568"/>
                  </a:lnTo>
                  <a:lnTo>
                    <a:pt x="7403308" y="2508433"/>
                  </a:lnTo>
                  <a:lnTo>
                    <a:pt x="7403644" y="2512528"/>
                  </a:lnTo>
                  <a:lnTo>
                    <a:pt x="7403981" y="2516616"/>
                  </a:lnTo>
                  <a:lnTo>
                    <a:pt x="7404317" y="2521006"/>
                  </a:lnTo>
                  <a:lnTo>
                    <a:pt x="7404654" y="2525841"/>
                  </a:lnTo>
                  <a:lnTo>
                    <a:pt x="7404990" y="2530259"/>
                  </a:lnTo>
                  <a:lnTo>
                    <a:pt x="7405327" y="2534476"/>
                  </a:lnTo>
                  <a:lnTo>
                    <a:pt x="7405663" y="2538528"/>
                  </a:lnTo>
                  <a:lnTo>
                    <a:pt x="7405999" y="2542185"/>
                  </a:lnTo>
                  <a:lnTo>
                    <a:pt x="7406336" y="2545375"/>
                  </a:lnTo>
                  <a:lnTo>
                    <a:pt x="7406672" y="2548809"/>
                  </a:lnTo>
                  <a:lnTo>
                    <a:pt x="7407009" y="2552588"/>
                  </a:lnTo>
                  <a:lnTo>
                    <a:pt x="7407345" y="2556266"/>
                  </a:lnTo>
                  <a:lnTo>
                    <a:pt x="7407682" y="2560117"/>
                  </a:lnTo>
                  <a:lnTo>
                    <a:pt x="7408018" y="2563860"/>
                  </a:lnTo>
                  <a:lnTo>
                    <a:pt x="7408355" y="2567273"/>
                  </a:lnTo>
                  <a:lnTo>
                    <a:pt x="7408691" y="2570592"/>
                  </a:lnTo>
                  <a:lnTo>
                    <a:pt x="7409028" y="2574026"/>
                  </a:lnTo>
                  <a:lnTo>
                    <a:pt x="7409364" y="2577295"/>
                  </a:lnTo>
                  <a:lnTo>
                    <a:pt x="7409701" y="2580104"/>
                  </a:lnTo>
                  <a:lnTo>
                    <a:pt x="7410037" y="2582626"/>
                  </a:lnTo>
                  <a:lnTo>
                    <a:pt x="7410373" y="2584173"/>
                  </a:lnTo>
                  <a:lnTo>
                    <a:pt x="7410710" y="2585783"/>
                  </a:lnTo>
                  <a:lnTo>
                    <a:pt x="7411046" y="2587404"/>
                  </a:lnTo>
                  <a:lnTo>
                    <a:pt x="7411383" y="2589228"/>
                  </a:lnTo>
                  <a:lnTo>
                    <a:pt x="7411719" y="2591085"/>
                  </a:lnTo>
                  <a:lnTo>
                    <a:pt x="7412056" y="2592993"/>
                  </a:lnTo>
                  <a:lnTo>
                    <a:pt x="7412392" y="2594901"/>
                  </a:lnTo>
                  <a:lnTo>
                    <a:pt x="7412729" y="2596055"/>
                  </a:lnTo>
                  <a:lnTo>
                    <a:pt x="7413065" y="2596950"/>
                  </a:lnTo>
                  <a:lnTo>
                    <a:pt x="7413402" y="2597281"/>
                  </a:lnTo>
                  <a:lnTo>
                    <a:pt x="7413738" y="2597885"/>
                  </a:lnTo>
                  <a:lnTo>
                    <a:pt x="7414075" y="2598188"/>
                  </a:lnTo>
                  <a:lnTo>
                    <a:pt x="7414411" y="2598679"/>
                  </a:lnTo>
                  <a:lnTo>
                    <a:pt x="7414747" y="2599177"/>
                  </a:lnTo>
                  <a:lnTo>
                    <a:pt x="7415084" y="2599664"/>
                  </a:lnTo>
                  <a:lnTo>
                    <a:pt x="7415420" y="2600122"/>
                  </a:lnTo>
                  <a:lnTo>
                    <a:pt x="7415757" y="2600198"/>
                  </a:lnTo>
                  <a:lnTo>
                    <a:pt x="7416093" y="2600690"/>
                  </a:lnTo>
                  <a:lnTo>
                    <a:pt x="7416430" y="2600953"/>
                  </a:lnTo>
                  <a:lnTo>
                    <a:pt x="7416766" y="2600953"/>
                  </a:lnTo>
                  <a:lnTo>
                    <a:pt x="7417103" y="2600537"/>
                  </a:lnTo>
                  <a:lnTo>
                    <a:pt x="7417439" y="2599760"/>
                  </a:lnTo>
                  <a:lnTo>
                    <a:pt x="7417776" y="2598565"/>
                  </a:lnTo>
                  <a:lnTo>
                    <a:pt x="7418112" y="2597778"/>
                  </a:lnTo>
                  <a:lnTo>
                    <a:pt x="7418449" y="2596750"/>
                  </a:lnTo>
                  <a:lnTo>
                    <a:pt x="7418785" y="2596221"/>
                  </a:lnTo>
                  <a:lnTo>
                    <a:pt x="7419121" y="2595410"/>
                  </a:lnTo>
                  <a:lnTo>
                    <a:pt x="7419458" y="2594223"/>
                  </a:lnTo>
                  <a:lnTo>
                    <a:pt x="7419794" y="2593777"/>
                  </a:lnTo>
                  <a:lnTo>
                    <a:pt x="7420131" y="2594201"/>
                  </a:lnTo>
                  <a:lnTo>
                    <a:pt x="7420467" y="2594588"/>
                  </a:lnTo>
                  <a:lnTo>
                    <a:pt x="7420804" y="2595053"/>
                  </a:lnTo>
                  <a:lnTo>
                    <a:pt x="7421140" y="2594974"/>
                  </a:lnTo>
                  <a:lnTo>
                    <a:pt x="7421477" y="2594644"/>
                  </a:lnTo>
                  <a:lnTo>
                    <a:pt x="7421813" y="2594008"/>
                  </a:lnTo>
                  <a:lnTo>
                    <a:pt x="7422150" y="2593298"/>
                  </a:lnTo>
                  <a:lnTo>
                    <a:pt x="7422486" y="2592865"/>
                  </a:lnTo>
                  <a:lnTo>
                    <a:pt x="7422823" y="2592745"/>
                  </a:lnTo>
                  <a:lnTo>
                    <a:pt x="7423159" y="2592762"/>
                  </a:lnTo>
                  <a:lnTo>
                    <a:pt x="7423495" y="2592999"/>
                  </a:lnTo>
                  <a:lnTo>
                    <a:pt x="7423832" y="2593106"/>
                  </a:lnTo>
                  <a:lnTo>
                    <a:pt x="7424168" y="2593006"/>
                  </a:lnTo>
                  <a:lnTo>
                    <a:pt x="7424505" y="2592731"/>
                  </a:lnTo>
                  <a:lnTo>
                    <a:pt x="7424841" y="2592352"/>
                  </a:lnTo>
                  <a:lnTo>
                    <a:pt x="7425178" y="2591802"/>
                  </a:lnTo>
                  <a:lnTo>
                    <a:pt x="7425514" y="2591264"/>
                  </a:lnTo>
                  <a:lnTo>
                    <a:pt x="7425851" y="2590358"/>
                  </a:lnTo>
                  <a:lnTo>
                    <a:pt x="7426187" y="2589787"/>
                  </a:lnTo>
                  <a:lnTo>
                    <a:pt x="7426524" y="2589588"/>
                  </a:lnTo>
                  <a:lnTo>
                    <a:pt x="7426860" y="2589719"/>
                  </a:lnTo>
                  <a:lnTo>
                    <a:pt x="7427197" y="2589795"/>
                  </a:lnTo>
                  <a:lnTo>
                    <a:pt x="7427533" y="2589729"/>
                  </a:lnTo>
                  <a:lnTo>
                    <a:pt x="7427869" y="2589577"/>
                  </a:lnTo>
                  <a:lnTo>
                    <a:pt x="7428206" y="2589609"/>
                  </a:lnTo>
                  <a:lnTo>
                    <a:pt x="7428542" y="2589731"/>
                  </a:lnTo>
                  <a:lnTo>
                    <a:pt x="7428879" y="2590015"/>
                  </a:lnTo>
                  <a:lnTo>
                    <a:pt x="7429215" y="2590073"/>
                  </a:lnTo>
                  <a:lnTo>
                    <a:pt x="7429552" y="2590504"/>
                  </a:lnTo>
                  <a:lnTo>
                    <a:pt x="7429888" y="2591114"/>
                  </a:lnTo>
                  <a:lnTo>
                    <a:pt x="7430225" y="2592127"/>
                  </a:lnTo>
                  <a:lnTo>
                    <a:pt x="7430561" y="2593291"/>
                  </a:lnTo>
                  <a:lnTo>
                    <a:pt x="7430898" y="2594362"/>
                  </a:lnTo>
                  <a:lnTo>
                    <a:pt x="7431234" y="2595684"/>
                  </a:lnTo>
                  <a:lnTo>
                    <a:pt x="7431571" y="2597049"/>
                  </a:lnTo>
                  <a:lnTo>
                    <a:pt x="7431907" y="2598464"/>
                  </a:lnTo>
                  <a:lnTo>
                    <a:pt x="7432243" y="2599958"/>
                  </a:lnTo>
                  <a:lnTo>
                    <a:pt x="7432580" y="2601445"/>
                  </a:lnTo>
                  <a:lnTo>
                    <a:pt x="7432916" y="2602940"/>
                  </a:lnTo>
                  <a:lnTo>
                    <a:pt x="7433253" y="2604283"/>
                  </a:lnTo>
                  <a:lnTo>
                    <a:pt x="7433589" y="2605821"/>
                  </a:lnTo>
                  <a:lnTo>
                    <a:pt x="7433926" y="2607401"/>
                  </a:lnTo>
                  <a:lnTo>
                    <a:pt x="7434262" y="2608910"/>
                  </a:lnTo>
                  <a:lnTo>
                    <a:pt x="7434599" y="2610440"/>
                  </a:lnTo>
                  <a:lnTo>
                    <a:pt x="7434935" y="2611920"/>
                  </a:lnTo>
                  <a:lnTo>
                    <a:pt x="7435272" y="2613041"/>
                  </a:lnTo>
                  <a:lnTo>
                    <a:pt x="7435608" y="2613953"/>
                  </a:lnTo>
                  <a:lnTo>
                    <a:pt x="7435945" y="2614571"/>
                  </a:lnTo>
                  <a:lnTo>
                    <a:pt x="7436281" y="2613818"/>
                  </a:lnTo>
                  <a:lnTo>
                    <a:pt x="7436617" y="2612734"/>
                  </a:lnTo>
                  <a:lnTo>
                    <a:pt x="7436954" y="2611382"/>
                  </a:lnTo>
                  <a:lnTo>
                    <a:pt x="7437290" y="2609887"/>
                  </a:lnTo>
                  <a:lnTo>
                    <a:pt x="7437627" y="2608153"/>
                  </a:lnTo>
                  <a:lnTo>
                    <a:pt x="7437963" y="2606116"/>
                  </a:lnTo>
                  <a:lnTo>
                    <a:pt x="7438300" y="2604121"/>
                  </a:lnTo>
                  <a:lnTo>
                    <a:pt x="7438636" y="2601872"/>
                  </a:lnTo>
                  <a:lnTo>
                    <a:pt x="7438973" y="2599563"/>
                  </a:lnTo>
                  <a:lnTo>
                    <a:pt x="7439309" y="2597249"/>
                  </a:lnTo>
                  <a:lnTo>
                    <a:pt x="7439646" y="2594902"/>
                  </a:lnTo>
                  <a:lnTo>
                    <a:pt x="7439982" y="2592527"/>
                  </a:lnTo>
                  <a:lnTo>
                    <a:pt x="7440318" y="2590353"/>
                  </a:lnTo>
                  <a:lnTo>
                    <a:pt x="7440655" y="2588317"/>
                  </a:lnTo>
                  <a:lnTo>
                    <a:pt x="7440991" y="2586257"/>
                  </a:lnTo>
                  <a:lnTo>
                    <a:pt x="7441328" y="2584611"/>
                  </a:lnTo>
                  <a:lnTo>
                    <a:pt x="7441664" y="2582974"/>
                  </a:lnTo>
                  <a:lnTo>
                    <a:pt x="7442001" y="2581364"/>
                  </a:lnTo>
                  <a:lnTo>
                    <a:pt x="7442337" y="2579885"/>
                  </a:lnTo>
                  <a:lnTo>
                    <a:pt x="7442674" y="2578627"/>
                  </a:lnTo>
                  <a:lnTo>
                    <a:pt x="7443010" y="2577909"/>
                  </a:lnTo>
                  <a:lnTo>
                    <a:pt x="7443347" y="2577191"/>
                  </a:lnTo>
                  <a:lnTo>
                    <a:pt x="7443683" y="2576652"/>
                  </a:lnTo>
                  <a:lnTo>
                    <a:pt x="7444020" y="2576055"/>
                  </a:lnTo>
                  <a:lnTo>
                    <a:pt x="7444356" y="2575186"/>
                  </a:lnTo>
                  <a:lnTo>
                    <a:pt x="7444692" y="2574180"/>
                  </a:lnTo>
                  <a:lnTo>
                    <a:pt x="7445029" y="2573254"/>
                  </a:lnTo>
                  <a:lnTo>
                    <a:pt x="7445365" y="2572327"/>
                  </a:lnTo>
                  <a:lnTo>
                    <a:pt x="7445702" y="2571386"/>
                  </a:lnTo>
                  <a:lnTo>
                    <a:pt x="7446038" y="2570660"/>
                  </a:lnTo>
                  <a:lnTo>
                    <a:pt x="7446375" y="2569863"/>
                  </a:lnTo>
                  <a:lnTo>
                    <a:pt x="7446711" y="2568972"/>
                  </a:lnTo>
                  <a:lnTo>
                    <a:pt x="7447048" y="2567822"/>
                  </a:lnTo>
                  <a:lnTo>
                    <a:pt x="7447384" y="2566385"/>
                  </a:lnTo>
                  <a:lnTo>
                    <a:pt x="7447721" y="2565042"/>
                  </a:lnTo>
                  <a:lnTo>
                    <a:pt x="7448057" y="2563749"/>
                  </a:lnTo>
                  <a:lnTo>
                    <a:pt x="7448394" y="2562427"/>
                  </a:lnTo>
                  <a:lnTo>
                    <a:pt x="7448730" y="2560990"/>
                  </a:lnTo>
                  <a:lnTo>
                    <a:pt x="7449066" y="2559460"/>
                  </a:lnTo>
                  <a:lnTo>
                    <a:pt x="7449403" y="2558030"/>
                  </a:lnTo>
                  <a:lnTo>
                    <a:pt x="7449739" y="2556600"/>
                  </a:lnTo>
                  <a:lnTo>
                    <a:pt x="7450076" y="2555228"/>
                  </a:lnTo>
                  <a:lnTo>
                    <a:pt x="7450412" y="2554021"/>
                  </a:lnTo>
                  <a:lnTo>
                    <a:pt x="7450749" y="2552548"/>
                  </a:lnTo>
                  <a:lnTo>
                    <a:pt x="7451085" y="2550968"/>
                  </a:lnTo>
                  <a:lnTo>
                    <a:pt x="7451422" y="2549466"/>
                  </a:lnTo>
                  <a:lnTo>
                    <a:pt x="7451758" y="2548216"/>
                  </a:lnTo>
                  <a:lnTo>
                    <a:pt x="7452095" y="2547354"/>
                  </a:lnTo>
                  <a:lnTo>
                    <a:pt x="7452431" y="2546578"/>
                  </a:lnTo>
                  <a:lnTo>
                    <a:pt x="7452768" y="2545414"/>
                  </a:lnTo>
                  <a:lnTo>
                    <a:pt x="7453104" y="2543977"/>
                  </a:lnTo>
                  <a:lnTo>
                    <a:pt x="7453440" y="2542074"/>
                  </a:lnTo>
                  <a:lnTo>
                    <a:pt x="7453777" y="2540148"/>
                  </a:lnTo>
                  <a:lnTo>
                    <a:pt x="7454113" y="2538517"/>
                  </a:lnTo>
                  <a:lnTo>
                    <a:pt x="7454450" y="2537081"/>
                  </a:lnTo>
                  <a:lnTo>
                    <a:pt x="7454786" y="2535730"/>
                  </a:lnTo>
                  <a:lnTo>
                    <a:pt x="7455123" y="2534315"/>
                  </a:lnTo>
                  <a:lnTo>
                    <a:pt x="7455459" y="2532935"/>
                  </a:lnTo>
                  <a:lnTo>
                    <a:pt x="7455796" y="2531822"/>
                  </a:lnTo>
                  <a:lnTo>
                    <a:pt x="7456132" y="2530902"/>
                  </a:lnTo>
                  <a:lnTo>
                    <a:pt x="7456469" y="2529386"/>
                  </a:lnTo>
                  <a:lnTo>
                    <a:pt x="7456805" y="2527008"/>
                  </a:lnTo>
                  <a:lnTo>
                    <a:pt x="7457142" y="2524185"/>
                  </a:lnTo>
                  <a:lnTo>
                    <a:pt x="7457478" y="2521117"/>
                  </a:lnTo>
                  <a:lnTo>
                    <a:pt x="7457814" y="2518308"/>
                  </a:lnTo>
                  <a:lnTo>
                    <a:pt x="7458151" y="2515722"/>
                  </a:lnTo>
                  <a:lnTo>
                    <a:pt x="7458487" y="2513631"/>
                  </a:lnTo>
                  <a:lnTo>
                    <a:pt x="7458824" y="2511591"/>
                  </a:lnTo>
                  <a:lnTo>
                    <a:pt x="7459160" y="2508861"/>
                  </a:lnTo>
                  <a:lnTo>
                    <a:pt x="7459497" y="2506690"/>
                  </a:lnTo>
                  <a:lnTo>
                    <a:pt x="7459833" y="2504486"/>
                  </a:lnTo>
                  <a:lnTo>
                    <a:pt x="7460170" y="2501921"/>
                  </a:lnTo>
                  <a:lnTo>
                    <a:pt x="7460506" y="2499624"/>
                  </a:lnTo>
                  <a:lnTo>
                    <a:pt x="7460843" y="2497434"/>
                  </a:lnTo>
                  <a:lnTo>
                    <a:pt x="7461179" y="2495083"/>
                  </a:lnTo>
                  <a:lnTo>
                    <a:pt x="7461516" y="2492982"/>
                  </a:lnTo>
                  <a:lnTo>
                    <a:pt x="7461852" y="2491244"/>
                  </a:lnTo>
                  <a:lnTo>
                    <a:pt x="7462188" y="2489421"/>
                  </a:lnTo>
                  <a:lnTo>
                    <a:pt x="7462525" y="2487874"/>
                  </a:lnTo>
                  <a:lnTo>
                    <a:pt x="7462861" y="2486117"/>
                  </a:lnTo>
                  <a:lnTo>
                    <a:pt x="7463198" y="2484348"/>
                  </a:lnTo>
                  <a:lnTo>
                    <a:pt x="7463534" y="2482748"/>
                  </a:lnTo>
                  <a:lnTo>
                    <a:pt x="7463871" y="2481231"/>
                  </a:lnTo>
                  <a:lnTo>
                    <a:pt x="7464207" y="2480047"/>
                  </a:lnTo>
                  <a:lnTo>
                    <a:pt x="7464544" y="2479290"/>
                  </a:lnTo>
                  <a:lnTo>
                    <a:pt x="7464880" y="2478666"/>
                  </a:lnTo>
                  <a:lnTo>
                    <a:pt x="7465217" y="2477884"/>
                  </a:lnTo>
                  <a:lnTo>
                    <a:pt x="7465553" y="2477516"/>
                  </a:lnTo>
                  <a:lnTo>
                    <a:pt x="7465890" y="2477289"/>
                  </a:lnTo>
                  <a:lnTo>
                    <a:pt x="7466226" y="2477213"/>
                  </a:lnTo>
                  <a:lnTo>
                    <a:pt x="7466562" y="2476858"/>
                  </a:lnTo>
                  <a:lnTo>
                    <a:pt x="7466899" y="2476945"/>
                  </a:lnTo>
                  <a:lnTo>
                    <a:pt x="7467235" y="2477081"/>
                  </a:lnTo>
                  <a:lnTo>
                    <a:pt x="7467572" y="2477653"/>
                  </a:lnTo>
                  <a:lnTo>
                    <a:pt x="7467908" y="2478408"/>
                  </a:lnTo>
                  <a:lnTo>
                    <a:pt x="7468245" y="2479390"/>
                  </a:lnTo>
                  <a:lnTo>
                    <a:pt x="7468581" y="2480079"/>
                  </a:lnTo>
                  <a:lnTo>
                    <a:pt x="7468918" y="2481488"/>
                  </a:lnTo>
                  <a:lnTo>
                    <a:pt x="7469254" y="2482888"/>
                  </a:lnTo>
                  <a:lnTo>
                    <a:pt x="7469591" y="2483923"/>
                  </a:lnTo>
                  <a:lnTo>
                    <a:pt x="7469927" y="2484929"/>
                  </a:lnTo>
                  <a:lnTo>
                    <a:pt x="7470264" y="2485999"/>
                  </a:lnTo>
                  <a:lnTo>
                    <a:pt x="7470600" y="2487091"/>
                  </a:lnTo>
                  <a:lnTo>
                    <a:pt x="7470936" y="2488277"/>
                  </a:lnTo>
                  <a:lnTo>
                    <a:pt x="7471273" y="2489333"/>
                  </a:lnTo>
                  <a:lnTo>
                    <a:pt x="7471609" y="2490403"/>
                  </a:lnTo>
                  <a:lnTo>
                    <a:pt x="7471946" y="2491265"/>
                  </a:lnTo>
                  <a:lnTo>
                    <a:pt x="7472282" y="2492127"/>
                  </a:lnTo>
                  <a:lnTo>
                    <a:pt x="7472619" y="2492753"/>
                  </a:lnTo>
                  <a:lnTo>
                    <a:pt x="7472955" y="2493184"/>
                  </a:lnTo>
                  <a:lnTo>
                    <a:pt x="7473292" y="2493859"/>
                  </a:lnTo>
                  <a:lnTo>
                    <a:pt x="7473628" y="2494549"/>
                  </a:lnTo>
                  <a:lnTo>
                    <a:pt x="7473965" y="2495152"/>
                  </a:lnTo>
                  <a:lnTo>
                    <a:pt x="7474301" y="2495727"/>
                  </a:lnTo>
                  <a:lnTo>
                    <a:pt x="7474637" y="2496302"/>
                  </a:lnTo>
                  <a:lnTo>
                    <a:pt x="7474974" y="2496876"/>
                  </a:lnTo>
                  <a:lnTo>
                    <a:pt x="7475310" y="2497401"/>
                  </a:lnTo>
                  <a:lnTo>
                    <a:pt x="7475647" y="2497839"/>
                  </a:lnTo>
                  <a:lnTo>
                    <a:pt x="7475983" y="2498177"/>
                  </a:lnTo>
                  <a:lnTo>
                    <a:pt x="7476320" y="2498557"/>
                  </a:lnTo>
                  <a:lnTo>
                    <a:pt x="7476656" y="2498845"/>
                  </a:lnTo>
                  <a:lnTo>
                    <a:pt x="7476993" y="2499197"/>
                  </a:lnTo>
                  <a:lnTo>
                    <a:pt x="7477329" y="2499693"/>
                  </a:lnTo>
                  <a:lnTo>
                    <a:pt x="7477666" y="2500332"/>
                  </a:lnTo>
                  <a:lnTo>
                    <a:pt x="7478002" y="2501050"/>
                  </a:lnTo>
                  <a:lnTo>
                    <a:pt x="7478339" y="2501747"/>
                  </a:lnTo>
                  <a:lnTo>
                    <a:pt x="7478675" y="2502494"/>
                  </a:lnTo>
                  <a:lnTo>
                    <a:pt x="7479011" y="2503213"/>
                  </a:lnTo>
                  <a:lnTo>
                    <a:pt x="7479348" y="2504039"/>
                  </a:lnTo>
                  <a:lnTo>
                    <a:pt x="7479684" y="2504995"/>
                  </a:lnTo>
                  <a:lnTo>
                    <a:pt x="7480021" y="2506015"/>
                  </a:lnTo>
                  <a:lnTo>
                    <a:pt x="7480357" y="2507552"/>
                  </a:lnTo>
                  <a:lnTo>
                    <a:pt x="7480694" y="2509463"/>
                  </a:lnTo>
                  <a:lnTo>
                    <a:pt x="7481030" y="2511496"/>
                  </a:lnTo>
                  <a:lnTo>
                    <a:pt x="7481367" y="2513795"/>
                  </a:lnTo>
                  <a:lnTo>
                    <a:pt x="7481703" y="2516094"/>
                  </a:lnTo>
                  <a:lnTo>
                    <a:pt x="7482040" y="2518422"/>
                  </a:lnTo>
                  <a:lnTo>
                    <a:pt x="7482376" y="2520901"/>
                  </a:lnTo>
                  <a:lnTo>
                    <a:pt x="7482713" y="2523473"/>
                  </a:lnTo>
                  <a:lnTo>
                    <a:pt x="7483049" y="2526411"/>
                  </a:lnTo>
                  <a:lnTo>
                    <a:pt x="7483385" y="2529457"/>
                  </a:lnTo>
                  <a:lnTo>
                    <a:pt x="7483722" y="2532769"/>
                  </a:lnTo>
                  <a:lnTo>
                    <a:pt x="7484058" y="2536361"/>
                  </a:lnTo>
                  <a:lnTo>
                    <a:pt x="7484395" y="2540083"/>
                  </a:lnTo>
                  <a:lnTo>
                    <a:pt x="7484731" y="2543876"/>
                  </a:lnTo>
                  <a:lnTo>
                    <a:pt x="7485068" y="2547748"/>
                  </a:lnTo>
                  <a:lnTo>
                    <a:pt x="7485404" y="2551585"/>
                  </a:lnTo>
                  <a:lnTo>
                    <a:pt x="7485741" y="2555256"/>
                  </a:lnTo>
                  <a:lnTo>
                    <a:pt x="7486077" y="2558906"/>
                  </a:lnTo>
                  <a:lnTo>
                    <a:pt x="7486414" y="2562354"/>
                  </a:lnTo>
                  <a:lnTo>
                    <a:pt x="7486750" y="2565803"/>
                  </a:lnTo>
                  <a:lnTo>
                    <a:pt x="7487087" y="2569158"/>
                  </a:lnTo>
                  <a:lnTo>
                    <a:pt x="7487423" y="2571335"/>
                  </a:lnTo>
                  <a:lnTo>
                    <a:pt x="7487759" y="2573239"/>
                  </a:lnTo>
                  <a:lnTo>
                    <a:pt x="7488096" y="2574750"/>
                  </a:lnTo>
                  <a:lnTo>
                    <a:pt x="7488432" y="2576337"/>
                  </a:lnTo>
                  <a:lnTo>
                    <a:pt x="7488769" y="2577846"/>
                  </a:lnTo>
                  <a:lnTo>
                    <a:pt x="7489105" y="2579165"/>
                  </a:lnTo>
                  <a:lnTo>
                    <a:pt x="7489442" y="2580435"/>
                  </a:lnTo>
                  <a:lnTo>
                    <a:pt x="7489778" y="2581622"/>
                  </a:lnTo>
                  <a:lnTo>
                    <a:pt x="7490115" y="2582705"/>
                  </a:lnTo>
                  <a:lnTo>
                    <a:pt x="7490451" y="2583536"/>
                  </a:lnTo>
                  <a:lnTo>
                    <a:pt x="7490788" y="2584017"/>
                  </a:lnTo>
                  <a:lnTo>
                    <a:pt x="7491124" y="2584535"/>
                  </a:lnTo>
                  <a:lnTo>
                    <a:pt x="7491461" y="2585354"/>
                  </a:lnTo>
                  <a:lnTo>
                    <a:pt x="7491797" y="2586175"/>
                  </a:lnTo>
                  <a:lnTo>
                    <a:pt x="7492133" y="2586841"/>
                  </a:lnTo>
                  <a:lnTo>
                    <a:pt x="7492470" y="2587678"/>
                  </a:lnTo>
                  <a:lnTo>
                    <a:pt x="7492806" y="2588626"/>
                  </a:lnTo>
                  <a:lnTo>
                    <a:pt x="7493143" y="2590330"/>
                  </a:lnTo>
                  <a:lnTo>
                    <a:pt x="7493479" y="2591776"/>
                  </a:lnTo>
                  <a:lnTo>
                    <a:pt x="7493816" y="2593197"/>
                  </a:lnTo>
                  <a:lnTo>
                    <a:pt x="7494152" y="2594604"/>
                  </a:lnTo>
                  <a:lnTo>
                    <a:pt x="7494489" y="2595964"/>
                  </a:lnTo>
                  <a:lnTo>
                    <a:pt x="7494825" y="2597244"/>
                  </a:lnTo>
                  <a:lnTo>
                    <a:pt x="7495162" y="2598281"/>
                  </a:lnTo>
                  <a:lnTo>
                    <a:pt x="7495498" y="2599254"/>
                  </a:lnTo>
                  <a:lnTo>
                    <a:pt x="7495835" y="2600138"/>
                  </a:lnTo>
                  <a:lnTo>
                    <a:pt x="7496171" y="2600816"/>
                  </a:lnTo>
                  <a:lnTo>
                    <a:pt x="7496507" y="2601693"/>
                  </a:lnTo>
                  <a:lnTo>
                    <a:pt x="7496844" y="2602440"/>
                  </a:lnTo>
                  <a:lnTo>
                    <a:pt x="7497180" y="2603266"/>
                  </a:lnTo>
                  <a:lnTo>
                    <a:pt x="7497517" y="2603755"/>
                  </a:lnTo>
                  <a:lnTo>
                    <a:pt x="7497853" y="2604049"/>
                  </a:lnTo>
                  <a:lnTo>
                    <a:pt x="7498190" y="2604193"/>
                  </a:lnTo>
                  <a:lnTo>
                    <a:pt x="7498526" y="2604337"/>
                  </a:lnTo>
                  <a:lnTo>
                    <a:pt x="7498863" y="2604337"/>
                  </a:lnTo>
                  <a:lnTo>
                    <a:pt x="7499199" y="2604337"/>
                  </a:lnTo>
                  <a:lnTo>
                    <a:pt x="7499536" y="2604250"/>
                  </a:lnTo>
                  <a:lnTo>
                    <a:pt x="7499872" y="2604294"/>
                  </a:lnTo>
                  <a:lnTo>
                    <a:pt x="7500209" y="2604667"/>
                  </a:lnTo>
                  <a:lnTo>
                    <a:pt x="7500545" y="2605048"/>
                  </a:lnTo>
                  <a:lnTo>
                    <a:pt x="7500881" y="2605335"/>
                  </a:lnTo>
                  <a:lnTo>
                    <a:pt x="7501218" y="2605623"/>
                  </a:lnTo>
                  <a:lnTo>
                    <a:pt x="7501554" y="2605939"/>
                  </a:lnTo>
                  <a:lnTo>
                    <a:pt x="7501891" y="2606384"/>
                  </a:lnTo>
                  <a:lnTo>
                    <a:pt x="7502227" y="2607067"/>
                  </a:lnTo>
                  <a:lnTo>
                    <a:pt x="7502564" y="2608180"/>
                  </a:lnTo>
                  <a:lnTo>
                    <a:pt x="7502900" y="2609553"/>
                  </a:lnTo>
                  <a:lnTo>
                    <a:pt x="7503237" y="2611226"/>
                  </a:lnTo>
                  <a:lnTo>
                    <a:pt x="7503573" y="2613324"/>
                  </a:lnTo>
                  <a:lnTo>
                    <a:pt x="7503910" y="2615616"/>
                  </a:lnTo>
                  <a:lnTo>
                    <a:pt x="7504246" y="2618145"/>
                  </a:lnTo>
                  <a:lnTo>
                    <a:pt x="7504582" y="2620810"/>
                  </a:lnTo>
                  <a:lnTo>
                    <a:pt x="7504919" y="2623655"/>
                  </a:lnTo>
                  <a:lnTo>
                    <a:pt x="7505255" y="2626730"/>
                  </a:lnTo>
                  <a:lnTo>
                    <a:pt x="7505592" y="2629748"/>
                  </a:lnTo>
                  <a:lnTo>
                    <a:pt x="7505928" y="2632945"/>
                  </a:lnTo>
                  <a:lnTo>
                    <a:pt x="7506265" y="2636249"/>
                  </a:lnTo>
                  <a:lnTo>
                    <a:pt x="7506601" y="2639669"/>
                  </a:lnTo>
                  <a:lnTo>
                    <a:pt x="7506938" y="2642960"/>
                  </a:lnTo>
                  <a:lnTo>
                    <a:pt x="7507274" y="2646142"/>
                  </a:lnTo>
                  <a:lnTo>
                    <a:pt x="7507611" y="2649124"/>
                  </a:lnTo>
                  <a:lnTo>
                    <a:pt x="7507947" y="2651983"/>
                  </a:lnTo>
                  <a:lnTo>
                    <a:pt x="7508284" y="2654756"/>
                  </a:lnTo>
                  <a:lnTo>
                    <a:pt x="7508620" y="2657113"/>
                  </a:lnTo>
                  <a:lnTo>
                    <a:pt x="7508956" y="2659376"/>
                  </a:lnTo>
                  <a:lnTo>
                    <a:pt x="7509293" y="2661445"/>
                  </a:lnTo>
                  <a:lnTo>
                    <a:pt x="7509629" y="2663356"/>
                  </a:lnTo>
                  <a:lnTo>
                    <a:pt x="7509966" y="2664965"/>
                  </a:lnTo>
                  <a:lnTo>
                    <a:pt x="7510302" y="2666258"/>
                  </a:lnTo>
                  <a:lnTo>
                    <a:pt x="7510639" y="2667551"/>
                  </a:lnTo>
                  <a:lnTo>
                    <a:pt x="7510975" y="2668665"/>
                  </a:lnTo>
                  <a:lnTo>
                    <a:pt x="7511312" y="2669728"/>
                  </a:lnTo>
                  <a:lnTo>
                    <a:pt x="7511648" y="2670885"/>
                  </a:lnTo>
                  <a:lnTo>
                    <a:pt x="7511985" y="2672178"/>
                  </a:lnTo>
                  <a:lnTo>
                    <a:pt x="7512321" y="2673392"/>
                  </a:lnTo>
                  <a:lnTo>
                    <a:pt x="7512658" y="2674470"/>
                  </a:lnTo>
                  <a:lnTo>
                    <a:pt x="7512994" y="2675411"/>
                  </a:lnTo>
                  <a:lnTo>
                    <a:pt x="7513330" y="2676137"/>
                  </a:lnTo>
                  <a:lnTo>
                    <a:pt x="7513667" y="2677013"/>
                  </a:lnTo>
                  <a:lnTo>
                    <a:pt x="7514003" y="2678041"/>
                  </a:lnTo>
                  <a:lnTo>
                    <a:pt x="7514340" y="2679334"/>
                  </a:lnTo>
                  <a:lnTo>
                    <a:pt x="7514676" y="2680792"/>
                  </a:lnTo>
                  <a:lnTo>
                    <a:pt x="7515013" y="2682057"/>
                  </a:lnTo>
                  <a:lnTo>
                    <a:pt x="7515349" y="2683206"/>
                  </a:lnTo>
                  <a:lnTo>
                    <a:pt x="7515686" y="2684384"/>
                  </a:lnTo>
                  <a:lnTo>
                    <a:pt x="7516022" y="2685577"/>
                  </a:lnTo>
                  <a:lnTo>
                    <a:pt x="7516359" y="2686820"/>
                  </a:lnTo>
                  <a:lnTo>
                    <a:pt x="7516695" y="2687962"/>
                  </a:lnTo>
                  <a:lnTo>
                    <a:pt x="7517032" y="2689104"/>
                  </a:lnTo>
                  <a:lnTo>
                    <a:pt x="7517368" y="2690074"/>
                  </a:lnTo>
                  <a:lnTo>
                    <a:pt x="7517704" y="2690958"/>
                  </a:lnTo>
                  <a:lnTo>
                    <a:pt x="7518041" y="2692064"/>
                  </a:lnTo>
                  <a:lnTo>
                    <a:pt x="7518377" y="2693192"/>
                  </a:lnTo>
                  <a:lnTo>
                    <a:pt x="7518714" y="2694011"/>
                  </a:lnTo>
                  <a:lnTo>
                    <a:pt x="7519050" y="2694843"/>
                  </a:lnTo>
                  <a:lnTo>
                    <a:pt x="7519387" y="2695102"/>
                  </a:lnTo>
                  <a:lnTo>
                    <a:pt x="7519723" y="2695103"/>
                  </a:lnTo>
                  <a:lnTo>
                    <a:pt x="7520060" y="2695407"/>
                  </a:lnTo>
                  <a:lnTo>
                    <a:pt x="7520396" y="2695920"/>
                  </a:lnTo>
                  <a:lnTo>
                    <a:pt x="7520733" y="2696743"/>
                  </a:lnTo>
                  <a:lnTo>
                    <a:pt x="7521069" y="2697639"/>
                  </a:lnTo>
                  <a:lnTo>
                    <a:pt x="7521406" y="2698278"/>
                  </a:lnTo>
                  <a:lnTo>
                    <a:pt x="7521742" y="2698586"/>
                  </a:lnTo>
                  <a:lnTo>
                    <a:pt x="7522078" y="2698808"/>
                  </a:lnTo>
                  <a:lnTo>
                    <a:pt x="7522415" y="2699203"/>
                  </a:lnTo>
                  <a:lnTo>
                    <a:pt x="7522751" y="2699499"/>
                  </a:lnTo>
                  <a:lnTo>
                    <a:pt x="7523088" y="2699380"/>
                  </a:lnTo>
                  <a:lnTo>
                    <a:pt x="7523424" y="2699221"/>
                  </a:lnTo>
                  <a:lnTo>
                    <a:pt x="7523761" y="2699695"/>
                  </a:lnTo>
                  <a:lnTo>
                    <a:pt x="7524097" y="2701126"/>
                  </a:lnTo>
                  <a:lnTo>
                    <a:pt x="7524434" y="2702974"/>
                  </a:lnTo>
                  <a:lnTo>
                    <a:pt x="7524770" y="2704519"/>
                  </a:lnTo>
                  <a:lnTo>
                    <a:pt x="7525107" y="2705711"/>
                  </a:lnTo>
                  <a:lnTo>
                    <a:pt x="7525443" y="2706724"/>
                  </a:lnTo>
                  <a:lnTo>
                    <a:pt x="7525780" y="2707349"/>
                  </a:lnTo>
                  <a:lnTo>
                    <a:pt x="7526116" y="2707953"/>
                  </a:lnTo>
                  <a:lnTo>
                    <a:pt x="7526452" y="2709815"/>
                  </a:lnTo>
                  <a:lnTo>
                    <a:pt x="7526789" y="2711043"/>
                  </a:lnTo>
                  <a:lnTo>
                    <a:pt x="7527125" y="2712024"/>
                  </a:lnTo>
                  <a:lnTo>
                    <a:pt x="7527462" y="2713330"/>
                  </a:lnTo>
                  <a:lnTo>
                    <a:pt x="7527798" y="2714444"/>
                  </a:lnTo>
                  <a:lnTo>
                    <a:pt x="7528135" y="2715649"/>
                  </a:lnTo>
                  <a:lnTo>
                    <a:pt x="7528471" y="2716879"/>
                  </a:lnTo>
                  <a:lnTo>
                    <a:pt x="7528808" y="2717781"/>
                  </a:lnTo>
                  <a:lnTo>
                    <a:pt x="7529144" y="2718147"/>
                  </a:lnTo>
                  <a:lnTo>
                    <a:pt x="7529481" y="2718504"/>
                  </a:lnTo>
                  <a:lnTo>
                    <a:pt x="7529817" y="2718765"/>
                  </a:lnTo>
                  <a:lnTo>
                    <a:pt x="7530154" y="2719309"/>
                  </a:lnTo>
                  <a:lnTo>
                    <a:pt x="7530490" y="2719827"/>
                  </a:lnTo>
                  <a:lnTo>
                    <a:pt x="7530826" y="2720394"/>
                  </a:lnTo>
                  <a:lnTo>
                    <a:pt x="7531163" y="2720841"/>
                  </a:lnTo>
                  <a:lnTo>
                    <a:pt x="7531499" y="2720874"/>
                  </a:lnTo>
                  <a:lnTo>
                    <a:pt x="7531836" y="2720815"/>
                  </a:lnTo>
                  <a:lnTo>
                    <a:pt x="7532172" y="2720723"/>
                  </a:lnTo>
                  <a:lnTo>
                    <a:pt x="7532509" y="2720523"/>
                  </a:lnTo>
                  <a:lnTo>
                    <a:pt x="7532845" y="2719156"/>
                  </a:lnTo>
                  <a:lnTo>
                    <a:pt x="7533182" y="2717728"/>
                  </a:lnTo>
                  <a:lnTo>
                    <a:pt x="7533518" y="2716251"/>
                  </a:lnTo>
                  <a:lnTo>
                    <a:pt x="7533855" y="2715339"/>
                  </a:lnTo>
                  <a:lnTo>
                    <a:pt x="7534191" y="2714534"/>
                  </a:lnTo>
                  <a:lnTo>
                    <a:pt x="7534528" y="2713385"/>
                  </a:lnTo>
                  <a:lnTo>
                    <a:pt x="7534864" y="2712041"/>
                  </a:lnTo>
                  <a:lnTo>
                    <a:pt x="7535200" y="2710418"/>
                  </a:lnTo>
                  <a:lnTo>
                    <a:pt x="7535537" y="2708959"/>
                  </a:lnTo>
                  <a:lnTo>
                    <a:pt x="7535873" y="2707508"/>
                  </a:lnTo>
                  <a:lnTo>
                    <a:pt x="7536210" y="2705999"/>
                  </a:lnTo>
                  <a:lnTo>
                    <a:pt x="7536546" y="2704282"/>
                  </a:lnTo>
                  <a:lnTo>
                    <a:pt x="7536883" y="2702378"/>
                  </a:lnTo>
                  <a:lnTo>
                    <a:pt x="7537219" y="2700575"/>
                  </a:lnTo>
                  <a:lnTo>
                    <a:pt x="7537556" y="2698750"/>
                  </a:lnTo>
                  <a:lnTo>
                    <a:pt x="7537892" y="2696487"/>
                  </a:lnTo>
                  <a:lnTo>
                    <a:pt x="7538229" y="2694052"/>
                  </a:lnTo>
                  <a:lnTo>
                    <a:pt x="7538565" y="2691846"/>
                  </a:lnTo>
                  <a:lnTo>
                    <a:pt x="7538901" y="2689288"/>
                  </a:lnTo>
                  <a:lnTo>
                    <a:pt x="7539238" y="2686400"/>
                  </a:lnTo>
                  <a:lnTo>
                    <a:pt x="7539574" y="2683548"/>
                  </a:lnTo>
                  <a:lnTo>
                    <a:pt x="7539911" y="2680452"/>
                  </a:lnTo>
                  <a:lnTo>
                    <a:pt x="7540247" y="2677039"/>
                  </a:lnTo>
                  <a:lnTo>
                    <a:pt x="7540584" y="2673368"/>
                  </a:lnTo>
                  <a:lnTo>
                    <a:pt x="7540920" y="2669675"/>
                  </a:lnTo>
                  <a:lnTo>
                    <a:pt x="7541257" y="2665645"/>
                  </a:lnTo>
                  <a:lnTo>
                    <a:pt x="7541593" y="2661715"/>
                  </a:lnTo>
                  <a:lnTo>
                    <a:pt x="7541930" y="2657699"/>
                  </a:lnTo>
                  <a:lnTo>
                    <a:pt x="7542266" y="2654723"/>
                  </a:lnTo>
                  <a:lnTo>
                    <a:pt x="7542603" y="2651362"/>
                  </a:lnTo>
                  <a:lnTo>
                    <a:pt x="7542939" y="2647741"/>
                  </a:lnTo>
                  <a:lnTo>
                    <a:pt x="7543275" y="2643968"/>
                  </a:lnTo>
                  <a:lnTo>
                    <a:pt x="7543612" y="2639778"/>
                  </a:lnTo>
                  <a:lnTo>
                    <a:pt x="7543948" y="2635747"/>
                  </a:lnTo>
                  <a:lnTo>
                    <a:pt x="7544285" y="2631882"/>
                  </a:lnTo>
                  <a:lnTo>
                    <a:pt x="7544621" y="2628165"/>
                  </a:lnTo>
                  <a:lnTo>
                    <a:pt x="7544958" y="2624620"/>
                  </a:lnTo>
                  <a:lnTo>
                    <a:pt x="7545294" y="2621143"/>
                  </a:lnTo>
                  <a:lnTo>
                    <a:pt x="7545631" y="2617617"/>
                  </a:lnTo>
                  <a:lnTo>
                    <a:pt x="7545967" y="2613853"/>
                  </a:lnTo>
                  <a:lnTo>
                    <a:pt x="7546304" y="2610256"/>
                  </a:lnTo>
                  <a:lnTo>
                    <a:pt x="7546640" y="2607115"/>
                  </a:lnTo>
                  <a:lnTo>
                    <a:pt x="7546977" y="2604097"/>
                  </a:lnTo>
                  <a:lnTo>
                    <a:pt x="7547313" y="2601095"/>
                  </a:lnTo>
                  <a:lnTo>
                    <a:pt x="7547649" y="2598271"/>
                  </a:lnTo>
                  <a:lnTo>
                    <a:pt x="7547986" y="2594815"/>
                  </a:lnTo>
                  <a:lnTo>
                    <a:pt x="7548322" y="2591517"/>
                  </a:lnTo>
                  <a:lnTo>
                    <a:pt x="7548659" y="2588213"/>
                  </a:lnTo>
                  <a:lnTo>
                    <a:pt x="7548995" y="2584543"/>
                  </a:lnTo>
                  <a:lnTo>
                    <a:pt x="7549332" y="2580553"/>
                  </a:lnTo>
                  <a:lnTo>
                    <a:pt x="7549668" y="2576083"/>
                  </a:lnTo>
                  <a:lnTo>
                    <a:pt x="7550005" y="2571570"/>
                  </a:lnTo>
                  <a:lnTo>
                    <a:pt x="7550341" y="2567078"/>
                  </a:lnTo>
                  <a:lnTo>
                    <a:pt x="7550678" y="2562639"/>
                  </a:lnTo>
                  <a:lnTo>
                    <a:pt x="7551014" y="2558257"/>
                  </a:lnTo>
                  <a:lnTo>
                    <a:pt x="7551351" y="2553880"/>
                  </a:lnTo>
                  <a:lnTo>
                    <a:pt x="7551687" y="2549555"/>
                  </a:lnTo>
                  <a:lnTo>
                    <a:pt x="7552023" y="2545284"/>
                  </a:lnTo>
                  <a:lnTo>
                    <a:pt x="7552360" y="2540979"/>
                  </a:lnTo>
                  <a:lnTo>
                    <a:pt x="7552696" y="2535835"/>
                  </a:lnTo>
                  <a:lnTo>
                    <a:pt x="7553033" y="2531086"/>
                  </a:lnTo>
                  <a:lnTo>
                    <a:pt x="7553369" y="2526502"/>
                  </a:lnTo>
                  <a:lnTo>
                    <a:pt x="7553706" y="2521947"/>
                  </a:lnTo>
                  <a:lnTo>
                    <a:pt x="7554042" y="2517328"/>
                  </a:lnTo>
                  <a:lnTo>
                    <a:pt x="7554379" y="2512888"/>
                  </a:lnTo>
                  <a:lnTo>
                    <a:pt x="7554715" y="2509001"/>
                  </a:lnTo>
                  <a:lnTo>
                    <a:pt x="7555052" y="2505265"/>
                  </a:lnTo>
                  <a:lnTo>
                    <a:pt x="7555388" y="2501831"/>
                  </a:lnTo>
                  <a:lnTo>
                    <a:pt x="7555725" y="2498656"/>
                  </a:lnTo>
                  <a:lnTo>
                    <a:pt x="7556061" y="2495567"/>
                  </a:lnTo>
                  <a:lnTo>
                    <a:pt x="7556397" y="2492635"/>
                  </a:lnTo>
                  <a:lnTo>
                    <a:pt x="7556734" y="2489683"/>
                  </a:lnTo>
                  <a:lnTo>
                    <a:pt x="7557070" y="2486816"/>
                  </a:lnTo>
                  <a:lnTo>
                    <a:pt x="7557407" y="2483339"/>
                  </a:lnTo>
                  <a:lnTo>
                    <a:pt x="7557743" y="2479344"/>
                  </a:lnTo>
                  <a:lnTo>
                    <a:pt x="7558080" y="2475106"/>
                  </a:lnTo>
                  <a:lnTo>
                    <a:pt x="7558416" y="2470702"/>
                  </a:lnTo>
                  <a:lnTo>
                    <a:pt x="7558753" y="2466276"/>
                  </a:lnTo>
                  <a:lnTo>
                    <a:pt x="7559089" y="2462361"/>
                  </a:lnTo>
                  <a:lnTo>
                    <a:pt x="7559426" y="2458488"/>
                  </a:lnTo>
                  <a:lnTo>
                    <a:pt x="7559762" y="2454235"/>
                  </a:lnTo>
                  <a:lnTo>
                    <a:pt x="7560099" y="2448933"/>
                  </a:lnTo>
                  <a:lnTo>
                    <a:pt x="7560435" y="2442697"/>
                  </a:lnTo>
                  <a:lnTo>
                    <a:pt x="7560771" y="2436217"/>
                  </a:lnTo>
                  <a:lnTo>
                    <a:pt x="7561108" y="2429665"/>
                  </a:lnTo>
                  <a:lnTo>
                    <a:pt x="7561444" y="2423027"/>
                  </a:lnTo>
                  <a:lnTo>
                    <a:pt x="7561781" y="2416956"/>
                  </a:lnTo>
                  <a:lnTo>
                    <a:pt x="7562117" y="2411244"/>
                  </a:lnTo>
                  <a:lnTo>
                    <a:pt x="7562454" y="2406481"/>
                  </a:lnTo>
                  <a:lnTo>
                    <a:pt x="7562790" y="2401847"/>
                  </a:lnTo>
                  <a:lnTo>
                    <a:pt x="7563127" y="2398249"/>
                  </a:lnTo>
                  <a:lnTo>
                    <a:pt x="7563463" y="2394609"/>
                  </a:lnTo>
                  <a:lnTo>
                    <a:pt x="7563800" y="2391139"/>
                  </a:lnTo>
                  <a:lnTo>
                    <a:pt x="7564136" y="2387471"/>
                  </a:lnTo>
                  <a:lnTo>
                    <a:pt x="7564473" y="2383800"/>
                  </a:lnTo>
                  <a:lnTo>
                    <a:pt x="7564809" y="2380344"/>
                  </a:lnTo>
                  <a:lnTo>
                    <a:pt x="7565145" y="2377077"/>
                  </a:lnTo>
                  <a:lnTo>
                    <a:pt x="7565482" y="2374139"/>
                  </a:lnTo>
                  <a:lnTo>
                    <a:pt x="7565818" y="2370693"/>
                  </a:lnTo>
                  <a:lnTo>
                    <a:pt x="7566155" y="2367059"/>
                  </a:lnTo>
                  <a:lnTo>
                    <a:pt x="7566491" y="2363363"/>
                  </a:lnTo>
                  <a:lnTo>
                    <a:pt x="7566828" y="2359357"/>
                  </a:lnTo>
                  <a:lnTo>
                    <a:pt x="7567164" y="2355780"/>
                  </a:lnTo>
                  <a:lnTo>
                    <a:pt x="7567501" y="2351827"/>
                  </a:lnTo>
                  <a:lnTo>
                    <a:pt x="7567837" y="2347676"/>
                  </a:lnTo>
                  <a:lnTo>
                    <a:pt x="7568174" y="2343369"/>
                  </a:lnTo>
                  <a:lnTo>
                    <a:pt x="7568510" y="2338749"/>
                  </a:lnTo>
                  <a:lnTo>
                    <a:pt x="7568847" y="2333709"/>
                  </a:lnTo>
                  <a:lnTo>
                    <a:pt x="7569183" y="2328882"/>
                  </a:lnTo>
                  <a:lnTo>
                    <a:pt x="7569519" y="2324184"/>
                  </a:lnTo>
                  <a:lnTo>
                    <a:pt x="7569856" y="2319590"/>
                  </a:lnTo>
                  <a:lnTo>
                    <a:pt x="7570192" y="2315379"/>
                  </a:lnTo>
                  <a:lnTo>
                    <a:pt x="7570529" y="2311360"/>
                  </a:lnTo>
                  <a:lnTo>
                    <a:pt x="7570865" y="2307719"/>
                  </a:lnTo>
                  <a:lnTo>
                    <a:pt x="7571202" y="2304079"/>
                  </a:lnTo>
                  <a:lnTo>
                    <a:pt x="7571538" y="2301039"/>
                  </a:lnTo>
                  <a:lnTo>
                    <a:pt x="7571875" y="2297943"/>
                  </a:lnTo>
                  <a:lnTo>
                    <a:pt x="7572211" y="2294959"/>
                  </a:lnTo>
                  <a:lnTo>
                    <a:pt x="7572548" y="2292218"/>
                  </a:lnTo>
                  <a:lnTo>
                    <a:pt x="7572884" y="2289177"/>
                  </a:lnTo>
                  <a:lnTo>
                    <a:pt x="7573220" y="2286596"/>
                  </a:lnTo>
                  <a:lnTo>
                    <a:pt x="7573557" y="2284532"/>
                  </a:lnTo>
                  <a:lnTo>
                    <a:pt x="7573893" y="2282416"/>
                  </a:lnTo>
                  <a:lnTo>
                    <a:pt x="7574230" y="2280348"/>
                  </a:lnTo>
                  <a:lnTo>
                    <a:pt x="7574566" y="2278122"/>
                  </a:lnTo>
                  <a:lnTo>
                    <a:pt x="7574903" y="2275855"/>
                  </a:lnTo>
                  <a:lnTo>
                    <a:pt x="7575239" y="2273587"/>
                  </a:lnTo>
                  <a:lnTo>
                    <a:pt x="7575576" y="2271314"/>
                  </a:lnTo>
                  <a:lnTo>
                    <a:pt x="7575912" y="2269240"/>
                  </a:lnTo>
                  <a:lnTo>
                    <a:pt x="7576249" y="2267407"/>
                  </a:lnTo>
                  <a:lnTo>
                    <a:pt x="7576585" y="2265843"/>
                  </a:lnTo>
                  <a:lnTo>
                    <a:pt x="7576922" y="2264562"/>
                  </a:lnTo>
                  <a:lnTo>
                    <a:pt x="7577258" y="2263017"/>
                  </a:lnTo>
                  <a:lnTo>
                    <a:pt x="7577594" y="2261329"/>
                  </a:lnTo>
                  <a:lnTo>
                    <a:pt x="7577931" y="2259698"/>
                  </a:lnTo>
                  <a:lnTo>
                    <a:pt x="7578267" y="2258003"/>
                  </a:lnTo>
                  <a:lnTo>
                    <a:pt x="7578604" y="2256278"/>
                  </a:lnTo>
                  <a:lnTo>
                    <a:pt x="7578940" y="2254518"/>
                  </a:lnTo>
                  <a:lnTo>
                    <a:pt x="7579277" y="2252291"/>
                  </a:lnTo>
                  <a:lnTo>
                    <a:pt x="7579613" y="2249776"/>
                  </a:lnTo>
                  <a:lnTo>
                    <a:pt x="7579950" y="2246932"/>
                  </a:lnTo>
                  <a:lnTo>
                    <a:pt x="7580286" y="2244144"/>
                  </a:lnTo>
                  <a:lnTo>
                    <a:pt x="7580623" y="2241177"/>
                  </a:lnTo>
                  <a:lnTo>
                    <a:pt x="7580959" y="2238102"/>
                  </a:lnTo>
                  <a:lnTo>
                    <a:pt x="7581296" y="2234941"/>
                  </a:lnTo>
                  <a:lnTo>
                    <a:pt x="7581632" y="2231557"/>
                  </a:lnTo>
                  <a:lnTo>
                    <a:pt x="7581968" y="2228166"/>
                  </a:lnTo>
                  <a:lnTo>
                    <a:pt x="7582305" y="2224833"/>
                  </a:lnTo>
                  <a:lnTo>
                    <a:pt x="7582641" y="2221779"/>
                  </a:lnTo>
                  <a:lnTo>
                    <a:pt x="7582978" y="2218611"/>
                  </a:lnTo>
                  <a:lnTo>
                    <a:pt x="7583314" y="2216568"/>
                  </a:lnTo>
                  <a:lnTo>
                    <a:pt x="7583651" y="2215031"/>
                  </a:lnTo>
                  <a:lnTo>
                    <a:pt x="7583987" y="2213421"/>
                  </a:lnTo>
                  <a:lnTo>
                    <a:pt x="7584324" y="2211961"/>
                  </a:lnTo>
                  <a:lnTo>
                    <a:pt x="7584660" y="2210830"/>
                  </a:lnTo>
                  <a:lnTo>
                    <a:pt x="7584997" y="2210099"/>
                  </a:lnTo>
                  <a:lnTo>
                    <a:pt x="7585333" y="2209362"/>
                  </a:lnTo>
                  <a:lnTo>
                    <a:pt x="7585670" y="2208781"/>
                  </a:lnTo>
                  <a:lnTo>
                    <a:pt x="7586006" y="2208318"/>
                  </a:lnTo>
                  <a:lnTo>
                    <a:pt x="7586342" y="2207540"/>
                  </a:lnTo>
                  <a:lnTo>
                    <a:pt x="7586679" y="2206625"/>
                  </a:lnTo>
                  <a:lnTo>
                    <a:pt x="7587015" y="2205827"/>
                  </a:lnTo>
                  <a:lnTo>
                    <a:pt x="7587352" y="2205171"/>
                  </a:lnTo>
                  <a:lnTo>
                    <a:pt x="7587688" y="2204763"/>
                  </a:lnTo>
                  <a:lnTo>
                    <a:pt x="7588025" y="2204590"/>
                  </a:lnTo>
                  <a:lnTo>
                    <a:pt x="7588361" y="2204713"/>
                  </a:lnTo>
                  <a:lnTo>
                    <a:pt x="7588698" y="2205327"/>
                  </a:lnTo>
                  <a:lnTo>
                    <a:pt x="7589034" y="2206202"/>
                  </a:lnTo>
                  <a:lnTo>
                    <a:pt x="7589371" y="2207025"/>
                  </a:lnTo>
                  <a:lnTo>
                    <a:pt x="7589707" y="2207704"/>
                  </a:lnTo>
                  <a:lnTo>
                    <a:pt x="7590044" y="2208087"/>
                  </a:lnTo>
                  <a:lnTo>
                    <a:pt x="7590380" y="2208529"/>
                  </a:lnTo>
                  <a:lnTo>
                    <a:pt x="7590716" y="2208950"/>
                  </a:lnTo>
                  <a:lnTo>
                    <a:pt x="7591053" y="2209320"/>
                  </a:lnTo>
                  <a:lnTo>
                    <a:pt x="7591389" y="2209308"/>
                  </a:lnTo>
                  <a:lnTo>
                    <a:pt x="7591726" y="2209328"/>
                  </a:lnTo>
                  <a:lnTo>
                    <a:pt x="7592062" y="2209974"/>
                  </a:lnTo>
                  <a:lnTo>
                    <a:pt x="7592399" y="2210272"/>
                  </a:lnTo>
                  <a:lnTo>
                    <a:pt x="7592735" y="2210062"/>
                  </a:lnTo>
                  <a:lnTo>
                    <a:pt x="7593072" y="2209523"/>
                  </a:lnTo>
                  <a:lnTo>
                    <a:pt x="7593408" y="2208908"/>
                  </a:lnTo>
                  <a:lnTo>
                    <a:pt x="7593745" y="2206553"/>
                  </a:lnTo>
                  <a:lnTo>
                    <a:pt x="7594081" y="2202881"/>
                  </a:lnTo>
                  <a:lnTo>
                    <a:pt x="7594418" y="2198464"/>
                  </a:lnTo>
                  <a:lnTo>
                    <a:pt x="7594754" y="2193898"/>
                  </a:lnTo>
                  <a:lnTo>
                    <a:pt x="7595090" y="2189961"/>
                  </a:lnTo>
                  <a:lnTo>
                    <a:pt x="7595427" y="2185648"/>
                  </a:lnTo>
                  <a:lnTo>
                    <a:pt x="7595763" y="2182440"/>
                  </a:lnTo>
                  <a:lnTo>
                    <a:pt x="7596100" y="2179226"/>
                  </a:lnTo>
                  <a:lnTo>
                    <a:pt x="7596436" y="2176923"/>
                  </a:lnTo>
                  <a:lnTo>
                    <a:pt x="7596773" y="2174347"/>
                  </a:lnTo>
                  <a:lnTo>
                    <a:pt x="7597109" y="2171274"/>
                  </a:lnTo>
                  <a:lnTo>
                    <a:pt x="7597446" y="2168437"/>
                  </a:lnTo>
                  <a:lnTo>
                    <a:pt x="7597782" y="2165800"/>
                  </a:lnTo>
                  <a:lnTo>
                    <a:pt x="7598119" y="2162766"/>
                  </a:lnTo>
                  <a:lnTo>
                    <a:pt x="7598455" y="2159939"/>
                  </a:lnTo>
                  <a:lnTo>
                    <a:pt x="7598792" y="2157534"/>
                  </a:lnTo>
                  <a:lnTo>
                    <a:pt x="7599128" y="2155274"/>
                  </a:lnTo>
                  <a:lnTo>
                    <a:pt x="7599464" y="2153304"/>
                  </a:lnTo>
                  <a:lnTo>
                    <a:pt x="7599801" y="2151450"/>
                  </a:lnTo>
                  <a:lnTo>
                    <a:pt x="7600137" y="2151041"/>
                  </a:lnTo>
                  <a:lnTo>
                    <a:pt x="7600474" y="2150317"/>
                  </a:lnTo>
                  <a:lnTo>
                    <a:pt x="7600810" y="2148708"/>
                  </a:lnTo>
                  <a:lnTo>
                    <a:pt x="7601147" y="2147243"/>
                  </a:lnTo>
                  <a:lnTo>
                    <a:pt x="7601483" y="2144161"/>
                  </a:lnTo>
                  <a:lnTo>
                    <a:pt x="7601820" y="2142257"/>
                  </a:lnTo>
                  <a:lnTo>
                    <a:pt x="7602156" y="2141151"/>
                  </a:lnTo>
                  <a:lnTo>
                    <a:pt x="7602493" y="2140576"/>
                  </a:lnTo>
                  <a:lnTo>
                    <a:pt x="7602829" y="2140361"/>
                  </a:lnTo>
                  <a:lnTo>
                    <a:pt x="7603166" y="2140590"/>
                  </a:lnTo>
                  <a:lnTo>
                    <a:pt x="7603502" y="2141208"/>
                  </a:lnTo>
                  <a:lnTo>
                    <a:pt x="7603838" y="2142293"/>
                  </a:lnTo>
                  <a:lnTo>
                    <a:pt x="7604175" y="2143902"/>
                  </a:lnTo>
                  <a:lnTo>
                    <a:pt x="7604511" y="2145418"/>
                  </a:lnTo>
                  <a:lnTo>
                    <a:pt x="7604848" y="2146920"/>
                  </a:lnTo>
                  <a:lnTo>
                    <a:pt x="7605184" y="2148752"/>
                  </a:lnTo>
                  <a:lnTo>
                    <a:pt x="7605521" y="2150756"/>
                  </a:lnTo>
                  <a:lnTo>
                    <a:pt x="7605857" y="2152516"/>
                  </a:lnTo>
                  <a:lnTo>
                    <a:pt x="7606194" y="2154305"/>
                  </a:lnTo>
                  <a:lnTo>
                    <a:pt x="7606530" y="2156283"/>
                  </a:lnTo>
                  <a:lnTo>
                    <a:pt x="7606867" y="2158074"/>
                  </a:lnTo>
                  <a:lnTo>
                    <a:pt x="7607203" y="2159952"/>
                  </a:lnTo>
                  <a:lnTo>
                    <a:pt x="7607539" y="2162107"/>
                  </a:lnTo>
                  <a:lnTo>
                    <a:pt x="7607876" y="2164431"/>
                  </a:lnTo>
                  <a:lnTo>
                    <a:pt x="7608212" y="2167010"/>
                  </a:lnTo>
                  <a:lnTo>
                    <a:pt x="7608549" y="2169863"/>
                  </a:lnTo>
                  <a:lnTo>
                    <a:pt x="7608885" y="2172574"/>
                  </a:lnTo>
                  <a:lnTo>
                    <a:pt x="7609222" y="2175313"/>
                  </a:lnTo>
                  <a:lnTo>
                    <a:pt x="7609558" y="2176914"/>
                  </a:lnTo>
                  <a:lnTo>
                    <a:pt x="7609895" y="2178846"/>
                  </a:lnTo>
                  <a:lnTo>
                    <a:pt x="7610231" y="2180808"/>
                  </a:lnTo>
                  <a:lnTo>
                    <a:pt x="7610568" y="2182734"/>
                  </a:lnTo>
                  <a:lnTo>
                    <a:pt x="7610904" y="2184843"/>
                  </a:lnTo>
                  <a:lnTo>
                    <a:pt x="7611241" y="2186733"/>
                  </a:lnTo>
                  <a:lnTo>
                    <a:pt x="7611577" y="2188515"/>
                  </a:lnTo>
                  <a:lnTo>
                    <a:pt x="7611913" y="2189804"/>
                  </a:lnTo>
                  <a:lnTo>
                    <a:pt x="7612250" y="2190573"/>
                  </a:lnTo>
                  <a:lnTo>
                    <a:pt x="7612586" y="2191107"/>
                  </a:lnTo>
                  <a:lnTo>
                    <a:pt x="7612923" y="2191463"/>
                  </a:lnTo>
                  <a:lnTo>
                    <a:pt x="7613259" y="2191641"/>
                  </a:lnTo>
                  <a:lnTo>
                    <a:pt x="7613596" y="2191578"/>
                  </a:lnTo>
                  <a:lnTo>
                    <a:pt x="7613932" y="2190657"/>
                  </a:lnTo>
                  <a:lnTo>
                    <a:pt x="7614269" y="2189382"/>
                  </a:lnTo>
                  <a:lnTo>
                    <a:pt x="7614605" y="2188064"/>
                  </a:lnTo>
                  <a:lnTo>
                    <a:pt x="7614942" y="2186523"/>
                  </a:lnTo>
                  <a:lnTo>
                    <a:pt x="7615278" y="2185492"/>
                  </a:lnTo>
                  <a:lnTo>
                    <a:pt x="7615615" y="2184319"/>
                  </a:lnTo>
                  <a:lnTo>
                    <a:pt x="7615951" y="2183205"/>
                  </a:lnTo>
                  <a:lnTo>
                    <a:pt x="7616287" y="2182692"/>
                  </a:lnTo>
                  <a:lnTo>
                    <a:pt x="7616624" y="2182870"/>
                  </a:lnTo>
                  <a:lnTo>
                    <a:pt x="7616960" y="2183861"/>
                  </a:lnTo>
                  <a:lnTo>
                    <a:pt x="7617297" y="2186020"/>
                  </a:lnTo>
                  <a:lnTo>
                    <a:pt x="7617633" y="2188132"/>
                  </a:lnTo>
                  <a:lnTo>
                    <a:pt x="7617970" y="2190135"/>
                  </a:lnTo>
                  <a:lnTo>
                    <a:pt x="7618306" y="2192238"/>
                  </a:lnTo>
                  <a:lnTo>
                    <a:pt x="7618643" y="2194387"/>
                  </a:lnTo>
                  <a:lnTo>
                    <a:pt x="7618979" y="2196829"/>
                  </a:lnTo>
                  <a:lnTo>
                    <a:pt x="7619316" y="2199509"/>
                  </a:lnTo>
                  <a:lnTo>
                    <a:pt x="7619652" y="2202344"/>
                  </a:lnTo>
                  <a:lnTo>
                    <a:pt x="7619989" y="2206097"/>
                  </a:lnTo>
                  <a:lnTo>
                    <a:pt x="7620325" y="2209734"/>
                  </a:lnTo>
                  <a:lnTo>
                    <a:pt x="7620661" y="2213309"/>
                  </a:lnTo>
                  <a:lnTo>
                    <a:pt x="7620998" y="2216848"/>
                  </a:lnTo>
                  <a:lnTo>
                    <a:pt x="7621334" y="2220368"/>
                  </a:lnTo>
                  <a:lnTo>
                    <a:pt x="7621671" y="2223741"/>
                  </a:lnTo>
                  <a:lnTo>
                    <a:pt x="7622007" y="2226736"/>
                  </a:lnTo>
                  <a:lnTo>
                    <a:pt x="7622344" y="2228947"/>
                  </a:lnTo>
                  <a:lnTo>
                    <a:pt x="7622680" y="2230997"/>
                  </a:lnTo>
                  <a:lnTo>
                    <a:pt x="7623017" y="2232340"/>
                  </a:lnTo>
                  <a:lnTo>
                    <a:pt x="7623353" y="2233454"/>
                  </a:lnTo>
                  <a:lnTo>
                    <a:pt x="7623690" y="2234668"/>
                  </a:lnTo>
                  <a:lnTo>
                    <a:pt x="7624026" y="2235897"/>
                  </a:lnTo>
                  <a:lnTo>
                    <a:pt x="7624363" y="2237039"/>
                  </a:lnTo>
                  <a:lnTo>
                    <a:pt x="7624699" y="2238713"/>
                  </a:lnTo>
                  <a:lnTo>
                    <a:pt x="7625035" y="2240559"/>
                  </a:lnTo>
                  <a:lnTo>
                    <a:pt x="7625372" y="2242643"/>
                  </a:lnTo>
                  <a:lnTo>
                    <a:pt x="7625708" y="2244863"/>
                  </a:lnTo>
                  <a:lnTo>
                    <a:pt x="7626045" y="2247219"/>
                  </a:lnTo>
                  <a:lnTo>
                    <a:pt x="7626381" y="2249374"/>
                  </a:lnTo>
                  <a:lnTo>
                    <a:pt x="7626718" y="2251716"/>
                  </a:lnTo>
                  <a:lnTo>
                    <a:pt x="7627054" y="2254231"/>
                  </a:lnTo>
                  <a:lnTo>
                    <a:pt x="7627391" y="2257766"/>
                  </a:lnTo>
                  <a:lnTo>
                    <a:pt x="7627727" y="2262529"/>
                  </a:lnTo>
                  <a:lnTo>
                    <a:pt x="7628064" y="2267601"/>
                  </a:lnTo>
                  <a:lnTo>
                    <a:pt x="7628400" y="2272601"/>
                  </a:lnTo>
                  <a:lnTo>
                    <a:pt x="7628737" y="2277415"/>
                  </a:lnTo>
                  <a:lnTo>
                    <a:pt x="7629073" y="2281510"/>
                  </a:lnTo>
                  <a:lnTo>
                    <a:pt x="7629409" y="2284987"/>
                  </a:lnTo>
                  <a:lnTo>
                    <a:pt x="7629746" y="2287818"/>
                  </a:lnTo>
                  <a:lnTo>
                    <a:pt x="7630082" y="2290864"/>
                  </a:lnTo>
                  <a:lnTo>
                    <a:pt x="7630419" y="2292881"/>
                  </a:lnTo>
                  <a:lnTo>
                    <a:pt x="7630755" y="2295027"/>
                  </a:lnTo>
                  <a:lnTo>
                    <a:pt x="7631092" y="2297074"/>
                  </a:lnTo>
                  <a:lnTo>
                    <a:pt x="7631428" y="2299133"/>
                  </a:lnTo>
                  <a:lnTo>
                    <a:pt x="7631765" y="2300850"/>
                  </a:lnTo>
                  <a:lnTo>
                    <a:pt x="7632101" y="2302359"/>
                  </a:lnTo>
                  <a:lnTo>
                    <a:pt x="7632438" y="2303845"/>
                  </a:lnTo>
                  <a:lnTo>
                    <a:pt x="7632774" y="2305058"/>
                  </a:lnTo>
                  <a:lnTo>
                    <a:pt x="7633111" y="2306859"/>
                  </a:lnTo>
                  <a:lnTo>
                    <a:pt x="7633447" y="2309163"/>
                  </a:lnTo>
                  <a:lnTo>
                    <a:pt x="7633783" y="2311840"/>
                  </a:lnTo>
                  <a:lnTo>
                    <a:pt x="7634120" y="2315091"/>
                  </a:lnTo>
                  <a:lnTo>
                    <a:pt x="7634456" y="2318173"/>
                  </a:lnTo>
                  <a:lnTo>
                    <a:pt x="7634793" y="2321407"/>
                  </a:lnTo>
                  <a:lnTo>
                    <a:pt x="7635129" y="2324840"/>
                  </a:lnTo>
                  <a:lnTo>
                    <a:pt x="7635466" y="2328428"/>
                  </a:lnTo>
                  <a:lnTo>
                    <a:pt x="7635802" y="2332330"/>
                  </a:lnTo>
                  <a:lnTo>
                    <a:pt x="7636139" y="2336694"/>
                  </a:lnTo>
                  <a:lnTo>
                    <a:pt x="7636475" y="2340832"/>
                  </a:lnTo>
                  <a:lnTo>
                    <a:pt x="7636812" y="2344754"/>
                  </a:lnTo>
                  <a:lnTo>
                    <a:pt x="7637148" y="2348730"/>
                  </a:lnTo>
                  <a:lnTo>
                    <a:pt x="7637484" y="2352367"/>
                  </a:lnTo>
                  <a:lnTo>
                    <a:pt x="7637821" y="2355596"/>
                  </a:lnTo>
                  <a:lnTo>
                    <a:pt x="7638157" y="2358230"/>
                  </a:lnTo>
                  <a:lnTo>
                    <a:pt x="7638494" y="2360800"/>
                  </a:lnTo>
                  <a:lnTo>
                    <a:pt x="7638830" y="2362547"/>
                  </a:lnTo>
                  <a:lnTo>
                    <a:pt x="7639167" y="2364271"/>
                  </a:lnTo>
                  <a:lnTo>
                    <a:pt x="7639503" y="2365674"/>
                  </a:lnTo>
                  <a:lnTo>
                    <a:pt x="7639840" y="2366835"/>
                  </a:lnTo>
                  <a:lnTo>
                    <a:pt x="7640176" y="2368295"/>
                  </a:lnTo>
                  <a:lnTo>
                    <a:pt x="7640513" y="2369102"/>
                  </a:lnTo>
                  <a:lnTo>
                    <a:pt x="7640849" y="2369031"/>
                  </a:lnTo>
                  <a:lnTo>
                    <a:pt x="7641186" y="2368676"/>
                  </a:lnTo>
                  <a:lnTo>
                    <a:pt x="7641522" y="2367971"/>
                  </a:lnTo>
                  <a:lnTo>
                    <a:pt x="7641858" y="2367373"/>
                  </a:lnTo>
                  <a:lnTo>
                    <a:pt x="7642195" y="2366767"/>
                  </a:lnTo>
                  <a:lnTo>
                    <a:pt x="7642531" y="2366305"/>
                  </a:lnTo>
                  <a:lnTo>
                    <a:pt x="7642868" y="2366034"/>
                  </a:lnTo>
                  <a:lnTo>
                    <a:pt x="7643204" y="2365587"/>
                  </a:lnTo>
                  <a:lnTo>
                    <a:pt x="7643541" y="2364898"/>
                  </a:lnTo>
                  <a:lnTo>
                    <a:pt x="7643877" y="2364113"/>
                  </a:lnTo>
                  <a:lnTo>
                    <a:pt x="7644214" y="2362901"/>
                  </a:lnTo>
                  <a:lnTo>
                    <a:pt x="7644550" y="2361795"/>
                  </a:lnTo>
                  <a:lnTo>
                    <a:pt x="7644887" y="2360652"/>
                  </a:lnTo>
                  <a:lnTo>
                    <a:pt x="7645223" y="2359410"/>
                  </a:lnTo>
                  <a:lnTo>
                    <a:pt x="7645560" y="2358425"/>
                  </a:lnTo>
                  <a:lnTo>
                    <a:pt x="7645896" y="2357829"/>
                  </a:lnTo>
                  <a:lnTo>
                    <a:pt x="7646232" y="2357606"/>
                  </a:lnTo>
                  <a:lnTo>
                    <a:pt x="7646569" y="2358267"/>
                  </a:lnTo>
                  <a:lnTo>
                    <a:pt x="7646905" y="2359532"/>
                  </a:lnTo>
                  <a:lnTo>
                    <a:pt x="7647242" y="2361227"/>
                  </a:lnTo>
                  <a:lnTo>
                    <a:pt x="7647578" y="2362865"/>
                  </a:lnTo>
                  <a:lnTo>
                    <a:pt x="7647915" y="2364712"/>
                  </a:lnTo>
                  <a:lnTo>
                    <a:pt x="7648251" y="2366860"/>
                  </a:lnTo>
                  <a:lnTo>
                    <a:pt x="7648588" y="2369202"/>
                  </a:lnTo>
                  <a:lnTo>
                    <a:pt x="7648924" y="2371917"/>
                  </a:lnTo>
                  <a:lnTo>
                    <a:pt x="7649261" y="2374985"/>
                  </a:lnTo>
                  <a:lnTo>
                    <a:pt x="7649597" y="2378556"/>
                  </a:lnTo>
                  <a:lnTo>
                    <a:pt x="7649934" y="2382141"/>
                  </a:lnTo>
                  <a:lnTo>
                    <a:pt x="7650270" y="2385884"/>
                  </a:lnTo>
                  <a:lnTo>
                    <a:pt x="7650606" y="2388602"/>
                  </a:lnTo>
                  <a:lnTo>
                    <a:pt x="7650943" y="2390858"/>
                  </a:lnTo>
                  <a:lnTo>
                    <a:pt x="7651279" y="2393186"/>
                  </a:lnTo>
                  <a:lnTo>
                    <a:pt x="7651616" y="2395364"/>
                  </a:lnTo>
                  <a:lnTo>
                    <a:pt x="7651952" y="2397372"/>
                  </a:lnTo>
                  <a:lnTo>
                    <a:pt x="7652289" y="2399238"/>
                  </a:lnTo>
                  <a:lnTo>
                    <a:pt x="7652625" y="2401204"/>
                  </a:lnTo>
                  <a:lnTo>
                    <a:pt x="7652962" y="2403092"/>
                  </a:lnTo>
                  <a:lnTo>
                    <a:pt x="7653298" y="2404819"/>
                  </a:lnTo>
                  <a:lnTo>
                    <a:pt x="7653635" y="2406361"/>
                  </a:lnTo>
                  <a:lnTo>
                    <a:pt x="7653971" y="2408023"/>
                  </a:lnTo>
                  <a:lnTo>
                    <a:pt x="7654308" y="2409739"/>
                  </a:lnTo>
                  <a:lnTo>
                    <a:pt x="7654644" y="2411334"/>
                  </a:lnTo>
                  <a:lnTo>
                    <a:pt x="7654980" y="2412803"/>
                  </a:lnTo>
                  <a:lnTo>
                    <a:pt x="7655317" y="2413834"/>
                  </a:lnTo>
                  <a:lnTo>
                    <a:pt x="7655653" y="2414243"/>
                  </a:lnTo>
                  <a:lnTo>
                    <a:pt x="7655990" y="2414011"/>
                  </a:lnTo>
                  <a:lnTo>
                    <a:pt x="7656326" y="2413533"/>
                  </a:lnTo>
                  <a:lnTo>
                    <a:pt x="7656663" y="2412976"/>
                  </a:lnTo>
                  <a:lnTo>
                    <a:pt x="7656999" y="2412448"/>
                  </a:lnTo>
                  <a:lnTo>
                    <a:pt x="7657336" y="2412049"/>
                  </a:lnTo>
                  <a:lnTo>
                    <a:pt x="7657672" y="2411331"/>
                  </a:lnTo>
                  <a:lnTo>
                    <a:pt x="7658009" y="2410250"/>
                  </a:lnTo>
                  <a:lnTo>
                    <a:pt x="7658345" y="2409118"/>
                  </a:lnTo>
                  <a:lnTo>
                    <a:pt x="7658682" y="2408260"/>
                  </a:lnTo>
                  <a:lnTo>
                    <a:pt x="7659018" y="2407348"/>
                  </a:lnTo>
                  <a:lnTo>
                    <a:pt x="7659354" y="2406083"/>
                  </a:lnTo>
                  <a:lnTo>
                    <a:pt x="7659691" y="2404937"/>
                  </a:lnTo>
                  <a:lnTo>
                    <a:pt x="7660027" y="2403761"/>
                  </a:lnTo>
                  <a:lnTo>
                    <a:pt x="7660364" y="2402777"/>
                  </a:lnTo>
                  <a:lnTo>
                    <a:pt x="7660700" y="2402020"/>
                  </a:lnTo>
                  <a:lnTo>
                    <a:pt x="7661037" y="2402535"/>
                  </a:lnTo>
                  <a:lnTo>
                    <a:pt x="7661373" y="2404333"/>
                  </a:lnTo>
                  <a:lnTo>
                    <a:pt x="7661710" y="2407099"/>
                  </a:lnTo>
                  <a:lnTo>
                    <a:pt x="7662046" y="2409878"/>
                  </a:lnTo>
                  <a:lnTo>
                    <a:pt x="7662383" y="2411564"/>
                  </a:lnTo>
                  <a:lnTo>
                    <a:pt x="7662719" y="2413758"/>
                  </a:lnTo>
                  <a:lnTo>
                    <a:pt x="7663056" y="2414941"/>
                  </a:lnTo>
                  <a:lnTo>
                    <a:pt x="7663392" y="2416292"/>
                  </a:lnTo>
                  <a:lnTo>
                    <a:pt x="7663728" y="2417166"/>
                  </a:lnTo>
                  <a:lnTo>
                    <a:pt x="7664065" y="2418335"/>
                  </a:lnTo>
                  <a:lnTo>
                    <a:pt x="7664401" y="2420175"/>
                  </a:lnTo>
                  <a:lnTo>
                    <a:pt x="7664738" y="2421891"/>
                  </a:lnTo>
                  <a:lnTo>
                    <a:pt x="7665074" y="2423857"/>
                  </a:lnTo>
                  <a:lnTo>
                    <a:pt x="7665411" y="2426619"/>
                  </a:lnTo>
                  <a:lnTo>
                    <a:pt x="7665747" y="2429167"/>
                  </a:lnTo>
                  <a:lnTo>
                    <a:pt x="7666084" y="2431111"/>
                  </a:lnTo>
                  <a:lnTo>
                    <a:pt x="7666420" y="2432751"/>
                  </a:lnTo>
                  <a:lnTo>
                    <a:pt x="7666757" y="2433921"/>
                  </a:lnTo>
                  <a:lnTo>
                    <a:pt x="7667093" y="2435247"/>
                  </a:lnTo>
                  <a:lnTo>
                    <a:pt x="7667430" y="2436165"/>
                  </a:lnTo>
                  <a:lnTo>
                    <a:pt x="7667766" y="2437356"/>
                  </a:lnTo>
                  <a:lnTo>
                    <a:pt x="7668102" y="2439475"/>
                  </a:lnTo>
                  <a:lnTo>
                    <a:pt x="7668439" y="2440753"/>
                  </a:lnTo>
                  <a:lnTo>
                    <a:pt x="7668775" y="2442722"/>
                  </a:lnTo>
                  <a:lnTo>
                    <a:pt x="7669112" y="2443167"/>
                  </a:lnTo>
                  <a:lnTo>
                    <a:pt x="7669448" y="2442650"/>
                  </a:lnTo>
                  <a:lnTo>
                    <a:pt x="7669785" y="2441608"/>
                  </a:lnTo>
                  <a:lnTo>
                    <a:pt x="7670121" y="2439942"/>
                  </a:lnTo>
                  <a:lnTo>
                    <a:pt x="7670458" y="2437664"/>
                  </a:lnTo>
                  <a:lnTo>
                    <a:pt x="7670794" y="2435157"/>
                  </a:lnTo>
                  <a:lnTo>
                    <a:pt x="7671131" y="2432685"/>
                  </a:lnTo>
                  <a:lnTo>
                    <a:pt x="7671467" y="2429970"/>
                  </a:lnTo>
                  <a:lnTo>
                    <a:pt x="7671803" y="2426845"/>
                  </a:lnTo>
                  <a:lnTo>
                    <a:pt x="7672140" y="2423145"/>
                  </a:lnTo>
                  <a:lnTo>
                    <a:pt x="7672476" y="2418827"/>
                  </a:lnTo>
                  <a:lnTo>
                    <a:pt x="7672813" y="2414229"/>
                  </a:lnTo>
                  <a:lnTo>
                    <a:pt x="7673149" y="2409394"/>
                  </a:lnTo>
                  <a:lnTo>
                    <a:pt x="7673486" y="2405385"/>
                  </a:lnTo>
                  <a:lnTo>
                    <a:pt x="7673822" y="2401482"/>
                  </a:lnTo>
                  <a:lnTo>
                    <a:pt x="7674159" y="2398110"/>
                  </a:lnTo>
                  <a:lnTo>
                    <a:pt x="7674495" y="2394810"/>
                  </a:lnTo>
                  <a:lnTo>
                    <a:pt x="7674832" y="2392653"/>
                  </a:lnTo>
                  <a:lnTo>
                    <a:pt x="7675168" y="2390476"/>
                  </a:lnTo>
                  <a:lnTo>
                    <a:pt x="7675505" y="2387902"/>
                  </a:lnTo>
                  <a:lnTo>
                    <a:pt x="7675841" y="2385337"/>
                  </a:lnTo>
                  <a:lnTo>
                    <a:pt x="7676177" y="2382375"/>
                  </a:lnTo>
                  <a:lnTo>
                    <a:pt x="7676514" y="2379397"/>
                  </a:lnTo>
                  <a:lnTo>
                    <a:pt x="7676850" y="2377016"/>
                  </a:lnTo>
                  <a:lnTo>
                    <a:pt x="7677187" y="2375210"/>
                  </a:lnTo>
                  <a:lnTo>
                    <a:pt x="7677523" y="2374190"/>
                  </a:lnTo>
                  <a:lnTo>
                    <a:pt x="7677860" y="2373509"/>
                  </a:lnTo>
                  <a:lnTo>
                    <a:pt x="7678196" y="2373159"/>
                  </a:lnTo>
                  <a:lnTo>
                    <a:pt x="7678533" y="2372907"/>
                  </a:lnTo>
                  <a:lnTo>
                    <a:pt x="7678869" y="2372789"/>
                  </a:lnTo>
                  <a:lnTo>
                    <a:pt x="7679206" y="2373086"/>
                  </a:lnTo>
                  <a:lnTo>
                    <a:pt x="7679542" y="2373976"/>
                  </a:lnTo>
                  <a:lnTo>
                    <a:pt x="7679879" y="2375211"/>
                  </a:lnTo>
                  <a:lnTo>
                    <a:pt x="7680215" y="2376872"/>
                  </a:lnTo>
                  <a:lnTo>
                    <a:pt x="7680551" y="2379091"/>
                  </a:lnTo>
                  <a:lnTo>
                    <a:pt x="7680888" y="2381019"/>
                  </a:lnTo>
                  <a:lnTo>
                    <a:pt x="7681224" y="2383831"/>
                  </a:lnTo>
                  <a:lnTo>
                    <a:pt x="7681561" y="2387118"/>
                  </a:lnTo>
                  <a:lnTo>
                    <a:pt x="7681897" y="2390432"/>
                  </a:lnTo>
                  <a:lnTo>
                    <a:pt x="7682234" y="2393792"/>
                  </a:lnTo>
                  <a:lnTo>
                    <a:pt x="7682570" y="2397136"/>
                  </a:lnTo>
                  <a:lnTo>
                    <a:pt x="7682907" y="2400307"/>
                  </a:lnTo>
                  <a:lnTo>
                    <a:pt x="7683243" y="2403612"/>
                  </a:lnTo>
                  <a:lnTo>
                    <a:pt x="7683580" y="2406653"/>
                  </a:lnTo>
                  <a:lnTo>
                    <a:pt x="7683916" y="2409422"/>
                  </a:lnTo>
                  <a:lnTo>
                    <a:pt x="7684253" y="2411896"/>
                  </a:lnTo>
                  <a:lnTo>
                    <a:pt x="7684589" y="2413244"/>
                  </a:lnTo>
                  <a:lnTo>
                    <a:pt x="7684925" y="2414582"/>
                  </a:lnTo>
                  <a:lnTo>
                    <a:pt x="7685262" y="2415740"/>
                  </a:lnTo>
                  <a:lnTo>
                    <a:pt x="7685598" y="2416581"/>
                  </a:lnTo>
                  <a:lnTo>
                    <a:pt x="7685935" y="2417394"/>
                  </a:lnTo>
                  <a:lnTo>
                    <a:pt x="7686271" y="2417984"/>
                  </a:lnTo>
                  <a:lnTo>
                    <a:pt x="7686608" y="2418282"/>
                  </a:lnTo>
                  <a:lnTo>
                    <a:pt x="7686944" y="2418452"/>
                  </a:lnTo>
                  <a:lnTo>
                    <a:pt x="7687281" y="2418406"/>
                  </a:lnTo>
                  <a:lnTo>
                    <a:pt x="7687617" y="2418218"/>
                  </a:lnTo>
                  <a:lnTo>
                    <a:pt x="7687954" y="2418112"/>
                  </a:lnTo>
                  <a:lnTo>
                    <a:pt x="7688290" y="2418044"/>
                  </a:lnTo>
                  <a:lnTo>
                    <a:pt x="7688627" y="2418130"/>
                  </a:lnTo>
                  <a:lnTo>
                    <a:pt x="7688963" y="2418219"/>
                  </a:lnTo>
                  <a:lnTo>
                    <a:pt x="7689299" y="2418070"/>
                  </a:lnTo>
                  <a:lnTo>
                    <a:pt x="7689636" y="2418323"/>
                  </a:lnTo>
                  <a:lnTo>
                    <a:pt x="7689972" y="2418450"/>
                  </a:lnTo>
                  <a:lnTo>
                    <a:pt x="7690309" y="2419003"/>
                  </a:lnTo>
                  <a:lnTo>
                    <a:pt x="7690645" y="2419542"/>
                  </a:lnTo>
                  <a:lnTo>
                    <a:pt x="7690982" y="2419801"/>
                  </a:lnTo>
                  <a:lnTo>
                    <a:pt x="7691318" y="2420088"/>
                  </a:lnTo>
                  <a:lnTo>
                    <a:pt x="7691655" y="2420375"/>
                  </a:lnTo>
                  <a:lnTo>
                    <a:pt x="7691991" y="2420735"/>
                  </a:lnTo>
                  <a:lnTo>
                    <a:pt x="7692328" y="2421446"/>
                  </a:lnTo>
                  <a:lnTo>
                    <a:pt x="7692664" y="2422164"/>
                  </a:lnTo>
                  <a:lnTo>
                    <a:pt x="7693001" y="2422933"/>
                  </a:lnTo>
                  <a:lnTo>
                    <a:pt x="7693337" y="2423630"/>
                  </a:lnTo>
                  <a:lnTo>
                    <a:pt x="7693673" y="2423982"/>
                  </a:lnTo>
                  <a:lnTo>
                    <a:pt x="7694010" y="2424291"/>
                  </a:lnTo>
                  <a:lnTo>
                    <a:pt x="7694346" y="2424621"/>
                  </a:lnTo>
                  <a:lnTo>
                    <a:pt x="7694683" y="2424808"/>
                  </a:lnTo>
                  <a:lnTo>
                    <a:pt x="7695019" y="2424370"/>
                  </a:lnTo>
                  <a:lnTo>
                    <a:pt x="7695356" y="2424025"/>
                  </a:lnTo>
                  <a:lnTo>
                    <a:pt x="7695692" y="2423946"/>
                  </a:lnTo>
                  <a:lnTo>
                    <a:pt x="7696029" y="2423946"/>
                  </a:lnTo>
                  <a:lnTo>
                    <a:pt x="7696365" y="2423910"/>
                  </a:lnTo>
                  <a:lnTo>
                    <a:pt x="7696702" y="2424032"/>
                  </a:lnTo>
                  <a:lnTo>
                    <a:pt x="7697038" y="2424111"/>
                  </a:lnTo>
                  <a:lnTo>
                    <a:pt x="7697375" y="2423731"/>
                  </a:lnTo>
                  <a:lnTo>
                    <a:pt x="7697711" y="2423098"/>
                  </a:lnTo>
                  <a:lnTo>
                    <a:pt x="7698047" y="2422236"/>
                  </a:lnTo>
                  <a:lnTo>
                    <a:pt x="7698384" y="2421022"/>
                  </a:lnTo>
                  <a:lnTo>
                    <a:pt x="7698720" y="2420016"/>
                  </a:lnTo>
                  <a:lnTo>
                    <a:pt x="7699057" y="2419240"/>
                  </a:lnTo>
                  <a:lnTo>
                    <a:pt x="7699393" y="2418587"/>
                  </a:lnTo>
                  <a:lnTo>
                    <a:pt x="7699730" y="2417818"/>
                  </a:lnTo>
                  <a:lnTo>
                    <a:pt x="7700066" y="2417143"/>
                  </a:lnTo>
                  <a:lnTo>
                    <a:pt x="7700403" y="2416302"/>
                  </a:lnTo>
                  <a:lnTo>
                    <a:pt x="7700739" y="2415095"/>
                  </a:lnTo>
                  <a:lnTo>
                    <a:pt x="7701076" y="2413759"/>
                  </a:lnTo>
                  <a:lnTo>
                    <a:pt x="7701412" y="2412214"/>
                  </a:lnTo>
                  <a:lnTo>
                    <a:pt x="7701749" y="2410497"/>
                  </a:lnTo>
                  <a:lnTo>
                    <a:pt x="7702085" y="2408629"/>
                  </a:lnTo>
                  <a:lnTo>
                    <a:pt x="7702421" y="2407005"/>
                  </a:lnTo>
                  <a:lnTo>
                    <a:pt x="7702758" y="2405626"/>
                  </a:lnTo>
                  <a:lnTo>
                    <a:pt x="7703094" y="2404498"/>
                  </a:lnTo>
                  <a:lnTo>
                    <a:pt x="7703431" y="2403658"/>
                  </a:lnTo>
                  <a:lnTo>
                    <a:pt x="7703767" y="2402774"/>
                  </a:lnTo>
                  <a:lnTo>
                    <a:pt x="7704104" y="2401969"/>
                  </a:lnTo>
                  <a:lnTo>
                    <a:pt x="7704440" y="2401172"/>
                  </a:lnTo>
                  <a:lnTo>
                    <a:pt x="7704777" y="2400683"/>
                  </a:lnTo>
                  <a:lnTo>
                    <a:pt x="7705113" y="2400611"/>
                  </a:lnTo>
                  <a:lnTo>
                    <a:pt x="7705450" y="2400942"/>
                  </a:lnTo>
                  <a:lnTo>
                    <a:pt x="7705786" y="2401581"/>
                  </a:lnTo>
                  <a:lnTo>
                    <a:pt x="7706122" y="2402479"/>
                  </a:lnTo>
                  <a:lnTo>
                    <a:pt x="7706459" y="2403564"/>
                  </a:lnTo>
                  <a:lnTo>
                    <a:pt x="7706795" y="2404872"/>
                  </a:lnTo>
                  <a:lnTo>
                    <a:pt x="7707132" y="2406309"/>
                  </a:lnTo>
                  <a:lnTo>
                    <a:pt x="7707468" y="2407745"/>
                  </a:lnTo>
                  <a:lnTo>
                    <a:pt x="7707805" y="2409376"/>
                  </a:lnTo>
                  <a:lnTo>
                    <a:pt x="7708141" y="2411366"/>
                  </a:lnTo>
                  <a:lnTo>
                    <a:pt x="7708478" y="2413694"/>
                  </a:lnTo>
                  <a:lnTo>
                    <a:pt x="7708814" y="2416460"/>
                  </a:lnTo>
                  <a:lnTo>
                    <a:pt x="7709151" y="2419283"/>
                  </a:lnTo>
                  <a:lnTo>
                    <a:pt x="7709487" y="2421899"/>
                  </a:lnTo>
                  <a:lnTo>
                    <a:pt x="7709824" y="2424385"/>
                  </a:lnTo>
                  <a:lnTo>
                    <a:pt x="7710160" y="2426501"/>
                  </a:lnTo>
                  <a:lnTo>
                    <a:pt x="7710496" y="2427906"/>
                  </a:lnTo>
                  <a:lnTo>
                    <a:pt x="7710833" y="2429472"/>
                  </a:lnTo>
                  <a:lnTo>
                    <a:pt x="7711169" y="2430698"/>
                  </a:lnTo>
                  <a:lnTo>
                    <a:pt x="7711506" y="2431971"/>
                  </a:lnTo>
                  <a:lnTo>
                    <a:pt x="7711842" y="2433401"/>
                  </a:lnTo>
                  <a:lnTo>
                    <a:pt x="7712179" y="2435012"/>
                  </a:lnTo>
                  <a:lnTo>
                    <a:pt x="7712515" y="2436665"/>
                  </a:lnTo>
                  <a:lnTo>
                    <a:pt x="7712852" y="2438112"/>
                  </a:lnTo>
                  <a:lnTo>
                    <a:pt x="7713188" y="2439129"/>
                  </a:lnTo>
                  <a:lnTo>
                    <a:pt x="7713525" y="2439720"/>
                  </a:lnTo>
                  <a:lnTo>
                    <a:pt x="7713861" y="2439716"/>
                  </a:lnTo>
                  <a:lnTo>
                    <a:pt x="7714198" y="2439113"/>
                  </a:lnTo>
                  <a:lnTo>
                    <a:pt x="7714534" y="2438359"/>
                  </a:lnTo>
                  <a:lnTo>
                    <a:pt x="7714870" y="2437726"/>
                  </a:lnTo>
                  <a:lnTo>
                    <a:pt x="7715207" y="2437233"/>
                  </a:lnTo>
                  <a:lnTo>
                    <a:pt x="7715442" y="283368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870307" y="3520461"/>
              <a:ext cx="8094776" cy="2833682"/>
            </a:xfrm>
            <a:custGeom>
              <a:avLst/>
              <a:pathLst>
                <a:path w="8094776" h="2833682">
                  <a:moveTo>
                    <a:pt x="0" y="2833682"/>
                  </a:moveTo>
                  <a:lnTo>
                    <a:pt x="305" y="2833310"/>
                  </a:lnTo>
                  <a:lnTo>
                    <a:pt x="641" y="2832976"/>
                  </a:lnTo>
                  <a:lnTo>
                    <a:pt x="978" y="2832643"/>
                  </a:lnTo>
                  <a:lnTo>
                    <a:pt x="1314" y="2832281"/>
                  </a:lnTo>
                  <a:lnTo>
                    <a:pt x="1650" y="2831917"/>
                  </a:lnTo>
                  <a:lnTo>
                    <a:pt x="1987" y="2831616"/>
                  </a:lnTo>
                  <a:lnTo>
                    <a:pt x="2323" y="2831388"/>
                  </a:lnTo>
                  <a:lnTo>
                    <a:pt x="2660" y="2831118"/>
                  </a:lnTo>
                  <a:lnTo>
                    <a:pt x="2996" y="2830576"/>
                  </a:lnTo>
                  <a:lnTo>
                    <a:pt x="3333" y="2829996"/>
                  </a:lnTo>
                  <a:lnTo>
                    <a:pt x="3669" y="2829380"/>
                  </a:lnTo>
                  <a:lnTo>
                    <a:pt x="4006" y="2828477"/>
                  </a:lnTo>
                  <a:lnTo>
                    <a:pt x="4342" y="2827785"/>
                  </a:lnTo>
                  <a:lnTo>
                    <a:pt x="4679" y="2827137"/>
                  </a:lnTo>
                  <a:lnTo>
                    <a:pt x="5015" y="2826488"/>
                  </a:lnTo>
                  <a:lnTo>
                    <a:pt x="5352" y="2825843"/>
                  </a:lnTo>
                  <a:lnTo>
                    <a:pt x="5688" y="2825302"/>
                  </a:lnTo>
                  <a:lnTo>
                    <a:pt x="6024" y="2824797"/>
                  </a:lnTo>
                  <a:lnTo>
                    <a:pt x="6361" y="2824341"/>
                  </a:lnTo>
                  <a:lnTo>
                    <a:pt x="6697" y="2823980"/>
                  </a:lnTo>
                  <a:lnTo>
                    <a:pt x="7034" y="2823618"/>
                  </a:lnTo>
                  <a:lnTo>
                    <a:pt x="7370" y="2823245"/>
                  </a:lnTo>
                  <a:lnTo>
                    <a:pt x="7707" y="2822980"/>
                  </a:lnTo>
                  <a:lnTo>
                    <a:pt x="8043" y="2822922"/>
                  </a:lnTo>
                  <a:lnTo>
                    <a:pt x="8380" y="2823231"/>
                  </a:lnTo>
                  <a:lnTo>
                    <a:pt x="8716" y="2823748"/>
                  </a:lnTo>
                  <a:lnTo>
                    <a:pt x="9053" y="2824323"/>
                  </a:lnTo>
                  <a:lnTo>
                    <a:pt x="9389" y="2824941"/>
                  </a:lnTo>
                  <a:lnTo>
                    <a:pt x="9725" y="2825673"/>
                  </a:lnTo>
                  <a:lnTo>
                    <a:pt x="10062" y="2826392"/>
                  </a:lnTo>
                  <a:lnTo>
                    <a:pt x="10398" y="2827103"/>
                  </a:lnTo>
                  <a:lnTo>
                    <a:pt x="10735" y="2827606"/>
                  </a:lnTo>
                  <a:lnTo>
                    <a:pt x="11071" y="2828037"/>
                  </a:lnTo>
                  <a:lnTo>
                    <a:pt x="11408" y="2828518"/>
                  </a:lnTo>
                  <a:lnTo>
                    <a:pt x="11744" y="2829093"/>
                  </a:lnTo>
                  <a:lnTo>
                    <a:pt x="12081" y="2829668"/>
                  </a:lnTo>
                  <a:lnTo>
                    <a:pt x="12417" y="2830243"/>
                  </a:lnTo>
                  <a:lnTo>
                    <a:pt x="12754" y="2830947"/>
                  </a:lnTo>
                  <a:lnTo>
                    <a:pt x="13090" y="2831665"/>
                  </a:lnTo>
                  <a:lnTo>
                    <a:pt x="13427" y="2832362"/>
                  </a:lnTo>
                  <a:lnTo>
                    <a:pt x="13763" y="2832922"/>
                  </a:lnTo>
                  <a:lnTo>
                    <a:pt x="14099" y="2833533"/>
                  </a:lnTo>
                  <a:lnTo>
                    <a:pt x="14174" y="2833682"/>
                  </a:lnTo>
                  <a:lnTo>
                    <a:pt x="201048" y="2833682"/>
                  </a:lnTo>
                  <a:lnTo>
                    <a:pt x="201172" y="2833471"/>
                  </a:lnTo>
                  <a:lnTo>
                    <a:pt x="201508" y="2832798"/>
                  </a:lnTo>
                  <a:lnTo>
                    <a:pt x="201845" y="2832081"/>
                  </a:lnTo>
                  <a:lnTo>
                    <a:pt x="202181" y="2831405"/>
                  </a:lnTo>
                  <a:lnTo>
                    <a:pt x="202518" y="2830703"/>
                  </a:lnTo>
                  <a:lnTo>
                    <a:pt x="202854" y="2829892"/>
                  </a:lnTo>
                  <a:lnTo>
                    <a:pt x="203190" y="2829166"/>
                  </a:lnTo>
                  <a:lnTo>
                    <a:pt x="203527" y="2828498"/>
                  </a:lnTo>
                  <a:lnTo>
                    <a:pt x="203863" y="2827990"/>
                  </a:lnTo>
                  <a:lnTo>
                    <a:pt x="204200" y="2827736"/>
                  </a:lnTo>
                  <a:lnTo>
                    <a:pt x="204536" y="2827643"/>
                  </a:lnTo>
                  <a:lnTo>
                    <a:pt x="204873" y="2827660"/>
                  </a:lnTo>
                  <a:lnTo>
                    <a:pt x="205209" y="2827700"/>
                  </a:lnTo>
                  <a:lnTo>
                    <a:pt x="205546" y="2827677"/>
                  </a:lnTo>
                  <a:lnTo>
                    <a:pt x="205882" y="2827479"/>
                  </a:lnTo>
                  <a:lnTo>
                    <a:pt x="206219" y="2827218"/>
                  </a:lnTo>
                  <a:lnTo>
                    <a:pt x="206555" y="2826889"/>
                  </a:lnTo>
                  <a:lnTo>
                    <a:pt x="206892" y="2826533"/>
                  </a:lnTo>
                  <a:lnTo>
                    <a:pt x="207228" y="2826026"/>
                  </a:lnTo>
                  <a:lnTo>
                    <a:pt x="207564" y="2825522"/>
                  </a:lnTo>
                  <a:lnTo>
                    <a:pt x="207901" y="2824962"/>
                  </a:lnTo>
                  <a:lnTo>
                    <a:pt x="208237" y="2824501"/>
                  </a:lnTo>
                  <a:lnTo>
                    <a:pt x="208574" y="2824028"/>
                  </a:lnTo>
                  <a:lnTo>
                    <a:pt x="208910" y="2823547"/>
                  </a:lnTo>
                  <a:lnTo>
                    <a:pt x="209247" y="2822982"/>
                  </a:lnTo>
                  <a:lnTo>
                    <a:pt x="209583" y="2822421"/>
                  </a:lnTo>
                  <a:lnTo>
                    <a:pt x="209920" y="2821899"/>
                  </a:lnTo>
                  <a:lnTo>
                    <a:pt x="210256" y="2821321"/>
                  </a:lnTo>
                  <a:lnTo>
                    <a:pt x="210593" y="2820859"/>
                  </a:lnTo>
                  <a:lnTo>
                    <a:pt x="210929" y="2820490"/>
                  </a:lnTo>
                  <a:lnTo>
                    <a:pt x="211265" y="2820190"/>
                  </a:lnTo>
                  <a:lnTo>
                    <a:pt x="211602" y="2820036"/>
                  </a:lnTo>
                  <a:lnTo>
                    <a:pt x="211938" y="2819912"/>
                  </a:lnTo>
                  <a:lnTo>
                    <a:pt x="212275" y="2819848"/>
                  </a:lnTo>
                  <a:lnTo>
                    <a:pt x="212611" y="2819831"/>
                  </a:lnTo>
                  <a:lnTo>
                    <a:pt x="212948" y="2819814"/>
                  </a:lnTo>
                  <a:lnTo>
                    <a:pt x="213284" y="2819779"/>
                  </a:lnTo>
                  <a:lnTo>
                    <a:pt x="213621" y="2819762"/>
                  </a:lnTo>
                  <a:lnTo>
                    <a:pt x="213957" y="2819847"/>
                  </a:lnTo>
                  <a:lnTo>
                    <a:pt x="214294" y="2819935"/>
                  </a:lnTo>
                  <a:lnTo>
                    <a:pt x="214630" y="2820017"/>
                  </a:lnTo>
                  <a:lnTo>
                    <a:pt x="214967" y="2820109"/>
                  </a:lnTo>
                  <a:lnTo>
                    <a:pt x="215303" y="2820201"/>
                  </a:lnTo>
                  <a:lnTo>
                    <a:pt x="215639" y="2820317"/>
                  </a:lnTo>
                  <a:lnTo>
                    <a:pt x="215976" y="2820455"/>
                  </a:lnTo>
                  <a:lnTo>
                    <a:pt x="216312" y="2820539"/>
                  </a:lnTo>
                  <a:lnTo>
                    <a:pt x="216649" y="2820624"/>
                  </a:lnTo>
                  <a:lnTo>
                    <a:pt x="216985" y="2820724"/>
                  </a:lnTo>
                  <a:lnTo>
                    <a:pt x="217322" y="2820808"/>
                  </a:lnTo>
                  <a:lnTo>
                    <a:pt x="217658" y="2820920"/>
                  </a:lnTo>
                  <a:lnTo>
                    <a:pt x="217995" y="2821118"/>
                  </a:lnTo>
                  <a:lnTo>
                    <a:pt x="218331" y="2821118"/>
                  </a:lnTo>
                  <a:lnTo>
                    <a:pt x="218668" y="2821118"/>
                  </a:lnTo>
                  <a:lnTo>
                    <a:pt x="219004" y="2821118"/>
                  </a:lnTo>
                  <a:lnTo>
                    <a:pt x="219341" y="2821118"/>
                  </a:lnTo>
                  <a:lnTo>
                    <a:pt x="219677" y="2821118"/>
                  </a:lnTo>
                  <a:lnTo>
                    <a:pt x="220013" y="2821118"/>
                  </a:lnTo>
                  <a:lnTo>
                    <a:pt x="220350" y="2821118"/>
                  </a:lnTo>
                  <a:lnTo>
                    <a:pt x="220686" y="2821118"/>
                  </a:lnTo>
                  <a:lnTo>
                    <a:pt x="221023" y="2821118"/>
                  </a:lnTo>
                  <a:lnTo>
                    <a:pt x="221359" y="2821118"/>
                  </a:lnTo>
                  <a:lnTo>
                    <a:pt x="221696" y="2821118"/>
                  </a:lnTo>
                  <a:lnTo>
                    <a:pt x="222032" y="2821118"/>
                  </a:lnTo>
                  <a:lnTo>
                    <a:pt x="222369" y="2821118"/>
                  </a:lnTo>
                  <a:lnTo>
                    <a:pt x="222705" y="2821118"/>
                  </a:lnTo>
                  <a:lnTo>
                    <a:pt x="223042" y="2821118"/>
                  </a:lnTo>
                  <a:lnTo>
                    <a:pt x="223378" y="2821118"/>
                  </a:lnTo>
                  <a:lnTo>
                    <a:pt x="223715" y="2821226"/>
                  </a:lnTo>
                  <a:lnTo>
                    <a:pt x="224051" y="2821370"/>
                  </a:lnTo>
                  <a:lnTo>
                    <a:pt x="224387" y="2821514"/>
                  </a:lnTo>
                  <a:lnTo>
                    <a:pt x="224724" y="2821657"/>
                  </a:lnTo>
                  <a:lnTo>
                    <a:pt x="225060" y="2821945"/>
                  </a:lnTo>
                  <a:lnTo>
                    <a:pt x="225397" y="2822232"/>
                  </a:lnTo>
                  <a:lnTo>
                    <a:pt x="225733" y="2822519"/>
                  </a:lnTo>
                  <a:lnTo>
                    <a:pt x="226070" y="2822807"/>
                  </a:lnTo>
                  <a:lnTo>
                    <a:pt x="226406" y="2822838"/>
                  </a:lnTo>
                  <a:lnTo>
                    <a:pt x="226743" y="2822814"/>
                  </a:lnTo>
                  <a:lnTo>
                    <a:pt x="227079" y="2822789"/>
                  </a:lnTo>
                  <a:lnTo>
                    <a:pt x="227416" y="2822586"/>
                  </a:lnTo>
                  <a:lnTo>
                    <a:pt x="227752" y="2822390"/>
                  </a:lnTo>
                  <a:lnTo>
                    <a:pt x="228089" y="2822194"/>
                  </a:lnTo>
                  <a:lnTo>
                    <a:pt x="228425" y="2821999"/>
                  </a:lnTo>
                  <a:lnTo>
                    <a:pt x="228761" y="2821741"/>
                  </a:lnTo>
                  <a:lnTo>
                    <a:pt x="229098" y="2821462"/>
                  </a:lnTo>
                  <a:lnTo>
                    <a:pt x="229434" y="2821183"/>
                  </a:lnTo>
                  <a:lnTo>
                    <a:pt x="229771" y="2820904"/>
                  </a:lnTo>
                  <a:lnTo>
                    <a:pt x="230107" y="2820541"/>
                  </a:lnTo>
                  <a:lnTo>
                    <a:pt x="230444" y="2820179"/>
                  </a:lnTo>
                  <a:lnTo>
                    <a:pt x="230780" y="2819817"/>
                  </a:lnTo>
                  <a:lnTo>
                    <a:pt x="231117" y="2819454"/>
                  </a:lnTo>
                  <a:lnTo>
                    <a:pt x="231453" y="2819086"/>
                  </a:lnTo>
                  <a:lnTo>
                    <a:pt x="231790" y="2818852"/>
                  </a:lnTo>
                  <a:lnTo>
                    <a:pt x="232126" y="2818618"/>
                  </a:lnTo>
                  <a:lnTo>
                    <a:pt x="232463" y="2818427"/>
                  </a:lnTo>
                  <a:lnTo>
                    <a:pt x="232799" y="2818427"/>
                  </a:lnTo>
                  <a:lnTo>
                    <a:pt x="233135" y="2818427"/>
                  </a:lnTo>
                  <a:lnTo>
                    <a:pt x="233472" y="2818427"/>
                  </a:lnTo>
                  <a:lnTo>
                    <a:pt x="233808" y="2818228"/>
                  </a:lnTo>
                  <a:lnTo>
                    <a:pt x="234145" y="2818013"/>
                  </a:lnTo>
                  <a:lnTo>
                    <a:pt x="234481" y="2817798"/>
                  </a:lnTo>
                  <a:lnTo>
                    <a:pt x="234818" y="2817568"/>
                  </a:lnTo>
                  <a:lnTo>
                    <a:pt x="235154" y="2817333"/>
                  </a:lnTo>
                  <a:lnTo>
                    <a:pt x="235491" y="2817071"/>
                  </a:lnTo>
                  <a:lnTo>
                    <a:pt x="235827" y="2816693"/>
                  </a:lnTo>
                  <a:lnTo>
                    <a:pt x="236164" y="2816200"/>
                  </a:lnTo>
                  <a:lnTo>
                    <a:pt x="236500" y="2815689"/>
                  </a:lnTo>
                  <a:lnTo>
                    <a:pt x="236837" y="2815177"/>
                  </a:lnTo>
                  <a:lnTo>
                    <a:pt x="237173" y="2814671"/>
                  </a:lnTo>
                  <a:lnTo>
                    <a:pt x="237509" y="2814165"/>
                  </a:lnTo>
                  <a:lnTo>
                    <a:pt x="237846" y="2813659"/>
                  </a:lnTo>
                  <a:lnTo>
                    <a:pt x="238182" y="2813031"/>
                  </a:lnTo>
                  <a:lnTo>
                    <a:pt x="238519" y="2812637"/>
                  </a:lnTo>
                  <a:lnTo>
                    <a:pt x="238855" y="2812269"/>
                  </a:lnTo>
                  <a:lnTo>
                    <a:pt x="239192" y="2811921"/>
                  </a:lnTo>
                  <a:lnTo>
                    <a:pt x="239528" y="2811578"/>
                  </a:lnTo>
                  <a:lnTo>
                    <a:pt x="239865" y="2811369"/>
                  </a:lnTo>
                  <a:lnTo>
                    <a:pt x="240201" y="2811159"/>
                  </a:lnTo>
                  <a:lnTo>
                    <a:pt x="240538" y="2811145"/>
                  </a:lnTo>
                  <a:lnTo>
                    <a:pt x="240874" y="2811196"/>
                  </a:lnTo>
                  <a:lnTo>
                    <a:pt x="241211" y="2811244"/>
                  </a:lnTo>
                  <a:lnTo>
                    <a:pt x="241547" y="2811258"/>
                  </a:lnTo>
                  <a:lnTo>
                    <a:pt x="241883" y="2811185"/>
                  </a:lnTo>
                  <a:lnTo>
                    <a:pt x="242220" y="2811082"/>
                  </a:lnTo>
                  <a:lnTo>
                    <a:pt x="242556" y="2810961"/>
                  </a:lnTo>
                  <a:lnTo>
                    <a:pt x="242893" y="2810839"/>
                  </a:lnTo>
                  <a:lnTo>
                    <a:pt x="243229" y="2810788"/>
                  </a:lnTo>
                  <a:lnTo>
                    <a:pt x="243566" y="2810757"/>
                  </a:lnTo>
                  <a:lnTo>
                    <a:pt x="243902" y="2810726"/>
                  </a:lnTo>
                  <a:lnTo>
                    <a:pt x="244239" y="2810517"/>
                  </a:lnTo>
                  <a:lnTo>
                    <a:pt x="244575" y="2810297"/>
                  </a:lnTo>
                  <a:lnTo>
                    <a:pt x="244912" y="2809957"/>
                  </a:lnTo>
                  <a:lnTo>
                    <a:pt x="245248" y="2809729"/>
                  </a:lnTo>
                  <a:lnTo>
                    <a:pt x="245584" y="2809310"/>
                  </a:lnTo>
                  <a:lnTo>
                    <a:pt x="245921" y="2809083"/>
                  </a:lnTo>
                  <a:lnTo>
                    <a:pt x="246257" y="2808531"/>
                  </a:lnTo>
                  <a:lnTo>
                    <a:pt x="246594" y="2808041"/>
                  </a:lnTo>
                  <a:lnTo>
                    <a:pt x="246930" y="2807667"/>
                  </a:lnTo>
                  <a:lnTo>
                    <a:pt x="247267" y="2807343"/>
                  </a:lnTo>
                  <a:lnTo>
                    <a:pt x="247603" y="2807133"/>
                  </a:lnTo>
                  <a:lnTo>
                    <a:pt x="247940" y="2806924"/>
                  </a:lnTo>
                  <a:lnTo>
                    <a:pt x="248276" y="2806715"/>
                  </a:lnTo>
                  <a:lnTo>
                    <a:pt x="248613" y="2806505"/>
                  </a:lnTo>
                  <a:lnTo>
                    <a:pt x="248949" y="2806296"/>
                  </a:lnTo>
                  <a:lnTo>
                    <a:pt x="249286" y="2806087"/>
                  </a:lnTo>
                  <a:lnTo>
                    <a:pt x="249622" y="2805888"/>
                  </a:lnTo>
                  <a:lnTo>
                    <a:pt x="249958" y="2805809"/>
                  </a:lnTo>
                  <a:lnTo>
                    <a:pt x="250295" y="2805790"/>
                  </a:lnTo>
                  <a:lnTo>
                    <a:pt x="250631" y="2805771"/>
                  </a:lnTo>
                  <a:lnTo>
                    <a:pt x="250968" y="2805541"/>
                  </a:lnTo>
                  <a:lnTo>
                    <a:pt x="251304" y="2805326"/>
                  </a:lnTo>
                  <a:lnTo>
                    <a:pt x="251641" y="2805127"/>
                  </a:lnTo>
                  <a:lnTo>
                    <a:pt x="251977" y="2804983"/>
                  </a:lnTo>
                  <a:lnTo>
                    <a:pt x="252314" y="2804724"/>
                  </a:lnTo>
                  <a:lnTo>
                    <a:pt x="252650" y="2804437"/>
                  </a:lnTo>
                  <a:lnTo>
                    <a:pt x="252987" y="2804150"/>
                  </a:lnTo>
                  <a:lnTo>
                    <a:pt x="253323" y="2803862"/>
                  </a:lnTo>
                  <a:lnTo>
                    <a:pt x="253660" y="2803575"/>
                  </a:lnTo>
                  <a:lnTo>
                    <a:pt x="253996" y="2803287"/>
                  </a:lnTo>
                  <a:lnTo>
                    <a:pt x="254332" y="2803137"/>
                  </a:lnTo>
                  <a:lnTo>
                    <a:pt x="254669" y="2803014"/>
                  </a:lnTo>
                  <a:lnTo>
                    <a:pt x="255005" y="2803014"/>
                  </a:lnTo>
                  <a:lnTo>
                    <a:pt x="255342" y="2803014"/>
                  </a:lnTo>
                  <a:lnTo>
                    <a:pt x="255678" y="2803295"/>
                  </a:lnTo>
                  <a:lnTo>
                    <a:pt x="256015" y="2803725"/>
                  </a:lnTo>
                  <a:lnTo>
                    <a:pt x="256351" y="2804176"/>
                  </a:lnTo>
                  <a:lnTo>
                    <a:pt x="256688" y="2804638"/>
                  </a:lnTo>
                  <a:lnTo>
                    <a:pt x="257024" y="2805299"/>
                  </a:lnTo>
                  <a:lnTo>
                    <a:pt x="257361" y="2806086"/>
                  </a:lnTo>
                  <a:lnTo>
                    <a:pt x="257697" y="2806895"/>
                  </a:lnTo>
                  <a:lnTo>
                    <a:pt x="258034" y="2807389"/>
                  </a:lnTo>
                  <a:lnTo>
                    <a:pt x="258370" y="2807583"/>
                  </a:lnTo>
                  <a:lnTo>
                    <a:pt x="258706" y="2807734"/>
                  </a:lnTo>
                  <a:lnTo>
                    <a:pt x="259043" y="2807906"/>
                  </a:lnTo>
                  <a:lnTo>
                    <a:pt x="259379" y="2808203"/>
                  </a:lnTo>
                  <a:lnTo>
                    <a:pt x="259716" y="2808531"/>
                  </a:lnTo>
                  <a:lnTo>
                    <a:pt x="260052" y="2809016"/>
                  </a:lnTo>
                  <a:lnTo>
                    <a:pt x="260389" y="2809516"/>
                  </a:lnTo>
                  <a:lnTo>
                    <a:pt x="260725" y="2810136"/>
                  </a:lnTo>
                  <a:lnTo>
                    <a:pt x="261062" y="2810788"/>
                  </a:lnTo>
                  <a:lnTo>
                    <a:pt x="261398" y="2811518"/>
                  </a:lnTo>
                  <a:lnTo>
                    <a:pt x="261735" y="2812319"/>
                  </a:lnTo>
                  <a:lnTo>
                    <a:pt x="262071" y="2813184"/>
                  </a:lnTo>
                  <a:lnTo>
                    <a:pt x="262408" y="2814036"/>
                  </a:lnTo>
                  <a:lnTo>
                    <a:pt x="262744" y="2814820"/>
                  </a:lnTo>
                  <a:lnTo>
                    <a:pt x="263080" y="2815626"/>
                  </a:lnTo>
                  <a:lnTo>
                    <a:pt x="263417" y="2816444"/>
                  </a:lnTo>
                  <a:lnTo>
                    <a:pt x="263753" y="2817295"/>
                  </a:lnTo>
                  <a:lnTo>
                    <a:pt x="264090" y="2818144"/>
                  </a:lnTo>
                  <a:lnTo>
                    <a:pt x="264426" y="2818925"/>
                  </a:lnTo>
                  <a:lnTo>
                    <a:pt x="264763" y="2819612"/>
                  </a:lnTo>
                  <a:lnTo>
                    <a:pt x="265099" y="2820209"/>
                  </a:lnTo>
                  <a:lnTo>
                    <a:pt x="265436" y="2820886"/>
                  </a:lnTo>
                  <a:lnTo>
                    <a:pt x="265772" y="2821633"/>
                  </a:lnTo>
                  <a:lnTo>
                    <a:pt x="266109" y="2822318"/>
                  </a:lnTo>
                  <a:lnTo>
                    <a:pt x="266445" y="2822901"/>
                  </a:lnTo>
                  <a:lnTo>
                    <a:pt x="266782" y="2823575"/>
                  </a:lnTo>
                  <a:lnTo>
                    <a:pt x="267118" y="2824224"/>
                  </a:lnTo>
                  <a:lnTo>
                    <a:pt x="267454" y="2824836"/>
                  </a:lnTo>
                  <a:lnTo>
                    <a:pt x="267791" y="2825502"/>
                  </a:lnTo>
                  <a:lnTo>
                    <a:pt x="268127" y="2826209"/>
                  </a:lnTo>
                  <a:lnTo>
                    <a:pt x="268464" y="2827019"/>
                  </a:lnTo>
                  <a:lnTo>
                    <a:pt x="268800" y="2827926"/>
                  </a:lnTo>
                  <a:lnTo>
                    <a:pt x="269137" y="2828877"/>
                  </a:lnTo>
                  <a:lnTo>
                    <a:pt x="269473" y="2829787"/>
                  </a:lnTo>
                  <a:lnTo>
                    <a:pt x="269810" y="2830723"/>
                  </a:lnTo>
                  <a:lnTo>
                    <a:pt x="270146" y="2831768"/>
                  </a:lnTo>
                  <a:lnTo>
                    <a:pt x="270483" y="2832725"/>
                  </a:lnTo>
                  <a:lnTo>
                    <a:pt x="270854" y="2833682"/>
                  </a:lnTo>
                  <a:lnTo>
                    <a:pt x="289661" y="2833619"/>
                  </a:lnTo>
                  <a:lnTo>
                    <a:pt x="289997" y="2833332"/>
                  </a:lnTo>
                  <a:lnTo>
                    <a:pt x="290334" y="2833116"/>
                  </a:lnTo>
                  <a:lnTo>
                    <a:pt x="290670" y="2832973"/>
                  </a:lnTo>
                  <a:lnTo>
                    <a:pt x="291007" y="2832793"/>
                  </a:lnTo>
                  <a:lnTo>
                    <a:pt x="291343" y="2832506"/>
                  </a:lnTo>
                  <a:lnTo>
                    <a:pt x="291680" y="2832218"/>
                  </a:lnTo>
                  <a:lnTo>
                    <a:pt x="292016" y="2831931"/>
                  </a:lnTo>
                  <a:lnTo>
                    <a:pt x="292353" y="2831644"/>
                  </a:lnTo>
                  <a:lnTo>
                    <a:pt x="292689" y="2831623"/>
                  </a:lnTo>
                  <a:lnTo>
                    <a:pt x="293025" y="2831730"/>
                  </a:lnTo>
                  <a:lnTo>
                    <a:pt x="293362" y="2831838"/>
                  </a:lnTo>
                  <a:lnTo>
                    <a:pt x="293698" y="2831963"/>
                  </a:lnTo>
                  <a:lnTo>
                    <a:pt x="294035" y="2832226"/>
                  </a:lnTo>
                  <a:lnTo>
                    <a:pt x="294371" y="2832512"/>
                  </a:lnTo>
                  <a:lnTo>
                    <a:pt x="294708" y="2832791"/>
                  </a:lnTo>
                  <a:lnTo>
                    <a:pt x="295044" y="2833070"/>
                  </a:lnTo>
                  <a:lnTo>
                    <a:pt x="295381" y="2833349"/>
                  </a:lnTo>
                  <a:lnTo>
                    <a:pt x="295778" y="2833682"/>
                  </a:lnTo>
                  <a:lnTo>
                    <a:pt x="379334" y="2833682"/>
                  </a:lnTo>
                  <a:lnTo>
                    <a:pt x="379496" y="2833182"/>
                  </a:lnTo>
                  <a:lnTo>
                    <a:pt x="379832" y="2832231"/>
                  </a:lnTo>
                  <a:lnTo>
                    <a:pt x="380169" y="2831160"/>
                  </a:lnTo>
                  <a:lnTo>
                    <a:pt x="380505" y="2829948"/>
                  </a:lnTo>
                  <a:lnTo>
                    <a:pt x="380842" y="2828649"/>
                  </a:lnTo>
                  <a:lnTo>
                    <a:pt x="381178" y="2827339"/>
                  </a:lnTo>
                  <a:lnTo>
                    <a:pt x="381515" y="2825942"/>
                  </a:lnTo>
                  <a:lnTo>
                    <a:pt x="381851" y="2824519"/>
                  </a:lnTo>
                  <a:lnTo>
                    <a:pt x="382188" y="2822987"/>
                  </a:lnTo>
                  <a:lnTo>
                    <a:pt x="382524" y="2821424"/>
                  </a:lnTo>
                  <a:lnTo>
                    <a:pt x="382860" y="2819820"/>
                  </a:lnTo>
                  <a:lnTo>
                    <a:pt x="383197" y="2818204"/>
                  </a:lnTo>
                  <a:lnTo>
                    <a:pt x="383533" y="2816217"/>
                  </a:lnTo>
                  <a:lnTo>
                    <a:pt x="383870" y="2814264"/>
                  </a:lnTo>
                  <a:lnTo>
                    <a:pt x="384206" y="2812244"/>
                  </a:lnTo>
                  <a:lnTo>
                    <a:pt x="384543" y="2810368"/>
                  </a:lnTo>
                  <a:lnTo>
                    <a:pt x="384879" y="2808421"/>
                  </a:lnTo>
                  <a:lnTo>
                    <a:pt x="385216" y="2806427"/>
                  </a:lnTo>
                  <a:lnTo>
                    <a:pt x="385552" y="2804438"/>
                  </a:lnTo>
                  <a:lnTo>
                    <a:pt x="385889" y="2802632"/>
                  </a:lnTo>
                  <a:lnTo>
                    <a:pt x="386225" y="2801048"/>
                  </a:lnTo>
                  <a:lnTo>
                    <a:pt x="386562" y="2799456"/>
                  </a:lnTo>
                  <a:lnTo>
                    <a:pt x="386898" y="2798185"/>
                  </a:lnTo>
                  <a:lnTo>
                    <a:pt x="387234" y="2796961"/>
                  </a:lnTo>
                  <a:lnTo>
                    <a:pt x="387571" y="2795522"/>
                  </a:lnTo>
                  <a:lnTo>
                    <a:pt x="387907" y="2794282"/>
                  </a:lnTo>
                  <a:lnTo>
                    <a:pt x="388244" y="2793201"/>
                  </a:lnTo>
                  <a:lnTo>
                    <a:pt x="388580" y="2792223"/>
                  </a:lnTo>
                  <a:lnTo>
                    <a:pt x="388917" y="2791388"/>
                  </a:lnTo>
                  <a:lnTo>
                    <a:pt x="389253" y="2790547"/>
                  </a:lnTo>
                  <a:lnTo>
                    <a:pt x="389590" y="2789825"/>
                  </a:lnTo>
                  <a:lnTo>
                    <a:pt x="389926" y="2789261"/>
                  </a:lnTo>
                  <a:lnTo>
                    <a:pt x="390263" y="2788760"/>
                  </a:lnTo>
                  <a:lnTo>
                    <a:pt x="390599" y="2788408"/>
                  </a:lnTo>
                  <a:lnTo>
                    <a:pt x="390936" y="2788067"/>
                  </a:lnTo>
                  <a:lnTo>
                    <a:pt x="391272" y="2787700"/>
                  </a:lnTo>
                  <a:lnTo>
                    <a:pt x="391608" y="2787396"/>
                  </a:lnTo>
                  <a:lnTo>
                    <a:pt x="391945" y="2786753"/>
                  </a:lnTo>
                  <a:lnTo>
                    <a:pt x="392281" y="2785361"/>
                  </a:lnTo>
                  <a:lnTo>
                    <a:pt x="392618" y="2784061"/>
                  </a:lnTo>
                  <a:lnTo>
                    <a:pt x="392954" y="2783042"/>
                  </a:lnTo>
                  <a:lnTo>
                    <a:pt x="393291" y="2781925"/>
                  </a:lnTo>
                  <a:lnTo>
                    <a:pt x="393627" y="2781089"/>
                  </a:lnTo>
                  <a:lnTo>
                    <a:pt x="393964" y="2780137"/>
                  </a:lnTo>
                  <a:lnTo>
                    <a:pt x="394300" y="2778747"/>
                  </a:lnTo>
                  <a:lnTo>
                    <a:pt x="394637" y="2777142"/>
                  </a:lnTo>
                  <a:lnTo>
                    <a:pt x="394973" y="2775450"/>
                  </a:lnTo>
                  <a:lnTo>
                    <a:pt x="395310" y="2773565"/>
                  </a:lnTo>
                  <a:lnTo>
                    <a:pt x="395646" y="2771410"/>
                  </a:lnTo>
                  <a:lnTo>
                    <a:pt x="395982" y="2769291"/>
                  </a:lnTo>
                  <a:lnTo>
                    <a:pt x="396319" y="2767518"/>
                  </a:lnTo>
                  <a:lnTo>
                    <a:pt x="396655" y="2766081"/>
                  </a:lnTo>
                  <a:lnTo>
                    <a:pt x="396992" y="2764356"/>
                  </a:lnTo>
                  <a:lnTo>
                    <a:pt x="397328" y="2762345"/>
                  </a:lnTo>
                  <a:lnTo>
                    <a:pt x="397665" y="2760333"/>
                  </a:lnTo>
                  <a:lnTo>
                    <a:pt x="398001" y="2758235"/>
                  </a:lnTo>
                  <a:lnTo>
                    <a:pt x="398338" y="2756015"/>
                  </a:lnTo>
                  <a:lnTo>
                    <a:pt x="398674" y="2753587"/>
                  </a:lnTo>
                  <a:lnTo>
                    <a:pt x="399011" y="2751353"/>
                  </a:lnTo>
                  <a:lnTo>
                    <a:pt x="399347" y="2749557"/>
                  </a:lnTo>
                  <a:lnTo>
                    <a:pt x="399684" y="2747976"/>
                  </a:lnTo>
                  <a:lnTo>
                    <a:pt x="400020" y="2746482"/>
                  </a:lnTo>
                  <a:lnTo>
                    <a:pt x="400356" y="2745067"/>
                  </a:lnTo>
                  <a:lnTo>
                    <a:pt x="400693" y="2743931"/>
                  </a:lnTo>
                  <a:lnTo>
                    <a:pt x="401029" y="2742926"/>
                  </a:lnTo>
                  <a:lnTo>
                    <a:pt x="401366" y="2741920"/>
                  </a:lnTo>
                  <a:lnTo>
                    <a:pt x="401702" y="2740914"/>
                  </a:lnTo>
                  <a:lnTo>
                    <a:pt x="402039" y="2740196"/>
                  </a:lnTo>
                  <a:lnTo>
                    <a:pt x="402375" y="2739765"/>
                  </a:lnTo>
                  <a:lnTo>
                    <a:pt x="402712" y="2739333"/>
                  </a:lnTo>
                  <a:lnTo>
                    <a:pt x="403048" y="2738902"/>
                  </a:lnTo>
                  <a:lnTo>
                    <a:pt x="403385" y="2738536"/>
                  </a:lnTo>
                  <a:lnTo>
                    <a:pt x="403721" y="2738385"/>
                  </a:lnTo>
                  <a:lnTo>
                    <a:pt x="404058" y="2738241"/>
                  </a:lnTo>
                  <a:lnTo>
                    <a:pt x="404394" y="2738198"/>
                  </a:lnTo>
                  <a:lnTo>
                    <a:pt x="404730" y="2738277"/>
                  </a:lnTo>
                  <a:lnTo>
                    <a:pt x="405067" y="2738421"/>
                  </a:lnTo>
                  <a:lnTo>
                    <a:pt x="405403" y="2738687"/>
                  </a:lnTo>
                  <a:lnTo>
                    <a:pt x="405740" y="2738833"/>
                  </a:lnTo>
                  <a:lnTo>
                    <a:pt x="406076" y="2739168"/>
                  </a:lnTo>
                  <a:lnTo>
                    <a:pt x="406413" y="2739557"/>
                  </a:lnTo>
                  <a:lnTo>
                    <a:pt x="406749" y="2739807"/>
                  </a:lnTo>
                  <a:lnTo>
                    <a:pt x="407086" y="2739935"/>
                  </a:lnTo>
                  <a:lnTo>
                    <a:pt x="407422" y="2740117"/>
                  </a:lnTo>
                  <a:lnTo>
                    <a:pt x="407759" y="2740251"/>
                  </a:lnTo>
                  <a:lnTo>
                    <a:pt x="408095" y="2740385"/>
                  </a:lnTo>
                  <a:lnTo>
                    <a:pt x="408431" y="2740471"/>
                  </a:lnTo>
                  <a:lnTo>
                    <a:pt x="408768" y="2740571"/>
                  </a:lnTo>
                  <a:lnTo>
                    <a:pt x="409104" y="2740671"/>
                  </a:lnTo>
                  <a:lnTo>
                    <a:pt x="409441" y="2740639"/>
                  </a:lnTo>
                  <a:lnTo>
                    <a:pt x="409777" y="2740675"/>
                  </a:lnTo>
                  <a:lnTo>
                    <a:pt x="410114" y="2740813"/>
                  </a:lnTo>
                  <a:lnTo>
                    <a:pt x="410450" y="2740945"/>
                  </a:lnTo>
                  <a:lnTo>
                    <a:pt x="410787" y="2741015"/>
                  </a:lnTo>
                  <a:lnTo>
                    <a:pt x="411123" y="2740983"/>
                  </a:lnTo>
                  <a:lnTo>
                    <a:pt x="411460" y="2740932"/>
                  </a:lnTo>
                  <a:lnTo>
                    <a:pt x="411796" y="2741175"/>
                  </a:lnTo>
                  <a:lnTo>
                    <a:pt x="412133" y="2741302"/>
                  </a:lnTo>
                  <a:lnTo>
                    <a:pt x="412469" y="2741461"/>
                  </a:lnTo>
                  <a:lnTo>
                    <a:pt x="412805" y="2741670"/>
                  </a:lnTo>
                  <a:lnTo>
                    <a:pt x="413142" y="2741879"/>
                  </a:lnTo>
                  <a:lnTo>
                    <a:pt x="413478" y="2742116"/>
                  </a:lnTo>
                  <a:lnTo>
                    <a:pt x="413815" y="2742407"/>
                  </a:lnTo>
                  <a:lnTo>
                    <a:pt x="414151" y="2742699"/>
                  </a:lnTo>
                  <a:lnTo>
                    <a:pt x="414488" y="2742708"/>
                  </a:lnTo>
                  <a:lnTo>
                    <a:pt x="414824" y="2742592"/>
                  </a:lnTo>
                  <a:lnTo>
                    <a:pt x="415161" y="2742314"/>
                  </a:lnTo>
                  <a:lnTo>
                    <a:pt x="415497" y="2741991"/>
                  </a:lnTo>
                  <a:lnTo>
                    <a:pt x="415834" y="2741626"/>
                  </a:lnTo>
                  <a:lnTo>
                    <a:pt x="416170" y="2741243"/>
                  </a:lnTo>
                  <a:lnTo>
                    <a:pt x="416507" y="2740860"/>
                  </a:lnTo>
                  <a:lnTo>
                    <a:pt x="416843" y="2740477"/>
                  </a:lnTo>
                  <a:lnTo>
                    <a:pt x="417179" y="2740094"/>
                  </a:lnTo>
                  <a:lnTo>
                    <a:pt x="417516" y="2739651"/>
                  </a:lnTo>
                  <a:lnTo>
                    <a:pt x="417852" y="2739208"/>
                  </a:lnTo>
                  <a:lnTo>
                    <a:pt x="418189" y="2738765"/>
                  </a:lnTo>
                  <a:lnTo>
                    <a:pt x="418525" y="2738301"/>
                  </a:lnTo>
                  <a:lnTo>
                    <a:pt x="418862" y="2737799"/>
                  </a:lnTo>
                  <a:lnTo>
                    <a:pt x="419198" y="2737268"/>
                  </a:lnTo>
                  <a:lnTo>
                    <a:pt x="419535" y="2736796"/>
                  </a:lnTo>
                  <a:lnTo>
                    <a:pt x="419871" y="2736323"/>
                  </a:lnTo>
                  <a:lnTo>
                    <a:pt x="420208" y="2735961"/>
                  </a:lnTo>
                  <a:lnTo>
                    <a:pt x="420544" y="2735804"/>
                  </a:lnTo>
                  <a:lnTo>
                    <a:pt x="420881" y="2735785"/>
                  </a:lnTo>
                  <a:lnTo>
                    <a:pt x="421217" y="2735900"/>
                  </a:lnTo>
                  <a:lnTo>
                    <a:pt x="421553" y="2736028"/>
                  </a:lnTo>
                  <a:lnTo>
                    <a:pt x="421890" y="2736227"/>
                  </a:lnTo>
                  <a:lnTo>
                    <a:pt x="422226" y="2736425"/>
                  </a:lnTo>
                  <a:lnTo>
                    <a:pt x="422563" y="2736560"/>
                  </a:lnTo>
                  <a:lnTo>
                    <a:pt x="422899" y="2736687"/>
                  </a:lnTo>
                  <a:lnTo>
                    <a:pt x="423236" y="2736814"/>
                  </a:lnTo>
                  <a:lnTo>
                    <a:pt x="423572" y="2736945"/>
                  </a:lnTo>
                  <a:lnTo>
                    <a:pt x="423909" y="2737091"/>
                  </a:lnTo>
                  <a:lnTo>
                    <a:pt x="424245" y="2737260"/>
                  </a:lnTo>
                  <a:lnTo>
                    <a:pt x="424582" y="2737667"/>
                  </a:lnTo>
                  <a:lnTo>
                    <a:pt x="424918" y="2738075"/>
                  </a:lnTo>
                  <a:lnTo>
                    <a:pt x="425255" y="2738482"/>
                  </a:lnTo>
                  <a:lnTo>
                    <a:pt x="425591" y="2738889"/>
                  </a:lnTo>
                  <a:lnTo>
                    <a:pt x="425927" y="2739283"/>
                  </a:lnTo>
                  <a:lnTo>
                    <a:pt x="426264" y="2739389"/>
                  </a:lnTo>
                  <a:lnTo>
                    <a:pt x="426600" y="2739468"/>
                  </a:lnTo>
                  <a:lnTo>
                    <a:pt x="426937" y="2739364"/>
                  </a:lnTo>
                  <a:lnTo>
                    <a:pt x="427273" y="2739317"/>
                  </a:lnTo>
                  <a:lnTo>
                    <a:pt x="427610" y="2739411"/>
                  </a:lnTo>
                  <a:lnTo>
                    <a:pt x="427946" y="2739516"/>
                  </a:lnTo>
                  <a:lnTo>
                    <a:pt x="428283" y="2739620"/>
                  </a:lnTo>
                  <a:lnTo>
                    <a:pt x="428619" y="2739572"/>
                  </a:lnTo>
                  <a:lnTo>
                    <a:pt x="428956" y="2739498"/>
                  </a:lnTo>
                  <a:lnTo>
                    <a:pt x="429292" y="2739421"/>
                  </a:lnTo>
                  <a:lnTo>
                    <a:pt x="429629" y="2739332"/>
                  </a:lnTo>
                  <a:lnTo>
                    <a:pt x="429965" y="2739219"/>
                  </a:lnTo>
                  <a:lnTo>
                    <a:pt x="430301" y="2738880"/>
                  </a:lnTo>
                  <a:lnTo>
                    <a:pt x="430638" y="2738540"/>
                  </a:lnTo>
                  <a:lnTo>
                    <a:pt x="430974" y="2738255"/>
                  </a:lnTo>
                  <a:lnTo>
                    <a:pt x="431311" y="2738336"/>
                  </a:lnTo>
                  <a:lnTo>
                    <a:pt x="431647" y="2738368"/>
                  </a:lnTo>
                  <a:lnTo>
                    <a:pt x="431984" y="2738388"/>
                  </a:lnTo>
                  <a:lnTo>
                    <a:pt x="432320" y="2738302"/>
                  </a:lnTo>
                  <a:lnTo>
                    <a:pt x="432657" y="2737888"/>
                  </a:lnTo>
                  <a:lnTo>
                    <a:pt x="432993" y="2737439"/>
                  </a:lnTo>
                  <a:lnTo>
                    <a:pt x="433330" y="2736992"/>
                  </a:lnTo>
                  <a:lnTo>
                    <a:pt x="433666" y="2736613"/>
                  </a:lnTo>
                  <a:lnTo>
                    <a:pt x="434003" y="2736233"/>
                  </a:lnTo>
                  <a:lnTo>
                    <a:pt x="434339" y="2735957"/>
                  </a:lnTo>
                  <a:lnTo>
                    <a:pt x="434675" y="2735509"/>
                  </a:lnTo>
                  <a:lnTo>
                    <a:pt x="435012" y="2734967"/>
                  </a:lnTo>
                  <a:lnTo>
                    <a:pt x="435348" y="2734374"/>
                  </a:lnTo>
                  <a:lnTo>
                    <a:pt x="435685" y="2733763"/>
                  </a:lnTo>
                  <a:lnTo>
                    <a:pt x="436021" y="2733119"/>
                  </a:lnTo>
                  <a:lnTo>
                    <a:pt x="436358" y="2732409"/>
                  </a:lnTo>
                  <a:lnTo>
                    <a:pt x="436694" y="2731692"/>
                  </a:lnTo>
                  <a:lnTo>
                    <a:pt x="437031" y="2731161"/>
                  </a:lnTo>
                  <a:lnTo>
                    <a:pt x="437367" y="2730524"/>
                  </a:lnTo>
                  <a:lnTo>
                    <a:pt x="437704" y="2730352"/>
                  </a:lnTo>
                  <a:lnTo>
                    <a:pt x="438040" y="2729999"/>
                  </a:lnTo>
                  <a:lnTo>
                    <a:pt x="438377" y="2729682"/>
                  </a:lnTo>
                  <a:lnTo>
                    <a:pt x="438713" y="2729671"/>
                  </a:lnTo>
                  <a:lnTo>
                    <a:pt x="439049" y="2729881"/>
                  </a:lnTo>
                  <a:lnTo>
                    <a:pt x="439386" y="2729953"/>
                  </a:lnTo>
                  <a:lnTo>
                    <a:pt x="439722" y="2730210"/>
                  </a:lnTo>
                  <a:lnTo>
                    <a:pt x="440059" y="2730575"/>
                  </a:lnTo>
                  <a:lnTo>
                    <a:pt x="440395" y="2730990"/>
                  </a:lnTo>
                  <a:lnTo>
                    <a:pt x="440732" y="2731163"/>
                  </a:lnTo>
                  <a:lnTo>
                    <a:pt x="441068" y="2731295"/>
                  </a:lnTo>
                  <a:lnTo>
                    <a:pt x="441405" y="2731560"/>
                  </a:lnTo>
                  <a:lnTo>
                    <a:pt x="441741" y="2732005"/>
                  </a:lnTo>
                  <a:lnTo>
                    <a:pt x="442078" y="2732371"/>
                  </a:lnTo>
                  <a:lnTo>
                    <a:pt x="442414" y="2732702"/>
                  </a:lnTo>
                  <a:lnTo>
                    <a:pt x="442750" y="2732741"/>
                  </a:lnTo>
                  <a:lnTo>
                    <a:pt x="443087" y="2732867"/>
                  </a:lnTo>
                  <a:lnTo>
                    <a:pt x="443423" y="2732652"/>
                  </a:lnTo>
                  <a:lnTo>
                    <a:pt x="443760" y="2732149"/>
                  </a:lnTo>
                  <a:lnTo>
                    <a:pt x="444096" y="2731302"/>
                  </a:lnTo>
                  <a:lnTo>
                    <a:pt x="444433" y="2730088"/>
                  </a:lnTo>
                  <a:lnTo>
                    <a:pt x="444769" y="2728879"/>
                  </a:lnTo>
                  <a:lnTo>
                    <a:pt x="445106" y="2727823"/>
                  </a:lnTo>
                  <a:lnTo>
                    <a:pt x="445442" y="2726902"/>
                  </a:lnTo>
                  <a:lnTo>
                    <a:pt x="445779" y="2726160"/>
                  </a:lnTo>
                  <a:lnTo>
                    <a:pt x="446115" y="2725647"/>
                  </a:lnTo>
                  <a:lnTo>
                    <a:pt x="446452" y="2725372"/>
                  </a:lnTo>
                  <a:lnTo>
                    <a:pt x="446788" y="2725185"/>
                  </a:lnTo>
                  <a:lnTo>
                    <a:pt x="447124" y="2725112"/>
                  </a:lnTo>
                  <a:lnTo>
                    <a:pt x="447461" y="2725247"/>
                  </a:lnTo>
                  <a:lnTo>
                    <a:pt x="447797" y="2725502"/>
                  </a:lnTo>
                  <a:lnTo>
                    <a:pt x="448134" y="2725798"/>
                  </a:lnTo>
                  <a:lnTo>
                    <a:pt x="448470" y="2726299"/>
                  </a:lnTo>
                  <a:lnTo>
                    <a:pt x="448807" y="2726895"/>
                  </a:lnTo>
                  <a:lnTo>
                    <a:pt x="449143" y="2727695"/>
                  </a:lnTo>
                  <a:lnTo>
                    <a:pt x="449480" y="2728850"/>
                  </a:lnTo>
                  <a:lnTo>
                    <a:pt x="449816" y="2730035"/>
                  </a:lnTo>
                  <a:lnTo>
                    <a:pt x="450153" y="2731261"/>
                  </a:lnTo>
                  <a:lnTo>
                    <a:pt x="450489" y="2732499"/>
                  </a:lnTo>
                  <a:lnTo>
                    <a:pt x="450826" y="2734080"/>
                  </a:lnTo>
                  <a:lnTo>
                    <a:pt x="451162" y="2735515"/>
                  </a:lnTo>
                  <a:lnTo>
                    <a:pt x="451498" y="2737049"/>
                  </a:lnTo>
                  <a:lnTo>
                    <a:pt x="451835" y="2738638"/>
                  </a:lnTo>
                  <a:lnTo>
                    <a:pt x="452171" y="2740297"/>
                  </a:lnTo>
                  <a:lnTo>
                    <a:pt x="452508" y="2742004"/>
                  </a:lnTo>
                  <a:lnTo>
                    <a:pt x="452844" y="2743720"/>
                  </a:lnTo>
                  <a:lnTo>
                    <a:pt x="453181" y="2745382"/>
                  </a:lnTo>
                  <a:lnTo>
                    <a:pt x="453517" y="2746823"/>
                  </a:lnTo>
                  <a:lnTo>
                    <a:pt x="453854" y="2748271"/>
                  </a:lnTo>
                  <a:lnTo>
                    <a:pt x="454190" y="2749398"/>
                  </a:lnTo>
                  <a:lnTo>
                    <a:pt x="454527" y="2750479"/>
                  </a:lnTo>
                  <a:lnTo>
                    <a:pt x="454863" y="2751774"/>
                  </a:lnTo>
                  <a:lnTo>
                    <a:pt x="455200" y="2752870"/>
                  </a:lnTo>
                  <a:lnTo>
                    <a:pt x="455536" y="2753808"/>
                  </a:lnTo>
                  <a:lnTo>
                    <a:pt x="455872" y="2754670"/>
                  </a:lnTo>
                  <a:lnTo>
                    <a:pt x="456209" y="2755506"/>
                  </a:lnTo>
                  <a:lnTo>
                    <a:pt x="456545" y="2756347"/>
                  </a:lnTo>
                  <a:lnTo>
                    <a:pt x="456882" y="2757040"/>
                  </a:lnTo>
                  <a:lnTo>
                    <a:pt x="457218" y="2757323"/>
                  </a:lnTo>
                  <a:lnTo>
                    <a:pt x="457555" y="2757373"/>
                  </a:lnTo>
                  <a:lnTo>
                    <a:pt x="457891" y="2757330"/>
                  </a:lnTo>
                  <a:lnTo>
                    <a:pt x="458228" y="2757276"/>
                  </a:lnTo>
                  <a:lnTo>
                    <a:pt x="458564" y="2757248"/>
                  </a:lnTo>
                  <a:lnTo>
                    <a:pt x="458901" y="2757064"/>
                  </a:lnTo>
                  <a:lnTo>
                    <a:pt x="459237" y="2757146"/>
                  </a:lnTo>
                  <a:lnTo>
                    <a:pt x="459574" y="2757978"/>
                  </a:lnTo>
                  <a:lnTo>
                    <a:pt x="459910" y="2758480"/>
                  </a:lnTo>
                  <a:lnTo>
                    <a:pt x="460246" y="2758715"/>
                  </a:lnTo>
                  <a:lnTo>
                    <a:pt x="460583" y="2759088"/>
                  </a:lnTo>
                  <a:lnTo>
                    <a:pt x="460919" y="2759181"/>
                  </a:lnTo>
                  <a:lnTo>
                    <a:pt x="461256" y="2759390"/>
                  </a:lnTo>
                  <a:lnTo>
                    <a:pt x="461592" y="2760036"/>
                  </a:lnTo>
                  <a:lnTo>
                    <a:pt x="461929" y="2760927"/>
                  </a:lnTo>
                  <a:lnTo>
                    <a:pt x="462265" y="2762156"/>
                  </a:lnTo>
                  <a:lnTo>
                    <a:pt x="462602" y="2763578"/>
                  </a:lnTo>
                  <a:lnTo>
                    <a:pt x="462938" y="2765195"/>
                  </a:lnTo>
                  <a:lnTo>
                    <a:pt x="463275" y="2766775"/>
                  </a:lnTo>
                  <a:lnTo>
                    <a:pt x="463611" y="2768011"/>
                  </a:lnTo>
                  <a:lnTo>
                    <a:pt x="463948" y="2769232"/>
                  </a:lnTo>
                  <a:lnTo>
                    <a:pt x="464284" y="2770763"/>
                  </a:lnTo>
                  <a:lnTo>
                    <a:pt x="464620" y="2772487"/>
                  </a:lnTo>
                  <a:lnTo>
                    <a:pt x="464957" y="2774448"/>
                  </a:lnTo>
                  <a:lnTo>
                    <a:pt x="465293" y="2776460"/>
                  </a:lnTo>
                  <a:lnTo>
                    <a:pt x="465630" y="2778514"/>
                  </a:lnTo>
                  <a:lnTo>
                    <a:pt x="465966" y="2780526"/>
                  </a:lnTo>
                  <a:lnTo>
                    <a:pt x="466303" y="2782329"/>
                  </a:lnTo>
                  <a:lnTo>
                    <a:pt x="466639" y="2783694"/>
                  </a:lnTo>
                  <a:lnTo>
                    <a:pt x="466976" y="2784844"/>
                  </a:lnTo>
                  <a:lnTo>
                    <a:pt x="467312" y="2785699"/>
                  </a:lnTo>
                  <a:lnTo>
                    <a:pt x="467649" y="2786768"/>
                  </a:lnTo>
                  <a:lnTo>
                    <a:pt x="467985" y="2787401"/>
                  </a:lnTo>
                  <a:lnTo>
                    <a:pt x="468322" y="2787859"/>
                  </a:lnTo>
                  <a:lnTo>
                    <a:pt x="468658" y="2788262"/>
                  </a:lnTo>
                  <a:lnTo>
                    <a:pt x="468994" y="2788664"/>
                  </a:lnTo>
                  <a:lnTo>
                    <a:pt x="469331" y="2788816"/>
                  </a:lnTo>
                  <a:lnTo>
                    <a:pt x="469667" y="2788748"/>
                  </a:lnTo>
                  <a:lnTo>
                    <a:pt x="470004" y="2788930"/>
                  </a:lnTo>
                  <a:lnTo>
                    <a:pt x="470340" y="2789123"/>
                  </a:lnTo>
                  <a:lnTo>
                    <a:pt x="470677" y="2789177"/>
                  </a:lnTo>
                  <a:lnTo>
                    <a:pt x="471013" y="2789099"/>
                  </a:lnTo>
                  <a:lnTo>
                    <a:pt x="471350" y="2789022"/>
                  </a:lnTo>
                  <a:lnTo>
                    <a:pt x="471686" y="2788945"/>
                  </a:lnTo>
                  <a:lnTo>
                    <a:pt x="472023" y="2788868"/>
                  </a:lnTo>
                  <a:lnTo>
                    <a:pt x="472359" y="2788907"/>
                  </a:lnTo>
                  <a:lnTo>
                    <a:pt x="472696" y="2788833"/>
                  </a:lnTo>
                  <a:lnTo>
                    <a:pt x="473032" y="2788671"/>
                  </a:lnTo>
                  <a:lnTo>
                    <a:pt x="473368" y="2788557"/>
                  </a:lnTo>
                  <a:lnTo>
                    <a:pt x="473705" y="2788300"/>
                  </a:lnTo>
                  <a:lnTo>
                    <a:pt x="474041" y="2788002"/>
                  </a:lnTo>
                  <a:lnTo>
                    <a:pt x="474378" y="2787675"/>
                  </a:lnTo>
                  <a:lnTo>
                    <a:pt x="474714" y="2787338"/>
                  </a:lnTo>
                  <a:lnTo>
                    <a:pt x="475051" y="2787066"/>
                  </a:lnTo>
                  <a:lnTo>
                    <a:pt x="475387" y="2786762"/>
                  </a:lnTo>
                  <a:lnTo>
                    <a:pt x="475724" y="2786491"/>
                  </a:lnTo>
                  <a:lnTo>
                    <a:pt x="476060" y="2785966"/>
                  </a:lnTo>
                  <a:lnTo>
                    <a:pt x="476397" y="2785441"/>
                  </a:lnTo>
                  <a:lnTo>
                    <a:pt x="476733" y="2784853"/>
                  </a:lnTo>
                  <a:lnTo>
                    <a:pt x="477069" y="2784102"/>
                  </a:lnTo>
                  <a:lnTo>
                    <a:pt x="477406" y="2783527"/>
                  </a:lnTo>
                  <a:lnTo>
                    <a:pt x="477742" y="2782969"/>
                  </a:lnTo>
                  <a:lnTo>
                    <a:pt x="478079" y="2782642"/>
                  </a:lnTo>
                  <a:lnTo>
                    <a:pt x="478415" y="2782192"/>
                  </a:lnTo>
                  <a:lnTo>
                    <a:pt x="478752" y="2781889"/>
                  </a:lnTo>
                  <a:lnTo>
                    <a:pt x="479088" y="2781513"/>
                  </a:lnTo>
                  <a:lnTo>
                    <a:pt x="479425" y="2781088"/>
                  </a:lnTo>
                  <a:lnTo>
                    <a:pt x="479761" y="2780662"/>
                  </a:lnTo>
                  <a:lnTo>
                    <a:pt x="480098" y="2780183"/>
                  </a:lnTo>
                  <a:lnTo>
                    <a:pt x="480434" y="2779757"/>
                  </a:lnTo>
                  <a:lnTo>
                    <a:pt x="480771" y="2779331"/>
                  </a:lnTo>
                  <a:lnTo>
                    <a:pt x="481107" y="2778905"/>
                  </a:lnTo>
                  <a:lnTo>
                    <a:pt x="481443" y="2778479"/>
                  </a:lnTo>
                  <a:lnTo>
                    <a:pt x="481780" y="2778096"/>
                  </a:lnTo>
                  <a:lnTo>
                    <a:pt x="482116" y="2777824"/>
                  </a:lnTo>
                  <a:lnTo>
                    <a:pt x="482453" y="2777582"/>
                  </a:lnTo>
                  <a:lnTo>
                    <a:pt x="482789" y="2777415"/>
                  </a:lnTo>
                  <a:lnTo>
                    <a:pt x="483126" y="2777225"/>
                  </a:lnTo>
                  <a:lnTo>
                    <a:pt x="483462" y="2777250"/>
                  </a:lnTo>
                  <a:lnTo>
                    <a:pt x="483799" y="2777244"/>
                  </a:lnTo>
                  <a:lnTo>
                    <a:pt x="484135" y="2777209"/>
                  </a:lnTo>
                  <a:lnTo>
                    <a:pt x="484472" y="2777010"/>
                  </a:lnTo>
                  <a:lnTo>
                    <a:pt x="484808" y="2776740"/>
                  </a:lnTo>
                  <a:lnTo>
                    <a:pt x="485145" y="2776350"/>
                  </a:lnTo>
                  <a:lnTo>
                    <a:pt x="485481" y="2775898"/>
                  </a:lnTo>
                  <a:lnTo>
                    <a:pt x="485817" y="2775295"/>
                  </a:lnTo>
                  <a:lnTo>
                    <a:pt x="486154" y="2774692"/>
                  </a:lnTo>
                  <a:lnTo>
                    <a:pt x="486490" y="2774057"/>
                  </a:lnTo>
                  <a:lnTo>
                    <a:pt x="486827" y="2773318"/>
                  </a:lnTo>
                  <a:lnTo>
                    <a:pt x="487163" y="2772416"/>
                  </a:lnTo>
                  <a:lnTo>
                    <a:pt x="487500" y="2771452"/>
                  </a:lnTo>
                  <a:lnTo>
                    <a:pt x="487836" y="2770238"/>
                  </a:lnTo>
                  <a:lnTo>
                    <a:pt x="488173" y="2769001"/>
                  </a:lnTo>
                  <a:lnTo>
                    <a:pt x="488509" y="2767630"/>
                  </a:lnTo>
                  <a:lnTo>
                    <a:pt x="488846" y="2766251"/>
                  </a:lnTo>
                  <a:lnTo>
                    <a:pt x="489182" y="2764943"/>
                  </a:lnTo>
                  <a:lnTo>
                    <a:pt x="489519" y="2763846"/>
                  </a:lnTo>
                  <a:lnTo>
                    <a:pt x="489855" y="2762884"/>
                  </a:lnTo>
                  <a:lnTo>
                    <a:pt x="490191" y="2762033"/>
                  </a:lnTo>
                  <a:lnTo>
                    <a:pt x="490528" y="2760889"/>
                  </a:lnTo>
                  <a:lnTo>
                    <a:pt x="490864" y="2759953"/>
                  </a:lnTo>
                  <a:lnTo>
                    <a:pt x="491201" y="2759017"/>
                  </a:lnTo>
                  <a:lnTo>
                    <a:pt x="491537" y="2758124"/>
                  </a:lnTo>
                  <a:lnTo>
                    <a:pt x="491874" y="2757321"/>
                  </a:lnTo>
                  <a:lnTo>
                    <a:pt x="492210" y="2756892"/>
                  </a:lnTo>
                  <a:lnTo>
                    <a:pt x="492547" y="2756551"/>
                  </a:lnTo>
                  <a:lnTo>
                    <a:pt x="492883" y="2756215"/>
                  </a:lnTo>
                  <a:lnTo>
                    <a:pt x="493220" y="2755980"/>
                  </a:lnTo>
                  <a:lnTo>
                    <a:pt x="493556" y="2755827"/>
                  </a:lnTo>
                  <a:lnTo>
                    <a:pt x="493893" y="2755836"/>
                  </a:lnTo>
                  <a:lnTo>
                    <a:pt x="494229" y="2756023"/>
                  </a:lnTo>
                  <a:lnTo>
                    <a:pt x="494565" y="2756211"/>
                  </a:lnTo>
                  <a:lnTo>
                    <a:pt x="494902" y="2756304"/>
                  </a:lnTo>
                  <a:lnTo>
                    <a:pt x="495238" y="2756387"/>
                  </a:lnTo>
                  <a:lnTo>
                    <a:pt x="495575" y="2756470"/>
                  </a:lnTo>
                  <a:lnTo>
                    <a:pt x="495911" y="2756553"/>
                  </a:lnTo>
                  <a:lnTo>
                    <a:pt x="496248" y="2756636"/>
                  </a:lnTo>
                  <a:lnTo>
                    <a:pt x="496584" y="2756723"/>
                  </a:lnTo>
                  <a:lnTo>
                    <a:pt x="496921" y="2756831"/>
                  </a:lnTo>
                  <a:lnTo>
                    <a:pt x="497257" y="2756970"/>
                  </a:lnTo>
                  <a:lnTo>
                    <a:pt x="497594" y="2757466"/>
                  </a:lnTo>
                  <a:lnTo>
                    <a:pt x="497930" y="2757936"/>
                  </a:lnTo>
                  <a:lnTo>
                    <a:pt x="498267" y="2758400"/>
                  </a:lnTo>
                  <a:lnTo>
                    <a:pt x="498603" y="2758389"/>
                  </a:lnTo>
                  <a:lnTo>
                    <a:pt x="498939" y="2758281"/>
                  </a:lnTo>
                  <a:lnTo>
                    <a:pt x="499276" y="2758154"/>
                  </a:lnTo>
                  <a:lnTo>
                    <a:pt x="499612" y="2757854"/>
                  </a:lnTo>
                  <a:lnTo>
                    <a:pt x="499949" y="2757747"/>
                  </a:lnTo>
                  <a:lnTo>
                    <a:pt x="500285" y="2757539"/>
                  </a:lnTo>
                  <a:lnTo>
                    <a:pt x="500622" y="2757332"/>
                  </a:lnTo>
                  <a:lnTo>
                    <a:pt x="500958" y="2757389"/>
                  </a:lnTo>
                  <a:lnTo>
                    <a:pt x="501295" y="2757626"/>
                  </a:lnTo>
                  <a:lnTo>
                    <a:pt x="501631" y="2757794"/>
                  </a:lnTo>
                  <a:lnTo>
                    <a:pt x="501968" y="2758075"/>
                  </a:lnTo>
                  <a:lnTo>
                    <a:pt x="502304" y="2758322"/>
                  </a:lnTo>
                  <a:lnTo>
                    <a:pt x="502641" y="2758310"/>
                  </a:lnTo>
                  <a:lnTo>
                    <a:pt x="502977" y="2758241"/>
                  </a:lnTo>
                  <a:lnTo>
                    <a:pt x="503313" y="2758172"/>
                  </a:lnTo>
                  <a:lnTo>
                    <a:pt x="503650" y="2758140"/>
                  </a:lnTo>
                  <a:lnTo>
                    <a:pt x="503986" y="2758177"/>
                  </a:lnTo>
                  <a:lnTo>
                    <a:pt x="504323" y="2758181"/>
                  </a:lnTo>
                  <a:lnTo>
                    <a:pt x="504659" y="2758137"/>
                  </a:lnTo>
                  <a:lnTo>
                    <a:pt x="504996" y="2757859"/>
                  </a:lnTo>
                  <a:lnTo>
                    <a:pt x="505332" y="2757653"/>
                  </a:lnTo>
                  <a:lnTo>
                    <a:pt x="505669" y="2757505"/>
                  </a:lnTo>
                  <a:lnTo>
                    <a:pt x="506005" y="2757357"/>
                  </a:lnTo>
                  <a:lnTo>
                    <a:pt x="506342" y="2757141"/>
                  </a:lnTo>
                  <a:lnTo>
                    <a:pt x="506678" y="2756734"/>
                  </a:lnTo>
                  <a:lnTo>
                    <a:pt x="507015" y="2755992"/>
                  </a:lnTo>
                  <a:lnTo>
                    <a:pt x="507351" y="2755416"/>
                  </a:lnTo>
                  <a:lnTo>
                    <a:pt x="507687" y="2755032"/>
                  </a:lnTo>
                  <a:lnTo>
                    <a:pt x="508024" y="2754837"/>
                  </a:lnTo>
                  <a:lnTo>
                    <a:pt x="508360" y="2754726"/>
                  </a:lnTo>
                  <a:lnTo>
                    <a:pt x="508697" y="2754715"/>
                  </a:lnTo>
                  <a:lnTo>
                    <a:pt x="509033" y="2754756"/>
                  </a:lnTo>
                  <a:lnTo>
                    <a:pt x="509370" y="2754950"/>
                  </a:lnTo>
                  <a:lnTo>
                    <a:pt x="509706" y="2755238"/>
                  </a:lnTo>
                  <a:lnTo>
                    <a:pt x="510043" y="2755957"/>
                  </a:lnTo>
                  <a:lnTo>
                    <a:pt x="510379" y="2756675"/>
                  </a:lnTo>
                  <a:lnTo>
                    <a:pt x="510716" y="2757393"/>
                  </a:lnTo>
                  <a:lnTo>
                    <a:pt x="511052" y="2758076"/>
                  </a:lnTo>
                  <a:lnTo>
                    <a:pt x="511388" y="2758837"/>
                  </a:lnTo>
                  <a:lnTo>
                    <a:pt x="511725" y="2759843"/>
                  </a:lnTo>
                  <a:lnTo>
                    <a:pt x="512061" y="2760849"/>
                  </a:lnTo>
                  <a:lnTo>
                    <a:pt x="512398" y="2761855"/>
                  </a:lnTo>
                  <a:lnTo>
                    <a:pt x="512734" y="2762932"/>
                  </a:lnTo>
                  <a:lnTo>
                    <a:pt x="513071" y="2763974"/>
                  </a:lnTo>
                  <a:lnTo>
                    <a:pt x="513407" y="2764901"/>
                  </a:lnTo>
                  <a:lnTo>
                    <a:pt x="513744" y="2765691"/>
                  </a:lnTo>
                  <a:lnTo>
                    <a:pt x="514080" y="2766410"/>
                  </a:lnTo>
                  <a:lnTo>
                    <a:pt x="514417" y="2766927"/>
                  </a:lnTo>
                  <a:lnTo>
                    <a:pt x="514753" y="2767358"/>
                  </a:lnTo>
                  <a:lnTo>
                    <a:pt x="515090" y="2767803"/>
                  </a:lnTo>
                  <a:lnTo>
                    <a:pt x="515426" y="2768314"/>
                  </a:lnTo>
                  <a:lnTo>
                    <a:pt x="515762" y="2768745"/>
                  </a:lnTo>
                  <a:lnTo>
                    <a:pt x="516099" y="2769212"/>
                  </a:lnTo>
                  <a:lnTo>
                    <a:pt x="516435" y="2769600"/>
                  </a:lnTo>
                  <a:lnTo>
                    <a:pt x="516772" y="2769743"/>
                  </a:lnTo>
                  <a:lnTo>
                    <a:pt x="517108" y="2769887"/>
                  </a:lnTo>
                  <a:lnTo>
                    <a:pt x="517445" y="2769851"/>
                  </a:lnTo>
                  <a:lnTo>
                    <a:pt x="517781" y="2769650"/>
                  </a:lnTo>
                  <a:lnTo>
                    <a:pt x="518118" y="2769391"/>
                  </a:lnTo>
                  <a:lnTo>
                    <a:pt x="518454" y="2769248"/>
                  </a:lnTo>
                  <a:lnTo>
                    <a:pt x="518791" y="2769104"/>
                  </a:lnTo>
                  <a:lnTo>
                    <a:pt x="519127" y="2768960"/>
                  </a:lnTo>
                  <a:lnTo>
                    <a:pt x="519464" y="2768709"/>
                  </a:lnTo>
                  <a:lnTo>
                    <a:pt x="519800" y="2768421"/>
                  </a:lnTo>
                  <a:lnTo>
                    <a:pt x="520136" y="2768120"/>
                  </a:lnTo>
                  <a:lnTo>
                    <a:pt x="520473" y="2767545"/>
                  </a:lnTo>
                  <a:lnTo>
                    <a:pt x="520809" y="2766970"/>
                  </a:lnTo>
                  <a:lnTo>
                    <a:pt x="521146" y="2766288"/>
                  </a:lnTo>
                  <a:lnTo>
                    <a:pt x="521482" y="2765569"/>
                  </a:lnTo>
                  <a:lnTo>
                    <a:pt x="521819" y="2764851"/>
                  </a:lnTo>
                  <a:lnTo>
                    <a:pt x="522155" y="2764039"/>
                  </a:lnTo>
                  <a:lnTo>
                    <a:pt x="522492" y="2763356"/>
                  </a:lnTo>
                  <a:lnTo>
                    <a:pt x="522828" y="2762645"/>
                  </a:lnTo>
                  <a:lnTo>
                    <a:pt x="523165" y="2761869"/>
                  </a:lnTo>
                  <a:lnTo>
                    <a:pt x="523501" y="2760863"/>
                  </a:lnTo>
                  <a:lnTo>
                    <a:pt x="523838" y="2759735"/>
                  </a:lnTo>
                  <a:lnTo>
                    <a:pt x="524174" y="2758485"/>
                  </a:lnTo>
                  <a:lnTo>
                    <a:pt x="524510" y="2757444"/>
                  </a:lnTo>
                  <a:lnTo>
                    <a:pt x="524847" y="2756438"/>
                  </a:lnTo>
                  <a:lnTo>
                    <a:pt x="525183" y="2755425"/>
                  </a:lnTo>
                  <a:lnTo>
                    <a:pt x="525520" y="2754419"/>
                  </a:lnTo>
                  <a:lnTo>
                    <a:pt x="525856" y="2753298"/>
                  </a:lnTo>
                  <a:lnTo>
                    <a:pt x="526193" y="2752328"/>
                  </a:lnTo>
                  <a:lnTo>
                    <a:pt x="526529" y="2751394"/>
                  </a:lnTo>
                  <a:lnTo>
                    <a:pt x="526866" y="2750389"/>
                  </a:lnTo>
                  <a:lnTo>
                    <a:pt x="527202" y="2749713"/>
                  </a:lnTo>
                  <a:lnTo>
                    <a:pt x="527539" y="2749139"/>
                  </a:lnTo>
                  <a:lnTo>
                    <a:pt x="527875" y="2748758"/>
                  </a:lnTo>
                  <a:lnTo>
                    <a:pt x="528212" y="2748499"/>
                  </a:lnTo>
                  <a:lnTo>
                    <a:pt x="528548" y="2748356"/>
                  </a:lnTo>
                  <a:lnTo>
                    <a:pt x="528884" y="2748334"/>
                  </a:lnTo>
                  <a:lnTo>
                    <a:pt x="529221" y="2748761"/>
                  </a:lnTo>
                  <a:lnTo>
                    <a:pt x="529557" y="2749086"/>
                  </a:lnTo>
                  <a:lnTo>
                    <a:pt x="529894" y="2749437"/>
                  </a:lnTo>
                  <a:lnTo>
                    <a:pt x="530230" y="2749762"/>
                  </a:lnTo>
                  <a:lnTo>
                    <a:pt x="530567" y="2750113"/>
                  </a:lnTo>
                  <a:lnTo>
                    <a:pt x="530903" y="2750548"/>
                  </a:lnTo>
                  <a:lnTo>
                    <a:pt x="531240" y="2750932"/>
                  </a:lnTo>
                  <a:lnTo>
                    <a:pt x="531576" y="2751452"/>
                  </a:lnTo>
                  <a:lnTo>
                    <a:pt x="531913" y="2752061"/>
                  </a:lnTo>
                  <a:lnTo>
                    <a:pt x="532249" y="2752376"/>
                  </a:lnTo>
                  <a:lnTo>
                    <a:pt x="532586" y="2752632"/>
                  </a:lnTo>
                  <a:lnTo>
                    <a:pt x="532922" y="2752780"/>
                  </a:lnTo>
                  <a:lnTo>
                    <a:pt x="533258" y="2753030"/>
                  </a:lnTo>
                  <a:lnTo>
                    <a:pt x="533595" y="2753241"/>
                  </a:lnTo>
                  <a:lnTo>
                    <a:pt x="533931" y="2753451"/>
                  </a:lnTo>
                  <a:lnTo>
                    <a:pt x="534268" y="2753661"/>
                  </a:lnTo>
                  <a:lnTo>
                    <a:pt x="534604" y="2753965"/>
                  </a:lnTo>
                  <a:lnTo>
                    <a:pt x="534941" y="2753461"/>
                  </a:lnTo>
                  <a:lnTo>
                    <a:pt x="535277" y="2753330"/>
                  </a:lnTo>
                  <a:lnTo>
                    <a:pt x="535614" y="2753229"/>
                  </a:lnTo>
                  <a:lnTo>
                    <a:pt x="535950" y="2752870"/>
                  </a:lnTo>
                  <a:lnTo>
                    <a:pt x="536287" y="2752676"/>
                  </a:lnTo>
                  <a:lnTo>
                    <a:pt x="536623" y="2752389"/>
                  </a:lnTo>
                  <a:lnTo>
                    <a:pt x="536960" y="2752118"/>
                  </a:lnTo>
                  <a:lnTo>
                    <a:pt x="537296" y="2751703"/>
                  </a:lnTo>
                  <a:lnTo>
                    <a:pt x="537632" y="2751168"/>
                  </a:lnTo>
                  <a:lnTo>
                    <a:pt x="537969" y="2750705"/>
                  </a:lnTo>
                  <a:lnTo>
                    <a:pt x="538305" y="2750170"/>
                  </a:lnTo>
                  <a:lnTo>
                    <a:pt x="538642" y="2749655"/>
                  </a:lnTo>
                  <a:lnTo>
                    <a:pt x="538978" y="2749116"/>
                  </a:lnTo>
                  <a:lnTo>
                    <a:pt x="539315" y="2748511"/>
                  </a:lnTo>
                  <a:lnTo>
                    <a:pt x="539651" y="2747783"/>
                  </a:lnTo>
                  <a:lnTo>
                    <a:pt x="539988" y="2747079"/>
                  </a:lnTo>
                  <a:lnTo>
                    <a:pt x="540324" y="2746359"/>
                  </a:lnTo>
                  <a:lnTo>
                    <a:pt x="540661" y="2745577"/>
                  </a:lnTo>
                  <a:lnTo>
                    <a:pt x="540997" y="2744963"/>
                  </a:lnTo>
                  <a:lnTo>
                    <a:pt x="541333" y="2744553"/>
                  </a:lnTo>
                  <a:lnTo>
                    <a:pt x="541670" y="2744062"/>
                  </a:lnTo>
                  <a:lnTo>
                    <a:pt x="542006" y="2743459"/>
                  </a:lnTo>
                  <a:lnTo>
                    <a:pt x="542343" y="2742552"/>
                  </a:lnTo>
                  <a:lnTo>
                    <a:pt x="542679" y="2740923"/>
                  </a:lnTo>
                  <a:lnTo>
                    <a:pt x="543016" y="2738947"/>
                  </a:lnTo>
                  <a:lnTo>
                    <a:pt x="543352" y="2736304"/>
                  </a:lnTo>
                  <a:lnTo>
                    <a:pt x="543689" y="2733460"/>
                  </a:lnTo>
                  <a:lnTo>
                    <a:pt x="544025" y="2730671"/>
                  </a:lnTo>
                  <a:lnTo>
                    <a:pt x="544362" y="2728095"/>
                  </a:lnTo>
                  <a:lnTo>
                    <a:pt x="544698" y="2725365"/>
                  </a:lnTo>
                  <a:lnTo>
                    <a:pt x="545035" y="2723754"/>
                  </a:lnTo>
                  <a:lnTo>
                    <a:pt x="545371" y="2722001"/>
                  </a:lnTo>
                  <a:lnTo>
                    <a:pt x="545707" y="2720058"/>
                  </a:lnTo>
                  <a:lnTo>
                    <a:pt x="546044" y="2717963"/>
                  </a:lnTo>
                  <a:lnTo>
                    <a:pt x="546380" y="2715802"/>
                  </a:lnTo>
                  <a:lnTo>
                    <a:pt x="546717" y="2713750"/>
                  </a:lnTo>
                  <a:lnTo>
                    <a:pt x="547053" y="2711741"/>
                  </a:lnTo>
                  <a:lnTo>
                    <a:pt x="547390" y="2709733"/>
                  </a:lnTo>
                  <a:lnTo>
                    <a:pt x="547726" y="2708012"/>
                  </a:lnTo>
                  <a:lnTo>
                    <a:pt x="548063" y="2706772"/>
                  </a:lnTo>
                  <a:lnTo>
                    <a:pt x="548399" y="2705621"/>
                  </a:lnTo>
                  <a:lnTo>
                    <a:pt x="548736" y="2704392"/>
                  </a:lnTo>
                  <a:lnTo>
                    <a:pt x="549072" y="2702957"/>
                  </a:lnTo>
                  <a:lnTo>
                    <a:pt x="549409" y="2701490"/>
                  </a:lnTo>
                  <a:lnTo>
                    <a:pt x="549745" y="2700072"/>
                  </a:lnTo>
                  <a:lnTo>
                    <a:pt x="550081" y="2698539"/>
                  </a:lnTo>
                  <a:lnTo>
                    <a:pt x="550418" y="2697374"/>
                  </a:lnTo>
                  <a:lnTo>
                    <a:pt x="550754" y="2696432"/>
                  </a:lnTo>
                  <a:lnTo>
                    <a:pt x="551091" y="2695683"/>
                  </a:lnTo>
                  <a:lnTo>
                    <a:pt x="551427" y="2694859"/>
                  </a:lnTo>
                  <a:lnTo>
                    <a:pt x="551764" y="2693982"/>
                  </a:lnTo>
                  <a:lnTo>
                    <a:pt x="552100" y="2692578"/>
                  </a:lnTo>
                  <a:lnTo>
                    <a:pt x="552437" y="2691137"/>
                  </a:lnTo>
                  <a:lnTo>
                    <a:pt x="552773" y="2689720"/>
                  </a:lnTo>
                  <a:lnTo>
                    <a:pt x="553110" y="2688456"/>
                  </a:lnTo>
                  <a:lnTo>
                    <a:pt x="553446" y="2687234"/>
                  </a:lnTo>
                  <a:lnTo>
                    <a:pt x="553783" y="2686360"/>
                  </a:lnTo>
                  <a:lnTo>
                    <a:pt x="554119" y="2685806"/>
                  </a:lnTo>
                  <a:lnTo>
                    <a:pt x="554455" y="2685192"/>
                  </a:lnTo>
                  <a:lnTo>
                    <a:pt x="554792" y="2684590"/>
                  </a:lnTo>
                  <a:lnTo>
                    <a:pt x="555128" y="2684175"/>
                  </a:lnTo>
                  <a:lnTo>
                    <a:pt x="555465" y="2683760"/>
                  </a:lnTo>
                  <a:lnTo>
                    <a:pt x="555801" y="2683345"/>
                  </a:lnTo>
                  <a:lnTo>
                    <a:pt x="556138" y="2682925"/>
                  </a:lnTo>
                  <a:lnTo>
                    <a:pt x="556474" y="2682622"/>
                  </a:lnTo>
                  <a:lnTo>
                    <a:pt x="556811" y="2682388"/>
                  </a:lnTo>
                  <a:lnTo>
                    <a:pt x="557147" y="2682321"/>
                  </a:lnTo>
                  <a:lnTo>
                    <a:pt x="557484" y="2682344"/>
                  </a:lnTo>
                  <a:lnTo>
                    <a:pt x="557820" y="2682696"/>
                  </a:lnTo>
                  <a:lnTo>
                    <a:pt x="558157" y="2682840"/>
                  </a:lnTo>
                  <a:lnTo>
                    <a:pt x="558493" y="2682983"/>
                  </a:lnTo>
                  <a:lnTo>
                    <a:pt x="558829" y="2683084"/>
                  </a:lnTo>
                  <a:lnTo>
                    <a:pt x="559166" y="2682998"/>
                  </a:lnTo>
                  <a:lnTo>
                    <a:pt x="559502" y="2682740"/>
                  </a:lnTo>
                  <a:lnTo>
                    <a:pt x="559839" y="2682228"/>
                  </a:lnTo>
                  <a:lnTo>
                    <a:pt x="560175" y="2681467"/>
                  </a:lnTo>
                  <a:lnTo>
                    <a:pt x="560512" y="2680331"/>
                  </a:lnTo>
                  <a:lnTo>
                    <a:pt x="560848" y="2679486"/>
                  </a:lnTo>
                  <a:lnTo>
                    <a:pt x="561185" y="2678414"/>
                  </a:lnTo>
                  <a:lnTo>
                    <a:pt x="561521" y="2677400"/>
                  </a:lnTo>
                  <a:lnTo>
                    <a:pt x="561858" y="2676262"/>
                  </a:lnTo>
                  <a:lnTo>
                    <a:pt x="562194" y="2674980"/>
                  </a:lnTo>
                  <a:lnTo>
                    <a:pt x="562531" y="2673435"/>
                  </a:lnTo>
                  <a:lnTo>
                    <a:pt x="562867" y="2671720"/>
                  </a:lnTo>
                  <a:lnTo>
                    <a:pt x="563203" y="2669763"/>
                  </a:lnTo>
                  <a:lnTo>
                    <a:pt x="563540" y="2667747"/>
                  </a:lnTo>
                  <a:lnTo>
                    <a:pt x="563876" y="2665702"/>
                  </a:lnTo>
                  <a:lnTo>
                    <a:pt x="564213" y="2663583"/>
                  </a:lnTo>
                  <a:lnTo>
                    <a:pt x="564549" y="2661644"/>
                  </a:lnTo>
                  <a:lnTo>
                    <a:pt x="564886" y="2659782"/>
                  </a:lnTo>
                  <a:lnTo>
                    <a:pt x="565222" y="2657910"/>
                  </a:lnTo>
                  <a:lnTo>
                    <a:pt x="565559" y="2656183"/>
                  </a:lnTo>
                  <a:lnTo>
                    <a:pt x="565895" y="2654553"/>
                  </a:lnTo>
                  <a:lnTo>
                    <a:pt x="566232" y="2652876"/>
                  </a:lnTo>
                  <a:lnTo>
                    <a:pt x="566568" y="2651387"/>
                  </a:lnTo>
                  <a:lnTo>
                    <a:pt x="566905" y="2650171"/>
                  </a:lnTo>
                  <a:lnTo>
                    <a:pt x="567241" y="2648992"/>
                  </a:lnTo>
                  <a:lnTo>
                    <a:pt x="567577" y="2648085"/>
                  </a:lnTo>
                  <a:lnTo>
                    <a:pt x="567914" y="2647015"/>
                  </a:lnTo>
                  <a:lnTo>
                    <a:pt x="568250" y="2645775"/>
                  </a:lnTo>
                  <a:lnTo>
                    <a:pt x="568587" y="2644397"/>
                  </a:lnTo>
                  <a:lnTo>
                    <a:pt x="568923" y="2643050"/>
                  </a:lnTo>
                  <a:lnTo>
                    <a:pt x="569260" y="2641879"/>
                  </a:lnTo>
                  <a:lnTo>
                    <a:pt x="569596" y="2640876"/>
                  </a:lnTo>
                  <a:lnTo>
                    <a:pt x="569933" y="2640363"/>
                  </a:lnTo>
                  <a:lnTo>
                    <a:pt x="570269" y="2640063"/>
                  </a:lnTo>
                  <a:lnTo>
                    <a:pt x="570606" y="2639829"/>
                  </a:lnTo>
                  <a:lnTo>
                    <a:pt x="570942" y="2639439"/>
                  </a:lnTo>
                  <a:lnTo>
                    <a:pt x="571279" y="2639135"/>
                  </a:lnTo>
                  <a:lnTo>
                    <a:pt x="571615" y="2638929"/>
                  </a:lnTo>
                  <a:lnTo>
                    <a:pt x="571951" y="2638808"/>
                  </a:lnTo>
                  <a:lnTo>
                    <a:pt x="572288" y="2638813"/>
                  </a:lnTo>
                  <a:lnTo>
                    <a:pt x="572624" y="2638857"/>
                  </a:lnTo>
                  <a:lnTo>
                    <a:pt x="572961" y="2639079"/>
                  </a:lnTo>
                  <a:lnTo>
                    <a:pt x="573297" y="2639332"/>
                  </a:lnTo>
                  <a:lnTo>
                    <a:pt x="573634" y="2639605"/>
                  </a:lnTo>
                  <a:lnTo>
                    <a:pt x="573970" y="2640017"/>
                  </a:lnTo>
                  <a:lnTo>
                    <a:pt x="574307" y="2640586"/>
                  </a:lnTo>
                  <a:lnTo>
                    <a:pt x="574643" y="2640889"/>
                  </a:lnTo>
                  <a:lnTo>
                    <a:pt x="574980" y="2640856"/>
                  </a:lnTo>
                  <a:lnTo>
                    <a:pt x="575316" y="2640600"/>
                  </a:lnTo>
                  <a:lnTo>
                    <a:pt x="575652" y="2640359"/>
                  </a:lnTo>
                  <a:lnTo>
                    <a:pt x="575989" y="2639784"/>
                  </a:lnTo>
                  <a:lnTo>
                    <a:pt x="576325" y="2639087"/>
                  </a:lnTo>
                  <a:lnTo>
                    <a:pt x="576662" y="2638369"/>
                  </a:lnTo>
                  <a:lnTo>
                    <a:pt x="576998" y="2637651"/>
                  </a:lnTo>
                  <a:lnTo>
                    <a:pt x="577335" y="2636932"/>
                  </a:lnTo>
                  <a:lnTo>
                    <a:pt x="577671" y="2636214"/>
                  </a:lnTo>
                  <a:lnTo>
                    <a:pt x="578008" y="2635517"/>
                  </a:lnTo>
                  <a:lnTo>
                    <a:pt x="578344" y="2634985"/>
                  </a:lnTo>
                  <a:lnTo>
                    <a:pt x="578681" y="2634626"/>
                  </a:lnTo>
                  <a:lnTo>
                    <a:pt x="579017" y="2634475"/>
                  </a:lnTo>
                  <a:lnTo>
                    <a:pt x="579354" y="2634331"/>
                  </a:lnTo>
                  <a:lnTo>
                    <a:pt x="579690" y="2634188"/>
                  </a:lnTo>
                  <a:lnTo>
                    <a:pt x="580026" y="2634094"/>
                  </a:lnTo>
                  <a:lnTo>
                    <a:pt x="580363" y="2634051"/>
                  </a:lnTo>
                  <a:lnTo>
                    <a:pt x="580699" y="2634051"/>
                  </a:lnTo>
                  <a:lnTo>
                    <a:pt x="581036" y="2634051"/>
                  </a:lnTo>
                  <a:lnTo>
                    <a:pt x="581372" y="2634173"/>
                  </a:lnTo>
                  <a:lnTo>
                    <a:pt x="581709" y="2634317"/>
                  </a:lnTo>
                  <a:lnTo>
                    <a:pt x="582045" y="2634461"/>
                  </a:lnTo>
                  <a:lnTo>
                    <a:pt x="582382" y="2634554"/>
                  </a:lnTo>
                  <a:lnTo>
                    <a:pt x="582718" y="2634533"/>
                  </a:lnTo>
                  <a:lnTo>
                    <a:pt x="583055" y="2634389"/>
                  </a:lnTo>
                  <a:lnTo>
                    <a:pt x="583391" y="2634123"/>
                  </a:lnTo>
                  <a:lnTo>
                    <a:pt x="583728" y="2633599"/>
                  </a:lnTo>
                  <a:lnTo>
                    <a:pt x="584064" y="2633024"/>
                  </a:lnTo>
                  <a:lnTo>
                    <a:pt x="584400" y="2632449"/>
                  </a:lnTo>
                  <a:lnTo>
                    <a:pt x="584737" y="2631903"/>
                  </a:lnTo>
                  <a:lnTo>
                    <a:pt x="585073" y="2631235"/>
                  </a:lnTo>
                  <a:lnTo>
                    <a:pt x="585410" y="2630301"/>
                  </a:lnTo>
                  <a:lnTo>
                    <a:pt x="585746" y="2629824"/>
                  </a:lnTo>
                  <a:lnTo>
                    <a:pt x="586083" y="2629267"/>
                  </a:lnTo>
                  <a:lnTo>
                    <a:pt x="586419" y="2628676"/>
                  </a:lnTo>
                  <a:lnTo>
                    <a:pt x="586756" y="2628193"/>
                  </a:lnTo>
                  <a:lnTo>
                    <a:pt x="587092" y="2627652"/>
                  </a:lnTo>
                  <a:lnTo>
                    <a:pt x="587429" y="2627137"/>
                  </a:lnTo>
                  <a:lnTo>
                    <a:pt x="587765" y="2626744"/>
                  </a:lnTo>
                  <a:lnTo>
                    <a:pt x="588102" y="2626237"/>
                  </a:lnTo>
                  <a:lnTo>
                    <a:pt x="588438" y="2625512"/>
                  </a:lnTo>
                  <a:lnTo>
                    <a:pt x="588774" y="2624974"/>
                  </a:lnTo>
                  <a:lnTo>
                    <a:pt x="589111" y="2624124"/>
                  </a:lnTo>
                  <a:lnTo>
                    <a:pt x="589447" y="2622555"/>
                  </a:lnTo>
                  <a:lnTo>
                    <a:pt x="589784" y="2620495"/>
                  </a:lnTo>
                  <a:lnTo>
                    <a:pt x="590120" y="2618310"/>
                  </a:lnTo>
                  <a:lnTo>
                    <a:pt x="590457" y="2616077"/>
                  </a:lnTo>
                  <a:lnTo>
                    <a:pt x="590793" y="2613883"/>
                  </a:lnTo>
                  <a:lnTo>
                    <a:pt x="591130" y="2611660"/>
                  </a:lnTo>
                  <a:lnTo>
                    <a:pt x="591466" y="2608672"/>
                  </a:lnTo>
                  <a:lnTo>
                    <a:pt x="591803" y="2605727"/>
                  </a:lnTo>
                  <a:lnTo>
                    <a:pt x="592139" y="2602848"/>
                  </a:lnTo>
                  <a:lnTo>
                    <a:pt x="592476" y="2601056"/>
                  </a:lnTo>
                  <a:lnTo>
                    <a:pt x="592812" y="2599290"/>
                  </a:lnTo>
                  <a:lnTo>
                    <a:pt x="593148" y="2597724"/>
                  </a:lnTo>
                  <a:lnTo>
                    <a:pt x="593485" y="2596384"/>
                  </a:lnTo>
                  <a:lnTo>
                    <a:pt x="593821" y="2595489"/>
                  </a:lnTo>
                  <a:lnTo>
                    <a:pt x="594158" y="2595090"/>
                  </a:lnTo>
                  <a:lnTo>
                    <a:pt x="594494" y="2595336"/>
                  </a:lnTo>
                  <a:lnTo>
                    <a:pt x="594831" y="2595613"/>
                  </a:lnTo>
                  <a:lnTo>
                    <a:pt x="595167" y="2596098"/>
                  </a:lnTo>
                  <a:lnTo>
                    <a:pt x="595504" y="2596702"/>
                  </a:lnTo>
                  <a:lnTo>
                    <a:pt x="595840" y="2597306"/>
                  </a:lnTo>
                  <a:lnTo>
                    <a:pt x="596177" y="2597904"/>
                  </a:lnTo>
                  <a:lnTo>
                    <a:pt x="596513" y="2598086"/>
                  </a:lnTo>
                  <a:lnTo>
                    <a:pt x="596850" y="2598120"/>
                  </a:lnTo>
                  <a:lnTo>
                    <a:pt x="597186" y="2598115"/>
                  </a:lnTo>
                  <a:lnTo>
                    <a:pt x="597522" y="2598113"/>
                  </a:lnTo>
                  <a:lnTo>
                    <a:pt x="597859" y="2598125"/>
                  </a:lnTo>
                  <a:lnTo>
                    <a:pt x="598195" y="2597834"/>
                  </a:lnTo>
                  <a:lnTo>
                    <a:pt x="598532" y="2597522"/>
                  </a:lnTo>
                  <a:lnTo>
                    <a:pt x="598868" y="2597052"/>
                  </a:lnTo>
                  <a:lnTo>
                    <a:pt x="599205" y="2596587"/>
                  </a:lnTo>
                  <a:lnTo>
                    <a:pt x="599541" y="2596078"/>
                  </a:lnTo>
                  <a:lnTo>
                    <a:pt x="599878" y="2595513"/>
                  </a:lnTo>
                  <a:lnTo>
                    <a:pt x="600214" y="2595278"/>
                  </a:lnTo>
                  <a:lnTo>
                    <a:pt x="600551" y="2595266"/>
                  </a:lnTo>
                  <a:lnTo>
                    <a:pt x="600887" y="2595402"/>
                  </a:lnTo>
                  <a:lnTo>
                    <a:pt x="601224" y="2595543"/>
                  </a:lnTo>
                  <a:lnTo>
                    <a:pt x="601560" y="2595684"/>
                  </a:lnTo>
                  <a:lnTo>
                    <a:pt x="601896" y="2595908"/>
                  </a:lnTo>
                  <a:lnTo>
                    <a:pt x="602233" y="2596573"/>
                  </a:lnTo>
                  <a:lnTo>
                    <a:pt x="602569" y="2597022"/>
                  </a:lnTo>
                  <a:lnTo>
                    <a:pt x="602906" y="2597487"/>
                  </a:lnTo>
                  <a:lnTo>
                    <a:pt x="603242" y="2598175"/>
                  </a:lnTo>
                  <a:lnTo>
                    <a:pt x="603579" y="2598683"/>
                  </a:lnTo>
                  <a:lnTo>
                    <a:pt x="603915" y="2599247"/>
                  </a:lnTo>
                  <a:lnTo>
                    <a:pt x="604252" y="2599938"/>
                  </a:lnTo>
                  <a:lnTo>
                    <a:pt x="604588" y="2600617"/>
                  </a:lnTo>
                  <a:lnTo>
                    <a:pt x="604925" y="2601431"/>
                  </a:lnTo>
                  <a:lnTo>
                    <a:pt x="605261" y="2602318"/>
                  </a:lnTo>
                  <a:lnTo>
                    <a:pt x="605598" y="2603113"/>
                  </a:lnTo>
                  <a:lnTo>
                    <a:pt x="605934" y="2603855"/>
                  </a:lnTo>
                  <a:lnTo>
                    <a:pt x="606270" y="2604430"/>
                  </a:lnTo>
                  <a:lnTo>
                    <a:pt x="606607" y="2605071"/>
                  </a:lnTo>
                  <a:lnTo>
                    <a:pt x="606943" y="2605936"/>
                  </a:lnTo>
                  <a:lnTo>
                    <a:pt x="607280" y="2606870"/>
                  </a:lnTo>
                  <a:lnTo>
                    <a:pt x="607616" y="2607874"/>
                  </a:lnTo>
                  <a:lnTo>
                    <a:pt x="607953" y="2608866"/>
                  </a:lnTo>
                  <a:lnTo>
                    <a:pt x="608289" y="2609879"/>
                  </a:lnTo>
                  <a:lnTo>
                    <a:pt x="608626" y="2610844"/>
                  </a:lnTo>
                  <a:lnTo>
                    <a:pt x="608962" y="2611917"/>
                  </a:lnTo>
                  <a:lnTo>
                    <a:pt x="609299" y="2613187"/>
                  </a:lnTo>
                  <a:lnTo>
                    <a:pt x="609635" y="2614773"/>
                  </a:lnTo>
                  <a:lnTo>
                    <a:pt x="609971" y="2616915"/>
                  </a:lnTo>
                  <a:lnTo>
                    <a:pt x="610308" y="2619379"/>
                  </a:lnTo>
                  <a:lnTo>
                    <a:pt x="610644" y="2622954"/>
                  </a:lnTo>
                  <a:lnTo>
                    <a:pt x="610981" y="2626740"/>
                  </a:lnTo>
                  <a:lnTo>
                    <a:pt x="611317" y="2630533"/>
                  </a:lnTo>
                  <a:lnTo>
                    <a:pt x="611654" y="2634276"/>
                  </a:lnTo>
                  <a:lnTo>
                    <a:pt x="611990" y="2637994"/>
                  </a:lnTo>
                  <a:lnTo>
                    <a:pt x="612327" y="2640557"/>
                  </a:lnTo>
                  <a:lnTo>
                    <a:pt x="612663" y="2643032"/>
                  </a:lnTo>
                  <a:lnTo>
                    <a:pt x="613000" y="2645826"/>
                  </a:lnTo>
                  <a:lnTo>
                    <a:pt x="613336" y="2648469"/>
                  </a:lnTo>
                  <a:lnTo>
                    <a:pt x="613673" y="2651056"/>
                  </a:lnTo>
                  <a:lnTo>
                    <a:pt x="614009" y="2653476"/>
                  </a:lnTo>
                  <a:lnTo>
                    <a:pt x="614345" y="2655703"/>
                  </a:lnTo>
                  <a:lnTo>
                    <a:pt x="614682" y="2657903"/>
                  </a:lnTo>
                  <a:lnTo>
                    <a:pt x="615018" y="2659762"/>
                  </a:lnTo>
                  <a:lnTo>
                    <a:pt x="615355" y="2661141"/>
                  </a:lnTo>
                  <a:lnTo>
                    <a:pt x="615691" y="2662430"/>
                  </a:lnTo>
                  <a:lnTo>
                    <a:pt x="616028" y="2663798"/>
                  </a:lnTo>
                  <a:lnTo>
                    <a:pt x="616364" y="2665328"/>
                  </a:lnTo>
                  <a:lnTo>
                    <a:pt x="616701" y="2666779"/>
                  </a:lnTo>
                  <a:lnTo>
                    <a:pt x="617037" y="2668153"/>
                  </a:lnTo>
                  <a:lnTo>
                    <a:pt x="617374" y="2669566"/>
                  </a:lnTo>
                  <a:lnTo>
                    <a:pt x="617710" y="2670632"/>
                  </a:lnTo>
                  <a:lnTo>
                    <a:pt x="618047" y="2671262"/>
                  </a:lnTo>
                  <a:lnTo>
                    <a:pt x="618383" y="2671730"/>
                  </a:lnTo>
                  <a:lnTo>
                    <a:pt x="618719" y="2672394"/>
                  </a:lnTo>
                  <a:lnTo>
                    <a:pt x="619056" y="2673385"/>
                  </a:lnTo>
                  <a:lnTo>
                    <a:pt x="619392" y="2675059"/>
                  </a:lnTo>
                  <a:lnTo>
                    <a:pt x="619729" y="2676891"/>
                  </a:lnTo>
                  <a:lnTo>
                    <a:pt x="620065" y="2678758"/>
                  </a:lnTo>
                  <a:lnTo>
                    <a:pt x="620402" y="2680626"/>
                  </a:lnTo>
                  <a:lnTo>
                    <a:pt x="620738" y="2682451"/>
                  </a:lnTo>
                  <a:lnTo>
                    <a:pt x="621075" y="2683960"/>
                  </a:lnTo>
                  <a:lnTo>
                    <a:pt x="621411" y="2685253"/>
                  </a:lnTo>
                  <a:lnTo>
                    <a:pt x="621748" y="2686769"/>
                  </a:lnTo>
                  <a:lnTo>
                    <a:pt x="622084" y="2688335"/>
                  </a:lnTo>
                  <a:lnTo>
                    <a:pt x="622421" y="2689772"/>
                  </a:lnTo>
                  <a:lnTo>
                    <a:pt x="622757" y="2691209"/>
                  </a:lnTo>
                  <a:lnTo>
                    <a:pt x="623093" y="2692646"/>
                  </a:lnTo>
                  <a:lnTo>
                    <a:pt x="623430" y="2694083"/>
                  </a:lnTo>
                  <a:lnTo>
                    <a:pt x="623766" y="2695261"/>
                  </a:lnTo>
                  <a:lnTo>
                    <a:pt x="624103" y="2696159"/>
                  </a:lnTo>
                  <a:lnTo>
                    <a:pt x="624439" y="2696820"/>
                  </a:lnTo>
                  <a:lnTo>
                    <a:pt x="624776" y="2697287"/>
                  </a:lnTo>
                  <a:lnTo>
                    <a:pt x="625112" y="2697718"/>
                  </a:lnTo>
                  <a:lnTo>
                    <a:pt x="625449" y="2698149"/>
                  </a:lnTo>
                  <a:lnTo>
                    <a:pt x="625785" y="2698580"/>
                  </a:lnTo>
                  <a:lnTo>
                    <a:pt x="626122" y="2699011"/>
                  </a:lnTo>
                  <a:lnTo>
                    <a:pt x="626458" y="2699492"/>
                  </a:lnTo>
                  <a:lnTo>
                    <a:pt x="626795" y="2699643"/>
                  </a:lnTo>
                  <a:lnTo>
                    <a:pt x="627131" y="2699945"/>
                  </a:lnTo>
                  <a:lnTo>
                    <a:pt x="627467" y="2700426"/>
                  </a:lnTo>
                  <a:lnTo>
                    <a:pt x="627804" y="2701375"/>
                  </a:lnTo>
                  <a:lnTo>
                    <a:pt x="628140" y="2701991"/>
                  </a:lnTo>
                  <a:lnTo>
                    <a:pt x="628477" y="2702635"/>
                  </a:lnTo>
                  <a:lnTo>
                    <a:pt x="628813" y="2703148"/>
                  </a:lnTo>
                  <a:lnTo>
                    <a:pt x="629150" y="2703784"/>
                  </a:lnTo>
                  <a:lnTo>
                    <a:pt x="629486" y="2704565"/>
                  </a:lnTo>
                  <a:lnTo>
                    <a:pt x="629823" y="2705609"/>
                  </a:lnTo>
                  <a:lnTo>
                    <a:pt x="630159" y="2706822"/>
                  </a:lnTo>
                  <a:lnTo>
                    <a:pt x="630496" y="2708488"/>
                  </a:lnTo>
                  <a:lnTo>
                    <a:pt x="630832" y="2710248"/>
                  </a:lnTo>
                  <a:lnTo>
                    <a:pt x="631169" y="2712026"/>
                  </a:lnTo>
                  <a:lnTo>
                    <a:pt x="631505" y="2713805"/>
                  </a:lnTo>
                  <a:lnTo>
                    <a:pt x="631841" y="2715565"/>
                  </a:lnTo>
                  <a:lnTo>
                    <a:pt x="632178" y="2717078"/>
                  </a:lnTo>
                  <a:lnTo>
                    <a:pt x="632514" y="2718659"/>
                  </a:lnTo>
                  <a:lnTo>
                    <a:pt x="632851" y="2720126"/>
                  </a:lnTo>
                  <a:lnTo>
                    <a:pt x="633187" y="2721701"/>
                  </a:lnTo>
                  <a:lnTo>
                    <a:pt x="633524" y="2723521"/>
                  </a:lnTo>
                  <a:lnTo>
                    <a:pt x="633860" y="2725222"/>
                  </a:lnTo>
                  <a:lnTo>
                    <a:pt x="634197" y="2726872"/>
                  </a:lnTo>
                  <a:lnTo>
                    <a:pt x="634533" y="2728491"/>
                  </a:lnTo>
                  <a:lnTo>
                    <a:pt x="634870" y="2729976"/>
                  </a:lnTo>
                  <a:lnTo>
                    <a:pt x="635206" y="2731622"/>
                  </a:lnTo>
                  <a:lnTo>
                    <a:pt x="635543" y="2733185"/>
                  </a:lnTo>
                  <a:lnTo>
                    <a:pt x="635879" y="2734705"/>
                  </a:lnTo>
                  <a:lnTo>
                    <a:pt x="636215" y="2736160"/>
                  </a:lnTo>
                  <a:lnTo>
                    <a:pt x="636552" y="2737576"/>
                  </a:lnTo>
                  <a:lnTo>
                    <a:pt x="636888" y="2739009"/>
                  </a:lnTo>
                  <a:lnTo>
                    <a:pt x="637225" y="2740220"/>
                  </a:lnTo>
                  <a:lnTo>
                    <a:pt x="637561" y="2741322"/>
                  </a:lnTo>
                  <a:lnTo>
                    <a:pt x="637898" y="2742354"/>
                  </a:lnTo>
                  <a:lnTo>
                    <a:pt x="638234" y="2743497"/>
                  </a:lnTo>
                  <a:lnTo>
                    <a:pt x="638571" y="2744519"/>
                  </a:lnTo>
                  <a:lnTo>
                    <a:pt x="638907" y="2745421"/>
                  </a:lnTo>
                  <a:lnTo>
                    <a:pt x="639244" y="2746045"/>
                  </a:lnTo>
                  <a:lnTo>
                    <a:pt x="639580" y="2746474"/>
                  </a:lnTo>
                  <a:lnTo>
                    <a:pt x="639917" y="2746638"/>
                  </a:lnTo>
                  <a:lnTo>
                    <a:pt x="640253" y="2746811"/>
                  </a:lnTo>
                  <a:lnTo>
                    <a:pt x="640589" y="2746951"/>
                  </a:lnTo>
                  <a:lnTo>
                    <a:pt x="640926" y="2747141"/>
                  </a:lnTo>
                  <a:lnTo>
                    <a:pt x="641262" y="2747414"/>
                  </a:lnTo>
                  <a:lnTo>
                    <a:pt x="641599" y="2747592"/>
                  </a:lnTo>
                  <a:lnTo>
                    <a:pt x="641935" y="2747629"/>
                  </a:lnTo>
                  <a:lnTo>
                    <a:pt x="642272" y="2747562"/>
                  </a:lnTo>
                  <a:lnTo>
                    <a:pt x="642608" y="2747470"/>
                  </a:lnTo>
                  <a:lnTo>
                    <a:pt x="642945" y="2747242"/>
                  </a:lnTo>
                  <a:lnTo>
                    <a:pt x="643281" y="2747348"/>
                  </a:lnTo>
                  <a:lnTo>
                    <a:pt x="643618" y="2747576"/>
                  </a:lnTo>
                  <a:lnTo>
                    <a:pt x="643954" y="2747826"/>
                  </a:lnTo>
                  <a:lnTo>
                    <a:pt x="644290" y="2748075"/>
                  </a:lnTo>
                  <a:lnTo>
                    <a:pt x="644627" y="2748342"/>
                  </a:lnTo>
                  <a:lnTo>
                    <a:pt x="644963" y="2748652"/>
                  </a:lnTo>
                  <a:lnTo>
                    <a:pt x="645300" y="2748978"/>
                  </a:lnTo>
                  <a:lnTo>
                    <a:pt x="645636" y="2749146"/>
                  </a:lnTo>
                  <a:lnTo>
                    <a:pt x="645973" y="2749328"/>
                  </a:lnTo>
                  <a:lnTo>
                    <a:pt x="646309" y="2749272"/>
                  </a:lnTo>
                  <a:lnTo>
                    <a:pt x="646646" y="2749190"/>
                  </a:lnTo>
                  <a:lnTo>
                    <a:pt x="646982" y="2749200"/>
                  </a:lnTo>
                  <a:lnTo>
                    <a:pt x="647319" y="2749156"/>
                  </a:lnTo>
                  <a:lnTo>
                    <a:pt x="647655" y="2749177"/>
                  </a:lnTo>
                  <a:lnTo>
                    <a:pt x="647992" y="2749321"/>
                  </a:lnTo>
                  <a:lnTo>
                    <a:pt x="648328" y="2749465"/>
                  </a:lnTo>
                  <a:lnTo>
                    <a:pt x="648664" y="2749486"/>
                  </a:lnTo>
                  <a:lnTo>
                    <a:pt x="649001" y="2749486"/>
                  </a:lnTo>
                  <a:lnTo>
                    <a:pt x="649337" y="2749486"/>
                  </a:lnTo>
                  <a:lnTo>
                    <a:pt x="649674" y="2749537"/>
                  </a:lnTo>
                  <a:lnTo>
                    <a:pt x="650010" y="2749702"/>
                  </a:lnTo>
                  <a:lnTo>
                    <a:pt x="650347" y="2749989"/>
                  </a:lnTo>
                  <a:lnTo>
                    <a:pt x="650683" y="2750356"/>
                  </a:lnTo>
                  <a:lnTo>
                    <a:pt x="651020" y="2751072"/>
                  </a:lnTo>
                  <a:lnTo>
                    <a:pt x="651356" y="2751862"/>
                  </a:lnTo>
                  <a:lnTo>
                    <a:pt x="651693" y="2752667"/>
                  </a:lnTo>
                  <a:lnTo>
                    <a:pt x="652029" y="2753580"/>
                  </a:lnTo>
                  <a:lnTo>
                    <a:pt x="652366" y="2754617"/>
                  </a:lnTo>
                  <a:lnTo>
                    <a:pt x="652702" y="2755949"/>
                  </a:lnTo>
                  <a:lnTo>
                    <a:pt x="653038" y="2756679"/>
                  </a:lnTo>
                  <a:lnTo>
                    <a:pt x="653375" y="2757481"/>
                  </a:lnTo>
                  <a:lnTo>
                    <a:pt x="653711" y="2758272"/>
                  </a:lnTo>
                  <a:lnTo>
                    <a:pt x="654048" y="2759004"/>
                  </a:lnTo>
                  <a:lnTo>
                    <a:pt x="654384" y="2759831"/>
                  </a:lnTo>
                  <a:lnTo>
                    <a:pt x="654721" y="2760506"/>
                  </a:lnTo>
                  <a:lnTo>
                    <a:pt x="655057" y="2761030"/>
                  </a:lnTo>
                  <a:lnTo>
                    <a:pt x="655394" y="2761469"/>
                  </a:lnTo>
                  <a:lnTo>
                    <a:pt x="655730" y="2762055"/>
                  </a:lnTo>
                  <a:lnTo>
                    <a:pt x="656067" y="2762287"/>
                  </a:lnTo>
                  <a:lnTo>
                    <a:pt x="656403" y="2762623"/>
                  </a:lnTo>
                  <a:lnTo>
                    <a:pt x="656740" y="2763590"/>
                  </a:lnTo>
                  <a:lnTo>
                    <a:pt x="657076" y="2764149"/>
                  </a:lnTo>
                  <a:lnTo>
                    <a:pt x="657412" y="2764768"/>
                  </a:lnTo>
                  <a:lnTo>
                    <a:pt x="657749" y="2765478"/>
                  </a:lnTo>
                  <a:lnTo>
                    <a:pt x="658085" y="2766371"/>
                  </a:lnTo>
                  <a:lnTo>
                    <a:pt x="658422" y="2767423"/>
                  </a:lnTo>
                  <a:lnTo>
                    <a:pt x="658758" y="2769456"/>
                  </a:lnTo>
                  <a:lnTo>
                    <a:pt x="659095" y="2771567"/>
                  </a:lnTo>
                  <a:lnTo>
                    <a:pt x="659431" y="2773491"/>
                  </a:lnTo>
                  <a:lnTo>
                    <a:pt x="659768" y="2774299"/>
                  </a:lnTo>
                  <a:lnTo>
                    <a:pt x="660104" y="2775858"/>
                  </a:lnTo>
                  <a:lnTo>
                    <a:pt x="660441" y="2777511"/>
                  </a:lnTo>
                  <a:lnTo>
                    <a:pt x="660777" y="2779090"/>
                  </a:lnTo>
                  <a:lnTo>
                    <a:pt x="661114" y="2780464"/>
                  </a:lnTo>
                  <a:lnTo>
                    <a:pt x="661450" y="2781566"/>
                  </a:lnTo>
                  <a:lnTo>
                    <a:pt x="661786" y="2782023"/>
                  </a:lnTo>
                  <a:lnTo>
                    <a:pt x="662123" y="2782505"/>
                  </a:lnTo>
                  <a:lnTo>
                    <a:pt x="662459" y="2782813"/>
                  </a:lnTo>
                  <a:lnTo>
                    <a:pt x="662796" y="2782934"/>
                  </a:lnTo>
                  <a:lnTo>
                    <a:pt x="663132" y="2783007"/>
                  </a:lnTo>
                  <a:lnTo>
                    <a:pt x="663469" y="2782965"/>
                  </a:lnTo>
                  <a:lnTo>
                    <a:pt x="663805" y="2782860"/>
                  </a:lnTo>
                  <a:lnTo>
                    <a:pt x="664142" y="2782756"/>
                  </a:lnTo>
                  <a:lnTo>
                    <a:pt x="664478" y="2782724"/>
                  </a:lnTo>
                  <a:lnTo>
                    <a:pt x="664815" y="2782868"/>
                  </a:lnTo>
                  <a:lnTo>
                    <a:pt x="665151" y="2783124"/>
                  </a:lnTo>
                  <a:lnTo>
                    <a:pt x="665488" y="2783626"/>
                  </a:lnTo>
                  <a:lnTo>
                    <a:pt x="665824" y="2784105"/>
                  </a:lnTo>
                  <a:lnTo>
                    <a:pt x="666160" y="2784392"/>
                  </a:lnTo>
                  <a:lnTo>
                    <a:pt x="666497" y="2784680"/>
                  </a:lnTo>
                  <a:lnTo>
                    <a:pt x="666833" y="2785068"/>
                  </a:lnTo>
                  <a:lnTo>
                    <a:pt x="667170" y="2785520"/>
                  </a:lnTo>
                  <a:lnTo>
                    <a:pt x="667506" y="2785772"/>
                  </a:lnTo>
                  <a:lnTo>
                    <a:pt x="667843" y="2785864"/>
                  </a:lnTo>
                  <a:lnTo>
                    <a:pt x="668179" y="2785805"/>
                  </a:lnTo>
                  <a:lnTo>
                    <a:pt x="668516" y="2785742"/>
                  </a:lnTo>
                  <a:lnTo>
                    <a:pt x="668852" y="2785678"/>
                  </a:lnTo>
                  <a:lnTo>
                    <a:pt x="669189" y="2785645"/>
                  </a:lnTo>
                  <a:lnTo>
                    <a:pt x="669525" y="2785686"/>
                  </a:lnTo>
                  <a:lnTo>
                    <a:pt x="669862" y="2785727"/>
                  </a:lnTo>
                  <a:lnTo>
                    <a:pt x="670198" y="2785768"/>
                  </a:lnTo>
                  <a:lnTo>
                    <a:pt x="670534" y="2785898"/>
                  </a:lnTo>
                  <a:lnTo>
                    <a:pt x="670871" y="2786044"/>
                  </a:lnTo>
                  <a:lnTo>
                    <a:pt x="671207" y="2786189"/>
                  </a:lnTo>
                  <a:lnTo>
                    <a:pt x="671544" y="2785959"/>
                  </a:lnTo>
                  <a:lnTo>
                    <a:pt x="671880" y="2785514"/>
                  </a:lnTo>
                  <a:lnTo>
                    <a:pt x="672217" y="2784855"/>
                  </a:lnTo>
                  <a:lnTo>
                    <a:pt x="672553" y="2784024"/>
                  </a:lnTo>
                  <a:lnTo>
                    <a:pt x="672890" y="2783362"/>
                  </a:lnTo>
                  <a:lnTo>
                    <a:pt x="673226" y="2782780"/>
                  </a:lnTo>
                  <a:lnTo>
                    <a:pt x="673563" y="2782390"/>
                  </a:lnTo>
                  <a:lnTo>
                    <a:pt x="673899" y="2782000"/>
                  </a:lnTo>
                  <a:lnTo>
                    <a:pt x="674235" y="2781264"/>
                  </a:lnTo>
                  <a:lnTo>
                    <a:pt x="674572" y="2780425"/>
                  </a:lnTo>
                  <a:lnTo>
                    <a:pt x="674908" y="2779470"/>
                  </a:lnTo>
                  <a:lnTo>
                    <a:pt x="675245" y="2778218"/>
                  </a:lnTo>
                  <a:lnTo>
                    <a:pt x="675581" y="2777104"/>
                  </a:lnTo>
                  <a:lnTo>
                    <a:pt x="675918" y="2775686"/>
                  </a:lnTo>
                  <a:lnTo>
                    <a:pt x="676254" y="2773934"/>
                  </a:lnTo>
                  <a:lnTo>
                    <a:pt x="676591" y="2772284"/>
                  </a:lnTo>
                  <a:lnTo>
                    <a:pt x="676927" y="2770722"/>
                  </a:lnTo>
                  <a:lnTo>
                    <a:pt x="677264" y="2769498"/>
                  </a:lnTo>
                  <a:lnTo>
                    <a:pt x="677600" y="2768331"/>
                  </a:lnTo>
                  <a:lnTo>
                    <a:pt x="677937" y="2766876"/>
                  </a:lnTo>
                  <a:lnTo>
                    <a:pt x="678273" y="2765410"/>
                  </a:lnTo>
                  <a:lnTo>
                    <a:pt x="678609" y="2763778"/>
                  </a:lnTo>
                  <a:lnTo>
                    <a:pt x="678946" y="2762619"/>
                  </a:lnTo>
                  <a:lnTo>
                    <a:pt x="679282" y="2761176"/>
                  </a:lnTo>
                  <a:lnTo>
                    <a:pt x="679619" y="2759269"/>
                  </a:lnTo>
                  <a:lnTo>
                    <a:pt x="679955" y="2757419"/>
                  </a:lnTo>
                  <a:lnTo>
                    <a:pt x="680292" y="2755459"/>
                  </a:lnTo>
                  <a:lnTo>
                    <a:pt x="680628" y="2753813"/>
                  </a:lnTo>
                  <a:lnTo>
                    <a:pt x="680965" y="2752418"/>
                  </a:lnTo>
                  <a:lnTo>
                    <a:pt x="681301" y="2751095"/>
                  </a:lnTo>
                  <a:lnTo>
                    <a:pt x="681638" y="2749976"/>
                  </a:lnTo>
                  <a:lnTo>
                    <a:pt x="681974" y="2748857"/>
                  </a:lnTo>
                  <a:lnTo>
                    <a:pt x="682311" y="2747713"/>
                  </a:lnTo>
                  <a:lnTo>
                    <a:pt x="682647" y="2746539"/>
                  </a:lnTo>
                  <a:lnTo>
                    <a:pt x="682983" y="2745276"/>
                  </a:lnTo>
                  <a:lnTo>
                    <a:pt x="683320" y="2743968"/>
                  </a:lnTo>
                  <a:lnTo>
                    <a:pt x="683656" y="2742514"/>
                  </a:lnTo>
                  <a:lnTo>
                    <a:pt x="683993" y="2741138"/>
                  </a:lnTo>
                  <a:lnTo>
                    <a:pt x="684329" y="2740115"/>
                  </a:lnTo>
                  <a:lnTo>
                    <a:pt x="684666" y="2739420"/>
                  </a:lnTo>
                  <a:lnTo>
                    <a:pt x="685002" y="2738902"/>
                  </a:lnTo>
                  <a:lnTo>
                    <a:pt x="685339" y="2738434"/>
                  </a:lnTo>
                  <a:lnTo>
                    <a:pt x="685675" y="2737899"/>
                  </a:lnTo>
                  <a:lnTo>
                    <a:pt x="686012" y="2737317"/>
                  </a:lnTo>
                  <a:lnTo>
                    <a:pt x="686348" y="2736595"/>
                  </a:lnTo>
                  <a:lnTo>
                    <a:pt x="686685" y="2735589"/>
                  </a:lnTo>
                  <a:lnTo>
                    <a:pt x="687021" y="2734583"/>
                  </a:lnTo>
                  <a:lnTo>
                    <a:pt x="687357" y="2733671"/>
                  </a:lnTo>
                  <a:lnTo>
                    <a:pt x="687694" y="2732881"/>
                  </a:lnTo>
                  <a:lnTo>
                    <a:pt x="688030" y="2732564"/>
                  </a:lnTo>
                  <a:lnTo>
                    <a:pt x="688367" y="2732421"/>
                  </a:lnTo>
                  <a:lnTo>
                    <a:pt x="688703" y="2732277"/>
                  </a:lnTo>
                  <a:lnTo>
                    <a:pt x="689040" y="2732133"/>
                  </a:lnTo>
                  <a:lnTo>
                    <a:pt x="689376" y="2732026"/>
                  </a:lnTo>
                  <a:lnTo>
                    <a:pt x="689713" y="2732026"/>
                  </a:lnTo>
                  <a:lnTo>
                    <a:pt x="690049" y="2731896"/>
                  </a:lnTo>
                  <a:lnTo>
                    <a:pt x="690386" y="2731753"/>
                  </a:lnTo>
                  <a:lnTo>
                    <a:pt x="690722" y="2731609"/>
                  </a:lnTo>
                  <a:lnTo>
                    <a:pt x="691059" y="2731465"/>
                  </a:lnTo>
                  <a:lnTo>
                    <a:pt x="691395" y="2731214"/>
                  </a:lnTo>
                  <a:lnTo>
                    <a:pt x="691731" y="2730783"/>
                  </a:lnTo>
                  <a:lnTo>
                    <a:pt x="692068" y="2730352"/>
                  </a:lnTo>
                  <a:lnTo>
                    <a:pt x="692404" y="2729921"/>
                  </a:lnTo>
                  <a:lnTo>
                    <a:pt x="692741" y="2729403"/>
                  </a:lnTo>
                  <a:lnTo>
                    <a:pt x="693077" y="2728663"/>
                  </a:lnTo>
                  <a:lnTo>
                    <a:pt x="693414" y="2727801"/>
                  </a:lnTo>
                  <a:lnTo>
                    <a:pt x="693750" y="2726846"/>
                  </a:lnTo>
                  <a:lnTo>
                    <a:pt x="694087" y="2725797"/>
                  </a:lnTo>
                  <a:lnTo>
                    <a:pt x="694423" y="2724540"/>
                  </a:lnTo>
                  <a:lnTo>
                    <a:pt x="694760" y="2723167"/>
                  </a:lnTo>
                  <a:lnTo>
                    <a:pt x="695096" y="2721745"/>
                  </a:lnTo>
                  <a:lnTo>
                    <a:pt x="695433" y="2720303"/>
                  </a:lnTo>
                  <a:lnTo>
                    <a:pt x="695769" y="2718831"/>
                  </a:lnTo>
                  <a:lnTo>
                    <a:pt x="696105" y="2717152"/>
                  </a:lnTo>
                  <a:lnTo>
                    <a:pt x="696442" y="2715501"/>
                  </a:lnTo>
                  <a:lnTo>
                    <a:pt x="696778" y="2713922"/>
                  </a:lnTo>
                  <a:lnTo>
                    <a:pt x="697115" y="2712214"/>
                  </a:lnTo>
                  <a:lnTo>
                    <a:pt x="697451" y="2710312"/>
                  </a:lnTo>
                  <a:lnTo>
                    <a:pt x="697788" y="2708171"/>
                  </a:lnTo>
                  <a:lnTo>
                    <a:pt x="698124" y="2706082"/>
                  </a:lnTo>
                  <a:lnTo>
                    <a:pt x="698461" y="2703981"/>
                  </a:lnTo>
                  <a:lnTo>
                    <a:pt x="698797" y="2702044"/>
                  </a:lnTo>
                  <a:lnTo>
                    <a:pt x="699134" y="2700162"/>
                  </a:lnTo>
                  <a:lnTo>
                    <a:pt x="699470" y="2698542"/>
                  </a:lnTo>
                  <a:lnTo>
                    <a:pt x="699807" y="2697643"/>
                  </a:lnTo>
                  <a:lnTo>
                    <a:pt x="700143" y="2696701"/>
                  </a:lnTo>
                  <a:lnTo>
                    <a:pt x="700479" y="2696083"/>
                  </a:lnTo>
                  <a:lnTo>
                    <a:pt x="700816" y="2695424"/>
                  </a:lnTo>
                  <a:lnTo>
                    <a:pt x="701152" y="2695024"/>
                  </a:lnTo>
                  <a:lnTo>
                    <a:pt x="701489" y="2694612"/>
                  </a:lnTo>
                  <a:lnTo>
                    <a:pt x="701825" y="2694254"/>
                  </a:lnTo>
                  <a:lnTo>
                    <a:pt x="702162" y="2693961"/>
                  </a:lnTo>
                  <a:lnTo>
                    <a:pt x="702498" y="2693764"/>
                  </a:lnTo>
                  <a:lnTo>
                    <a:pt x="702835" y="2693565"/>
                  </a:lnTo>
                  <a:lnTo>
                    <a:pt x="703171" y="2693383"/>
                  </a:lnTo>
                  <a:lnTo>
                    <a:pt x="703508" y="2693316"/>
                  </a:lnTo>
                  <a:lnTo>
                    <a:pt x="703844" y="2693118"/>
                  </a:lnTo>
                  <a:lnTo>
                    <a:pt x="704181" y="2692862"/>
                  </a:lnTo>
                  <a:lnTo>
                    <a:pt x="704517" y="2692691"/>
                  </a:lnTo>
                  <a:lnTo>
                    <a:pt x="704853" y="2692474"/>
                  </a:lnTo>
                  <a:lnTo>
                    <a:pt x="705190" y="2692197"/>
                  </a:lnTo>
                  <a:lnTo>
                    <a:pt x="705526" y="2692000"/>
                  </a:lnTo>
                  <a:lnTo>
                    <a:pt x="705863" y="2691647"/>
                  </a:lnTo>
                  <a:lnTo>
                    <a:pt x="706199" y="2691314"/>
                  </a:lnTo>
                  <a:lnTo>
                    <a:pt x="706536" y="2690920"/>
                  </a:lnTo>
                  <a:lnTo>
                    <a:pt x="706872" y="2690581"/>
                  </a:lnTo>
                  <a:lnTo>
                    <a:pt x="707209" y="2690307"/>
                  </a:lnTo>
                  <a:lnTo>
                    <a:pt x="707545" y="2689710"/>
                  </a:lnTo>
                  <a:lnTo>
                    <a:pt x="707882" y="2689321"/>
                  </a:lnTo>
                  <a:lnTo>
                    <a:pt x="708218" y="2688965"/>
                  </a:lnTo>
                  <a:lnTo>
                    <a:pt x="708554" y="2688592"/>
                  </a:lnTo>
                  <a:lnTo>
                    <a:pt x="708891" y="2688315"/>
                  </a:lnTo>
                  <a:lnTo>
                    <a:pt x="709227" y="2688200"/>
                  </a:lnTo>
                  <a:lnTo>
                    <a:pt x="709564" y="2688293"/>
                  </a:lnTo>
                  <a:lnTo>
                    <a:pt x="709900" y="2688286"/>
                  </a:lnTo>
                  <a:lnTo>
                    <a:pt x="710237" y="2688348"/>
                  </a:lnTo>
                  <a:lnTo>
                    <a:pt x="710573" y="2688357"/>
                  </a:lnTo>
                  <a:lnTo>
                    <a:pt x="710910" y="2688330"/>
                  </a:lnTo>
                  <a:lnTo>
                    <a:pt x="711246" y="2688568"/>
                  </a:lnTo>
                  <a:lnTo>
                    <a:pt x="711583" y="2688760"/>
                  </a:lnTo>
                  <a:lnTo>
                    <a:pt x="711919" y="2688893"/>
                  </a:lnTo>
                  <a:lnTo>
                    <a:pt x="712256" y="2689062"/>
                  </a:lnTo>
                  <a:lnTo>
                    <a:pt x="712592" y="2689231"/>
                  </a:lnTo>
                  <a:lnTo>
                    <a:pt x="712928" y="2689432"/>
                  </a:lnTo>
                  <a:lnTo>
                    <a:pt x="713265" y="2689528"/>
                  </a:lnTo>
                  <a:lnTo>
                    <a:pt x="713601" y="2689334"/>
                  </a:lnTo>
                  <a:lnTo>
                    <a:pt x="713938" y="2689171"/>
                  </a:lnTo>
                  <a:lnTo>
                    <a:pt x="714274" y="2688884"/>
                  </a:lnTo>
                  <a:lnTo>
                    <a:pt x="714611" y="2688529"/>
                  </a:lnTo>
                  <a:lnTo>
                    <a:pt x="714947" y="2687987"/>
                  </a:lnTo>
                  <a:lnTo>
                    <a:pt x="715284" y="2687279"/>
                  </a:lnTo>
                  <a:lnTo>
                    <a:pt x="715620" y="2686466"/>
                  </a:lnTo>
                  <a:lnTo>
                    <a:pt x="715957" y="2685681"/>
                  </a:lnTo>
                  <a:lnTo>
                    <a:pt x="716293" y="2684985"/>
                  </a:lnTo>
                  <a:lnTo>
                    <a:pt x="716630" y="2683893"/>
                  </a:lnTo>
                  <a:lnTo>
                    <a:pt x="716966" y="2682887"/>
                  </a:lnTo>
                  <a:lnTo>
                    <a:pt x="717302" y="2681882"/>
                  </a:lnTo>
                  <a:lnTo>
                    <a:pt x="717639" y="2680998"/>
                  </a:lnTo>
                  <a:lnTo>
                    <a:pt x="717975" y="2680358"/>
                  </a:lnTo>
                  <a:lnTo>
                    <a:pt x="718312" y="2679549"/>
                  </a:lnTo>
                  <a:lnTo>
                    <a:pt x="718648" y="2678759"/>
                  </a:lnTo>
                  <a:lnTo>
                    <a:pt x="718985" y="2678054"/>
                  </a:lnTo>
                  <a:lnTo>
                    <a:pt x="719321" y="2677436"/>
                  </a:lnTo>
                  <a:lnTo>
                    <a:pt x="719658" y="2676980"/>
                  </a:lnTo>
                  <a:lnTo>
                    <a:pt x="719994" y="2676582"/>
                  </a:lnTo>
                  <a:lnTo>
                    <a:pt x="720331" y="2676402"/>
                  </a:lnTo>
                  <a:lnTo>
                    <a:pt x="720667" y="2676443"/>
                  </a:lnTo>
                  <a:lnTo>
                    <a:pt x="721004" y="2676531"/>
                  </a:lnTo>
                  <a:lnTo>
                    <a:pt x="721340" y="2676677"/>
                  </a:lnTo>
                  <a:lnTo>
                    <a:pt x="721676" y="2676822"/>
                  </a:lnTo>
                  <a:lnTo>
                    <a:pt x="722013" y="2677094"/>
                  </a:lnTo>
                  <a:lnTo>
                    <a:pt x="722349" y="2677537"/>
                  </a:lnTo>
                  <a:lnTo>
                    <a:pt x="722686" y="2678180"/>
                  </a:lnTo>
                  <a:lnTo>
                    <a:pt x="723022" y="2679001"/>
                  </a:lnTo>
                  <a:lnTo>
                    <a:pt x="723359" y="2680084"/>
                  </a:lnTo>
                  <a:lnTo>
                    <a:pt x="723695" y="2681459"/>
                  </a:lnTo>
                  <a:lnTo>
                    <a:pt x="724032" y="2682973"/>
                  </a:lnTo>
                  <a:lnTo>
                    <a:pt x="724368" y="2685157"/>
                  </a:lnTo>
                  <a:lnTo>
                    <a:pt x="724705" y="2687435"/>
                  </a:lnTo>
                  <a:lnTo>
                    <a:pt x="725041" y="2689705"/>
                  </a:lnTo>
                  <a:lnTo>
                    <a:pt x="725378" y="2691867"/>
                  </a:lnTo>
                  <a:lnTo>
                    <a:pt x="725714" y="2694023"/>
                  </a:lnTo>
                  <a:lnTo>
                    <a:pt x="726050" y="2696113"/>
                  </a:lnTo>
                  <a:lnTo>
                    <a:pt x="726387" y="2698125"/>
                  </a:lnTo>
                  <a:lnTo>
                    <a:pt x="726723" y="2700230"/>
                  </a:lnTo>
                  <a:lnTo>
                    <a:pt x="727060" y="2702371"/>
                  </a:lnTo>
                  <a:lnTo>
                    <a:pt x="727396" y="2703727"/>
                  </a:lnTo>
                  <a:lnTo>
                    <a:pt x="727733" y="2704905"/>
                  </a:lnTo>
                  <a:lnTo>
                    <a:pt x="728069" y="2705851"/>
                  </a:lnTo>
                  <a:lnTo>
                    <a:pt x="728406" y="2706543"/>
                  </a:lnTo>
                  <a:lnTo>
                    <a:pt x="728742" y="2706990"/>
                  </a:lnTo>
                  <a:lnTo>
                    <a:pt x="729079" y="2707263"/>
                  </a:lnTo>
                  <a:lnTo>
                    <a:pt x="729415" y="2707432"/>
                  </a:lnTo>
                  <a:lnTo>
                    <a:pt x="729752" y="2707162"/>
                  </a:lnTo>
                  <a:lnTo>
                    <a:pt x="730088" y="2706732"/>
                  </a:lnTo>
                  <a:lnTo>
                    <a:pt x="730424" y="2706199"/>
                  </a:lnTo>
                  <a:lnTo>
                    <a:pt x="730761" y="2705876"/>
                  </a:lnTo>
                  <a:lnTo>
                    <a:pt x="731097" y="2705364"/>
                  </a:lnTo>
                  <a:lnTo>
                    <a:pt x="731434" y="2704832"/>
                  </a:lnTo>
                  <a:lnTo>
                    <a:pt x="731770" y="2704199"/>
                  </a:lnTo>
                  <a:lnTo>
                    <a:pt x="732107" y="2703330"/>
                  </a:lnTo>
                  <a:lnTo>
                    <a:pt x="732443" y="2702225"/>
                  </a:lnTo>
                  <a:lnTo>
                    <a:pt x="732780" y="2700956"/>
                  </a:lnTo>
                  <a:lnTo>
                    <a:pt x="733116" y="2699638"/>
                  </a:lnTo>
                  <a:lnTo>
                    <a:pt x="733453" y="2698485"/>
                  </a:lnTo>
                  <a:lnTo>
                    <a:pt x="733789" y="2697254"/>
                  </a:lnTo>
                  <a:lnTo>
                    <a:pt x="734126" y="2696112"/>
                  </a:lnTo>
                  <a:lnTo>
                    <a:pt x="734462" y="2695042"/>
                  </a:lnTo>
                  <a:lnTo>
                    <a:pt x="734798" y="2694125"/>
                  </a:lnTo>
                  <a:lnTo>
                    <a:pt x="735135" y="2693331"/>
                  </a:lnTo>
                  <a:lnTo>
                    <a:pt x="735471" y="2692557"/>
                  </a:lnTo>
                  <a:lnTo>
                    <a:pt x="735808" y="2691746"/>
                  </a:lnTo>
                  <a:lnTo>
                    <a:pt x="736144" y="2691075"/>
                  </a:lnTo>
                  <a:lnTo>
                    <a:pt x="736481" y="2690371"/>
                  </a:lnTo>
                  <a:lnTo>
                    <a:pt x="736817" y="2689135"/>
                  </a:lnTo>
                  <a:lnTo>
                    <a:pt x="737154" y="2687936"/>
                  </a:lnTo>
                  <a:lnTo>
                    <a:pt x="737490" y="2686786"/>
                  </a:lnTo>
                  <a:lnTo>
                    <a:pt x="737827" y="2685823"/>
                  </a:lnTo>
                  <a:lnTo>
                    <a:pt x="738163" y="2684961"/>
                  </a:lnTo>
                  <a:lnTo>
                    <a:pt x="738500" y="2684078"/>
                  </a:lnTo>
                  <a:lnTo>
                    <a:pt x="738836" y="2683474"/>
                  </a:lnTo>
                  <a:lnTo>
                    <a:pt x="739172" y="2682756"/>
                  </a:lnTo>
                  <a:lnTo>
                    <a:pt x="739509" y="2682224"/>
                  </a:lnTo>
                  <a:lnTo>
                    <a:pt x="739845" y="2681793"/>
                  </a:lnTo>
                  <a:lnTo>
                    <a:pt x="740182" y="2681333"/>
                  </a:lnTo>
                  <a:lnTo>
                    <a:pt x="740518" y="2680902"/>
                  </a:lnTo>
                  <a:lnTo>
                    <a:pt x="740855" y="2680694"/>
                  </a:lnTo>
                  <a:lnTo>
                    <a:pt x="741191" y="2680550"/>
                  </a:lnTo>
                  <a:lnTo>
                    <a:pt x="741528" y="2680579"/>
                  </a:lnTo>
                  <a:lnTo>
                    <a:pt x="741864" y="2680708"/>
                  </a:lnTo>
                  <a:lnTo>
                    <a:pt x="742201" y="2680902"/>
                  </a:lnTo>
                  <a:lnTo>
                    <a:pt x="742537" y="2681455"/>
                  </a:lnTo>
                  <a:lnTo>
                    <a:pt x="742873" y="2681750"/>
                  </a:lnTo>
                  <a:lnTo>
                    <a:pt x="743210" y="2682338"/>
                  </a:lnTo>
                  <a:lnTo>
                    <a:pt x="743546" y="2683367"/>
                  </a:lnTo>
                  <a:lnTo>
                    <a:pt x="743883" y="2684207"/>
                  </a:lnTo>
                  <a:lnTo>
                    <a:pt x="744219" y="2684771"/>
                  </a:lnTo>
                  <a:lnTo>
                    <a:pt x="744556" y="2685070"/>
                  </a:lnTo>
                  <a:lnTo>
                    <a:pt x="744892" y="2685164"/>
                  </a:lnTo>
                  <a:lnTo>
                    <a:pt x="745229" y="2685099"/>
                  </a:lnTo>
                  <a:lnTo>
                    <a:pt x="745565" y="2684919"/>
                  </a:lnTo>
                  <a:lnTo>
                    <a:pt x="745902" y="2684842"/>
                  </a:lnTo>
                  <a:lnTo>
                    <a:pt x="746238" y="2684254"/>
                  </a:lnTo>
                  <a:lnTo>
                    <a:pt x="746575" y="2683733"/>
                  </a:lnTo>
                  <a:lnTo>
                    <a:pt x="746911" y="2683679"/>
                  </a:lnTo>
                  <a:lnTo>
                    <a:pt x="747247" y="2683669"/>
                  </a:lnTo>
                  <a:lnTo>
                    <a:pt x="747584" y="2683569"/>
                  </a:lnTo>
                  <a:lnTo>
                    <a:pt x="747920" y="2683102"/>
                  </a:lnTo>
                  <a:lnTo>
                    <a:pt x="748257" y="2682710"/>
                  </a:lnTo>
                  <a:lnTo>
                    <a:pt x="748593" y="2682292"/>
                  </a:lnTo>
                  <a:lnTo>
                    <a:pt x="748930" y="2681881"/>
                  </a:lnTo>
                  <a:lnTo>
                    <a:pt x="749266" y="2681857"/>
                  </a:lnTo>
                  <a:lnTo>
                    <a:pt x="749603" y="2681869"/>
                  </a:lnTo>
                  <a:lnTo>
                    <a:pt x="749939" y="2681936"/>
                  </a:lnTo>
                  <a:lnTo>
                    <a:pt x="750276" y="2682229"/>
                  </a:lnTo>
                  <a:lnTo>
                    <a:pt x="750612" y="2683006"/>
                  </a:lnTo>
                  <a:lnTo>
                    <a:pt x="750949" y="2683929"/>
                  </a:lnTo>
                  <a:lnTo>
                    <a:pt x="751285" y="2684745"/>
                  </a:lnTo>
                  <a:lnTo>
                    <a:pt x="751621" y="2685416"/>
                  </a:lnTo>
                  <a:lnTo>
                    <a:pt x="751958" y="2685584"/>
                  </a:lnTo>
                  <a:lnTo>
                    <a:pt x="752294" y="2685406"/>
                  </a:lnTo>
                  <a:lnTo>
                    <a:pt x="752631" y="2685191"/>
                  </a:lnTo>
                  <a:lnTo>
                    <a:pt x="752967" y="2685137"/>
                  </a:lnTo>
                  <a:lnTo>
                    <a:pt x="753304" y="2685179"/>
                  </a:lnTo>
                  <a:lnTo>
                    <a:pt x="753640" y="2685302"/>
                  </a:lnTo>
                  <a:lnTo>
                    <a:pt x="753977" y="2685550"/>
                  </a:lnTo>
                  <a:lnTo>
                    <a:pt x="754313" y="2685293"/>
                  </a:lnTo>
                  <a:lnTo>
                    <a:pt x="754650" y="2684731"/>
                  </a:lnTo>
                  <a:lnTo>
                    <a:pt x="754986" y="2683972"/>
                  </a:lnTo>
                  <a:lnTo>
                    <a:pt x="755323" y="2682685"/>
                  </a:lnTo>
                  <a:lnTo>
                    <a:pt x="755659" y="2681108"/>
                  </a:lnTo>
                  <a:lnTo>
                    <a:pt x="755995" y="2679510"/>
                  </a:lnTo>
                  <a:lnTo>
                    <a:pt x="756332" y="2677962"/>
                  </a:lnTo>
                  <a:lnTo>
                    <a:pt x="756668" y="2675844"/>
                  </a:lnTo>
                  <a:lnTo>
                    <a:pt x="757005" y="2673786"/>
                  </a:lnTo>
                  <a:lnTo>
                    <a:pt x="757341" y="2672051"/>
                  </a:lnTo>
                  <a:lnTo>
                    <a:pt x="757678" y="2670325"/>
                  </a:lnTo>
                  <a:lnTo>
                    <a:pt x="758014" y="2668483"/>
                  </a:lnTo>
                  <a:lnTo>
                    <a:pt x="758351" y="2666501"/>
                  </a:lnTo>
                  <a:lnTo>
                    <a:pt x="758687" y="2665279"/>
                  </a:lnTo>
                  <a:lnTo>
                    <a:pt x="759024" y="2664134"/>
                  </a:lnTo>
                  <a:lnTo>
                    <a:pt x="759360" y="2662915"/>
                  </a:lnTo>
                  <a:lnTo>
                    <a:pt x="759697" y="2661947"/>
                  </a:lnTo>
                  <a:lnTo>
                    <a:pt x="760033" y="2661198"/>
                  </a:lnTo>
                  <a:lnTo>
                    <a:pt x="760369" y="2660767"/>
                  </a:lnTo>
                  <a:lnTo>
                    <a:pt x="760706" y="2660622"/>
                  </a:lnTo>
                  <a:lnTo>
                    <a:pt x="761042" y="2660690"/>
                  </a:lnTo>
                  <a:lnTo>
                    <a:pt x="761379" y="2660930"/>
                  </a:lnTo>
                  <a:lnTo>
                    <a:pt x="761715" y="2661385"/>
                  </a:lnTo>
                  <a:lnTo>
                    <a:pt x="762052" y="2661997"/>
                  </a:lnTo>
                  <a:lnTo>
                    <a:pt x="762388" y="2662065"/>
                  </a:lnTo>
                  <a:lnTo>
                    <a:pt x="762725" y="2662279"/>
                  </a:lnTo>
                  <a:lnTo>
                    <a:pt x="763061" y="2662756"/>
                  </a:lnTo>
                  <a:lnTo>
                    <a:pt x="763398" y="2663891"/>
                  </a:lnTo>
                  <a:lnTo>
                    <a:pt x="763734" y="2664919"/>
                  </a:lnTo>
                  <a:lnTo>
                    <a:pt x="764071" y="2665951"/>
                  </a:lnTo>
                  <a:lnTo>
                    <a:pt x="764407" y="2667036"/>
                  </a:lnTo>
                  <a:lnTo>
                    <a:pt x="764743" y="2668365"/>
                  </a:lnTo>
                  <a:lnTo>
                    <a:pt x="765080" y="2669723"/>
                  </a:lnTo>
                  <a:lnTo>
                    <a:pt x="765416" y="2670994"/>
                  </a:lnTo>
                  <a:lnTo>
                    <a:pt x="765753" y="2672287"/>
                  </a:lnTo>
                  <a:lnTo>
                    <a:pt x="766089" y="2673487"/>
                  </a:lnTo>
                  <a:lnTo>
                    <a:pt x="766426" y="2674471"/>
                  </a:lnTo>
                  <a:lnTo>
                    <a:pt x="766762" y="2675312"/>
                  </a:lnTo>
                  <a:lnTo>
                    <a:pt x="767099" y="2675428"/>
                  </a:lnTo>
                  <a:lnTo>
                    <a:pt x="767435" y="2675491"/>
                  </a:lnTo>
                  <a:lnTo>
                    <a:pt x="767772" y="2675290"/>
                  </a:lnTo>
                  <a:lnTo>
                    <a:pt x="768108" y="2675124"/>
                  </a:lnTo>
                  <a:lnTo>
                    <a:pt x="768445" y="2674650"/>
                  </a:lnTo>
                  <a:lnTo>
                    <a:pt x="768781" y="2674183"/>
                  </a:lnTo>
                  <a:lnTo>
                    <a:pt x="769117" y="2673820"/>
                  </a:lnTo>
                  <a:lnTo>
                    <a:pt x="769454" y="2673292"/>
                  </a:lnTo>
                  <a:lnTo>
                    <a:pt x="769790" y="2672624"/>
                  </a:lnTo>
                  <a:lnTo>
                    <a:pt x="770127" y="2671950"/>
                  </a:lnTo>
                  <a:lnTo>
                    <a:pt x="770463" y="2671257"/>
                  </a:lnTo>
                  <a:lnTo>
                    <a:pt x="770800" y="2670554"/>
                  </a:lnTo>
                  <a:lnTo>
                    <a:pt x="771136" y="2669904"/>
                  </a:lnTo>
                  <a:lnTo>
                    <a:pt x="771473" y="2669154"/>
                  </a:lnTo>
                  <a:lnTo>
                    <a:pt x="771809" y="2668372"/>
                  </a:lnTo>
                  <a:lnTo>
                    <a:pt x="772146" y="2667615"/>
                  </a:lnTo>
                  <a:lnTo>
                    <a:pt x="772482" y="2666943"/>
                  </a:lnTo>
                  <a:lnTo>
                    <a:pt x="772818" y="2666206"/>
                  </a:lnTo>
                  <a:lnTo>
                    <a:pt x="773155" y="2665554"/>
                  </a:lnTo>
                  <a:lnTo>
                    <a:pt x="773491" y="2664830"/>
                  </a:lnTo>
                  <a:lnTo>
                    <a:pt x="773828" y="2664491"/>
                  </a:lnTo>
                  <a:lnTo>
                    <a:pt x="774164" y="2664177"/>
                  </a:lnTo>
                  <a:lnTo>
                    <a:pt x="774501" y="2664063"/>
                  </a:lnTo>
                  <a:lnTo>
                    <a:pt x="774837" y="2664129"/>
                  </a:lnTo>
                  <a:lnTo>
                    <a:pt x="775174" y="2663988"/>
                  </a:lnTo>
                  <a:lnTo>
                    <a:pt x="775510" y="2663811"/>
                  </a:lnTo>
                  <a:lnTo>
                    <a:pt x="775847" y="2663620"/>
                  </a:lnTo>
                  <a:lnTo>
                    <a:pt x="776183" y="2663432"/>
                  </a:lnTo>
                  <a:lnTo>
                    <a:pt x="776520" y="2663447"/>
                  </a:lnTo>
                  <a:lnTo>
                    <a:pt x="776856" y="2663469"/>
                  </a:lnTo>
                  <a:lnTo>
                    <a:pt x="777192" y="2663731"/>
                  </a:lnTo>
                  <a:lnTo>
                    <a:pt x="777529" y="2664138"/>
                  </a:lnTo>
                  <a:lnTo>
                    <a:pt x="777865" y="2664598"/>
                  </a:lnTo>
                  <a:lnTo>
                    <a:pt x="778202" y="2665166"/>
                  </a:lnTo>
                  <a:lnTo>
                    <a:pt x="778538" y="2665539"/>
                  </a:lnTo>
                  <a:lnTo>
                    <a:pt x="778875" y="2665960"/>
                  </a:lnTo>
                  <a:lnTo>
                    <a:pt x="779211" y="2666422"/>
                  </a:lnTo>
                  <a:lnTo>
                    <a:pt x="779548" y="2666806"/>
                  </a:lnTo>
                  <a:lnTo>
                    <a:pt x="779884" y="2667072"/>
                  </a:lnTo>
                  <a:lnTo>
                    <a:pt x="780221" y="2667184"/>
                  </a:lnTo>
                  <a:lnTo>
                    <a:pt x="780557" y="2667266"/>
                  </a:lnTo>
                  <a:lnTo>
                    <a:pt x="780894" y="2667544"/>
                  </a:lnTo>
                  <a:lnTo>
                    <a:pt x="781230" y="2667789"/>
                  </a:lnTo>
                  <a:lnTo>
                    <a:pt x="781566" y="2668066"/>
                  </a:lnTo>
                  <a:lnTo>
                    <a:pt x="781903" y="2668343"/>
                  </a:lnTo>
                  <a:lnTo>
                    <a:pt x="782239" y="2668620"/>
                  </a:lnTo>
                  <a:lnTo>
                    <a:pt x="782576" y="2668854"/>
                  </a:lnTo>
                  <a:lnTo>
                    <a:pt x="782912" y="2669092"/>
                  </a:lnTo>
                  <a:lnTo>
                    <a:pt x="783249" y="2669187"/>
                  </a:lnTo>
                  <a:lnTo>
                    <a:pt x="783585" y="2668906"/>
                  </a:lnTo>
                  <a:lnTo>
                    <a:pt x="783922" y="2668985"/>
                  </a:lnTo>
                  <a:lnTo>
                    <a:pt x="784258" y="2668841"/>
                  </a:lnTo>
                  <a:lnTo>
                    <a:pt x="784595" y="2668619"/>
                  </a:lnTo>
                  <a:lnTo>
                    <a:pt x="784931" y="2668137"/>
                  </a:lnTo>
                  <a:lnTo>
                    <a:pt x="785268" y="2667433"/>
                  </a:lnTo>
                  <a:lnTo>
                    <a:pt x="785604" y="2666758"/>
                  </a:lnTo>
                  <a:lnTo>
                    <a:pt x="785940" y="2666162"/>
                  </a:lnTo>
                  <a:lnTo>
                    <a:pt x="786277" y="2665486"/>
                  </a:lnTo>
                  <a:lnTo>
                    <a:pt x="786613" y="2665147"/>
                  </a:lnTo>
                  <a:lnTo>
                    <a:pt x="786950" y="2664764"/>
                  </a:lnTo>
                  <a:lnTo>
                    <a:pt x="787286" y="2664382"/>
                  </a:lnTo>
                  <a:lnTo>
                    <a:pt x="787623" y="2663960"/>
                  </a:lnTo>
                  <a:lnTo>
                    <a:pt x="787959" y="2663683"/>
                  </a:lnTo>
                  <a:lnTo>
                    <a:pt x="788296" y="2663519"/>
                  </a:lnTo>
                  <a:lnTo>
                    <a:pt x="788632" y="2663508"/>
                  </a:lnTo>
                  <a:lnTo>
                    <a:pt x="788969" y="2663519"/>
                  </a:lnTo>
                  <a:lnTo>
                    <a:pt x="789305" y="2663608"/>
                  </a:lnTo>
                  <a:lnTo>
                    <a:pt x="789642" y="2663743"/>
                  </a:lnTo>
                  <a:lnTo>
                    <a:pt x="789978" y="2664004"/>
                  </a:lnTo>
                  <a:lnTo>
                    <a:pt x="790314" y="2664343"/>
                  </a:lnTo>
                  <a:lnTo>
                    <a:pt x="790651" y="2664625"/>
                  </a:lnTo>
                  <a:lnTo>
                    <a:pt x="790987" y="2664821"/>
                  </a:lnTo>
                  <a:lnTo>
                    <a:pt x="791324" y="2665059"/>
                  </a:lnTo>
                  <a:lnTo>
                    <a:pt x="791660" y="2665468"/>
                  </a:lnTo>
                  <a:lnTo>
                    <a:pt x="791997" y="2665922"/>
                  </a:lnTo>
                  <a:lnTo>
                    <a:pt x="792333" y="2666300"/>
                  </a:lnTo>
                  <a:lnTo>
                    <a:pt x="792670" y="2666678"/>
                  </a:lnTo>
                  <a:lnTo>
                    <a:pt x="793006" y="2667052"/>
                  </a:lnTo>
                  <a:lnTo>
                    <a:pt x="793343" y="2667394"/>
                  </a:lnTo>
                  <a:lnTo>
                    <a:pt x="793679" y="2667538"/>
                  </a:lnTo>
                  <a:lnTo>
                    <a:pt x="794016" y="2667681"/>
                  </a:lnTo>
                  <a:lnTo>
                    <a:pt x="794352" y="2667825"/>
                  </a:lnTo>
                  <a:lnTo>
                    <a:pt x="794688" y="2667969"/>
                  </a:lnTo>
                  <a:lnTo>
                    <a:pt x="795025" y="2668084"/>
                  </a:lnTo>
                  <a:lnTo>
                    <a:pt x="795361" y="2668084"/>
                  </a:lnTo>
                  <a:lnTo>
                    <a:pt x="795698" y="2668134"/>
                  </a:lnTo>
                  <a:lnTo>
                    <a:pt x="796034" y="2668277"/>
                  </a:lnTo>
                  <a:lnTo>
                    <a:pt x="796371" y="2668371"/>
                  </a:lnTo>
                  <a:lnTo>
                    <a:pt x="796707" y="2668450"/>
                  </a:lnTo>
                  <a:lnTo>
                    <a:pt x="797044" y="2668737"/>
                  </a:lnTo>
                  <a:lnTo>
                    <a:pt x="797380" y="2669132"/>
                  </a:lnTo>
                  <a:lnTo>
                    <a:pt x="797717" y="2669828"/>
                  </a:lnTo>
                  <a:lnTo>
                    <a:pt x="798053" y="2670335"/>
                  </a:lnTo>
                  <a:lnTo>
                    <a:pt x="798390" y="2671055"/>
                  </a:lnTo>
                  <a:lnTo>
                    <a:pt x="798726" y="2671797"/>
                  </a:lnTo>
                  <a:lnTo>
                    <a:pt x="799062" y="2672571"/>
                  </a:lnTo>
                  <a:lnTo>
                    <a:pt x="799399" y="2673430"/>
                  </a:lnTo>
                  <a:lnTo>
                    <a:pt x="799735" y="2674372"/>
                  </a:lnTo>
                  <a:lnTo>
                    <a:pt x="800072" y="2675471"/>
                  </a:lnTo>
                  <a:lnTo>
                    <a:pt x="800408" y="2676727"/>
                  </a:lnTo>
                  <a:lnTo>
                    <a:pt x="800745" y="2678009"/>
                  </a:lnTo>
                  <a:lnTo>
                    <a:pt x="801081" y="2679370"/>
                  </a:lnTo>
                  <a:lnTo>
                    <a:pt x="801418" y="2680736"/>
                  </a:lnTo>
                  <a:lnTo>
                    <a:pt x="801754" y="2681966"/>
                  </a:lnTo>
                  <a:lnTo>
                    <a:pt x="802091" y="2682819"/>
                  </a:lnTo>
                  <a:lnTo>
                    <a:pt x="802427" y="2683525"/>
                  </a:lnTo>
                  <a:lnTo>
                    <a:pt x="802764" y="2684226"/>
                  </a:lnTo>
                  <a:lnTo>
                    <a:pt x="803100" y="2684937"/>
                  </a:lnTo>
                  <a:lnTo>
                    <a:pt x="803436" y="2685177"/>
                  </a:lnTo>
                  <a:lnTo>
                    <a:pt x="803773" y="2685449"/>
                  </a:lnTo>
                  <a:lnTo>
                    <a:pt x="804109" y="2686254"/>
                  </a:lnTo>
                  <a:lnTo>
                    <a:pt x="804446" y="2686908"/>
                  </a:lnTo>
                  <a:lnTo>
                    <a:pt x="804782" y="2687483"/>
                  </a:lnTo>
                  <a:lnTo>
                    <a:pt x="805119" y="2687849"/>
                  </a:lnTo>
                  <a:lnTo>
                    <a:pt x="805455" y="2687993"/>
                  </a:lnTo>
                  <a:lnTo>
                    <a:pt x="805792" y="2688158"/>
                  </a:lnTo>
                  <a:lnTo>
                    <a:pt x="806128" y="2688596"/>
                  </a:lnTo>
                  <a:lnTo>
                    <a:pt x="806465" y="2689314"/>
                  </a:lnTo>
                  <a:lnTo>
                    <a:pt x="806801" y="2690143"/>
                  </a:lnTo>
                  <a:lnTo>
                    <a:pt x="807137" y="2691197"/>
                  </a:lnTo>
                  <a:lnTo>
                    <a:pt x="807474" y="2692303"/>
                  </a:lnTo>
                  <a:lnTo>
                    <a:pt x="807810" y="2693333"/>
                  </a:lnTo>
                  <a:lnTo>
                    <a:pt x="808147" y="2694141"/>
                  </a:lnTo>
                  <a:lnTo>
                    <a:pt x="808483" y="2694884"/>
                  </a:lnTo>
                  <a:lnTo>
                    <a:pt x="808820" y="2695585"/>
                  </a:lnTo>
                  <a:lnTo>
                    <a:pt x="809156" y="2696198"/>
                  </a:lnTo>
                  <a:lnTo>
                    <a:pt x="809493" y="2696946"/>
                  </a:lnTo>
                  <a:lnTo>
                    <a:pt x="809829" y="2697679"/>
                  </a:lnTo>
                  <a:lnTo>
                    <a:pt x="810166" y="2698543"/>
                  </a:lnTo>
                  <a:lnTo>
                    <a:pt x="810502" y="2699495"/>
                  </a:lnTo>
                  <a:lnTo>
                    <a:pt x="810839" y="2700340"/>
                  </a:lnTo>
                  <a:lnTo>
                    <a:pt x="811175" y="2701260"/>
                  </a:lnTo>
                  <a:lnTo>
                    <a:pt x="811511" y="2702331"/>
                  </a:lnTo>
                  <a:lnTo>
                    <a:pt x="811848" y="2703337"/>
                  </a:lnTo>
                  <a:lnTo>
                    <a:pt x="812184" y="2704479"/>
                  </a:lnTo>
                  <a:lnTo>
                    <a:pt x="812521" y="2705880"/>
                  </a:lnTo>
                  <a:lnTo>
                    <a:pt x="812857" y="2707396"/>
                  </a:lnTo>
                  <a:lnTo>
                    <a:pt x="813194" y="2708976"/>
                  </a:lnTo>
                  <a:lnTo>
                    <a:pt x="813530" y="2710593"/>
                  </a:lnTo>
                  <a:lnTo>
                    <a:pt x="813867" y="2712432"/>
                  </a:lnTo>
                  <a:lnTo>
                    <a:pt x="814203" y="2714286"/>
                  </a:lnTo>
                  <a:lnTo>
                    <a:pt x="814540" y="2716039"/>
                  </a:lnTo>
                  <a:lnTo>
                    <a:pt x="814876" y="2717986"/>
                  </a:lnTo>
                  <a:lnTo>
                    <a:pt x="815213" y="2720098"/>
                  </a:lnTo>
                  <a:lnTo>
                    <a:pt x="815549" y="2721979"/>
                  </a:lnTo>
                  <a:lnTo>
                    <a:pt x="815885" y="2723920"/>
                  </a:lnTo>
                  <a:lnTo>
                    <a:pt x="816222" y="2725738"/>
                  </a:lnTo>
                  <a:lnTo>
                    <a:pt x="816558" y="2727168"/>
                  </a:lnTo>
                  <a:lnTo>
                    <a:pt x="816895" y="2728588"/>
                  </a:lnTo>
                  <a:lnTo>
                    <a:pt x="817231" y="2729982"/>
                  </a:lnTo>
                  <a:lnTo>
                    <a:pt x="817568" y="2731239"/>
                  </a:lnTo>
                  <a:lnTo>
                    <a:pt x="817904" y="2732051"/>
                  </a:lnTo>
                  <a:lnTo>
                    <a:pt x="818241" y="2732725"/>
                  </a:lnTo>
                  <a:lnTo>
                    <a:pt x="818577" y="2733371"/>
                  </a:lnTo>
                  <a:lnTo>
                    <a:pt x="818914" y="2733493"/>
                  </a:lnTo>
                  <a:lnTo>
                    <a:pt x="819250" y="2733733"/>
                  </a:lnTo>
                  <a:lnTo>
                    <a:pt x="819587" y="2734143"/>
                  </a:lnTo>
                  <a:lnTo>
                    <a:pt x="819923" y="2734538"/>
                  </a:lnTo>
                  <a:lnTo>
                    <a:pt x="820259" y="2734839"/>
                  </a:lnTo>
                  <a:lnTo>
                    <a:pt x="820596" y="2734912"/>
                  </a:lnTo>
                  <a:lnTo>
                    <a:pt x="820932" y="2734879"/>
                  </a:lnTo>
                  <a:lnTo>
                    <a:pt x="821269" y="2734919"/>
                  </a:lnTo>
                  <a:lnTo>
                    <a:pt x="821605" y="2735240"/>
                  </a:lnTo>
                  <a:lnTo>
                    <a:pt x="821942" y="2735579"/>
                  </a:lnTo>
                  <a:lnTo>
                    <a:pt x="822278" y="2735979"/>
                  </a:lnTo>
                  <a:lnTo>
                    <a:pt x="822615" y="2736433"/>
                  </a:lnTo>
                  <a:lnTo>
                    <a:pt x="822951" y="2737011"/>
                  </a:lnTo>
                  <a:lnTo>
                    <a:pt x="823288" y="2737747"/>
                  </a:lnTo>
                  <a:lnTo>
                    <a:pt x="823624" y="2738490"/>
                  </a:lnTo>
                  <a:lnTo>
                    <a:pt x="823961" y="2740084"/>
                  </a:lnTo>
                  <a:lnTo>
                    <a:pt x="824297" y="2741567"/>
                  </a:lnTo>
                  <a:lnTo>
                    <a:pt x="824633" y="2742857"/>
                  </a:lnTo>
                  <a:lnTo>
                    <a:pt x="824970" y="2744152"/>
                  </a:lnTo>
                  <a:lnTo>
                    <a:pt x="825306" y="2745562"/>
                  </a:lnTo>
                  <a:lnTo>
                    <a:pt x="825643" y="2747078"/>
                  </a:lnTo>
                  <a:lnTo>
                    <a:pt x="825979" y="2747976"/>
                  </a:lnTo>
                  <a:lnTo>
                    <a:pt x="826316" y="2748978"/>
                  </a:lnTo>
                  <a:lnTo>
                    <a:pt x="826652" y="2750275"/>
                  </a:lnTo>
                  <a:lnTo>
                    <a:pt x="826989" y="2751517"/>
                  </a:lnTo>
                  <a:lnTo>
                    <a:pt x="827325" y="2752639"/>
                  </a:lnTo>
                  <a:lnTo>
                    <a:pt x="827662" y="2753537"/>
                  </a:lnTo>
                  <a:lnTo>
                    <a:pt x="827998" y="2754143"/>
                  </a:lnTo>
                  <a:lnTo>
                    <a:pt x="828335" y="2754376"/>
                  </a:lnTo>
                  <a:lnTo>
                    <a:pt x="828671" y="2754595"/>
                  </a:lnTo>
                  <a:lnTo>
                    <a:pt x="829007" y="2754823"/>
                  </a:lnTo>
                  <a:lnTo>
                    <a:pt x="829344" y="2755073"/>
                  </a:lnTo>
                  <a:lnTo>
                    <a:pt x="829680" y="2755738"/>
                  </a:lnTo>
                  <a:lnTo>
                    <a:pt x="830017" y="2756329"/>
                  </a:lnTo>
                  <a:lnTo>
                    <a:pt x="830353" y="2756800"/>
                  </a:lnTo>
                  <a:lnTo>
                    <a:pt x="830690" y="2756807"/>
                  </a:lnTo>
                  <a:lnTo>
                    <a:pt x="831026" y="2756691"/>
                  </a:lnTo>
                  <a:lnTo>
                    <a:pt x="831363" y="2756378"/>
                  </a:lnTo>
                  <a:lnTo>
                    <a:pt x="831699" y="2756141"/>
                  </a:lnTo>
                  <a:lnTo>
                    <a:pt x="832036" y="2755854"/>
                  </a:lnTo>
                  <a:lnTo>
                    <a:pt x="832372" y="2755940"/>
                  </a:lnTo>
                  <a:lnTo>
                    <a:pt x="832709" y="2756123"/>
                  </a:lnTo>
                  <a:lnTo>
                    <a:pt x="833045" y="2756361"/>
                  </a:lnTo>
                  <a:lnTo>
                    <a:pt x="833381" y="2756693"/>
                  </a:lnTo>
                  <a:lnTo>
                    <a:pt x="833718" y="2757049"/>
                  </a:lnTo>
                  <a:lnTo>
                    <a:pt x="834054" y="2757274"/>
                  </a:lnTo>
                  <a:lnTo>
                    <a:pt x="834391" y="2757418"/>
                  </a:lnTo>
                  <a:lnTo>
                    <a:pt x="834727" y="2757873"/>
                  </a:lnTo>
                  <a:lnTo>
                    <a:pt x="835064" y="2758271"/>
                  </a:lnTo>
                  <a:lnTo>
                    <a:pt x="835400" y="2758555"/>
                  </a:lnTo>
                  <a:lnTo>
                    <a:pt x="835737" y="2758958"/>
                  </a:lnTo>
                  <a:lnTo>
                    <a:pt x="836073" y="2759506"/>
                  </a:lnTo>
                  <a:lnTo>
                    <a:pt x="836410" y="2760064"/>
                  </a:lnTo>
                  <a:lnTo>
                    <a:pt x="836746" y="2760667"/>
                  </a:lnTo>
                  <a:lnTo>
                    <a:pt x="837083" y="2761245"/>
                  </a:lnTo>
                  <a:lnTo>
                    <a:pt x="837419" y="2761895"/>
                  </a:lnTo>
                  <a:lnTo>
                    <a:pt x="837755" y="2762461"/>
                  </a:lnTo>
                  <a:lnTo>
                    <a:pt x="838092" y="2763065"/>
                  </a:lnTo>
                  <a:lnTo>
                    <a:pt x="838428" y="2763740"/>
                  </a:lnTo>
                  <a:lnTo>
                    <a:pt x="838765" y="2764527"/>
                  </a:lnTo>
                  <a:lnTo>
                    <a:pt x="839101" y="2765400"/>
                  </a:lnTo>
                  <a:lnTo>
                    <a:pt x="839438" y="2766335"/>
                  </a:lnTo>
                  <a:lnTo>
                    <a:pt x="839774" y="2767257"/>
                  </a:lnTo>
                  <a:lnTo>
                    <a:pt x="840111" y="2768178"/>
                  </a:lnTo>
                  <a:lnTo>
                    <a:pt x="840447" y="2768993"/>
                  </a:lnTo>
                  <a:lnTo>
                    <a:pt x="840784" y="2769880"/>
                  </a:lnTo>
                  <a:lnTo>
                    <a:pt x="841120" y="2770612"/>
                  </a:lnTo>
                  <a:lnTo>
                    <a:pt x="841456" y="2771271"/>
                  </a:lnTo>
                  <a:lnTo>
                    <a:pt x="841793" y="2771849"/>
                  </a:lnTo>
                  <a:lnTo>
                    <a:pt x="842129" y="2772136"/>
                  </a:lnTo>
                  <a:lnTo>
                    <a:pt x="842466" y="2772424"/>
                  </a:lnTo>
                  <a:lnTo>
                    <a:pt x="842802" y="2772711"/>
                  </a:lnTo>
                  <a:lnTo>
                    <a:pt x="843139" y="2772998"/>
                  </a:lnTo>
                  <a:lnTo>
                    <a:pt x="843475" y="2773286"/>
                  </a:lnTo>
                  <a:lnTo>
                    <a:pt x="843812" y="2773358"/>
                  </a:lnTo>
                  <a:lnTo>
                    <a:pt x="844148" y="2773358"/>
                  </a:lnTo>
                  <a:lnTo>
                    <a:pt x="844485" y="2773307"/>
                  </a:lnTo>
                  <a:lnTo>
                    <a:pt x="844821" y="2773164"/>
                  </a:lnTo>
                  <a:lnTo>
                    <a:pt x="845158" y="2773020"/>
                  </a:lnTo>
                  <a:lnTo>
                    <a:pt x="845494" y="2772804"/>
                  </a:lnTo>
                  <a:lnTo>
                    <a:pt x="845830" y="2772517"/>
                  </a:lnTo>
                  <a:lnTo>
                    <a:pt x="846167" y="2772258"/>
                  </a:lnTo>
                  <a:lnTo>
                    <a:pt x="846503" y="2772115"/>
                  </a:lnTo>
                  <a:lnTo>
                    <a:pt x="846840" y="2772021"/>
                  </a:lnTo>
                  <a:lnTo>
                    <a:pt x="847176" y="2772100"/>
                  </a:lnTo>
                  <a:lnTo>
                    <a:pt x="847513" y="2772337"/>
                  </a:lnTo>
                  <a:lnTo>
                    <a:pt x="847849" y="2772625"/>
                  </a:lnTo>
                  <a:lnTo>
                    <a:pt x="848186" y="2773034"/>
                  </a:lnTo>
                  <a:lnTo>
                    <a:pt x="848522" y="2773465"/>
                  </a:lnTo>
                  <a:lnTo>
                    <a:pt x="848859" y="2773896"/>
                  </a:lnTo>
                  <a:lnTo>
                    <a:pt x="849195" y="2774328"/>
                  </a:lnTo>
                  <a:lnTo>
                    <a:pt x="849532" y="2774759"/>
                  </a:lnTo>
                  <a:lnTo>
                    <a:pt x="849868" y="2775233"/>
                  </a:lnTo>
                  <a:lnTo>
                    <a:pt x="850204" y="2775807"/>
                  </a:lnTo>
                  <a:lnTo>
                    <a:pt x="850541" y="2776497"/>
                  </a:lnTo>
                  <a:lnTo>
                    <a:pt x="850877" y="2777474"/>
                  </a:lnTo>
                  <a:lnTo>
                    <a:pt x="851214" y="2778487"/>
                  </a:lnTo>
                  <a:lnTo>
                    <a:pt x="851550" y="2779637"/>
                  </a:lnTo>
                  <a:lnTo>
                    <a:pt x="851887" y="2780865"/>
                  </a:lnTo>
                  <a:lnTo>
                    <a:pt x="852223" y="2782230"/>
                  </a:lnTo>
                  <a:lnTo>
                    <a:pt x="852560" y="2783574"/>
                  </a:lnTo>
                  <a:lnTo>
                    <a:pt x="852896" y="2784867"/>
                  </a:lnTo>
                  <a:lnTo>
                    <a:pt x="853233" y="2786038"/>
                  </a:lnTo>
                  <a:lnTo>
                    <a:pt x="853569" y="2787187"/>
                  </a:lnTo>
                  <a:lnTo>
                    <a:pt x="853906" y="2787958"/>
                  </a:lnTo>
                  <a:lnTo>
                    <a:pt x="854242" y="2788772"/>
                  </a:lnTo>
                  <a:lnTo>
                    <a:pt x="854578" y="2789585"/>
                  </a:lnTo>
                  <a:lnTo>
                    <a:pt x="854915" y="2790366"/>
                  </a:lnTo>
                  <a:lnTo>
                    <a:pt x="855251" y="2790744"/>
                  </a:lnTo>
                  <a:lnTo>
                    <a:pt x="855588" y="2790908"/>
                  </a:lnTo>
                  <a:lnTo>
                    <a:pt x="855924" y="2790919"/>
                  </a:lnTo>
                  <a:lnTo>
                    <a:pt x="856261" y="2790908"/>
                  </a:lnTo>
                  <a:lnTo>
                    <a:pt x="856597" y="2790819"/>
                  </a:lnTo>
                  <a:lnTo>
                    <a:pt x="856934" y="2790683"/>
                  </a:lnTo>
                  <a:lnTo>
                    <a:pt x="857270" y="2790423"/>
                  </a:lnTo>
                  <a:lnTo>
                    <a:pt x="857607" y="2790084"/>
                  </a:lnTo>
                  <a:lnTo>
                    <a:pt x="857943" y="2789665"/>
                  </a:lnTo>
                  <a:lnTo>
                    <a:pt x="858280" y="2789182"/>
                  </a:lnTo>
                  <a:lnTo>
                    <a:pt x="858616" y="2788699"/>
                  </a:lnTo>
                  <a:lnTo>
                    <a:pt x="858952" y="2788147"/>
                  </a:lnTo>
                  <a:lnTo>
                    <a:pt x="859289" y="2787549"/>
                  </a:lnTo>
                  <a:lnTo>
                    <a:pt x="859625" y="2787028"/>
                  </a:lnTo>
                  <a:lnTo>
                    <a:pt x="859962" y="2786506"/>
                  </a:lnTo>
                  <a:lnTo>
                    <a:pt x="860298" y="2786031"/>
                  </a:lnTo>
                  <a:lnTo>
                    <a:pt x="860635" y="2785689"/>
                  </a:lnTo>
                  <a:lnTo>
                    <a:pt x="860971" y="2785546"/>
                  </a:lnTo>
                  <a:lnTo>
                    <a:pt x="861308" y="2785402"/>
                  </a:lnTo>
                  <a:lnTo>
                    <a:pt x="861644" y="2785258"/>
                  </a:lnTo>
                  <a:lnTo>
                    <a:pt x="861981" y="2785115"/>
                  </a:lnTo>
                  <a:lnTo>
                    <a:pt x="862317" y="2785000"/>
                  </a:lnTo>
                  <a:lnTo>
                    <a:pt x="862654" y="2785000"/>
                  </a:lnTo>
                  <a:lnTo>
                    <a:pt x="862990" y="2785079"/>
                  </a:lnTo>
                  <a:lnTo>
                    <a:pt x="863326" y="2785079"/>
                  </a:lnTo>
                  <a:lnTo>
                    <a:pt x="863663" y="2785064"/>
                  </a:lnTo>
                  <a:lnTo>
                    <a:pt x="863999" y="2785064"/>
                  </a:lnTo>
                  <a:lnTo>
                    <a:pt x="864336" y="2785064"/>
                  </a:lnTo>
                  <a:lnTo>
                    <a:pt x="864672" y="2784870"/>
                  </a:lnTo>
                  <a:lnTo>
                    <a:pt x="865009" y="2784319"/>
                  </a:lnTo>
                  <a:lnTo>
                    <a:pt x="865345" y="2783745"/>
                  </a:lnTo>
                  <a:lnTo>
                    <a:pt x="865682" y="2783145"/>
                  </a:lnTo>
                  <a:lnTo>
                    <a:pt x="866018" y="2782467"/>
                  </a:lnTo>
                  <a:lnTo>
                    <a:pt x="866355" y="2781616"/>
                  </a:lnTo>
                  <a:lnTo>
                    <a:pt x="866691" y="2780729"/>
                  </a:lnTo>
                  <a:lnTo>
                    <a:pt x="867028" y="2779842"/>
                  </a:lnTo>
                  <a:lnTo>
                    <a:pt x="867364" y="2778934"/>
                  </a:lnTo>
                  <a:lnTo>
                    <a:pt x="867700" y="2778156"/>
                  </a:lnTo>
                  <a:lnTo>
                    <a:pt x="868037" y="2777271"/>
                  </a:lnTo>
                  <a:lnTo>
                    <a:pt x="868373" y="2776434"/>
                  </a:lnTo>
                  <a:lnTo>
                    <a:pt x="868710" y="2775607"/>
                  </a:lnTo>
                  <a:lnTo>
                    <a:pt x="869046" y="2774843"/>
                  </a:lnTo>
                  <a:lnTo>
                    <a:pt x="869383" y="2774304"/>
                  </a:lnTo>
                  <a:lnTo>
                    <a:pt x="869719" y="2774016"/>
                  </a:lnTo>
                  <a:lnTo>
                    <a:pt x="870056" y="2773839"/>
                  </a:lnTo>
                  <a:lnTo>
                    <a:pt x="870392" y="2773689"/>
                  </a:lnTo>
                  <a:lnTo>
                    <a:pt x="870729" y="2773865"/>
                  </a:lnTo>
                  <a:lnTo>
                    <a:pt x="871065" y="2773998"/>
                  </a:lnTo>
                  <a:lnTo>
                    <a:pt x="871402" y="2774158"/>
                  </a:lnTo>
                  <a:lnTo>
                    <a:pt x="871738" y="2774454"/>
                  </a:lnTo>
                  <a:lnTo>
                    <a:pt x="872074" y="2774779"/>
                  </a:lnTo>
                  <a:lnTo>
                    <a:pt x="872411" y="2775125"/>
                  </a:lnTo>
                  <a:lnTo>
                    <a:pt x="872747" y="2775673"/>
                  </a:lnTo>
                  <a:lnTo>
                    <a:pt x="873084" y="2776291"/>
                  </a:lnTo>
                  <a:lnTo>
                    <a:pt x="873420" y="2776334"/>
                  </a:lnTo>
                  <a:lnTo>
                    <a:pt x="873757" y="2776335"/>
                  </a:lnTo>
                  <a:lnTo>
                    <a:pt x="874093" y="2776224"/>
                  </a:lnTo>
                  <a:lnTo>
                    <a:pt x="874430" y="2775889"/>
                  </a:lnTo>
                  <a:lnTo>
                    <a:pt x="874766" y="2775444"/>
                  </a:lnTo>
                  <a:lnTo>
                    <a:pt x="875103" y="2774988"/>
                  </a:lnTo>
                  <a:lnTo>
                    <a:pt x="875439" y="2774525"/>
                  </a:lnTo>
                  <a:lnTo>
                    <a:pt x="875775" y="2773932"/>
                  </a:lnTo>
                  <a:lnTo>
                    <a:pt x="876112" y="2773477"/>
                  </a:lnTo>
                  <a:lnTo>
                    <a:pt x="876448" y="2773157"/>
                  </a:lnTo>
                  <a:lnTo>
                    <a:pt x="876785" y="2772761"/>
                  </a:lnTo>
                  <a:lnTo>
                    <a:pt x="877121" y="2772345"/>
                  </a:lnTo>
                  <a:lnTo>
                    <a:pt x="877458" y="2771912"/>
                  </a:lnTo>
                  <a:lnTo>
                    <a:pt x="877794" y="2771470"/>
                  </a:lnTo>
                  <a:lnTo>
                    <a:pt x="878131" y="2771092"/>
                  </a:lnTo>
                  <a:lnTo>
                    <a:pt x="878467" y="2770718"/>
                  </a:lnTo>
                  <a:lnTo>
                    <a:pt x="878804" y="2770380"/>
                  </a:lnTo>
                  <a:lnTo>
                    <a:pt x="879140" y="2770236"/>
                  </a:lnTo>
                  <a:lnTo>
                    <a:pt x="879477" y="2770092"/>
                  </a:lnTo>
                  <a:lnTo>
                    <a:pt x="879813" y="2769805"/>
                  </a:lnTo>
                  <a:lnTo>
                    <a:pt x="880149" y="2769518"/>
                  </a:lnTo>
                  <a:lnTo>
                    <a:pt x="880486" y="2769238"/>
                  </a:lnTo>
                  <a:lnTo>
                    <a:pt x="880822" y="2769094"/>
                  </a:lnTo>
                  <a:lnTo>
                    <a:pt x="881159" y="2768950"/>
                  </a:lnTo>
                  <a:lnTo>
                    <a:pt x="881495" y="2768807"/>
                  </a:lnTo>
                  <a:lnTo>
                    <a:pt x="881832" y="2768663"/>
                  </a:lnTo>
                  <a:lnTo>
                    <a:pt x="882168" y="2768469"/>
                  </a:lnTo>
                  <a:lnTo>
                    <a:pt x="882505" y="2768181"/>
                  </a:lnTo>
                  <a:lnTo>
                    <a:pt x="882841" y="2767822"/>
                  </a:lnTo>
                  <a:lnTo>
                    <a:pt x="883178" y="2767240"/>
                  </a:lnTo>
                  <a:lnTo>
                    <a:pt x="883514" y="2766464"/>
                  </a:lnTo>
                  <a:lnTo>
                    <a:pt x="883851" y="2765602"/>
                  </a:lnTo>
                  <a:lnTo>
                    <a:pt x="884187" y="2764740"/>
                  </a:lnTo>
                  <a:lnTo>
                    <a:pt x="884523" y="2763785"/>
                  </a:lnTo>
                  <a:lnTo>
                    <a:pt x="884860" y="2762923"/>
                  </a:lnTo>
                  <a:lnTo>
                    <a:pt x="885196" y="2762068"/>
                  </a:lnTo>
                  <a:lnTo>
                    <a:pt x="885533" y="2761349"/>
                  </a:lnTo>
                  <a:lnTo>
                    <a:pt x="885869" y="2760688"/>
                  </a:lnTo>
                  <a:lnTo>
                    <a:pt x="886206" y="2760343"/>
                  </a:lnTo>
                  <a:lnTo>
                    <a:pt x="886542" y="2760056"/>
                  </a:lnTo>
                  <a:lnTo>
                    <a:pt x="886879" y="2759733"/>
                  </a:lnTo>
                  <a:lnTo>
                    <a:pt x="887215" y="2759352"/>
                  </a:lnTo>
                  <a:lnTo>
                    <a:pt x="887552" y="2759065"/>
                  </a:lnTo>
                  <a:lnTo>
                    <a:pt x="887888" y="2758863"/>
                  </a:lnTo>
                  <a:lnTo>
                    <a:pt x="888225" y="2758871"/>
                  </a:lnTo>
                  <a:lnTo>
                    <a:pt x="888561" y="2759072"/>
                  </a:lnTo>
                  <a:lnTo>
                    <a:pt x="888897" y="2759582"/>
                  </a:lnTo>
                  <a:lnTo>
                    <a:pt x="889234" y="2760286"/>
                  </a:lnTo>
                  <a:lnTo>
                    <a:pt x="889570" y="2761098"/>
                  </a:lnTo>
                  <a:lnTo>
                    <a:pt x="889907" y="2761960"/>
                  </a:lnTo>
                  <a:lnTo>
                    <a:pt x="890243" y="2762815"/>
                  </a:lnTo>
                  <a:lnTo>
                    <a:pt x="890580" y="2763533"/>
                  </a:lnTo>
                  <a:lnTo>
                    <a:pt x="890916" y="2764194"/>
                  </a:lnTo>
                  <a:lnTo>
                    <a:pt x="891253" y="2764539"/>
                  </a:lnTo>
                  <a:lnTo>
                    <a:pt x="891589" y="2764826"/>
                  </a:lnTo>
                  <a:lnTo>
                    <a:pt x="891926" y="2765150"/>
                  </a:lnTo>
                  <a:lnTo>
                    <a:pt x="892262" y="2765581"/>
                  </a:lnTo>
                  <a:lnTo>
                    <a:pt x="892599" y="2766012"/>
                  </a:lnTo>
                  <a:lnTo>
                    <a:pt x="892935" y="2766551"/>
                  </a:lnTo>
                  <a:lnTo>
                    <a:pt x="893271" y="2767125"/>
                  </a:lnTo>
                  <a:lnTo>
                    <a:pt x="893608" y="2767839"/>
                  </a:lnTo>
                  <a:lnTo>
                    <a:pt x="893944" y="2768298"/>
                  </a:lnTo>
                  <a:lnTo>
                    <a:pt x="894281" y="2768585"/>
                  </a:lnTo>
                  <a:lnTo>
                    <a:pt x="894617" y="2769014"/>
                  </a:lnTo>
                  <a:lnTo>
                    <a:pt x="894954" y="2769521"/>
                  </a:lnTo>
                  <a:lnTo>
                    <a:pt x="895290" y="2770119"/>
                  </a:lnTo>
                  <a:lnTo>
                    <a:pt x="895627" y="2770943"/>
                  </a:lnTo>
                  <a:lnTo>
                    <a:pt x="895963" y="2771770"/>
                  </a:lnTo>
                  <a:lnTo>
                    <a:pt x="896300" y="2772467"/>
                  </a:lnTo>
                  <a:lnTo>
                    <a:pt x="896636" y="2773086"/>
                  </a:lnTo>
                  <a:lnTo>
                    <a:pt x="896973" y="2773667"/>
                  </a:lnTo>
                  <a:lnTo>
                    <a:pt x="897309" y="2774248"/>
                  </a:lnTo>
                  <a:lnTo>
                    <a:pt x="897645" y="2774850"/>
                  </a:lnTo>
                  <a:lnTo>
                    <a:pt x="897982" y="2775531"/>
                  </a:lnTo>
                  <a:lnTo>
                    <a:pt x="898318" y="2776329"/>
                  </a:lnTo>
                  <a:lnTo>
                    <a:pt x="898655" y="2777228"/>
                  </a:lnTo>
                  <a:lnTo>
                    <a:pt x="898991" y="2778095"/>
                  </a:lnTo>
                  <a:lnTo>
                    <a:pt x="899328" y="2778633"/>
                  </a:lnTo>
                  <a:lnTo>
                    <a:pt x="899664" y="2778634"/>
                  </a:lnTo>
                  <a:lnTo>
                    <a:pt x="900001" y="2778099"/>
                  </a:lnTo>
                  <a:lnTo>
                    <a:pt x="900337" y="2777574"/>
                  </a:lnTo>
                  <a:lnTo>
                    <a:pt x="900674" y="2776998"/>
                  </a:lnTo>
                  <a:lnTo>
                    <a:pt x="901010" y="2776498"/>
                  </a:lnTo>
                  <a:lnTo>
                    <a:pt x="901347" y="2776273"/>
                  </a:lnTo>
                  <a:lnTo>
                    <a:pt x="901683" y="2776237"/>
                  </a:lnTo>
                  <a:lnTo>
                    <a:pt x="902019" y="2775997"/>
                  </a:lnTo>
                  <a:lnTo>
                    <a:pt x="902356" y="2775714"/>
                  </a:lnTo>
                  <a:lnTo>
                    <a:pt x="902692" y="2775431"/>
                  </a:lnTo>
                  <a:lnTo>
                    <a:pt x="903029" y="2775396"/>
                  </a:lnTo>
                  <a:lnTo>
                    <a:pt x="903365" y="2775368"/>
                  </a:lnTo>
                  <a:lnTo>
                    <a:pt x="903702" y="2775266"/>
                  </a:lnTo>
                  <a:lnTo>
                    <a:pt x="904038" y="2775313"/>
                  </a:lnTo>
                  <a:lnTo>
                    <a:pt x="904375" y="2775439"/>
                  </a:lnTo>
                  <a:lnTo>
                    <a:pt x="904711" y="2775562"/>
                  </a:lnTo>
                  <a:lnTo>
                    <a:pt x="905048" y="2775805"/>
                  </a:lnTo>
                  <a:lnTo>
                    <a:pt x="905384" y="2775968"/>
                  </a:lnTo>
                  <a:lnTo>
                    <a:pt x="905720" y="2775997"/>
                  </a:lnTo>
                  <a:lnTo>
                    <a:pt x="906057" y="2776014"/>
                  </a:lnTo>
                  <a:lnTo>
                    <a:pt x="906393" y="2775990"/>
                  </a:lnTo>
                  <a:lnTo>
                    <a:pt x="906730" y="2775923"/>
                  </a:lnTo>
                  <a:lnTo>
                    <a:pt x="907066" y="2775829"/>
                  </a:lnTo>
                  <a:lnTo>
                    <a:pt x="907403" y="2775650"/>
                  </a:lnTo>
                  <a:lnTo>
                    <a:pt x="907739" y="2775650"/>
                  </a:lnTo>
                  <a:lnTo>
                    <a:pt x="908076" y="2775614"/>
                  </a:lnTo>
                  <a:lnTo>
                    <a:pt x="908412" y="2775184"/>
                  </a:lnTo>
                  <a:lnTo>
                    <a:pt x="908749" y="2774813"/>
                  </a:lnTo>
                  <a:lnTo>
                    <a:pt x="909085" y="2774422"/>
                  </a:lnTo>
                  <a:lnTo>
                    <a:pt x="909422" y="2774271"/>
                  </a:lnTo>
                  <a:lnTo>
                    <a:pt x="909758" y="2773983"/>
                  </a:lnTo>
                  <a:lnTo>
                    <a:pt x="910094" y="2773696"/>
                  </a:lnTo>
                  <a:lnTo>
                    <a:pt x="910431" y="2773301"/>
                  </a:lnTo>
                  <a:lnTo>
                    <a:pt x="910767" y="2772762"/>
                  </a:lnTo>
                  <a:lnTo>
                    <a:pt x="911104" y="2772108"/>
                  </a:lnTo>
                  <a:lnTo>
                    <a:pt x="911440" y="2771390"/>
                  </a:lnTo>
                  <a:lnTo>
                    <a:pt x="911777" y="2770671"/>
                  </a:lnTo>
                  <a:lnTo>
                    <a:pt x="912113" y="2769982"/>
                  </a:lnTo>
                  <a:lnTo>
                    <a:pt x="912450" y="2769407"/>
                  </a:lnTo>
                  <a:lnTo>
                    <a:pt x="912786" y="2768832"/>
                  </a:lnTo>
                  <a:lnTo>
                    <a:pt x="913123" y="2768272"/>
                  </a:lnTo>
                  <a:lnTo>
                    <a:pt x="913459" y="2767812"/>
                  </a:lnTo>
                  <a:lnTo>
                    <a:pt x="913796" y="2767512"/>
                  </a:lnTo>
                  <a:lnTo>
                    <a:pt x="914132" y="2767174"/>
                  </a:lnTo>
                  <a:lnTo>
                    <a:pt x="914468" y="2766785"/>
                  </a:lnTo>
                  <a:lnTo>
                    <a:pt x="914805" y="2766443"/>
                  </a:lnTo>
                  <a:lnTo>
                    <a:pt x="915141" y="2766049"/>
                  </a:lnTo>
                  <a:lnTo>
                    <a:pt x="915478" y="2765776"/>
                  </a:lnTo>
                  <a:lnTo>
                    <a:pt x="915814" y="2765670"/>
                  </a:lnTo>
                  <a:lnTo>
                    <a:pt x="916151" y="2765647"/>
                  </a:lnTo>
                  <a:lnTo>
                    <a:pt x="916487" y="2765672"/>
                  </a:lnTo>
                  <a:lnTo>
                    <a:pt x="916824" y="2765697"/>
                  </a:lnTo>
                  <a:lnTo>
                    <a:pt x="917160" y="2765722"/>
                  </a:lnTo>
                  <a:lnTo>
                    <a:pt x="917497" y="2765746"/>
                  </a:lnTo>
                  <a:lnTo>
                    <a:pt x="917833" y="2765771"/>
                  </a:lnTo>
                  <a:lnTo>
                    <a:pt x="918170" y="2765796"/>
                  </a:lnTo>
                  <a:lnTo>
                    <a:pt x="918506" y="2765974"/>
                  </a:lnTo>
                  <a:lnTo>
                    <a:pt x="918842" y="2766082"/>
                  </a:lnTo>
                  <a:lnTo>
                    <a:pt x="919179" y="2766345"/>
                  </a:lnTo>
                  <a:lnTo>
                    <a:pt x="919515" y="2766475"/>
                  </a:lnTo>
                  <a:lnTo>
                    <a:pt x="919852" y="2766657"/>
                  </a:lnTo>
                  <a:lnTo>
                    <a:pt x="920188" y="2766891"/>
                  </a:lnTo>
                  <a:lnTo>
                    <a:pt x="920525" y="2767125"/>
                  </a:lnTo>
                  <a:lnTo>
                    <a:pt x="920861" y="2767359"/>
                  </a:lnTo>
                  <a:lnTo>
                    <a:pt x="921198" y="2767593"/>
                  </a:lnTo>
                  <a:lnTo>
                    <a:pt x="921534" y="2767827"/>
                  </a:lnTo>
                  <a:lnTo>
                    <a:pt x="921871" y="2768061"/>
                  </a:lnTo>
                  <a:lnTo>
                    <a:pt x="922207" y="2768295"/>
                  </a:lnTo>
                  <a:lnTo>
                    <a:pt x="922544" y="2768572"/>
                  </a:lnTo>
                  <a:lnTo>
                    <a:pt x="922880" y="2768950"/>
                  </a:lnTo>
                  <a:lnTo>
                    <a:pt x="923216" y="2769328"/>
                  </a:lnTo>
                  <a:lnTo>
                    <a:pt x="923553" y="2769687"/>
                  </a:lnTo>
                  <a:lnTo>
                    <a:pt x="923889" y="2770046"/>
                  </a:lnTo>
                  <a:lnTo>
                    <a:pt x="924226" y="2770189"/>
                  </a:lnTo>
                  <a:lnTo>
                    <a:pt x="924562" y="2770333"/>
                  </a:lnTo>
                  <a:lnTo>
                    <a:pt x="924899" y="2770477"/>
                  </a:lnTo>
                  <a:lnTo>
                    <a:pt x="925235" y="2770699"/>
                  </a:lnTo>
                  <a:lnTo>
                    <a:pt x="925572" y="2770987"/>
                  </a:lnTo>
                  <a:lnTo>
                    <a:pt x="925908" y="2771274"/>
                  </a:lnTo>
                  <a:lnTo>
                    <a:pt x="926245" y="2771561"/>
                  </a:lnTo>
                  <a:lnTo>
                    <a:pt x="926581" y="2771849"/>
                  </a:lnTo>
                  <a:lnTo>
                    <a:pt x="926918" y="2772136"/>
                  </a:lnTo>
                  <a:lnTo>
                    <a:pt x="927254" y="2772424"/>
                  </a:lnTo>
                  <a:lnTo>
                    <a:pt x="927590" y="2772668"/>
                  </a:lnTo>
                  <a:lnTo>
                    <a:pt x="927927" y="2772812"/>
                  </a:lnTo>
                  <a:lnTo>
                    <a:pt x="928263" y="2772955"/>
                  </a:lnTo>
                  <a:lnTo>
                    <a:pt x="928600" y="2773099"/>
                  </a:lnTo>
                  <a:lnTo>
                    <a:pt x="928936" y="2773243"/>
                  </a:lnTo>
                  <a:lnTo>
                    <a:pt x="929273" y="2773386"/>
                  </a:lnTo>
                  <a:lnTo>
                    <a:pt x="929609" y="2773530"/>
                  </a:lnTo>
                  <a:lnTo>
                    <a:pt x="929946" y="2773674"/>
                  </a:lnTo>
                  <a:lnTo>
                    <a:pt x="930282" y="2773738"/>
                  </a:lnTo>
                  <a:lnTo>
                    <a:pt x="930619" y="2773882"/>
                  </a:lnTo>
                  <a:lnTo>
                    <a:pt x="930955" y="2774169"/>
                  </a:lnTo>
                  <a:lnTo>
                    <a:pt x="931292" y="2774457"/>
                  </a:lnTo>
                  <a:lnTo>
                    <a:pt x="931628" y="2774658"/>
                  </a:lnTo>
                  <a:lnTo>
                    <a:pt x="931964" y="2774917"/>
                  </a:lnTo>
                  <a:lnTo>
                    <a:pt x="932301" y="2775060"/>
                  </a:lnTo>
                  <a:lnTo>
                    <a:pt x="932637" y="2774960"/>
                  </a:lnTo>
                  <a:lnTo>
                    <a:pt x="932974" y="2774564"/>
                  </a:lnTo>
                  <a:lnTo>
                    <a:pt x="933310" y="2774522"/>
                  </a:lnTo>
                  <a:lnTo>
                    <a:pt x="933647" y="2774571"/>
                  </a:lnTo>
                  <a:lnTo>
                    <a:pt x="933983" y="2774570"/>
                  </a:lnTo>
                  <a:lnTo>
                    <a:pt x="934320" y="2774619"/>
                  </a:lnTo>
                  <a:lnTo>
                    <a:pt x="934656" y="2774595"/>
                  </a:lnTo>
                  <a:lnTo>
                    <a:pt x="934993" y="2774326"/>
                  </a:lnTo>
                  <a:lnTo>
                    <a:pt x="935329" y="2774443"/>
                  </a:lnTo>
                  <a:lnTo>
                    <a:pt x="935666" y="2774493"/>
                  </a:lnTo>
                  <a:lnTo>
                    <a:pt x="936002" y="2774393"/>
                  </a:lnTo>
                  <a:lnTo>
                    <a:pt x="936338" y="2774276"/>
                  </a:lnTo>
                  <a:lnTo>
                    <a:pt x="936675" y="2774208"/>
                  </a:lnTo>
                  <a:lnTo>
                    <a:pt x="937011" y="2774079"/>
                  </a:lnTo>
                  <a:lnTo>
                    <a:pt x="937348" y="2774002"/>
                  </a:lnTo>
                  <a:lnTo>
                    <a:pt x="937684" y="2774067"/>
                  </a:lnTo>
                  <a:lnTo>
                    <a:pt x="938021" y="2774308"/>
                  </a:lnTo>
                  <a:lnTo>
                    <a:pt x="938357" y="2774705"/>
                  </a:lnTo>
                  <a:lnTo>
                    <a:pt x="938694" y="2775174"/>
                  </a:lnTo>
                  <a:lnTo>
                    <a:pt x="939030" y="2775661"/>
                  </a:lnTo>
                  <a:lnTo>
                    <a:pt x="939367" y="2775891"/>
                  </a:lnTo>
                  <a:lnTo>
                    <a:pt x="939703" y="2776173"/>
                  </a:lnTo>
                  <a:lnTo>
                    <a:pt x="940039" y="2776407"/>
                  </a:lnTo>
                  <a:lnTo>
                    <a:pt x="940376" y="2776602"/>
                  </a:lnTo>
                  <a:lnTo>
                    <a:pt x="940712" y="2777081"/>
                  </a:lnTo>
                  <a:lnTo>
                    <a:pt x="941049" y="2777536"/>
                  </a:lnTo>
                  <a:lnTo>
                    <a:pt x="941385" y="2777680"/>
                  </a:lnTo>
                  <a:lnTo>
                    <a:pt x="941722" y="2777730"/>
                  </a:lnTo>
                  <a:lnTo>
                    <a:pt x="942058" y="2778010"/>
                  </a:lnTo>
                  <a:lnTo>
                    <a:pt x="942395" y="2778225"/>
                  </a:lnTo>
                  <a:lnTo>
                    <a:pt x="942731" y="2778478"/>
                  </a:lnTo>
                  <a:lnTo>
                    <a:pt x="943068" y="2778777"/>
                  </a:lnTo>
                  <a:lnTo>
                    <a:pt x="943404" y="2778867"/>
                  </a:lnTo>
                  <a:lnTo>
                    <a:pt x="943741" y="2778768"/>
                  </a:lnTo>
                  <a:lnTo>
                    <a:pt x="944077" y="2778661"/>
                  </a:lnTo>
                  <a:lnTo>
                    <a:pt x="944413" y="2778638"/>
                  </a:lnTo>
                  <a:lnTo>
                    <a:pt x="944750" y="2778636"/>
                  </a:lnTo>
                  <a:lnTo>
                    <a:pt x="945086" y="2778555"/>
                  </a:lnTo>
                  <a:lnTo>
                    <a:pt x="945423" y="2778410"/>
                  </a:lnTo>
                  <a:lnTo>
                    <a:pt x="945759" y="2778264"/>
                  </a:lnTo>
                  <a:lnTo>
                    <a:pt x="946096" y="2778171"/>
                  </a:lnTo>
                  <a:lnTo>
                    <a:pt x="946432" y="2778130"/>
                  </a:lnTo>
                  <a:lnTo>
                    <a:pt x="946769" y="2778157"/>
                  </a:lnTo>
                  <a:lnTo>
                    <a:pt x="947105" y="2778379"/>
                  </a:lnTo>
                  <a:lnTo>
                    <a:pt x="947442" y="2778644"/>
                  </a:lnTo>
                  <a:lnTo>
                    <a:pt x="947778" y="2778636"/>
                  </a:lnTo>
                  <a:lnTo>
                    <a:pt x="948115" y="2778608"/>
                  </a:lnTo>
                  <a:lnTo>
                    <a:pt x="948451" y="2778679"/>
                  </a:lnTo>
                  <a:lnTo>
                    <a:pt x="948787" y="2778823"/>
                  </a:lnTo>
                  <a:lnTo>
                    <a:pt x="949124" y="2778967"/>
                  </a:lnTo>
                  <a:lnTo>
                    <a:pt x="949460" y="2779161"/>
                  </a:lnTo>
                  <a:lnTo>
                    <a:pt x="949797" y="2779448"/>
                  </a:lnTo>
                  <a:lnTo>
                    <a:pt x="950133" y="2779707"/>
                  </a:lnTo>
                  <a:lnTo>
                    <a:pt x="950470" y="2780145"/>
                  </a:lnTo>
                  <a:lnTo>
                    <a:pt x="950806" y="2780777"/>
                  </a:lnTo>
                  <a:lnTo>
                    <a:pt x="951143" y="2781496"/>
                  </a:lnTo>
                  <a:lnTo>
                    <a:pt x="951479" y="2782214"/>
                  </a:lnTo>
                  <a:lnTo>
                    <a:pt x="951816" y="2783252"/>
                  </a:lnTo>
                  <a:lnTo>
                    <a:pt x="952152" y="2784222"/>
                  </a:lnTo>
                  <a:lnTo>
                    <a:pt x="952489" y="2785213"/>
                  </a:lnTo>
                  <a:lnTo>
                    <a:pt x="952825" y="2786205"/>
                  </a:lnTo>
                  <a:lnTo>
                    <a:pt x="953161" y="2787113"/>
                  </a:lnTo>
                  <a:lnTo>
                    <a:pt x="953498" y="2787999"/>
                  </a:lnTo>
                  <a:lnTo>
                    <a:pt x="953834" y="2788886"/>
                  </a:lnTo>
                  <a:lnTo>
                    <a:pt x="954171" y="2789809"/>
                  </a:lnTo>
                  <a:lnTo>
                    <a:pt x="954507" y="2790789"/>
                  </a:lnTo>
                  <a:lnTo>
                    <a:pt x="954844" y="2791676"/>
                  </a:lnTo>
                  <a:lnTo>
                    <a:pt x="955180" y="2792636"/>
                  </a:lnTo>
                  <a:lnTo>
                    <a:pt x="955517" y="2793477"/>
                  </a:lnTo>
                  <a:lnTo>
                    <a:pt x="955853" y="2794124"/>
                  </a:lnTo>
                  <a:lnTo>
                    <a:pt x="956190" y="2794684"/>
                  </a:lnTo>
                  <a:lnTo>
                    <a:pt x="956526" y="2795245"/>
                  </a:lnTo>
                  <a:lnTo>
                    <a:pt x="956863" y="2795708"/>
                  </a:lnTo>
                  <a:lnTo>
                    <a:pt x="957199" y="2796083"/>
                  </a:lnTo>
                  <a:lnTo>
                    <a:pt x="957535" y="2796140"/>
                  </a:lnTo>
                  <a:lnTo>
                    <a:pt x="957872" y="2796140"/>
                  </a:lnTo>
                  <a:lnTo>
                    <a:pt x="958208" y="2796255"/>
                  </a:lnTo>
                  <a:lnTo>
                    <a:pt x="958545" y="2796399"/>
                  </a:lnTo>
                  <a:lnTo>
                    <a:pt x="958881" y="2796542"/>
                  </a:lnTo>
                  <a:lnTo>
                    <a:pt x="959218" y="2796650"/>
                  </a:lnTo>
                  <a:lnTo>
                    <a:pt x="959554" y="2796650"/>
                  </a:lnTo>
                  <a:lnTo>
                    <a:pt x="959891" y="2796650"/>
                  </a:lnTo>
                  <a:lnTo>
                    <a:pt x="960227" y="2796578"/>
                  </a:lnTo>
                  <a:lnTo>
                    <a:pt x="960564" y="2796435"/>
                  </a:lnTo>
                  <a:lnTo>
                    <a:pt x="960900" y="2796117"/>
                  </a:lnTo>
                  <a:lnTo>
                    <a:pt x="961237" y="2795722"/>
                  </a:lnTo>
                  <a:lnTo>
                    <a:pt x="961573" y="2795305"/>
                  </a:lnTo>
                  <a:lnTo>
                    <a:pt x="961909" y="2794732"/>
                  </a:lnTo>
                  <a:lnTo>
                    <a:pt x="962246" y="2794212"/>
                  </a:lnTo>
                  <a:lnTo>
                    <a:pt x="962582" y="2793815"/>
                  </a:lnTo>
                  <a:lnTo>
                    <a:pt x="962919" y="2793501"/>
                  </a:lnTo>
                  <a:lnTo>
                    <a:pt x="963255" y="2793249"/>
                  </a:lnTo>
                  <a:lnTo>
                    <a:pt x="963592" y="2793126"/>
                  </a:lnTo>
                  <a:lnTo>
                    <a:pt x="963928" y="2793082"/>
                  </a:lnTo>
                  <a:lnTo>
                    <a:pt x="964265" y="2793076"/>
                  </a:lnTo>
                  <a:lnTo>
                    <a:pt x="964601" y="2793070"/>
                  </a:lnTo>
                  <a:lnTo>
                    <a:pt x="964938" y="2793064"/>
                  </a:lnTo>
                  <a:lnTo>
                    <a:pt x="965274" y="2793066"/>
                  </a:lnTo>
                  <a:lnTo>
                    <a:pt x="965611" y="2793151"/>
                  </a:lnTo>
                  <a:lnTo>
                    <a:pt x="965947" y="2793293"/>
                  </a:lnTo>
                  <a:lnTo>
                    <a:pt x="966283" y="2793576"/>
                  </a:lnTo>
                  <a:lnTo>
                    <a:pt x="966620" y="2794188"/>
                  </a:lnTo>
                  <a:lnTo>
                    <a:pt x="966956" y="2794962"/>
                  </a:lnTo>
                  <a:lnTo>
                    <a:pt x="967293" y="2796177"/>
                  </a:lnTo>
                  <a:lnTo>
                    <a:pt x="967629" y="2797326"/>
                  </a:lnTo>
                  <a:lnTo>
                    <a:pt x="967966" y="2798433"/>
                  </a:lnTo>
                  <a:lnTo>
                    <a:pt x="968302" y="2799431"/>
                  </a:lnTo>
                  <a:lnTo>
                    <a:pt x="968639" y="2800207"/>
                  </a:lnTo>
                  <a:lnTo>
                    <a:pt x="968975" y="2800846"/>
                  </a:lnTo>
                  <a:lnTo>
                    <a:pt x="969312" y="2801421"/>
                  </a:lnTo>
                  <a:lnTo>
                    <a:pt x="969648" y="2801996"/>
                  </a:lnTo>
                  <a:lnTo>
                    <a:pt x="969985" y="2802571"/>
                  </a:lnTo>
                  <a:lnTo>
                    <a:pt x="970321" y="2802776"/>
                  </a:lnTo>
                  <a:lnTo>
                    <a:pt x="970657" y="2802846"/>
                  </a:lnTo>
                  <a:lnTo>
                    <a:pt x="970994" y="2802821"/>
                  </a:lnTo>
                  <a:lnTo>
                    <a:pt x="971330" y="2802702"/>
                  </a:lnTo>
                  <a:lnTo>
                    <a:pt x="971667" y="2802486"/>
                  </a:lnTo>
                  <a:lnTo>
                    <a:pt x="972003" y="2802145"/>
                  </a:lnTo>
                  <a:lnTo>
                    <a:pt x="972340" y="2801767"/>
                  </a:lnTo>
                  <a:lnTo>
                    <a:pt x="972676" y="2801431"/>
                  </a:lnTo>
                  <a:lnTo>
                    <a:pt x="973013" y="2801158"/>
                  </a:lnTo>
                  <a:lnTo>
                    <a:pt x="973349" y="2800885"/>
                  </a:lnTo>
                  <a:lnTo>
                    <a:pt x="973686" y="2800612"/>
                  </a:lnTo>
                  <a:lnTo>
                    <a:pt x="974022" y="2800339"/>
                  </a:lnTo>
                  <a:lnTo>
                    <a:pt x="974358" y="2800216"/>
                  </a:lnTo>
                  <a:lnTo>
                    <a:pt x="974695" y="2800168"/>
                  </a:lnTo>
                  <a:lnTo>
                    <a:pt x="975031" y="2799901"/>
                  </a:lnTo>
                  <a:lnTo>
                    <a:pt x="975368" y="2799447"/>
                  </a:lnTo>
                  <a:lnTo>
                    <a:pt x="975704" y="2798979"/>
                  </a:lnTo>
                  <a:lnTo>
                    <a:pt x="976041" y="2798206"/>
                  </a:lnTo>
                  <a:lnTo>
                    <a:pt x="976377" y="2797280"/>
                  </a:lnTo>
                  <a:lnTo>
                    <a:pt x="976714" y="2796080"/>
                  </a:lnTo>
                  <a:lnTo>
                    <a:pt x="977050" y="2794879"/>
                  </a:lnTo>
                  <a:lnTo>
                    <a:pt x="977387" y="2793511"/>
                  </a:lnTo>
                  <a:lnTo>
                    <a:pt x="977723" y="2792178"/>
                  </a:lnTo>
                  <a:lnTo>
                    <a:pt x="978060" y="2790931"/>
                  </a:lnTo>
                  <a:lnTo>
                    <a:pt x="978396" y="2789800"/>
                  </a:lnTo>
                  <a:lnTo>
                    <a:pt x="978732" y="2788734"/>
                  </a:lnTo>
                  <a:lnTo>
                    <a:pt x="979069" y="2787667"/>
                  </a:lnTo>
                  <a:lnTo>
                    <a:pt x="979405" y="2786623"/>
                  </a:lnTo>
                  <a:lnTo>
                    <a:pt x="979742" y="2785381"/>
                  </a:lnTo>
                  <a:lnTo>
                    <a:pt x="980078" y="2784057"/>
                  </a:lnTo>
                  <a:lnTo>
                    <a:pt x="980415" y="2782647"/>
                  </a:lnTo>
                  <a:lnTo>
                    <a:pt x="980751" y="2781202"/>
                  </a:lnTo>
                  <a:lnTo>
                    <a:pt x="981088" y="2779975"/>
                  </a:lnTo>
                  <a:lnTo>
                    <a:pt x="981424" y="2779226"/>
                  </a:lnTo>
                  <a:lnTo>
                    <a:pt x="981761" y="2778515"/>
                  </a:lnTo>
                  <a:lnTo>
                    <a:pt x="982097" y="2778059"/>
                  </a:lnTo>
                  <a:lnTo>
                    <a:pt x="982434" y="2777706"/>
                  </a:lnTo>
                  <a:lnTo>
                    <a:pt x="982770" y="2777483"/>
                  </a:lnTo>
                  <a:lnTo>
                    <a:pt x="983106" y="2777340"/>
                  </a:lnTo>
                  <a:lnTo>
                    <a:pt x="983443" y="2777276"/>
                  </a:lnTo>
                  <a:lnTo>
                    <a:pt x="983779" y="2777340"/>
                  </a:lnTo>
                  <a:lnTo>
                    <a:pt x="984116" y="2777320"/>
                  </a:lnTo>
                  <a:lnTo>
                    <a:pt x="984452" y="2777109"/>
                  </a:lnTo>
                  <a:lnTo>
                    <a:pt x="984789" y="2776688"/>
                  </a:lnTo>
                  <a:lnTo>
                    <a:pt x="985125" y="2776211"/>
                  </a:lnTo>
                  <a:lnTo>
                    <a:pt x="985462" y="2775702"/>
                  </a:lnTo>
                  <a:lnTo>
                    <a:pt x="985798" y="2774908"/>
                  </a:lnTo>
                  <a:lnTo>
                    <a:pt x="986135" y="2774183"/>
                  </a:lnTo>
                  <a:lnTo>
                    <a:pt x="986471" y="2773283"/>
                  </a:lnTo>
                  <a:lnTo>
                    <a:pt x="986808" y="2772443"/>
                  </a:lnTo>
                  <a:lnTo>
                    <a:pt x="987144" y="2771392"/>
                  </a:lnTo>
                  <a:lnTo>
                    <a:pt x="987480" y="2770289"/>
                  </a:lnTo>
                  <a:lnTo>
                    <a:pt x="987817" y="2769098"/>
                  </a:lnTo>
                  <a:lnTo>
                    <a:pt x="988153" y="2767906"/>
                  </a:lnTo>
                  <a:lnTo>
                    <a:pt x="988490" y="2766548"/>
                  </a:lnTo>
                  <a:lnTo>
                    <a:pt x="988826" y="2764958"/>
                  </a:lnTo>
                  <a:lnTo>
                    <a:pt x="989163" y="2763075"/>
                  </a:lnTo>
                  <a:lnTo>
                    <a:pt x="989499" y="2761155"/>
                  </a:lnTo>
                  <a:lnTo>
                    <a:pt x="989836" y="2759426"/>
                  </a:lnTo>
                  <a:lnTo>
                    <a:pt x="990172" y="2757520"/>
                  </a:lnTo>
                  <a:lnTo>
                    <a:pt x="990509" y="2755576"/>
                  </a:lnTo>
                  <a:lnTo>
                    <a:pt x="990845" y="2753542"/>
                  </a:lnTo>
                  <a:lnTo>
                    <a:pt x="991182" y="2751623"/>
                  </a:lnTo>
                  <a:lnTo>
                    <a:pt x="991518" y="2749892"/>
                  </a:lnTo>
                  <a:lnTo>
                    <a:pt x="991854" y="2748185"/>
                  </a:lnTo>
                  <a:lnTo>
                    <a:pt x="992191" y="2746576"/>
                  </a:lnTo>
                  <a:lnTo>
                    <a:pt x="992527" y="2744942"/>
                  </a:lnTo>
                  <a:lnTo>
                    <a:pt x="992864" y="2743496"/>
                  </a:lnTo>
                  <a:lnTo>
                    <a:pt x="993200" y="2742189"/>
                  </a:lnTo>
                  <a:lnTo>
                    <a:pt x="993537" y="2741069"/>
                  </a:lnTo>
                  <a:lnTo>
                    <a:pt x="993873" y="2740135"/>
                  </a:lnTo>
                  <a:lnTo>
                    <a:pt x="994210" y="2739426"/>
                  </a:lnTo>
                  <a:lnTo>
                    <a:pt x="994546" y="2738928"/>
                  </a:lnTo>
                  <a:lnTo>
                    <a:pt x="994883" y="2738473"/>
                  </a:lnTo>
                  <a:lnTo>
                    <a:pt x="995219" y="2738151"/>
                  </a:lnTo>
                  <a:lnTo>
                    <a:pt x="995556" y="2737839"/>
                  </a:lnTo>
                  <a:lnTo>
                    <a:pt x="995892" y="2737683"/>
                  </a:lnTo>
                  <a:lnTo>
                    <a:pt x="996228" y="2737355"/>
                  </a:lnTo>
                  <a:lnTo>
                    <a:pt x="996565" y="2737126"/>
                  </a:lnTo>
                  <a:lnTo>
                    <a:pt x="996901" y="2736732"/>
                  </a:lnTo>
                  <a:lnTo>
                    <a:pt x="997238" y="2736338"/>
                  </a:lnTo>
                  <a:lnTo>
                    <a:pt x="997574" y="2735944"/>
                  </a:lnTo>
                  <a:lnTo>
                    <a:pt x="997911" y="2735550"/>
                  </a:lnTo>
                  <a:lnTo>
                    <a:pt x="998247" y="2735156"/>
                  </a:lnTo>
                  <a:lnTo>
                    <a:pt x="998584" y="2734913"/>
                  </a:lnTo>
                  <a:lnTo>
                    <a:pt x="998920" y="2734844"/>
                  </a:lnTo>
                  <a:lnTo>
                    <a:pt x="999257" y="2734729"/>
                  </a:lnTo>
                  <a:lnTo>
                    <a:pt x="999593" y="2734872"/>
                  </a:lnTo>
                  <a:lnTo>
                    <a:pt x="999930" y="2735260"/>
                  </a:lnTo>
                  <a:lnTo>
                    <a:pt x="1000266" y="2736072"/>
                  </a:lnTo>
                  <a:lnTo>
                    <a:pt x="1000602" y="2736690"/>
                  </a:lnTo>
                  <a:lnTo>
                    <a:pt x="1000939" y="2737467"/>
                  </a:lnTo>
                  <a:lnTo>
                    <a:pt x="1001275" y="2738330"/>
                  </a:lnTo>
                  <a:lnTo>
                    <a:pt x="1001612" y="2739143"/>
                  </a:lnTo>
                  <a:lnTo>
                    <a:pt x="1001948" y="2740029"/>
                  </a:lnTo>
                  <a:lnTo>
                    <a:pt x="1002285" y="2740896"/>
                  </a:lnTo>
                  <a:lnTo>
                    <a:pt x="1002621" y="2741348"/>
                  </a:lnTo>
                  <a:lnTo>
                    <a:pt x="1002958" y="2741718"/>
                  </a:lnTo>
                  <a:lnTo>
                    <a:pt x="1003294" y="2742134"/>
                  </a:lnTo>
                  <a:lnTo>
                    <a:pt x="1003631" y="2742567"/>
                  </a:lnTo>
                  <a:lnTo>
                    <a:pt x="1003967" y="2742951"/>
                  </a:lnTo>
                  <a:lnTo>
                    <a:pt x="1004304" y="2743255"/>
                  </a:lnTo>
                  <a:lnTo>
                    <a:pt x="1004640" y="2743438"/>
                  </a:lnTo>
                  <a:lnTo>
                    <a:pt x="1004976" y="2743480"/>
                  </a:lnTo>
                  <a:lnTo>
                    <a:pt x="1005313" y="2743351"/>
                  </a:lnTo>
                  <a:lnTo>
                    <a:pt x="1005649" y="2743107"/>
                  </a:lnTo>
                  <a:lnTo>
                    <a:pt x="1005986" y="2742765"/>
                  </a:lnTo>
                  <a:lnTo>
                    <a:pt x="1006322" y="2742350"/>
                  </a:lnTo>
                  <a:lnTo>
                    <a:pt x="1006659" y="2742082"/>
                  </a:lnTo>
                  <a:lnTo>
                    <a:pt x="1006995" y="2741763"/>
                  </a:lnTo>
                  <a:lnTo>
                    <a:pt x="1007332" y="2741462"/>
                  </a:lnTo>
                  <a:lnTo>
                    <a:pt x="1007668" y="2741267"/>
                  </a:lnTo>
                  <a:lnTo>
                    <a:pt x="1008005" y="2741075"/>
                  </a:lnTo>
                  <a:lnTo>
                    <a:pt x="1008341" y="2740907"/>
                  </a:lnTo>
                  <a:lnTo>
                    <a:pt x="1008677" y="2741051"/>
                  </a:lnTo>
                  <a:lnTo>
                    <a:pt x="1009014" y="2741187"/>
                  </a:lnTo>
                  <a:lnTo>
                    <a:pt x="1009350" y="2741052"/>
                  </a:lnTo>
                  <a:lnTo>
                    <a:pt x="1009687" y="2740981"/>
                  </a:lnTo>
                  <a:lnTo>
                    <a:pt x="1010023" y="2740878"/>
                  </a:lnTo>
                  <a:lnTo>
                    <a:pt x="1010360" y="2740859"/>
                  </a:lnTo>
                  <a:lnTo>
                    <a:pt x="1010696" y="2740913"/>
                  </a:lnTo>
                  <a:lnTo>
                    <a:pt x="1011033" y="2741020"/>
                  </a:lnTo>
                  <a:lnTo>
                    <a:pt x="1011369" y="2741162"/>
                  </a:lnTo>
                  <a:lnTo>
                    <a:pt x="1011706" y="2741328"/>
                  </a:lnTo>
                  <a:lnTo>
                    <a:pt x="1012042" y="2741474"/>
                  </a:lnTo>
                  <a:lnTo>
                    <a:pt x="1012379" y="2741620"/>
                  </a:lnTo>
                  <a:lnTo>
                    <a:pt x="1012715" y="2741765"/>
                  </a:lnTo>
                  <a:lnTo>
                    <a:pt x="1013051" y="2741911"/>
                  </a:lnTo>
                  <a:lnTo>
                    <a:pt x="1013388" y="2742004"/>
                  </a:lnTo>
                  <a:lnTo>
                    <a:pt x="1013724" y="2742045"/>
                  </a:lnTo>
                  <a:lnTo>
                    <a:pt x="1014061" y="2742118"/>
                  </a:lnTo>
                  <a:lnTo>
                    <a:pt x="1014397" y="2742054"/>
                  </a:lnTo>
                  <a:lnTo>
                    <a:pt x="1014734" y="2741905"/>
                  </a:lnTo>
                  <a:lnTo>
                    <a:pt x="1015070" y="2741905"/>
                  </a:lnTo>
                  <a:lnTo>
                    <a:pt x="1015407" y="2741790"/>
                  </a:lnTo>
                  <a:lnTo>
                    <a:pt x="1015743" y="2741575"/>
                  </a:lnTo>
                  <a:lnTo>
                    <a:pt x="1016080" y="2741287"/>
                  </a:lnTo>
                  <a:lnTo>
                    <a:pt x="1016416" y="2741000"/>
                  </a:lnTo>
                  <a:lnTo>
                    <a:pt x="1016753" y="2740713"/>
                  </a:lnTo>
                  <a:lnTo>
                    <a:pt x="1017089" y="2740425"/>
                  </a:lnTo>
                  <a:lnTo>
                    <a:pt x="1017425" y="2740238"/>
                  </a:lnTo>
                  <a:lnTo>
                    <a:pt x="1017762" y="2740059"/>
                  </a:lnTo>
                  <a:lnTo>
                    <a:pt x="1018098" y="2739771"/>
                  </a:lnTo>
                  <a:lnTo>
                    <a:pt x="1018435" y="2739484"/>
                  </a:lnTo>
                  <a:lnTo>
                    <a:pt x="1018771" y="2739197"/>
                  </a:lnTo>
                  <a:lnTo>
                    <a:pt x="1019108" y="2738683"/>
                  </a:lnTo>
                  <a:lnTo>
                    <a:pt x="1019444" y="2738274"/>
                  </a:lnTo>
                  <a:lnTo>
                    <a:pt x="1019781" y="2737886"/>
                  </a:lnTo>
                  <a:lnTo>
                    <a:pt x="1020117" y="2737613"/>
                  </a:lnTo>
                  <a:lnTo>
                    <a:pt x="1020454" y="2737366"/>
                  </a:lnTo>
                  <a:lnTo>
                    <a:pt x="1020790" y="2736932"/>
                  </a:lnTo>
                  <a:lnTo>
                    <a:pt x="1021127" y="2736354"/>
                  </a:lnTo>
                  <a:lnTo>
                    <a:pt x="1021463" y="2735985"/>
                  </a:lnTo>
                  <a:lnTo>
                    <a:pt x="1021799" y="2735528"/>
                  </a:lnTo>
                  <a:lnTo>
                    <a:pt x="1022136" y="2734971"/>
                  </a:lnTo>
                  <a:lnTo>
                    <a:pt x="1022472" y="2734139"/>
                  </a:lnTo>
                  <a:lnTo>
                    <a:pt x="1022809" y="2733223"/>
                  </a:lnTo>
                  <a:lnTo>
                    <a:pt x="1023145" y="2732386"/>
                  </a:lnTo>
                  <a:lnTo>
                    <a:pt x="1023482" y="2731548"/>
                  </a:lnTo>
                  <a:lnTo>
                    <a:pt x="1023818" y="2730706"/>
                  </a:lnTo>
                  <a:lnTo>
                    <a:pt x="1024155" y="2729768"/>
                  </a:lnTo>
                  <a:lnTo>
                    <a:pt x="1024491" y="2728810"/>
                  </a:lnTo>
                  <a:lnTo>
                    <a:pt x="1024828" y="2727929"/>
                  </a:lnTo>
                  <a:lnTo>
                    <a:pt x="1025164" y="2727053"/>
                  </a:lnTo>
                  <a:lnTo>
                    <a:pt x="1025501" y="2726020"/>
                  </a:lnTo>
                  <a:lnTo>
                    <a:pt x="1025837" y="2724927"/>
                  </a:lnTo>
                  <a:lnTo>
                    <a:pt x="1026173" y="2723929"/>
                  </a:lnTo>
                  <a:lnTo>
                    <a:pt x="1026510" y="2722983"/>
                  </a:lnTo>
                  <a:lnTo>
                    <a:pt x="1026846" y="2722155"/>
                  </a:lnTo>
                  <a:lnTo>
                    <a:pt x="1027183" y="2721407"/>
                  </a:lnTo>
                  <a:lnTo>
                    <a:pt x="1027519" y="2720438"/>
                  </a:lnTo>
                  <a:lnTo>
                    <a:pt x="1027856" y="2719575"/>
                  </a:lnTo>
                  <a:lnTo>
                    <a:pt x="1028192" y="2718749"/>
                  </a:lnTo>
                  <a:lnTo>
                    <a:pt x="1028529" y="2718031"/>
                  </a:lnTo>
                  <a:lnTo>
                    <a:pt x="1028865" y="2717320"/>
                  </a:lnTo>
                  <a:lnTo>
                    <a:pt x="1029202" y="2716745"/>
                  </a:lnTo>
                  <a:lnTo>
                    <a:pt x="1029538" y="2716249"/>
                  </a:lnTo>
                  <a:lnTo>
                    <a:pt x="1029875" y="2715998"/>
                  </a:lnTo>
                  <a:lnTo>
                    <a:pt x="1030211" y="2715761"/>
                  </a:lnTo>
                  <a:lnTo>
                    <a:pt x="1030547" y="2715603"/>
                  </a:lnTo>
                  <a:lnTo>
                    <a:pt x="1030884" y="2715516"/>
                  </a:lnTo>
                  <a:lnTo>
                    <a:pt x="1031220" y="2715207"/>
                  </a:lnTo>
                  <a:lnTo>
                    <a:pt x="1031557" y="2714640"/>
                  </a:lnTo>
                  <a:lnTo>
                    <a:pt x="1031893" y="2713921"/>
                  </a:lnTo>
                  <a:lnTo>
                    <a:pt x="1032230" y="2713203"/>
                  </a:lnTo>
                  <a:lnTo>
                    <a:pt x="1032566" y="2712485"/>
                  </a:lnTo>
                  <a:lnTo>
                    <a:pt x="1032903" y="2711737"/>
                  </a:lnTo>
                  <a:lnTo>
                    <a:pt x="1033239" y="2710423"/>
                  </a:lnTo>
                  <a:lnTo>
                    <a:pt x="1033576" y="2708756"/>
                  </a:lnTo>
                  <a:lnTo>
                    <a:pt x="1033912" y="2707032"/>
                  </a:lnTo>
                  <a:lnTo>
                    <a:pt x="1034249" y="2705307"/>
                  </a:lnTo>
                  <a:lnTo>
                    <a:pt x="1034585" y="2703583"/>
                  </a:lnTo>
                  <a:lnTo>
                    <a:pt x="1034921" y="2701859"/>
                  </a:lnTo>
                  <a:lnTo>
                    <a:pt x="1035258" y="2700135"/>
                  </a:lnTo>
                  <a:lnTo>
                    <a:pt x="1035594" y="2698446"/>
                  </a:lnTo>
                  <a:lnTo>
                    <a:pt x="1035931" y="2696938"/>
                  </a:lnTo>
                  <a:lnTo>
                    <a:pt x="1036267" y="2695601"/>
                  </a:lnTo>
                  <a:lnTo>
                    <a:pt x="1036604" y="2694445"/>
                  </a:lnTo>
                  <a:lnTo>
                    <a:pt x="1036940" y="2693439"/>
                  </a:lnTo>
                  <a:lnTo>
                    <a:pt x="1037277" y="2692433"/>
                  </a:lnTo>
                  <a:lnTo>
                    <a:pt x="1037613" y="2691427"/>
                  </a:lnTo>
                  <a:lnTo>
                    <a:pt x="1037950" y="2690450"/>
                  </a:lnTo>
                  <a:lnTo>
                    <a:pt x="1038286" y="2690005"/>
                  </a:lnTo>
                  <a:lnTo>
                    <a:pt x="1038622" y="2689725"/>
                  </a:lnTo>
                  <a:lnTo>
                    <a:pt x="1038959" y="2689524"/>
                  </a:lnTo>
                  <a:lnTo>
                    <a:pt x="1039295" y="2689380"/>
                  </a:lnTo>
                  <a:lnTo>
                    <a:pt x="1039632" y="2689236"/>
                  </a:lnTo>
                  <a:lnTo>
                    <a:pt x="1039968" y="2688920"/>
                  </a:lnTo>
                  <a:lnTo>
                    <a:pt x="1040305" y="2688489"/>
                  </a:lnTo>
                  <a:lnTo>
                    <a:pt x="1040641" y="2688036"/>
                  </a:lnTo>
                  <a:lnTo>
                    <a:pt x="1040978" y="2687462"/>
                  </a:lnTo>
                  <a:lnTo>
                    <a:pt x="1041314" y="2686952"/>
                  </a:lnTo>
                  <a:lnTo>
                    <a:pt x="1041651" y="2686392"/>
                  </a:lnTo>
                  <a:lnTo>
                    <a:pt x="1041987" y="2685833"/>
                  </a:lnTo>
                  <a:lnTo>
                    <a:pt x="1042324" y="2685356"/>
                  </a:lnTo>
                  <a:lnTo>
                    <a:pt x="1042660" y="2685103"/>
                  </a:lnTo>
                  <a:lnTo>
                    <a:pt x="1042996" y="2685176"/>
                  </a:lnTo>
                  <a:lnTo>
                    <a:pt x="1043333" y="2685518"/>
                  </a:lnTo>
                  <a:lnTo>
                    <a:pt x="1043669" y="2686092"/>
                  </a:lnTo>
                  <a:lnTo>
                    <a:pt x="1044006" y="2687012"/>
                  </a:lnTo>
                  <a:lnTo>
                    <a:pt x="1044342" y="2688069"/>
                  </a:lnTo>
                  <a:lnTo>
                    <a:pt x="1044679" y="2689258"/>
                  </a:lnTo>
                  <a:lnTo>
                    <a:pt x="1045015" y="2690505"/>
                  </a:lnTo>
                  <a:lnTo>
                    <a:pt x="1045352" y="2692210"/>
                  </a:lnTo>
                  <a:lnTo>
                    <a:pt x="1045688" y="2693975"/>
                  </a:lnTo>
                  <a:lnTo>
                    <a:pt x="1046025" y="2695494"/>
                  </a:lnTo>
                  <a:lnTo>
                    <a:pt x="1046361" y="2696868"/>
                  </a:lnTo>
                  <a:lnTo>
                    <a:pt x="1046698" y="2697941"/>
                  </a:lnTo>
                  <a:lnTo>
                    <a:pt x="1047034" y="2699029"/>
                  </a:lnTo>
                  <a:lnTo>
                    <a:pt x="1047370" y="2700287"/>
                  </a:lnTo>
                  <a:lnTo>
                    <a:pt x="1047707" y="2701366"/>
                  </a:lnTo>
                  <a:lnTo>
                    <a:pt x="1048043" y="2702376"/>
                  </a:lnTo>
                  <a:lnTo>
                    <a:pt x="1048380" y="2702920"/>
                  </a:lnTo>
                  <a:lnTo>
                    <a:pt x="1048716" y="2703398"/>
                  </a:lnTo>
                  <a:lnTo>
                    <a:pt x="1049053" y="2703777"/>
                  </a:lnTo>
                  <a:lnTo>
                    <a:pt x="1049389" y="2704101"/>
                  </a:lnTo>
                  <a:lnTo>
                    <a:pt x="1049726" y="2704368"/>
                  </a:lnTo>
                  <a:lnTo>
                    <a:pt x="1050062" y="2704467"/>
                  </a:lnTo>
                  <a:lnTo>
                    <a:pt x="1050399" y="2704264"/>
                  </a:lnTo>
                  <a:lnTo>
                    <a:pt x="1050735" y="2703877"/>
                  </a:lnTo>
                  <a:lnTo>
                    <a:pt x="1051072" y="2703355"/>
                  </a:lnTo>
                  <a:lnTo>
                    <a:pt x="1051408" y="2703037"/>
                  </a:lnTo>
                  <a:lnTo>
                    <a:pt x="1051744" y="2703111"/>
                  </a:lnTo>
                  <a:lnTo>
                    <a:pt x="1052081" y="2703454"/>
                  </a:lnTo>
                  <a:lnTo>
                    <a:pt x="1052417" y="2703859"/>
                  </a:lnTo>
                  <a:lnTo>
                    <a:pt x="1052754" y="2704498"/>
                  </a:lnTo>
                  <a:lnTo>
                    <a:pt x="1053090" y="2705310"/>
                  </a:lnTo>
                  <a:lnTo>
                    <a:pt x="1053427" y="2706129"/>
                  </a:lnTo>
                  <a:lnTo>
                    <a:pt x="1053763" y="2706969"/>
                  </a:lnTo>
                  <a:lnTo>
                    <a:pt x="1054100" y="2707700"/>
                  </a:lnTo>
                  <a:lnTo>
                    <a:pt x="1054436" y="2708546"/>
                  </a:lnTo>
                  <a:lnTo>
                    <a:pt x="1054773" y="2709128"/>
                  </a:lnTo>
                  <a:lnTo>
                    <a:pt x="1055109" y="2709819"/>
                  </a:lnTo>
                  <a:lnTo>
                    <a:pt x="1055446" y="2710611"/>
                  </a:lnTo>
                  <a:lnTo>
                    <a:pt x="1055782" y="2711591"/>
                  </a:lnTo>
                  <a:lnTo>
                    <a:pt x="1056118" y="2712804"/>
                  </a:lnTo>
                  <a:lnTo>
                    <a:pt x="1056455" y="2714310"/>
                  </a:lnTo>
                  <a:lnTo>
                    <a:pt x="1056791" y="2715851"/>
                  </a:lnTo>
                  <a:lnTo>
                    <a:pt x="1057128" y="2717202"/>
                  </a:lnTo>
                  <a:lnTo>
                    <a:pt x="1057464" y="2718731"/>
                  </a:lnTo>
                  <a:lnTo>
                    <a:pt x="1057801" y="2720297"/>
                  </a:lnTo>
                  <a:lnTo>
                    <a:pt x="1058137" y="2721972"/>
                  </a:lnTo>
                  <a:lnTo>
                    <a:pt x="1058474" y="2723533"/>
                  </a:lnTo>
                  <a:lnTo>
                    <a:pt x="1058810" y="2725119"/>
                  </a:lnTo>
                  <a:lnTo>
                    <a:pt x="1059147" y="2726683"/>
                  </a:lnTo>
                  <a:lnTo>
                    <a:pt x="1059483" y="2728149"/>
                  </a:lnTo>
                  <a:lnTo>
                    <a:pt x="1059820" y="2729639"/>
                  </a:lnTo>
                  <a:lnTo>
                    <a:pt x="1060156" y="2730941"/>
                  </a:lnTo>
                  <a:lnTo>
                    <a:pt x="1060492" y="2732227"/>
                  </a:lnTo>
                  <a:lnTo>
                    <a:pt x="1060829" y="2733289"/>
                  </a:lnTo>
                  <a:lnTo>
                    <a:pt x="1061165" y="2734079"/>
                  </a:lnTo>
                  <a:lnTo>
                    <a:pt x="1061502" y="2734644"/>
                  </a:lnTo>
                  <a:lnTo>
                    <a:pt x="1061838" y="2734999"/>
                  </a:lnTo>
                  <a:lnTo>
                    <a:pt x="1062175" y="2735310"/>
                  </a:lnTo>
                  <a:lnTo>
                    <a:pt x="1062511" y="2735374"/>
                  </a:lnTo>
                  <a:lnTo>
                    <a:pt x="1062848" y="2735305"/>
                  </a:lnTo>
                  <a:lnTo>
                    <a:pt x="1063184" y="2735030"/>
                  </a:lnTo>
                  <a:lnTo>
                    <a:pt x="1063521" y="2734927"/>
                  </a:lnTo>
                  <a:lnTo>
                    <a:pt x="1063857" y="2734725"/>
                  </a:lnTo>
                  <a:lnTo>
                    <a:pt x="1064194" y="2734687"/>
                  </a:lnTo>
                  <a:lnTo>
                    <a:pt x="1064530" y="2734650"/>
                  </a:lnTo>
                  <a:lnTo>
                    <a:pt x="1064866" y="2734849"/>
                  </a:lnTo>
                  <a:lnTo>
                    <a:pt x="1065203" y="2735264"/>
                  </a:lnTo>
                  <a:lnTo>
                    <a:pt x="1065539" y="2735698"/>
                  </a:lnTo>
                  <a:lnTo>
                    <a:pt x="1065876" y="2735984"/>
                  </a:lnTo>
                  <a:lnTo>
                    <a:pt x="1066212" y="2736222"/>
                  </a:lnTo>
                  <a:lnTo>
                    <a:pt x="1066549" y="2736665"/>
                  </a:lnTo>
                  <a:lnTo>
                    <a:pt x="1066885" y="2736865"/>
                  </a:lnTo>
                  <a:lnTo>
                    <a:pt x="1067222" y="2736990"/>
                  </a:lnTo>
                  <a:lnTo>
                    <a:pt x="1067558" y="2736977"/>
                  </a:lnTo>
                  <a:lnTo>
                    <a:pt x="1067895" y="2736880"/>
                  </a:lnTo>
                  <a:lnTo>
                    <a:pt x="1068231" y="2736724"/>
                  </a:lnTo>
                  <a:lnTo>
                    <a:pt x="1068568" y="2736568"/>
                  </a:lnTo>
                  <a:lnTo>
                    <a:pt x="1068904" y="2736412"/>
                  </a:lnTo>
                  <a:lnTo>
                    <a:pt x="1069240" y="2736256"/>
                  </a:lnTo>
                  <a:lnTo>
                    <a:pt x="1069577" y="2736150"/>
                  </a:lnTo>
                  <a:lnTo>
                    <a:pt x="1069913" y="2736211"/>
                  </a:lnTo>
                  <a:lnTo>
                    <a:pt x="1070250" y="2736230"/>
                  </a:lnTo>
                  <a:lnTo>
                    <a:pt x="1070586" y="2736188"/>
                  </a:lnTo>
                  <a:lnTo>
                    <a:pt x="1070923" y="2736226"/>
                  </a:lnTo>
                  <a:lnTo>
                    <a:pt x="1071259" y="2736014"/>
                  </a:lnTo>
                  <a:lnTo>
                    <a:pt x="1071596" y="2735832"/>
                  </a:lnTo>
                  <a:lnTo>
                    <a:pt x="1071932" y="2735959"/>
                  </a:lnTo>
                  <a:lnTo>
                    <a:pt x="1072269" y="2735973"/>
                  </a:lnTo>
                  <a:lnTo>
                    <a:pt x="1072605" y="2736124"/>
                  </a:lnTo>
                  <a:lnTo>
                    <a:pt x="1072941" y="2736412"/>
                  </a:lnTo>
                  <a:lnTo>
                    <a:pt x="1073278" y="2736699"/>
                  </a:lnTo>
                  <a:lnTo>
                    <a:pt x="1073614" y="2736943"/>
                  </a:lnTo>
                  <a:lnTo>
                    <a:pt x="1073951" y="2737231"/>
                  </a:lnTo>
                  <a:lnTo>
                    <a:pt x="1074287" y="2737518"/>
                  </a:lnTo>
                  <a:lnTo>
                    <a:pt x="1074624" y="2737755"/>
                  </a:lnTo>
                  <a:lnTo>
                    <a:pt x="1074960" y="2737856"/>
                  </a:lnTo>
                  <a:lnTo>
                    <a:pt x="1075297" y="2737856"/>
                  </a:lnTo>
                  <a:lnTo>
                    <a:pt x="1075633" y="2737856"/>
                  </a:lnTo>
                  <a:lnTo>
                    <a:pt x="1075970" y="2737856"/>
                  </a:lnTo>
                  <a:lnTo>
                    <a:pt x="1076306" y="2737884"/>
                  </a:lnTo>
                  <a:lnTo>
                    <a:pt x="1076643" y="2737834"/>
                  </a:lnTo>
                  <a:lnTo>
                    <a:pt x="1076979" y="2737691"/>
                  </a:lnTo>
                  <a:lnTo>
                    <a:pt x="1077315" y="2737547"/>
                  </a:lnTo>
                  <a:lnTo>
                    <a:pt x="1077652" y="2737403"/>
                  </a:lnTo>
                  <a:lnTo>
                    <a:pt x="1077988" y="2737259"/>
                  </a:lnTo>
                  <a:lnTo>
                    <a:pt x="1078325" y="2737116"/>
                  </a:lnTo>
                  <a:lnTo>
                    <a:pt x="1078661" y="2737015"/>
                  </a:lnTo>
                  <a:lnTo>
                    <a:pt x="1078998" y="2736872"/>
                  </a:lnTo>
                  <a:lnTo>
                    <a:pt x="1079334" y="2736728"/>
                  </a:lnTo>
                  <a:lnTo>
                    <a:pt x="1079671" y="2736584"/>
                  </a:lnTo>
                  <a:lnTo>
                    <a:pt x="1080007" y="2736440"/>
                  </a:lnTo>
                  <a:lnTo>
                    <a:pt x="1080344" y="2736297"/>
                  </a:lnTo>
                  <a:lnTo>
                    <a:pt x="1080680" y="2736103"/>
                  </a:lnTo>
                  <a:lnTo>
                    <a:pt x="1081017" y="2735772"/>
                  </a:lnTo>
                  <a:lnTo>
                    <a:pt x="1081353" y="2735313"/>
                  </a:lnTo>
                  <a:lnTo>
                    <a:pt x="1081689" y="2735061"/>
                  </a:lnTo>
                  <a:lnTo>
                    <a:pt x="1082026" y="2734946"/>
                  </a:lnTo>
                  <a:lnTo>
                    <a:pt x="1082362" y="2734946"/>
                  </a:lnTo>
                  <a:lnTo>
                    <a:pt x="1082699" y="2734946"/>
                  </a:lnTo>
                  <a:lnTo>
                    <a:pt x="1083035" y="2734946"/>
                  </a:lnTo>
                  <a:lnTo>
                    <a:pt x="1083372" y="2734946"/>
                  </a:lnTo>
                  <a:lnTo>
                    <a:pt x="1083708" y="2734946"/>
                  </a:lnTo>
                  <a:lnTo>
                    <a:pt x="1084045" y="2734946"/>
                  </a:lnTo>
                  <a:lnTo>
                    <a:pt x="1084381" y="2734946"/>
                  </a:lnTo>
                  <a:lnTo>
                    <a:pt x="1084718" y="2734946"/>
                  </a:lnTo>
                  <a:lnTo>
                    <a:pt x="1085054" y="2734982"/>
                  </a:lnTo>
                  <a:lnTo>
                    <a:pt x="1085391" y="2735126"/>
                  </a:lnTo>
                  <a:lnTo>
                    <a:pt x="1085727" y="2735320"/>
                  </a:lnTo>
                  <a:lnTo>
                    <a:pt x="1086063" y="2735650"/>
                  </a:lnTo>
                  <a:lnTo>
                    <a:pt x="1086400" y="2736081"/>
                  </a:lnTo>
                  <a:lnTo>
                    <a:pt x="1086736" y="2736383"/>
                  </a:lnTo>
                  <a:lnTo>
                    <a:pt x="1087073" y="2736642"/>
                  </a:lnTo>
                  <a:lnTo>
                    <a:pt x="1087409" y="2736785"/>
                  </a:lnTo>
                  <a:lnTo>
                    <a:pt x="1087746" y="2736986"/>
                  </a:lnTo>
                  <a:lnTo>
                    <a:pt x="1088082" y="2737396"/>
                  </a:lnTo>
                  <a:lnTo>
                    <a:pt x="1088419" y="2737949"/>
                  </a:lnTo>
                  <a:lnTo>
                    <a:pt x="1088755" y="2738293"/>
                  </a:lnTo>
                  <a:lnTo>
                    <a:pt x="1089092" y="2738725"/>
                  </a:lnTo>
                  <a:lnTo>
                    <a:pt x="1089428" y="2739258"/>
                  </a:lnTo>
                  <a:lnTo>
                    <a:pt x="1089765" y="2739992"/>
                  </a:lnTo>
                  <a:lnTo>
                    <a:pt x="1090101" y="2740778"/>
                  </a:lnTo>
                  <a:lnTo>
                    <a:pt x="1090437" y="2741486"/>
                  </a:lnTo>
                  <a:lnTo>
                    <a:pt x="1090774" y="2742194"/>
                  </a:lnTo>
                  <a:lnTo>
                    <a:pt x="1091110" y="2742907"/>
                  </a:lnTo>
                  <a:lnTo>
                    <a:pt x="1091447" y="2743720"/>
                  </a:lnTo>
                  <a:lnTo>
                    <a:pt x="1091783" y="2744590"/>
                  </a:lnTo>
                  <a:lnTo>
                    <a:pt x="1092120" y="2745701"/>
                  </a:lnTo>
                  <a:lnTo>
                    <a:pt x="1092456" y="2746864"/>
                  </a:lnTo>
                  <a:lnTo>
                    <a:pt x="1092793" y="2748069"/>
                  </a:lnTo>
                  <a:lnTo>
                    <a:pt x="1093129" y="2749306"/>
                  </a:lnTo>
                  <a:lnTo>
                    <a:pt x="1093466" y="2750448"/>
                  </a:lnTo>
                  <a:lnTo>
                    <a:pt x="1093802" y="2751538"/>
                  </a:lnTo>
                  <a:lnTo>
                    <a:pt x="1094139" y="2752509"/>
                  </a:lnTo>
                  <a:lnTo>
                    <a:pt x="1094475" y="2753401"/>
                  </a:lnTo>
                  <a:lnTo>
                    <a:pt x="1094811" y="2754514"/>
                  </a:lnTo>
                  <a:lnTo>
                    <a:pt x="1095148" y="2755513"/>
                  </a:lnTo>
                  <a:lnTo>
                    <a:pt x="1095484" y="2756375"/>
                  </a:lnTo>
                  <a:lnTo>
                    <a:pt x="1095821" y="2757237"/>
                  </a:lnTo>
                  <a:lnTo>
                    <a:pt x="1096157" y="2758092"/>
                  </a:lnTo>
                  <a:lnTo>
                    <a:pt x="1096494" y="2758810"/>
                  </a:lnTo>
                  <a:lnTo>
                    <a:pt x="1096830" y="2759450"/>
                  </a:lnTo>
                  <a:lnTo>
                    <a:pt x="1097167" y="2759759"/>
                  </a:lnTo>
                  <a:lnTo>
                    <a:pt x="1097503" y="2759996"/>
                  </a:lnTo>
                  <a:lnTo>
                    <a:pt x="1097840" y="2760154"/>
                  </a:lnTo>
                  <a:lnTo>
                    <a:pt x="1098176" y="2760218"/>
                  </a:lnTo>
                  <a:lnTo>
                    <a:pt x="1098513" y="2760384"/>
                  </a:lnTo>
                  <a:lnTo>
                    <a:pt x="1098849" y="2760786"/>
                  </a:lnTo>
                  <a:lnTo>
                    <a:pt x="1099185" y="2761174"/>
                  </a:lnTo>
                  <a:lnTo>
                    <a:pt x="1099522" y="2761433"/>
                  </a:lnTo>
                  <a:lnTo>
                    <a:pt x="1099858" y="2761476"/>
                  </a:lnTo>
                  <a:lnTo>
                    <a:pt x="1100195" y="2761512"/>
                  </a:lnTo>
                  <a:lnTo>
                    <a:pt x="1100531" y="2762216"/>
                  </a:lnTo>
                  <a:lnTo>
                    <a:pt x="1100868" y="2763164"/>
                  </a:lnTo>
                  <a:lnTo>
                    <a:pt x="1101204" y="2764170"/>
                  </a:lnTo>
                  <a:lnTo>
                    <a:pt x="1101541" y="2765176"/>
                  </a:lnTo>
                  <a:lnTo>
                    <a:pt x="1101877" y="2766174"/>
                  </a:lnTo>
                  <a:lnTo>
                    <a:pt x="1102214" y="2766979"/>
                  </a:lnTo>
                  <a:lnTo>
                    <a:pt x="1102550" y="2767697"/>
                  </a:lnTo>
                  <a:lnTo>
                    <a:pt x="1102887" y="2768380"/>
                  </a:lnTo>
                  <a:lnTo>
                    <a:pt x="1103223" y="2768775"/>
                  </a:lnTo>
                  <a:lnTo>
                    <a:pt x="1103559" y="2769105"/>
                  </a:lnTo>
                  <a:lnTo>
                    <a:pt x="1103896" y="2769077"/>
                  </a:lnTo>
                  <a:lnTo>
                    <a:pt x="1104232" y="2768976"/>
                  </a:lnTo>
                  <a:lnTo>
                    <a:pt x="1104569" y="2769005"/>
                  </a:lnTo>
                  <a:lnTo>
                    <a:pt x="1104905" y="2769249"/>
                  </a:lnTo>
                  <a:lnTo>
                    <a:pt x="1105242" y="2769508"/>
                  </a:lnTo>
                  <a:lnTo>
                    <a:pt x="1105578" y="2769235"/>
                  </a:lnTo>
                  <a:lnTo>
                    <a:pt x="1105915" y="2768797"/>
                  </a:lnTo>
                  <a:lnTo>
                    <a:pt x="1106251" y="2768365"/>
                  </a:lnTo>
                  <a:lnTo>
                    <a:pt x="1106588" y="2767805"/>
                  </a:lnTo>
                  <a:lnTo>
                    <a:pt x="1106924" y="2767216"/>
                  </a:lnTo>
                  <a:lnTo>
                    <a:pt x="1107260" y="2766584"/>
                  </a:lnTo>
                  <a:lnTo>
                    <a:pt x="1107597" y="2765980"/>
                  </a:lnTo>
                  <a:lnTo>
                    <a:pt x="1107933" y="2765283"/>
                  </a:lnTo>
                  <a:lnTo>
                    <a:pt x="1108270" y="2764838"/>
                  </a:lnTo>
                  <a:lnTo>
                    <a:pt x="1108606" y="2764342"/>
                  </a:lnTo>
                  <a:lnTo>
                    <a:pt x="1108943" y="2763882"/>
                  </a:lnTo>
                  <a:lnTo>
                    <a:pt x="1109279" y="2763459"/>
                  </a:lnTo>
                  <a:lnTo>
                    <a:pt x="1109616" y="2763150"/>
                  </a:lnTo>
                  <a:lnTo>
                    <a:pt x="1109952" y="2762719"/>
                  </a:lnTo>
                  <a:lnTo>
                    <a:pt x="1110289" y="2762201"/>
                  </a:lnTo>
                  <a:lnTo>
                    <a:pt x="1110625" y="2761583"/>
                  </a:lnTo>
                  <a:lnTo>
                    <a:pt x="1110962" y="2760721"/>
                  </a:lnTo>
                  <a:lnTo>
                    <a:pt x="1111298" y="2759716"/>
                  </a:lnTo>
                  <a:lnTo>
                    <a:pt x="1111634" y="2758839"/>
                  </a:lnTo>
                  <a:lnTo>
                    <a:pt x="1111971" y="2758034"/>
                  </a:lnTo>
                  <a:lnTo>
                    <a:pt x="1112307" y="2757654"/>
                  </a:lnTo>
                  <a:lnTo>
                    <a:pt x="1112644" y="2757044"/>
                  </a:lnTo>
                  <a:lnTo>
                    <a:pt x="1112980" y="2756489"/>
                  </a:lnTo>
                  <a:lnTo>
                    <a:pt x="1113317" y="2756181"/>
                  </a:lnTo>
                  <a:lnTo>
                    <a:pt x="1113653" y="2756313"/>
                  </a:lnTo>
                  <a:lnTo>
                    <a:pt x="1113990" y="2756819"/>
                  </a:lnTo>
                  <a:lnTo>
                    <a:pt x="1114326" y="2757441"/>
                  </a:lnTo>
                  <a:lnTo>
                    <a:pt x="1114663" y="2758255"/>
                  </a:lnTo>
                  <a:lnTo>
                    <a:pt x="1114999" y="2759326"/>
                  </a:lnTo>
                  <a:lnTo>
                    <a:pt x="1115336" y="2760453"/>
                  </a:lnTo>
                  <a:lnTo>
                    <a:pt x="1115672" y="2761605"/>
                  </a:lnTo>
                  <a:lnTo>
                    <a:pt x="1116008" y="2762291"/>
                  </a:lnTo>
                  <a:lnTo>
                    <a:pt x="1116345" y="2762945"/>
                  </a:lnTo>
                  <a:lnTo>
                    <a:pt x="1116681" y="2763282"/>
                  </a:lnTo>
                  <a:lnTo>
                    <a:pt x="1117018" y="2763624"/>
                  </a:lnTo>
                  <a:lnTo>
                    <a:pt x="1117354" y="2763883"/>
                  </a:lnTo>
                  <a:lnTo>
                    <a:pt x="1117691" y="2764199"/>
                  </a:lnTo>
                  <a:lnTo>
                    <a:pt x="1118027" y="2764535"/>
                  </a:lnTo>
                  <a:lnTo>
                    <a:pt x="1118364" y="2764831"/>
                  </a:lnTo>
                  <a:lnTo>
                    <a:pt x="1118700" y="2764976"/>
                  </a:lnTo>
                  <a:lnTo>
                    <a:pt x="1119037" y="2764868"/>
                  </a:lnTo>
                  <a:lnTo>
                    <a:pt x="1119373" y="2764689"/>
                  </a:lnTo>
                  <a:lnTo>
                    <a:pt x="1119710" y="2764399"/>
                  </a:lnTo>
                  <a:lnTo>
                    <a:pt x="1120046" y="2763710"/>
                  </a:lnTo>
                  <a:lnTo>
                    <a:pt x="1120382" y="2762979"/>
                  </a:lnTo>
                  <a:lnTo>
                    <a:pt x="1120719" y="2762209"/>
                  </a:lnTo>
                  <a:lnTo>
                    <a:pt x="1121055" y="2761612"/>
                  </a:lnTo>
                  <a:lnTo>
                    <a:pt x="1121392" y="2761313"/>
                  </a:lnTo>
                  <a:lnTo>
                    <a:pt x="1121728" y="2760958"/>
                  </a:lnTo>
                  <a:lnTo>
                    <a:pt x="1122065" y="2760799"/>
                  </a:lnTo>
                  <a:lnTo>
                    <a:pt x="1122401" y="2760488"/>
                  </a:lnTo>
                  <a:lnTo>
                    <a:pt x="1122738" y="2760050"/>
                  </a:lnTo>
                  <a:lnTo>
                    <a:pt x="1123074" y="2759590"/>
                  </a:lnTo>
                  <a:lnTo>
                    <a:pt x="1123411" y="2759131"/>
                  </a:lnTo>
                  <a:lnTo>
                    <a:pt x="1123747" y="2758718"/>
                  </a:lnTo>
                  <a:lnTo>
                    <a:pt x="1124084" y="2758238"/>
                  </a:lnTo>
                  <a:lnTo>
                    <a:pt x="1124420" y="2757276"/>
                  </a:lnTo>
                  <a:lnTo>
                    <a:pt x="1124756" y="2756413"/>
                  </a:lnTo>
                  <a:lnTo>
                    <a:pt x="1125093" y="2755551"/>
                  </a:lnTo>
                  <a:lnTo>
                    <a:pt x="1125429" y="2754739"/>
                  </a:lnTo>
                  <a:lnTo>
                    <a:pt x="1125766" y="2753906"/>
                  </a:lnTo>
                  <a:lnTo>
                    <a:pt x="1126102" y="2753044"/>
                  </a:lnTo>
                  <a:lnTo>
                    <a:pt x="1126439" y="2752139"/>
                  </a:lnTo>
                  <a:lnTo>
                    <a:pt x="1126775" y="2751384"/>
                  </a:lnTo>
                  <a:lnTo>
                    <a:pt x="1127112" y="2750494"/>
                  </a:lnTo>
                  <a:lnTo>
                    <a:pt x="1127448" y="2749639"/>
                  </a:lnTo>
                  <a:lnTo>
                    <a:pt x="1127785" y="2748654"/>
                  </a:lnTo>
                  <a:lnTo>
                    <a:pt x="1128121" y="2747490"/>
                  </a:lnTo>
                  <a:lnTo>
                    <a:pt x="1128458" y="2746341"/>
                  </a:lnTo>
                  <a:lnTo>
                    <a:pt x="1128794" y="2745213"/>
                  </a:lnTo>
                  <a:lnTo>
                    <a:pt x="1129130" y="2743956"/>
                  </a:lnTo>
                  <a:lnTo>
                    <a:pt x="1129467" y="2742490"/>
                  </a:lnTo>
                  <a:lnTo>
                    <a:pt x="1129803" y="2741025"/>
                  </a:lnTo>
                  <a:lnTo>
                    <a:pt x="1130140" y="2739681"/>
                  </a:lnTo>
                  <a:lnTo>
                    <a:pt x="1130476" y="2738381"/>
                  </a:lnTo>
                  <a:lnTo>
                    <a:pt x="1130813" y="2737059"/>
                  </a:lnTo>
                  <a:lnTo>
                    <a:pt x="1131149" y="2735766"/>
                  </a:lnTo>
                  <a:lnTo>
                    <a:pt x="1131486" y="2734523"/>
                  </a:lnTo>
                  <a:lnTo>
                    <a:pt x="1131822" y="2733287"/>
                  </a:lnTo>
                  <a:lnTo>
                    <a:pt x="1132159" y="2731873"/>
                  </a:lnTo>
                  <a:lnTo>
                    <a:pt x="1132495" y="2730142"/>
                  </a:lnTo>
                  <a:lnTo>
                    <a:pt x="1132832" y="2728292"/>
                  </a:lnTo>
                  <a:lnTo>
                    <a:pt x="1133168" y="2726596"/>
                  </a:lnTo>
                  <a:lnTo>
                    <a:pt x="1133504" y="2724933"/>
                  </a:lnTo>
                  <a:lnTo>
                    <a:pt x="1133841" y="2723284"/>
                  </a:lnTo>
                  <a:lnTo>
                    <a:pt x="1134177" y="2722085"/>
                  </a:lnTo>
                  <a:lnTo>
                    <a:pt x="1134514" y="2721205"/>
                  </a:lnTo>
                  <a:lnTo>
                    <a:pt x="1134850" y="2720370"/>
                  </a:lnTo>
                  <a:lnTo>
                    <a:pt x="1135187" y="2719542"/>
                  </a:lnTo>
                  <a:lnTo>
                    <a:pt x="1135523" y="2718699"/>
                  </a:lnTo>
                  <a:lnTo>
                    <a:pt x="1135860" y="2717993"/>
                  </a:lnTo>
                  <a:lnTo>
                    <a:pt x="1136196" y="2717287"/>
                  </a:lnTo>
                  <a:lnTo>
                    <a:pt x="1136533" y="2716580"/>
                  </a:lnTo>
                  <a:lnTo>
                    <a:pt x="1136869" y="2715924"/>
                  </a:lnTo>
                  <a:lnTo>
                    <a:pt x="1137206" y="2715095"/>
                  </a:lnTo>
                  <a:lnTo>
                    <a:pt x="1137542" y="2714415"/>
                  </a:lnTo>
                  <a:lnTo>
                    <a:pt x="1137878" y="2713796"/>
                  </a:lnTo>
                  <a:lnTo>
                    <a:pt x="1138215" y="2713040"/>
                  </a:lnTo>
                  <a:lnTo>
                    <a:pt x="1138551" y="2712533"/>
                  </a:lnTo>
                  <a:lnTo>
                    <a:pt x="1138888" y="2711997"/>
                  </a:lnTo>
                  <a:lnTo>
                    <a:pt x="1139224" y="2711151"/>
                  </a:lnTo>
                  <a:lnTo>
                    <a:pt x="1139561" y="2710361"/>
                  </a:lnTo>
                  <a:lnTo>
                    <a:pt x="1139897" y="2709695"/>
                  </a:lnTo>
                  <a:lnTo>
                    <a:pt x="1140234" y="2708832"/>
                  </a:lnTo>
                  <a:lnTo>
                    <a:pt x="1140570" y="2708019"/>
                  </a:lnTo>
                  <a:lnTo>
                    <a:pt x="1140907" y="2707285"/>
                  </a:lnTo>
                  <a:lnTo>
                    <a:pt x="1141243" y="2706617"/>
                  </a:lnTo>
                  <a:lnTo>
                    <a:pt x="1141579" y="2705948"/>
                  </a:lnTo>
                  <a:lnTo>
                    <a:pt x="1141916" y="2705315"/>
                  </a:lnTo>
                  <a:lnTo>
                    <a:pt x="1142252" y="2704913"/>
                  </a:lnTo>
                  <a:lnTo>
                    <a:pt x="1142589" y="2704590"/>
                  </a:lnTo>
                  <a:lnTo>
                    <a:pt x="1142925" y="2704360"/>
                  </a:lnTo>
                  <a:lnTo>
                    <a:pt x="1143262" y="2704215"/>
                  </a:lnTo>
                  <a:lnTo>
                    <a:pt x="1143598" y="2704141"/>
                  </a:lnTo>
                  <a:lnTo>
                    <a:pt x="1143935" y="2704190"/>
                  </a:lnTo>
                  <a:lnTo>
                    <a:pt x="1144271" y="2704295"/>
                  </a:lnTo>
                  <a:lnTo>
                    <a:pt x="1144608" y="2704421"/>
                  </a:lnTo>
                  <a:lnTo>
                    <a:pt x="1144944" y="2704762"/>
                  </a:lnTo>
                  <a:lnTo>
                    <a:pt x="1145281" y="2705169"/>
                  </a:lnTo>
                  <a:lnTo>
                    <a:pt x="1145617" y="2705313"/>
                  </a:lnTo>
                  <a:lnTo>
                    <a:pt x="1145953" y="2705248"/>
                  </a:lnTo>
                  <a:lnTo>
                    <a:pt x="1146290" y="2705105"/>
                  </a:lnTo>
                  <a:lnTo>
                    <a:pt x="1146626" y="2704839"/>
                  </a:lnTo>
                  <a:lnTo>
                    <a:pt x="1146963" y="2704552"/>
                  </a:lnTo>
                  <a:lnTo>
                    <a:pt x="1147299" y="2704178"/>
                  </a:lnTo>
                  <a:lnTo>
                    <a:pt x="1147636" y="2703761"/>
                  </a:lnTo>
                  <a:lnTo>
                    <a:pt x="1147972" y="2703381"/>
                  </a:lnTo>
                  <a:lnTo>
                    <a:pt x="1148309" y="2703136"/>
                  </a:lnTo>
                  <a:lnTo>
                    <a:pt x="1148645" y="2702662"/>
                  </a:lnTo>
                  <a:lnTo>
                    <a:pt x="1148982" y="2701965"/>
                  </a:lnTo>
                  <a:lnTo>
                    <a:pt x="1149318" y="2701153"/>
                  </a:lnTo>
                  <a:lnTo>
                    <a:pt x="1149655" y="2700306"/>
                  </a:lnTo>
                  <a:lnTo>
                    <a:pt x="1149991" y="2699444"/>
                  </a:lnTo>
                  <a:lnTo>
                    <a:pt x="1150327" y="2698581"/>
                  </a:lnTo>
                  <a:lnTo>
                    <a:pt x="1150664" y="2697446"/>
                  </a:lnTo>
                  <a:lnTo>
                    <a:pt x="1151000" y="2696925"/>
                  </a:lnTo>
                  <a:lnTo>
                    <a:pt x="1151337" y="2696457"/>
                  </a:lnTo>
                  <a:lnTo>
                    <a:pt x="1151673" y="2696125"/>
                  </a:lnTo>
                  <a:lnTo>
                    <a:pt x="1152010" y="2695809"/>
                  </a:lnTo>
                  <a:lnTo>
                    <a:pt x="1152346" y="2695457"/>
                  </a:lnTo>
                  <a:lnTo>
                    <a:pt x="1152683" y="2695057"/>
                  </a:lnTo>
                  <a:lnTo>
                    <a:pt x="1153019" y="2694482"/>
                  </a:lnTo>
                  <a:lnTo>
                    <a:pt x="1153356" y="2693759"/>
                  </a:lnTo>
                  <a:lnTo>
                    <a:pt x="1153692" y="2692936"/>
                  </a:lnTo>
                  <a:lnTo>
                    <a:pt x="1154029" y="2692176"/>
                  </a:lnTo>
                  <a:lnTo>
                    <a:pt x="1154365" y="2691468"/>
                  </a:lnTo>
                  <a:lnTo>
                    <a:pt x="1154701" y="2691168"/>
                  </a:lnTo>
                  <a:lnTo>
                    <a:pt x="1155038" y="2690815"/>
                  </a:lnTo>
                  <a:lnTo>
                    <a:pt x="1155374" y="2690428"/>
                  </a:lnTo>
                  <a:lnTo>
                    <a:pt x="1155711" y="2690082"/>
                  </a:lnTo>
                  <a:lnTo>
                    <a:pt x="1156047" y="2689709"/>
                  </a:lnTo>
                  <a:lnTo>
                    <a:pt x="1156384" y="2689335"/>
                  </a:lnTo>
                  <a:lnTo>
                    <a:pt x="1156720" y="2688627"/>
                  </a:lnTo>
                  <a:lnTo>
                    <a:pt x="1157057" y="2687919"/>
                  </a:lnTo>
                  <a:lnTo>
                    <a:pt x="1157393" y="2687310"/>
                  </a:lnTo>
                  <a:lnTo>
                    <a:pt x="1157730" y="2686875"/>
                  </a:lnTo>
                  <a:lnTo>
                    <a:pt x="1158066" y="2686585"/>
                  </a:lnTo>
                  <a:lnTo>
                    <a:pt x="1158403" y="2686307"/>
                  </a:lnTo>
                  <a:lnTo>
                    <a:pt x="1158739" y="2686216"/>
                  </a:lnTo>
                  <a:lnTo>
                    <a:pt x="1159075" y="2686136"/>
                  </a:lnTo>
                  <a:lnTo>
                    <a:pt x="1159412" y="2686051"/>
                  </a:lnTo>
                  <a:lnTo>
                    <a:pt x="1159748" y="2685943"/>
                  </a:lnTo>
                  <a:lnTo>
                    <a:pt x="1160085" y="2685883"/>
                  </a:lnTo>
                  <a:lnTo>
                    <a:pt x="1160421" y="2685596"/>
                  </a:lnTo>
                  <a:lnTo>
                    <a:pt x="1160758" y="2685510"/>
                  </a:lnTo>
                  <a:lnTo>
                    <a:pt x="1161094" y="2685510"/>
                  </a:lnTo>
                  <a:lnTo>
                    <a:pt x="1161431" y="2685510"/>
                  </a:lnTo>
                  <a:lnTo>
                    <a:pt x="1161767" y="2685510"/>
                  </a:lnTo>
                  <a:lnTo>
                    <a:pt x="1162104" y="2685510"/>
                  </a:lnTo>
                  <a:lnTo>
                    <a:pt x="1162440" y="2685517"/>
                  </a:lnTo>
                  <a:lnTo>
                    <a:pt x="1162777" y="2685660"/>
                  </a:lnTo>
                  <a:lnTo>
                    <a:pt x="1163113" y="2685804"/>
                  </a:lnTo>
                  <a:lnTo>
                    <a:pt x="1163449" y="2685948"/>
                  </a:lnTo>
                  <a:lnTo>
                    <a:pt x="1163786" y="2686091"/>
                  </a:lnTo>
                  <a:lnTo>
                    <a:pt x="1164122" y="2686235"/>
                  </a:lnTo>
                  <a:lnTo>
                    <a:pt x="1164459" y="2686379"/>
                  </a:lnTo>
                  <a:lnTo>
                    <a:pt x="1164795" y="2686523"/>
                  </a:lnTo>
                  <a:lnTo>
                    <a:pt x="1165132" y="2686666"/>
                  </a:lnTo>
                  <a:lnTo>
                    <a:pt x="1165468" y="2686831"/>
                  </a:lnTo>
                  <a:lnTo>
                    <a:pt x="1165805" y="2687119"/>
                  </a:lnTo>
                  <a:lnTo>
                    <a:pt x="1166141" y="2687428"/>
                  </a:lnTo>
                  <a:lnTo>
                    <a:pt x="1166478" y="2687902"/>
                  </a:lnTo>
                  <a:lnTo>
                    <a:pt x="1166814" y="2688505"/>
                  </a:lnTo>
                  <a:lnTo>
                    <a:pt x="1167151" y="2689303"/>
                  </a:lnTo>
                  <a:lnTo>
                    <a:pt x="1167487" y="2690014"/>
                  </a:lnTo>
                  <a:lnTo>
                    <a:pt x="1167823" y="2690589"/>
                  </a:lnTo>
                  <a:lnTo>
                    <a:pt x="1168160" y="2691164"/>
                  </a:lnTo>
                  <a:lnTo>
                    <a:pt x="1168496" y="2691738"/>
                  </a:lnTo>
                  <a:lnTo>
                    <a:pt x="1168833" y="2692313"/>
                  </a:lnTo>
                  <a:lnTo>
                    <a:pt x="1169169" y="2692866"/>
                  </a:lnTo>
                  <a:lnTo>
                    <a:pt x="1169506" y="2693498"/>
                  </a:lnTo>
                  <a:lnTo>
                    <a:pt x="1169842" y="2694116"/>
                  </a:lnTo>
                  <a:lnTo>
                    <a:pt x="1170179" y="2694691"/>
                  </a:lnTo>
                  <a:lnTo>
                    <a:pt x="1170515" y="2695230"/>
                  </a:lnTo>
                  <a:lnTo>
                    <a:pt x="1170852" y="2695374"/>
                  </a:lnTo>
                  <a:lnTo>
                    <a:pt x="1171188" y="2695410"/>
                  </a:lnTo>
                  <a:lnTo>
                    <a:pt x="1171524" y="2695144"/>
                  </a:lnTo>
                  <a:lnTo>
                    <a:pt x="1171861" y="2694562"/>
                  </a:lnTo>
                  <a:lnTo>
                    <a:pt x="1172197" y="2693764"/>
                  </a:lnTo>
                  <a:lnTo>
                    <a:pt x="1172534" y="2693046"/>
                  </a:lnTo>
                  <a:lnTo>
                    <a:pt x="1172870" y="2692327"/>
                  </a:lnTo>
                  <a:lnTo>
                    <a:pt x="1173207" y="2691559"/>
                  </a:lnTo>
                  <a:lnTo>
                    <a:pt x="1173543" y="2690618"/>
                  </a:lnTo>
                  <a:lnTo>
                    <a:pt x="1173880" y="2689497"/>
                  </a:lnTo>
                  <a:lnTo>
                    <a:pt x="1174216" y="2688261"/>
                  </a:lnTo>
                  <a:lnTo>
                    <a:pt x="1174553" y="2687219"/>
                  </a:lnTo>
                  <a:lnTo>
                    <a:pt x="1174889" y="2686199"/>
                  </a:lnTo>
                  <a:lnTo>
                    <a:pt x="1175226" y="2685337"/>
                  </a:lnTo>
                  <a:lnTo>
                    <a:pt x="1175562" y="2685136"/>
                  </a:lnTo>
                  <a:lnTo>
                    <a:pt x="1175898" y="2685207"/>
                  </a:lnTo>
                  <a:lnTo>
                    <a:pt x="1176235" y="2685420"/>
                  </a:lnTo>
                  <a:lnTo>
                    <a:pt x="1176571" y="2685744"/>
                  </a:lnTo>
                  <a:lnTo>
                    <a:pt x="1176908" y="2686152"/>
                  </a:lnTo>
                  <a:lnTo>
                    <a:pt x="1177244" y="2686698"/>
                  </a:lnTo>
                  <a:lnTo>
                    <a:pt x="1177581" y="2687438"/>
                  </a:lnTo>
                  <a:lnTo>
                    <a:pt x="1177917" y="2688221"/>
                  </a:lnTo>
                  <a:lnTo>
                    <a:pt x="1178254" y="2689012"/>
                  </a:lnTo>
                  <a:lnTo>
                    <a:pt x="1178590" y="2689923"/>
                  </a:lnTo>
                  <a:lnTo>
                    <a:pt x="1178927" y="2690883"/>
                  </a:lnTo>
                  <a:lnTo>
                    <a:pt x="1179263" y="2691933"/>
                  </a:lnTo>
                  <a:lnTo>
                    <a:pt x="1179600" y="2692673"/>
                  </a:lnTo>
                  <a:lnTo>
                    <a:pt x="1179936" y="2693361"/>
                  </a:lnTo>
                  <a:lnTo>
                    <a:pt x="1180272" y="2693913"/>
                  </a:lnTo>
                  <a:lnTo>
                    <a:pt x="1180609" y="2694295"/>
                  </a:lnTo>
                  <a:lnTo>
                    <a:pt x="1180945" y="2694197"/>
                  </a:lnTo>
                  <a:lnTo>
                    <a:pt x="1181282" y="2693923"/>
                  </a:lnTo>
                  <a:lnTo>
                    <a:pt x="1181618" y="2693594"/>
                  </a:lnTo>
                  <a:lnTo>
                    <a:pt x="1181955" y="2693060"/>
                  </a:lnTo>
                  <a:lnTo>
                    <a:pt x="1182291" y="2692473"/>
                  </a:lnTo>
                  <a:lnTo>
                    <a:pt x="1182628" y="2691656"/>
                  </a:lnTo>
                  <a:lnTo>
                    <a:pt x="1182964" y="2690912"/>
                  </a:lnTo>
                  <a:lnTo>
                    <a:pt x="1183301" y="2690289"/>
                  </a:lnTo>
                  <a:lnTo>
                    <a:pt x="1183637" y="2689622"/>
                  </a:lnTo>
                  <a:lnTo>
                    <a:pt x="1183974" y="2689051"/>
                  </a:lnTo>
                  <a:lnTo>
                    <a:pt x="1184310" y="2688481"/>
                  </a:lnTo>
                  <a:lnTo>
                    <a:pt x="1184646" y="2687910"/>
                  </a:lnTo>
                  <a:lnTo>
                    <a:pt x="1184983" y="2687340"/>
                  </a:lnTo>
                  <a:lnTo>
                    <a:pt x="1185319" y="2686691"/>
                  </a:lnTo>
                  <a:lnTo>
                    <a:pt x="1185656" y="2686183"/>
                  </a:lnTo>
                  <a:lnTo>
                    <a:pt x="1185992" y="2685791"/>
                  </a:lnTo>
                  <a:lnTo>
                    <a:pt x="1186329" y="2685365"/>
                  </a:lnTo>
                  <a:lnTo>
                    <a:pt x="1186665" y="2684950"/>
                  </a:lnTo>
                  <a:lnTo>
                    <a:pt x="1187002" y="2684638"/>
                  </a:lnTo>
                  <a:lnTo>
                    <a:pt x="1187338" y="2684574"/>
                  </a:lnTo>
                  <a:lnTo>
                    <a:pt x="1187675" y="2684600"/>
                  </a:lnTo>
                  <a:lnTo>
                    <a:pt x="1188011" y="2684160"/>
                  </a:lnTo>
                  <a:lnTo>
                    <a:pt x="1188348" y="2683707"/>
                  </a:lnTo>
                  <a:lnTo>
                    <a:pt x="1188684" y="2683382"/>
                  </a:lnTo>
                  <a:lnTo>
                    <a:pt x="1189020" y="2683185"/>
                  </a:lnTo>
                  <a:lnTo>
                    <a:pt x="1189357" y="2683057"/>
                  </a:lnTo>
                  <a:lnTo>
                    <a:pt x="1189693" y="2683059"/>
                  </a:lnTo>
                  <a:lnTo>
                    <a:pt x="1190030" y="2682966"/>
                  </a:lnTo>
                  <a:lnTo>
                    <a:pt x="1190366" y="2682987"/>
                  </a:lnTo>
                  <a:lnTo>
                    <a:pt x="1190703" y="2682879"/>
                  </a:lnTo>
                  <a:lnTo>
                    <a:pt x="1191039" y="2682487"/>
                  </a:lnTo>
                  <a:lnTo>
                    <a:pt x="1191376" y="2682227"/>
                  </a:lnTo>
                  <a:lnTo>
                    <a:pt x="1191712" y="2682198"/>
                  </a:lnTo>
                  <a:lnTo>
                    <a:pt x="1192049" y="2682123"/>
                  </a:lnTo>
                  <a:lnTo>
                    <a:pt x="1192385" y="2681948"/>
                  </a:lnTo>
                  <a:lnTo>
                    <a:pt x="1192722" y="2681745"/>
                  </a:lnTo>
                  <a:lnTo>
                    <a:pt x="1193058" y="2681596"/>
                  </a:lnTo>
                  <a:lnTo>
                    <a:pt x="1193394" y="2681407"/>
                  </a:lnTo>
                  <a:lnTo>
                    <a:pt x="1193731" y="2681172"/>
                  </a:lnTo>
                  <a:lnTo>
                    <a:pt x="1194067" y="2680645"/>
                  </a:lnTo>
                  <a:lnTo>
                    <a:pt x="1194404" y="2680218"/>
                  </a:lnTo>
                  <a:lnTo>
                    <a:pt x="1194740" y="2679671"/>
                  </a:lnTo>
                  <a:lnTo>
                    <a:pt x="1195077" y="2679200"/>
                  </a:lnTo>
                  <a:lnTo>
                    <a:pt x="1195413" y="2678876"/>
                  </a:lnTo>
                  <a:lnTo>
                    <a:pt x="1195750" y="2679141"/>
                  </a:lnTo>
                  <a:lnTo>
                    <a:pt x="1196086" y="2679450"/>
                  </a:lnTo>
                  <a:lnTo>
                    <a:pt x="1196423" y="2679589"/>
                  </a:lnTo>
                  <a:lnTo>
                    <a:pt x="1196759" y="2679915"/>
                  </a:lnTo>
                  <a:lnTo>
                    <a:pt x="1197096" y="2680454"/>
                  </a:lnTo>
                  <a:lnTo>
                    <a:pt x="1197432" y="2680956"/>
                  </a:lnTo>
                  <a:lnTo>
                    <a:pt x="1197768" y="2681280"/>
                  </a:lnTo>
                  <a:lnTo>
                    <a:pt x="1198105" y="2681396"/>
                  </a:lnTo>
                  <a:lnTo>
                    <a:pt x="1198441" y="2681267"/>
                  </a:lnTo>
                  <a:lnTo>
                    <a:pt x="1198778" y="2681000"/>
                  </a:lnTo>
                  <a:lnTo>
                    <a:pt x="1199114" y="2680924"/>
                  </a:lnTo>
                  <a:lnTo>
                    <a:pt x="1199451" y="2680970"/>
                  </a:lnTo>
                  <a:lnTo>
                    <a:pt x="1199787" y="2681261"/>
                  </a:lnTo>
                  <a:lnTo>
                    <a:pt x="1200124" y="2681739"/>
                  </a:lnTo>
                  <a:lnTo>
                    <a:pt x="1200460" y="2682230"/>
                  </a:lnTo>
                  <a:lnTo>
                    <a:pt x="1200797" y="2682616"/>
                  </a:lnTo>
                  <a:lnTo>
                    <a:pt x="1201133" y="2683151"/>
                  </a:lnTo>
                  <a:lnTo>
                    <a:pt x="1201470" y="2683564"/>
                  </a:lnTo>
                  <a:lnTo>
                    <a:pt x="1201806" y="2683571"/>
                  </a:lnTo>
                  <a:lnTo>
                    <a:pt x="1202142" y="2683520"/>
                  </a:lnTo>
                  <a:lnTo>
                    <a:pt x="1202479" y="2683476"/>
                  </a:lnTo>
                  <a:lnTo>
                    <a:pt x="1202815" y="2683338"/>
                  </a:lnTo>
                  <a:lnTo>
                    <a:pt x="1203152" y="2682966"/>
                  </a:lnTo>
                  <a:lnTo>
                    <a:pt x="1203488" y="2682447"/>
                  </a:lnTo>
                  <a:lnTo>
                    <a:pt x="1203825" y="2681901"/>
                  </a:lnTo>
                  <a:lnTo>
                    <a:pt x="1204161" y="2681350"/>
                  </a:lnTo>
                  <a:lnTo>
                    <a:pt x="1204498" y="2680816"/>
                  </a:lnTo>
                  <a:lnTo>
                    <a:pt x="1204834" y="2680150"/>
                  </a:lnTo>
                  <a:lnTo>
                    <a:pt x="1205171" y="2679422"/>
                  </a:lnTo>
                  <a:lnTo>
                    <a:pt x="1205507" y="2678770"/>
                  </a:lnTo>
                  <a:lnTo>
                    <a:pt x="1205843" y="2678096"/>
                  </a:lnTo>
                  <a:lnTo>
                    <a:pt x="1206180" y="2677254"/>
                  </a:lnTo>
                  <a:lnTo>
                    <a:pt x="1206516" y="2676318"/>
                  </a:lnTo>
                  <a:lnTo>
                    <a:pt x="1206853" y="2675463"/>
                  </a:lnTo>
                  <a:lnTo>
                    <a:pt x="1207189" y="2674388"/>
                  </a:lnTo>
                  <a:lnTo>
                    <a:pt x="1207526" y="2673233"/>
                  </a:lnTo>
                  <a:lnTo>
                    <a:pt x="1207862" y="2672100"/>
                  </a:lnTo>
                  <a:lnTo>
                    <a:pt x="1208199" y="2671034"/>
                  </a:lnTo>
                  <a:lnTo>
                    <a:pt x="1208535" y="2670076"/>
                  </a:lnTo>
                  <a:lnTo>
                    <a:pt x="1208872" y="2669180"/>
                  </a:lnTo>
                  <a:lnTo>
                    <a:pt x="1209208" y="2668349"/>
                  </a:lnTo>
                  <a:lnTo>
                    <a:pt x="1209545" y="2667583"/>
                  </a:lnTo>
                  <a:lnTo>
                    <a:pt x="1209881" y="2666942"/>
                  </a:lnTo>
                  <a:lnTo>
                    <a:pt x="1210217" y="2666286"/>
                  </a:lnTo>
                  <a:lnTo>
                    <a:pt x="1210554" y="2665356"/>
                  </a:lnTo>
                  <a:lnTo>
                    <a:pt x="1210890" y="2664495"/>
                  </a:lnTo>
                  <a:lnTo>
                    <a:pt x="1211227" y="2663616"/>
                  </a:lnTo>
                  <a:lnTo>
                    <a:pt x="1211563" y="2662744"/>
                  </a:lnTo>
                  <a:lnTo>
                    <a:pt x="1211900" y="2661775"/>
                  </a:lnTo>
                  <a:lnTo>
                    <a:pt x="1212236" y="2660849"/>
                  </a:lnTo>
                  <a:lnTo>
                    <a:pt x="1212573" y="2659735"/>
                  </a:lnTo>
                  <a:lnTo>
                    <a:pt x="1212909" y="2659124"/>
                  </a:lnTo>
                  <a:lnTo>
                    <a:pt x="1213246" y="2658966"/>
                  </a:lnTo>
                  <a:lnTo>
                    <a:pt x="1213582" y="2658822"/>
                  </a:lnTo>
                  <a:lnTo>
                    <a:pt x="1213919" y="2658729"/>
                  </a:lnTo>
                  <a:lnTo>
                    <a:pt x="1214255" y="2658585"/>
                  </a:lnTo>
                  <a:lnTo>
                    <a:pt x="1214591" y="2658528"/>
                  </a:lnTo>
                  <a:lnTo>
                    <a:pt x="1214928" y="2658514"/>
                  </a:lnTo>
                  <a:lnTo>
                    <a:pt x="1215264" y="2658672"/>
                  </a:lnTo>
                  <a:lnTo>
                    <a:pt x="1215601" y="2658959"/>
                  </a:lnTo>
                  <a:lnTo>
                    <a:pt x="1215937" y="2659505"/>
                  </a:lnTo>
                  <a:lnTo>
                    <a:pt x="1216274" y="2660152"/>
                  </a:lnTo>
                  <a:lnTo>
                    <a:pt x="1216610" y="2660820"/>
                  </a:lnTo>
                  <a:lnTo>
                    <a:pt x="1216947" y="2661553"/>
                  </a:lnTo>
                  <a:lnTo>
                    <a:pt x="1217283" y="2662544"/>
                  </a:lnTo>
                  <a:lnTo>
                    <a:pt x="1217620" y="2663550"/>
                  </a:lnTo>
                  <a:lnTo>
                    <a:pt x="1217956" y="2664829"/>
                  </a:lnTo>
                  <a:lnTo>
                    <a:pt x="1218293" y="2665487"/>
                  </a:lnTo>
                  <a:lnTo>
                    <a:pt x="1218629" y="2665955"/>
                  </a:lnTo>
                  <a:lnTo>
                    <a:pt x="1218965" y="2666358"/>
                  </a:lnTo>
                  <a:lnTo>
                    <a:pt x="1219302" y="2666818"/>
                  </a:lnTo>
                  <a:lnTo>
                    <a:pt x="1219638" y="2667314"/>
                  </a:lnTo>
                  <a:lnTo>
                    <a:pt x="1219975" y="2667800"/>
                  </a:lnTo>
                  <a:lnTo>
                    <a:pt x="1220311" y="2668325"/>
                  </a:lnTo>
                  <a:lnTo>
                    <a:pt x="1220648" y="2668861"/>
                  </a:lnTo>
                  <a:lnTo>
                    <a:pt x="1220984" y="2669396"/>
                  </a:lnTo>
                  <a:lnTo>
                    <a:pt x="1221321" y="2669833"/>
                  </a:lnTo>
                  <a:lnTo>
                    <a:pt x="1221657" y="2669959"/>
                  </a:lnTo>
                  <a:lnTo>
                    <a:pt x="1221994" y="2669540"/>
                  </a:lnTo>
                  <a:lnTo>
                    <a:pt x="1222330" y="2668967"/>
                  </a:lnTo>
                  <a:lnTo>
                    <a:pt x="1222667" y="2668233"/>
                  </a:lnTo>
                  <a:lnTo>
                    <a:pt x="1223003" y="2667329"/>
                  </a:lnTo>
                  <a:lnTo>
                    <a:pt x="1223339" y="2666417"/>
                  </a:lnTo>
                  <a:lnTo>
                    <a:pt x="1223676" y="2665519"/>
                  </a:lnTo>
                  <a:lnTo>
                    <a:pt x="1224012" y="2664811"/>
                  </a:lnTo>
                  <a:lnTo>
                    <a:pt x="1224349" y="2664082"/>
                  </a:lnTo>
                  <a:lnTo>
                    <a:pt x="1224685" y="2663110"/>
                  </a:lnTo>
                  <a:lnTo>
                    <a:pt x="1225022" y="2661879"/>
                  </a:lnTo>
                  <a:lnTo>
                    <a:pt x="1225358" y="2660588"/>
                  </a:lnTo>
                  <a:lnTo>
                    <a:pt x="1225695" y="2659049"/>
                  </a:lnTo>
                  <a:lnTo>
                    <a:pt x="1226031" y="2657635"/>
                  </a:lnTo>
                  <a:lnTo>
                    <a:pt x="1226368" y="2656193"/>
                  </a:lnTo>
                  <a:lnTo>
                    <a:pt x="1226704" y="2654785"/>
                  </a:lnTo>
                  <a:lnTo>
                    <a:pt x="1227041" y="2653857"/>
                  </a:lnTo>
                  <a:lnTo>
                    <a:pt x="1227377" y="2652900"/>
                  </a:lnTo>
                  <a:lnTo>
                    <a:pt x="1227713" y="2652200"/>
                  </a:lnTo>
                  <a:lnTo>
                    <a:pt x="1228050" y="2651320"/>
                  </a:lnTo>
                  <a:lnTo>
                    <a:pt x="1228386" y="2650254"/>
                  </a:lnTo>
                  <a:lnTo>
                    <a:pt x="1228723" y="2649104"/>
                  </a:lnTo>
                  <a:lnTo>
                    <a:pt x="1229059" y="2648038"/>
                  </a:lnTo>
                  <a:lnTo>
                    <a:pt x="1229396" y="2646943"/>
                  </a:lnTo>
                  <a:lnTo>
                    <a:pt x="1229732" y="2645889"/>
                  </a:lnTo>
                  <a:lnTo>
                    <a:pt x="1230069" y="2644918"/>
                  </a:lnTo>
                  <a:lnTo>
                    <a:pt x="1230405" y="2643948"/>
                  </a:lnTo>
                  <a:lnTo>
                    <a:pt x="1230742" y="2643115"/>
                  </a:lnTo>
                  <a:lnTo>
                    <a:pt x="1231078" y="2642572"/>
                  </a:lnTo>
                  <a:lnTo>
                    <a:pt x="1231415" y="2642063"/>
                  </a:lnTo>
                  <a:lnTo>
                    <a:pt x="1231751" y="2641412"/>
                  </a:lnTo>
                  <a:lnTo>
                    <a:pt x="1232087" y="2640699"/>
                  </a:lnTo>
                  <a:lnTo>
                    <a:pt x="1232424" y="2639693"/>
                  </a:lnTo>
                  <a:lnTo>
                    <a:pt x="1232760" y="2638831"/>
                  </a:lnTo>
                  <a:lnTo>
                    <a:pt x="1233097" y="2638062"/>
                  </a:lnTo>
                  <a:lnTo>
                    <a:pt x="1233433" y="2637509"/>
                  </a:lnTo>
                  <a:lnTo>
                    <a:pt x="1233770" y="2637222"/>
                  </a:lnTo>
                  <a:lnTo>
                    <a:pt x="1234106" y="2636927"/>
                  </a:lnTo>
                  <a:lnTo>
                    <a:pt x="1234443" y="2636590"/>
                  </a:lnTo>
                  <a:lnTo>
                    <a:pt x="1234779" y="2636360"/>
                  </a:lnTo>
                  <a:lnTo>
                    <a:pt x="1235116" y="2635943"/>
                  </a:lnTo>
                  <a:lnTo>
                    <a:pt x="1235452" y="2635512"/>
                  </a:lnTo>
                  <a:lnTo>
                    <a:pt x="1235789" y="2634980"/>
                  </a:lnTo>
                  <a:lnTo>
                    <a:pt x="1236125" y="2634406"/>
                  </a:lnTo>
                  <a:lnTo>
                    <a:pt x="1236461" y="2633860"/>
                  </a:lnTo>
                  <a:lnTo>
                    <a:pt x="1236798" y="2633429"/>
                  </a:lnTo>
                  <a:lnTo>
                    <a:pt x="1237134" y="2633191"/>
                  </a:lnTo>
                  <a:lnTo>
                    <a:pt x="1237471" y="2633267"/>
                  </a:lnTo>
                  <a:lnTo>
                    <a:pt x="1237807" y="2633518"/>
                  </a:lnTo>
                  <a:lnTo>
                    <a:pt x="1238144" y="2634056"/>
                  </a:lnTo>
                  <a:lnTo>
                    <a:pt x="1238480" y="2634678"/>
                  </a:lnTo>
                  <a:lnTo>
                    <a:pt x="1238817" y="2635447"/>
                  </a:lnTo>
                  <a:lnTo>
                    <a:pt x="1239153" y="2636408"/>
                  </a:lnTo>
                  <a:lnTo>
                    <a:pt x="1239490" y="2637469"/>
                  </a:lnTo>
                  <a:lnTo>
                    <a:pt x="1239826" y="2638470"/>
                  </a:lnTo>
                  <a:lnTo>
                    <a:pt x="1240162" y="2639607"/>
                  </a:lnTo>
                  <a:lnTo>
                    <a:pt x="1240499" y="2640805"/>
                  </a:lnTo>
                  <a:lnTo>
                    <a:pt x="1240835" y="2642248"/>
                  </a:lnTo>
                  <a:lnTo>
                    <a:pt x="1241172" y="2643933"/>
                  </a:lnTo>
                  <a:lnTo>
                    <a:pt x="1241508" y="2645756"/>
                  </a:lnTo>
                  <a:lnTo>
                    <a:pt x="1241845" y="2647600"/>
                  </a:lnTo>
                  <a:lnTo>
                    <a:pt x="1242181" y="2649535"/>
                  </a:lnTo>
                  <a:lnTo>
                    <a:pt x="1242518" y="2651475"/>
                  </a:lnTo>
                  <a:lnTo>
                    <a:pt x="1242854" y="2652623"/>
                  </a:lnTo>
                  <a:lnTo>
                    <a:pt x="1243191" y="2653486"/>
                  </a:lnTo>
                  <a:lnTo>
                    <a:pt x="1243527" y="2654298"/>
                  </a:lnTo>
                  <a:lnTo>
                    <a:pt x="1243864" y="2654822"/>
                  </a:lnTo>
                  <a:lnTo>
                    <a:pt x="1244200" y="2655146"/>
                  </a:lnTo>
                  <a:lnTo>
                    <a:pt x="1244536" y="2655389"/>
                  </a:lnTo>
                  <a:lnTo>
                    <a:pt x="1244873" y="2655237"/>
                  </a:lnTo>
                  <a:lnTo>
                    <a:pt x="1245209" y="2655050"/>
                  </a:lnTo>
                  <a:lnTo>
                    <a:pt x="1245546" y="2654659"/>
                  </a:lnTo>
                  <a:lnTo>
                    <a:pt x="1245882" y="2653777"/>
                  </a:lnTo>
                  <a:lnTo>
                    <a:pt x="1246219" y="2652404"/>
                  </a:lnTo>
                  <a:lnTo>
                    <a:pt x="1246555" y="2650447"/>
                  </a:lnTo>
                  <a:lnTo>
                    <a:pt x="1246892" y="2648020"/>
                  </a:lnTo>
                  <a:lnTo>
                    <a:pt x="1247228" y="2645423"/>
                  </a:lnTo>
                  <a:lnTo>
                    <a:pt x="1247565" y="2642847"/>
                  </a:lnTo>
                  <a:lnTo>
                    <a:pt x="1247901" y="2640440"/>
                  </a:lnTo>
                  <a:lnTo>
                    <a:pt x="1248238" y="2638218"/>
                  </a:lnTo>
                  <a:lnTo>
                    <a:pt x="1248574" y="2636048"/>
                  </a:lnTo>
                  <a:lnTo>
                    <a:pt x="1248910" y="2633830"/>
                  </a:lnTo>
                  <a:lnTo>
                    <a:pt x="1249247" y="2631596"/>
                  </a:lnTo>
                  <a:lnTo>
                    <a:pt x="1249583" y="2629698"/>
                  </a:lnTo>
                  <a:lnTo>
                    <a:pt x="1249920" y="2627414"/>
                  </a:lnTo>
                  <a:lnTo>
                    <a:pt x="1250256" y="2625365"/>
                  </a:lnTo>
                  <a:lnTo>
                    <a:pt x="1250593" y="2622743"/>
                  </a:lnTo>
                  <a:lnTo>
                    <a:pt x="1250929" y="2620992"/>
                  </a:lnTo>
                  <a:lnTo>
                    <a:pt x="1251266" y="2619889"/>
                  </a:lnTo>
                  <a:lnTo>
                    <a:pt x="1251602" y="2619584"/>
                  </a:lnTo>
                  <a:lnTo>
                    <a:pt x="1251939" y="2619918"/>
                  </a:lnTo>
                  <a:lnTo>
                    <a:pt x="1252275" y="2620339"/>
                  </a:lnTo>
                  <a:lnTo>
                    <a:pt x="1252612" y="2620838"/>
                  </a:lnTo>
                  <a:lnTo>
                    <a:pt x="1252948" y="2621196"/>
                  </a:lnTo>
                  <a:lnTo>
                    <a:pt x="1253284" y="2621467"/>
                  </a:lnTo>
                  <a:lnTo>
                    <a:pt x="1253621" y="2621827"/>
                  </a:lnTo>
                  <a:lnTo>
                    <a:pt x="1253957" y="2622295"/>
                  </a:lnTo>
                  <a:lnTo>
                    <a:pt x="1254294" y="2622692"/>
                  </a:lnTo>
                  <a:lnTo>
                    <a:pt x="1254630" y="2623003"/>
                  </a:lnTo>
                  <a:lnTo>
                    <a:pt x="1254967" y="2623233"/>
                  </a:lnTo>
                  <a:lnTo>
                    <a:pt x="1255303" y="2623952"/>
                  </a:lnTo>
                  <a:lnTo>
                    <a:pt x="1255640" y="2624455"/>
                  </a:lnTo>
                  <a:lnTo>
                    <a:pt x="1255976" y="2624627"/>
                  </a:lnTo>
                  <a:lnTo>
                    <a:pt x="1256313" y="2624771"/>
                  </a:lnTo>
                  <a:lnTo>
                    <a:pt x="1256649" y="2624914"/>
                  </a:lnTo>
                  <a:lnTo>
                    <a:pt x="1256986" y="2625058"/>
                  </a:lnTo>
                  <a:lnTo>
                    <a:pt x="1257322" y="2625324"/>
                  </a:lnTo>
                  <a:lnTo>
                    <a:pt x="1257658" y="2625475"/>
                  </a:lnTo>
                  <a:lnTo>
                    <a:pt x="1257995" y="2625583"/>
                  </a:lnTo>
                  <a:lnTo>
                    <a:pt x="1258331" y="2625662"/>
                  </a:lnTo>
                  <a:lnTo>
                    <a:pt x="1258668" y="2625539"/>
                  </a:lnTo>
                  <a:lnTo>
                    <a:pt x="1259004" y="2625669"/>
                  </a:lnTo>
                  <a:lnTo>
                    <a:pt x="1259341" y="2625851"/>
                  </a:lnTo>
                  <a:lnTo>
                    <a:pt x="1259677" y="2626171"/>
                  </a:lnTo>
                  <a:lnTo>
                    <a:pt x="1260014" y="2626539"/>
                  </a:lnTo>
                  <a:lnTo>
                    <a:pt x="1260350" y="2626947"/>
                  </a:lnTo>
                  <a:lnTo>
                    <a:pt x="1260687" y="2627480"/>
                  </a:lnTo>
                  <a:lnTo>
                    <a:pt x="1261023" y="2628096"/>
                  </a:lnTo>
                  <a:lnTo>
                    <a:pt x="1261360" y="2629022"/>
                  </a:lnTo>
                  <a:lnTo>
                    <a:pt x="1261696" y="2629712"/>
                  </a:lnTo>
                  <a:lnTo>
                    <a:pt x="1262032" y="2630444"/>
                  </a:lnTo>
                  <a:lnTo>
                    <a:pt x="1262369" y="2631109"/>
                  </a:lnTo>
                  <a:lnTo>
                    <a:pt x="1262705" y="2632198"/>
                  </a:lnTo>
                  <a:lnTo>
                    <a:pt x="1263042" y="2632856"/>
                  </a:lnTo>
                  <a:lnTo>
                    <a:pt x="1263378" y="2633602"/>
                  </a:lnTo>
                  <a:lnTo>
                    <a:pt x="1263715" y="2634727"/>
                  </a:lnTo>
                  <a:lnTo>
                    <a:pt x="1264051" y="2635872"/>
                  </a:lnTo>
                  <a:lnTo>
                    <a:pt x="1264388" y="2636920"/>
                  </a:lnTo>
                  <a:lnTo>
                    <a:pt x="1264724" y="2637983"/>
                  </a:lnTo>
                  <a:lnTo>
                    <a:pt x="1265061" y="2639170"/>
                  </a:lnTo>
                  <a:lnTo>
                    <a:pt x="1265397" y="2640586"/>
                  </a:lnTo>
                  <a:lnTo>
                    <a:pt x="1265734" y="2642219"/>
                  </a:lnTo>
                  <a:lnTo>
                    <a:pt x="1266070" y="2643993"/>
                  </a:lnTo>
                  <a:lnTo>
                    <a:pt x="1266406" y="2645716"/>
                  </a:lnTo>
                  <a:lnTo>
                    <a:pt x="1266743" y="2647470"/>
                  </a:lnTo>
                  <a:lnTo>
                    <a:pt x="1267079" y="2649019"/>
                  </a:lnTo>
                  <a:lnTo>
                    <a:pt x="1267416" y="2650481"/>
                  </a:lnTo>
                  <a:lnTo>
                    <a:pt x="1267752" y="2651749"/>
                  </a:lnTo>
                  <a:lnTo>
                    <a:pt x="1268089" y="2652800"/>
                  </a:lnTo>
                  <a:lnTo>
                    <a:pt x="1268425" y="2653898"/>
                  </a:lnTo>
                  <a:lnTo>
                    <a:pt x="1268762" y="2654722"/>
                  </a:lnTo>
                  <a:lnTo>
                    <a:pt x="1269098" y="2655572"/>
                  </a:lnTo>
                  <a:lnTo>
                    <a:pt x="1269435" y="2656444"/>
                  </a:lnTo>
                  <a:lnTo>
                    <a:pt x="1269771" y="2657336"/>
                  </a:lnTo>
                  <a:lnTo>
                    <a:pt x="1270108" y="2658366"/>
                  </a:lnTo>
                  <a:lnTo>
                    <a:pt x="1270444" y="2659416"/>
                  </a:lnTo>
                  <a:lnTo>
                    <a:pt x="1270780" y="2660612"/>
                  </a:lnTo>
                  <a:lnTo>
                    <a:pt x="1271117" y="2661963"/>
                  </a:lnTo>
                  <a:lnTo>
                    <a:pt x="1271453" y="2663269"/>
                  </a:lnTo>
                  <a:lnTo>
                    <a:pt x="1271790" y="2664654"/>
                  </a:lnTo>
                  <a:lnTo>
                    <a:pt x="1272126" y="2666221"/>
                  </a:lnTo>
                  <a:lnTo>
                    <a:pt x="1272463" y="2667846"/>
                  </a:lnTo>
                  <a:lnTo>
                    <a:pt x="1272799" y="2669333"/>
                  </a:lnTo>
                  <a:lnTo>
                    <a:pt x="1273136" y="2670763"/>
                  </a:lnTo>
                  <a:lnTo>
                    <a:pt x="1273472" y="2672239"/>
                  </a:lnTo>
                  <a:lnTo>
                    <a:pt x="1273809" y="2673802"/>
                  </a:lnTo>
                  <a:lnTo>
                    <a:pt x="1274145" y="2675372"/>
                  </a:lnTo>
                  <a:lnTo>
                    <a:pt x="1274481" y="2676896"/>
                  </a:lnTo>
                  <a:lnTo>
                    <a:pt x="1274818" y="2678538"/>
                  </a:lnTo>
                  <a:lnTo>
                    <a:pt x="1275154" y="2680076"/>
                  </a:lnTo>
                  <a:lnTo>
                    <a:pt x="1275491" y="2681564"/>
                  </a:lnTo>
                  <a:lnTo>
                    <a:pt x="1275827" y="2682909"/>
                  </a:lnTo>
                  <a:lnTo>
                    <a:pt x="1276164" y="2684204"/>
                  </a:lnTo>
                  <a:lnTo>
                    <a:pt x="1276500" y="2685185"/>
                  </a:lnTo>
                  <a:lnTo>
                    <a:pt x="1276837" y="2686104"/>
                  </a:lnTo>
                  <a:lnTo>
                    <a:pt x="1277173" y="2686456"/>
                  </a:lnTo>
                  <a:lnTo>
                    <a:pt x="1277510" y="2686504"/>
                  </a:lnTo>
                  <a:lnTo>
                    <a:pt x="1277846" y="2686416"/>
                  </a:lnTo>
                  <a:lnTo>
                    <a:pt x="1278183" y="2686431"/>
                  </a:lnTo>
                  <a:lnTo>
                    <a:pt x="1278519" y="2686736"/>
                  </a:lnTo>
                  <a:lnTo>
                    <a:pt x="1278855" y="2687022"/>
                  </a:lnTo>
                  <a:lnTo>
                    <a:pt x="1279192" y="2687420"/>
                  </a:lnTo>
                  <a:lnTo>
                    <a:pt x="1279528" y="2687574"/>
                  </a:lnTo>
                  <a:lnTo>
                    <a:pt x="1279865" y="2687892"/>
                  </a:lnTo>
                  <a:lnTo>
                    <a:pt x="1280201" y="2687992"/>
                  </a:lnTo>
                  <a:lnTo>
                    <a:pt x="1280538" y="2687777"/>
                  </a:lnTo>
                  <a:lnTo>
                    <a:pt x="1280874" y="2687576"/>
                  </a:lnTo>
                  <a:lnTo>
                    <a:pt x="1281211" y="2687490"/>
                  </a:lnTo>
                  <a:lnTo>
                    <a:pt x="1281547" y="2687490"/>
                  </a:lnTo>
                  <a:lnTo>
                    <a:pt x="1281884" y="2687490"/>
                  </a:lnTo>
                  <a:lnTo>
                    <a:pt x="1282220" y="2687490"/>
                  </a:lnTo>
                  <a:lnTo>
                    <a:pt x="1282557" y="2687554"/>
                  </a:lnTo>
                  <a:lnTo>
                    <a:pt x="1282893" y="2687554"/>
                  </a:lnTo>
                  <a:lnTo>
                    <a:pt x="1283229" y="2687554"/>
                  </a:lnTo>
                  <a:lnTo>
                    <a:pt x="1283566" y="2687554"/>
                  </a:lnTo>
                  <a:lnTo>
                    <a:pt x="1283902" y="2687605"/>
                  </a:lnTo>
                  <a:lnTo>
                    <a:pt x="1284239" y="2687719"/>
                  </a:lnTo>
                  <a:lnTo>
                    <a:pt x="1284575" y="2687590"/>
                  </a:lnTo>
                  <a:lnTo>
                    <a:pt x="1284912" y="2687446"/>
                  </a:lnTo>
                  <a:lnTo>
                    <a:pt x="1285248" y="2687382"/>
                  </a:lnTo>
                  <a:lnTo>
                    <a:pt x="1285585" y="2687389"/>
                  </a:lnTo>
                  <a:lnTo>
                    <a:pt x="1285921" y="2687590"/>
                  </a:lnTo>
                  <a:lnTo>
                    <a:pt x="1286258" y="2687806"/>
                  </a:lnTo>
                  <a:lnTo>
                    <a:pt x="1286594" y="2687949"/>
                  </a:lnTo>
                  <a:lnTo>
                    <a:pt x="1286931" y="2688175"/>
                  </a:lnTo>
                  <a:lnTo>
                    <a:pt x="1287267" y="2688225"/>
                  </a:lnTo>
                  <a:lnTo>
                    <a:pt x="1287603" y="2688296"/>
                  </a:lnTo>
                  <a:lnTo>
                    <a:pt x="1287940" y="2688262"/>
                  </a:lnTo>
                  <a:lnTo>
                    <a:pt x="1288276" y="2688051"/>
                  </a:lnTo>
                  <a:lnTo>
                    <a:pt x="1288613" y="2687876"/>
                  </a:lnTo>
                  <a:lnTo>
                    <a:pt x="1288949" y="2687959"/>
                  </a:lnTo>
                  <a:lnTo>
                    <a:pt x="1289286" y="2688174"/>
                  </a:lnTo>
                  <a:lnTo>
                    <a:pt x="1289622" y="2688497"/>
                  </a:lnTo>
                  <a:lnTo>
                    <a:pt x="1289959" y="2689015"/>
                  </a:lnTo>
                  <a:lnTo>
                    <a:pt x="1290295" y="2689662"/>
                  </a:lnTo>
                  <a:lnTo>
                    <a:pt x="1290632" y="2690344"/>
                  </a:lnTo>
                  <a:lnTo>
                    <a:pt x="1290968" y="2690945"/>
                  </a:lnTo>
                  <a:lnTo>
                    <a:pt x="1291305" y="2691479"/>
                  </a:lnTo>
                  <a:lnTo>
                    <a:pt x="1291641" y="2691889"/>
                  </a:lnTo>
                  <a:lnTo>
                    <a:pt x="1291977" y="2692369"/>
                  </a:lnTo>
                  <a:lnTo>
                    <a:pt x="1292314" y="2692870"/>
                  </a:lnTo>
                  <a:lnTo>
                    <a:pt x="1292650" y="2693198"/>
                  </a:lnTo>
                  <a:lnTo>
                    <a:pt x="1292987" y="2693198"/>
                  </a:lnTo>
                  <a:lnTo>
                    <a:pt x="1293323" y="2693007"/>
                  </a:lnTo>
                  <a:lnTo>
                    <a:pt x="1293660" y="2692660"/>
                  </a:lnTo>
                  <a:lnTo>
                    <a:pt x="1293996" y="2692178"/>
                  </a:lnTo>
                  <a:lnTo>
                    <a:pt x="1294333" y="2691210"/>
                  </a:lnTo>
                  <a:lnTo>
                    <a:pt x="1294669" y="2690215"/>
                  </a:lnTo>
                  <a:lnTo>
                    <a:pt x="1295006" y="2689047"/>
                  </a:lnTo>
                  <a:lnTo>
                    <a:pt x="1295342" y="2687858"/>
                  </a:lnTo>
                  <a:lnTo>
                    <a:pt x="1295679" y="2686719"/>
                  </a:lnTo>
                  <a:lnTo>
                    <a:pt x="1296015" y="2685627"/>
                  </a:lnTo>
                  <a:lnTo>
                    <a:pt x="1296351" y="2684631"/>
                  </a:lnTo>
                  <a:lnTo>
                    <a:pt x="1296688" y="2683866"/>
                  </a:lnTo>
                  <a:lnTo>
                    <a:pt x="1297024" y="2683231"/>
                  </a:lnTo>
                  <a:lnTo>
                    <a:pt x="1297361" y="2683310"/>
                  </a:lnTo>
                  <a:lnTo>
                    <a:pt x="1297697" y="2683293"/>
                  </a:lnTo>
                  <a:lnTo>
                    <a:pt x="1298034" y="2683052"/>
                  </a:lnTo>
                  <a:lnTo>
                    <a:pt x="1298370" y="2682866"/>
                  </a:lnTo>
                  <a:lnTo>
                    <a:pt x="1298707" y="2682673"/>
                  </a:lnTo>
                  <a:lnTo>
                    <a:pt x="1299043" y="2682627"/>
                  </a:lnTo>
                  <a:lnTo>
                    <a:pt x="1299380" y="2682562"/>
                  </a:lnTo>
                  <a:lnTo>
                    <a:pt x="1299716" y="2682743"/>
                  </a:lnTo>
                  <a:lnTo>
                    <a:pt x="1300053" y="2682718"/>
                  </a:lnTo>
                  <a:lnTo>
                    <a:pt x="1300389" y="2682562"/>
                  </a:lnTo>
                  <a:lnTo>
                    <a:pt x="1300725" y="2682174"/>
                  </a:lnTo>
                  <a:lnTo>
                    <a:pt x="1301062" y="2681520"/>
                  </a:lnTo>
                  <a:lnTo>
                    <a:pt x="1301398" y="2680927"/>
                  </a:lnTo>
                  <a:lnTo>
                    <a:pt x="1301735" y="2680399"/>
                  </a:lnTo>
                  <a:lnTo>
                    <a:pt x="1302071" y="2679886"/>
                  </a:lnTo>
                  <a:lnTo>
                    <a:pt x="1302408" y="2679575"/>
                  </a:lnTo>
                  <a:lnTo>
                    <a:pt x="1302744" y="2679459"/>
                  </a:lnTo>
                  <a:lnTo>
                    <a:pt x="1303081" y="2679254"/>
                  </a:lnTo>
                  <a:lnTo>
                    <a:pt x="1303417" y="2679228"/>
                  </a:lnTo>
                  <a:lnTo>
                    <a:pt x="1303754" y="2679259"/>
                  </a:lnTo>
                  <a:lnTo>
                    <a:pt x="1304090" y="2678792"/>
                  </a:lnTo>
                  <a:lnTo>
                    <a:pt x="1304426" y="2678347"/>
                  </a:lnTo>
                  <a:lnTo>
                    <a:pt x="1304763" y="2678006"/>
                  </a:lnTo>
                  <a:lnTo>
                    <a:pt x="1305099" y="2677866"/>
                  </a:lnTo>
                  <a:lnTo>
                    <a:pt x="1305436" y="2677875"/>
                  </a:lnTo>
                  <a:lnTo>
                    <a:pt x="1305772" y="2678039"/>
                  </a:lnTo>
                  <a:lnTo>
                    <a:pt x="1306109" y="2678357"/>
                  </a:lnTo>
                  <a:lnTo>
                    <a:pt x="1306445" y="2678632"/>
                  </a:lnTo>
                  <a:lnTo>
                    <a:pt x="1306782" y="2678674"/>
                  </a:lnTo>
                  <a:lnTo>
                    <a:pt x="1307118" y="2678657"/>
                  </a:lnTo>
                  <a:lnTo>
                    <a:pt x="1307455" y="2678395"/>
                  </a:lnTo>
                  <a:lnTo>
                    <a:pt x="1307791" y="2678019"/>
                  </a:lnTo>
                  <a:lnTo>
                    <a:pt x="1308128" y="2677517"/>
                  </a:lnTo>
                  <a:lnTo>
                    <a:pt x="1308464" y="2676992"/>
                  </a:lnTo>
                  <a:lnTo>
                    <a:pt x="1308800" y="2676390"/>
                  </a:lnTo>
                  <a:lnTo>
                    <a:pt x="1309137" y="2675695"/>
                  </a:lnTo>
                  <a:lnTo>
                    <a:pt x="1309473" y="2674888"/>
                  </a:lnTo>
                  <a:lnTo>
                    <a:pt x="1309810" y="2674097"/>
                  </a:lnTo>
                  <a:lnTo>
                    <a:pt x="1310146" y="2673215"/>
                  </a:lnTo>
                  <a:lnTo>
                    <a:pt x="1310483" y="2672302"/>
                  </a:lnTo>
                  <a:lnTo>
                    <a:pt x="1310819" y="2671130"/>
                  </a:lnTo>
                  <a:lnTo>
                    <a:pt x="1311156" y="2670023"/>
                  </a:lnTo>
                  <a:lnTo>
                    <a:pt x="1311492" y="2669078"/>
                  </a:lnTo>
                  <a:lnTo>
                    <a:pt x="1311829" y="2668218"/>
                  </a:lnTo>
                  <a:lnTo>
                    <a:pt x="1312165" y="2667437"/>
                  </a:lnTo>
                  <a:lnTo>
                    <a:pt x="1312502" y="2666740"/>
                  </a:lnTo>
                  <a:lnTo>
                    <a:pt x="1312838" y="2666458"/>
                  </a:lnTo>
                  <a:lnTo>
                    <a:pt x="1313174" y="2666650"/>
                  </a:lnTo>
                  <a:lnTo>
                    <a:pt x="1313511" y="2667242"/>
                  </a:lnTo>
                  <a:lnTo>
                    <a:pt x="1313847" y="2668393"/>
                  </a:lnTo>
                  <a:lnTo>
                    <a:pt x="1314184" y="2670096"/>
                  </a:lnTo>
                  <a:lnTo>
                    <a:pt x="1314520" y="2672006"/>
                  </a:lnTo>
                  <a:lnTo>
                    <a:pt x="1314857" y="2673925"/>
                  </a:lnTo>
                  <a:lnTo>
                    <a:pt x="1315193" y="2675877"/>
                  </a:lnTo>
                  <a:lnTo>
                    <a:pt x="1315530" y="2677728"/>
                  </a:lnTo>
                  <a:lnTo>
                    <a:pt x="1315866" y="2679582"/>
                  </a:lnTo>
                  <a:lnTo>
                    <a:pt x="1316203" y="2681492"/>
                  </a:lnTo>
                  <a:lnTo>
                    <a:pt x="1316539" y="2683422"/>
                  </a:lnTo>
                  <a:lnTo>
                    <a:pt x="1316876" y="2685181"/>
                  </a:lnTo>
                  <a:lnTo>
                    <a:pt x="1317212" y="2687259"/>
                  </a:lnTo>
                  <a:lnTo>
                    <a:pt x="1317548" y="2689303"/>
                  </a:lnTo>
                  <a:lnTo>
                    <a:pt x="1317885" y="2691864"/>
                  </a:lnTo>
                  <a:lnTo>
                    <a:pt x="1318221" y="2693491"/>
                  </a:lnTo>
                  <a:lnTo>
                    <a:pt x="1318558" y="2694461"/>
                  </a:lnTo>
                  <a:lnTo>
                    <a:pt x="1318894" y="2694180"/>
                  </a:lnTo>
                  <a:lnTo>
                    <a:pt x="1319231" y="2693139"/>
                  </a:lnTo>
                  <a:lnTo>
                    <a:pt x="1319567" y="2691989"/>
                  </a:lnTo>
                  <a:lnTo>
                    <a:pt x="1319904" y="2690976"/>
                  </a:lnTo>
                  <a:lnTo>
                    <a:pt x="1320240" y="2690064"/>
                  </a:lnTo>
                  <a:lnTo>
                    <a:pt x="1320577" y="2689374"/>
                  </a:lnTo>
                  <a:lnTo>
                    <a:pt x="1320913" y="2688799"/>
                  </a:lnTo>
                  <a:lnTo>
                    <a:pt x="1321250" y="2688117"/>
                  </a:lnTo>
                  <a:lnTo>
                    <a:pt x="1321586" y="2687506"/>
                  </a:lnTo>
                  <a:lnTo>
                    <a:pt x="1321922" y="2686931"/>
                  </a:lnTo>
                  <a:lnTo>
                    <a:pt x="1322259" y="2686558"/>
                  </a:lnTo>
                  <a:lnTo>
                    <a:pt x="1322595" y="2686278"/>
                  </a:lnTo>
                  <a:lnTo>
                    <a:pt x="1322932" y="2686235"/>
                  </a:lnTo>
                  <a:lnTo>
                    <a:pt x="1323268" y="2686515"/>
                  </a:lnTo>
                  <a:lnTo>
                    <a:pt x="1323605" y="2686802"/>
                  </a:lnTo>
                  <a:lnTo>
                    <a:pt x="1323941" y="2687089"/>
                  </a:lnTo>
                  <a:lnTo>
                    <a:pt x="1324278" y="2687499"/>
                  </a:lnTo>
                  <a:lnTo>
                    <a:pt x="1324614" y="2687916"/>
                  </a:lnTo>
                  <a:lnTo>
                    <a:pt x="1324951" y="2688081"/>
                  </a:lnTo>
                  <a:lnTo>
                    <a:pt x="1325287" y="2688397"/>
                  </a:lnTo>
                  <a:lnTo>
                    <a:pt x="1325624" y="2688979"/>
                  </a:lnTo>
                  <a:lnTo>
                    <a:pt x="1325960" y="2689697"/>
                  </a:lnTo>
                  <a:lnTo>
                    <a:pt x="1326296" y="2690416"/>
                  </a:lnTo>
                  <a:lnTo>
                    <a:pt x="1326633" y="2691026"/>
                  </a:lnTo>
                  <a:lnTo>
                    <a:pt x="1326969" y="2691601"/>
                  </a:lnTo>
                  <a:lnTo>
                    <a:pt x="1327306" y="2692104"/>
                  </a:lnTo>
                  <a:lnTo>
                    <a:pt x="1327642" y="2692449"/>
                  </a:lnTo>
                  <a:lnTo>
                    <a:pt x="1327979" y="2692679"/>
                  </a:lnTo>
                  <a:lnTo>
                    <a:pt x="1328315" y="2692830"/>
                  </a:lnTo>
                  <a:lnTo>
                    <a:pt x="1328652" y="2692481"/>
                  </a:lnTo>
                  <a:lnTo>
                    <a:pt x="1328988" y="2692247"/>
                  </a:lnTo>
                  <a:lnTo>
                    <a:pt x="1329325" y="2692054"/>
                  </a:lnTo>
                  <a:lnTo>
                    <a:pt x="1329661" y="2691803"/>
                  </a:lnTo>
                  <a:lnTo>
                    <a:pt x="1329998" y="2691375"/>
                  </a:lnTo>
                  <a:lnTo>
                    <a:pt x="1330334" y="2690884"/>
                  </a:lnTo>
                  <a:lnTo>
                    <a:pt x="1330670" y="2690167"/>
                  </a:lnTo>
                  <a:lnTo>
                    <a:pt x="1331007" y="2689298"/>
                  </a:lnTo>
                  <a:lnTo>
                    <a:pt x="1331343" y="2688286"/>
                  </a:lnTo>
                  <a:lnTo>
                    <a:pt x="1331680" y="2686965"/>
                  </a:lnTo>
                  <a:lnTo>
                    <a:pt x="1332016" y="2685543"/>
                  </a:lnTo>
                  <a:lnTo>
                    <a:pt x="1332353" y="2684183"/>
                  </a:lnTo>
                  <a:lnTo>
                    <a:pt x="1332689" y="2682910"/>
                  </a:lnTo>
                  <a:lnTo>
                    <a:pt x="1333026" y="2681694"/>
                  </a:lnTo>
                  <a:lnTo>
                    <a:pt x="1333362" y="2680510"/>
                  </a:lnTo>
                  <a:lnTo>
                    <a:pt x="1333699" y="2679423"/>
                  </a:lnTo>
                  <a:lnTo>
                    <a:pt x="1334035" y="2678226"/>
                  </a:lnTo>
                  <a:lnTo>
                    <a:pt x="1334372" y="2677091"/>
                  </a:lnTo>
                  <a:lnTo>
                    <a:pt x="1334708" y="2675956"/>
                  </a:lnTo>
                  <a:lnTo>
                    <a:pt x="1335044" y="2674706"/>
                  </a:lnTo>
                  <a:lnTo>
                    <a:pt x="1335381" y="2673499"/>
                  </a:lnTo>
                  <a:lnTo>
                    <a:pt x="1335717" y="2672047"/>
                  </a:lnTo>
                  <a:lnTo>
                    <a:pt x="1336054" y="2670802"/>
                  </a:lnTo>
                  <a:lnTo>
                    <a:pt x="1336390" y="2669765"/>
                  </a:lnTo>
                  <a:lnTo>
                    <a:pt x="1336727" y="2668685"/>
                  </a:lnTo>
                  <a:lnTo>
                    <a:pt x="1337063" y="2667285"/>
                  </a:lnTo>
                  <a:lnTo>
                    <a:pt x="1337400" y="2665609"/>
                  </a:lnTo>
                  <a:lnTo>
                    <a:pt x="1337736" y="2663804"/>
                  </a:lnTo>
                  <a:lnTo>
                    <a:pt x="1338073" y="2661833"/>
                  </a:lnTo>
                  <a:lnTo>
                    <a:pt x="1338409" y="2659146"/>
                  </a:lnTo>
                  <a:lnTo>
                    <a:pt x="1338745" y="2656171"/>
                  </a:lnTo>
                  <a:lnTo>
                    <a:pt x="1339082" y="2653050"/>
                  </a:lnTo>
                  <a:lnTo>
                    <a:pt x="1339418" y="2649670"/>
                  </a:lnTo>
                  <a:lnTo>
                    <a:pt x="1339755" y="2646201"/>
                  </a:lnTo>
                  <a:lnTo>
                    <a:pt x="1340091" y="2642945"/>
                  </a:lnTo>
                  <a:lnTo>
                    <a:pt x="1340428" y="2639530"/>
                  </a:lnTo>
                  <a:lnTo>
                    <a:pt x="1340764" y="2636023"/>
                  </a:lnTo>
                  <a:lnTo>
                    <a:pt x="1341101" y="2632185"/>
                  </a:lnTo>
                  <a:lnTo>
                    <a:pt x="1341437" y="2627769"/>
                  </a:lnTo>
                  <a:lnTo>
                    <a:pt x="1341774" y="2624638"/>
                  </a:lnTo>
                  <a:lnTo>
                    <a:pt x="1342110" y="2621536"/>
                  </a:lnTo>
                  <a:lnTo>
                    <a:pt x="1342447" y="2619140"/>
                  </a:lnTo>
                  <a:lnTo>
                    <a:pt x="1342783" y="2616516"/>
                  </a:lnTo>
                  <a:lnTo>
                    <a:pt x="1343119" y="2613759"/>
                  </a:lnTo>
                  <a:lnTo>
                    <a:pt x="1343456" y="2611035"/>
                  </a:lnTo>
                  <a:lnTo>
                    <a:pt x="1343792" y="2608473"/>
                  </a:lnTo>
                  <a:lnTo>
                    <a:pt x="1344129" y="2605456"/>
                  </a:lnTo>
                  <a:lnTo>
                    <a:pt x="1344465" y="2602726"/>
                  </a:lnTo>
                  <a:lnTo>
                    <a:pt x="1344802" y="2599988"/>
                  </a:lnTo>
                  <a:lnTo>
                    <a:pt x="1345138" y="2597359"/>
                  </a:lnTo>
                  <a:lnTo>
                    <a:pt x="1345475" y="2594712"/>
                  </a:lnTo>
                  <a:lnTo>
                    <a:pt x="1345811" y="2591938"/>
                  </a:lnTo>
                  <a:lnTo>
                    <a:pt x="1346148" y="2589331"/>
                  </a:lnTo>
                  <a:lnTo>
                    <a:pt x="1346484" y="2586959"/>
                  </a:lnTo>
                  <a:lnTo>
                    <a:pt x="1346821" y="2584737"/>
                  </a:lnTo>
                  <a:lnTo>
                    <a:pt x="1347157" y="2582663"/>
                  </a:lnTo>
                  <a:lnTo>
                    <a:pt x="1347493" y="2580144"/>
                  </a:lnTo>
                  <a:lnTo>
                    <a:pt x="1347830" y="2577887"/>
                  </a:lnTo>
                  <a:lnTo>
                    <a:pt x="1348166" y="2575767"/>
                  </a:lnTo>
                  <a:lnTo>
                    <a:pt x="1348503" y="2573981"/>
                  </a:lnTo>
                  <a:lnTo>
                    <a:pt x="1348839" y="2572447"/>
                  </a:lnTo>
                  <a:lnTo>
                    <a:pt x="1349176" y="2570363"/>
                  </a:lnTo>
                  <a:lnTo>
                    <a:pt x="1349512" y="2568359"/>
                  </a:lnTo>
                  <a:lnTo>
                    <a:pt x="1349849" y="2566519"/>
                  </a:lnTo>
                  <a:lnTo>
                    <a:pt x="1350185" y="2564853"/>
                  </a:lnTo>
                  <a:lnTo>
                    <a:pt x="1350522" y="2563258"/>
                  </a:lnTo>
                  <a:lnTo>
                    <a:pt x="1350858" y="2561167"/>
                  </a:lnTo>
                  <a:lnTo>
                    <a:pt x="1351195" y="2558775"/>
                  </a:lnTo>
                  <a:lnTo>
                    <a:pt x="1351531" y="2555872"/>
                  </a:lnTo>
                  <a:lnTo>
                    <a:pt x="1351867" y="2552560"/>
                  </a:lnTo>
                  <a:lnTo>
                    <a:pt x="1352204" y="2549256"/>
                  </a:lnTo>
                  <a:lnTo>
                    <a:pt x="1352540" y="2547010"/>
                  </a:lnTo>
                  <a:lnTo>
                    <a:pt x="1352877" y="2545326"/>
                  </a:lnTo>
                  <a:lnTo>
                    <a:pt x="1353213" y="2543450"/>
                  </a:lnTo>
                  <a:lnTo>
                    <a:pt x="1353550" y="2541837"/>
                  </a:lnTo>
                  <a:lnTo>
                    <a:pt x="1353886" y="2540448"/>
                  </a:lnTo>
                  <a:lnTo>
                    <a:pt x="1354223" y="2538919"/>
                  </a:lnTo>
                  <a:lnTo>
                    <a:pt x="1354559" y="2537671"/>
                  </a:lnTo>
                  <a:lnTo>
                    <a:pt x="1354896" y="2536606"/>
                  </a:lnTo>
                  <a:lnTo>
                    <a:pt x="1355232" y="2535346"/>
                  </a:lnTo>
                  <a:lnTo>
                    <a:pt x="1355569" y="2533714"/>
                  </a:lnTo>
                  <a:lnTo>
                    <a:pt x="1355905" y="2532140"/>
                  </a:lnTo>
                  <a:lnTo>
                    <a:pt x="1356241" y="2530535"/>
                  </a:lnTo>
                  <a:lnTo>
                    <a:pt x="1356578" y="2528896"/>
                  </a:lnTo>
                  <a:lnTo>
                    <a:pt x="1356914" y="2527335"/>
                  </a:lnTo>
                  <a:lnTo>
                    <a:pt x="1357251" y="2525624"/>
                  </a:lnTo>
                  <a:lnTo>
                    <a:pt x="1357587" y="2523708"/>
                  </a:lnTo>
                  <a:lnTo>
                    <a:pt x="1357924" y="2521836"/>
                  </a:lnTo>
                  <a:lnTo>
                    <a:pt x="1358260" y="2520100"/>
                  </a:lnTo>
                  <a:lnTo>
                    <a:pt x="1358597" y="2518648"/>
                  </a:lnTo>
                  <a:lnTo>
                    <a:pt x="1358933" y="2517290"/>
                  </a:lnTo>
                  <a:lnTo>
                    <a:pt x="1359270" y="2516070"/>
                  </a:lnTo>
                  <a:lnTo>
                    <a:pt x="1359606" y="2514979"/>
                  </a:lnTo>
                  <a:lnTo>
                    <a:pt x="1359943" y="2513956"/>
                  </a:lnTo>
                  <a:lnTo>
                    <a:pt x="1360279" y="2513776"/>
                  </a:lnTo>
                  <a:lnTo>
                    <a:pt x="1360615" y="2513784"/>
                  </a:lnTo>
                  <a:lnTo>
                    <a:pt x="1360952" y="2514032"/>
                  </a:lnTo>
                  <a:lnTo>
                    <a:pt x="1361288" y="2514477"/>
                  </a:lnTo>
                  <a:lnTo>
                    <a:pt x="1361625" y="2514673"/>
                  </a:lnTo>
                  <a:lnTo>
                    <a:pt x="1361961" y="2514798"/>
                  </a:lnTo>
                  <a:lnTo>
                    <a:pt x="1362298" y="2514841"/>
                  </a:lnTo>
                  <a:lnTo>
                    <a:pt x="1362634" y="2514017"/>
                  </a:lnTo>
                  <a:lnTo>
                    <a:pt x="1362971" y="2513014"/>
                  </a:lnTo>
                  <a:lnTo>
                    <a:pt x="1363307" y="2511691"/>
                  </a:lnTo>
                  <a:lnTo>
                    <a:pt x="1363644" y="2508961"/>
                  </a:lnTo>
                  <a:lnTo>
                    <a:pt x="1363980" y="2506224"/>
                  </a:lnTo>
                  <a:lnTo>
                    <a:pt x="1364317" y="2503314"/>
                  </a:lnTo>
                  <a:lnTo>
                    <a:pt x="1364653" y="2499767"/>
                  </a:lnTo>
                  <a:lnTo>
                    <a:pt x="1364989" y="2496501"/>
                  </a:lnTo>
                  <a:lnTo>
                    <a:pt x="1365326" y="2493854"/>
                  </a:lnTo>
                  <a:lnTo>
                    <a:pt x="1365662" y="2491198"/>
                  </a:lnTo>
                  <a:lnTo>
                    <a:pt x="1365999" y="2488539"/>
                  </a:lnTo>
                  <a:lnTo>
                    <a:pt x="1366335" y="2485965"/>
                  </a:lnTo>
                  <a:lnTo>
                    <a:pt x="1366672" y="2483662"/>
                  </a:lnTo>
                  <a:lnTo>
                    <a:pt x="1367008" y="2481455"/>
                  </a:lnTo>
                  <a:lnTo>
                    <a:pt x="1367345" y="2479634"/>
                  </a:lnTo>
                  <a:lnTo>
                    <a:pt x="1367681" y="2478216"/>
                  </a:lnTo>
                  <a:lnTo>
                    <a:pt x="1368018" y="2477240"/>
                  </a:lnTo>
                  <a:lnTo>
                    <a:pt x="1368354" y="2476643"/>
                  </a:lnTo>
                  <a:lnTo>
                    <a:pt x="1368691" y="2476094"/>
                  </a:lnTo>
                  <a:lnTo>
                    <a:pt x="1369027" y="2475544"/>
                  </a:lnTo>
                  <a:lnTo>
                    <a:pt x="1369363" y="2474994"/>
                  </a:lnTo>
                  <a:lnTo>
                    <a:pt x="1369700" y="2474428"/>
                  </a:lnTo>
                  <a:lnTo>
                    <a:pt x="1370036" y="2473431"/>
                  </a:lnTo>
                  <a:lnTo>
                    <a:pt x="1370373" y="2472429"/>
                  </a:lnTo>
                  <a:lnTo>
                    <a:pt x="1370709" y="2471097"/>
                  </a:lnTo>
                  <a:lnTo>
                    <a:pt x="1371046" y="2469335"/>
                  </a:lnTo>
                  <a:lnTo>
                    <a:pt x="1371382" y="2468063"/>
                  </a:lnTo>
                  <a:lnTo>
                    <a:pt x="1371719" y="2466698"/>
                  </a:lnTo>
                  <a:lnTo>
                    <a:pt x="1372055" y="2465081"/>
                  </a:lnTo>
                  <a:lnTo>
                    <a:pt x="1372392" y="2462965"/>
                  </a:lnTo>
                  <a:lnTo>
                    <a:pt x="1372728" y="2461442"/>
                  </a:lnTo>
                  <a:lnTo>
                    <a:pt x="1373064" y="2459313"/>
                  </a:lnTo>
                  <a:lnTo>
                    <a:pt x="1373401" y="2456283"/>
                  </a:lnTo>
                  <a:lnTo>
                    <a:pt x="1373737" y="2452371"/>
                  </a:lnTo>
                  <a:lnTo>
                    <a:pt x="1374074" y="2447405"/>
                  </a:lnTo>
                  <a:lnTo>
                    <a:pt x="1374410" y="2442010"/>
                  </a:lnTo>
                  <a:lnTo>
                    <a:pt x="1374747" y="2436421"/>
                  </a:lnTo>
                  <a:lnTo>
                    <a:pt x="1375083" y="2431014"/>
                  </a:lnTo>
                  <a:lnTo>
                    <a:pt x="1375420" y="2425853"/>
                  </a:lnTo>
                  <a:lnTo>
                    <a:pt x="1375756" y="2420810"/>
                  </a:lnTo>
                  <a:lnTo>
                    <a:pt x="1376093" y="2415634"/>
                  </a:lnTo>
                  <a:lnTo>
                    <a:pt x="1376429" y="2410101"/>
                  </a:lnTo>
                  <a:lnTo>
                    <a:pt x="1376766" y="2404026"/>
                  </a:lnTo>
                  <a:lnTo>
                    <a:pt x="1377102" y="2397239"/>
                  </a:lnTo>
                  <a:lnTo>
                    <a:pt x="1377438" y="2390187"/>
                  </a:lnTo>
                  <a:lnTo>
                    <a:pt x="1377775" y="2382700"/>
                  </a:lnTo>
                  <a:lnTo>
                    <a:pt x="1378111" y="2375022"/>
                  </a:lnTo>
                  <a:lnTo>
                    <a:pt x="1378448" y="2365582"/>
                  </a:lnTo>
                  <a:lnTo>
                    <a:pt x="1378784" y="2356699"/>
                  </a:lnTo>
                  <a:lnTo>
                    <a:pt x="1379121" y="2348516"/>
                  </a:lnTo>
                  <a:lnTo>
                    <a:pt x="1379457" y="2340798"/>
                  </a:lnTo>
                  <a:lnTo>
                    <a:pt x="1379794" y="2332990"/>
                  </a:lnTo>
                  <a:lnTo>
                    <a:pt x="1380130" y="2324826"/>
                  </a:lnTo>
                  <a:lnTo>
                    <a:pt x="1380467" y="2316300"/>
                  </a:lnTo>
                  <a:lnTo>
                    <a:pt x="1380803" y="2307880"/>
                  </a:lnTo>
                  <a:lnTo>
                    <a:pt x="1381140" y="2300128"/>
                  </a:lnTo>
                  <a:lnTo>
                    <a:pt x="1381476" y="2292259"/>
                  </a:lnTo>
                  <a:lnTo>
                    <a:pt x="1381812" y="2284967"/>
                  </a:lnTo>
                  <a:lnTo>
                    <a:pt x="1382149" y="2277658"/>
                  </a:lnTo>
                  <a:lnTo>
                    <a:pt x="1382485" y="2270072"/>
                  </a:lnTo>
                  <a:lnTo>
                    <a:pt x="1382822" y="2262177"/>
                  </a:lnTo>
                  <a:lnTo>
                    <a:pt x="1383158" y="2254703"/>
                  </a:lnTo>
                  <a:lnTo>
                    <a:pt x="1383495" y="2247134"/>
                  </a:lnTo>
                  <a:lnTo>
                    <a:pt x="1383831" y="2240025"/>
                  </a:lnTo>
                  <a:lnTo>
                    <a:pt x="1384168" y="2233295"/>
                  </a:lnTo>
                  <a:lnTo>
                    <a:pt x="1384504" y="2226440"/>
                  </a:lnTo>
                  <a:lnTo>
                    <a:pt x="1384841" y="2219455"/>
                  </a:lnTo>
                  <a:lnTo>
                    <a:pt x="1385177" y="2212418"/>
                  </a:lnTo>
                  <a:lnTo>
                    <a:pt x="1385514" y="2204871"/>
                  </a:lnTo>
                  <a:lnTo>
                    <a:pt x="1385850" y="2196624"/>
                  </a:lnTo>
                  <a:lnTo>
                    <a:pt x="1386186" y="2190933"/>
                  </a:lnTo>
                  <a:lnTo>
                    <a:pt x="1386523" y="2185651"/>
                  </a:lnTo>
                  <a:lnTo>
                    <a:pt x="1386859" y="2180393"/>
                  </a:lnTo>
                  <a:lnTo>
                    <a:pt x="1387196" y="2175480"/>
                  </a:lnTo>
                  <a:lnTo>
                    <a:pt x="1387532" y="2170597"/>
                  </a:lnTo>
                  <a:lnTo>
                    <a:pt x="1387869" y="2166822"/>
                  </a:lnTo>
                  <a:lnTo>
                    <a:pt x="1388205" y="2162697"/>
                  </a:lnTo>
                  <a:lnTo>
                    <a:pt x="1388542" y="2158473"/>
                  </a:lnTo>
                  <a:lnTo>
                    <a:pt x="1388878" y="2154117"/>
                  </a:lnTo>
                  <a:lnTo>
                    <a:pt x="1389215" y="2149868"/>
                  </a:lnTo>
                  <a:lnTo>
                    <a:pt x="1389551" y="2145836"/>
                  </a:lnTo>
                  <a:lnTo>
                    <a:pt x="1389888" y="2141789"/>
                  </a:lnTo>
                  <a:lnTo>
                    <a:pt x="1390224" y="2137533"/>
                  </a:lnTo>
                  <a:lnTo>
                    <a:pt x="1390560" y="2133327"/>
                  </a:lnTo>
                  <a:lnTo>
                    <a:pt x="1390897" y="2129472"/>
                  </a:lnTo>
                  <a:lnTo>
                    <a:pt x="1391233" y="2125852"/>
                  </a:lnTo>
                  <a:lnTo>
                    <a:pt x="1391570" y="2122275"/>
                  </a:lnTo>
                  <a:lnTo>
                    <a:pt x="1391906" y="2118587"/>
                  </a:lnTo>
                  <a:lnTo>
                    <a:pt x="1392243" y="2115143"/>
                  </a:lnTo>
                  <a:lnTo>
                    <a:pt x="1392579" y="2111904"/>
                  </a:lnTo>
                  <a:lnTo>
                    <a:pt x="1392916" y="2108229"/>
                  </a:lnTo>
                  <a:lnTo>
                    <a:pt x="1393252" y="2105729"/>
                  </a:lnTo>
                  <a:lnTo>
                    <a:pt x="1393589" y="2102032"/>
                  </a:lnTo>
                  <a:lnTo>
                    <a:pt x="1393925" y="2098387"/>
                  </a:lnTo>
                  <a:lnTo>
                    <a:pt x="1394262" y="2094633"/>
                  </a:lnTo>
                  <a:lnTo>
                    <a:pt x="1394598" y="2090648"/>
                  </a:lnTo>
                  <a:lnTo>
                    <a:pt x="1394934" y="2087393"/>
                  </a:lnTo>
                  <a:lnTo>
                    <a:pt x="1395271" y="2084040"/>
                  </a:lnTo>
                  <a:lnTo>
                    <a:pt x="1395607" y="2080700"/>
                  </a:lnTo>
                  <a:lnTo>
                    <a:pt x="1395944" y="2077458"/>
                  </a:lnTo>
                  <a:lnTo>
                    <a:pt x="1396280" y="2074099"/>
                  </a:lnTo>
                  <a:lnTo>
                    <a:pt x="1396617" y="2070616"/>
                  </a:lnTo>
                  <a:lnTo>
                    <a:pt x="1396953" y="2067352"/>
                  </a:lnTo>
                  <a:lnTo>
                    <a:pt x="1397290" y="2063623"/>
                  </a:lnTo>
                  <a:lnTo>
                    <a:pt x="1397626" y="2059519"/>
                  </a:lnTo>
                  <a:lnTo>
                    <a:pt x="1397963" y="2054823"/>
                  </a:lnTo>
                  <a:lnTo>
                    <a:pt x="1398299" y="2050006"/>
                  </a:lnTo>
                  <a:lnTo>
                    <a:pt x="1398636" y="2045482"/>
                  </a:lnTo>
                  <a:lnTo>
                    <a:pt x="1398972" y="2041093"/>
                  </a:lnTo>
                  <a:lnTo>
                    <a:pt x="1399308" y="2036639"/>
                  </a:lnTo>
                  <a:lnTo>
                    <a:pt x="1399645" y="2032263"/>
                  </a:lnTo>
                  <a:lnTo>
                    <a:pt x="1399981" y="2028107"/>
                  </a:lnTo>
                  <a:lnTo>
                    <a:pt x="1400318" y="2024244"/>
                  </a:lnTo>
                  <a:lnTo>
                    <a:pt x="1400654" y="2018711"/>
                  </a:lnTo>
                  <a:lnTo>
                    <a:pt x="1400991" y="2012955"/>
                  </a:lnTo>
                  <a:lnTo>
                    <a:pt x="1401327" y="2007271"/>
                  </a:lnTo>
                  <a:lnTo>
                    <a:pt x="1401664" y="2001686"/>
                  </a:lnTo>
                  <a:lnTo>
                    <a:pt x="1402000" y="1996269"/>
                  </a:lnTo>
                  <a:lnTo>
                    <a:pt x="1402337" y="1990931"/>
                  </a:lnTo>
                  <a:lnTo>
                    <a:pt x="1402673" y="1986104"/>
                  </a:lnTo>
                  <a:lnTo>
                    <a:pt x="1403010" y="1982348"/>
                  </a:lnTo>
                  <a:lnTo>
                    <a:pt x="1403346" y="1978748"/>
                  </a:lnTo>
                  <a:lnTo>
                    <a:pt x="1403682" y="1973122"/>
                  </a:lnTo>
                  <a:lnTo>
                    <a:pt x="1404019" y="1967986"/>
                  </a:lnTo>
                  <a:lnTo>
                    <a:pt x="1404355" y="1963718"/>
                  </a:lnTo>
                  <a:lnTo>
                    <a:pt x="1404692" y="1959587"/>
                  </a:lnTo>
                  <a:lnTo>
                    <a:pt x="1405028" y="1955873"/>
                  </a:lnTo>
                  <a:lnTo>
                    <a:pt x="1405365" y="1952798"/>
                  </a:lnTo>
                  <a:lnTo>
                    <a:pt x="1405701" y="1950786"/>
                  </a:lnTo>
                  <a:lnTo>
                    <a:pt x="1406038" y="1949773"/>
                  </a:lnTo>
                  <a:lnTo>
                    <a:pt x="1406374" y="1949249"/>
                  </a:lnTo>
                  <a:lnTo>
                    <a:pt x="1406711" y="1949213"/>
                  </a:lnTo>
                  <a:lnTo>
                    <a:pt x="1407047" y="1949464"/>
                  </a:lnTo>
                  <a:lnTo>
                    <a:pt x="1407383" y="1951120"/>
                  </a:lnTo>
                  <a:lnTo>
                    <a:pt x="1407720" y="1953246"/>
                  </a:lnTo>
                  <a:lnTo>
                    <a:pt x="1408056" y="1955345"/>
                  </a:lnTo>
                  <a:lnTo>
                    <a:pt x="1408393" y="1957755"/>
                  </a:lnTo>
                  <a:lnTo>
                    <a:pt x="1408729" y="1960958"/>
                  </a:lnTo>
                  <a:lnTo>
                    <a:pt x="1409066" y="1962599"/>
                  </a:lnTo>
                  <a:lnTo>
                    <a:pt x="1409402" y="1964072"/>
                  </a:lnTo>
                  <a:lnTo>
                    <a:pt x="1409739" y="1964891"/>
                  </a:lnTo>
                  <a:lnTo>
                    <a:pt x="1410075" y="1965930"/>
                  </a:lnTo>
                  <a:lnTo>
                    <a:pt x="1410412" y="1967045"/>
                  </a:lnTo>
                  <a:lnTo>
                    <a:pt x="1410748" y="1968113"/>
                  </a:lnTo>
                  <a:lnTo>
                    <a:pt x="1411085" y="1969232"/>
                  </a:lnTo>
                  <a:lnTo>
                    <a:pt x="1411421" y="1970747"/>
                  </a:lnTo>
                  <a:lnTo>
                    <a:pt x="1411757" y="1972285"/>
                  </a:lnTo>
                  <a:lnTo>
                    <a:pt x="1412094" y="1974009"/>
                  </a:lnTo>
                  <a:lnTo>
                    <a:pt x="1412430" y="1975885"/>
                  </a:lnTo>
                  <a:lnTo>
                    <a:pt x="1412767" y="1977618"/>
                  </a:lnTo>
                  <a:lnTo>
                    <a:pt x="1413103" y="1978503"/>
                  </a:lnTo>
                  <a:lnTo>
                    <a:pt x="1413440" y="1979350"/>
                  </a:lnTo>
                  <a:lnTo>
                    <a:pt x="1413776" y="1980041"/>
                  </a:lnTo>
                  <a:lnTo>
                    <a:pt x="1414113" y="1981113"/>
                  </a:lnTo>
                  <a:lnTo>
                    <a:pt x="1414449" y="1982347"/>
                  </a:lnTo>
                  <a:lnTo>
                    <a:pt x="1414786" y="1984277"/>
                  </a:lnTo>
                  <a:lnTo>
                    <a:pt x="1415122" y="1985945"/>
                  </a:lnTo>
                  <a:lnTo>
                    <a:pt x="1415459" y="1987540"/>
                  </a:lnTo>
                  <a:lnTo>
                    <a:pt x="1415795" y="1988622"/>
                  </a:lnTo>
                  <a:lnTo>
                    <a:pt x="1416131" y="1989438"/>
                  </a:lnTo>
                  <a:lnTo>
                    <a:pt x="1416468" y="1990810"/>
                  </a:lnTo>
                  <a:lnTo>
                    <a:pt x="1416804" y="1992362"/>
                  </a:lnTo>
                  <a:lnTo>
                    <a:pt x="1417141" y="1993734"/>
                  </a:lnTo>
                  <a:lnTo>
                    <a:pt x="1417477" y="1994970"/>
                  </a:lnTo>
                  <a:lnTo>
                    <a:pt x="1417814" y="1996026"/>
                  </a:lnTo>
                  <a:lnTo>
                    <a:pt x="1418150" y="1997657"/>
                  </a:lnTo>
                  <a:lnTo>
                    <a:pt x="1418487" y="1999626"/>
                  </a:lnTo>
                  <a:lnTo>
                    <a:pt x="1418823" y="2001953"/>
                  </a:lnTo>
                  <a:lnTo>
                    <a:pt x="1419160" y="2004690"/>
                  </a:lnTo>
                  <a:lnTo>
                    <a:pt x="1419496" y="2007421"/>
                  </a:lnTo>
                  <a:lnTo>
                    <a:pt x="1419833" y="2009012"/>
                  </a:lnTo>
                  <a:lnTo>
                    <a:pt x="1420169" y="2010078"/>
                  </a:lnTo>
                  <a:lnTo>
                    <a:pt x="1420505" y="2011099"/>
                  </a:lnTo>
                  <a:lnTo>
                    <a:pt x="1420842" y="2011693"/>
                  </a:lnTo>
                  <a:lnTo>
                    <a:pt x="1421178" y="2011932"/>
                  </a:lnTo>
                  <a:lnTo>
                    <a:pt x="1421515" y="2012230"/>
                  </a:lnTo>
                  <a:lnTo>
                    <a:pt x="1421851" y="2012479"/>
                  </a:lnTo>
                  <a:lnTo>
                    <a:pt x="1422188" y="2012611"/>
                  </a:lnTo>
                  <a:lnTo>
                    <a:pt x="1422524" y="2013042"/>
                  </a:lnTo>
                  <a:lnTo>
                    <a:pt x="1422861" y="2013994"/>
                  </a:lnTo>
                  <a:lnTo>
                    <a:pt x="1423197" y="2014616"/>
                  </a:lnTo>
                  <a:lnTo>
                    <a:pt x="1423534" y="2014830"/>
                  </a:lnTo>
                  <a:lnTo>
                    <a:pt x="1423870" y="2014882"/>
                  </a:lnTo>
                  <a:lnTo>
                    <a:pt x="1424207" y="2014496"/>
                  </a:lnTo>
                  <a:lnTo>
                    <a:pt x="1424543" y="2013491"/>
                  </a:lnTo>
                  <a:lnTo>
                    <a:pt x="1424879" y="2013007"/>
                  </a:lnTo>
                  <a:lnTo>
                    <a:pt x="1425216" y="2012139"/>
                  </a:lnTo>
                  <a:lnTo>
                    <a:pt x="1425552" y="2010703"/>
                  </a:lnTo>
                  <a:lnTo>
                    <a:pt x="1425889" y="2008559"/>
                  </a:lnTo>
                  <a:lnTo>
                    <a:pt x="1426225" y="2006123"/>
                  </a:lnTo>
                  <a:lnTo>
                    <a:pt x="1426562" y="2003109"/>
                  </a:lnTo>
                  <a:lnTo>
                    <a:pt x="1426898" y="1999618"/>
                  </a:lnTo>
                  <a:lnTo>
                    <a:pt x="1427235" y="1995623"/>
                  </a:lnTo>
                  <a:lnTo>
                    <a:pt x="1427571" y="1990847"/>
                  </a:lnTo>
                  <a:lnTo>
                    <a:pt x="1427908" y="1985242"/>
                  </a:lnTo>
                  <a:lnTo>
                    <a:pt x="1428244" y="1979063"/>
                  </a:lnTo>
                  <a:lnTo>
                    <a:pt x="1428581" y="1972371"/>
                  </a:lnTo>
                  <a:lnTo>
                    <a:pt x="1428917" y="1965317"/>
                  </a:lnTo>
                  <a:lnTo>
                    <a:pt x="1429253" y="1958253"/>
                  </a:lnTo>
                  <a:lnTo>
                    <a:pt x="1429590" y="1951838"/>
                  </a:lnTo>
                  <a:lnTo>
                    <a:pt x="1429926" y="1946368"/>
                  </a:lnTo>
                  <a:lnTo>
                    <a:pt x="1430263" y="1940894"/>
                  </a:lnTo>
                  <a:lnTo>
                    <a:pt x="1430599" y="1933761"/>
                  </a:lnTo>
                  <a:lnTo>
                    <a:pt x="1430936" y="1928495"/>
                  </a:lnTo>
                  <a:lnTo>
                    <a:pt x="1431272" y="1923064"/>
                  </a:lnTo>
                  <a:lnTo>
                    <a:pt x="1431609" y="1917632"/>
                  </a:lnTo>
                  <a:lnTo>
                    <a:pt x="1431945" y="1912266"/>
                  </a:lnTo>
                  <a:lnTo>
                    <a:pt x="1432282" y="1907078"/>
                  </a:lnTo>
                  <a:lnTo>
                    <a:pt x="1432618" y="1901640"/>
                  </a:lnTo>
                  <a:lnTo>
                    <a:pt x="1432955" y="1896747"/>
                  </a:lnTo>
                  <a:lnTo>
                    <a:pt x="1433291" y="1892696"/>
                  </a:lnTo>
                  <a:lnTo>
                    <a:pt x="1433627" y="1889118"/>
                  </a:lnTo>
                  <a:lnTo>
                    <a:pt x="1433964" y="1885899"/>
                  </a:lnTo>
                  <a:lnTo>
                    <a:pt x="1434300" y="1882939"/>
                  </a:lnTo>
                  <a:lnTo>
                    <a:pt x="1434637" y="1881393"/>
                  </a:lnTo>
                  <a:lnTo>
                    <a:pt x="1434973" y="1879642"/>
                  </a:lnTo>
                  <a:lnTo>
                    <a:pt x="1435310" y="1877688"/>
                  </a:lnTo>
                  <a:lnTo>
                    <a:pt x="1435646" y="1875415"/>
                  </a:lnTo>
                  <a:lnTo>
                    <a:pt x="1435983" y="1873171"/>
                  </a:lnTo>
                  <a:lnTo>
                    <a:pt x="1436319" y="1871047"/>
                  </a:lnTo>
                  <a:lnTo>
                    <a:pt x="1436656" y="1868997"/>
                  </a:lnTo>
                  <a:lnTo>
                    <a:pt x="1436992" y="1866911"/>
                  </a:lnTo>
                  <a:lnTo>
                    <a:pt x="1437328" y="1865800"/>
                  </a:lnTo>
                  <a:lnTo>
                    <a:pt x="1437665" y="1864961"/>
                  </a:lnTo>
                  <a:lnTo>
                    <a:pt x="1438001" y="1864021"/>
                  </a:lnTo>
                  <a:lnTo>
                    <a:pt x="1438338" y="1863539"/>
                  </a:lnTo>
                  <a:lnTo>
                    <a:pt x="1438674" y="1863326"/>
                  </a:lnTo>
                  <a:lnTo>
                    <a:pt x="1439011" y="1863396"/>
                  </a:lnTo>
                  <a:lnTo>
                    <a:pt x="1439347" y="1863335"/>
                  </a:lnTo>
                  <a:lnTo>
                    <a:pt x="1439684" y="1863399"/>
                  </a:lnTo>
                  <a:lnTo>
                    <a:pt x="1440020" y="1862690"/>
                  </a:lnTo>
                  <a:lnTo>
                    <a:pt x="1440357" y="1862596"/>
                  </a:lnTo>
                  <a:lnTo>
                    <a:pt x="1440693" y="1863368"/>
                  </a:lnTo>
                  <a:lnTo>
                    <a:pt x="1441030" y="1864346"/>
                  </a:lnTo>
                  <a:lnTo>
                    <a:pt x="1441366" y="1866529"/>
                  </a:lnTo>
                  <a:lnTo>
                    <a:pt x="1441702" y="1869486"/>
                  </a:lnTo>
                  <a:lnTo>
                    <a:pt x="1442039" y="1872720"/>
                  </a:lnTo>
                  <a:lnTo>
                    <a:pt x="1442375" y="1875756"/>
                  </a:lnTo>
                  <a:lnTo>
                    <a:pt x="1442712" y="1878165"/>
                  </a:lnTo>
                  <a:lnTo>
                    <a:pt x="1443048" y="1878966"/>
                  </a:lnTo>
                  <a:lnTo>
                    <a:pt x="1443385" y="1879552"/>
                  </a:lnTo>
                  <a:lnTo>
                    <a:pt x="1443721" y="1880207"/>
                  </a:lnTo>
                  <a:lnTo>
                    <a:pt x="1444058" y="1881188"/>
                  </a:lnTo>
                  <a:lnTo>
                    <a:pt x="1444394" y="1882602"/>
                  </a:lnTo>
                  <a:lnTo>
                    <a:pt x="1444731" y="1884157"/>
                  </a:lnTo>
                  <a:lnTo>
                    <a:pt x="1445067" y="1885626"/>
                  </a:lnTo>
                  <a:lnTo>
                    <a:pt x="1445404" y="1886043"/>
                  </a:lnTo>
                  <a:lnTo>
                    <a:pt x="1445740" y="1886999"/>
                  </a:lnTo>
                  <a:lnTo>
                    <a:pt x="1446076" y="1886309"/>
                  </a:lnTo>
                  <a:lnTo>
                    <a:pt x="1446413" y="1884930"/>
                  </a:lnTo>
                  <a:lnTo>
                    <a:pt x="1446749" y="1882889"/>
                  </a:lnTo>
                  <a:lnTo>
                    <a:pt x="1447086" y="1881065"/>
                  </a:lnTo>
                  <a:lnTo>
                    <a:pt x="1447422" y="1879599"/>
                  </a:lnTo>
                  <a:lnTo>
                    <a:pt x="1447759" y="1878141"/>
                  </a:lnTo>
                  <a:lnTo>
                    <a:pt x="1448095" y="1876093"/>
                  </a:lnTo>
                  <a:lnTo>
                    <a:pt x="1448432" y="1873413"/>
                  </a:lnTo>
                  <a:lnTo>
                    <a:pt x="1448768" y="1870367"/>
                  </a:lnTo>
                  <a:lnTo>
                    <a:pt x="1449105" y="1866754"/>
                  </a:lnTo>
                  <a:lnTo>
                    <a:pt x="1449441" y="1863477"/>
                  </a:lnTo>
                  <a:lnTo>
                    <a:pt x="1449778" y="1863344"/>
                  </a:lnTo>
                  <a:lnTo>
                    <a:pt x="1450114" y="1863872"/>
                  </a:lnTo>
                  <a:lnTo>
                    <a:pt x="1450450" y="1864064"/>
                  </a:lnTo>
                  <a:lnTo>
                    <a:pt x="1450787" y="1864790"/>
                  </a:lnTo>
                  <a:lnTo>
                    <a:pt x="1451123" y="1865219"/>
                  </a:lnTo>
                  <a:lnTo>
                    <a:pt x="1451460" y="1864812"/>
                  </a:lnTo>
                  <a:lnTo>
                    <a:pt x="1451796" y="1864895"/>
                  </a:lnTo>
                  <a:lnTo>
                    <a:pt x="1452133" y="1864710"/>
                  </a:lnTo>
                  <a:lnTo>
                    <a:pt x="1452469" y="1864255"/>
                  </a:lnTo>
                  <a:lnTo>
                    <a:pt x="1452806" y="1865207"/>
                  </a:lnTo>
                  <a:lnTo>
                    <a:pt x="1453142" y="1867276"/>
                  </a:lnTo>
                  <a:lnTo>
                    <a:pt x="1453479" y="1866638"/>
                  </a:lnTo>
                  <a:lnTo>
                    <a:pt x="1453815" y="1865499"/>
                  </a:lnTo>
                  <a:lnTo>
                    <a:pt x="1454152" y="1864065"/>
                  </a:lnTo>
                  <a:lnTo>
                    <a:pt x="1454488" y="1863506"/>
                  </a:lnTo>
                  <a:lnTo>
                    <a:pt x="1454824" y="1860905"/>
                  </a:lnTo>
                  <a:lnTo>
                    <a:pt x="1455161" y="1857225"/>
                  </a:lnTo>
                  <a:lnTo>
                    <a:pt x="1455497" y="1856167"/>
                  </a:lnTo>
                  <a:lnTo>
                    <a:pt x="1455834" y="1854306"/>
                  </a:lnTo>
                  <a:lnTo>
                    <a:pt x="1456170" y="1852992"/>
                  </a:lnTo>
                  <a:lnTo>
                    <a:pt x="1456507" y="1851946"/>
                  </a:lnTo>
                  <a:lnTo>
                    <a:pt x="1456843" y="1850491"/>
                  </a:lnTo>
                  <a:lnTo>
                    <a:pt x="1457180" y="1848647"/>
                  </a:lnTo>
                  <a:lnTo>
                    <a:pt x="1457516" y="1846894"/>
                  </a:lnTo>
                  <a:lnTo>
                    <a:pt x="1457853" y="1844488"/>
                  </a:lnTo>
                  <a:lnTo>
                    <a:pt x="1458189" y="1841901"/>
                  </a:lnTo>
                  <a:lnTo>
                    <a:pt x="1458526" y="1839943"/>
                  </a:lnTo>
                  <a:lnTo>
                    <a:pt x="1458862" y="1838286"/>
                  </a:lnTo>
                  <a:lnTo>
                    <a:pt x="1459198" y="1836904"/>
                  </a:lnTo>
                  <a:lnTo>
                    <a:pt x="1459535" y="1835593"/>
                  </a:lnTo>
                  <a:lnTo>
                    <a:pt x="1459871" y="1834271"/>
                  </a:lnTo>
                  <a:lnTo>
                    <a:pt x="1460208" y="1833387"/>
                  </a:lnTo>
                  <a:lnTo>
                    <a:pt x="1460544" y="1829651"/>
                  </a:lnTo>
                  <a:lnTo>
                    <a:pt x="1460881" y="1827327"/>
                  </a:lnTo>
                  <a:lnTo>
                    <a:pt x="1461217" y="1825231"/>
                  </a:lnTo>
                  <a:lnTo>
                    <a:pt x="1461554" y="1823418"/>
                  </a:lnTo>
                  <a:lnTo>
                    <a:pt x="1461890" y="1822208"/>
                  </a:lnTo>
                  <a:lnTo>
                    <a:pt x="1462227" y="1821246"/>
                  </a:lnTo>
                  <a:lnTo>
                    <a:pt x="1462563" y="1821101"/>
                  </a:lnTo>
                  <a:lnTo>
                    <a:pt x="1462900" y="1821358"/>
                  </a:lnTo>
                  <a:lnTo>
                    <a:pt x="1463236" y="1821870"/>
                  </a:lnTo>
                  <a:lnTo>
                    <a:pt x="1463572" y="1822327"/>
                  </a:lnTo>
                  <a:lnTo>
                    <a:pt x="1463909" y="1822721"/>
                  </a:lnTo>
                  <a:lnTo>
                    <a:pt x="1464245" y="1822889"/>
                  </a:lnTo>
                  <a:lnTo>
                    <a:pt x="1464582" y="1823593"/>
                  </a:lnTo>
                  <a:lnTo>
                    <a:pt x="1464918" y="1824802"/>
                  </a:lnTo>
                  <a:lnTo>
                    <a:pt x="1465255" y="1826588"/>
                  </a:lnTo>
                  <a:lnTo>
                    <a:pt x="1465591" y="1828395"/>
                  </a:lnTo>
                  <a:lnTo>
                    <a:pt x="1465928" y="1829937"/>
                  </a:lnTo>
                  <a:lnTo>
                    <a:pt x="1466264" y="1831632"/>
                  </a:lnTo>
                  <a:lnTo>
                    <a:pt x="1466601" y="1833594"/>
                  </a:lnTo>
                  <a:lnTo>
                    <a:pt x="1466937" y="1835074"/>
                  </a:lnTo>
                  <a:lnTo>
                    <a:pt x="1467274" y="1835300"/>
                  </a:lnTo>
                  <a:lnTo>
                    <a:pt x="1467610" y="1834802"/>
                  </a:lnTo>
                  <a:lnTo>
                    <a:pt x="1467946" y="1837542"/>
                  </a:lnTo>
                  <a:lnTo>
                    <a:pt x="1468283" y="1840209"/>
                  </a:lnTo>
                  <a:lnTo>
                    <a:pt x="1468619" y="1842730"/>
                  </a:lnTo>
                  <a:lnTo>
                    <a:pt x="1468956" y="1845521"/>
                  </a:lnTo>
                  <a:lnTo>
                    <a:pt x="1469292" y="1848415"/>
                  </a:lnTo>
                  <a:lnTo>
                    <a:pt x="1469629" y="1851487"/>
                  </a:lnTo>
                  <a:lnTo>
                    <a:pt x="1469965" y="1854235"/>
                  </a:lnTo>
                  <a:lnTo>
                    <a:pt x="1470302" y="1856754"/>
                  </a:lnTo>
                  <a:lnTo>
                    <a:pt x="1470638" y="1859050"/>
                  </a:lnTo>
                  <a:lnTo>
                    <a:pt x="1470975" y="1863360"/>
                  </a:lnTo>
                  <a:lnTo>
                    <a:pt x="1471311" y="1867130"/>
                  </a:lnTo>
                  <a:lnTo>
                    <a:pt x="1471647" y="1870207"/>
                  </a:lnTo>
                  <a:lnTo>
                    <a:pt x="1471984" y="1873379"/>
                  </a:lnTo>
                  <a:lnTo>
                    <a:pt x="1472320" y="1876759"/>
                  </a:lnTo>
                  <a:lnTo>
                    <a:pt x="1472657" y="1879936"/>
                  </a:lnTo>
                  <a:lnTo>
                    <a:pt x="1472993" y="1882790"/>
                  </a:lnTo>
                  <a:lnTo>
                    <a:pt x="1473330" y="1885275"/>
                  </a:lnTo>
                  <a:lnTo>
                    <a:pt x="1473666" y="1887568"/>
                  </a:lnTo>
                  <a:lnTo>
                    <a:pt x="1474003" y="1888606"/>
                  </a:lnTo>
                  <a:lnTo>
                    <a:pt x="1474339" y="1889231"/>
                  </a:lnTo>
                  <a:lnTo>
                    <a:pt x="1474676" y="1887819"/>
                  </a:lnTo>
                  <a:lnTo>
                    <a:pt x="1475012" y="1886215"/>
                  </a:lnTo>
                  <a:lnTo>
                    <a:pt x="1475349" y="1884738"/>
                  </a:lnTo>
                  <a:lnTo>
                    <a:pt x="1475685" y="1883152"/>
                  </a:lnTo>
                  <a:lnTo>
                    <a:pt x="1476021" y="1881137"/>
                  </a:lnTo>
                  <a:lnTo>
                    <a:pt x="1476358" y="1880288"/>
                  </a:lnTo>
                  <a:lnTo>
                    <a:pt x="1476694" y="1879499"/>
                  </a:lnTo>
                  <a:lnTo>
                    <a:pt x="1477031" y="1878774"/>
                  </a:lnTo>
                  <a:lnTo>
                    <a:pt x="1477367" y="1877871"/>
                  </a:lnTo>
                  <a:lnTo>
                    <a:pt x="1477704" y="1876533"/>
                  </a:lnTo>
                  <a:lnTo>
                    <a:pt x="1478040" y="1875048"/>
                  </a:lnTo>
                  <a:lnTo>
                    <a:pt x="1478377" y="1873568"/>
                  </a:lnTo>
                  <a:lnTo>
                    <a:pt x="1478713" y="1871916"/>
                  </a:lnTo>
                  <a:lnTo>
                    <a:pt x="1479050" y="1871042"/>
                  </a:lnTo>
                  <a:lnTo>
                    <a:pt x="1479386" y="1870207"/>
                  </a:lnTo>
                  <a:lnTo>
                    <a:pt x="1479723" y="1869806"/>
                  </a:lnTo>
                  <a:lnTo>
                    <a:pt x="1480059" y="1869308"/>
                  </a:lnTo>
                  <a:lnTo>
                    <a:pt x="1480395" y="1869370"/>
                  </a:lnTo>
                  <a:lnTo>
                    <a:pt x="1480732" y="1868965"/>
                  </a:lnTo>
                  <a:lnTo>
                    <a:pt x="1481068" y="1868324"/>
                  </a:lnTo>
                  <a:lnTo>
                    <a:pt x="1481405" y="1867352"/>
                  </a:lnTo>
                  <a:lnTo>
                    <a:pt x="1481741" y="1866042"/>
                  </a:lnTo>
                  <a:lnTo>
                    <a:pt x="1482078" y="1864547"/>
                  </a:lnTo>
                  <a:lnTo>
                    <a:pt x="1482414" y="1862602"/>
                  </a:lnTo>
                  <a:lnTo>
                    <a:pt x="1482751" y="1861037"/>
                  </a:lnTo>
                  <a:lnTo>
                    <a:pt x="1483087" y="1859646"/>
                  </a:lnTo>
                  <a:lnTo>
                    <a:pt x="1483424" y="1857813"/>
                  </a:lnTo>
                  <a:lnTo>
                    <a:pt x="1483760" y="1855973"/>
                  </a:lnTo>
                  <a:lnTo>
                    <a:pt x="1484097" y="1854695"/>
                  </a:lnTo>
                  <a:lnTo>
                    <a:pt x="1484433" y="1852550"/>
                  </a:lnTo>
                  <a:lnTo>
                    <a:pt x="1484769" y="1850749"/>
                  </a:lnTo>
                  <a:lnTo>
                    <a:pt x="1485106" y="1849215"/>
                  </a:lnTo>
                  <a:lnTo>
                    <a:pt x="1485442" y="1848044"/>
                  </a:lnTo>
                  <a:lnTo>
                    <a:pt x="1485779" y="1846922"/>
                  </a:lnTo>
                  <a:lnTo>
                    <a:pt x="1486115" y="1846010"/>
                  </a:lnTo>
                  <a:lnTo>
                    <a:pt x="1486452" y="1844864"/>
                  </a:lnTo>
                  <a:lnTo>
                    <a:pt x="1486788" y="1842773"/>
                  </a:lnTo>
                  <a:lnTo>
                    <a:pt x="1487125" y="1840677"/>
                  </a:lnTo>
                  <a:lnTo>
                    <a:pt x="1487461" y="1838344"/>
                  </a:lnTo>
                  <a:lnTo>
                    <a:pt x="1487798" y="1835987"/>
                  </a:lnTo>
                  <a:lnTo>
                    <a:pt x="1488134" y="1833614"/>
                  </a:lnTo>
                  <a:lnTo>
                    <a:pt x="1488471" y="1831900"/>
                  </a:lnTo>
                  <a:lnTo>
                    <a:pt x="1488807" y="1830245"/>
                  </a:lnTo>
                  <a:lnTo>
                    <a:pt x="1489143" y="1827378"/>
                  </a:lnTo>
                  <a:lnTo>
                    <a:pt x="1489480" y="1824936"/>
                  </a:lnTo>
                  <a:lnTo>
                    <a:pt x="1489816" y="1822285"/>
                  </a:lnTo>
                  <a:lnTo>
                    <a:pt x="1490153" y="1819727"/>
                  </a:lnTo>
                  <a:lnTo>
                    <a:pt x="1490489" y="1817443"/>
                  </a:lnTo>
                  <a:lnTo>
                    <a:pt x="1490826" y="1815955"/>
                  </a:lnTo>
                  <a:lnTo>
                    <a:pt x="1491162" y="1814907"/>
                  </a:lnTo>
                  <a:lnTo>
                    <a:pt x="1491499" y="1814519"/>
                  </a:lnTo>
                  <a:lnTo>
                    <a:pt x="1491835" y="1815596"/>
                  </a:lnTo>
                  <a:lnTo>
                    <a:pt x="1492172" y="1816517"/>
                  </a:lnTo>
                  <a:lnTo>
                    <a:pt x="1492508" y="1818057"/>
                  </a:lnTo>
                  <a:lnTo>
                    <a:pt x="1492845" y="1820319"/>
                  </a:lnTo>
                  <a:lnTo>
                    <a:pt x="1493181" y="1823351"/>
                  </a:lnTo>
                  <a:lnTo>
                    <a:pt x="1493517" y="1826736"/>
                  </a:lnTo>
                  <a:lnTo>
                    <a:pt x="1493854" y="1830634"/>
                  </a:lnTo>
                  <a:lnTo>
                    <a:pt x="1494190" y="1835210"/>
                  </a:lnTo>
                  <a:lnTo>
                    <a:pt x="1494527" y="1840332"/>
                  </a:lnTo>
                  <a:lnTo>
                    <a:pt x="1494863" y="1846057"/>
                  </a:lnTo>
                  <a:lnTo>
                    <a:pt x="1495200" y="1852199"/>
                  </a:lnTo>
                  <a:lnTo>
                    <a:pt x="1495536" y="1858835"/>
                  </a:lnTo>
                  <a:lnTo>
                    <a:pt x="1495873" y="1865880"/>
                  </a:lnTo>
                  <a:lnTo>
                    <a:pt x="1496209" y="1873448"/>
                  </a:lnTo>
                  <a:lnTo>
                    <a:pt x="1496546" y="1881250"/>
                  </a:lnTo>
                  <a:lnTo>
                    <a:pt x="1496882" y="1888627"/>
                  </a:lnTo>
                  <a:lnTo>
                    <a:pt x="1497219" y="1895834"/>
                  </a:lnTo>
                  <a:lnTo>
                    <a:pt x="1497555" y="1902828"/>
                  </a:lnTo>
                  <a:lnTo>
                    <a:pt x="1497891" y="1911621"/>
                  </a:lnTo>
                  <a:lnTo>
                    <a:pt x="1498228" y="1919747"/>
                  </a:lnTo>
                  <a:lnTo>
                    <a:pt x="1498564" y="1927743"/>
                  </a:lnTo>
                  <a:lnTo>
                    <a:pt x="1498901" y="1935473"/>
                  </a:lnTo>
                  <a:lnTo>
                    <a:pt x="1499237" y="1942708"/>
                  </a:lnTo>
                  <a:lnTo>
                    <a:pt x="1499574" y="1949375"/>
                  </a:lnTo>
                  <a:lnTo>
                    <a:pt x="1499910" y="1955819"/>
                  </a:lnTo>
                  <a:lnTo>
                    <a:pt x="1500247" y="1961200"/>
                  </a:lnTo>
                  <a:lnTo>
                    <a:pt x="1500583" y="1965583"/>
                  </a:lnTo>
                  <a:lnTo>
                    <a:pt x="1500920" y="1969319"/>
                  </a:lnTo>
                  <a:lnTo>
                    <a:pt x="1501256" y="1972307"/>
                  </a:lnTo>
                  <a:lnTo>
                    <a:pt x="1501593" y="1974570"/>
                  </a:lnTo>
                  <a:lnTo>
                    <a:pt x="1501929" y="1974931"/>
                  </a:lnTo>
                  <a:lnTo>
                    <a:pt x="1502265" y="1974951"/>
                  </a:lnTo>
                  <a:lnTo>
                    <a:pt x="1502602" y="1975195"/>
                  </a:lnTo>
                  <a:lnTo>
                    <a:pt x="1502938" y="1975694"/>
                  </a:lnTo>
                  <a:lnTo>
                    <a:pt x="1503275" y="1976098"/>
                  </a:lnTo>
                  <a:lnTo>
                    <a:pt x="1503611" y="1975995"/>
                  </a:lnTo>
                  <a:lnTo>
                    <a:pt x="1503948" y="1975710"/>
                  </a:lnTo>
                  <a:lnTo>
                    <a:pt x="1504284" y="1975555"/>
                  </a:lnTo>
                  <a:lnTo>
                    <a:pt x="1504621" y="1974661"/>
                  </a:lnTo>
                  <a:lnTo>
                    <a:pt x="1504957" y="1973683"/>
                  </a:lnTo>
                  <a:lnTo>
                    <a:pt x="1505294" y="1973415"/>
                  </a:lnTo>
                  <a:lnTo>
                    <a:pt x="1505630" y="1973222"/>
                  </a:lnTo>
                  <a:lnTo>
                    <a:pt x="1505966" y="1972752"/>
                  </a:lnTo>
                  <a:lnTo>
                    <a:pt x="1506303" y="1972130"/>
                  </a:lnTo>
                  <a:lnTo>
                    <a:pt x="1506639" y="1971781"/>
                  </a:lnTo>
                  <a:lnTo>
                    <a:pt x="1506976" y="1971293"/>
                  </a:lnTo>
                  <a:lnTo>
                    <a:pt x="1507312" y="1971112"/>
                  </a:lnTo>
                  <a:lnTo>
                    <a:pt x="1507649" y="1970967"/>
                  </a:lnTo>
                  <a:lnTo>
                    <a:pt x="1507985" y="1970787"/>
                  </a:lnTo>
                  <a:lnTo>
                    <a:pt x="1508322" y="1971493"/>
                  </a:lnTo>
                  <a:lnTo>
                    <a:pt x="1508658" y="1972586"/>
                  </a:lnTo>
                  <a:lnTo>
                    <a:pt x="1508995" y="1973644"/>
                  </a:lnTo>
                  <a:lnTo>
                    <a:pt x="1509331" y="1974765"/>
                  </a:lnTo>
                  <a:lnTo>
                    <a:pt x="1509668" y="1975768"/>
                  </a:lnTo>
                  <a:lnTo>
                    <a:pt x="1510004" y="1977111"/>
                  </a:lnTo>
                  <a:lnTo>
                    <a:pt x="1510340" y="1979885"/>
                  </a:lnTo>
                  <a:lnTo>
                    <a:pt x="1510677" y="1983089"/>
                  </a:lnTo>
                  <a:lnTo>
                    <a:pt x="1511013" y="1986609"/>
                  </a:lnTo>
                  <a:lnTo>
                    <a:pt x="1511350" y="1990481"/>
                  </a:lnTo>
                  <a:lnTo>
                    <a:pt x="1511686" y="1995366"/>
                  </a:lnTo>
                  <a:lnTo>
                    <a:pt x="1512023" y="2000882"/>
                  </a:lnTo>
                  <a:lnTo>
                    <a:pt x="1512359" y="2006951"/>
                  </a:lnTo>
                  <a:lnTo>
                    <a:pt x="1512696" y="2014282"/>
                  </a:lnTo>
                  <a:lnTo>
                    <a:pt x="1513032" y="2022904"/>
                  </a:lnTo>
                  <a:lnTo>
                    <a:pt x="1513369" y="2032590"/>
                  </a:lnTo>
                  <a:lnTo>
                    <a:pt x="1513705" y="2042310"/>
                  </a:lnTo>
                  <a:lnTo>
                    <a:pt x="1514042" y="2052482"/>
                  </a:lnTo>
                  <a:lnTo>
                    <a:pt x="1514378" y="2062596"/>
                  </a:lnTo>
                  <a:lnTo>
                    <a:pt x="1514714" y="2072957"/>
                  </a:lnTo>
                  <a:lnTo>
                    <a:pt x="1515051" y="2083820"/>
                  </a:lnTo>
                  <a:lnTo>
                    <a:pt x="1515387" y="2095189"/>
                  </a:lnTo>
                  <a:lnTo>
                    <a:pt x="1515724" y="2106442"/>
                  </a:lnTo>
                  <a:lnTo>
                    <a:pt x="1516060" y="2118363"/>
                  </a:lnTo>
                  <a:lnTo>
                    <a:pt x="1516397" y="2129938"/>
                  </a:lnTo>
                  <a:lnTo>
                    <a:pt x="1516733" y="2140779"/>
                  </a:lnTo>
                  <a:lnTo>
                    <a:pt x="1517070" y="2148619"/>
                  </a:lnTo>
                  <a:lnTo>
                    <a:pt x="1517406" y="2156153"/>
                  </a:lnTo>
                  <a:lnTo>
                    <a:pt x="1517743" y="2163211"/>
                  </a:lnTo>
                  <a:lnTo>
                    <a:pt x="1518079" y="2169669"/>
                  </a:lnTo>
                  <a:lnTo>
                    <a:pt x="1518416" y="2175619"/>
                  </a:lnTo>
                  <a:lnTo>
                    <a:pt x="1518752" y="2181491"/>
                  </a:lnTo>
                  <a:lnTo>
                    <a:pt x="1519088" y="2186620"/>
                  </a:lnTo>
                  <a:lnTo>
                    <a:pt x="1519425" y="2191608"/>
                  </a:lnTo>
                  <a:lnTo>
                    <a:pt x="1519761" y="2196564"/>
                  </a:lnTo>
                  <a:lnTo>
                    <a:pt x="1520098" y="2200677"/>
                  </a:lnTo>
                  <a:lnTo>
                    <a:pt x="1520434" y="2204147"/>
                  </a:lnTo>
                  <a:lnTo>
                    <a:pt x="1520771" y="2208090"/>
                  </a:lnTo>
                  <a:lnTo>
                    <a:pt x="1521107" y="2212151"/>
                  </a:lnTo>
                  <a:lnTo>
                    <a:pt x="1521444" y="2216655"/>
                  </a:lnTo>
                  <a:lnTo>
                    <a:pt x="1521780" y="2219066"/>
                  </a:lnTo>
                  <a:lnTo>
                    <a:pt x="1522117" y="2223260"/>
                  </a:lnTo>
                  <a:lnTo>
                    <a:pt x="1522453" y="2226901"/>
                  </a:lnTo>
                  <a:lnTo>
                    <a:pt x="1522790" y="2227845"/>
                  </a:lnTo>
                  <a:lnTo>
                    <a:pt x="1523126" y="2229870"/>
                  </a:lnTo>
                  <a:lnTo>
                    <a:pt x="1523462" y="2231848"/>
                  </a:lnTo>
                  <a:lnTo>
                    <a:pt x="1523799" y="2233952"/>
                  </a:lnTo>
                  <a:lnTo>
                    <a:pt x="1524135" y="2236917"/>
                  </a:lnTo>
                  <a:lnTo>
                    <a:pt x="1524472" y="2240611"/>
                  </a:lnTo>
                  <a:lnTo>
                    <a:pt x="1524808" y="2244608"/>
                  </a:lnTo>
                  <a:lnTo>
                    <a:pt x="1525145" y="2248771"/>
                  </a:lnTo>
                  <a:lnTo>
                    <a:pt x="1525481" y="2252690"/>
                  </a:lnTo>
                  <a:lnTo>
                    <a:pt x="1525818" y="2255675"/>
                  </a:lnTo>
                  <a:lnTo>
                    <a:pt x="1526154" y="2258201"/>
                  </a:lnTo>
                  <a:lnTo>
                    <a:pt x="1526491" y="2260633"/>
                  </a:lnTo>
                  <a:lnTo>
                    <a:pt x="1526827" y="2263010"/>
                  </a:lnTo>
                  <a:lnTo>
                    <a:pt x="1527164" y="2266043"/>
                  </a:lnTo>
                  <a:lnTo>
                    <a:pt x="1527500" y="2269418"/>
                  </a:lnTo>
                  <a:lnTo>
                    <a:pt x="1527836" y="2274504"/>
                  </a:lnTo>
                  <a:lnTo>
                    <a:pt x="1528173" y="2279172"/>
                  </a:lnTo>
                  <a:lnTo>
                    <a:pt x="1528509" y="2283309"/>
                  </a:lnTo>
                  <a:lnTo>
                    <a:pt x="1528846" y="2287090"/>
                  </a:lnTo>
                  <a:lnTo>
                    <a:pt x="1529182" y="2290414"/>
                  </a:lnTo>
                  <a:lnTo>
                    <a:pt x="1529519" y="2292832"/>
                  </a:lnTo>
                  <a:lnTo>
                    <a:pt x="1529855" y="2294525"/>
                  </a:lnTo>
                  <a:lnTo>
                    <a:pt x="1530192" y="2296082"/>
                  </a:lnTo>
                  <a:lnTo>
                    <a:pt x="1530528" y="2297874"/>
                  </a:lnTo>
                  <a:lnTo>
                    <a:pt x="1530865" y="2300205"/>
                  </a:lnTo>
                  <a:lnTo>
                    <a:pt x="1531201" y="2302860"/>
                  </a:lnTo>
                  <a:lnTo>
                    <a:pt x="1531538" y="2305459"/>
                  </a:lnTo>
                  <a:lnTo>
                    <a:pt x="1531874" y="2307806"/>
                  </a:lnTo>
                  <a:lnTo>
                    <a:pt x="1532210" y="2310178"/>
                  </a:lnTo>
                  <a:lnTo>
                    <a:pt x="1532547" y="2312576"/>
                  </a:lnTo>
                  <a:lnTo>
                    <a:pt x="1532883" y="2315233"/>
                  </a:lnTo>
                  <a:lnTo>
                    <a:pt x="1533220" y="2317626"/>
                  </a:lnTo>
                  <a:lnTo>
                    <a:pt x="1533556" y="2320384"/>
                  </a:lnTo>
                  <a:lnTo>
                    <a:pt x="1533893" y="2323273"/>
                  </a:lnTo>
                  <a:lnTo>
                    <a:pt x="1534229" y="2326577"/>
                  </a:lnTo>
                  <a:lnTo>
                    <a:pt x="1534566" y="2330759"/>
                  </a:lnTo>
                  <a:lnTo>
                    <a:pt x="1534902" y="2335220"/>
                  </a:lnTo>
                  <a:lnTo>
                    <a:pt x="1535239" y="2337927"/>
                  </a:lnTo>
                  <a:lnTo>
                    <a:pt x="1535575" y="2340685"/>
                  </a:lnTo>
                  <a:lnTo>
                    <a:pt x="1535912" y="2343417"/>
                  </a:lnTo>
                  <a:lnTo>
                    <a:pt x="1536248" y="2345615"/>
                  </a:lnTo>
                  <a:lnTo>
                    <a:pt x="1536584" y="2347585"/>
                  </a:lnTo>
                  <a:lnTo>
                    <a:pt x="1536921" y="2349521"/>
                  </a:lnTo>
                  <a:lnTo>
                    <a:pt x="1537257" y="2351075"/>
                  </a:lnTo>
                  <a:lnTo>
                    <a:pt x="1537594" y="2351536"/>
                  </a:lnTo>
                  <a:lnTo>
                    <a:pt x="1537930" y="2351785"/>
                  </a:lnTo>
                  <a:lnTo>
                    <a:pt x="1538267" y="2352022"/>
                  </a:lnTo>
                  <a:lnTo>
                    <a:pt x="1538603" y="2352311"/>
                  </a:lnTo>
                  <a:lnTo>
                    <a:pt x="1538940" y="2352468"/>
                  </a:lnTo>
                  <a:lnTo>
                    <a:pt x="1539276" y="2352385"/>
                  </a:lnTo>
                  <a:lnTo>
                    <a:pt x="1539613" y="2351821"/>
                  </a:lnTo>
                  <a:lnTo>
                    <a:pt x="1539949" y="2351058"/>
                  </a:lnTo>
                  <a:lnTo>
                    <a:pt x="1540285" y="2350115"/>
                  </a:lnTo>
                  <a:lnTo>
                    <a:pt x="1540622" y="2348743"/>
                  </a:lnTo>
                  <a:lnTo>
                    <a:pt x="1540958" y="2347061"/>
                  </a:lnTo>
                  <a:lnTo>
                    <a:pt x="1541295" y="2346324"/>
                  </a:lnTo>
                  <a:lnTo>
                    <a:pt x="1541631" y="2345412"/>
                  </a:lnTo>
                  <a:lnTo>
                    <a:pt x="1541968" y="2344932"/>
                  </a:lnTo>
                  <a:lnTo>
                    <a:pt x="1542304" y="2344603"/>
                  </a:lnTo>
                  <a:lnTo>
                    <a:pt x="1542641" y="2344427"/>
                  </a:lnTo>
                  <a:lnTo>
                    <a:pt x="1542977" y="2344335"/>
                  </a:lnTo>
                  <a:lnTo>
                    <a:pt x="1543314" y="2344189"/>
                  </a:lnTo>
                  <a:lnTo>
                    <a:pt x="1543650" y="2343175"/>
                  </a:lnTo>
                  <a:lnTo>
                    <a:pt x="1543987" y="2342436"/>
                  </a:lnTo>
                  <a:lnTo>
                    <a:pt x="1544323" y="2341826"/>
                  </a:lnTo>
                  <a:lnTo>
                    <a:pt x="1544659" y="2341119"/>
                  </a:lnTo>
                  <a:lnTo>
                    <a:pt x="1544996" y="2340733"/>
                  </a:lnTo>
                  <a:lnTo>
                    <a:pt x="1545332" y="2340665"/>
                  </a:lnTo>
                  <a:lnTo>
                    <a:pt x="1545669" y="2340212"/>
                  </a:lnTo>
                  <a:lnTo>
                    <a:pt x="1546005" y="2339529"/>
                  </a:lnTo>
                  <a:lnTo>
                    <a:pt x="1546342" y="2338205"/>
                  </a:lnTo>
                  <a:lnTo>
                    <a:pt x="1546678" y="2337221"/>
                  </a:lnTo>
                  <a:lnTo>
                    <a:pt x="1547015" y="2335781"/>
                  </a:lnTo>
                  <a:lnTo>
                    <a:pt x="1547351" y="2334578"/>
                  </a:lnTo>
                  <a:lnTo>
                    <a:pt x="1547688" y="2333423"/>
                  </a:lnTo>
                  <a:lnTo>
                    <a:pt x="1548024" y="2332341"/>
                  </a:lnTo>
                  <a:lnTo>
                    <a:pt x="1548361" y="2330855"/>
                  </a:lnTo>
                  <a:lnTo>
                    <a:pt x="1548697" y="2328264"/>
                  </a:lnTo>
                  <a:lnTo>
                    <a:pt x="1549033" y="2325335"/>
                  </a:lnTo>
                  <a:lnTo>
                    <a:pt x="1549370" y="2321816"/>
                  </a:lnTo>
                  <a:lnTo>
                    <a:pt x="1549706" y="2318566"/>
                  </a:lnTo>
                  <a:lnTo>
                    <a:pt x="1550043" y="2314592"/>
                  </a:lnTo>
                  <a:lnTo>
                    <a:pt x="1550379" y="2310351"/>
                  </a:lnTo>
                  <a:lnTo>
                    <a:pt x="1550716" y="2306601"/>
                  </a:lnTo>
                  <a:lnTo>
                    <a:pt x="1551052" y="2302464"/>
                  </a:lnTo>
                  <a:lnTo>
                    <a:pt x="1551389" y="2296960"/>
                  </a:lnTo>
                  <a:lnTo>
                    <a:pt x="1551725" y="2293472"/>
                  </a:lnTo>
                  <a:lnTo>
                    <a:pt x="1552062" y="2288861"/>
                  </a:lnTo>
                  <a:lnTo>
                    <a:pt x="1552398" y="2283607"/>
                  </a:lnTo>
                  <a:lnTo>
                    <a:pt x="1552735" y="2277791"/>
                  </a:lnTo>
                  <a:lnTo>
                    <a:pt x="1553071" y="2271808"/>
                  </a:lnTo>
                  <a:lnTo>
                    <a:pt x="1553407" y="2265867"/>
                  </a:lnTo>
                  <a:lnTo>
                    <a:pt x="1553744" y="2260515"/>
                  </a:lnTo>
                  <a:lnTo>
                    <a:pt x="1554080" y="2257620"/>
                  </a:lnTo>
                  <a:lnTo>
                    <a:pt x="1554417" y="2254484"/>
                  </a:lnTo>
                  <a:lnTo>
                    <a:pt x="1554753" y="2251060"/>
                  </a:lnTo>
                  <a:lnTo>
                    <a:pt x="1555090" y="2249153"/>
                  </a:lnTo>
                  <a:lnTo>
                    <a:pt x="1555426" y="2247268"/>
                  </a:lnTo>
                  <a:lnTo>
                    <a:pt x="1555763" y="2244929"/>
                  </a:lnTo>
                  <a:lnTo>
                    <a:pt x="1556099" y="2243345"/>
                  </a:lnTo>
                  <a:lnTo>
                    <a:pt x="1556436" y="2243028"/>
                  </a:lnTo>
                  <a:lnTo>
                    <a:pt x="1556772" y="2242826"/>
                  </a:lnTo>
                  <a:lnTo>
                    <a:pt x="1557109" y="2242796"/>
                  </a:lnTo>
                  <a:lnTo>
                    <a:pt x="1557445" y="2242925"/>
                  </a:lnTo>
                  <a:lnTo>
                    <a:pt x="1557781" y="2243224"/>
                  </a:lnTo>
                  <a:lnTo>
                    <a:pt x="1558118" y="2243661"/>
                  </a:lnTo>
                  <a:lnTo>
                    <a:pt x="1558454" y="2243929"/>
                  </a:lnTo>
                  <a:lnTo>
                    <a:pt x="1558791" y="2243813"/>
                  </a:lnTo>
                  <a:lnTo>
                    <a:pt x="1559127" y="2243146"/>
                  </a:lnTo>
                  <a:lnTo>
                    <a:pt x="1559464" y="2242443"/>
                  </a:lnTo>
                  <a:lnTo>
                    <a:pt x="1559800" y="2241473"/>
                  </a:lnTo>
                  <a:lnTo>
                    <a:pt x="1560137" y="2240197"/>
                  </a:lnTo>
                  <a:lnTo>
                    <a:pt x="1560473" y="2238593"/>
                  </a:lnTo>
                  <a:lnTo>
                    <a:pt x="1560810" y="2236935"/>
                  </a:lnTo>
                  <a:lnTo>
                    <a:pt x="1561146" y="2235275"/>
                  </a:lnTo>
                  <a:lnTo>
                    <a:pt x="1561483" y="2233173"/>
                  </a:lnTo>
                  <a:lnTo>
                    <a:pt x="1561819" y="2231044"/>
                  </a:lnTo>
                  <a:lnTo>
                    <a:pt x="1562155" y="2228895"/>
                  </a:lnTo>
                  <a:lnTo>
                    <a:pt x="1562492" y="2226778"/>
                  </a:lnTo>
                  <a:lnTo>
                    <a:pt x="1562828" y="2224668"/>
                  </a:lnTo>
                  <a:lnTo>
                    <a:pt x="1563165" y="2222531"/>
                  </a:lnTo>
                  <a:lnTo>
                    <a:pt x="1563501" y="2220681"/>
                  </a:lnTo>
                  <a:lnTo>
                    <a:pt x="1563838" y="2219111"/>
                  </a:lnTo>
                  <a:lnTo>
                    <a:pt x="1564174" y="2217173"/>
                  </a:lnTo>
                  <a:lnTo>
                    <a:pt x="1564511" y="2214566"/>
                  </a:lnTo>
                  <a:lnTo>
                    <a:pt x="1564847" y="2211782"/>
                  </a:lnTo>
                  <a:lnTo>
                    <a:pt x="1565184" y="2208189"/>
                  </a:lnTo>
                  <a:lnTo>
                    <a:pt x="1565520" y="2204082"/>
                  </a:lnTo>
                  <a:lnTo>
                    <a:pt x="1565857" y="2199818"/>
                  </a:lnTo>
                  <a:lnTo>
                    <a:pt x="1566193" y="2196257"/>
                  </a:lnTo>
                  <a:lnTo>
                    <a:pt x="1566529" y="2193415"/>
                  </a:lnTo>
                  <a:lnTo>
                    <a:pt x="1566866" y="2190804"/>
                  </a:lnTo>
                  <a:lnTo>
                    <a:pt x="1567202" y="2187997"/>
                  </a:lnTo>
                  <a:lnTo>
                    <a:pt x="1567539" y="2185912"/>
                  </a:lnTo>
                  <a:lnTo>
                    <a:pt x="1567875" y="2183734"/>
                  </a:lnTo>
                  <a:lnTo>
                    <a:pt x="1568212" y="2180785"/>
                  </a:lnTo>
                  <a:lnTo>
                    <a:pt x="1568548" y="2178079"/>
                  </a:lnTo>
                  <a:lnTo>
                    <a:pt x="1568885" y="2175934"/>
                  </a:lnTo>
                  <a:lnTo>
                    <a:pt x="1569221" y="2174201"/>
                  </a:lnTo>
                  <a:lnTo>
                    <a:pt x="1569558" y="2173041"/>
                  </a:lnTo>
                  <a:lnTo>
                    <a:pt x="1569894" y="2171793"/>
                  </a:lnTo>
                  <a:lnTo>
                    <a:pt x="1570230" y="2170334"/>
                  </a:lnTo>
                  <a:lnTo>
                    <a:pt x="1570567" y="2168176"/>
                  </a:lnTo>
                  <a:lnTo>
                    <a:pt x="1570903" y="2166537"/>
                  </a:lnTo>
                  <a:lnTo>
                    <a:pt x="1571240" y="2164863"/>
                  </a:lnTo>
                  <a:lnTo>
                    <a:pt x="1571576" y="2163074"/>
                  </a:lnTo>
                  <a:lnTo>
                    <a:pt x="1571913" y="2159525"/>
                  </a:lnTo>
                  <a:lnTo>
                    <a:pt x="1572249" y="2155954"/>
                  </a:lnTo>
                  <a:lnTo>
                    <a:pt x="1572586" y="2152398"/>
                  </a:lnTo>
                  <a:lnTo>
                    <a:pt x="1572922" y="2149646"/>
                  </a:lnTo>
                  <a:lnTo>
                    <a:pt x="1573259" y="2147836"/>
                  </a:lnTo>
                  <a:lnTo>
                    <a:pt x="1573595" y="2145759"/>
                  </a:lnTo>
                  <a:lnTo>
                    <a:pt x="1573932" y="2142778"/>
                  </a:lnTo>
                  <a:lnTo>
                    <a:pt x="1574268" y="2139660"/>
                  </a:lnTo>
                  <a:lnTo>
                    <a:pt x="1574604" y="2135917"/>
                  </a:lnTo>
                  <a:lnTo>
                    <a:pt x="1574941" y="2131506"/>
                  </a:lnTo>
                  <a:lnTo>
                    <a:pt x="1575277" y="2127195"/>
                  </a:lnTo>
                  <a:lnTo>
                    <a:pt x="1575614" y="2122906"/>
                  </a:lnTo>
                  <a:lnTo>
                    <a:pt x="1575950" y="2118840"/>
                  </a:lnTo>
                  <a:lnTo>
                    <a:pt x="1576287" y="2115068"/>
                  </a:lnTo>
                  <a:lnTo>
                    <a:pt x="1576623" y="2111634"/>
                  </a:lnTo>
                  <a:lnTo>
                    <a:pt x="1576960" y="2108875"/>
                  </a:lnTo>
                  <a:lnTo>
                    <a:pt x="1577296" y="2106490"/>
                  </a:lnTo>
                  <a:lnTo>
                    <a:pt x="1577633" y="2104349"/>
                  </a:lnTo>
                  <a:lnTo>
                    <a:pt x="1577969" y="2102287"/>
                  </a:lnTo>
                  <a:lnTo>
                    <a:pt x="1578306" y="2100326"/>
                  </a:lnTo>
                  <a:lnTo>
                    <a:pt x="1578642" y="2098530"/>
                  </a:lnTo>
                  <a:lnTo>
                    <a:pt x="1578978" y="2096670"/>
                  </a:lnTo>
                  <a:lnTo>
                    <a:pt x="1579315" y="2094710"/>
                  </a:lnTo>
                  <a:lnTo>
                    <a:pt x="1579651" y="2093073"/>
                  </a:lnTo>
                  <a:lnTo>
                    <a:pt x="1579988" y="2092080"/>
                  </a:lnTo>
                  <a:lnTo>
                    <a:pt x="1580324" y="2091188"/>
                  </a:lnTo>
                  <a:lnTo>
                    <a:pt x="1580661" y="2089785"/>
                  </a:lnTo>
                  <a:lnTo>
                    <a:pt x="1580997" y="2087796"/>
                  </a:lnTo>
                  <a:lnTo>
                    <a:pt x="1581334" y="2084844"/>
                  </a:lnTo>
                  <a:lnTo>
                    <a:pt x="1581670" y="2082196"/>
                  </a:lnTo>
                  <a:lnTo>
                    <a:pt x="1582007" y="2078663"/>
                  </a:lnTo>
                  <a:lnTo>
                    <a:pt x="1582343" y="2074587"/>
                  </a:lnTo>
                  <a:lnTo>
                    <a:pt x="1582680" y="2071107"/>
                  </a:lnTo>
                  <a:lnTo>
                    <a:pt x="1583016" y="2067050"/>
                  </a:lnTo>
                  <a:lnTo>
                    <a:pt x="1583352" y="2062226"/>
                  </a:lnTo>
                  <a:lnTo>
                    <a:pt x="1583689" y="2056803"/>
                  </a:lnTo>
                  <a:lnTo>
                    <a:pt x="1584025" y="2051083"/>
                  </a:lnTo>
                  <a:lnTo>
                    <a:pt x="1584362" y="2046140"/>
                  </a:lnTo>
                  <a:lnTo>
                    <a:pt x="1584698" y="2040832"/>
                  </a:lnTo>
                  <a:lnTo>
                    <a:pt x="1585035" y="2035542"/>
                  </a:lnTo>
                  <a:lnTo>
                    <a:pt x="1585371" y="2030098"/>
                  </a:lnTo>
                  <a:lnTo>
                    <a:pt x="1585708" y="2024745"/>
                  </a:lnTo>
                  <a:lnTo>
                    <a:pt x="1586044" y="2019707"/>
                  </a:lnTo>
                  <a:lnTo>
                    <a:pt x="1586381" y="2015447"/>
                  </a:lnTo>
                  <a:lnTo>
                    <a:pt x="1586717" y="2011864"/>
                  </a:lnTo>
                  <a:lnTo>
                    <a:pt x="1587054" y="2008386"/>
                  </a:lnTo>
                  <a:lnTo>
                    <a:pt x="1587390" y="2003284"/>
                  </a:lnTo>
                  <a:lnTo>
                    <a:pt x="1587726" y="1998799"/>
                  </a:lnTo>
                  <a:lnTo>
                    <a:pt x="1588063" y="1994760"/>
                  </a:lnTo>
                  <a:lnTo>
                    <a:pt x="1588399" y="1990839"/>
                  </a:lnTo>
                  <a:lnTo>
                    <a:pt x="1588736" y="1985581"/>
                  </a:lnTo>
                  <a:lnTo>
                    <a:pt x="1589072" y="1980784"/>
                  </a:lnTo>
                  <a:lnTo>
                    <a:pt x="1589409" y="1975752"/>
                  </a:lnTo>
                  <a:lnTo>
                    <a:pt x="1589745" y="1970523"/>
                  </a:lnTo>
                  <a:lnTo>
                    <a:pt x="1590082" y="1965734"/>
                  </a:lnTo>
                  <a:lnTo>
                    <a:pt x="1590418" y="1960906"/>
                  </a:lnTo>
                  <a:lnTo>
                    <a:pt x="1590755" y="1955868"/>
                  </a:lnTo>
                  <a:lnTo>
                    <a:pt x="1591091" y="1950834"/>
                  </a:lnTo>
                  <a:lnTo>
                    <a:pt x="1591428" y="1945107"/>
                  </a:lnTo>
                  <a:lnTo>
                    <a:pt x="1591764" y="1938927"/>
                  </a:lnTo>
                  <a:lnTo>
                    <a:pt x="1592100" y="1933422"/>
                  </a:lnTo>
                  <a:lnTo>
                    <a:pt x="1592437" y="1928590"/>
                  </a:lnTo>
                  <a:lnTo>
                    <a:pt x="1592773" y="1923367"/>
                  </a:lnTo>
                  <a:lnTo>
                    <a:pt x="1593110" y="1917933"/>
                  </a:lnTo>
                  <a:lnTo>
                    <a:pt x="1593446" y="1912555"/>
                  </a:lnTo>
                  <a:lnTo>
                    <a:pt x="1593783" y="1907276"/>
                  </a:lnTo>
                  <a:lnTo>
                    <a:pt x="1594119" y="1902701"/>
                  </a:lnTo>
                  <a:lnTo>
                    <a:pt x="1594456" y="1897659"/>
                  </a:lnTo>
                  <a:lnTo>
                    <a:pt x="1594792" y="1892798"/>
                  </a:lnTo>
                  <a:lnTo>
                    <a:pt x="1595129" y="1888169"/>
                  </a:lnTo>
                  <a:lnTo>
                    <a:pt x="1595465" y="1883736"/>
                  </a:lnTo>
                  <a:lnTo>
                    <a:pt x="1595802" y="1879760"/>
                  </a:lnTo>
                  <a:lnTo>
                    <a:pt x="1596138" y="1875821"/>
                  </a:lnTo>
                  <a:lnTo>
                    <a:pt x="1596474" y="1872101"/>
                  </a:lnTo>
                  <a:lnTo>
                    <a:pt x="1596811" y="1868504"/>
                  </a:lnTo>
                  <a:lnTo>
                    <a:pt x="1597147" y="1862600"/>
                  </a:lnTo>
                  <a:lnTo>
                    <a:pt x="1597484" y="1856941"/>
                  </a:lnTo>
                  <a:lnTo>
                    <a:pt x="1597820" y="1851680"/>
                  </a:lnTo>
                  <a:lnTo>
                    <a:pt x="1598157" y="1846460"/>
                  </a:lnTo>
                  <a:lnTo>
                    <a:pt x="1598493" y="1840565"/>
                  </a:lnTo>
                  <a:lnTo>
                    <a:pt x="1598830" y="1834425"/>
                  </a:lnTo>
                  <a:lnTo>
                    <a:pt x="1599166" y="1828256"/>
                  </a:lnTo>
                  <a:lnTo>
                    <a:pt x="1599503" y="1821853"/>
                  </a:lnTo>
                  <a:lnTo>
                    <a:pt x="1599839" y="1815151"/>
                  </a:lnTo>
                  <a:lnTo>
                    <a:pt x="1600176" y="1808335"/>
                  </a:lnTo>
                  <a:lnTo>
                    <a:pt x="1600512" y="1802336"/>
                  </a:lnTo>
                  <a:lnTo>
                    <a:pt x="1600848" y="1795805"/>
                  </a:lnTo>
                  <a:lnTo>
                    <a:pt x="1601185" y="1790925"/>
                  </a:lnTo>
                  <a:lnTo>
                    <a:pt x="1601521" y="1785949"/>
                  </a:lnTo>
                  <a:lnTo>
                    <a:pt x="1601858" y="1780920"/>
                  </a:lnTo>
                  <a:lnTo>
                    <a:pt x="1602194" y="1775718"/>
                  </a:lnTo>
                  <a:lnTo>
                    <a:pt x="1602531" y="1770157"/>
                  </a:lnTo>
                  <a:lnTo>
                    <a:pt x="1602867" y="1764773"/>
                  </a:lnTo>
                  <a:lnTo>
                    <a:pt x="1603204" y="1759813"/>
                  </a:lnTo>
                  <a:lnTo>
                    <a:pt x="1603540" y="1755521"/>
                  </a:lnTo>
                  <a:lnTo>
                    <a:pt x="1603877" y="1751588"/>
                  </a:lnTo>
                  <a:lnTo>
                    <a:pt x="1604213" y="1747721"/>
                  </a:lnTo>
                  <a:lnTo>
                    <a:pt x="1604549" y="1744320"/>
                  </a:lnTo>
                  <a:lnTo>
                    <a:pt x="1604886" y="1741451"/>
                  </a:lnTo>
                  <a:lnTo>
                    <a:pt x="1605222" y="1738957"/>
                  </a:lnTo>
                  <a:lnTo>
                    <a:pt x="1605559" y="1736000"/>
                  </a:lnTo>
                  <a:lnTo>
                    <a:pt x="1605895" y="1733437"/>
                  </a:lnTo>
                  <a:lnTo>
                    <a:pt x="1606232" y="1731468"/>
                  </a:lnTo>
                  <a:lnTo>
                    <a:pt x="1606568" y="1730149"/>
                  </a:lnTo>
                  <a:lnTo>
                    <a:pt x="1606905" y="1729252"/>
                  </a:lnTo>
                  <a:lnTo>
                    <a:pt x="1607241" y="1727765"/>
                  </a:lnTo>
                  <a:lnTo>
                    <a:pt x="1607578" y="1726608"/>
                  </a:lnTo>
                  <a:lnTo>
                    <a:pt x="1607914" y="1724877"/>
                  </a:lnTo>
                  <a:lnTo>
                    <a:pt x="1608251" y="1722599"/>
                  </a:lnTo>
                  <a:lnTo>
                    <a:pt x="1608587" y="1719984"/>
                  </a:lnTo>
                  <a:lnTo>
                    <a:pt x="1608923" y="1717513"/>
                  </a:lnTo>
                  <a:lnTo>
                    <a:pt x="1609260" y="1715128"/>
                  </a:lnTo>
                  <a:lnTo>
                    <a:pt x="1609596" y="1713037"/>
                  </a:lnTo>
                  <a:lnTo>
                    <a:pt x="1609933" y="1710918"/>
                  </a:lnTo>
                  <a:lnTo>
                    <a:pt x="1610269" y="1708669"/>
                  </a:lnTo>
                  <a:lnTo>
                    <a:pt x="1610606" y="1707131"/>
                  </a:lnTo>
                  <a:lnTo>
                    <a:pt x="1610942" y="1705393"/>
                  </a:lnTo>
                  <a:lnTo>
                    <a:pt x="1611279" y="1702806"/>
                  </a:lnTo>
                  <a:lnTo>
                    <a:pt x="1611615" y="1699710"/>
                  </a:lnTo>
                  <a:lnTo>
                    <a:pt x="1611952" y="1696384"/>
                  </a:lnTo>
                  <a:lnTo>
                    <a:pt x="1612288" y="1693309"/>
                  </a:lnTo>
                  <a:lnTo>
                    <a:pt x="1612625" y="1690385"/>
                  </a:lnTo>
                  <a:lnTo>
                    <a:pt x="1612961" y="1688409"/>
                  </a:lnTo>
                  <a:lnTo>
                    <a:pt x="1613297" y="1686951"/>
                  </a:lnTo>
                  <a:lnTo>
                    <a:pt x="1613634" y="1684946"/>
                  </a:lnTo>
                  <a:lnTo>
                    <a:pt x="1613970" y="1682346"/>
                  </a:lnTo>
                  <a:lnTo>
                    <a:pt x="1614307" y="1679651"/>
                  </a:lnTo>
                  <a:lnTo>
                    <a:pt x="1614643" y="1676519"/>
                  </a:lnTo>
                  <a:lnTo>
                    <a:pt x="1614980" y="1673602"/>
                  </a:lnTo>
                  <a:lnTo>
                    <a:pt x="1615316" y="1671181"/>
                  </a:lnTo>
                  <a:lnTo>
                    <a:pt x="1615653" y="1669478"/>
                  </a:lnTo>
                  <a:lnTo>
                    <a:pt x="1615989" y="1669033"/>
                  </a:lnTo>
                  <a:lnTo>
                    <a:pt x="1616326" y="1669637"/>
                  </a:lnTo>
                  <a:lnTo>
                    <a:pt x="1616662" y="1670836"/>
                  </a:lnTo>
                  <a:lnTo>
                    <a:pt x="1616999" y="1672201"/>
                  </a:lnTo>
                  <a:lnTo>
                    <a:pt x="1617335" y="1673825"/>
                  </a:lnTo>
                  <a:lnTo>
                    <a:pt x="1617671" y="1675406"/>
                  </a:lnTo>
                  <a:lnTo>
                    <a:pt x="1618008" y="1676864"/>
                  </a:lnTo>
                  <a:lnTo>
                    <a:pt x="1618344" y="1679034"/>
                  </a:lnTo>
                  <a:lnTo>
                    <a:pt x="1618681" y="1682554"/>
                  </a:lnTo>
                  <a:lnTo>
                    <a:pt x="1619017" y="1685270"/>
                  </a:lnTo>
                  <a:lnTo>
                    <a:pt x="1619354" y="1688586"/>
                  </a:lnTo>
                  <a:lnTo>
                    <a:pt x="1619690" y="1692256"/>
                  </a:lnTo>
                  <a:lnTo>
                    <a:pt x="1620027" y="1695895"/>
                  </a:lnTo>
                  <a:lnTo>
                    <a:pt x="1620363" y="1699278"/>
                  </a:lnTo>
                  <a:lnTo>
                    <a:pt x="1620700" y="1701828"/>
                  </a:lnTo>
                  <a:lnTo>
                    <a:pt x="1621036" y="1703462"/>
                  </a:lnTo>
                  <a:lnTo>
                    <a:pt x="1621373" y="1703254"/>
                  </a:lnTo>
                  <a:lnTo>
                    <a:pt x="1621709" y="1702998"/>
                  </a:lnTo>
                  <a:lnTo>
                    <a:pt x="1622045" y="1702986"/>
                  </a:lnTo>
                  <a:lnTo>
                    <a:pt x="1622382" y="1701438"/>
                  </a:lnTo>
                  <a:lnTo>
                    <a:pt x="1622718" y="1700127"/>
                  </a:lnTo>
                  <a:lnTo>
                    <a:pt x="1623055" y="1698411"/>
                  </a:lnTo>
                  <a:lnTo>
                    <a:pt x="1623391" y="1695350"/>
                  </a:lnTo>
                  <a:lnTo>
                    <a:pt x="1623728" y="1691090"/>
                  </a:lnTo>
                  <a:lnTo>
                    <a:pt x="1624064" y="1685595"/>
                  </a:lnTo>
                  <a:lnTo>
                    <a:pt x="1624401" y="1682177"/>
                  </a:lnTo>
                  <a:lnTo>
                    <a:pt x="1624737" y="1678789"/>
                  </a:lnTo>
                  <a:lnTo>
                    <a:pt x="1625074" y="1675071"/>
                  </a:lnTo>
                  <a:lnTo>
                    <a:pt x="1625410" y="1670418"/>
                  </a:lnTo>
                  <a:lnTo>
                    <a:pt x="1625747" y="1665540"/>
                  </a:lnTo>
                  <a:lnTo>
                    <a:pt x="1626083" y="1660947"/>
                  </a:lnTo>
                  <a:lnTo>
                    <a:pt x="1626419" y="1656010"/>
                  </a:lnTo>
                  <a:lnTo>
                    <a:pt x="1626756" y="1650771"/>
                  </a:lnTo>
                  <a:lnTo>
                    <a:pt x="1627092" y="1645771"/>
                  </a:lnTo>
                  <a:lnTo>
                    <a:pt x="1627429" y="1641122"/>
                  </a:lnTo>
                  <a:lnTo>
                    <a:pt x="1627765" y="1636705"/>
                  </a:lnTo>
                  <a:lnTo>
                    <a:pt x="1628102" y="1632331"/>
                  </a:lnTo>
                  <a:lnTo>
                    <a:pt x="1628438" y="1628052"/>
                  </a:lnTo>
                  <a:lnTo>
                    <a:pt x="1628775" y="1624431"/>
                  </a:lnTo>
                  <a:lnTo>
                    <a:pt x="1629111" y="1621030"/>
                  </a:lnTo>
                  <a:lnTo>
                    <a:pt x="1629448" y="1617988"/>
                  </a:lnTo>
                  <a:lnTo>
                    <a:pt x="1629784" y="1616398"/>
                  </a:lnTo>
                  <a:lnTo>
                    <a:pt x="1630121" y="1615332"/>
                  </a:lnTo>
                  <a:lnTo>
                    <a:pt x="1630457" y="1614904"/>
                  </a:lnTo>
                  <a:lnTo>
                    <a:pt x="1630793" y="1614607"/>
                  </a:lnTo>
                  <a:lnTo>
                    <a:pt x="1631130" y="1613018"/>
                  </a:lnTo>
                  <a:lnTo>
                    <a:pt x="1631466" y="1611870"/>
                  </a:lnTo>
                  <a:lnTo>
                    <a:pt x="1631803" y="1611782"/>
                  </a:lnTo>
                  <a:lnTo>
                    <a:pt x="1632139" y="1612360"/>
                  </a:lnTo>
                  <a:lnTo>
                    <a:pt x="1632476" y="1614879"/>
                  </a:lnTo>
                  <a:lnTo>
                    <a:pt x="1632812" y="1618000"/>
                  </a:lnTo>
                  <a:lnTo>
                    <a:pt x="1633149" y="1621658"/>
                  </a:lnTo>
                  <a:lnTo>
                    <a:pt x="1633485" y="1625061"/>
                  </a:lnTo>
                  <a:lnTo>
                    <a:pt x="1633822" y="1628238"/>
                  </a:lnTo>
                  <a:lnTo>
                    <a:pt x="1634158" y="1631673"/>
                  </a:lnTo>
                  <a:lnTo>
                    <a:pt x="1634495" y="1635199"/>
                  </a:lnTo>
                  <a:lnTo>
                    <a:pt x="1634831" y="1638286"/>
                  </a:lnTo>
                  <a:lnTo>
                    <a:pt x="1635167" y="1641082"/>
                  </a:lnTo>
                  <a:lnTo>
                    <a:pt x="1635504" y="1644754"/>
                  </a:lnTo>
                  <a:lnTo>
                    <a:pt x="1635840" y="1648400"/>
                  </a:lnTo>
                  <a:lnTo>
                    <a:pt x="1636177" y="1652241"/>
                  </a:lnTo>
                  <a:lnTo>
                    <a:pt x="1636513" y="1655915"/>
                  </a:lnTo>
                  <a:lnTo>
                    <a:pt x="1636850" y="1659064"/>
                  </a:lnTo>
                  <a:lnTo>
                    <a:pt x="1637186" y="1661981"/>
                  </a:lnTo>
                  <a:lnTo>
                    <a:pt x="1637523" y="1664686"/>
                  </a:lnTo>
                  <a:lnTo>
                    <a:pt x="1637859" y="1668081"/>
                  </a:lnTo>
                  <a:lnTo>
                    <a:pt x="1638196" y="1671065"/>
                  </a:lnTo>
                  <a:lnTo>
                    <a:pt x="1638532" y="1673372"/>
                  </a:lnTo>
                  <a:lnTo>
                    <a:pt x="1638868" y="1675894"/>
                  </a:lnTo>
                  <a:lnTo>
                    <a:pt x="1639205" y="1680154"/>
                  </a:lnTo>
                  <a:lnTo>
                    <a:pt x="1639541" y="1684846"/>
                  </a:lnTo>
                  <a:lnTo>
                    <a:pt x="1639878" y="1689243"/>
                  </a:lnTo>
                  <a:lnTo>
                    <a:pt x="1640214" y="1692677"/>
                  </a:lnTo>
                  <a:lnTo>
                    <a:pt x="1640551" y="1695191"/>
                  </a:lnTo>
                  <a:lnTo>
                    <a:pt x="1640887" y="1697957"/>
                  </a:lnTo>
                  <a:lnTo>
                    <a:pt x="1641224" y="1701427"/>
                  </a:lnTo>
                  <a:lnTo>
                    <a:pt x="1641560" y="1705580"/>
                  </a:lnTo>
                  <a:lnTo>
                    <a:pt x="1641897" y="1710372"/>
                  </a:lnTo>
                  <a:lnTo>
                    <a:pt x="1642233" y="1715307"/>
                  </a:lnTo>
                  <a:lnTo>
                    <a:pt x="1642570" y="1720293"/>
                  </a:lnTo>
                  <a:lnTo>
                    <a:pt x="1642906" y="1725056"/>
                  </a:lnTo>
                  <a:lnTo>
                    <a:pt x="1643242" y="1729115"/>
                  </a:lnTo>
                  <a:lnTo>
                    <a:pt x="1643579" y="1732334"/>
                  </a:lnTo>
                  <a:lnTo>
                    <a:pt x="1643915" y="1734575"/>
                  </a:lnTo>
                  <a:lnTo>
                    <a:pt x="1644252" y="1736206"/>
                  </a:lnTo>
                  <a:lnTo>
                    <a:pt x="1644588" y="1737614"/>
                  </a:lnTo>
                  <a:lnTo>
                    <a:pt x="1644925" y="1738211"/>
                  </a:lnTo>
                  <a:lnTo>
                    <a:pt x="1645261" y="1738139"/>
                  </a:lnTo>
                  <a:lnTo>
                    <a:pt x="1645598" y="1737456"/>
                  </a:lnTo>
                  <a:lnTo>
                    <a:pt x="1645934" y="1735861"/>
                  </a:lnTo>
                  <a:lnTo>
                    <a:pt x="1646271" y="1732363"/>
                  </a:lnTo>
                  <a:lnTo>
                    <a:pt x="1646607" y="1727578"/>
                  </a:lnTo>
                  <a:lnTo>
                    <a:pt x="1646944" y="1722211"/>
                  </a:lnTo>
                  <a:lnTo>
                    <a:pt x="1647280" y="1715796"/>
                  </a:lnTo>
                  <a:lnTo>
                    <a:pt x="1647616" y="1707972"/>
                  </a:lnTo>
                  <a:lnTo>
                    <a:pt x="1647953" y="1699473"/>
                  </a:lnTo>
                  <a:lnTo>
                    <a:pt x="1648289" y="1690306"/>
                  </a:lnTo>
                  <a:lnTo>
                    <a:pt x="1648626" y="1684727"/>
                  </a:lnTo>
                  <a:lnTo>
                    <a:pt x="1648962" y="1678834"/>
                  </a:lnTo>
                  <a:lnTo>
                    <a:pt x="1649299" y="1672790"/>
                  </a:lnTo>
                  <a:lnTo>
                    <a:pt x="1649635" y="1668439"/>
                  </a:lnTo>
                  <a:lnTo>
                    <a:pt x="1649972" y="1663141"/>
                  </a:lnTo>
                  <a:lnTo>
                    <a:pt x="1650308" y="1659506"/>
                  </a:lnTo>
                  <a:lnTo>
                    <a:pt x="1650645" y="1656649"/>
                  </a:lnTo>
                  <a:lnTo>
                    <a:pt x="1650981" y="1655115"/>
                  </a:lnTo>
                  <a:lnTo>
                    <a:pt x="1651318" y="1654767"/>
                  </a:lnTo>
                  <a:lnTo>
                    <a:pt x="1651654" y="1654032"/>
                  </a:lnTo>
                  <a:lnTo>
                    <a:pt x="1651990" y="1653950"/>
                  </a:lnTo>
                  <a:lnTo>
                    <a:pt x="1652327" y="1654140"/>
                  </a:lnTo>
                  <a:lnTo>
                    <a:pt x="1652663" y="1654865"/>
                  </a:lnTo>
                  <a:lnTo>
                    <a:pt x="1653000" y="1655950"/>
                  </a:lnTo>
                  <a:lnTo>
                    <a:pt x="1653336" y="1657308"/>
                  </a:lnTo>
                  <a:lnTo>
                    <a:pt x="1653673" y="1658545"/>
                  </a:lnTo>
                  <a:lnTo>
                    <a:pt x="1654009" y="1659121"/>
                  </a:lnTo>
                  <a:lnTo>
                    <a:pt x="1654346" y="1659985"/>
                  </a:lnTo>
                  <a:lnTo>
                    <a:pt x="1654682" y="1662259"/>
                  </a:lnTo>
                  <a:lnTo>
                    <a:pt x="1655019" y="1664189"/>
                  </a:lnTo>
                  <a:lnTo>
                    <a:pt x="1655355" y="1665513"/>
                  </a:lnTo>
                  <a:lnTo>
                    <a:pt x="1655692" y="1666708"/>
                  </a:lnTo>
                  <a:lnTo>
                    <a:pt x="1656028" y="1669369"/>
                  </a:lnTo>
                  <a:lnTo>
                    <a:pt x="1656364" y="1672647"/>
                  </a:lnTo>
                  <a:lnTo>
                    <a:pt x="1656701" y="1675464"/>
                  </a:lnTo>
                  <a:lnTo>
                    <a:pt x="1657037" y="1679154"/>
                  </a:lnTo>
                  <a:lnTo>
                    <a:pt x="1657374" y="1683037"/>
                  </a:lnTo>
                  <a:lnTo>
                    <a:pt x="1657710" y="1685997"/>
                  </a:lnTo>
                  <a:lnTo>
                    <a:pt x="1658047" y="1689001"/>
                  </a:lnTo>
                  <a:lnTo>
                    <a:pt x="1658383" y="1691819"/>
                  </a:lnTo>
                  <a:lnTo>
                    <a:pt x="1658720" y="1694924"/>
                  </a:lnTo>
                  <a:lnTo>
                    <a:pt x="1659056" y="1698413"/>
                  </a:lnTo>
                  <a:lnTo>
                    <a:pt x="1659393" y="1701429"/>
                  </a:lnTo>
                  <a:lnTo>
                    <a:pt x="1659729" y="1704096"/>
                  </a:lnTo>
                  <a:lnTo>
                    <a:pt x="1660066" y="1705776"/>
                  </a:lnTo>
                  <a:lnTo>
                    <a:pt x="1660402" y="1707497"/>
                  </a:lnTo>
                  <a:lnTo>
                    <a:pt x="1660738" y="1708773"/>
                  </a:lnTo>
                  <a:lnTo>
                    <a:pt x="1661075" y="1709271"/>
                  </a:lnTo>
                  <a:lnTo>
                    <a:pt x="1661411" y="1706920"/>
                  </a:lnTo>
                  <a:lnTo>
                    <a:pt x="1661748" y="1704488"/>
                  </a:lnTo>
                  <a:lnTo>
                    <a:pt x="1662084" y="1702086"/>
                  </a:lnTo>
                  <a:lnTo>
                    <a:pt x="1662421" y="1699805"/>
                  </a:lnTo>
                  <a:lnTo>
                    <a:pt x="1662757" y="1697061"/>
                  </a:lnTo>
                  <a:lnTo>
                    <a:pt x="1663094" y="1694243"/>
                  </a:lnTo>
                  <a:lnTo>
                    <a:pt x="1663430" y="1691728"/>
                  </a:lnTo>
                  <a:lnTo>
                    <a:pt x="1663767" y="1688912"/>
                  </a:lnTo>
                  <a:lnTo>
                    <a:pt x="1664103" y="1685688"/>
                  </a:lnTo>
                  <a:lnTo>
                    <a:pt x="1664440" y="1683784"/>
                  </a:lnTo>
                  <a:lnTo>
                    <a:pt x="1664776" y="1680594"/>
                  </a:lnTo>
                  <a:lnTo>
                    <a:pt x="1665112" y="1679701"/>
                  </a:lnTo>
                  <a:lnTo>
                    <a:pt x="1665449" y="1678684"/>
                  </a:lnTo>
                  <a:lnTo>
                    <a:pt x="1665785" y="1678157"/>
                  </a:lnTo>
                  <a:lnTo>
                    <a:pt x="1666122" y="1678368"/>
                  </a:lnTo>
                  <a:lnTo>
                    <a:pt x="1666458" y="1678482"/>
                  </a:lnTo>
                  <a:lnTo>
                    <a:pt x="1666795" y="1678460"/>
                  </a:lnTo>
                  <a:lnTo>
                    <a:pt x="1667131" y="1678556"/>
                  </a:lnTo>
                  <a:lnTo>
                    <a:pt x="1667468" y="1678577"/>
                  </a:lnTo>
                  <a:lnTo>
                    <a:pt x="1667804" y="1678012"/>
                  </a:lnTo>
                  <a:lnTo>
                    <a:pt x="1668141" y="1677363"/>
                  </a:lnTo>
                  <a:lnTo>
                    <a:pt x="1668477" y="1674770"/>
                  </a:lnTo>
                  <a:lnTo>
                    <a:pt x="1668814" y="1672103"/>
                  </a:lnTo>
                  <a:lnTo>
                    <a:pt x="1669150" y="1669926"/>
                  </a:lnTo>
                  <a:lnTo>
                    <a:pt x="1669486" y="1668220"/>
                  </a:lnTo>
                  <a:lnTo>
                    <a:pt x="1669823" y="1667398"/>
                  </a:lnTo>
                  <a:lnTo>
                    <a:pt x="1670159" y="1665899"/>
                  </a:lnTo>
                  <a:lnTo>
                    <a:pt x="1670496" y="1663840"/>
                  </a:lnTo>
                  <a:lnTo>
                    <a:pt x="1670832" y="1658728"/>
                  </a:lnTo>
                  <a:lnTo>
                    <a:pt x="1671169" y="1652179"/>
                  </a:lnTo>
                  <a:lnTo>
                    <a:pt x="1671505" y="1644982"/>
                  </a:lnTo>
                  <a:lnTo>
                    <a:pt x="1671842" y="1637219"/>
                  </a:lnTo>
                  <a:lnTo>
                    <a:pt x="1672178" y="1628902"/>
                  </a:lnTo>
                  <a:lnTo>
                    <a:pt x="1672515" y="1620001"/>
                  </a:lnTo>
                  <a:lnTo>
                    <a:pt x="1672851" y="1611319"/>
                  </a:lnTo>
                  <a:lnTo>
                    <a:pt x="1673187" y="1602079"/>
                  </a:lnTo>
                  <a:lnTo>
                    <a:pt x="1673524" y="1592209"/>
                  </a:lnTo>
                  <a:lnTo>
                    <a:pt x="1673860" y="1581716"/>
                  </a:lnTo>
                  <a:lnTo>
                    <a:pt x="1674197" y="1570867"/>
                  </a:lnTo>
                  <a:lnTo>
                    <a:pt x="1674533" y="1563596"/>
                  </a:lnTo>
                  <a:lnTo>
                    <a:pt x="1674870" y="1556015"/>
                  </a:lnTo>
                  <a:lnTo>
                    <a:pt x="1675206" y="1549309"/>
                  </a:lnTo>
                  <a:lnTo>
                    <a:pt x="1675543" y="1543242"/>
                  </a:lnTo>
                  <a:lnTo>
                    <a:pt x="1675879" y="1536792"/>
                  </a:lnTo>
                  <a:lnTo>
                    <a:pt x="1676216" y="1530781"/>
                  </a:lnTo>
                  <a:lnTo>
                    <a:pt x="1676552" y="1525142"/>
                  </a:lnTo>
                  <a:lnTo>
                    <a:pt x="1676889" y="1519271"/>
                  </a:lnTo>
                  <a:lnTo>
                    <a:pt x="1677225" y="1513561"/>
                  </a:lnTo>
                  <a:lnTo>
                    <a:pt x="1677561" y="1507983"/>
                  </a:lnTo>
                  <a:lnTo>
                    <a:pt x="1677898" y="1501894"/>
                  </a:lnTo>
                  <a:lnTo>
                    <a:pt x="1678234" y="1496212"/>
                  </a:lnTo>
                  <a:lnTo>
                    <a:pt x="1678571" y="1491011"/>
                  </a:lnTo>
                  <a:lnTo>
                    <a:pt x="1678907" y="1486032"/>
                  </a:lnTo>
                  <a:lnTo>
                    <a:pt x="1679244" y="1481004"/>
                  </a:lnTo>
                  <a:lnTo>
                    <a:pt x="1679580" y="1475726"/>
                  </a:lnTo>
                  <a:lnTo>
                    <a:pt x="1679917" y="1469987"/>
                  </a:lnTo>
                  <a:lnTo>
                    <a:pt x="1680253" y="1460482"/>
                  </a:lnTo>
                  <a:lnTo>
                    <a:pt x="1680590" y="1454620"/>
                  </a:lnTo>
                  <a:lnTo>
                    <a:pt x="1680926" y="1450136"/>
                  </a:lnTo>
                  <a:lnTo>
                    <a:pt x="1681263" y="1446115"/>
                  </a:lnTo>
                  <a:lnTo>
                    <a:pt x="1681599" y="1442430"/>
                  </a:lnTo>
                  <a:lnTo>
                    <a:pt x="1681935" y="1439592"/>
                  </a:lnTo>
                  <a:lnTo>
                    <a:pt x="1682272" y="1436209"/>
                  </a:lnTo>
                  <a:lnTo>
                    <a:pt x="1682608" y="1432258"/>
                  </a:lnTo>
                  <a:lnTo>
                    <a:pt x="1682945" y="1429867"/>
                  </a:lnTo>
                  <a:lnTo>
                    <a:pt x="1683281" y="1427090"/>
                  </a:lnTo>
                  <a:lnTo>
                    <a:pt x="1683618" y="1423641"/>
                  </a:lnTo>
                  <a:lnTo>
                    <a:pt x="1683954" y="1420355"/>
                  </a:lnTo>
                  <a:lnTo>
                    <a:pt x="1684291" y="1417178"/>
                  </a:lnTo>
                  <a:lnTo>
                    <a:pt x="1684627" y="1414054"/>
                  </a:lnTo>
                  <a:lnTo>
                    <a:pt x="1684964" y="1410717"/>
                  </a:lnTo>
                  <a:lnTo>
                    <a:pt x="1685300" y="1408220"/>
                  </a:lnTo>
                  <a:lnTo>
                    <a:pt x="1685637" y="1405755"/>
                  </a:lnTo>
                  <a:lnTo>
                    <a:pt x="1685973" y="1402824"/>
                  </a:lnTo>
                  <a:lnTo>
                    <a:pt x="1686309" y="1399089"/>
                  </a:lnTo>
                  <a:lnTo>
                    <a:pt x="1686646" y="1394983"/>
                  </a:lnTo>
                  <a:lnTo>
                    <a:pt x="1686982" y="1390169"/>
                  </a:lnTo>
                  <a:lnTo>
                    <a:pt x="1687319" y="1385062"/>
                  </a:lnTo>
                  <a:lnTo>
                    <a:pt x="1687655" y="1380767"/>
                  </a:lnTo>
                  <a:lnTo>
                    <a:pt x="1687992" y="1377756"/>
                  </a:lnTo>
                  <a:lnTo>
                    <a:pt x="1688328" y="1375122"/>
                  </a:lnTo>
                  <a:lnTo>
                    <a:pt x="1688665" y="1372212"/>
                  </a:lnTo>
                  <a:lnTo>
                    <a:pt x="1689001" y="1369646"/>
                  </a:lnTo>
                  <a:lnTo>
                    <a:pt x="1689338" y="1366975"/>
                  </a:lnTo>
                  <a:lnTo>
                    <a:pt x="1689674" y="1364630"/>
                  </a:lnTo>
                  <a:lnTo>
                    <a:pt x="1690011" y="1362462"/>
                  </a:lnTo>
                  <a:lnTo>
                    <a:pt x="1690347" y="1360820"/>
                  </a:lnTo>
                  <a:lnTo>
                    <a:pt x="1690683" y="1359738"/>
                  </a:lnTo>
                  <a:lnTo>
                    <a:pt x="1691020" y="1359819"/>
                  </a:lnTo>
                  <a:lnTo>
                    <a:pt x="1691356" y="1360853"/>
                  </a:lnTo>
                  <a:lnTo>
                    <a:pt x="1691693" y="1360468"/>
                  </a:lnTo>
                  <a:lnTo>
                    <a:pt x="1692029" y="1359896"/>
                  </a:lnTo>
                  <a:lnTo>
                    <a:pt x="1692366" y="1359836"/>
                  </a:lnTo>
                  <a:lnTo>
                    <a:pt x="1692702" y="1360457"/>
                  </a:lnTo>
                  <a:lnTo>
                    <a:pt x="1693039" y="1360606"/>
                  </a:lnTo>
                  <a:lnTo>
                    <a:pt x="1693375" y="1360933"/>
                  </a:lnTo>
                  <a:lnTo>
                    <a:pt x="1693712" y="1361792"/>
                  </a:lnTo>
                  <a:lnTo>
                    <a:pt x="1694048" y="1363501"/>
                  </a:lnTo>
                  <a:lnTo>
                    <a:pt x="1694385" y="1365416"/>
                  </a:lnTo>
                  <a:lnTo>
                    <a:pt x="1694721" y="1367279"/>
                  </a:lnTo>
                  <a:lnTo>
                    <a:pt x="1695057" y="1368709"/>
                  </a:lnTo>
                  <a:lnTo>
                    <a:pt x="1695394" y="1368898"/>
                  </a:lnTo>
                  <a:lnTo>
                    <a:pt x="1695730" y="1368277"/>
                  </a:lnTo>
                  <a:lnTo>
                    <a:pt x="1696067" y="1366170"/>
                  </a:lnTo>
                  <a:lnTo>
                    <a:pt x="1696403" y="1364069"/>
                  </a:lnTo>
                  <a:lnTo>
                    <a:pt x="1696740" y="1359872"/>
                  </a:lnTo>
                  <a:lnTo>
                    <a:pt x="1697076" y="1354724"/>
                  </a:lnTo>
                  <a:lnTo>
                    <a:pt x="1697413" y="1347031"/>
                  </a:lnTo>
                  <a:lnTo>
                    <a:pt x="1697749" y="1340083"/>
                  </a:lnTo>
                  <a:lnTo>
                    <a:pt x="1698086" y="1334026"/>
                  </a:lnTo>
                  <a:lnTo>
                    <a:pt x="1698422" y="1331621"/>
                  </a:lnTo>
                  <a:lnTo>
                    <a:pt x="1698759" y="1328765"/>
                  </a:lnTo>
                  <a:lnTo>
                    <a:pt x="1699095" y="1325142"/>
                  </a:lnTo>
                  <a:lnTo>
                    <a:pt x="1699431" y="1321333"/>
                  </a:lnTo>
                  <a:lnTo>
                    <a:pt x="1699768" y="1316285"/>
                  </a:lnTo>
                  <a:lnTo>
                    <a:pt x="1700104" y="1310374"/>
                  </a:lnTo>
                  <a:lnTo>
                    <a:pt x="1700441" y="1304444"/>
                  </a:lnTo>
                  <a:lnTo>
                    <a:pt x="1700777" y="1298987"/>
                  </a:lnTo>
                  <a:lnTo>
                    <a:pt x="1701114" y="1293874"/>
                  </a:lnTo>
                  <a:lnTo>
                    <a:pt x="1701450" y="1288762"/>
                  </a:lnTo>
                  <a:lnTo>
                    <a:pt x="1701787" y="1283587"/>
                  </a:lnTo>
                  <a:lnTo>
                    <a:pt x="1702123" y="1278062"/>
                  </a:lnTo>
                  <a:lnTo>
                    <a:pt x="1702460" y="1272206"/>
                  </a:lnTo>
                  <a:lnTo>
                    <a:pt x="1702796" y="1265439"/>
                  </a:lnTo>
                  <a:lnTo>
                    <a:pt x="1703132" y="1258301"/>
                  </a:lnTo>
                  <a:lnTo>
                    <a:pt x="1703469" y="1250060"/>
                  </a:lnTo>
                  <a:lnTo>
                    <a:pt x="1703805" y="1241801"/>
                  </a:lnTo>
                  <a:lnTo>
                    <a:pt x="1704142" y="1233947"/>
                  </a:lnTo>
                  <a:lnTo>
                    <a:pt x="1704478" y="1226372"/>
                  </a:lnTo>
                  <a:lnTo>
                    <a:pt x="1704815" y="1219567"/>
                  </a:lnTo>
                  <a:lnTo>
                    <a:pt x="1705151" y="1213524"/>
                  </a:lnTo>
                  <a:lnTo>
                    <a:pt x="1705488" y="1207604"/>
                  </a:lnTo>
                  <a:lnTo>
                    <a:pt x="1705824" y="1201861"/>
                  </a:lnTo>
                  <a:lnTo>
                    <a:pt x="1706161" y="1195092"/>
                  </a:lnTo>
                  <a:lnTo>
                    <a:pt x="1706497" y="1187940"/>
                  </a:lnTo>
                  <a:lnTo>
                    <a:pt x="1706834" y="1180349"/>
                  </a:lnTo>
                  <a:lnTo>
                    <a:pt x="1707170" y="1172747"/>
                  </a:lnTo>
                  <a:lnTo>
                    <a:pt x="1707506" y="1165579"/>
                  </a:lnTo>
                  <a:lnTo>
                    <a:pt x="1707843" y="1158860"/>
                  </a:lnTo>
                  <a:lnTo>
                    <a:pt x="1708179" y="1151926"/>
                  </a:lnTo>
                  <a:lnTo>
                    <a:pt x="1708516" y="1144560"/>
                  </a:lnTo>
                  <a:lnTo>
                    <a:pt x="1708852" y="1136814"/>
                  </a:lnTo>
                  <a:lnTo>
                    <a:pt x="1709189" y="1130465"/>
                  </a:lnTo>
                  <a:lnTo>
                    <a:pt x="1709525" y="1121940"/>
                  </a:lnTo>
                  <a:lnTo>
                    <a:pt x="1709862" y="1112525"/>
                  </a:lnTo>
                  <a:lnTo>
                    <a:pt x="1710198" y="1102598"/>
                  </a:lnTo>
                  <a:lnTo>
                    <a:pt x="1710535" y="1093460"/>
                  </a:lnTo>
                  <a:lnTo>
                    <a:pt x="1710871" y="1084790"/>
                  </a:lnTo>
                  <a:lnTo>
                    <a:pt x="1711208" y="1076447"/>
                  </a:lnTo>
                  <a:lnTo>
                    <a:pt x="1711544" y="1067899"/>
                  </a:lnTo>
                  <a:lnTo>
                    <a:pt x="1711880" y="1058938"/>
                  </a:lnTo>
                  <a:lnTo>
                    <a:pt x="1712217" y="1050559"/>
                  </a:lnTo>
                  <a:lnTo>
                    <a:pt x="1712553" y="1042283"/>
                  </a:lnTo>
                  <a:lnTo>
                    <a:pt x="1712890" y="1034047"/>
                  </a:lnTo>
                  <a:lnTo>
                    <a:pt x="1713226" y="1026608"/>
                  </a:lnTo>
                  <a:lnTo>
                    <a:pt x="1713563" y="1021303"/>
                  </a:lnTo>
                  <a:lnTo>
                    <a:pt x="1713899" y="1016691"/>
                  </a:lnTo>
                  <a:lnTo>
                    <a:pt x="1714236" y="1011801"/>
                  </a:lnTo>
                  <a:lnTo>
                    <a:pt x="1714572" y="1007142"/>
                  </a:lnTo>
                  <a:lnTo>
                    <a:pt x="1714909" y="1004189"/>
                  </a:lnTo>
                  <a:lnTo>
                    <a:pt x="1715245" y="1002254"/>
                  </a:lnTo>
                  <a:lnTo>
                    <a:pt x="1715582" y="1000638"/>
                  </a:lnTo>
                  <a:lnTo>
                    <a:pt x="1715918" y="992703"/>
                  </a:lnTo>
                  <a:lnTo>
                    <a:pt x="1716254" y="985196"/>
                  </a:lnTo>
                  <a:lnTo>
                    <a:pt x="1716591" y="979161"/>
                  </a:lnTo>
                  <a:lnTo>
                    <a:pt x="1716927" y="972521"/>
                  </a:lnTo>
                  <a:lnTo>
                    <a:pt x="1717264" y="966396"/>
                  </a:lnTo>
                  <a:lnTo>
                    <a:pt x="1717600" y="960135"/>
                  </a:lnTo>
                  <a:lnTo>
                    <a:pt x="1717937" y="953946"/>
                  </a:lnTo>
                  <a:lnTo>
                    <a:pt x="1718273" y="946648"/>
                  </a:lnTo>
                  <a:lnTo>
                    <a:pt x="1718610" y="939080"/>
                  </a:lnTo>
                  <a:lnTo>
                    <a:pt x="1718946" y="932245"/>
                  </a:lnTo>
                  <a:lnTo>
                    <a:pt x="1719283" y="926657"/>
                  </a:lnTo>
                  <a:lnTo>
                    <a:pt x="1719619" y="922123"/>
                  </a:lnTo>
                  <a:lnTo>
                    <a:pt x="1719956" y="917926"/>
                  </a:lnTo>
                  <a:lnTo>
                    <a:pt x="1720292" y="914586"/>
                  </a:lnTo>
                  <a:lnTo>
                    <a:pt x="1720628" y="911788"/>
                  </a:lnTo>
                  <a:lnTo>
                    <a:pt x="1720965" y="909405"/>
                  </a:lnTo>
                  <a:lnTo>
                    <a:pt x="1721301" y="907883"/>
                  </a:lnTo>
                  <a:lnTo>
                    <a:pt x="1721638" y="906720"/>
                  </a:lnTo>
                  <a:lnTo>
                    <a:pt x="1721974" y="905891"/>
                  </a:lnTo>
                  <a:lnTo>
                    <a:pt x="1722311" y="905273"/>
                  </a:lnTo>
                  <a:lnTo>
                    <a:pt x="1722647" y="905186"/>
                  </a:lnTo>
                  <a:lnTo>
                    <a:pt x="1722984" y="905436"/>
                  </a:lnTo>
                  <a:lnTo>
                    <a:pt x="1723320" y="906047"/>
                  </a:lnTo>
                  <a:lnTo>
                    <a:pt x="1723657" y="906359"/>
                  </a:lnTo>
                  <a:lnTo>
                    <a:pt x="1723993" y="907533"/>
                  </a:lnTo>
                  <a:lnTo>
                    <a:pt x="1724330" y="908202"/>
                  </a:lnTo>
                  <a:lnTo>
                    <a:pt x="1724666" y="908555"/>
                  </a:lnTo>
                  <a:lnTo>
                    <a:pt x="1725002" y="909654"/>
                  </a:lnTo>
                  <a:lnTo>
                    <a:pt x="1725339" y="910381"/>
                  </a:lnTo>
                  <a:lnTo>
                    <a:pt x="1725675" y="910708"/>
                  </a:lnTo>
                  <a:lnTo>
                    <a:pt x="1726012" y="910169"/>
                  </a:lnTo>
                  <a:lnTo>
                    <a:pt x="1726348" y="909045"/>
                  </a:lnTo>
                  <a:lnTo>
                    <a:pt x="1726685" y="907165"/>
                  </a:lnTo>
                  <a:lnTo>
                    <a:pt x="1727021" y="905602"/>
                  </a:lnTo>
                  <a:lnTo>
                    <a:pt x="1727358" y="905323"/>
                  </a:lnTo>
                  <a:lnTo>
                    <a:pt x="1727694" y="904832"/>
                  </a:lnTo>
                  <a:lnTo>
                    <a:pt x="1728031" y="905321"/>
                  </a:lnTo>
                  <a:lnTo>
                    <a:pt x="1728367" y="906920"/>
                  </a:lnTo>
                  <a:lnTo>
                    <a:pt x="1728704" y="910203"/>
                  </a:lnTo>
                  <a:lnTo>
                    <a:pt x="1729040" y="912739"/>
                  </a:lnTo>
                  <a:lnTo>
                    <a:pt x="1729376" y="914894"/>
                  </a:lnTo>
                  <a:lnTo>
                    <a:pt x="1729713" y="917128"/>
                  </a:lnTo>
                  <a:lnTo>
                    <a:pt x="1730049" y="920009"/>
                  </a:lnTo>
                  <a:lnTo>
                    <a:pt x="1730386" y="922337"/>
                  </a:lnTo>
                  <a:lnTo>
                    <a:pt x="1730722" y="924219"/>
                  </a:lnTo>
                  <a:lnTo>
                    <a:pt x="1731059" y="926878"/>
                  </a:lnTo>
                  <a:lnTo>
                    <a:pt x="1731395" y="930728"/>
                  </a:lnTo>
                  <a:lnTo>
                    <a:pt x="1731732" y="936375"/>
                  </a:lnTo>
                  <a:lnTo>
                    <a:pt x="1732068" y="943100"/>
                  </a:lnTo>
                  <a:lnTo>
                    <a:pt x="1732405" y="947132"/>
                  </a:lnTo>
                  <a:lnTo>
                    <a:pt x="1732741" y="951246"/>
                  </a:lnTo>
                  <a:lnTo>
                    <a:pt x="1733078" y="955114"/>
                  </a:lnTo>
                  <a:lnTo>
                    <a:pt x="1733414" y="958409"/>
                  </a:lnTo>
                  <a:lnTo>
                    <a:pt x="1733750" y="962217"/>
                  </a:lnTo>
                  <a:lnTo>
                    <a:pt x="1734087" y="966658"/>
                  </a:lnTo>
                  <a:lnTo>
                    <a:pt x="1734423" y="971403"/>
                  </a:lnTo>
                  <a:lnTo>
                    <a:pt x="1734760" y="976211"/>
                  </a:lnTo>
                  <a:lnTo>
                    <a:pt x="1735096" y="981000"/>
                  </a:lnTo>
                  <a:lnTo>
                    <a:pt x="1735433" y="987162"/>
                  </a:lnTo>
                  <a:lnTo>
                    <a:pt x="1735769" y="993840"/>
                  </a:lnTo>
                  <a:lnTo>
                    <a:pt x="1736106" y="1000643"/>
                  </a:lnTo>
                  <a:lnTo>
                    <a:pt x="1736442" y="1006772"/>
                  </a:lnTo>
                  <a:lnTo>
                    <a:pt x="1736779" y="1012571"/>
                  </a:lnTo>
                  <a:lnTo>
                    <a:pt x="1737115" y="1017878"/>
                  </a:lnTo>
                  <a:lnTo>
                    <a:pt x="1737451" y="1023601"/>
                  </a:lnTo>
                  <a:lnTo>
                    <a:pt x="1737788" y="1029344"/>
                  </a:lnTo>
                  <a:lnTo>
                    <a:pt x="1738124" y="1037669"/>
                  </a:lnTo>
                  <a:lnTo>
                    <a:pt x="1738461" y="1047034"/>
                  </a:lnTo>
                  <a:lnTo>
                    <a:pt x="1738797" y="1056932"/>
                  </a:lnTo>
                  <a:lnTo>
                    <a:pt x="1739134" y="1067133"/>
                  </a:lnTo>
                  <a:lnTo>
                    <a:pt x="1739470" y="1078085"/>
                  </a:lnTo>
                  <a:lnTo>
                    <a:pt x="1739807" y="1089325"/>
                  </a:lnTo>
                  <a:lnTo>
                    <a:pt x="1740143" y="1100951"/>
                  </a:lnTo>
                  <a:lnTo>
                    <a:pt x="1740480" y="1112794"/>
                  </a:lnTo>
                  <a:lnTo>
                    <a:pt x="1740816" y="1124740"/>
                  </a:lnTo>
                  <a:lnTo>
                    <a:pt x="1741153" y="1136757"/>
                  </a:lnTo>
                  <a:lnTo>
                    <a:pt x="1741489" y="1148493"/>
                  </a:lnTo>
                  <a:lnTo>
                    <a:pt x="1741825" y="1157126"/>
                  </a:lnTo>
                  <a:lnTo>
                    <a:pt x="1742162" y="1165746"/>
                  </a:lnTo>
                  <a:lnTo>
                    <a:pt x="1742498" y="1174223"/>
                  </a:lnTo>
                  <a:lnTo>
                    <a:pt x="1742835" y="1182959"/>
                  </a:lnTo>
                  <a:lnTo>
                    <a:pt x="1743171" y="1192353"/>
                  </a:lnTo>
                  <a:lnTo>
                    <a:pt x="1743508" y="1201615"/>
                  </a:lnTo>
                  <a:lnTo>
                    <a:pt x="1743844" y="1210315"/>
                  </a:lnTo>
                  <a:lnTo>
                    <a:pt x="1744181" y="1218480"/>
                  </a:lnTo>
                  <a:lnTo>
                    <a:pt x="1744517" y="1226008"/>
                  </a:lnTo>
                  <a:lnTo>
                    <a:pt x="1744854" y="1232488"/>
                  </a:lnTo>
                  <a:lnTo>
                    <a:pt x="1745190" y="1237873"/>
                  </a:lnTo>
                  <a:lnTo>
                    <a:pt x="1745527" y="1241623"/>
                  </a:lnTo>
                  <a:lnTo>
                    <a:pt x="1745863" y="1245853"/>
                  </a:lnTo>
                  <a:lnTo>
                    <a:pt x="1746199" y="1250236"/>
                  </a:lnTo>
                  <a:lnTo>
                    <a:pt x="1746536" y="1255063"/>
                  </a:lnTo>
                  <a:lnTo>
                    <a:pt x="1746872" y="1259809"/>
                  </a:lnTo>
                  <a:lnTo>
                    <a:pt x="1747209" y="1263803"/>
                  </a:lnTo>
                  <a:lnTo>
                    <a:pt x="1747545" y="1269995"/>
                  </a:lnTo>
                  <a:lnTo>
                    <a:pt x="1747882" y="1272057"/>
                  </a:lnTo>
                  <a:lnTo>
                    <a:pt x="1748218" y="1273300"/>
                  </a:lnTo>
                  <a:lnTo>
                    <a:pt x="1748555" y="1274297"/>
                  </a:lnTo>
                  <a:lnTo>
                    <a:pt x="1748891" y="1275633"/>
                  </a:lnTo>
                  <a:lnTo>
                    <a:pt x="1749228" y="1277608"/>
                  </a:lnTo>
                  <a:lnTo>
                    <a:pt x="1749564" y="1281308"/>
                  </a:lnTo>
                  <a:lnTo>
                    <a:pt x="1749901" y="1285754"/>
                  </a:lnTo>
                  <a:lnTo>
                    <a:pt x="1750237" y="1287715"/>
                  </a:lnTo>
                  <a:lnTo>
                    <a:pt x="1750573" y="1288645"/>
                  </a:lnTo>
                  <a:lnTo>
                    <a:pt x="1750910" y="1289378"/>
                  </a:lnTo>
                  <a:lnTo>
                    <a:pt x="1751246" y="1289964"/>
                  </a:lnTo>
                  <a:lnTo>
                    <a:pt x="1751583" y="1290813"/>
                  </a:lnTo>
                  <a:lnTo>
                    <a:pt x="1751919" y="1292291"/>
                  </a:lnTo>
                  <a:lnTo>
                    <a:pt x="1752256" y="1295255"/>
                  </a:lnTo>
                  <a:lnTo>
                    <a:pt x="1752592" y="1297974"/>
                  </a:lnTo>
                  <a:lnTo>
                    <a:pt x="1752929" y="1299463"/>
                  </a:lnTo>
                  <a:lnTo>
                    <a:pt x="1753265" y="1301617"/>
                  </a:lnTo>
                  <a:lnTo>
                    <a:pt x="1753602" y="1303447"/>
                  </a:lnTo>
                  <a:lnTo>
                    <a:pt x="1753938" y="1305031"/>
                  </a:lnTo>
                  <a:lnTo>
                    <a:pt x="1754275" y="1307086"/>
                  </a:lnTo>
                  <a:lnTo>
                    <a:pt x="1754611" y="1309768"/>
                  </a:lnTo>
                  <a:lnTo>
                    <a:pt x="1754947" y="1312350"/>
                  </a:lnTo>
                  <a:lnTo>
                    <a:pt x="1755284" y="1314919"/>
                  </a:lnTo>
                  <a:lnTo>
                    <a:pt x="1755620" y="1318228"/>
                  </a:lnTo>
                  <a:lnTo>
                    <a:pt x="1755957" y="1322362"/>
                  </a:lnTo>
                  <a:lnTo>
                    <a:pt x="1756293" y="1326368"/>
                  </a:lnTo>
                  <a:lnTo>
                    <a:pt x="1756630" y="1330372"/>
                  </a:lnTo>
                  <a:lnTo>
                    <a:pt x="1756966" y="1333989"/>
                  </a:lnTo>
                  <a:lnTo>
                    <a:pt x="1757303" y="1337123"/>
                  </a:lnTo>
                  <a:lnTo>
                    <a:pt x="1757639" y="1340255"/>
                  </a:lnTo>
                  <a:lnTo>
                    <a:pt x="1757976" y="1344242"/>
                  </a:lnTo>
                  <a:lnTo>
                    <a:pt x="1758312" y="1349082"/>
                  </a:lnTo>
                  <a:lnTo>
                    <a:pt x="1758649" y="1354341"/>
                  </a:lnTo>
                  <a:lnTo>
                    <a:pt x="1758985" y="1358612"/>
                  </a:lnTo>
                  <a:lnTo>
                    <a:pt x="1759321" y="1363190"/>
                  </a:lnTo>
                  <a:lnTo>
                    <a:pt x="1759658" y="1367180"/>
                  </a:lnTo>
                  <a:lnTo>
                    <a:pt x="1759994" y="1370761"/>
                  </a:lnTo>
                  <a:lnTo>
                    <a:pt x="1760331" y="1374667"/>
                  </a:lnTo>
                  <a:lnTo>
                    <a:pt x="1760667" y="1378267"/>
                  </a:lnTo>
                  <a:lnTo>
                    <a:pt x="1761004" y="1381669"/>
                  </a:lnTo>
                  <a:lnTo>
                    <a:pt x="1761340" y="1384701"/>
                  </a:lnTo>
                  <a:lnTo>
                    <a:pt x="1761677" y="1387672"/>
                  </a:lnTo>
                  <a:lnTo>
                    <a:pt x="1762013" y="1390721"/>
                  </a:lnTo>
                  <a:lnTo>
                    <a:pt x="1762350" y="1394234"/>
                  </a:lnTo>
                  <a:lnTo>
                    <a:pt x="1762686" y="1399273"/>
                  </a:lnTo>
                  <a:lnTo>
                    <a:pt x="1763023" y="1405114"/>
                  </a:lnTo>
                  <a:lnTo>
                    <a:pt x="1763359" y="1411960"/>
                  </a:lnTo>
                  <a:lnTo>
                    <a:pt x="1763695" y="1418686"/>
                  </a:lnTo>
                  <a:lnTo>
                    <a:pt x="1764032" y="1427478"/>
                  </a:lnTo>
                  <a:lnTo>
                    <a:pt x="1764368" y="1435865"/>
                  </a:lnTo>
                  <a:lnTo>
                    <a:pt x="1764705" y="1446527"/>
                  </a:lnTo>
                  <a:lnTo>
                    <a:pt x="1765041" y="1456010"/>
                  </a:lnTo>
                  <a:lnTo>
                    <a:pt x="1765378" y="1464639"/>
                  </a:lnTo>
                  <a:lnTo>
                    <a:pt x="1765714" y="1470706"/>
                  </a:lnTo>
                  <a:lnTo>
                    <a:pt x="1766051" y="1476985"/>
                  </a:lnTo>
                  <a:lnTo>
                    <a:pt x="1766387" y="1483604"/>
                  </a:lnTo>
                  <a:lnTo>
                    <a:pt x="1766724" y="1490059"/>
                  </a:lnTo>
                  <a:lnTo>
                    <a:pt x="1767060" y="1496740"/>
                  </a:lnTo>
                  <a:lnTo>
                    <a:pt x="1767397" y="1504270"/>
                  </a:lnTo>
                  <a:lnTo>
                    <a:pt x="1767733" y="1511545"/>
                  </a:lnTo>
                  <a:lnTo>
                    <a:pt x="1768069" y="1518167"/>
                  </a:lnTo>
                  <a:lnTo>
                    <a:pt x="1768406" y="1524223"/>
                  </a:lnTo>
                  <a:lnTo>
                    <a:pt x="1768742" y="1529991"/>
                  </a:lnTo>
                  <a:lnTo>
                    <a:pt x="1769079" y="1535869"/>
                  </a:lnTo>
                  <a:lnTo>
                    <a:pt x="1769415" y="1542101"/>
                  </a:lnTo>
                  <a:lnTo>
                    <a:pt x="1769752" y="1549158"/>
                  </a:lnTo>
                  <a:lnTo>
                    <a:pt x="1770088" y="1556775"/>
                  </a:lnTo>
                  <a:lnTo>
                    <a:pt x="1770425" y="1564439"/>
                  </a:lnTo>
                  <a:lnTo>
                    <a:pt x="1770761" y="1572715"/>
                  </a:lnTo>
                  <a:lnTo>
                    <a:pt x="1771098" y="1581031"/>
                  </a:lnTo>
                  <a:lnTo>
                    <a:pt x="1771434" y="1589036"/>
                  </a:lnTo>
                  <a:lnTo>
                    <a:pt x="1771770" y="1596738"/>
                  </a:lnTo>
                  <a:lnTo>
                    <a:pt x="1772107" y="1603741"/>
                  </a:lnTo>
                  <a:lnTo>
                    <a:pt x="1772443" y="1609473"/>
                  </a:lnTo>
                  <a:lnTo>
                    <a:pt x="1772780" y="1615126"/>
                  </a:lnTo>
                  <a:lnTo>
                    <a:pt x="1773116" y="1621351"/>
                  </a:lnTo>
                  <a:lnTo>
                    <a:pt x="1773453" y="1627962"/>
                  </a:lnTo>
                  <a:lnTo>
                    <a:pt x="1773789" y="1634561"/>
                  </a:lnTo>
                  <a:lnTo>
                    <a:pt x="1774126" y="1640923"/>
                  </a:lnTo>
                  <a:lnTo>
                    <a:pt x="1774462" y="1646923"/>
                  </a:lnTo>
                  <a:lnTo>
                    <a:pt x="1774799" y="1651799"/>
                  </a:lnTo>
                  <a:lnTo>
                    <a:pt x="1775135" y="1655781"/>
                  </a:lnTo>
                  <a:lnTo>
                    <a:pt x="1775472" y="1659741"/>
                  </a:lnTo>
                  <a:lnTo>
                    <a:pt x="1775808" y="1663608"/>
                  </a:lnTo>
                  <a:lnTo>
                    <a:pt x="1776144" y="1667166"/>
                  </a:lnTo>
                  <a:lnTo>
                    <a:pt x="1776481" y="1668809"/>
                  </a:lnTo>
                  <a:lnTo>
                    <a:pt x="1776817" y="1673008"/>
                  </a:lnTo>
                  <a:lnTo>
                    <a:pt x="1777154" y="1677725"/>
                  </a:lnTo>
                  <a:lnTo>
                    <a:pt x="1777490" y="1683248"/>
                  </a:lnTo>
                  <a:lnTo>
                    <a:pt x="1777827" y="1687961"/>
                  </a:lnTo>
                  <a:lnTo>
                    <a:pt x="1778163" y="1691745"/>
                  </a:lnTo>
                  <a:lnTo>
                    <a:pt x="1778500" y="1695024"/>
                  </a:lnTo>
                  <a:lnTo>
                    <a:pt x="1778836" y="1698442"/>
                  </a:lnTo>
                  <a:lnTo>
                    <a:pt x="1779173" y="1701454"/>
                  </a:lnTo>
                  <a:lnTo>
                    <a:pt x="1779509" y="1703956"/>
                  </a:lnTo>
                  <a:lnTo>
                    <a:pt x="1779846" y="1706837"/>
                  </a:lnTo>
                  <a:lnTo>
                    <a:pt x="1780182" y="1710144"/>
                  </a:lnTo>
                  <a:lnTo>
                    <a:pt x="1780518" y="1713107"/>
                  </a:lnTo>
                  <a:lnTo>
                    <a:pt x="1780855" y="1715194"/>
                  </a:lnTo>
                  <a:lnTo>
                    <a:pt x="1781191" y="1717371"/>
                  </a:lnTo>
                  <a:lnTo>
                    <a:pt x="1781528" y="1719380"/>
                  </a:lnTo>
                  <a:lnTo>
                    <a:pt x="1781864" y="1721201"/>
                  </a:lnTo>
                  <a:lnTo>
                    <a:pt x="1782201" y="1722616"/>
                  </a:lnTo>
                  <a:lnTo>
                    <a:pt x="1782537" y="1723560"/>
                  </a:lnTo>
                  <a:lnTo>
                    <a:pt x="1782874" y="1724860"/>
                  </a:lnTo>
                  <a:lnTo>
                    <a:pt x="1783210" y="1732886"/>
                  </a:lnTo>
                  <a:lnTo>
                    <a:pt x="1783547" y="1740884"/>
                  </a:lnTo>
                  <a:lnTo>
                    <a:pt x="1783883" y="1748525"/>
                  </a:lnTo>
                  <a:lnTo>
                    <a:pt x="1784220" y="1755945"/>
                  </a:lnTo>
                  <a:lnTo>
                    <a:pt x="1784556" y="1763600"/>
                  </a:lnTo>
                  <a:lnTo>
                    <a:pt x="1784892" y="1770505"/>
                  </a:lnTo>
                  <a:lnTo>
                    <a:pt x="1785229" y="1777025"/>
                  </a:lnTo>
                  <a:lnTo>
                    <a:pt x="1785565" y="1784045"/>
                  </a:lnTo>
                  <a:lnTo>
                    <a:pt x="1785902" y="1792453"/>
                  </a:lnTo>
                  <a:lnTo>
                    <a:pt x="1786238" y="1800241"/>
                  </a:lnTo>
                  <a:lnTo>
                    <a:pt x="1786575" y="1806790"/>
                  </a:lnTo>
                  <a:lnTo>
                    <a:pt x="1786911" y="1812317"/>
                  </a:lnTo>
                  <a:lnTo>
                    <a:pt x="1787248" y="1817163"/>
                  </a:lnTo>
                  <a:lnTo>
                    <a:pt x="1787584" y="1821175"/>
                  </a:lnTo>
                  <a:lnTo>
                    <a:pt x="1787921" y="1824909"/>
                  </a:lnTo>
                  <a:lnTo>
                    <a:pt x="1788257" y="1828645"/>
                  </a:lnTo>
                  <a:lnTo>
                    <a:pt x="1788594" y="1831683"/>
                  </a:lnTo>
                  <a:lnTo>
                    <a:pt x="1788930" y="1832983"/>
                  </a:lnTo>
                  <a:lnTo>
                    <a:pt x="1789266" y="1834306"/>
                  </a:lnTo>
                  <a:lnTo>
                    <a:pt x="1789603" y="1835032"/>
                  </a:lnTo>
                  <a:lnTo>
                    <a:pt x="1789939" y="1835461"/>
                  </a:lnTo>
                  <a:lnTo>
                    <a:pt x="1790276" y="1835953"/>
                  </a:lnTo>
                  <a:lnTo>
                    <a:pt x="1790612" y="1836308"/>
                  </a:lnTo>
                  <a:lnTo>
                    <a:pt x="1790949" y="1836860"/>
                  </a:lnTo>
                  <a:lnTo>
                    <a:pt x="1791285" y="1837517"/>
                  </a:lnTo>
                  <a:lnTo>
                    <a:pt x="1791622" y="1836654"/>
                  </a:lnTo>
                  <a:lnTo>
                    <a:pt x="1791958" y="1836259"/>
                  </a:lnTo>
                  <a:lnTo>
                    <a:pt x="1792295" y="1836144"/>
                  </a:lnTo>
                  <a:lnTo>
                    <a:pt x="1792631" y="1836690"/>
                  </a:lnTo>
                  <a:lnTo>
                    <a:pt x="1792968" y="1837236"/>
                  </a:lnTo>
                  <a:lnTo>
                    <a:pt x="1793304" y="1838422"/>
                  </a:lnTo>
                  <a:lnTo>
                    <a:pt x="1793640" y="1840599"/>
                  </a:lnTo>
                  <a:lnTo>
                    <a:pt x="1793977" y="1843286"/>
                  </a:lnTo>
                  <a:lnTo>
                    <a:pt x="1794313" y="1845908"/>
                  </a:lnTo>
                  <a:lnTo>
                    <a:pt x="1794650" y="1849191"/>
                  </a:lnTo>
                  <a:lnTo>
                    <a:pt x="1794986" y="1852862"/>
                  </a:lnTo>
                  <a:lnTo>
                    <a:pt x="1795323" y="1855657"/>
                  </a:lnTo>
                  <a:lnTo>
                    <a:pt x="1795659" y="1857841"/>
                  </a:lnTo>
                  <a:lnTo>
                    <a:pt x="1795996" y="1860578"/>
                  </a:lnTo>
                  <a:lnTo>
                    <a:pt x="1796332" y="1863833"/>
                  </a:lnTo>
                  <a:lnTo>
                    <a:pt x="1796669" y="1867102"/>
                  </a:lnTo>
                  <a:lnTo>
                    <a:pt x="1797005" y="1870169"/>
                  </a:lnTo>
                  <a:lnTo>
                    <a:pt x="1797342" y="1873452"/>
                  </a:lnTo>
                  <a:lnTo>
                    <a:pt x="1797678" y="1876923"/>
                  </a:lnTo>
                  <a:lnTo>
                    <a:pt x="1798014" y="1880737"/>
                  </a:lnTo>
                  <a:lnTo>
                    <a:pt x="1798351" y="1883999"/>
                  </a:lnTo>
                  <a:lnTo>
                    <a:pt x="1798687" y="1886018"/>
                  </a:lnTo>
                  <a:lnTo>
                    <a:pt x="1799024" y="1886981"/>
                  </a:lnTo>
                  <a:lnTo>
                    <a:pt x="1799360" y="1887699"/>
                  </a:lnTo>
                  <a:lnTo>
                    <a:pt x="1799697" y="1888288"/>
                  </a:lnTo>
                  <a:lnTo>
                    <a:pt x="1800033" y="1889351"/>
                  </a:lnTo>
                  <a:lnTo>
                    <a:pt x="1800370" y="1891234"/>
                  </a:lnTo>
                  <a:lnTo>
                    <a:pt x="1800706" y="1893281"/>
                  </a:lnTo>
                  <a:lnTo>
                    <a:pt x="1801043" y="1894826"/>
                  </a:lnTo>
                  <a:lnTo>
                    <a:pt x="1801379" y="1895810"/>
                  </a:lnTo>
                  <a:lnTo>
                    <a:pt x="1801715" y="1896787"/>
                  </a:lnTo>
                  <a:lnTo>
                    <a:pt x="1802052" y="1897491"/>
                  </a:lnTo>
                  <a:lnTo>
                    <a:pt x="1802388" y="1898159"/>
                  </a:lnTo>
                  <a:lnTo>
                    <a:pt x="1802725" y="1897805"/>
                  </a:lnTo>
                  <a:lnTo>
                    <a:pt x="1803061" y="1897169"/>
                  </a:lnTo>
                  <a:lnTo>
                    <a:pt x="1803398" y="1896739"/>
                  </a:lnTo>
                  <a:lnTo>
                    <a:pt x="1803734" y="1896730"/>
                  </a:lnTo>
                  <a:lnTo>
                    <a:pt x="1804071" y="1897027"/>
                  </a:lnTo>
                  <a:lnTo>
                    <a:pt x="1804407" y="1897386"/>
                  </a:lnTo>
                  <a:lnTo>
                    <a:pt x="1804744" y="1897691"/>
                  </a:lnTo>
                  <a:lnTo>
                    <a:pt x="1805080" y="1898018"/>
                  </a:lnTo>
                  <a:lnTo>
                    <a:pt x="1805417" y="1898400"/>
                  </a:lnTo>
                  <a:lnTo>
                    <a:pt x="1805753" y="1898971"/>
                  </a:lnTo>
                  <a:lnTo>
                    <a:pt x="1806089" y="1899706"/>
                  </a:lnTo>
                  <a:lnTo>
                    <a:pt x="1806426" y="1900813"/>
                  </a:lnTo>
                  <a:lnTo>
                    <a:pt x="1806762" y="1901515"/>
                  </a:lnTo>
                  <a:lnTo>
                    <a:pt x="1807099" y="1902782"/>
                  </a:lnTo>
                  <a:lnTo>
                    <a:pt x="1807435" y="1903966"/>
                  </a:lnTo>
                  <a:lnTo>
                    <a:pt x="1807772" y="1905293"/>
                  </a:lnTo>
                  <a:lnTo>
                    <a:pt x="1808108" y="1906843"/>
                  </a:lnTo>
                  <a:lnTo>
                    <a:pt x="1808445" y="1908589"/>
                  </a:lnTo>
                  <a:lnTo>
                    <a:pt x="1808781" y="1910451"/>
                  </a:lnTo>
                  <a:lnTo>
                    <a:pt x="1809118" y="1912085"/>
                  </a:lnTo>
                  <a:lnTo>
                    <a:pt x="1809454" y="1913779"/>
                  </a:lnTo>
                  <a:lnTo>
                    <a:pt x="1809791" y="1915371"/>
                  </a:lnTo>
                  <a:lnTo>
                    <a:pt x="1810127" y="1916817"/>
                  </a:lnTo>
                  <a:lnTo>
                    <a:pt x="1810463" y="1918369"/>
                  </a:lnTo>
                  <a:lnTo>
                    <a:pt x="1810800" y="1919863"/>
                  </a:lnTo>
                  <a:lnTo>
                    <a:pt x="1811136" y="1921516"/>
                  </a:lnTo>
                  <a:lnTo>
                    <a:pt x="1811473" y="1923393"/>
                  </a:lnTo>
                  <a:lnTo>
                    <a:pt x="1811809" y="1925800"/>
                  </a:lnTo>
                  <a:lnTo>
                    <a:pt x="1812146" y="1929046"/>
                  </a:lnTo>
                  <a:lnTo>
                    <a:pt x="1812482" y="1933386"/>
                  </a:lnTo>
                  <a:lnTo>
                    <a:pt x="1812819" y="1939333"/>
                  </a:lnTo>
                  <a:lnTo>
                    <a:pt x="1813155" y="1945079"/>
                  </a:lnTo>
                  <a:lnTo>
                    <a:pt x="1813492" y="1950841"/>
                  </a:lnTo>
                  <a:lnTo>
                    <a:pt x="1813828" y="1956984"/>
                  </a:lnTo>
                  <a:lnTo>
                    <a:pt x="1814165" y="1963471"/>
                  </a:lnTo>
                  <a:lnTo>
                    <a:pt x="1814501" y="1970972"/>
                  </a:lnTo>
                  <a:lnTo>
                    <a:pt x="1814837" y="1979285"/>
                  </a:lnTo>
                  <a:lnTo>
                    <a:pt x="1815174" y="1987172"/>
                  </a:lnTo>
                  <a:lnTo>
                    <a:pt x="1815510" y="1994640"/>
                  </a:lnTo>
                  <a:lnTo>
                    <a:pt x="1815847" y="2002012"/>
                  </a:lnTo>
                  <a:lnTo>
                    <a:pt x="1816183" y="2008730"/>
                  </a:lnTo>
                  <a:lnTo>
                    <a:pt x="1816520" y="2014260"/>
                  </a:lnTo>
                  <a:lnTo>
                    <a:pt x="1816856" y="2018426"/>
                  </a:lnTo>
                  <a:lnTo>
                    <a:pt x="1817193" y="2022401"/>
                  </a:lnTo>
                  <a:lnTo>
                    <a:pt x="1817529" y="2026998"/>
                  </a:lnTo>
                  <a:lnTo>
                    <a:pt x="1817866" y="2032671"/>
                  </a:lnTo>
                  <a:lnTo>
                    <a:pt x="1818202" y="2038372"/>
                  </a:lnTo>
                  <a:lnTo>
                    <a:pt x="1818539" y="2043787"/>
                  </a:lnTo>
                  <a:lnTo>
                    <a:pt x="1818875" y="2048836"/>
                  </a:lnTo>
                  <a:lnTo>
                    <a:pt x="1819211" y="2053100"/>
                  </a:lnTo>
                  <a:lnTo>
                    <a:pt x="1819548" y="2056250"/>
                  </a:lnTo>
                  <a:lnTo>
                    <a:pt x="1819884" y="2059174"/>
                  </a:lnTo>
                  <a:lnTo>
                    <a:pt x="1820221" y="2063178"/>
                  </a:lnTo>
                  <a:lnTo>
                    <a:pt x="1820557" y="2066486"/>
                  </a:lnTo>
                  <a:lnTo>
                    <a:pt x="1820894" y="2070516"/>
                  </a:lnTo>
                  <a:lnTo>
                    <a:pt x="1821230" y="2075482"/>
                  </a:lnTo>
                  <a:lnTo>
                    <a:pt x="1821567" y="2080894"/>
                  </a:lnTo>
                  <a:lnTo>
                    <a:pt x="1821903" y="2086301"/>
                  </a:lnTo>
                  <a:lnTo>
                    <a:pt x="1822240" y="2091375"/>
                  </a:lnTo>
                  <a:lnTo>
                    <a:pt x="1822576" y="2095264"/>
                  </a:lnTo>
                  <a:lnTo>
                    <a:pt x="1822913" y="2098484"/>
                  </a:lnTo>
                  <a:lnTo>
                    <a:pt x="1823249" y="2101204"/>
                  </a:lnTo>
                  <a:lnTo>
                    <a:pt x="1823585" y="2104002"/>
                  </a:lnTo>
                  <a:lnTo>
                    <a:pt x="1823922" y="2106858"/>
                  </a:lnTo>
                  <a:lnTo>
                    <a:pt x="1824258" y="2109846"/>
                  </a:lnTo>
                  <a:lnTo>
                    <a:pt x="1824595" y="2113055"/>
                  </a:lnTo>
                  <a:lnTo>
                    <a:pt x="1824931" y="2115875"/>
                  </a:lnTo>
                  <a:lnTo>
                    <a:pt x="1825268" y="2117517"/>
                  </a:lnTo>
                  <a:lnTo>
                    <a:pt x="1825604" y="2117597"/>
                  </a:lnTo>
                  <a:lnTo>
                    <a:pt x="1825941" y="2116182"/>
                  </a:lnTo>
                  <a:lnTo>
                    <a:pt x="1826277" y="2114795"/>
                  </a:lnTo>
                  <a:lnTo>
                    <a:pt x="1826614" y="2112353"/>
                  </a:lnTo>
                  <a:lnTo>
                    <a:pt x="1826950" y="2109788"/>
                  </a:lnTo>
                  <a:lnTo>
                    <a:pt x="1827287" y="2107489"/>
                  </a:lnTo>
                  <a:lnTo>
                    <a:pt x="1827623" y="2105829"/>
                  </a:lnTo>
                  <a:lnTo>
                    <a:pt x="1827959" y="2104414"/>
                  </a:lnTo>
                  <a:lnTo>
                    <a:pt x="1828296" y="2103128"/>
                  </a:lnTo>
                  <a:lnTo>
                    <a:pt x="1828632" y="2101066"/>
                  </a:lnTo>
                  <a:lnTo>
                    <a:pt x="1828969" y="2098171"/>
                  </a:lnTo>
                  <a:lnTo>
                    <a:pt x="1829305" y="2094938"/>
                  </a:lnTo>
                  <a:lnTo>
                    <a:pt x="1829642" y="2091166"/>
                  </a:lnTo>
                  <a:lnTo>
                    <a:pt x="1829978" y="2086769"/>
                  </a:lnTo>
                  <a:lnTo>
                    <a:pt x="1830315" y="2081733"/>
                  </a:lnTo>
                  <a:lnTo>
                    <a:pt x="1830651" y="2077106"/>
                  </a:lnTo>
                  <a:lnTo>
                    <a:pt x="1830988" y="2072746"/>
                  </a:lnTo>
                  <a:lnTo>
                    <a:pt x="1831324" y="2067271"/>
                  </a:lnTo>
                  <a:lnTo>
                    <a:pt x="1831661" y="2063749"/>
                  </a:lnTo>
                  <a:lnTo>
                    <a:pt x="1831997" y="2059766"/>
                  </a:lnTo>
                  <a:lnTo>
                    <a:pt x="1832333" y="2055268"/>
                  </a:lnTo>
                  <a:lnTo>
                    <a:pt x="1832670" y="2050184"/>
                  </a:lnTo>
                  <a:lnTo>
                    <a:pt x="1833006" y="2044602"/>
                  </a:lnTo>
                  <a:lnTo>
                    <a:pt x="1833343" y="2038970"/>
                  </a:lnTo>
                  <a:lnTo>
                    <a:pt x="1833679" y="2033922"/>
                  </a:lnTo>
                  <a:lnTo>
                    <a:pt x="1834016" y="2029304"/>
                  </a:lnTo>
                  <a:lnTo>
                    <a:pt x="1834352" y="2024591"/>
                  </a:lnTo>
                  <a:lnTo>
                    <a:pt x="1834689" y="2019646"/>
                  </a:lnTo>
                  <a:lnTo>
                    <a:pt x="1835025" y="2014647"/>
                  </a:lnTo>
                  <a:lnTo>
                    <a:pt x="1835362" y="2010145"/>
                  </a:lnTo>
                  <a:lnTo>
                    <a:pt x="1835698" y="2005665"/>
                  </a:lnTo>
                  <a:lnTo>
                    <a:pt x="1836034" y="2001472"/>
                  </a:lnTo>
                  <a:lnTo>
                    <a:pt x="1836371" y="1998037"/>
                  </a:lnTo>
                  <a:lnTo>
                    <a:pt x="1836707" y="1994791"/>
                  </a:lnTo>
                  <a:lnTo>
                    <a:pt x="1837044" y="1992042"/>
                  </a:lnTo>
                  <a:lnTo>
                    <a:pt x="1837380" y="1989615"/>
                  </a:lnTo>
                  <a:lnTo>
                    <a:pt x="1837717" y="1987709"/>
                  </a:lnTo>
                  <a:lnTo>
                    <a:pt x="1838053" y="1984419"/>
                  </a:lnTo>
                  <a:lnTo>
                    <a:pt x="1838390" y="1981114"/>
                  </a:lnTo>
                  <a:lnTo>
                    <a:pt x="1838726" y="1977723"/>
                  </a:lnTo>
                  <a:lnTo>
                    <a:pt x="1839063" y="1974554"/>
                  </a:lnTo>
                  <a:lnTo>
                    <a:pt x="1839399" y="1971832"/>
                  </a:lnTo>
                  <a:lnTo>
                    <a:pt x="1839736" y="1970344"/>
                  </a:lnTo>
                  <a:lnTo>
                    <a:pt x="1840072" y="1969317"/>
                  </a:lnTo>
                  <a:lnTo>
                    <a:pt x="1840408" y="1968376"/>
                  </a:lnTo>
                  <a:lnTo>
                    <a:pt x="1840745" y="1967880"/>
                  </a:lnTo>
                  <a:lnTo>
                    <a:pt x="1841081" y="1967341"/>
                  </a:lnTo>
                  <a:lnTo>
                    <a:pt x="1841418" y="1966372"/>
                  </a:lnTo>
                  <a:lnTo>
                    <a:pt x="1841754" y="1965280"/>
                  </a:lnTo>
                  <a:lnTo>
                    <a:pt x="1842091" y="1964834"/>
                  </a:lnTo>
                  <a:lnTo>
                    <a:pt x="1842427" y="1965344"/>
                  </a:lnTo>
                  <a:lnTo>
                    <a:pt x="1842764" y="1965545"/>
                  </a:lnTo>
                  <a:lnTo>
                    <a:pt x="1843100" y="1966767"/>
                  </a:lnTo>
                  <a:lnTo>
                    <a:pt x="1843437" y="1968081"/>
                  </a:lnTo>
                  <a:lnTo>
                    <a:pt x="1843773" y="1970520"/>
                  </a:lnTo>
                  <a:lnTo>
                    <a:pt x="1844110" y="1972580"/>
                  </a:lnTo>
                  <a:lnTo>
                    <a:pt x="1844446" y="1974763"/>
                  </a:lnTo>
                  <a:lnTo>
                    <a:pt x="1844782" y="1976197"/>
                  </a:lnTo>
                  <a:lnTo>
                    <a:pt x="1845119" y="1977270"/>
                  </a:lnTo>
                  <a:lnTo>
                    <a:pt x="1845455" y="1978511"/>
                  </a:lnTo>
                  <a:lnTo>
                    <a:pt x="1845792" y="1979733"/>
                  </a:lnTo>
                  <a:lnTo>
                    <a:pt x="1846128" y="1982269"/>
                  </a:lnTo>
                  <a:lnTo>
                    <a:pt x="1846465" y="1985671"/>
                  </a:lnTo>
                  <a:lnTo>
                    <a:pt x="1846801" y="1989385"/>
                  </a:lnTo>
                  <a:lnTo>
                    <a:pt x="1847138" y="1992890"/>
                  </a:lnTo>
                  <a:lnTo>
                    <a:pt x="1847474" y="1996061"/>
                  </a:lnTo>
                  <a:lnTo>
                    <a:pt x="1847811" y="1999680"/>
                  </a:lnTo>
                  <a:lnTo>
                    <a:pt x="1848147" y="2003209"/>
                  </a:lnTo>
                  <a:lnTo>
                    <a:pt x="1848484" y="2007200"/>
                  </a:lnTo>
                  <a:lnTo>
                    <a:pt x="1848820" y="2012138"/>
                  </a:lnTo>
                  <a:lnTo>
                    <a:pt x="1849156" y="2017838"/>
                  </a:lnTo>
                  <a:lnTo>
                    <a:pt x="1849493" y="2023220"/>
                  </a:lnTo>
                  <a:lnTo>
                    <a:pt x="1849829" y="2028131"/>
                  </a:lnTo>
                  <a:lnTo>
                    <a:pt x="1850166" y="2034103"/>
                  </a:lnTo>
                  <a:lnTo>
                    <a:pt x="1850502" y="2037633"/>
                  </a:lnTo>
                  <a:lnTo>
                    <a:pt x="1850839" y="2041429"/>
                  </a:lnTo>
                  <a:lnTo>
                    <a:pt x="1851175" y="2045086"/>
                  </a:lnTo>
                  <a:lnTo>
                    <a:pt x="1851512" y="2048573"/>
                  </a:lnTo>
                  <a:lnTo>
                    <a:pt x="1851848" y="2050323"/>
                  </a:lnTo>
                  <a:lnTo>
                    <a:pt x="1852185" y="2052075"/>
                  </a:lnTo>
                  <a:lnTo>
                    <a:pt x="1852521" y="2054183"/>
                  </a:lnTo>
                  <a:lnTo>
                    <a:pt x="1852858" y="2056410"/>
                  </a:lnTo>
                  <a:lnTo>
                    <a:pt x="1853194" y="2056644"/>
                  </a:lnTo>
                  <a:lnTo>
                    <a:pt x="1853530" y="2056062"/>
                  </a:lnTo>
                  <a:lnTo>
                    <a:pt x="1853867" y="2054628"/>
                  </a:lnTo>
                  <a:lnTo>
                    <a:pt x="1854203" y="2053161"/>
                  </a:lnTo>
                  <a:lnTo>
                    <a:pt x="1854540" y="2052223"/>
                  </a:lnTo>
                  <a:lnTo>
                    <a:pt x="1854876" y="2051034"/>
                  </a:lnTo>
                  <a:lnTo>
                    <a:pt x="1855213" y="2048787"/>
                  </a:lnTo>
                  <a:lnTo>
                    <a:pt x="1855549" y="2045749"/>
                  </a:lnTo>
                  <a:lnTo>
                    <a:pt x="1855886" y="2042905"/>
                  </a:lnTo>
                  <a:lnTo>
                    <a:pt x="1856222" y="2041216"/>
                  </a:lnTo>
                  <a:lnTo>
                    <a:pt x="1856559" y="2038686"/>
                  </a:lnTo>
                  <a:lnTo>
                    <a:pt x="1856895" y="2036280"/>
                  </a:lnTo>
                  <a:lnTo>
                    <a:pt x="1857232" y="2034328"/>
                  </a:lnTo>
                  <a:lnTo>
                    <a:pt x="1857568" y="2032205"/>
                  </a:lnTo>
                  <a:lnTo>
                    <a:pt x="1857904" y="2031122"/>
                  </a:lnTo>
                  <a:lnTo>
                    <a:pt x="1858241" y="2029990"/>
                  </a:lnTo>
                  <a:lnTo>
                    <a:pt x="1858577" y="2028901"/>
                  </a:lnTo>
                  <a:lnTo>
                    <a:pt x="1858914" y="2029287"/>
                  </a:lnTo>
                  <a:lnTo>
                    <a:pt x="1859250" y="2028919"/>
                  </a:lnTo>
                  <a:lnTo>
                    <a:pt x="1859587" y="2028003"/>
                  </a:lnTo>
                  <a:lnTo>
                    <a:pt x="1859923" y="2026519"/>
                  </a:lnTo>
                  <a:lnTo>
                    <a:pt x="1860260" y="2025560"/>
                  </a:lnTo>
                  <a:lnTo>
                    <a:pt x="1860596" y="2024576"/>
                  </a:lnTo>
                  <a:lnTo>
                    <a:pt x="1860933" y="2024093"/>
                  </a:lnTo>
                  <a:lnTo>
                    <a:pt x="1861269" y="2023817"/>
                  </a:lnTo>
                  <a:lnTo>
                    <a:pt x="1861606" y="2023680"/>
                  </a:lnTo>
                  <a:lnTo>
                    <a:pt x="1861942" y="2023044"/>
                  </a:lnTo>
                  <a:lnTo>
                    <a:pt x="1862278" y="2022344"/>
                  </a:lnTo>
                  <a:lnTo>
                    <a:pt x="1862615" y="2021765"/>
                  </a:lnTo>
                  <a:lnTo>
                    <a:pt x="1862951" y="2021354"/>
                  </a:lnTo>
                  <a:lnTo>
                    <a:pt x="1863288" y="2020609"/>
                  </a:lnTo>
                  <a:lnTo>
                    <a:pt x="1863624" y="2019948"/>
                  </a:lnTo>
                  <a:lnTo>
                    <a:pt x="1863961" y="2019439"/>
                  </a:lnTo>
                  <a:lnTo>
                    <a:pt x="1864297" y="2018307"/>
                  </a:lnTo>
                  <a:lnTo>
                    <a:pt x="1864634" y="2016943"/>
                  </a:lnTo>
                  <a:lnTo>
                    <a:pt x="1864970" y="2015831"/>
                  </a:lnTo>
                  <a:lnTo>
                    <a:pt x="1865307" y="2014536"/>
                  </a:lnTo>
                  <a:lnTo>
                    <a:pt x="1865643" y="2012891"/>
                  </a:lnTo>
                  <a:lnTo>
                    <a:pt x="1865980" y="2011303"/>
                  </a:lnTo>
                  <a:lnTo>
                    <a:pt x="1866316" y="2010239"/>
                  </a:lnTo>
                  <a:lnTo>
                    <a:pt x="1866652" y="2007545"/>
                  </a:lnTo>
                  <a:lnTo>
                    <a:pt x="1866989" y="2005081"/>
                  </a:lnTo>
                  <a:lnTo>
                    <a:pt x="1867325" y="2002135"/>
                  </a:lnTo>
                  <a:lnTo>
                    <a:pt x="1867662" y="1999147"/>
                  </a:lnTo>
                  <a:lnTo>
                    <a:pt x="1867998" y="1996776"/>
                  </a:lnTo>
                  <a:lnTo>
                    <a:pt x="1868335" y="1995540"/>
                  </a:lnTo>
                  <a:lnTo>
                    <a:pt x="1868671" y="1994470"/>
                  </a:lnTo>
                  <a:lnTo>
                    <a:pt x="1869008" y="1993471"/>
                  </a:lnTo>
                  <a:lnTo>
                    <a:pt x="1869344" y="1993026"/>
                  </a:lnTo>
                  <a:lnTo>
                    <a:pt x="1869681" y="1993112"/>
                  </a:lnTo>
                  <a:lnTo>
                    <a:pt x="1870017" y="1993421"/>
                  </a:lnTo>
                  <a:lnTo>
                    <a:pt x="1870353" y="1993680"/>
                  </a:lnTo>
                  <a:lnTo>
                    <a:pt x="1870690" y="1994017"/>
                  </a:lnTo>
                  <a:lnTo>
                    <a:pt x="1871026" y="1994376"/>
                  </a:lnTo>
                  <a:lnTo>
                    <a:pt x="1871363" y="1994297"/>
                  </a:lnTo>
                  <a:lnTo>
                    <a:pt x="1871699" y="1993550"/>
                  </a:lnTo>
                  <a:lnTo>
                    <a:pt x="1872036" y="1992379"/>
                  </a:lnTo>
                  <a:lnTo>
                    <a:pt x="1872372" y="1991208"/>
                  </a:lnTo>
                  <a:lnTo>
                    <a:pt x="1872709" y="1989778"/>
                  </a:lnTo>
                  <a:lnTo>
                    <a:pt x="1873045" y="1987839"/>
                  </a:lnTo>
                  <a:lnTo>
                    <a:pt x="1873382" y="1985123"/>
                  </a:lnTo>
                  <a:lnTo>
                    <a:pt x="1873718" y="1982012"/>
                  </a:lnTo>
                  <a:lnTo>
                    <a:pt x="1874055" y="1978973"/>
                  </a:lnTo>
                  <a:lnTo>
                    <a:pt x="1874391" y="1976484"/>
                  </a:lnTo>
                  <a:lnTo>
                    <a:pt x="1874727" y="1973853"/>
                  </a:lnTo>
                  <a:lnTo>
                    <a:pt x="1875064" y="1970865"/>
                  </a:lnTo>
                  <a:lnTo>
                    <a:pt x="1875400" y="1967678"/>
                  </a:lnTo>
                  <a:lnTo>
                    <a:pt x="1875737" y="1964623"/>
                  </a:lnTo>
                  <a:lnTo>
                    <a:pt x="1876073" y="1961973"/>
                  </a:lnTo>
                  <a:lnTo>
                    <a:pt x="1876410" y="1959798"/>
                  </a:lnTo>
                  <a:lnTo>
                    <a:pt x="1876746" y="1958041"/>
                  </a:lnTo>
                  <a:lnTo>
                    <a:pt x="1877083" y="1956653"/>
                  </a:lnTo>
                  <a:lnTo>
                    <a:pt x="1877419" y="1955426"/>
                  </a:lnTo>
                  <a:lnTo>
                    <a:pt x="1877756" y="1954190"/>
                  </a:lnTo>
                  <a:lnTo>
                    <a:pt x="1878092" y="1953105"/>
                  </a:lnTo>
                  <a:lnTo>
                    <a:pt x="1878429" y="1952932"/>
                  </a:lnTo>
                  <a:lnTo>
                    <a:pt x="1878765" y="1953108"/>
                  </a:lnTo>
                  <a:lnTo>
                    <a:pt x="1879101" y="1953281"/>
                  </a:lnTo>
                  <a:lnTo>
                    <a:pt x="1879438" y="1953372"/>
                  </a:lnTo>
                  <a:lnTo>
                    <a:pt x="1879774" y="1954078"/>
                  </a:lnTo>
                  <a:lnTo>
                    <a:pt x="1880111" y="1954017"/>
                  </a:lnTo>
                  <a:lnTo>
                    <a:pt x="1880447" y="1953428"/>
                  </a:lnTo>
                  <a:lnTo>
                    <a:pt x="1880784" y="1951626"/>
                  </a:lnTo>
                  <a:lnTo>
                    <a:pt x="1881120" y="1949322"/>
                  </a:lnTo>
                  <a:lnTo>
                    <a:pt x="1881457" y="1946549"/>
                  </a:lnTo>
                  <a:lnTo>
                    <a:pt x="1881793" y="1943295"/>
                  </a:lnTo>
                  <a:lnTo>
                    <a:pt x="1882130" y="1939782"/>
                  </a:lnTo>
                  <a:lnTo>
                    <a:pt x="1882466" y="1936124"/>
                  </a:lnTo>
                  <a:lnTo>
                    <a:pt x="1882803" y="1933372"/>
                  </a:lnTo>
                  <a:lnTo>
                    <a:pt x="1883139" y="1930220"/>
                  </a:lnTo>
                  <a:lnTo>
                    <a:pt x="1883475" y="1926804"/>
                  </a:lnTo>
                  <a:lnTo>
                    <a:pt x="1883812" y="1922629"/>
                  </a:lnTo>
                  <a:lnTo>
                    <a:pt x="1884148" y="1917793"/>
                  </a:lnTo>
                  <a:lnTo>
                    <a:pt x="1884485" y="1912592"/>
                  </a:lnTo>
                  <a:lnTo>
                    <a:pt x="1884821" y="1905824"/>
                  </a:lnTo>
                  <a:lnTo>
                    <a:pt x="1885158" y="1899184"/>
                  </a:lnTo>
                  <a:lnTo>
                    <a:pt x="1885494" y="1893072"/>
                  </a:lnTo>
                  <a:lnTo>
                    <a:pt x="1885831" y="1887816"/>
                  </a:lnTo>
                  <a:lnTo>
                    <a:pt x="1886167" y="1882694"/>
                  </a:lnTo>
                  <a:lnTo>
                    <a:pt x="1886504" y="1877390"/>
                  </a:lnTo>
                  <a:lnTo>
                    <a:pt x="1886840" y="1871891"/>
                  </a:lnTo>
                  <a:lnTo>
                    <a:pt x="1887177" y="1865337"/>
                  </a:lnTo>
                  <a:lnTo>
                    <a:pt x="1887513" y="1858964"/>
                  </a:lnTo>
                  <a:lnTo>
                    <a:pt x="1887849" y="1852196"/>
                  </a:lnTo>
                  <a:lnTo>
                    <a:pt x="1888186" y="1843084"/>
                  </a:lnTo>
                  <a:lnTo>
                    <a:pt x="1888522" y="1834407"/>
                  </a:lnTo>
                  <a:lnTo>
                    <a:pt x="1888859" y="1826374"/>
                  </a:lnTo>
                  <a:lnTo>
                    <a:pt x="1889195" y="1818947"/>
                  </a:lnTo>
                  <a:lnTo>
                    <a:pt x="1889532" y="1811225"/>
                  </a:lnTo>
                  <a:lnTo>
                    <a:pt x="1889868" y="1803572"/>
                  </a:lnTo>
                  <a:lnTo>
                    <a:pt x="1890205" y="1795642"/>
                  </a:lnTo>
                  <a:lnTo>
                    <a:pt x="1890541" y="1787480"/>
                  </a:lnTo>
                  <a:lnTo>
                    <a:pt x="1890878" y="1779573"/>
                  </a:lnTo>
                  <a:lnTo>
                    <a:pt x="1891214" y="1772295"/>
                  </a:lnTo>
                  <a:lnTo>
                    <a:pt x="1891551" y="1765875"/>
                  </a:lnTo>
                  <a:lnTo>
                    <a:pt x="1891887" y="1759756"/>
                  </a:lnTo>
                  <a:lnTo>
                    <a:pt x="1892223" y="1751983"/>
                  </a:lnTo>
                  <a:lnTo>
                    <a:pt x="1892560" y="1743836"/>
                  </a:lnTo>
                  <a:lnTo>
                    <a:pt x="1892896" y="1735660"/>
                  </a:lnTo>
                  <a:lnTo>
                    <a:pt x="1893233" y="1730172"/>
                  </a:lnTo>
                  <a:lnTo>
                    <a:pt x="1893569" y="1724125"/>
                  </a:lnTo>
                  <a:lnTo>
                    <a:pt x="1893906" y="1718022"/>
                  </a:lnTo>
                  <a:lnTo>
                    <a:pt x="1894242" y="1711968"/>
                  </a:lnTo>
                  <a:lnTo>
                    <a:pt x="1894579" y="1705562"/>
                  </a:lnTo>
                  <a:lnTo>
                    <a:pt x="1894915" y="1699252"/>
                  </a:lnTo>
                  <a:lnTo>
                    <a:pt x="1895252" y="1692979"/>
                  </a:lnTo>
                  <a:lnTo>
                    <a:pt x="1895588" y="1686675"/>
                  </a:lnTo>
                  <a:lnTo>
                    <a:pt x="1895925" y="1680667"/>
                  </a:lnTo>
                  <a:lnTo>
                    <a:pt x="1896261" y="1675071"/>
                  </a:lnTo>
                  <a:lnTo>
                    <a:pt x="1896597" y="1669440"/>
                  </a:lnTo>
                  <a:lnTo>
                    <a:pt x="1896934" y="1663920"/>
                  </a:lnTo>
                  <a:lnTo>
                    <a:pt x="1897270" y="1658593"/>
                  </a:lnTo>
                  <a:lnTo>
                    <a:pt x="1897607" y="1654599"/>
                  </a:lnTo>
                  <a:lnTo>
                    <a:pt x="1897943" y="1651237"/>
                  </a:lnTo>
                  <a:lnTo>
                    <a:pt x="1898280" y="1648167"/>
                  </a:lnTo>
                  <a:lnTo>
                    <a:pt x="1898616" y="1647096"/>
                  </a:lnTo>
                  <a:lnTo>
                    <a:pt x="1898953" y="1644759"/>
                  </a:lnTo>
                  <a:lnTo>
                    <a:pt x="1899289" y="1640666"/>
                  </a:lnTo>
                  <a:lnTo>
                    <a:pt x="1899626" y="1636859"/>
                  </a:lnTo>
                  <a:lnTo>
                    <a:pt x="1899962" y="1632804"/>
                  </a:lnTo>
                  <a:lnTo>
                    <a:pt x="1900299" y="1628559"/>
                  </a:lnTo>
                  <a:lnTo>
                    <a:pt x="1900635" y="1624887"/>
                  </a:lnTo>
                  <a:lnTo>
                    <a:pt x="1900971" y="1620581"/>
                  </a:lnTo>
                  <a:lnTo>
                    <a:pt x="1901308" y="1616305"/>
                  </a:lnTo>
                  <a:lnTo>
                    <a:pt x="1901644" y="1612634"/>
                  </a:lnTo>
                  <a:lnTo>
                    <a:pt x="1901981" y="1609316"/>
                  </a:lnTo>
                  <a:lnTo>
                    <a:pt x="1902317" y="1608661"/>
                  </a:lnTo>
                  <a:lnTo>
                    <a:pt x="1902654" y="1607359"/>
                  </a:lnTo>
                  <a:lnTo>
                    <a:pt x="1902990" y="1605907"/>
                  </a:lnTo>
                  <a:lnTo>
                    <a:pt x="1903327" y="1604280"/>
                  </a:lnTo>
                  <a:lnTo>
                    <a:pt x="1903663" y="1601427"/>
                  </a:lnTo>
                  <a:lnTo>
                    <a:pt x="1904000" y="1599660"/>
                  </a:lnTo>
                  <a:lnTo>
                    <a:pt x="1904336" y="1597813"/>
                  </a:lnTo>
                  <a:lnTo>
                    <a:pt x="1904672" y="1595924"/>
                  </a:lnTo>
                  <a:lnTo>
                    <a:pt x="1905009" y="1594531"/>
                  </a:lnTo>
                  <a:lnTo>
                    <a:pt x="1905345" y="1594363"/>
                  </a:lnTo>
                  <a:lnTo>
                    <a:pt x="1905682" y="1593847"/>
                  </a:lnTo>
                  <a:lnTo>
                    <a:pt x="1906018" y="1593524"/>
                  </a:lnTo>
                  <a:lnTo>
                    <a:pt x="1906355" y="1592650"/>
                  </a:lnTo>
                  <a:lnTo>
                    <a:pt x="1906691" y="1590968"/>
                  </a:lnTo>
                  <a:lnTo>
                    <a:pt x="1907028" y="1588686"/>
                  </a:lnTo>
                  <a:lnTo>
                    <a:pt x="1907364" y="1586264"/>
                  </a:lnTo>
                  <a:lnTo>
                    <a:pt x="1907701" y="1584064"/>
                  </a:lnTo>
                  <a:lnTo>
                    <a:pt x="1908037" y="1581635"/>
                  </a:lnTo>
                  <a:lnTo>
                    <a:pt x="1908374" y="1577961"/>
                  </a:lnTo>
                  <a:lnTo>
                    <a:pt x="1908710" y="1574713"/>
                  </a:lnTo>
                  <a:lnTo>
                    <a:pt x="1909046" y="1571732"/>
                  </a:lnTo>
                  <a:lnTo>
                    <a:pt x="1909383" y="1568454"/>
                  </a:lnTo>
                  <a:lnTo>
                    <a:pt x="1909719" y="1563203"/>
                  </a:lnTo>
                  <a:lnTo>
                    <a:pt x="1910056" y="1558639"/>
                  </a:lnTo>
                  <a:lnTo>
                    <a:pt x="1910392" y="1550837"/>
                  </a:lnTo>
                  <a:lnTo>
                    <a:pt x="1910729" y="1543250"/>
                  </a:lnTo>
                  <a:lnTo>
                    <a:pt x="1911065" y="1534165"/>
                  </a:lnTo>
                  <a:lnTo>
                    <a:pt x="1911402" y="1524972"/>
                  </a:lnTo>
                  <a:lnTo>
                    <a:pt x="1911738" y="1515870"/>
                  </a:lnTo>
                  <a:lnTo>
                    <a:pt x="1912075" y="1506900"/>
                  </a:lnTo>
                  <a:lnTo>
                    <a:pt x="1912411" y="1497838"/>
                  </a:lnTo>
                  <a:lnTo>
                    <a:pt x="1912748" y="1488781"/>
                  </a:lnTo>
                  <a:lnTo>
                    <a:pt x="1913084" y="1480389"/>
                  </a:lnTo>
                  <a:lnTo>
                    <a:pt x="1913420" y="1470603"/>
                  </a:lnTo>
                  <a:lnTo>
                    <a:pt x="1913757" y="1464790"/>
                  </a:lnTo>
                  <a:lnTo>
                    <a:pt x="1914093" y="1459296"/>
                  </a:lnTo>
                  <a:lnTo>
                    <a:pt x="1914430" y="1456220"/>
                  </a:lnTo>
                  <a:lnTo>
                    <a:pt x="1914766" y="1452534"/>
                  </a:lnTo>
                  <a:lnTo>
                    <a:pt x="1915103" y="1448319"/>
                  </a:lnTo>
                  <a:lnTo>
                    <a:pt x="1915439" y="1445825"/>
                  </a:lnTo>
                  <a:lnTo>
                    <a:pt x="1915776" y="1443002"/>
                  </a:lnTo>
                  <a:lnTo>
                    <a:pt x="1916112" y="1440677"/>
                  </a:lnTo>
                  <a:lnTo>
                    <a:pt x="1916449" y="1438217"/>
                  </a:lnTo>
                  <a:lnTo>
                    <a:pt x="1916785" y="1436250"/>
                  </a:lnTo>
                  <a:lnTo>
                    <a:pt x="1917122" y="1435256"/>
                  </a:lnTo>
                  <a:lnTo>
                    <a:pt x="1917458" y="1433646"/>
                  </a:lnTo>
                  <a:lnTo>
                    <a:pt x="1917794" y="1431223"/>
                  </a:lnTo>
                  <a:lnTo>
                    <a:pt x="1918131" y="1428665"/>
                  </a:lnTo>
                  <a:lnTo>
                    <a:pt x="1918467" y="1426020"/>
                  </a:lnTo>
                  <a:lnTo>
                    <a:pt x="1918804" y="1423236"/>
                  </a:lnTo>
                  <a:lnTo>
                    <a:pt x="1919140" y="1421209"/>
                  </a:lnTo>
                  <a:lnTo>
                    <a:pt x="1919477" y="1418337"/>
                  </a:lnTo>
                  <a:lnTo>
                    <a:pt x="1919813" y="1415535"/>
                  </a:lnTo>
                  <a:lnTo>
                    <a:pt x="1920150" y="1412608"/>
                  </a:lnTo>
                  <a:lnTo>
                    <a:pt x="1920486" y="1408471"/>
                  </a:lnTo>
                  <a:lnTo>
                    <a:pt x="1920823" y="1404435"/>
                  </a:lnTo>
                  <a:lnTo>
                    <a:pt x="1921159" y="1400768"/>
                  </a:lnTo>
                  <a:lnTo>
                    <a:pt x="1921496" y="1393740"/>
                  </a:lnTo>
                  <a:lnTo>
                    <a:pt x="1921832" y="1388923"/>
                  </a:lnTo>
                  <a:lnTo>
                    <a:pt x="1922168" y="1383985"/>
                  </a:lnTo>
                  <a:lnTo>
                    <a:pt x="1922505" y="1381785"/>
                  </a:lnTo>
                  <a:lnTo>
                    <a:pt x="1922841" y="1380823"/>
                  </a:lnTo>
                  <a:lnTo>
                    <a:pt x="1923178" y="1379680"/>
                  </a:lnTo>
                  <a:lnTo>
                    <a:pt x="1923514" y="1378870"/>
                  </a:lnTo>
                  <a:lnTo>
                    <a:pt x="1923851" y="1378722"/>
                  </a:lnTo>
                  <a:lnTo>
                    <a:pt x="1924187" y="1378681"/>
                  </a:lnTo>
                  <a:lnTo>
                    <a:pt x="1924524" y="1377971"/>
                  </a:lnTo>
                  <a:lnTo>
                    <a:pt x="1924860" y="1376888"/>
                  </a:lnTo>
                  <a:lnTo>
                    <a:pt x="1925197" y="1373877"/>
                  </a:lnTo>
                  <a:lnTo>
                    <a:pt x="1925533" y="1370522"/>
                  </a:lnTo>
                  <a:lnTo>
                    <a:pt x="1925870" y="1367370"/>
                  </a:lnTo>
                  <a:lnTo>
                    <a:pt x="1926206" y="1364927"/>
                  </a:lnTo>
                  <a:lnTo>
                    <a:pt x="1926542" y="1363031"/>
                  </a:lnTo>
                  <a:lnTo>
                    <a:pt x="1926879" y="1361728"/>
                  </a:lnTo>
                  <a:lnTo>
                    <a:pt x="1927215" y="1360169"/>
                  </a:lnTo>
                  <a:lnTo>
                    <a:pt x="1927552" y="1356615"/>
                  </a:lnTo>
                  <a:lnTo>
                    <a:pt x="1927888" y="1352992"/>
                  </a:lnTo>
                  <a:lnTo>
                    <a:pt x="1928225" y="1346217"/>
                  </a:lnTo>
                  <a:lnTo>
                    <a:pt x="1928561" y="1339034"/>
                  </a:lnTo>
                  <a:lnTo>
                    <a:pt x="1928898" y="1331625"/>
                  </a:lnTo>
                  <a:lnTo>
                    <a:pt x="1929234" y="1323917"/>
                  </a:lnTo>
                  <a:lnTo>
                    <a:pt x="1929571" y="1317064"/>
                  </a:lnTo>
                  <a:lnTo>
                    <a:pt x="1929907" y="1310871"/>
                  </a:lnTo>
                  <a:lnTo>
                    <a:pt x="1930244" y="1305737"/>
                  </a:lnTo>
                  <a:lnTo>
                    <a:pt x="1930580" y="1301997"/>
                  </a:lnTo>
                  <a:lnTo>
                    <a:pt x="1930916" y="1298048"/>
                  </a:lnTo>
                  <a:lnTo>
                    <a:pt x="1931253" y="1293646"/>
                  </a:lnTo>
                  <a:lnTo>
                    <a:pt x="1931589" y="1289872"/>
                  </a:lnTo>
                  <a:lnTo>
                    <a:pt x="1931926" y="1286397"/>
                  </a:lnTo>
                  <a:lnTo>
                    <a:pt x="1932262" y="1282906"/>
                  </a:lnTo>
                  <a:lnTo>
                    <a:pt x="1932599" y="1279803"/>
                  </a:lnTo>
                  <a:lnTo>
                    <a:pt x="1932935" y="1277301"/>
                  </a:lnTo>
                  <a:lnTo>
                    <a:pt x="1933272" y="1274822"/>
                  </a:lnTo>
                  <a:lnTo>
                    <a:pt x="1933608" y="1271573"/>
                  </a:lnTo>
                  <a:lnTo>
                    <a:pt x="1933945" y="1269947"/>
                  </a:lnTo>
                  <a:lnTo>
                    <a:pt x="1934281" y="1267712"/>
                  </a:lnTo>
                  <a:lnTo>
                    <a:pt x="1934617" y="1265141"/>
                  </a:lnTo>
                  <a:lnTo>
                    <a:pt x="1934954" y="1262153"/>
                  </a:lnTo>
                  <a:lnTo>
                    <a:pt x="1935290" y="1258178"/>
                  </a:lnTo>
                  <a:lnTo>
                    <a:pt x="1935627" y="1250656"/>
                  </a:lnTo>
                  <a:lnTo>
                    <a:pt x="1935963" y="1242868"/>
                  </a:lnTo>
                  <a:lnTo>
                    <a:pt x="1936300" y="1234621"/>
                  </a:lnTo>
                  <a:lnTo>
                    <a:pt x="1936636" y="1228346"/>
                  </a:lnTo>
                  <a:lnTo>
                    <a:pt x="1936973" y="1221539"/>
                  </a:lnTo>
                  <a:lnTo>
                    <a:pt x="1937309" y="1213837"/>
                  </a:lnTo>
                  <a:lnTo>
                    <a:pt x="1937646" y="1205557"/>
                  </a:lnTo>
                  <a:lnTo>
                    <a:pt x="1937982" y="1196676"/>
                  </a:lnTo>
                  <a:lnTo>
                    <a:pt x="1938319" y="1187825"/>
                  </a:lnTo>
                  <a:lnTo>
                    <a:pt x="1938655" y="1179599"/>
                  </a:lnTo>
                  <a:lnTo>
                    <a:pt x="1938991" y="1172059"/>
                  </a:lnTo>
                  <a:lnTo>
                    <a:pt x="1939328" y="1165436"/>
                  </a:lnTo>
                  <a:lnTo>
                    <a:pt x="1939664" y="1159303"/>
                  </a:lnTo>
                  <a:lnTo>
                    <a:pt x="1940001" y="1153798"/>
                  </a:lnTo>
                  <a:lnTo>
                    <a:pt x="1940337" y="1149165"/>
                  </a:lnTo>
                  <a:lnTo>
                    <a:pt x="1940674" y="1145404"/>
                  </a:lnTo>
                  <a:lnTo>
                    <a:pt x="1941010" y="1142436"/>
                  </a:lnTo>
                  <a:lnTo>
                    <a:pt x="1941347" y="1139920"/>
                  </a:lnTo>
                  <a:lnTo>
                    <a:pt x="1941683" y="1137261"/>
                  </a:lnTo>
                  <a:lnTo>
                    <a:pt x="1942020" y="1135061"/>
                  </a:lnTo>
                  <a:lnTo>
                    <a:pt x="1942356" y="1133518"/>
                  </a:lnTo>
                  <a:lnTo>
                    <a:pt x="1942693" y="1131141"/>
                  </a:lnTo>
                  <a:lnTo>
                    <a:pt x="1943029" y="1128782"/>
                  </a:lnTo>
                  <a:lnTo>
                    <a:pt x="1943365" y="1128399"/>
                  </a:lnTo>
                  <a:lnTo>
                    <a:pt x="1943702" y="1128496"/>
                  </a:lnTo>
                  <a:lnTo>
                    <a:pt x="1944038" y="1128672"/>
                  </a:lnTo>
                  <a:lnTo>
                    <a:pt x="1944375" y="1128305"/>
                  </a:lnTo>
                  <a:lnTo>
                    <a:pt x="1944711" y="1127711"/>
                  </a:lnTo>
                  <a:lnTo>
                    <a:pt x="1945048" y="1126675"/>
                  </a:lnTo>
                  <a:lnTo>
                    <a:pt x="1945384" y="1124838"/>
                  </a:lnTo>
                  <a:lnTo>
                    <a:pt x="1945721" y="1121665"/>
                  </a:lnTo>
                  <a:lnTo>
                    <a:pt x="1946057" y="1117884"/>
                  </a:lnTo>
                  <a:lnTo>
                    <a:pt x="1946394" y="1113803"/>
                  </a:lnTo>
                  <a:lnTo>
                    <a:pt x="1946730" y="1109720"/>
                  </a:lnTo>
                  <a:lnTo>
                    <a:pt x="1947067" y="1104948"/>
                  </a:lnTo>
                  <a:lnTo>
                    <a:pt x="1947403" y="1100671"/>
                  </a:lnTo>
                  <a:lnTo>
                    <a:pt x="1947739" y="1096770"/>
                  </a:lnTo>
                  <a:lnTo>
                    <a:pt x="1948076" y="1093894"/>
                  </a:lnTo>
                  <a:lnTo>
                    <a:pt x="1948412" y="1090723"/>
                  </a:lnTo>
                  <a:lnTo>
                    <a:pt x="1948749" y="1088099"/>
                  </a:lnTo>
                  <a:lnTo>
                    <a:pt x="1949085" y="1085204"/>
                  </a:lnTo>
                  <a:lnTo>
                    <a:pt x="1949422" y="1081647"/>
                  </a:lnTo>
                  <a:lnTo>
                    <a:pt x="1949758" y="1076727"/>
                  </a:lnTo>
                  <a:lnTo>
                    <a:pt x="1950095" y="1071242"/>
                  </a:lnTo>
                  <a:lnTo>
                    <a:pt x="1950431" y="1067085"/>
                  </a:lnTo>
                  <a:lnTo>
                    <a:pt x="1950768" y="1063312"/>
                  </a:lnTo>
                  <a:lnTo>
                    <a:pt x="1951104" y="1060060"/>
                  </a:lnTo>
                  <a:lnTo>
                    <a:pt x="1951441" y="1057291"/>
                  </a:lnTo>
                  <a:lnTo>
                    <a:pt x="1951777" y="1054992"/>
                  </a:lnTo>
                  <a:lnTo>
                    <a:pt x="1952113" y="1054140"/>
                  </a:lnTo>
                  <a:lnTo>
                    <a:pt x="1952450" y="1052699"/>
                  </a:lnTo>
                  <a:lnTo>
                    <a:pt x="1952786" y="1050605"/>
                  </a:lnTo>
                  <a:lnTo>
                    <a:pt x="1953123" y="1047691"/>
                  </a:lnTo>
                  <a:lnTo>
                    <a:pt x="1953459" y="1046625"/>
                  </a:lnTo>
                  <a:lnTo>
                    <a:pt x="1953796" y="1046409"/>
                  </a:lnTo>
                  <a:lnTo>
                    <a:pt x="1954132" y="1046570"/>
                  </a:lnTo>
                  <a:lnTo>
                    <a:pt x="1954469" y="1047016"/>
                  </a:lnTo>
                  <a:lnTo>
                    <a:pt x="1954805" y="1047227"/>
                  </a:lnTo>
                  <a:lnTo>
                    <a:pt x="1955142" y="1047241"/>
                  </a:lnTo>
                  <a:lnTo>
                    <a:pt x="1955478" y="1048978"/>
                  </a:lnTo>
                  <a:lnTo>
                    <a:pt x="1955815" y="1049860"/>
                  </a:lnTo>
                  <a:lnTo>
                    <a:pt x="1956151" y="1050199"/>
                  </a:lnTo>
                  <a:lnTo>
                    <a:pt x="1956487" y="1050003"/>
                  </a:lnTo>
                  <a:lnTo>
                    <a:pt x="1956824" y="1049790"/>
                  </a:lnTo>
                  <a:lnTo>
                    <a:pt x="1957160" y="1050055"/>
                  </a:lnTo>
                  <a:lnTo>
                    <a:pt x="1957497" y="1050862"/>
                  </a:lnTo>
                  <a:lnTo>
                    <a:pt x="1957833" y="1052065"/>
                  </a:lnTo>
                  <a:lnTo>
                    <a:pt x="1958170" y="1052912"/>
                  </a:lnTo>
                  <a:lnTo>
                    <a:pt x="1958506" y="1053418"/>
                  </a:lnTo>
                  <a:lnTo>
                    <a:pt x="1958843" y="1052830"/>
                  </a:lnTo>
                  <a:lnTo>
                    <a:pt x="1959179" y="1049089"/>
                  </a:lnTo>
                  <a:lnTo>
                    <a:pt x="1959516" y="1047113"/>
                  </a:lnTo>
                  <a:lnTo>
                    <a:pt x="1959852" y="1048368"/>
                  </a:lnTo>
                  <a:lnTo>
                    <a:pt x="1960189" y="1050548"/>
                  </a:lnTo>
                  <a:lnTo>
                    <a:pt x="1960525" y="1051028"/>
                  </a:lnTo>
                  <a:lnTo>
                    <a:pt x="1960861" y="1052619"/>
                  </a:lnTo>
                  <a:lnTo>
                    <a:pt x="1961198" y="1054981"/>
                  </a:lnTo>
                  <a:lnTo>
                    <a:pt x="1961534" y="1054709"/>
                  </a:lnTo>
                  <a:lnTo>
                    <a:pt x="1961871" y="1054604"/>
                  </a:lnTo>
                  <a:lnTo>
                    <a:pt x="1962207" y="1053746"/>
                  </a:lnTo>
                  <a:lnTo>
                    <a:pt x="1962544" y="1052783"/>
                  </a:lnTo>
                  <a:lnTo>
                    <a:pt x="1962880" y="1051872"/>
                  </a:lnTo>
                  <a:lnTo>
                    <a:pt x="1963217" y="1050988"/>
                  </a:lnTo>
                  <a:lnTo>
                    <a:pt x="1963553" y="1049810"/>
                  </a:lnTo>
                  <a:lnTo>
                    <a:pt x="1963890" y="1048339"/>
                  </a:lnTo>
                  <a:lnTo>
                    <a:pt x="1964226" y="1047518"/>
                  </a:lnTo>
                  <a:lnTo>
                    <a:pt x="1964563" y="1047523"/>
                  </a:lnTo>
                  <a:lnTo>
                    <a:pt x="1964899" y="1046845"/>
                  </a:lnTo>
                  <a:lnTo>
                    <a:pt x="1965235" y="1045004"/>
                  </a:lnTo>
                  <a:lnTo>
                    <a:pt x="1965572" y="1040163"/>
                  </a:lnTo>
                  <a:lnTo>
                    <a:pt x="1965908" y="1035157"/>
                  </a:lnTo>
                  <a:lnTo>
                    <a:pt x="1966245" y="1030448"/>
                  </a:lnTo>
                  <a:lnTo>
                    <a:pt x="1966581" y="1028860"/>
                  </a:lnTo>
                  <a:lnTo>
                    <a:pt x="1966918" y="1028645"/>
                  </a:lnTo>
                  <a:lnTo>
                    <a:pt x="1967254" y="1030053"/>
                  </a:lnTo>
                  <a:lnTo>
                    <a:pt x="1967591" y="1032553"/>
                  </a:lnTo>
                  <a:lnTo>
                    <a:pt x="1967927" y="1035053"/>
                  </a:lnTo>
                  <a:lnTo>
                    <a:pt x="1968264" y="1038954"/>
                  </a:lnTo>
                  <a:lnTo>
                    <a:pt x="1968600" y="1044048"/>
                  </a:lnTo>
                  <a:lnTo>
                    <a:pt x="1968936" y="1049838"/>
                  </a:lnTo>
                  <a:lnTo>
                    <a:pt x="1969273" y="1056412"/>
                  </a:lnTo>
                  <a:lnTo>
                    <a:pt x="1969609" y="1060781"/>
                  </a:lnTo>
                  <a:lnTo>
                    <a:pt x="1969946" y="1065887"/>
                  </a:lnTo>
                  <a:lnTo>
                    <a:pt x="1970282" y="1070742"/>
                  </a:lnTo>
                  <a:lnTo>
                    <a:pt x="1970619" y="1074135"/>
                  </a:lnTo>
                  <a:lnTo>
                    <a:pt x="1970955" y="1077037"/>
                  </a:lnTo>
                  <a:lnTo>
                    <a:pt x="1971292" y="1078358"/>
                  </a:lnTo>
                  <a:lnTo>
                    <a:pt x="1971628" y="1079284"/>
                  </a:lnTo>
                  <a:lnTo>
                    <a:pt x="1971965" y="1081333"/>
                  </a:lnTo>
                  <a:lnTo>
                    <a:pt x="1972301" y="1082688"/>
                  </a:lnTo>
                  <a:lnTo>
                    <a:pt x="1972638" y="1084310"/>
                  </a:lnTo>
                  <a:lnTo>
                    <a:pt x="1972974" y="1085756"/>
                  </a:lnTo>
                  <a:lnTo>
                    <a:pt x="1973310" y="1087029"/>
                  </a:lnTo>
                  <a:lnTo>
                    <a:pt x="1973647" y="1088481"/>
                  </a:lnTo>
                  <a:lnTo>
                    <a:pt x="1973983" y="1090331"/>
                  </a:lnTo>
                  <a:lnTo>
                    <a:pt x="1974320" y="1091688"/>
                  </a:lnTo>
                  <a:lnTo>
                    <a:pt x="1974656" y="1092704"/>
                  </a:lnTo>
                  <a:lnTo>
                    <a:pt x="1974993" y="1092871"/>
                  </a:lnTo>
                  <a:lnTo>
                    <a:pt x="1975329" y="1093146"/>
                  </a:lnTo>
                  <a:lnTo>
                    <a:pt x="1975666" y="1095338"/>
                  </a:lnTo>
                  <a:lnTo>
                    <a:pt x="1976002" y="1097413"/>
                  </a:lnTo>
                  <a:lnTo>
                    <a:pt x="1976339" y="1098652"/>
                  </a:lnTo>
                  <a:lnTo>
                    <a:pt x="1976675" y="1099666"/>
                  </a:lnTo>
                  <a:lnTo>
                    <a:pt x="1977012" y="1101306"/>
                  </a:lnTo>
                  <a:lnTo>
                    <a:pt x="1977348" y="1101814"/>
                  </a:lnTo>
                  <a:lnTo>
                    <a:pt x="1977684" y="1104281"/>
                  </a:lnTo>
                  <a:lnTo>
                    <a:pt x="1978021" y="1106643"/>
                  </a:lnTo>
                  <a:lnTo>
                    <a:pt x="1978357" y="1109191"/>
                  </a:lnTo>
                  <a:lnTo>
                    <a:pt x="1978694" y="1113848"/>
                  </a:lnTo>
                  <a:lnTo>
                    <a:pt x="1979030" y="1117661"/>
                  </a:lnTo>
                  <a:lnTo>
                    <a:pt x="1979367" y="1120974"/>
                  </a:lnTo>
                  <a:lnTo>
                    <a:pt x="1979703" y="1124344"/>
                  </a:lnTo>
                  <a:lnTo>
                    <a:pt x="1980040" y="1129667"/>
                  </a:lnTo>
                  <a:lnTo>
                    <a:pt x="1980376" y="1135094"/>
                  </a:lnTo>
                  <a:lnTo>
                    <a:pt x="1980713" y="1140787"/>
                  </a:lnTo>
                  <a:lnTo>
                    <a:pt x="1981049" y="1142937"/>
                  </a:lnTo>
                  <a:lnTo>
                    <a:pt x="1981386" y="1144962"/>
                  </a:lnTo>
                  <a:lnTo>
                    <a:pt x="1981722" y="1144583"/>
                  </a:lnTo>
                  <a:lnTo>
                    <a:pt x="1982058" y="1145120"/>
                  </a:lnTo>
                  <a:lnTo>
                    <a:pt x="1982395" y="1145780"/>
                  </a:lnTo>
                  <a:lnTo>
                    <a:pt x="1982731" y="1144723"/>
                  </a:lnTo>
                  <a:lnTo>
                    <a:pt x="1983068" y="1143743"/>
                  </a:lnTo>
                  <a:lnTo>
                    <a:pt x="1983404" y="1140862"/>
                  </a:lnTo>
                  <a:lnTo>
                    <a:pt x="1983741" y="1137567"/>
                  </a:lnTo>
                  <a:lnTo>
                    <a:pt x="1984077" y="1133855"/>
                  </a:lnTo>
                  <a:lnTo>
                    <a:pt x="1984414" y="1130304"/>
                  </a:lnTo>
                  <a:lnTo>
                    <a:pt x="1984750" y="1127088"/>
                  </a:lnTo>
                  <a:lnTo>
                    <a:pt x="1985087" y="1122143"/>
                  </a:lnTo>
                  <a:lnTo>
                    <a:pt x="1985423" y="1112963"/>
                  </a:lnTo>
                  <a:lnTo>
                    <a:pt x="1985760" y="1103834"/>
                  </a:lnTo>
                  <a:lnTo>
                    <a:pt x="1986096" y="1094736"/>
                  </a:lnTo>
                  <a:lnTo>
                    <a:pt x="1986432" y="1090099"/>
                  </a:lnTo>
                  <a:lnTo>
                    <a:pt x="1986769" y="1088100"/>
                  </a:lnTo>
                  <a:lnTo>
                    <a:pt x="1987105" y="1085248"/>
                  </a:lnTo>
                  <a:lnTo>
                    <a:pt x="1987442" y="1084077"/>
                  </a:lnTo>
                  <a:lnTo>
                    <a:pt x="1987778" y="1085023"/>
                  </a:lnTo>
                  <a:lnTo>
                    <a:pt x="1988115" y="1086242"/>
                  </a:lnTo>
                  <a:lnTo>
                    <a:pt x="1988451" y="1088492"/>
                  </a:lnTo>
                  <a:lnTo>
                    <a:pt x="1988788" y="1094556"/>
                  </a:lnTo>
                  <a:lnTo>
                    <a:pt x="1989124" y="1098379"/>
                  </a:lnTo>
                  <a:lnTo>
                    <a:pt x="1989461" y="1102729"/>
                  </a:lnTo>
                  <a:lnTo>
                    <a:pt x="1989797" y="1105278"/>
                  </a:lnTo>
                  <a:lnTo>
                    <a:pt x="1990134" y="1107140"/>
                  </a:lnTo>
                  <a:lnTo>
                    <a:pt x="1990470" y="1109184"/>
                  </a:lnTo>
                  <a:lnTo>
                    <a:pt x="1990806" y="1111045"/>
                  </a:lnTo>
                  <a:lnTo>
                    <a:pt x="1991143" y="1112653"/>
                  </a:lnTo>
                  <a:lnTo>
                    <a:pt x="1991479" y="1113966"/>
                  </a:lnTo>
                  <a:lnTo>
                    <a:pt x="1991816" y="1114531"/>
                  </a:lnTo>
                  <a:lnTo>
                    <a:pt x="1992152" y="1114866"/>
                  </a:lnTo>
                  <a:lnTo>
                    <a:pt x="1992489" y="1115650"/>
                  </a:lnTo>
                  <a:lnTo>
                    <a:pt x="1992825" y="1115466"/>
                  </a:lnTo>
                  <a:lnTo>
                    <a:pt x="1993162" y="1114396"/>
                  </a:lnTo>
                  <a:lnTo>
                    <a:pt x="1993498" y="1109781"/>
                  </a:lnTo>
                  <a:lnTo>
                    <a:pt x="1993835" y="1104479"/>
                  </a:lnTo>
                  <a:lnTo>
                    <a:pt x="1994171" y="1093774"/>
                  </a:lnTo>
                  <a:lnTo>
                    <a:pt x="1994508" y="1082542"/>
                  </a:lnTo>
                  <a:lnTo>
                    <a:pt x="1994844" y="1072507"/>
                  </a:lnTo>
                  <a:lnTo>
                    <a:pt x="1995180" y="1062515"/>
                  </a:lnTo>
                  <a:lnTo>
                    <a:pt x="1995517" y="1054046"/>
                  </a:lnTo>
                  <a:lnTo>
                    <a:pt x="1995853" y="1045211"/>
                  </a:lnTo>
                  <a:lnTo>
                    <a:pt x="1996190" y="1036183"/>
                  </a:lnTo>
                  <a:lnTo>
                    <a:pt x="1996526" y="1028621"/>
                  </a:lnTo>
                  <a:lnTo>
                    <a:pt x="1996863" y="1021145"/>
                  </a:lnTo>
                  <a:lnTo>
                    <a:pt x="1997199" y="1013419"/>
                  </a:lnTo>
                  <a:lnTo>
                    <a:pt x="1997536" y="1003747"/>
                  </a:lnTo>
                  <a:lnTo>
                    <a:pt x="1997872" y="992162"/>
                  </a:lnTo>
                  <a:lnTo>
                    <a:pt x="1998209" y="980405"/>
                  </a:lnTo>
                  <a:lnTo>
                    <a:pt x="1998545" y="968448"/>
                  </a:lnTo>
                  <a:lnTo>
                    <a:pt x="1998882" y="956441"/>
                  </a:lnTo>
                  <a:lnTo>
                    <a:pt x="1999218" y="943614"/>
                  </a:lnTo>
                  <a:lnTo>
                    <a:pt x="1999554" y="936001"/>
                  </a:lnTo>
                  <a:lnTo>
                    <a:pt x="1999891" y="928428"/>
                  </a:lnTo>
                  <a:lnTo>
                    <a:pt x="2000227" y="920239"/>
                  </a:lnTo>
                  <a:lnTo>
                    <a:pt x="2000564" y="912312"/>
                  </a:lnTo>
                  <a:lnTo>
                    <a:pt x="2000900" y="904880"/>
                  </a:lnTo>
                  <a:lnTo>
                    <a:pt x="2001237" y="898113"/>
                  </a:lnTo>
                  <a:lnTo>
                    <a:pt x="2001573" y="891785"/>
                  </a:lnTo>
                  <a:lnTo>
                    <a:pt x="2001910" y="885849"/>
                  </a:lnTo>
                  <a:lnTo>
                    <a:pt x="2002246" y="879721"/>
                  </a:lnTo>
                  <a:lnTo>
                    <a:pt x="2002583" y="874910"/>
                  </a:lnTo>
                  <a:lnTo>
                    <a:pt x="2002919" y="873735"/>
                  </a:lnTo>
                  <a:lnTo>
                    <a:pt x="2003255" y="873825"/>
                  </a:lnTo>
                  <a:lnTo>
                    <a:pt x="2003592" y="875072"/>
                  </a:lnTo>
                  <a:lnTo>
                    <a:pt x="2003928" y="874789"/>
                  </a:lnTo>
                  <a:lnTo>
                    <a:pt x="2004265" y="875205"/>
                  </a:lnTo>
                  <a:lnTo>
                    <a:pt x="2004601" y="875676"/>
                  </a:lnTo>
                  <a:lnTo>
                    <a:pt x="2004938" y="876686"/>
                  </a:lnTo>
                  <a:lnTo>
                    <a:pt x="2005274" y="878198"/>
                  </a:lnTo>
                  <a:lnTo>
                    <a:pt x="2005611" y="879288"/>
                  </a:lnTo>
                  <a:lnTo>
                    <a:pt x="2005947" y="877096"/>
                  </a:lnTo>
                  <a:lnTo>
                    <a:pt x="2006284" y="874449"/>
                  </a:lnTo>
                  <a:lnTo>
                    <a:pt x="2006620" y="874425"/>
                  </a:lnTo>
                  <a:lnTo>
                    <a:pt x="2006957" y="874472"/>
                  </a:lnTo>
                  <a:lnTo>
                    <a:pt x="2007293" y="876213"/>
                  </a:lnTo>
                  <a:lnTo>
                    <a:pt x="2007629" y="878294"/>
                  </a:lnTo>
                  <a:lnTo>
                    <a:pt x="2007966" y="879286"/>
                  </a:lnTo>
                  <a:lnTo>
                    <a:pt x="2008302" y="879997"/>
                  </a:lnTo>
                  <a:lnTo>
                    <a:pt x="2008639" y="880429"/>
                  </a:lnTo>
                  <a:lnTo>
                    <a:pt x="2008975" y="879605"/>
                  </a:lnTo>
                  <a:lnTo>
                    <a:pt x="2009312" y="877824"/>
                  </a:lnTo>
                  <a:lnTo>
                    <a:pt x="2009648" y="875972"/>
                  </a:lnTo>
                  <a:lnTo>
                    <a:pt x="2009985" y="874796"/>
                  </a:lnTo>
                  <a:lnTo>
                    <a:pt x="2010321" y="872830"/>
                  </a:lnTo>
                  <a:lnTo>
                    <a:pt x="2010658" y="868232"/>
                  </a:lnTo>
                  <a:lnTo>
                    <a:pt x="2010994" y="862886"/>
                  </a:lnTo>
                  <a:lnTo>
                    <a:pt x="2011331" y="856998"/>
                  </a:lnTo>
                  <a:lnTo>
                    <a:pt x="2011667" y="850923"/>
                  </a:lnTo>
                  <a:lnTo>
                    <a:pt x="2012003" y="843824"/>
                  </a:lnTo>
                  <a:lnTo>
                    <a:pt x="2012340" y="835978"/>
                  </a:lnTo>
                  <a:lnTo>
                    <a:pt x="2012676" y="829495"/>
                  </a:lnTo>
                  <a:lnTo>
                    <a:pt x="2013013" y="822427"/>
                  </a:lnTo>
                  <a:lnTo>
                    <a:pt x="2013349" y="816373"/>
                  </a:lnTo>
                  <a:lnTo>
                    <a:pt x="2013686" y="809495"/>
                  </a:lnTo>
                  <a:lnTo>
                    <a:pt x="2014022" y="801815"/>
                  </a:lnTo>
                  <a:lnTo>
                    <a:pt x="2014359" y="794763"/>
                  </a:lnTo>
                  <a:lnTo>
                    <a:pt x="2014695" y="788199"/>
                  </a:lnTo>
                  <a:lnTo>
                    <a:pt x="2015032" y="781461"/>
                  </a:lnTo>
                  <a:lnTo>
                    <a:pt x="2015368" y="772196"/>
                  </a:lnTo>
                  <a:lnTo>
                    <a:pt x="2015705" y="763985"/>
                  </a:lnTo>
                  <a:lnTo>
                    <a:pt x="2016041" y="755604"/>
                  </a:lnTo>
                  <a:lnTo>
                    <a:pt x="2016377" y="747132"/>
                  </a:lnTo>
                  <a:lnTo>
                    <a:pt x="2016714" y="739710"/>
                  </a:lnTo>
                  <a:lnTo>
                    <a:pt x="2017050" y="734146"/>
                  </a:lnTo>
                  <a:lnTo>
                    <a:pt x="2017387" y="728490"/>
                  </a:lnTo>
                  <a:lnTo>
                    <a:pt x="2017723" y="717334"/>
                  </a:lnTo>
                  <a:lnTo>
                    <a:pt x="2018060" y="706305"/>
                  </a:lnTo>
                  <a:lnTo>
                    <a:pt x="2018396" y="695461"/>
                  </a:lnTo>
                  <a:lnTo>
                    <a:pt x="2018733" y="686079"/>
                  </a:lnTo>
                  <a:lnTo>
                    <a:pt x="2019069" y="680445"/>
                  </a:lnTo>
                  <a:lnTo>
                    <a:pt x="2019406" y="677212"/>
                  </a:lnTo>
                  <a:lnTo>
                    <a:pt x="2019742" y="674263"/>
                  </a:lnTo>
                  <a:lnTo>
                    <a:pt x="2020079" y="672416"/>
                  </a:lnTo>
                  <a:lnTo>
                    <a:pt x="2020415" y="672749"/>
                  </a:lnTo>
                  <a:lnTo>
                    <a:pt x="2020751" y="671417"/>
                  </a:lnTo>
                  <a:lnTo>
                    <a:pt x="2021088" y="669938"/>
                  </a:lnTo>
                  <a:lnTo>
                    <a:pt x="2021424" y="669375"/>
                  </a:lnTo>
                  <a:lnTo>
                    <a:pt x="2021761" y="669421"/>
                  </a:lnTo>
                  <a:lnTo>
                    <a:pt x="2022097" y="670331"/>
                  </a:lnTo>
                  <a:lnTo>
                    <a:pt x="2022434" y="671684"/>
                  </a:lnTo>
                  <a:lnTo>
                    <a:pt x="2022770" y="673652"/>
                  </a:lnTo>
                  <a:lnTo>
                    <a:pt x="2023107" y="676374"/>
                  </a:lnTo>
                  <a:lnTo>
                    <a:pt x="2023443" y="678696"/>
                  </a:lnTo>
                  <a:lnTo>
                    <a:pt x="2023780" y="679655"/>
                  </a:lnTo>
                  <a:lnTo>
                    <a:pt x="2024116" y="680700"/>
                  </a:lnTo>
                  <a:lnTo>
                    <a:pt x="2024453" y="681896"/>
                  </a:lnTo>
                  <a:lnTo>
                    <a:pt x="2024789" y="682900"/>
                  </a:lnTo>
                  <a:lnTo>
                    <a:pt x="2025125" y="683680"/>
                  </a:lnTo>
                  <a:lnTo>
                    <a:pt x="2025462" y="684807"/>
                  </a:lnTo>
                  <a:lnTo>
                    <a:pt x="2025798" y="685555"/>
                  </a:lnTo>
                  <a:lnTo>
                    <a:pt x="2026135" y="686798"/>
                  </a:lnTo>
                  <a:lnTo>
                    <a:pt x="2026471" y="690850"/>
                  </a:lnTo>
                  <a:lnTo>
                    <a:pt x="2026808" y="693735"/>
                  </a:lnTo>
                  <a:lnTo>
                    <a:pt x="2027144" y="693668"/>
                  </a:lnTo>
                  <a:lnTo>
                    <a:pt x="2027481" y="692110"/>
                  </a:lnTo>
                  <a:lnTo>
                    <a:pt x="2027817" y="690350"/>
                  </a:lnTo>
                  <a:lnTo>
                    <a:pt x="2028154" y="686857"/>
                  </a:lnTo>
                  <a:lnTo>
                    <a:pt x="2028490" y="681180"/>
                  </a:lnTo>
                  <a:lnTo>
                    <a:pt x="2028827" y="679683"/>
                  </a:lnTo>
                  <a:lnTo>
                    <a:pt x="2029163" y="678940"/>
                  </a:lnTo>
                  <a:lnTo>
                    <a:pt x="2029499" y="678391"/>
                  </a:lnTo>
                  <a:lnTo>
                    <a:pt x="2029836" y="678809"/>
                  </a:lnTo>
                  <a:lnTo>
                    <a:pt x="2030172" y="679021"/>
                  </a:lnTo>
                  <a:lnTo>
                    <a:pt x="2030509" y="675482"/>
                  </a:lnTo>
                  <a:lnTo>
                    <a:pt x="2030845" y="672751"/>
                  </a:lnTo>
                  <a:lnTo>
                    <a:pt x="2031182" y="673328"/>
                  </a:lnTo>
                  <a:lnTo>
                    <a:pt x="2031518" y="673432"/>
                  </a:lnTo>
                  <a:lnTo>
                    <a:pt x="2031855" y="673394"/>
                  </a:lnTo>
                  <a:lnTo>
                    <a:pt x="2032191" y="674353"/>
                  </a:lnTo>
                  <a:lnTo>
                    <a:pt x="2032528" y="676729"/>
                  </a:lnTo>
                  <a:lnTo>
                    <a:pt x="2032864" y="681821"/>
                  </a:lnTo>
                  <a:lnTo>
                    <a:pt x="2033201" y="685382"/>
                  </a:lnTo>
                  <a:lnTo>
                    <a:pt x="2033537" y="687496"/>
                  </a:lnTo>
                  <a:lnTo>
                    <a:pt x="2033873" y="688434"/>
                  </a:lnTo>
                  <a:lnTo>
                    <a:pt x="2034210" y="688379"/>
                  </a:lnTo>
                  <a:lnTo>
                    <a:pt x="2034546" y="688253"/>
                  </a:lnTo>
                  <a:lnTo>
                    <a:pt x="2034883" y="688040"/>
                  </a:lnTo>
                  <a:lnTo>
                    <a:pt x="2035219" y="687914"/>
                  </a:lnTo>
                  <a:lnTo>
                    <a:pt x="2035556" y="686802"/>
                  </a:lnTo>
                  <a:lnTo>
                    <a:pt x="2035892" y="684445"/>
                  </a:lnTo>
                  <a:lnTo>
                    <a:pt x="2036229" y="680353"/>
                  </a:lnTo>
                  <a:lnTo>
                    <a:pt x="2036565" y="674978"/>
                  </a:lnTo>
                  <a:lnTo>
                    <a:pt x="2036902" y="669075"/>
                  </a:lnTo>
                  <a:lnTo>
                    <a:pt x="2037238" y="662223"/>
                  </a:lnTo>
                  <a:lnTo>
                    <a:pt x="2037574" y="652970"/>
                  </a:lnTo>
                  <a:lnTo>
                    <a:pt x="2037911" y="648021"/>
                  </a:lnTo>
                  <a:lnTo>
                    <a:pt x="2038247" y="645797"/>
                  </a:lnTo>
                  <a:lnTo>
                    <a:pt x="2038584" y="643286"/>
                  </a:lnTo>
                  <a:lnTo>
                    <a:pt x="2038920" y="639879"/>
                  </a:lnTo>
                  <a:lnTo>
                    <a:pt x="2039257" y="634843"/>
                  </a:lnTo>
                  <a:lnTo>
                    <a:pt x="2039593" y="629055"/>
                  </a:lnTo>
                  <a:lnTo>
                    <a:pt x="2039930" y="622468"/>
                  </a:lnTo>
                  <a:lnTo>
                    <a:pt x="2040266" y="616293"/>
                  </a:lnTo>
                  <a:lnTo>
                    <a:pt x="2040603" y="610400"/>
                  </a:lnTo>
                  <a:lnTo>
                    <a:pt x="2040939" y="604809"/>
                  </a:lnTo>
                  <a:lnTo>
                    <a:pt x="2041276" y="599985"/>
                  </a:lnTo>
                  <a:lnTo>
                    <a:pt x="2041612" y="595450"/>
                  </a:lnTo>
                  <a:lnTo>
                    <a:pt x="2041948" y="591141"/>
                  </a:lnTo>
                  <a:lnTo>
                    <a:pt x="2042285" y="587590"/>
                  </a:lnTo>
                  <a:lnTo>
                    <a:pt x="2042621" y="584463"/>
                  </a:lnTo>
                  <a:lnTo>
                    <a:pt x="2042958" y="581649"/>
                  </a:lnTo>
                  <a:lnTo>
                    <a:pt x="2043294" y="578302"/>
                  </a:lnTo>
                  <a:lnTo>
                    <a:pt x="2043631" y="574109"/>
                  </a:lnTo>
                  <a:lnTo>
                    <a:pt x="2043967" y="572637"/>
                  </a:lnTo>
                  <a:lnTo>
                    <a:pt x="2044304" y="573324"/>
                  </a:lnTo>
                  <a:lnTo>
                    <a:pt x="2044640" y="576059"/>
                  </a:lnTo>
                  <a:lnTo>
                    <a:pt x="2044977" y="580467"/>
                  </a:lnTo>
                  <a:lnTo>
                    <a:pt x="2045313" y="585024"/>
                  </a:lnTo>
                  <a:lnTo>
                    <a:pt x="2045650" y="590328"/>
                  </a:lnTo>
                  <a:lnTo>
                    <a:pt x="2045986" y="594206"/>
                  </a:lnTo>
                  <a:lnTo>
                    <a:pt x="2046322" y="599143"/>
                  </a:lnTo>
                  <a:lnTo>
                    <a:pt x="2046659" y="606219"/>
                  </a:lnTo>
                  <a:lnTo>
                    <a:pt x="2046995" y="614229"/>
                  </a:lnTo>
                  <a:lnTo>
                    <a:pt x="2047332" y="621558"/>
                  </a:lnTo>
                  <a:lnTo>
                    <a:pt x="2047668" y="629149"/>
                  </a:lnTo>
                  <a:lnTo>
                    <a:pt x="2048005" y="636696"/>
                  </a:lnTo>
                  <a:lnTo>
                    <a:pt x="2048341" y="643711"/>
                  </a:lnTo>
                  <a:lnTo>
                    <a:pt x="2048678" y="650629"/>
                  </a:lnTo>
                  <a:lnTo>
                    <a:pt x="2049014" y="657555"/>
                  </a:lnTo>
                  <a:lnTo>
                    <a:pt x="2049351" y="664243"/>
                  </a:lnTo>
                  <a:lnTo>
                    <a:pt x="2049687" y="671297"/>
                  </a:lnTo>
                  <a:lnTo>
                    <a:pt x="2050024" y="678420"/>
                  </a:lnTo>
                  <a:lnTo>
                    <a:pt x="2050360" y="685287"/>
                  </a:lnTo>
                  <a:lnTo>
                    <a:pt x="2050696" y="693582"/>
                  </a:lnTo>
                  <a:lnTo>
                    <a:pt x="2051033" y="701804"/>
                  </a:lnTo>
                  <a:lnTo>
                    <a:pt x="2051369" y="709979"/>
                  </a:lnTo>
                  <a:lnTo>
                    <a:pt x="2051706" y="717876"/>
                  </a:lnTo>
                  <a:lnTo>
                    <a:pt x="2052042" y="725075"/>
                  </a:lnTo>
                  <a:lnTo>
                    <a:pt x="2052379" y="733414"/>
                  </a:lnTo>
                  <a:lnTo>
                    <a:pt x="2052715" y="745249"/>
                  </a:lnTo>
                  <a:lnTo>
                    <a:pt x="2053052" y="756702"/>
                  </a:lnTo>
                  <a:lnTo>
                    <a:pt x="2053388" y="767910"/>
                  </a:lnTo>
                  <a:lnTo>
                    <a:pt x="2053725" y="774743"/>
                  </a:lnTo>
                  <a:lnTo>
                    <a:pt x="2054061" y="779874"/>
                  </a:lnTo>
                  <a:lnTo>
                    <a:pt x="2054398" y="785397"/>
                  </a:lnTo>
                  <a:lnTo>
                    <a:pt x="2054734" y="789464"/>
                  </a:lnTo>
                  <a:lnTo>
                    <a:pt x="2055070" y="793115"/>
                  </a:lnTo>
                  <a:lnTo>
                    <a:pt x="2055407" y="796581"/>
                  </a:lnTo>
                  <a:lnTo>
                    <a:pt x="2055743" y="799423"/>
                  </a:lnTo>
                  <a:lnTo>
                    <a:pt x="2056080" y="801141"/>
                  </a:lnTo>
                  <a:lnTo>
                    <a:pt x="2056416" y="802853"/>
                  </a:lnTo>
                  <a:lnTo>
                    <a:pt x="2056753" y="804155"/>
                  </a:lnTo>
                  <a:lnTo>
                    <a:pt x="2057089" y="805332"/>
                  </a:lnTo>
                  <a:lnTo>
                    <a:pt x="2057426" y="806577"/>
                  </a:lnTo>
                  <a:lnTo>
                    <a:pt x="2057762" y="808019"/>
                  </a:lnTo>
                  <a:lnTo>
                    <a:pt x="2058099" y="808672"/>
                  </a:lnTo>
                  <a:lnTo>
                    <a:pt x="2058435" y="808669"/>
                  </a:lnTo>
                  <a:lnTo>
                    <a:pt x="2058772" y="809122"/>
                  </a:lnTo>
                  <a:lnTo>
                    <a:pt x="2059108" y="810106"/>
                  </a:lnTo>
                  <a:lnTo>
                    <a:pt x="2059444" y="812017"/>
                  </a:lnTo>
                  <a:lnTo>
                    <a:pt x="2059781" y="813332"/>
                  </a:lnTo>
                  <a:lnTo>
                    <a:pt x="2060117" y="814901"/>
                  </a:lnTo>
                  <a:lnTo>
                    <a:pt x="2060454" y="817140"/>
                  </a:lnTo>
                  <a:lnTo>
                    <a:pt x="2060790" y="821956"/>
                  </a:lnTo>
                  <a:lnTo>
                    <a:pt x="2061127" y="828438"/>
                  </a:lnTo>
                  <a:lnTo>
                    <a:pt x="2061463" y="839211"/>
                  </a:lnTo>
                  <a:lnTo>
                    <a:pt x="2061800" y="851274"/>
                  </a:lnTo>
                  <a:lnTo>
                    <a:pt x="2062136" y="863518"/>
                  </a:lnTo>
                  <a:lnTo>
                    <a:pt x="2062473" y="875465"/>
                  </a:lnTo>
                  <a:lnTo>
                    <a:pt x="2062809" y="888079"/>
                  </a:lnTo>
                  <a:lnTo>
                    <a:pt x="2063146" y="901426"/>
                  </a:lnTo>
                  <a:lnTo>
                    <a:pt x="2063482" y="914752"/>
                  </a:lnTo>
                  <a:lnTo>
                    <a:pt x="2063818" y="926846"/>
                  </a:lnTo>
                  <a:lnTo>
                    <a:pt x="2064155" y="938398"/>
                  </a:lnTo>
                  <a:lnTo>
                    <a:pt x="2064491" y="949644"/>
                  </a:lnTo>
                  <a:lnTo>
                    <a:pt x="2064828" y="962220"/>
                  </a:lnTo>
                  <a:lnTo>
                    <a:pt x="2065164" y="975533"/>
                  </a:lnTo>
                  <a:lnTo>
                    <a:pt x="2065501" y="989703"/>
                  </a:lnTo>
                  <a:lnTo>
                    <a:pt x="2065837" y="1004401"/>
                  </a:lnTo>
                  <a:lnTo>
                    <a:pt x="2066174" y="1018930"/>
                  </a:lnTo>
                  <a:lnTo>
                    <a:pt x="2066510" y="1033977"/>
                  </a:lnTo>
                  <a:lnTo>
                    <a:pt x="2066847" y="1044466"/>
                  </a:lnTo>
                  <a:lnTo>
                    <a:pt x="2067183" y="1054128"/>
                  </a:lnTo>
                  <a:lnTo>
                    <a:pt x="2067519" y="1064880"/>
                  </a:lnTo>
                  <a:lnTo>
                    <a:pt x="2067856" y="1075305"/>
                  </a:lnTo>
                  <a:lnTo>
                    <a:pt x="2068192" y="1085962"/>
                  </a:lnTo>
                  <a:lnTo>
                    <a:pt x="2068529" y="1094757"/>
                  </a:lnTo>
                  <a:lnTo>
                    <a:pt x="2068865" y="1104247"/>
                  </a:lnTo>
                  <a:lnTo>
                    <a:pt x="2069202" y="1114134"/>
                  </a:lnTo>
                  <a:lnTo>
                    <a:pt x="2069538" y="1124944"/>
                  </a:lnTo>
                  <a:lnTo>
                    <a:pt x="2069875" y="1135218"/>
                  </a:lnTo>
                  <a:lnTo>
                    <a:pt x="2070211" y="1144683"/>
                  </a:lnTo>
                  <a:lnTo>
                    <a:pt x="2070548" y="1152798"/>
                  </a:lnTo>
                  <a:lnTo>
                    <a:pt x="2070884" y="1159497"/>
                  </a:lnTo>
                  <a:lnTo>
                    <a:pt x="2071221" y="1164927"/>
                  </a:lnTo>
                  <a:lnTo>
                    <a:pt x="2071557" y="1169199"/>
                  </a:lnTo>
                  <a:lnTo>
                    <a:pt x="2071893" y="1173284"/>
                  </a:lnTo>
                  <a:lnTo>
                    <a:pt x="2072230" y="1176795"/>
                  </a:lnTo>
                  <a:lnTo>
                    <a:pt x="2072566" y="1178941"/>
                  </a:lnTo>
                  <a:lnTo>
                    <a:pt x="2072903" y="1180769"/>
                  </a:lnTo>
                  <a:lnTo>
                    <a:pt x="2073239" y="1185568"/>
                  </a:lnTo>
                  <a:lnTo>
                    <a:pt x="2073576" y="1191495"/>
                  </a:lnTo>
                  <a:lnTo>
                    <a:pt x="2073912" y="1194736"/>
                  </a:lnTo>
                  <a:lnTo>
                    <a:pt x="2074249" y="1197143"/>
                  </a:lnTo>
                  <a:lnTo>
                    <a:pt x="2074585" y="1196403"/>
                  </a:lnTo>
                  <a:lnTo>
                    <a:pt x="2074922" y="1194243"/>
                  </a:lnTo>
                  <a:lnTo>
                    <a:pt x="2075258" y="1192328"/>
                  </a:lnTo>
                  <a:lnTo>
                    <a:pt x="2075595" y="1189734"/>
                  </a:lnTo>
                  <a:lnTo>
                    <a:pt x="2075931" y="1186783"/>
                  </a:lnTo>
                  <a:lnTo>
                    <a:pt x="2076267" y="1184414"/>
                  </a:lnTo>
                  <a:lnTo>
                    <a:pt x="2076604" y="1183095"/>
                  </a:lnTo>
                  <a:lnTo>
                    <a:pt x="2076940" y="1182025"/>
                  </a:lnTo>
                  <a:lnTo>
                    <a:pt x="2077277" y="1181068"/>
                  </a:lnTo>
                  <a:lnTo>
                    <a:pt x="2077613" y="1181575"/>
                  </a:lnTo>
                  <a:lnTo>
                    <a:pt x="2077950" y="1183122"/>
                  </a:lnTo>
                  <a:lnTo>
                    <a:pt x="2078286" y="1184726"/>
                  </a:lnTo>
                  <a:lnTo>
                    <a:pt x="2078623" y="1185497"/>
                  </a:lnTo>
                  <a:lnTo>
                    <a:pt x="2078959" y="1185292"/>
                  </a:lnTo>
                  <a:lnTo>
                    <a:pt x="2079296" y="1185450"/>
                  </a:lnTo>
                  <a:lnTo>
                    <a:pt x="2079632" y="1186699"/>
                  </a:lnTo>
                  <a:lnTo>
                    <a:pt x="2079969" y="1189483"/>
                  </a:lnTo>
                  <a:lnTo>
                    <a:pt x="2080305" y="1193191"/>
                  </a:lnTo>
                  <a:lnTo>
                    <a:pt x="2080641" y="1195839"/>
                  </a:lnTo>
                  <a:lnTo>
                    <a:pt x="2080978" y="1198935"/>
                  </a:lnTo>
                  <a:lnTo>
                    <a:pt x="2081314" y="1202256"/>
                  </a:lnTo>
                  <a:lnTo>
                    <a:pt x="2081651" y="1203796"/>
                  </a:lnTo>
                  <a:lnTo>
                    <a:pt x="2081987" y="1206035"/>
                  </a:lnTo>
                  <a:lnTo>
                    <a:pt x="2082324" y="1209916"/>
                  </a:lnTo>
                  <a:lnTo>
                    <a:pt x="2082660" y="1216819"/>
                  </a:lnTo>
                  <a:lnTo>
                    <a:pt x="2082997" y="1222870"/>
                  </a:lnTo>
                  <a:lnTo>
                    <a:pt x="2083333" y="1228954"/>
                  </a:lnTo>
                  <a:lnTo>
                    <a:pt x="2083670" y="1236090"/>
                  </a:lnTo>
                  <a:lnTo>
                    <a:pt x="2084006" y="1243899"/>
                  </a:lnTo>
                  <a:lnTo>
                    <a:pt x="2084343" y="1252404"/>
                  </a:lnTo>
                  <a:lnTo>
                    <a:pt x="2084679" y="1261392"/>
                  </a:lnTo>
                  <a:lnTo>
                    <a:pt x="2085015" y="1275372"/>
                  </a:lnTo>
                  <a:lnTo>
                    <a:pt x="2085352" y="1288958"/>
                  </a:lnTo>
                  <a:lnTo>
                    <a:pt x="2085688" y="1303332"/>
                  </a:lnTo>
                  <a:lnTo>
                    <a:pt x="2086025" y="1317106"/>
                  </a:lnTo>
                  <a:lnTo>
                    <a:pt x="2086361" y="1327519"/>
                  </a:lnTo>
                  <a:lnTo>
                    <a:pt x="2086698" y="1336546"/>
                  </a:lnTo>
                  <a:lnTo>
                    <a:pt x="2087034" y="1346266"/>
                  </a:lnTo>
                  <a:lnTo>
                    <a:pt x="2087371" y="1355936"/>
                  </a:lnTo>
                  <a:lnTo>
                    <a:pt x="2087707" y="1363249"/>
                  </a:lnTo>
                  <a:lnTo>
                    <a:pt x="2088044" y="1369902"/>
                  </a:lnTo>
                  <a:lnTo>
                    <a:pt x="2088380" y="1376122"/>
                  </a:lnTo>
                  <a:lnTo>
                    <a:pt x="2088717" y="1381122"/>
                  </a:lnTo>
                  <a:lnTo>
                    <a:pt x="2089053" y="1385762"/>
                  </a:lnTo>
                  <a:lnTo>
                    <a:pt x="2089389" y="1389251"/>
                  </a:lnTo>
                  <a:lnTo>
                    <a:pt x="2089726" y="1392422"/>
                  </a:lnTo>
                  <a:lnTo>
                    <a:pt x="2090062" y="1394598"/>
                  </a:lnTo>
                  <a:lnTo>
                    <a:pt x="2090399" y="1395437"/>
                  </a:lnTo>
                  <a:lnTo>
                    <a:pt x="2090735" y="1395958"/>
                  </a:lnTo>
                  <a:lnTo>
                    <a:pt x="2091072" y="1397694"/>
                  </a:lnTo>
                  <a:lnTo>
                    <a:pt x="2091408" y="1399535"/>
                  </a:lnTo>
                  <a:lnTo>
                    <a:pt x="2091745" y="1400964"/>
                  </a:lnTo>
                  <a:lnTo>
                    <a:pt x="2092081" y="1401967"/>
                  </a:lnTo>
                  <a:lnTo>
                    <a:pt x="2092418" y="1404241"/>
                  </a:lnTo>
                  <a:lnTo>
                    <a:pt x="2092754" y="1405774"/>
                  </a:lnTo>
                  <a:lnTo>
                    <a:pt x="2093091" y="1408557"/>
                  </a:lnTo>
                  <a:lnTo>
                    <a:pt x="2093427" y="1411236"/>
                  </a:lnTo>
                  <a:lnTo>
                    <a:pt x="2093763" y="1414015"/>
                  </a:lnTo>
                  <a:lnTo>
                    <a:pt x="2094100" y="1418310"/>
                  </a:lnTo>
                  <a:lnTo>
                    <a:pt x="2094436" y="1423718"/>
                  </a:lnTo>
                  <a:lnTo>
                    <a:pt x="2094773" y="1430244"/>
                  </a:lnTo>
                  <a:lnTo>
                    <a:pt x="2095109" y="1437177"/>
                  </a:lnTo>
                  <a:lnTo>
                    <a:pt x="2095446" y="1445709"/>
                  </a:lnTo>
                  <a:lnTo>
                    <a:pt x="2095782" y="1456009"/>
                  </a:lnTo>
                  <a:lnTo>
                    <a:pt x="2096119" y="1464906"/>
                  </a:lnTo>
                  <a:lnTo>
                    <a:pt x="2096455" y="1472931"/>
                  </a:lnTo>
                  <a:lnTo>
                    <a:pt x="2096792" y="1480830"/>
                  </a:lnTo>
                  <a:lnTo>
                    <a:pt x="2097128" y="1487387"/>
                  </a:lnTo>
                  <a:lnTo>
                    <a:pt x="2097465" y="1493955"/>
                  </a:lnTo>
                  <a:lnTo>
                    <a:pt x="2097801" y="1504255"/>
                  </a:lnTo>
                  <a:lnTo>
                    <a:pt x="2098137" y="1513900"/>
                  </a:lnTo>
                  <a:lnTo>
                    <a:pt x="2098474" y="1520816"/>
                  </a:lnTo>
                  <a:lnTo>
                    <a:pt x="2098810" y="1527747"/>
                  </a:lnTo>
                  <a:lnTo>
                    <a:pt x="2099147" y="1534176"/>
                  </a:lnTo>
                  <a:lnTo>
                    <a:pt x="2099483" y="1539166"/>
                  </a:lnTo>
                  <a:lnTo>
                    <a:pt x="2099820" y="1543018"/>
                  </a:lnTo>
                  <a:lnTo>
                    <a:pt x="2100156" y="1546698"/>
                  </a:lnTo>
                  <a:lnTo>
                    <a:pt x="2100493" y="1550367"/>
                  </a:lnTo>
                  <a:lnTo>
                    <a:pt x="2100829" y="1554371"/>
                  </a:lnTo>
                  <a:lnTo>
                    <a:pt x="2101166" y="1558408"/>
                  </a:lnTo>
                  <a:lnTo>
                    <a:pt x="2101502" y="1561448"/>
                  </a:lnTo>
                  <a:lnTo>
                    <a:pt x="2101838" y="1563376"/>
                  </a:lnTo>
                  <a:lnTo>
                    <a:pt x="2102175" y="1564889"/>
                  </a:lnTo>
                  <a:lnTo>
                    <a:pt x="2102511" y="1566228"/>
                  </a:lnTo>
                  <a:lnTo>
                    <a:pt x="2102848" y="1566894"/>
                  </a:lnTo>
                  <a:lnTo>
                    <a:pt x="2103184" y="1567470"/>
                  </a:lnTo>
                  <a:lnTo>
                    <a:pt x="2103521" y="1568429"/>
                  </a:lnTo>
                  <a:lnTo>
                    <a:pt x="2103857" y="1569503"/>
                  </a:lnTo>
                  <a:lnTo>
                    <a:pt x="2104194" y="1570215"/>
                  </a:lnTo>
                  <a:lnTo>
                    <a:pt x="2104530" y="1571460"/>
                  </a:lnTo>
                  <a:lnTo>
                    <a:pt x="2104867" y="1574415"/>
                  </a:lnTo>
                  <a:lnTo>
                    <a:pt x="2105203" y="1574078"/>
                  </a:lnTo>
                  <a:lnTo>
                    <a:pt x="2105540" y="1569732"/>
                  </a:lnTo>
                  <a:lnTo>
                    <a:pt x="2105876" y="1565589"/>
                  </a:lnTo>
                  <a:lnTo>
                    <a:pt x="2106212" y="1562960"/>
                  </a:lnTo>
                  <a:lnTo>
                    <a:pt x="2106549" y="1561298"/>
                  </a:lnTo>
                  <a:lnTo>
                    <a:pt x="2106885" y="1560518"/>
                  </a:lnTo>
                  <a:lnTo>
                    <a:pt x="2107222" y="1560559"/>
                  </a:lnTo>
                  <a:lnTo>
                    <a:pt x="2107558" y="1560643"/>
                  </a:lnTo>
                  <a:lnTo>
                    <a:pt x="2107895" y="1560667"/>
                  </a:lnTo>
                  <a:lnTo>
                    <a:pt x="2108231" y="1561030"/>
                  </a:lnTo>
                  <a:lnTo>
                    <a:pt x="2108568" y="1560967"/>
                  </a:lnTo>
                  <a:lnTo>
                    <a:pt x="2108904" y="1561361"/>
                  </a:lnTo>
                  <a:lnTo>
                    <a:pt x="2109241" y="1561968"/>
                  </a:lnTo>
                  <a:lnTo>
                    <a:pt x="2109577" y="1562776"/>
                  </a:lnTo>
                  <a:lnTo>
                    <a:pt x="2109914" y="1563055"/>
                  </a:lnTo>
                  <a:lnTo>
                    <a:pt x="2110250" y="1562768"/>
                  </a:lnTo>
                  <a:lnTo>
                    <a:pt x="2110586" y="1563172"/>
                  </a:lnTo>
                  <a:lnTo>
                    <a:pt x="2110923" y="1565163"/>
                  </a:lnTo>
                  <a:lnTo>
                    <a:pt x="2111259" y="1563412"/>
                  </a:lnTo>
                  <a:lnTo>
                    <a:pt x="2111596" y="1559989"/>
                  </a:lnTo>
                  <a:lnTo>
                    <a:pt x="2111932" y="1552267"/>
                  </a:lnTo>
                  <a:lnTo>
                    <a:pt x="2112269" y="1543254"/>
                  </a:lnTo>
                  <a:lnTo>
                    <a:pt x="2112605" y="1528713"/>
                  </a:lnTo>
                  <a:lnTo>
                    <a:pt x="2112942" y="1514309"/>
                  </a:lnTo>
                  <a:lnTo>
                    <a:pt x="2113278" y="1500465"/>
                  </a:lnTo>
                  <a:lnTo>
                    <a:pt x="2113615" y="1487598"/>
                  </a:lnTo>
                  <a:lnTo>
                    <a:pt x="2113951" y="1473847"/>
                  </a:lnTo>
                  <a:lnTo>
                    <a:pt x="2114288" y="1459744"/>
                  </a:lnTo>
                  <a:lnTo>
                    <a:pt x="2114624" y="1445081"/>
                  </a:lnTo>
                  <a:lnTo>
                    <a:pt x="2114960" y="1431107"/>
                  </a:lnTo>
                  <a:lnTo>
                    <a:pt x="2115297" y="1418240"/>
                  </a:lnTo>
                  <a:lnTo>
                    <a:pt x="2115633" y="1406832"/>
                  </a:lnTo>
                  <a:lnTo>
                    <a:pt x="2115970" y="1396616"/>
                  </a:lnTo>
                  <a:lnTo>
                    <a:pt x="2116306" y="1387218"/>
                  </a:lnTo>
                  <a:lnTo>
                    <a:pt x="2116643" y="1379373"/>
                  </a:lnTo>
                  <a:lnTo>
                    <a:pt x="2116979" y="1372973"/>
                  </a:lnTo>
                  <a:lnTo>
                    <a:pt x="2117316" y="1368035"/>
                  </a:lnTo>
                  <a:lnTo>
                    <a:pt x="2117652" y="1364033"/>
                  </a:lnTo>
                  <a:lnTo>
                    <a:pt x="2117989" y="1360201"/>
                  </a:lnTo>
                  <a:lnTo>
                    <a:pt x="2118325" y="1356640"/>
                  </a:lnTo>
                  <a:lnTo>
                    <a:pt x="2118662" y="1353483"/>
                  </a:lnTo>
                  <a:lnTo>
                    <a:pt x="2118998" y="1351471"/>
                  </a:lnTo>
                  <a:lnTo>
                    <a:pt x="2119334" y="1350559"/>
                  </a:lnTo>
                  <a:lnTo>
                    <a:pt x="2119671" y="1350489"/>
                  </a:lnTo>
                  <a:lnTo>
                    <a:pt x="2120007" y="1349290"/>
                  </a:lnTo>
                  <a:lnTo>
                    <a:pt x="2120344" y="1348568"/>
                  </a:lnTo>
                  <a:lnTo>
                    <a:pt x="2120680" y="1347356"/>
                  </a:lnTo>
                  <a:lnTo>
                    <a:pt x="2121017" y="1347694"/>
                  </a:lnTo>
                  <a:lnTo>
                    <a:pt x="2121353" y="1347477"/>
                  </a:lnTo>
                  <a:lnTo>
                    <a:pt x="2121690" y="1347722"/>
                  </a:lnTo>
                  <a:lnTo>
                    <a:pt x="2122026" y="1347081"/>
                  </a:lnTo>
                  <a:lnTo>
                    <a:pt x="2122363" y="1346560"/>
                  </a:lnTo>
                  <a:lnTo>
                    <a:pt x="2122699" y="1346187"/>
                  </a:lnTo>
                  <a:lnTo>
                    <a:pt x="2123036" y="1345222"/>
                  </a:lnTo>
                  <a:lnTo>
                    <a:pt x="2123372" y="1344462"/>
                  </a:lnTo>
                  <a:lnTo>
                    <a:pt x="2123708" y="1343264"/>
                  </a:lnTo>
                  <a:lnTo>
                    <a:pt x="2124045" y="1341998"/>
                  </a:lnTo>
                  <a:lnTo>
                    <a:pt x="2124381" y="1340482"/>
                  </a:lnTo>
                  <a:lnTo>
                    <a:pt x="2124718" y="1338221"/>
                  </a:lnTo>
                  <a:lnTo>
                    <a:pt x="2125054" y="1335822"/>
                  </a:lnTo>
                  <a:lnTo>
                    <a:pt x="2125391" y="1334823"/>
                  </a:lnTo>
                  <a:lnTo>
                    <a:pt x="2125727" y="1334704"/>
                  </a:lnTo>
                  <a:lnTo>
                    <a:pt x="2126064" y="1334745"/>
                  </a:lnTo>
                  <a:lnTo>
                    <a:pt x="2126400" y="1335073"/>
                  </a:lnTo>
                  <a:lnTo>
                    <a:pt x="2126737" y="1335643"/>
                  </a:lnTo>
                  <a:lnTo>
                    <a:pt x="2127073" y="1336728"/>
                  </a:lnTo>
                  <a:lnTo>
                    <a:pt x="2127410" y="1338578"/>
                  </a:lnTo>
                  <a:lnTo>
                    <a:pt x="2127746" y="1340560"/>
                  </a:lnTo>
                  <a:lnTo>
                    <a:pt x="2128082" y="1343357"/>
                  </a:lnTo>
                  <a:lnTo>
                    <a:pt x="2128419" y="1345433"/>
                  </a:lnTo>
                  <a:lnTo>
                    <a:pt x="2128755" y="1348950"/>
                  </a:lnTo>
                  <a:lnTo>
                    <a:pt x="2129092" y="1351916"/>
                  </a:lnTo>
                  <a:lnTo>
                    <a:pt x="2129428" y="1354395"/>
                  </a:lnTo>
                  <a:lnTo>
                    <a:pt x="2129765" y="1358726"/>
                  </a:lnTo>
                  <a:lnTo>
                    <a:pt x="2130101" y="1362988"/>
                  </a:lnTo>
                  <a:lnTo>
                    <a:pt x="2130438" y="1366673"/>
                  </a:lnTo>
                  <a:lnTo>
                    <a:pt x="2130774" y="1370225"/>
                  </a:lnTo>
                  <a:lnTo>
                    <a:pt x="2131111" y="1374099"/>
                  </a:lnTo>
                  <a:lnTo>
                    <a:pt x="2131447" y="1377283"/>
                  </a:lnTo>
                  <a:lnTo>
                    <a:pt x="2131784" y="1380328"/>
                  </a:lnTo>
                  <a:lnTo>
                    <a:pt x="2132120" y="1382677"/>
                  </a:lnTo>
                  <a:lnTo>
                    <a:pt x="2132456" y="1384898"/>
                  </a:lnTo>
                  <a:lnTo>
                    <a:pt x="2132793" y="1386472"/>
                  </a:lnTo>
                  <a:lnTo>
                    <a:pt x="2133129" y="1388056"/>
                  </a:lnTo>
                  <a:lnTo>
                    <a:pt x="2133466" y="1389759"/>
                  </a:lnTo>
                  <a:lnTo>
                    <a:pt x="2133802" y="1391427"/>
                  </a:lnTo>
                  <a:lnTo>
                    <a:pt x="2134139" y="1392563"/>
                  </a:lnTo>
                  <a:lnTo>
                    <a:pt x="2134475" y="1394208"/>
                  </a:lnTo>
                  <a:lnTo>
                    <a:pt x="2134812" y="1394836"/>
                  </a:lnTo>
                  <a:lnTo>
                    <a:pt x="2135148" y="1395910"/>
                  </a:lnTo>
                  <a:lnTo>
                    <a:pt x="2135485" y="1397398"/>
                  </a:lnTo>
                  <a:lnTo>
                    <a:pt x="2135821" y="1399602"/>
                  </a:lnTo>
                  <a:lnTo>
                    <a:pt x="2136157" y="1401148"/>
                  </a:lnTo>
                  <a:lnTo>
                    <a:pt x="2136494" y="1401069"/>
                  </a:lnTo>
                  <a:lnTo>
                    <a:pt x="2136830" y="1400317"/>
                  </a:lnTo>
                  <a:lnTo>
                    <a:pt x="2137167" y="1399344"/>
                  </a:lnTo>
                  <a:lnTo>
                    <a:pt x="2137503" y="1398168"/>
                  </a:lnTo>
                  <a:lnTo>
                    <a:pt x="2137840" y="1397270"/>
                  </a:lnTo>
                  <a:lnTo>
                    <a:pt x="2138176" y="1396956"/>
                  </a:lnTo>
                  <a:lnTo>
                    <a:pt x="2138513" y="1397341"/>
                  </a:lnTo>
                  <a:lnTo>
                    <a:pt x="2138849" y="1398099"/>
                  </a:lnTo>
                  <a:lnTo>
                    <a:pt x="2139186" y="1399441"/>
                  </a:lnTo>
                  <a:lnTo>
                    <a:pt x="2139522" y="1401539"/>
                  </a:lnTo>
                  <a:lnTo>
                    <a:pt x="2139859" y="1405028"/>
                  </a:lnTo>
                  <a:lnTo>
                    <a:pt x="2140195" y="1407542"/>
                  </a:lnTo>
                  <a:lnTo>
                    <a:pt x="2140531" y="1409597"/>
                  </a:lnTo>
                  <a:lnTo>
                    <a:pt x="2140868" y="1410940"/>
                  </a:lnTo>
                  <a:lnTo>
                    <a:pt x="2141204" y="1411960"/>
                  </a:lnTo>
                  <a:lnTo>
                    <a:pt x="2141541" y="1413311"/>
                  </a:lnTo>
                  <a:lnTo>
                    <a:pt x="2141877" y="1414992"/>
                  </a:lnTo>
                  <a:lnTo>
                    <a:pt x="2142214" y="1416896"/>
                  </a:lnTo>
                  <a:lnTo>
                    <a:pt x="2142550" y="1418261"/>
                  </a:lnTo>
                  <a:lnTo>
                    <a:pt x="2142887" y="1419080"/>
                  </a:lnTo>
                  <a:lnTo>
                    <a:pt x="2143223" y="1418958"/>
                  </a:lnTo>
                  <a:lnTo>
                    <a:pt x="2143560" y="1417665"/>
                  </a:lnTo>
                  <a:lnTo>
                    <a:pt x="2143896" y="1414899"/>
                  </a:lnTo>
                  <a:lnTo>
                    <a:pt x="2144233" y="1410912"/>
                  </a:lnTo>
                  <a:lnTo>
                    <a:pt x="2144569" y="1406910"/>
                  </a:lnTo>
                  <a:lnTo>
                    <a:pt x="2144905" y="1401680"/>
                  </a:lnTo>
                  <a:lnTo>
                    <a:pt x="2145242" y="1395156"/>
                  </a:lnTo>
                  <a:lnTo>
                    <a:pt x="2145578" y="1388662"/>
                  </a:lnTo>
                  <a:lnTo>
                    <a:pt x="2145915" y="1382304"/>
                  </a:lnTo>
                  <a:lnTo>
                    <a:pt x="2146251" y="1377519"/>
                  </a:lnTo>
                  <a:lnTo>
                    <a:pt x="2146588" y="1374250"/>
                  </a:lnTo>
                  <a:lnTo>
                    <a:pt x="2146924" y="1371700"/>
                  </a:lnTo>
                  <a:lnTo>
                    <a:pt x="2147261" y="1366707"/>
                  </a:lnTo>
                  <a:lnTo>
                    <a:pt x="2147597" y="1362756"/>
                  </a:lnTo>
                  <a:lnTo>
                    <a:pt x="2147934" y="1360209"/>
                  </a:lnTo>
                  <a:lnTo>
                    <a:pt x="2148270" y="1359019"/>
                  </a:lnTo>
                  <a:lnTo>
                    <a:pt x="2148607" y="1359513"/>
                  </a:lnTo>
                  <a:lnTo>
                    <a:pt x="2148943" y="1362158"/>
                  </a:lnTo>
                  <a:lnTo>
                    <a:pt x="2149279" y="1364516"/>
                  </a:lnTo>
                  <a:lnTo>
                    <a:pt x="2149616" y="1365145"/>
                  </a:lnTo>
                  <a:lnTo>
                    <a:pt x="2149952" y="1364721"/>
                  </a:lnTo>
                  <a:lnTo>
                    <a:pt x="2150289" y="1364821"/>
                  </a:lnTo>
                  <a:lnTo>
                    <a:pt x="2150625" y="1364885"/>
                  </a:lnTo>
                  <a:lnTo>
                    <a:pt x="2150962" y="1365429"/>
                  </a:lnTo>
                  <a:lnTo>
                    <a:pt x="2151298" y="1365065"/>
                  </a:lnTo>
                  <a:lnTo>
                    <a:pt x="2151635" y="1365535"/>
                  </a:lnTo>
                  <a:lnTo>
                    <a:pt x="2151971" y="1365343"/>
                  </a:lnTo>
                  <a:lnTo>
                    <a:pt x="2152308" y="1364353"/>
                  </a:lnTo>
                  <a:lnTo>
                    <a:pt x="2152644" y="1363177"/>
                  </a:lnTo>
                  <a:lnTo>
                    <a:pt x="2152981" y="1360264"/>
                  </a:lnTo>
                  <a:lnTo>
                    <a:pt x="2153317" y="1355832"/>
                  </a:lnTo>
                  <a:lnTo>
                    <a:pt x="2153653" y="1350146"/>
                  </a:lnTo>
                  <a:lnTo>
                    <a:pt x="2153990" y="1343839"/>
                  </a:lnTo>
                  <a:lnTo>
                    <a:pt x="2154326" y="1337037"/>
                  </a:lnTo>
                  <a:lnTo>
                    <a:pt x="2154663" y="1329805"/>
                  </a:lnTo>
                  <a:lnTo>
                    <a:pt x="2154999" y="1323478"/>
                  </a:lnTo>
                  <a:lnTo>
                    <a:pt x="2155336" y="1317144"/>
                  </a:lnTo>
                  <a:lnTo>
                    <a:pt x="2155672" y="1310131"/>
                  </a:lnTo>
                  <a:lnTo>
                    <a:pt x="2156009" y="1302439"/>
                  </a:lnTo>
                  <a:lnTo>
                    <a:pt x="2156345" y="1294420"/>
                  </a:lnTo>
                  <a:lnTo>
                    <a:pt x="2156682" y="1286471"/>
                  </a:lnTo>
                  <a:lnTo>
                    <a:pt x="2157018" y="1278598"/>
                  </a:lnTo>
                  <a:lnTo>
                    <a:pt x="2157355" y="1268935"/>
                  </a:lnTo>
                  <a:lnTo>
                    <a:pt x="2157691" y="1260752"/>
                  </a:lnTo>
                  <a:lnTo>
                    <a:pt x="2158027" y="1254200"/>
                  </a:lnTo>
                  <a:lnTo>
                    <a:pt x="2158364" y="1248043"/>
                  </a:lnTo>
                  <a:lnTo>
                    <a:pt x="2158700" y="1242418"/>
                  </a:lnTo>
                  <a:lnTo>
                    <a:pt x="2159037" y="1237022"/>
                  </a:lnTo>
                  <a:lnTo>
                    <a:pt x="2159373" y="1231512"/>
                  </a:lnTo>
                  <a:lnTo>
                    <a:pt x="2159710" y="1225144"/>
                  </a:lnTo>
                  <a:lnTo>
                    <a:pt x="2160046" y="1219427"/>
                  </a:lnTo>
                  <a:lnTo>
                    <a:pt x="2160383" y="1214091"/>
                  </a:lnTo>
                  <a:lnTo>
                    <a:pt x="2160719" y="1210215"/>
                  </a:lnTo>
                  <a:lnTo>
                    <a:pt x="2161056" y="1207490"/>
                  </a:lnTo>
                  <a:lnTo>
                    <a:pt x="2161392" y="1204988"/>
                  </a:lnTo>
                  <a:lnTo>
                    <a:pt x="2161729" y="1201300"/>
                  </a:lnTo>
                  <a:lnTo>
                    <a:pt x="2162065" y="1198068"/>
                  </a:lnTo>
                  <a:lnTo>
                    <a:pt x="2162401" y="1194203"/>
                  </a:lnTo>
                  <a:lnTo>
                    <a:pt x="2162738" y="1189553"/>
                  </a:lnTo>
                  <a:lnTo>
                    <a:pt x="2163074" y="1184475"/>
                  </a:lnTo>
                  <a:lnTo>
                    <a:pt x="2163411" y="1180061"/>
                  </a:lnTo>
                  <a:lnTo>
                    <a:pt x="2163747" y="1176158"/>
                  </a:lnTo>
                  <a:lnTo>
                    <a:pt x="2164084" y="1172600"/>
                  </a:lnTo>
                  <a:lnTo>
                    <a:pt x="2164420" y="1169907"/>
                  </a:lnTo>
                  <a:lnTo>
                    <a:pt x="2164757" y="1167088"/>
                  </a:lnTo>
                  <a:lnTo>
                    <a:pt x="2165093" y="1166367"/>
                  </a:lnTo>
                  <a:lnTo>
                    <a:pt x="2165430" y="1165049"/>
                  </a:lnTo>
                  <a:lnTo>
                    <a:pt x="2165766" y="1162832"/>
                  </a:lnTo>
                  <a:lnTo>
                    <a:pt x="2166103" y="1160350"/>
                  </a:lnTo>
                  <a:lnTo>
                    <a:pt x="2166439" y="1157988"/>
                  </a:lnTo>
                  <a:lnTo>
                    <a:pt x="2166775" y="1156485"/>
                  </a:lnTo>
                  <a:lnTo>
                    <a:pt x="2167112" y="1154831"/>
                  </a:lnTo>
                  <a:lnTo>
                    <a:pt x="2167448" y="1152973"/>
                  </a:lnTo>
                  <a:lnTo>
                    <a:pt x="2167785" y="1151570"/>
                  </a:lnTo>
                  <a:lnTo>
                    <a:pt x="2168121" y="1150152"/>
                  </a:lnTo>
                  <a:lnTo>
                    <a:pt x="2168458" y="1147700"/>
                  </a:lnTo>
                  <a:lnTo>
                    <a:pt x="2168794" y="1145162"/>
                  </a:lnTo>
                  <a:lnTo>
                    <a:pt x="2169131" y="1142208"/>
                  </a:lnTo>
                  <a:lnTo>
                    <a:pt x="2169467" y="1140745"/>
                  </a:lnTo>
                  <a:lnTo>
                    <a:pt x="2169804" y="1138618"/>
                  </a:lnTo>
                  <a:lnTo>
                    <a:pt x="2170140" y="1136673"/>
                  </a:lnTo>
                  <a:lnTo>
                    <a:pt x="2170476" y="1134987"/>
                  </a:lnTo>
                  <a:lnTo>
                    <a:pt x="2170813" y="1133506"/>
                  </a:lnTo>
                  <a:lnTo>
                    <a:pt x="2171149" y="1130589"/>
                  </a:lnTo>
                  <a:lnTo>
                    <a:pt x="2171486" y="1127911"/>
                  </a:lnTo>
                  <a:lnTo>
                    <a:pt x="2171822" y="1124987"/>
                  </a:lnTo>
                  <a:lnTo>
                    <a:pt x="2172159" y="1123188"/>
                  </a:lnTo>
                  <a:lnTo>
                    <a:pt x="2172495" y="1122051"/>
                  </a:lnTo>
                  <a:lnTo>
                    <a:pt x="2172832" y="1123380"/>
                  </a:lnTo>
                  <a:lnTo>
                    <a:pt x="2173168" y="1125411"/>
                  </a:lnTo>
                  <a:lnTo>
                    <a:pt x="2173505" y="1127586"/>
                  </a:lnTo>
                  <a:lnTo>
                    <a:pt x="2173841" y="1129664"/>
                  </a:lnTo>
                  <a:lnTo>
                    <a:pt x="2174178" y="1131782"/>
                  </a:lnTo>
                  <a:lnTo>
                    <a:pt x="2174514" y="1134170"/>
                  </a:lnTo>
                  <a:lnTo>
                    <a:pt x="2174850" y="1136422"/>
                  </a:lnTo>
                  <a:lnTo>
                    <a:pt x="2175187" y="1136478"/>
                  </a:lnTo>
                  <a:lnTo>
                    <a:pt x="2175523" y="1135861"/>
                  </a:lnTo>
                  <a:lnTo>
                    <a:pt x="2175860" y="1134545"/>
                  </a:lnTo>
                  <a:lnTo>
                    <a:pt x="2176196" y="1133152"/>
                  </a:lnTo>
                  <a:lnTo>
                    <a:pt x="2176533" y="1131788"/>
                  </a:lnTo>
                  <a:lnTo>
                    <a:pt x="2176869" y="1129697"/>
                  </a:lnTo>
                  <a:lnTo>
                    <a:pt x="2177206" y="1126911"/>
                  </a:lnTo>
                  <a:lnTo>
                    <a:pt x="2177542" y="1123769"/>
                  </a:lnTo>
                  <a:lnTo>
                    <a:pt x="2177879" y="1120680"/>
                  </a:lnTo>
                  <a:lnTo>
                    <a:pt x="2178215" y="1117318"/>
                  </a:lnTo>
                  <a:lnTo>
                    <a:pt x="2178552" y="1115268"/>
                  </a:lnTo>
                  <a:lnTo>
                    <a:pt x="2178888" y="1113726"/>
                  </a:lnTo>
                  <a:lnTo>
                    <a:pt x="2179224" y="1114975"/>
                  </a:lnTo>
                  <a:lnTo>
                    <a:pt x="2179561" y="1116186"/>
                  </a:lnTo>
                  <a:lnTo>
                    <a:pt x="2179897" y="1123298"/>
                  </a:lnTo>
                  <a:lnTo>
                    <a:pt x="2180234" y="1129678"/>
                  </a:lnTo>
                  <a:lnTo>
                    <a:pt x="2180570" y="1135116"/>
                  </a:lnTo>
                  <a:lnTo>
                    <a:pt x="2180907" y="1138795"/>
                  </a:lnTo>
                  <a:lnTo>
                    <a:pt x="2181243" y="1144382"/>
                  </a:lnTo>
                  <a:lnTo>
                    <a:pt x="2181580" y="1150006"/>
                  </a:lnTo>
                  <a:lnTo>
                    <a:pt x="2181916" y="1155274"/>
                  </a:lnTo>
                  <a:lnTo>
                    <a:pt x="2182253" y="1159786"/>
                  </a:lnTo>
                  <a:lnTo>
                    <a:pt x="2182589" y="1163353"/>
                  </a:lnTo>
                  <a:lnTo>
                    <a:pt x="2182926" y="1165577"/>
                  </a:lnTo>
                  <a:lnTo>
                    <a:pt x="2183262" y="1166835"/>
                  </a:lnTo>
                  <a:lnTo>
                    <a:pt x="2183598" y="1167862"/>
                  </a:lnTo>
                  <a:lnTo>
                    <a:pt x="2183935" y="1168102"/>
                  </a:lnTo>
                  <a:lnTo>
                    <a:pt x="2184271" y="1166818"/>
                  </a:lnTo>
                  <a:lnTo>
                    <a:pt x="2184608" y="1163751"/>
                  </a:lnTo>
                  <a:lnTo>
                    <a:pt x="2184944" y="1159531"/>
                  </a:lnTo>
                  <a:lnTo>
                    <a:pt x="2185281" y="1157333"/>
                  </a:lnTo>
                  <a:lnTo>
                    <a:pt x="2185617" y="1155416"/>
                  </a:lnTo>
                  <a:lnTo>
                    <a:pt x="2185954" y="1153539"/>
                  </a:lnTo>
                  <a:lnTo>
                    <a:pt x="2186290" y="1150988"/>
                  </a:lnTo>
                  <a:lnTo>
                    <a:pt x="2186627" y="1147906"/>
                  </a:lnTo>
                  <a:lnTo>
                    <a:pt x="2186963" y="1143132"/>
                  </a:lnTo>
                  <a:lnTo>
                    <a:pt x="2187300" y="1140216"/>
                  </a:lnTo>
                  <a:lnTo>
                    <a:pt x="2187636" y="1137398"/>
                  </a:lnTo>
                  <a:lnTo>
                    <a:pt x="2187972" y="1135514"/>
                  </a:lnTo>
                  <a:lnTo>
                    <a:pt x="2188309" y="1133199"/>
                  </a:lnTo>
                  <a:lnTo>
                    <a:pt x="2188645" y="1131404"/>
                  </a:lnTo>
                  <a:lnTo>
                    <a:pt x="2188982" y="1128438"/>
                  </a:lnTo>
                  <a:lnTo>
                    <a:pt x="2189318" y="1126099"/>
                  </a:lnTo>
                  <a:lnTo>
                    <a:pt x="2189655" y="1124259"/>
                  </a:lnTo>
                  <a:lnTo>
                    <a:pt x="2189991" y="1122995"/>
                  </a:lnTo>
                  <a:lnTo>
                    <a:pt x="2190328" y="1122657"/>
                  </a:lnTo>
                  <a:lnTo>
                    <a:pt x="2190664" y="1123316"/>
                  </a:lnTo>
                  <a:lnTo>
                    <a:pt x="2191001" y="1124642"/>
                  </a:lnTo>
                  <a:lnTo>
                    <a:pt x="2191337" y="1126298"/>
                  </a:lnTo>
                  <a:lnTo>
                    <a:pt x="2191674" y="1126769"/>
                  </a:lnTo>
                  <a:lnTo>
                    <a:pt x="2192010" y="1127675"/>
                  </a:lnTo>
                  <a:lnTo>
                    <a:pt x="2192346" y="1128235"/>
                  </a:lnTo>
                  <a:lnTo>
                    <a:pt x="2192683" y="1127918"/>
                  </a:lnTo>
                  <a:lnTo>
                    <a:pt x="2193019" y="1127822"/>
                  </a:lnTo>
                  <a:lnTo>
                    <a:pt x="2193356" y="1127601"/>
                  </a:lnTo>
                  <a:lnTo>
                    <a:pt x="2193692" y="1127842"/>
                  </a:lnTo>
                  <a:lnTo>
                    <a:pt x="2194029" y="1128515"/>
                  </a:lnTo>
                  <a:lnTo>
                    <a:pt x="2194365" y="1130205"/>
                  </a:lnTo>
                  <a:lnTo>
                    <a:pt x="2194702" y="1132113"/>
                  </a:lnTo>
                  <a:lnTo>
                    <a:pt x="2195038" y="1133960"/>
                  </a:lnTo>
                  <a:lnTo>
                    <a:pt x="2195375" y="1135605"/>
                  </a:lnTo>
                  <a:lnTo>
                    <a:pt x="2195711" y="1136927"/>
                  </a:lnTo>
                  <a:lnTo>
                    <a:pt x="2196048" y="1137630"/>
                  </a:lnTo>
                  <a:lnTo>
                    <a:pt x="2196384" y="1139755"/>
                  </a:lnTo>
                  <a:lnTo>
                    <a:pt x="2196720" y="1142539"/>
                  </a:lnTo>
                  <a:lnTo>
                    <a:pt x="2197057" y="1143277"/>
                  </a:lnTo>
                  <a:lnTo>
                    <a:pt x="2197393" y="1143489"/>
                  </a:lnTo>
                  <a:lnTo>
                    <a:pt x="2197730" y="1142936"/>
                  </a:lnTo>
                  <a:lnTo>
                    <a:pt x="2198066" y="1141744"/>
                  </a:lnTo>
                  <a:lnTo>
                    <a:pt x="2198403" y="1139860"/>
                  </a:lnTo>
                  <a:lnTo>
                    <a:pt x="2198739" y="1137796"/>
                  </a:lnTo>
                  <a:lnTo>
                    <a:pt x="2199076" y="1134882"/>
                  </a:lnTo>
                  <a:lnTo>
                    <a:pt x="2199412" y="1132790"/>
                  </a:lnTo>
                  <a:lnTo>
                    <a:pt x="2199749" y="1130865"/>
                  </a:lnTo>
                  <a:lnTo>
                    <a:pt x="2200085" y="1128318"/>
                  </a:lnTo>
                  <a:lnTo>
                    <a:pt x="2200421" y="1125742"/>
                  </a:lnTo>
                  <a:lnTo>
                    <a:pt x="2200758" y="1122261"/>
                  </a:lnTo>
                  <a:lnTo>
                    <a:pt x="2201094" y="1119375"/>
                  </a:lnTo>
                  <a:lnTo>
                    <a:pt x="2201431" y="1116069"/>
                  </a:lnTo>
                  <a:lnTo>
                    <a:pt x="2201767" y="1112935"/>
                  </a:lnTo>
                  <a:lnTo>
                    <a:pt x="2202104" y="1109842"/>
                  </a:lnTo>
                  <a:lnTo>
                    <a:pt x="2202440" y="1106857"/>
                  </a:lnTo>
                  <a:lnTo>
                    <a:pt x="2202777" y="1103668"/>
                  </a:lnTo>
                  <a:lnTo>
                    <a:pt x="2203113" y="1101249"/>
                  </a:lnTo>
                  <a:lnTo>
                    <a:pt x="2203450" y="1098780"/>
                  </a:lnTo>
                  <a:lnTo>
                    <a:pt x="2203786" y="1097649"/>
                  </a:lnTo>
                  <a:lnTo>
                    <a:pt x="2204123" y="1096887"/>
                  </a:lnTo>
                  <a:lnTo>
                    <a:pt x="2204459" y="1096432"/>
                  </a:lnTo>
                  <a:lnTo>
                    <a:pt x="2204795" y="1095960"/>
                  </a:lnTo>
                  <a:lnTo>
                    <a:pt x="2205132" y="1095918"/>
                  </a:lnTo>
                  <a:lnTo>
                    <a:pt x="2205468" y="1096251"/>
                  </a:lnTo>
                  <a:lnTo>
                    <a:pt x="2205805" y="1097101"/>
                  </a:lnTo>
                  <a:lnTo>
                    <a:pt x="2206141" y="1097614"/>
                  </a:lnTo>
                  <a:lnTo>
                    <a:pt x="2206478" y="1098928"/>
                  </a:lnTo>
                  <a:lnTo>
                    <a:pt x="2206814" y="1100074"/>
                  </a:lnTo>
                  <a:lnTo>
                    <a:pt x="2207151" y="1100875"/>
                  </a:lnTo>
                  <a:lnTo>
                    <a:pt x="2207487" y="1103181"/>
                  </a:lnTo>
                  <a:lnTo>
                    <a:pt x="2207824" y="1105897"/>
                  </a:lnTo>
                  <a:lnTo>
                    <a:pt x="2208160" y="1108677"/>
                  </a:lnTo>
                  <a:lnTo>
                    <a:pt x="2208497" y="1111414"/>
                  </a:lnTo>
                  <a:lnTo>
                    <a:pt x="2208833" y="1114159"/>
                  </a:lnTo>
                  <a:lnTo>
                    <a:pt x="2209169" y="1117779"/>
                  </a:lnTo>
                  <a:lnTo>
                    <a:pt x="2209506" y="1121709"/>
                  </a:lnTo>
                  <a:lnTo>
                    <a:pt x="2209842" y="1127069"/>
                  </a:lnTo>
                  <a:lnTo>
                    <a:pt x="2210179" y="1133642"/>
                  </a:lnTo>
                  <a:lnTo>
                    <a:pt x="2210515" y="1141215"/>
                  </a:lnTo>
                  <a:lnTo>
                    <a:pt x="2210852" y="1149786"/>
                  </a:lnTo>
                  <a:lnTo>
                    <a:pt x="2211188" y="1159197"/>
                  </a:lnTo>
                  <a:lnTo>
                    <a:pt x="2211525" y="1169162"/>
                  </a:lnTo>
                  <a:lnTo>
                    <a:pt x="2211861" y="1179399"/>
                  </a:lnTo>
                  <a:lnTo>
                    <a:pt x="2212198" y="1190319"/>
                  </a:lnTo>
                  <a:lnTo>
                    <a:pt x="2212534" y="1202317"/>
                  </a:lnTo>
                  <a:lnTo>
                    <a:pt x="2212871" y="1214624"/>
                  </a:lnTo>
                  <a:lnTo>
                    <a:pt x="2213207" y="1227563"/>
                  </a:lnTo>
                  <a:lnTo>
                    <a:pt x="2213543" y="1240214"/>
                  </a:lnTo>
                  <a:lnTo>
                    <a:pt x="2213880" y="1252112"/>
                  </a:lnTo>
                  <a:lnTo>
                    <a:pt x="2214216" y="1263348"/>
                  </a:lnTo>
                  <a:lnTo>
                    <a:pt x="2214553" y="1274627"/>
                  </a:lnTo>
                  <a:lnTo>
                    <a:pt x="2214889" y="1285037"/>
                  </a:lnTo>
                  <a:lnTo>
                    <a:pt x="2215226" y="1294154"/>
                  </a:lnTo>
                  <a:lnTo>
                    <a:pt x="2215562" y="1302344"/>
                  </a:lnTo>
                  <a:lnTo>
                    <a:pt x="2215899" y="1309507"/>
                  </a:lnTo>
                  <a:lnTo>
                    <a:pt x="2216235" y="1315499"/>
                  </a:lnTo>
                  <a:lnTo>
                    <a:pt x="2216572" y="1320003"/>
                  </a:lnTo>
                  <a:lnTo>
                    <a:pt x="2216908" y="1324127"/>
                  </a:lnTo>
                  <a:lnTo>
                    <a:pt x="2217245" y="1328488"/>
                  </a:lnTo>
                  <a:lnTo>
                    <a:pt x="2217581" y="1332296"/>
                  </a:lnTo>
                  <a:lnTo>
                    <a:pt x="2217917" y="1336139"/>
                  </a:lnTo>
                  <a:lnTo>
                    <a:pt x="2218254" y="1339344"/>
                  </a:lnTo>
                  <a:lnTo>
                    <a:pt x="2218590" y="1343144"/>
                  </a:lnTo>
                  <a:lnTo>
                    <a:pt x="2218927" y="1345745"/>
                  </a:lnTo>
                  <a:lnTo>
                    <a:pt x="2219263" y="1347981"/>
                  </a:lnTo>
                  <a:lnTo>
                    <a:pt x="2219600" y="1348850"/>
                  </a:lnTo>
                  <a:lnTo>
                    <a:pt x="2219936" y="1348457"/>
                  </a:lnTo>
                  <a:lnTo>
                    <a:pt x="2220273" y="1348357"/>
                  </a:lnTo>
                  <a:lnTo>
                    <a:pt x="2220609" y="1348576"/>
                  </a:lnTo>
                  <a:lnTo>
                    <a:pt x="2220946" y="1348616"/>
                  </a:lnTo>
                  <a:lnTo>
                    <a:pt x="2221282" y="1347647"/>
                  </a:lnTo>
                  <a:lnTo>
                    <a:pt x="2221619" y="1346897"/>
                  </a:lnTo>
                  <a:lnTo>
                    <a:pt x="2221955" y="1345650"/>
                  </a:lnTo>
                  <a:lnTo>
                    <a:pt x="2222291" y="1342911"/>
                  </a:lnTo>
                  <a:lnTo>
                    <a:pt x="2222628" y="1339452"/>
                  </a:lnTo>
                  <a:lnTo>
                    <a:pt x="2222964" y="1335639"/>
                  </a:lnTo>
                  <a:lnTo>
                    <a:pt x="2223301" y="1331542"/>
                  </a:lnTo>
                  <a:lnTo>
                    <a:pt x="2223637" y="1326952"/>
                  </a:lnTo>
                  <a:lnTo>
                    <a:pt x="2223974" y="1321912"/>
                  </a:lnTo>
                  <a:lnTo>
                    <a:pt x="2224310" y="1316372"/>
                  </a:lnTo>
                  <a:lnTo>
                    <a:pt x="2224647" y="1314518"/>
                  </a:lnTo>
                  <a:lnTo>
                    <a:pt x="2224983" y="1312571"/>
                  </a:lnTo>
                  <a:lnTo>
                    <a:pt x="2225320" y="1309087"/>
                  </a:lnTo>
                  <a:lnTo>
                    <a:pt x="2225656" y="1303763"/>
                  </a:lnTo>
                  <a:lnTo>
                    <a:pt x="2225993" y="1297068"/>
                  </a:lnTo>
                  <a:lnTo>
                    <a:pt x="2226329" y="1290365"/>
                  </a:lnTo>
                  <a:lnTo>
                    <a:pt x="2226665" y="1283475"/>
                  </a:lnTo>
                  <a:lnTo>
                    <a:pt x="2227002" y="1276700"/>
                  </a:lnTo>
                  <a:lnTo>
                    <a:pt x="2227338" y="1269731"/>
                  </a:lnTo>
                  <a:lnTo>
                    <a:pt x="2227675" y="1261469"/>
                  </a:lnTo>
                  <a:lnTo>
                    <a:pt x="2228011" y="1251325"/>
                  </a:lnTo>
                  <a:lnTo>
                    <a:pt x="2228348" y="1239529"/>
                  </a:lnTo>
                  <a:lnTo>
                    <a:pt x="2228684" y="1226769"/>
                  </a:lnTo>
                  <a:lnTo>
                    <a:pt x="2229021" y="1213550"/>
                  </a:lnTo>
                  <a:lnTo>
                    <a:pt x="2229357" y="1199778"/>
                  </a:lnTo>
                  <a:lnTo>
                    <a:pt x="2229694" y="1186774"/>
                  </a:lnTo>
                  <a:lnTo>
                    <a:pt x="2230030" y="1174317"/>
                  </a:lnTo>
                  <a:lnTo>
                    <a:pt x="2230367" y="1162498"/>
                  </a:lnTo>
                  <a:lnTo>
                    <a:pt x="2230703" y="1150177"/>
                  </a:lnTo>
                  <a:lnTo>
                    <a:pt x="2231039" y="1138086"/>
                  </a:lnTo>
                  <a:lnTo>
                    <a:pt x="2231376" y="1126397"/>
                  </a:lnTo>
                  <a:lnTo>
                    <a:pt x="2231712" y="1114716"/>
                  </a:lnTo>
                  <a:lnTo>
                    <a:pt x="2232049" y="1103515"/>
                  </a:lnTo>
                  <a:lnTo>
                    <a:pt x="2232385" y="1091019"/>
                  </a:lnTo>
                  <a:lnTo>
                    <a:pt x="2232722" y="1079783"/>
                  </a:lnTo>
                  <a:lnTo>
                    <a:pt x="2233058" y="1069618"/>
                  </a:lnTo>
                  <a:lnTo>
                    <a:pt x="2233395" y="1060609"/>
                  </a:lnTo>
                  <a:lnTo>
                    <a:pt x="2233731" y="1051857"/>
                  </a:lnTo>
                  <a:lnTo>
                    <a:pt x="2234068" y="1042032"/>
                  </a:lnTo>
                  <a:lnTo>
                    <a:pt x="2234404" y="1032424"/>
                  </a:lnTo>
                  <a:lnTo>
                    <a:pt x="2234740" y="1022443"/>
                  </a:lnTo>
                  <a:lnTo>
                    <a:pt x="2235077" y="1013052"/>
                  </a:lnTo>
                  <a:lnTo>
                    <a:pt x="2235413" y="1004589"/>
                  </a:lnTo>
                  <a:lnTo>
                    <a:pt x="2235750" y="998451"/>
                  </a:lnTo>
                  <a:lnTo>
                    <a:pt x="2236086" y="993040"/>
                  </a:lnTo>
                  <a:lnTo>
                    <a:pt x="2236423" y="986971"/>
                  </a:lnTo>
                  <a:lnTo>
                    <a:pt x="2236759" y="977795"/>
                  </a:lnTo>
                  <a:lnTo>
                    <a:pt x="2237096" y="967825"/>
                  </a:lnTo>
                  <a:lnTo>
                    <a:pt x="2237432" y="957902"/>
                  </a:lnTo>
                  <a:lnTo>
                    <a:pt x="2237769" y="947689"/>
                  </a:lnTo>
                  <a:lnTo>
                    <a:pt x="2238105" y="937799"/>
                  </a:lnTo>
                  <a:lnTo>
                    <a:pt x="2238442" y="929384"/>
                  </a:lnTo>
                  <a:lnTo>
                    <a:pt x="2238778" y="921152"/>
                  </a:lnTo>
                  <a:lnTo>
                    <a:pt x="2239114" y="914596"/>
                  </a:lnTo>
                  <a:lnTo>
                    <a:pt x="2239451" y="908002"/>
                  </a:lnTo>
                  <a:lnTo>
                    <a:pt x="2239787" y="900279"/>
                  </a:lnTo>
                  <a:lnTo>
                    <a:pt x="2240124" y="891396"/>
                  </a:lnTo>
                  <a:lnTo>
                    <a:pt x="2240460" y="880888"/>
                  </a:lnTo>
                  <a:lnTo>
                    <a:pt x="2240797" y="869088"/>
                  </a:lnTo>
                  <a:lnTo>
                    <a:pt x="2241133" y="857415"/>
                  </a:lnTo>
                  <a:lnTo>
                    <a:pt x="2241470" y="851373"/>
                  </a:lnTo>
                  <a:lnTo>
                    <a:pt x="2241806" y="845861"/>
                  </a:lnTo>
                  <a:lnTo>
                    <a:pt x="2242143" y="841032"/>
                  </a:lnTo>
                  <a:lnTo>
                    <a:pt x="2242479" y="838511"/>
                  </a:lnTo>
                  <a:lnTo>
                    <a:pt x="2242816" y="835865"/>
                  </a:lnTo>
                  <a:lnTo>
                    <a:pt x="2243152" y="832976"/>
                  </a:lnTo>
                  <a:lnTo>
                    <a:pt x="2243488" y="829421"/>
                  </a:lnTo>
                  <a:lnTo>
                    <a:pt x="2243825" y="824999"/>
                  </a:lnTo>
                  <a:lnTo>
                    <a:pt x="2244161" y="819974"/>
                  </a:lnTo>
                  <a:lnTo>
                    <a:pt x="2244498" y="815942"/>
                  </a:lnTo>
                  <a:lnTo>
                    <a:pt x="2244834" y="812895"/>
                  </a:lnTo>
                  <a:lnTo>
                    <a:pt x="2245171" y="810464"/>
                  </a:lnTo>
                  <a:lnTo>
                    <a:pt x="2245507" y="809293"/>
                  </a:lnTo>
                  <a:lnTo>
                    <a:pt x="2245844" y="808087"/>
                  </a:lnTo>
                  <a:lnTo>
                    <a:pt x="2246180" y="809182"/>
                  </a:lnTo>
                  <a:lnTo>
                    <a:pt x="2246517" y="807760"/>
                  </a:lnTo>
                  <a:lnTo>
                    <a:pt x="2246853" y="809429"/>
                  </a:lnTo>
                  <a:lnTo>
                    <a:pt x="2247190" y="811030"/>
                  </a:lnTo>
                  <a:lnTo>
                    <a:pt x="2247526" y="812843"/>
                  </a:lnTo>
                  <a:lnTo>
                    <a:pt x="2247862" y="815366"/>
                  </a:lnTo>
                  <a:lnTo>
                    <a:pt x="2248199" y="819064"/>
                  </a:lnTo>
                  <a:lnTo>
                    <a:pt x="2248535" y="820701"/>
                  </a:lnTo>
                  <a:lnTo>
                    <a:pt x="2248872" y="822795"/>
                  </a:lnTo>
                  <a:lnTo>
                    <a:pt x="2249208" y="825333"/>
                  </a:lnTo>
                  <a:lnTo>
                    <a:pt x="2249545" y="827620"/>
                  </a:lnTo>
                  <a:lnTo>
                    <a:pt x="2249881" y="831388"/>
                  </a:lnTo>
                  <a:lnTo>
                    <a:pt x="2250218" y="835184"/>
                  </a:lnTo>
                  <a:lnTo>
                    <a:pt x="2250554" y="838896"/>
                  </a:lnTo>
                  <a:lnTo>
                    <a:pt x="2250891" y="842917"/>
                  </a:lnTo>
                  <a:lnTo>
                    <a:pt x="2251227" y="846850"/>
                  </a:lnTo>
                  <a:lnTo>
                    <a:pt x="2251564" y="850963"/>
                  </a:lnTo>
                  <a:lnTo>
                    <a:pt x="2251900" y="854725"/>
                  </a:lnTo>
                  <a:lnTo>
                    <a:pt x="2252236" y="859157"/>
                  </a:lnTo>
                  <a:lnTo>
                    <a:pt x="2252573" y="859229"/>
                  </a:lnTo>
                  <a:lnTo>
                    <a:pt x="2252909" y="858891"/>
                  </a:lnTo>
                  <a:lnTo>
                    <a:pt x="2253246" y="858200"/>
                  </a:lnTo>
                  <a:lnTo>
                    <a:pt x="2253582" y="857647"/>
                  </a:lnTo>
                  <a:lnTo>
                    <a:pt x="2253919" y="857094"/>
                  </a:lnTo>
                  <a:lnTo>
                    <a:pt x="2254255" y="858853"/>
                  </a:lnTo>
                  <a:lnTo>
                    <a:pt x="2254592" y="860946"/>
                  </a:lnTo>
                  <a:lnTo>
                    <a:pt x="2254928" y="862751"/>
                  </a:lnTo>
                  <a:lnTo>
                    <a:pt x="2255265" y="863402"/>
                  </a:lnTo>
                  <a:lnTo>
                    <a:pt x="2255601" y="859871"/>
                  </a:lnTo>
                  <a:lnTo>
                    <a:pt x="2255938" y="856243"/>
                  </a:lnTo>
                  <a:lnTo>
                    <a:pt x="2256274" y="854029"/>
                  </a:lnTo>
                  <a:lnTo>
                    <a:pt x="2256610" y="852077"/>
                  </a:lnTo>
                  <a:lnTo>
                    <a:pt x="2256947" y="848597"/>
                  </a:lnTo>
                  <a:lnTo>
                    <a:pt x="2257283" y="844261"/>
                  </a:lnTo>
                  <a:lnTo>
                    <a:pt x="2257620" y="839370"/>
                  </a:lnTo>
                  <a:lnTo>
                    <a:pt x="2257956" y="834069"/>
                  </a:lnTo>
                  <a:lnTo>
                    <a:pt x="2258293" y="828158"/>
                  </a:lnTo>
                  <a:lnTo>
                    <a:pt x="2258629" y="822053"/>
                  </a:lnTo>
                  <a:lnTo>
                    <a:pt x="2258966" y="817053"/>
                  </a:lnTo>
                  <a:lnTo>
                    <a:pt x="2259302" y="810867"/>
                  </a:lnTo>
                  <a:lnTo>
                    <a:pt x="2259639" y="803374"/>
                  </a:lnTo>
                  <a:lnTo>
                    <a:pt x="2259975" y="795557"/>
                  </a:lnTo>
                  <a:lnTo>
                    <a:pt x="2260312" y="787963"/>
                  </a:lnTo>
                  <a:lnTo>
                    <a:pt x="2260648" y="780183"/>
                  </a:lnTo>
                  <a:lnTo>
                    <a:pt x="2260984" y="771109"/>
                  </a:lnTo>
                  <a:lnTo>
                    <a:pt x="2261321" y="760519"/>
                  </a:lnTo>
                  <a:lnTo>
                    <a:pt x="2261657" y="748248"/>
                  </a:lnTo>
                  <a:lnTo>
                    <a:pt x="2261994" y="736323"/>
                  </a:lnTo>
                  <a:lnTo>
                    <a:pt x="2262330" y="724533"/>
                  </a:lnTo>
                  <a:lnTo>
                    <a:pt x="2262667" y="712363"/>
                  </a:lnTo>
                  <a:lnTo>
                    <a:pt x="2263003" y="699991"/>
                  </a:lnTo>
                  <a:lnTo>
                    <a:pt x="2263340" y="687347"/>
                  </a:lnTo>
                  <a:lnTo>
                    <a:pt x="2263676" y="672643"/>
                  </a:lnTo>
                  <a:lnTo>
                    <a:pt x="2264013" y="657069"/>
                  </a:lnTo>
                  <a:lnTo>
                    <a:pt x="2264349" y="641569"/>
                  </a:lnTo>
                  <a:lnTo>
                    <a:pt x="2264686" y="626787"/>
                  </a:lnTo>
                  <a:lnTo>
                    <a:pt x="2265022" y="613282"/>
                  </a:lnTo>
                  <a:lnTo>
                    <a:pt x="2265358" y="601311"/>
                  </a:lnTo>
                  <a:lnTo>
                    <a:pt x="2265695" y="591185"/>
                  </a:lnTo>
                  <a:lnTo>
                    <a:pt x="2266031" y="582710"/>
                  </a:lnTo>
                  <a:lnTo>
                    <a:pt x="2266368" y="575549"/>
                  </a:lnTo>
                  <a:lnTo>
                    <a:pt x="2266704" y="568506"/>
                  </a:lnTo>
                  <a:lnTo>
                    <a:pt x="2267041" y="561508"/>
                  </a:lnTo>
                  <a:lnTo>
                    <a:pt x="2267377" y="554583"/>
                  </a:lnTo>
                  <a:lnTo>
                    <a:pt x="2267714" y="547852"/>
                  </a:lnTo>
                  <a:lnTo>
                    <a:pt x="2268050" y="541961"/>
                  </a:lnTo>
                  <a:lnTo>
                    <a:pt x="2268387" y="536230"/>
                  </a:lnTo>
                  <a:lnTo>
                    <a:pt x="2268723" y="532023"/>
                  </a:lnTo>
                  <a:lnTo>
                    <a:pt x="2269059" y="528795"/>
                  </a:lnTo>
                  <a:lnTo>
                    <a:pt x="2269396" y="526780"/>
                  </a:lnTo>
                  <a:lnTo>
                    <a:pt x="2269732" y="525016"/>
                  </a:lnTo>
                  <a:lnTo>
                    <a:pt x="2270069" y="522625"/>
                  </a:lnTo>
                  <a:lnTo>
                    <a:pt x="2270405" y="519189"/>
                  </a:lnTo>
                  <a:lnTo>
                    <a:pt x="2270742" y="514782"/>
                  </a:lnTo>
                  <a:lnTo>
                    <a:pt x="2271078" y="509721"/>
                  </a:lnTo>
                  <a:lnTo>
                    <a:pt x="2271415" y="503518"/>
                  </a:lnTo>
                  <a:lnTo>
                    <a:pt x="2271751" y="496369"/>
                  </a:lnTo>
                  <a:lnTo>
                    <a:pt x="2272088" y="488360"/>
                  </a:lnTo>
                  <a:lnTo>
                    <a:pt x="2272424" y="480644"/>
                  </a:lnTo>
                  <a:lnTo>
                    <a:pt x="2272761" y="472772"/>
                  </a:lnTo>
                  <a:lnTo>
                    <a:pt x="2273097" y="463979"/>
                  </a:lnTo>
                  <a:lnTo>
                    <a:pt x="2273433" y="454877"/>
                  </a:lnTo>
                  <a:lnTo>
                    <a:pt x="2273770" y="444204"/>
                  </a:lnTo>
                  <a:lnTo>
                    <a:pt x="2274106" y="433171"/>
                  </a:lnTo>
                  <a:lnTo>
                    <a:pt x="2274443" y="422273"/>
                  </a:lnTo>
                  <a:lnTo>
                    <a:pt x="2274779" y="411525"/>
                  </a:lnTo>
                  <a:lnTo>
                    <a:pt x="2275116" y="401251"/>
                  </a:lnTo>
                  <a:lnTo>
                    <a:pt x="2275452" y="391078"/>
                  </a:lnTo>
                  <a:lnTo>
                    <a:pt x="2275789" y="381358"/>
                  </a:lnTo>
                  <a:lnTo>
                    <a:pt x="2276125" y="371379"/>
                  </a:lnTo>
                  <a:lnTo>
                    <a:pt x="2276462" y="361702"/>
                  </a:lnTo>
                  <a:lnTo>
                    <a:pt x="2276798" y="352118"/>
                  </a:lnTo>
                  <a:lnTo>
                    <a:pt x="2277135" y="342498"/>
                  </a:lnTo>
                  <a:lnTo>
                    <a:pt x="2277471" y="332016"/>
                  </a:lnTo>
                  <a:lnTo>
                    <a:pt x="2277807" y="320723"/>
                  </a:lnTo>
                  <a:lnTo>
                    <a:pt x="2278144" y="309249"/>
                  </a:lnTo>
                  <a:lnTo>
                    <a:pt x="2278480" y="298300"/>
                  </a:lnTo>
                  <a:lnTo>
                    <a:pt x="2278817" y="290735"/>
                  </a:lnTo>
                  <a:lnTo>
                    <a:pt x="2279153" y="283240"/>
                  </a:lnTo>
                  <a:lnTo>
                    <a:pt x="2279490" y="275323"/>
                  </a:lnTo>
                  <a:lnTo>
                    <a:pt x="2279826" y="266406"/>
                  </a:lnTo>
                  <a:lnTo>
                    <a:pt x="2280163" y="256399"/>
                  </a:lnTo>
                  <a:lnTo>
                    <a:pt x="2280499" y="246422"/>
                  </a:lnTo>
                  <a:lnTo>
                    <a:pt x="2280836" y="236482"/>
                  </a:lnTo>
                  <a:lnTo>
                    <a:pt x="2281172" y="226174"/>
                  </a:lnTo>
                  <a:lnTo>
                    <a:pt x="2281509" y="215151"/>
                  </a:lnTo>
                  <a:lnTo>
                    <a:pt x="2281845" y="206449"/>
                  </a:lnTo>
                  <a:lnTo>
                    <a:pt x="2282181" y="197787"/>
                  </a:lnTo>
                  <a:lnTo>
                    <a:pt x="2282518" y="188927"/>
                  </a:lnTo>
                  <a:lnTo>
                    <a:pt x="2282854" y="179862"/>
                  </a:lnTo>
                  <a:lnTo>
                    <a:pt x="2283191" y="171315"/>
                  </a:lnTo>
                  <a:lnTo>
                    <a:pt x="2283527" y="163196"/>
                  </a:lnTo>
                  <a:lnTo>
                    <a:pt x="2283864" y="155796"/>
                  </a:lnTo>
                  <a:lnTo>
                    <a:pt x="2284200" y="149519"/>
                  </a:lnTo>
                  <a:lnTo>
                    <a:pt x="2284537" y="140745"/>
                  </a:lnTo>
                  <a:lnTo>
                    <a:pt x="2284873" y="132128"/>
                  </a:lnTo>
                  <a:lnTo>
                    <a:pt x="2285210" y="123585"/>
                  </a:lnTo>
                  <a:lnTo>
                    <a:pt x="2285546" y="114183"/>
                  </a:lnTo>
                  <a:lnTo>
                    <a:pt x="2285883" y="104192"/>
                  </a:lnTo>
                  <a:lnTo>
                    <a:pt x="2286219" y="94373"/>
                  </a:lnTo>
                  <a:lnTo>
                    <a:pt x="2286555" y="85235"/>
                  </a:lnTo>
                  <a:lnTo>
                    <a:pt x="2286892" y="77534"/>
                  </a:lnTo>
                  <a:lnTo>
                    <a:pt x="2287228" y="71807"/>
                  </a:lnTo>
                  <a:lnTo>
                    <a:pt x="2287565" y="62661"/>
                  </a:lnTo>
                  <a:lnTo>
                    <a:pt x="2287901" y="54852"/>
                  </a:lnTo>
                  <a:lnTo>
                    <a:pt x="2288238" y="47682"/>
                  </a:lnTo>
                  <a:lnTo>
                    <a:pt x="2288574" y="40462"/>
                  </a:lnTo>
                  <a:lnTo>
                    <a:pt x="2288911" y="32710"/>
                  </a:lnTo>
                  <a:lnTo>
                    <a:pt x="2289247" y="25252"/>
                  </a:lnTo>
                  <a:lnTo>
                    <a:pt x="2289584" y="18535"/>
                  </a:lnTo>
                  <a:lnTo>
                    <a:pt x="2289920" y="12752"/>
                  </a:lnTo>
                  <a:lnTo>
                    <a:pt x="2290257" y="8046"/>
                  </a:lnTo>
                  <a:lnTo>
                    <a:pt x="2290593" y="4676"/>
                  </a:lnTo>
                  <a:lnTo>
                    <a:pt x="2290929" y="1911"/>
                  </a:lnTo>
                  <a:lnTo>
                    <a:pt x="2291266" y="150"/>
                  </a:lnTo>
                  <a:lnTo>
                    <a:pt x="2291602" y="172"/>
                  </a:lnTo>
                  <a:lnTo>
                    <a:pt x="2291939" y="222"/>
                  </a:lnTo>
                  <a:lnTo>
                    <a:pt x="2292275" y="0"/>
                  </a:lnTo>
                  <a:lnTo>
                    <a:pt x="2292612" y="502"/>
                  </a:lnTo>
                  <a:lnTo>
                    <a:pt x="2292948" y="1752"/>
                  </a:lnTo>
                  <a:lnTo>
                    <a:pt x="2293285" y="3254"/>
                  </a:lnTo>
                  <a:lnTo>
                    <a:pt x="2293621" y="5481"/>
                  </a:lnTo>
                  <a:lnTo>
                    <a:pt x="2293958" y="8599"/>
                  </a:lnTo>
                  <a:lnTo>
                    <a:pt x="2294294" y="11344"/>
                  </a:lnTo>
                  <a:lnTo>
                    <a:pt x="2294631" y="15051"/>
                  </a:lnTo>
                  <a:lnTo>
                    <a:pt x="2294967" y="20295"/>
                  </a:lnTo>
                  <a:lnTo>
                    <a:pt x="2295303" y="27156"/>
                  </a:lnTo>
                  <a:lnTo>
                    <a:pt x="2295640" y="36216"/>
                  </a:lnTo>
                  <a:lnTo>
                    <a:pt x="2295976" y="47308"/>
                  </a:lnTo>
                  <a:lnTo>
                    <a:pt x="2296313" y="59931"/>
                  </a:lnTo>
                  <a:lnTo>
                    <a:pt x="2296649" y="73078"/>
                  </a:lnTo>
                  <a:lnTo>
                    <a:pt x="2296986" y="85988"/>
                  </a:lnTo>
                  <a:lnTo>
                    <a:pt x="2297322" y="99466"/>
                  </a:lnTo>
                  <a:lnTo>
                    <a:pt x="2297659" y="113957"/>
                  </a:lnTo>
                  <a:lnTo>
                    <a:pt x="2297995" y="129827"/>
                  </a:lnTo>
                  <a:lnTo>
                    <a:pt x="2298332" y="146373"/>
                  </a:lnTo>
                  <a:lnTo>
                    <a:pt x="2298668" y="163256"/>
                  </a:lnTo>
                  <a:lnTo>
                    <a:pt x="2299005" y="180462"/>
                  </a:lnTo>
                  <a:lnTo>
                    <a:pt x="2299341" y="198100"/>
                  </a:lnTo>
                  <a:lnTo>
                    <a:pt x="2299677" y="215637"/>
                  </a:lnTo>
                  <a:lnTo>
                    <a:pt x="2300014" y="232908"/>
                  </a:lnTo>
                  <a:lnTo>
                    <a:pt x="2300350" y="249798"/>
                  </a:lnTo>
                  <a:lnTo>
                    <a:pt x="2300687" y="265510"/>
                  </a:lnTo>
                  <a:lnTo>
                    <a:pt x="2301023" y="280646"/>
                  </a:lnTo>
                  <a:lnTo>
                    <a:pt x="2301360" y="295593"/>
                  </a:lnTo>
                  <a:lnTo>
                    <a:pt x="2301696" y="310176"/>
                  </a:lnTo>
                  <a:lnTo>
                    <a:pt x="2302033" y="324641"/>
                  </a:lnTo>
                  <a:lnTo>
                    <a:pt x="2302369" y="337463"/>
                  </a:lnTo>
                  <a:lnTo>
                    <a:pt x="2302706" y="349576"/>
                  </a:lnTo>
                  <a:lnTo>
                    <a:pt x="2303042" y="360109"/>
                  </a:lnTo>
                  <a:lnTo>
                    <a:pt x="2303378" y="370192"/>
                  </a:lnTo>
                  <a:lnTo>
                    <a:pt x="2303715" y="380850"/>
                  </a:lnTo>
                  <a:lnTo>
                    <a:pt x="2304051" y="392995"/>
                  </a:lnTo>
                  <a:lnTo>
                    <a:pt x="2304388" y="406267"/>
                  </a:lnTo>
                  <a:lnTo>
                    <a:pt x="2304724" y="419742"/>
                  </a:lnTo>
                  <a:lnTo>
                    <a:pt x="2305061" y="432944"/>
                  </a:lnTo>
                  <a:lnTo>
                    <a:pt x="2305397" y="445666"/>
                  </a:lnTo>
                  <a:lnTo>
                    <a:pt x="2305734" y="457991"/>
                  </a:lnTo>
                  <a:lnTo>
                    <a:pt x="2306070" y="470051"/>
                  </a:lnTo>
                  <a:lnTo>
                    <a:pt x="2306407" y="480789"/>
                  </a:lnTo>
                  <a:lnTo>
                    <a:pt x="2306743" y="491854"/>
                  </a:lnTo>
                  <a:lnTo>
                    <a:pt x="2307080" y="504129"/>
                  </a:lnTo>
                  <a:lnTo>
                    <a:pt x="2307416" y="518137"/>
                  </a:lnTo>
                  <a:lnTo>
                    <a:pt x="2307752" y="533386"/>
                  </a:lnTo>
                  <a:lnTo>
                    <a:pt x="2308089" y="549200"/>
                  </a:lnTo>
                  <a:lnTo>
                    <a:pt x="2308425" y="564657"/>
                  </a:lnTo>
                  <a:lnTo>
                    <a:pt x="2308762" y="574523"/>
                  </a:lnTo>
                  <a:lnTo>
                    <a:pt x="2309098" y="583510"/>
                  </a:lnTo>
                  <a:lnTo>
                    <a:pt x="2309435" y="591850"/>
                  </a:lnTo>
                  <a:lnTo>
                    <a:pt x="2309771" y="599764"/>
                  </a:lnTo>
                  <a:lnTo>
                    <a:pt x="2310108" y="607972"/>
                  </a:lnTo>
                  <a:lnTo>
                    <a:pt x="2310444" y="616477"/>
                  </a:lnTo>
                  <a:lnTo>
                    <a:pt x="2310781" y="625225"/>
                  </a:lnTo>
                  <a:lnTo>
                    <a:pt x="2311117" y="634842"/>
                  </a:lnTo>
                  <a:lnTo>
                    <a:pt x="2311454" y="645641"/>
                  </a:lnTo>
                  <a:lnTo>
                    <a:pt x="2311790" y="656489"/>
                  </a:lnTo>
                  <a:lnTo>
                    <a:pt x="2312126" y="666609"/>
                  </a:lnTo>
                  <a:lnTo>
                    <a:pt x="2312463" y="676392"/>
                  </a:lnTo>
                  <a:lnTo>
                    <a:pt x="2312799" y="685278"/>
                  </a:lnTo>
                  <a:lnTo>
                    <a:pt x="2313136" y="694315"/>
                  </a:lnTo>
                  <a:lnTo>
                    <a:pt x="2313472" y="700863"/>
                  </a:lnTo>
                  <a:lnTo>
                    <a:pt x="2313809" y="710042"/>
                  </a:lnTo>
                  <a:lnTo>
                    <a:pt x="2314145" y="716750"/>
                  </a:lnTo>
                  <a:lnTo>
                    <a:pt x="2314482" y="723186"/>
                  </a:lnTo>
                  <a:lnTo>
                    <a:pt x="2314818" y="729372"/>
                  </a:lnTo>
                  <a:lnTo>
                    <a:pt x="2315155" y="735095"/>
                  </a:lnTo>
                  <a:lnTo>
                    <a:pt x="2315491" y="740092"/>
                  </a:lnTo>
                  <a:lnTo>
                    <a:pt x="2315828" y="745350"/>
                  </a:lnTo>
                  <a:lnTo>
                    <a:pt x="2316164" y="749796"/>
                  </a:lnTo>
                  <a:lnTo>
                    <a:pt x="2316500" y="754449"/>
                  </a:lnTo>
                  <a:lnTo>
                    <a:pt x="2316837" y="759821"/>
                  </a:lnTo>
                  <a:lnTo>
                    <a:pt x="2317173" y="764120"/>
                  </a:lnTo>
                  <a:lnTo>
                    <a:pt x="2317510" y="768477"/>
                  </a:lnTo>
                  <a:lnTo>
                    <a:pt x="2317846" y="772316"/>
                  </a:lnTo>
                  <a:lnTo>
                    <a:pt x="2318183" y="776013"/>
                  </a:lnTo>
                  <a:lnTo>
                    <a:pt x="2318519" y="779706"/>
                  </a:lnTo>
                  <a:lnTo>
                    <a:pt x="2318856" y="782381"/>
                  </a:lnTo>
                  <a:lnTo>
                    <a:pt x="2319192" y="785895"/>
                  </a:lnTo>
                  <a:lnTo>
                    <a:pt x="2319529" y="789154"/>
                  </a:lnTo>
                  <a:lnTo>
                    <a:pt x="2319865" y="794354"/>
                  </a:lnTo>
                  <a:lnTo>
                    <a:pt x="2320202" y="800115"/>
                  </a:lnTo>
                  <a:lnTo>
                    <a:pt x="2320538" y="806943"/>
                  </a:lnTo>
                  <a:lnTo>
                    <a:pt x="2320874" y="813340"/>
                  </a:lnTo>
                  <a:lnTo>
                    <a:pt x="2321211" y="819148"/>
                  </a:lnTo>
                  <a:lnTo>
                    <a:pt x="2321547" y="823819"/>
                  </a:lnTo>
                  <a:lnTo>
                    <a:pt x="2321884" y="827242"/>
                  </a:lnTo>
                  <a:lnTo>
                    <a:pt x="2322220" y="830116"/>
                  </a:lnTo>
                  <a:lnTo>
                    <a:pt x="2322557" y="833804"/>
                  </a:lnTo>
                  <a:lnTo>
                    <a:pt x="2322893" y="841291"/>
                  </a:lnTo>
                  <a:lnTo>
                    <a:pt x="2323230" y="849012"/>
                  </a:lnTo>
                  <a:lnTo>
                    <a:pt x="2323566" y="856219"/>
                  </a:lnTo>
                  <a:lnTo>
                    <a:pt x="2323903" y="863363"/>
                  </a:lnTo>
                  <a:lnTo>
                    <a:pt x="2324239" y="871338"/>
                  </a:lnTo>
                  <a:lnTo>
                    <a:pt x="2324576" y="879772"/>
                  </a:lnTo>
                  <a:lnTo>
                    <a:pt x="2324912" y="888028"/>
                  </a:lnTo>
                  <a:lnTo>
                    <a:pt x="2325248" y="895807"/>
                  </a:lnTo>
                  <a:lnTo>
                    <a:pt x="2325585" y="903342"/>
                  </a:lnTo>
                  <a:lnTo>
                    <a:pt x="2325921" y="910704"/>
                  </a:lnTo>
                  <a:lnTo>
                    <a:pt x="2326258" y="918642"/>
                  </a:lnTo>
                  <a:lnTo>
                    <a:pt x="2326594" y="928330"/>
                  </a:lnTo>
                  <a:lnTo>
                    <a:pt x="2326931" y="939873"/>
                  </a:lnTo>
                  <a:lnTo>
                    <a:pt x="2327267" y="951741"/>
                  </a:lnTo>
                  <a:lnTo>
                    <a:pt x="2327604" y="963423"/>
                  </a:lnTo>
                  <a:lnTo>
                    <a:pt x="2327940" y="975126"/>
                  </a:lnTo>
                  <a:lnTo>
                    <a:pt x="2328277" y="987706"/>
                  </a:lnTo>
                  <a:lnTo>
                    <a:pt x="2328613" y="1000480"/>
                  </a:lnTo>
                  <a:lnTo>
                    <a:pt x="2328950" y="1013979"/>
                  </a:lnTo>
                  <a:lnTo>
                    <a:pt x="2329286" y="1027306"/>
                  </a:lnTo>
                  <a:lnTo>
                    <a:pt x="2329622" y="1039785"/>
                  </a:lnTo>
                  <a:lnTo>
                    <a:pt x="2329959" y="1052056"/>
                  </a:lnTo>
                  <a:lnTo>
                    <a:pt x="2330295" y="1064269"/>
                  </a:lnTo>
                  <a:lnTo>
                    <a:pt x="2330632" y="1077129"/>
                  </a:lnTo>
                  <a:lnTo>
                    <a:pt x="2330968" y="1090894"/>
                  </a:lnTo>
                  <a:lnTo>
                    <a:pt x="2331305" y="1105414"/>
                  </a:lnTo>
                  <a:lnTo>
                    <a:pt x="2331641" y="1120199"/>
                  </a:lnTo>
                  <a:lnTo>
                    <a:pt x="2331978" y="1134503"/>
                  </a:lnTo>
                  <a:lnTo>
                    <a:pt x="2332314" y="1147923"/>
                  </a:lnTo>
                  <a:lnTo>
                    <a:pt x="2332651" y="1160280"/>
                  </a:lnTo>
                  <a:lnTo>
                    <a:pt x="2332987" y="1171050"/>
                  </a:lnTo>
                  <a:lnTo>
                    <a:pt x="2333323" y="1180504"/>
                  </a:lnTo>
                  <a:lnTo>
                    <a:pt x="2333660" y="1189657"/>
                  </a:lnTo>
                  <a:lnTo>
                    <a:pt x="2333996" y="1198084"/>
                  </a:lnTo>
                  <a:lnTo>
                    <a:pt x="2334333" y="1206059"/>
                  </a:lnTo>
                  <a:lnTo>
                    <a:pt x="2334669" y="1214673"/>
                  </a:lnTo>
                  <a:lnTo>
                    <a:pt x="2335006" y="1223050"/>
                  </a:lnTo>
                  <a:lnTo>
                    <a:pt x="2335342" y="1231527"/>
                  </a:lnTo>
                  <a:lnTo>
                    <a:pt x="2335679" y="1239186"/>
                  </a:lnTo>
                  <a:lnTo>
                    <a:pt x="2336015" y="1245709"/>
                  </a:lnTo>
                  <a:lnTo>
                    <a:pt x="2336352" y="1250652"/>
                  </a:lnTo>
                  <a:lnTo>
                    <a:pt x="2336688" y="1254201"/>
                  </a:lnTo>
                  <a:lnTo>
                    <a:pt x="2337025" y="1257326"/>
                  </a:lnTo>
                  <a:lnTo>
                    <a:pt x="2337361" y="1260803"/>
                  </a:lnTo>
                  <a:lnTo>
                    <a:pt x="2337697" y="1264877"/>
                  </a:lnTo>
                  <a:lnTo>
                    <a:pt x="2338034" y="1269769"/>
                  </a:lnTo>
                  <a:lnTo>
                    <a:pt x="2338370" y="1274956"/>
                  </a:lnTo>
                  <a:lnTo>
                    <a:pt x="2338707" y="1280934"/>
                  </a:lnTo>
                  <a:lnTo>
                    <a:pt x="2339043" y="1287407"/>
                  </a:lnTo>
                  <a:lnTo>
                    <a:pt x="2339380" y="1294828"/>
                  </a:lnTo>
                  <a:lnTo>
                    <a:pt x="2339716" y="1301639"/>
                  </a:lnTo>
                  <a:lnTo>
                    <a:pt x="2340053" y="1308529"/>
                  </a:lnTo>
                  <a:lnTo>
                    <a:pt x="2340389" y="1316008"/>
                  </a:lnTo>
                  <a:lnTo>
                    <a:pt x="2340726" y="1324521"/>
                  </a:lnTo>
                  <a:lnTo>
                    <a:pt x="2341062" y="1333559"/>
                  </a:lnTo>
                  <a:lnTo>
                    <a:pt x="2341399" y="1342906"/>
                  </a:lnTo>
                  <a:lnTo>
                    <a:pt x="2341735" y="1351936"/>
                  </a:lnTo>
                  <a:lnTo>
                    <a:pt x="2342071" y="1359875"/>
                  </a:lnTo>
                  <a:lnTo>
                    <a:pt x="2342408" y="1366714"/>
                  </a:lnTo>
                  <a:lnTo>
                    <a:pt x="2342744" y="1372519"/>
                  </a:lnTo>
                  <a:lnTo>
                    <a:pt x="2343081" y="1377002"/>
                  </a:lnTo>
                  <a:lnTo>
                    <a:pt x="2343417" y="1381255"/>
                  </a:lnTo>
                  <a:lnTo>
                    <a:pt x="2343754" y="1384366"/>
                  </a:lnTo>
                  <a:lnTo>
                    <a:pt x="2344090" y="1386615"/>
                  </a:lnTo>
                  <a:lnTo>
                    <a:pt x="2344427" y="1388267"/>
                  </a:lnTo>
                  <a:lnTo>
                    <a:pt x="2344763" y="1390221"/>
                  </a:lnTo>
                  <a:lnTo>
                    <a:pt x="2345100" y="1392865"/>
                  </a:lnTo>
                  <a:lnTo>
                    <a:pt x="2345436" y="1395207"/>
                  </a:lnTo>
                  <a:lnTo>
                    <a:pt x="2345773" y="1396422"/>
                  </a:lnTo>
                  <a:lnTo>
                    <a:pt x="2346109" y="1393806"/>
                  </a:lnTo>
                  <a:lnTo>
                    <a:pt x="2346445" y="1391208"/>
                  </a:lnTo>
                  <a:lnTo>
                    <a:pt x="2346782" y="1389268"/>
                  </a:lnTo>
                  <a:lnTo>
                    <a:pt x="2347118" y="1388795"/>
                  </a:lnTo>
                  <a:lnTo>
                    <a:pt x="2347455" y="1389664"/>
                  </a:lnTo>
                  <a:lnTo>
                    <a:pt x="2347791" y="1391429"/>
                  </a:lnTo>
                  <a:lnTo>
                    <a:pt x="2348128" y="1395769"/>
                  </a:lnTo>
                  <a:lnTo>
                    <a:pt x="2348464" y="1400844"/>
                  </a:lnTo>
                  <a:lnTo>
                    <a:pt x="2348801" y="1407130"/>
                  </a:lnTo>
                  <a:lnTo>
                    <a:pt x="2349137" y="1411616"/>
                  </a:lnTo>
                  <a:lnTo>
                    <a:pt x="2349474" y="1415912"/>
                  </a:lnTo>
                  <a:lnTo>
                    <a:pt x="2349810" y="1420380"/>
                  </a:lnTo>
                  <a:lnTo>
                    <a:pt x="2350147" y="1425344"/>
                  </a:lnTo>
                  <a:lnTo>
                    <a:pt x="2350483" y="1430159"/>
                  </a:lnTo>
                  <a:lnTo>
                    <a:pt x="2350819" y="1435231"/>
                  </a:lnTo>
                  <a:lnTo>
                    <a:pt x="2351156" y="1440708"/>
                  </a:lnTo>
                  <a:lnTo>
                    <a:pt x="2351492" y="1446106"/>
                  </a:lnTo>
                  <a:lnTo>
                    <a:pt x="2351829" y="1454532"/>
                  </a:lnTo>
                  <a:lnTo>
                    <a:pt x="2352165" y="1463151"/>
                  </a:lnTo>
                  <a:lnTo>
                    <a:pt x="2352502" y="1471734"/>
                  </a:lnTo>
                  <a:lnTo>
                    <a:pt x="2352838" y="1480841"/>
                  </a:lnTo>
                  <a:lnTo>
                    <a:pt x="2353175" y="1490014"/>
                  </a:lnTo>
                  <a:lnTo>
                    <a:pt x="2353511" y="1498419"/>
                  </a:lnTo>
                  <a:lnTo>
                    <a:pt x="2353848" y="1506280"/>
                  </a:lnTo>
                  <a:lnTo>
                    <a:pt x="2354184" y="1513259"/>
                  </a:lnTo>
                  <a:lnTo>
                    <a:pt x="2354521" y="1519792"/>
                  </a:lnTo>
                  <a:lnTo>
                    <a:pt x="2354857" y="1531982"/>
                  </a:lnTo>
                  <a:lnTo>
                    <a:pt x="2355193" y="1543019"/>
                  </a:lnTo>
                  <a:lnTo>
                    <a:pt x="2355530" y="1554624"/>
                  </a:lnTo>
                  <a:lnTo>
                    <a:pt x="2355866" y="1567193"/>
                  </a:lnTo>
                  <a:lnTo>
                    <a:pt x="2356203" y="1580052"/>
                  </a:lnTo>
                  <a:lnTo>
                    <a:pt x="2356539" y="1592574"/>
                  </a:lnTo>
                  <a:lnTo>
                    <a:pt x="2356876" y="1604685"/>
                  </a:lnTo>
                  <a:lnTo>
                    <a:pt x="2357212" y="1616545"/>
                  </a:lnTo>
                  <a:lnTo>
                    <a:pt x="2357549" y="1628477"/>
                  </a:lnTo>
                  <a:lnTo>
                    <a:pt x="2357885" y="1640056"/>
                  </a:lnTo>
                  <a:lnTo>
                    <a:pt x="2358222" y="1652264"/>
                  </a:lnTo>
                  <a:lnTo>
                    <a:pt x="2358558" y="1664348"/>
                  </a:lnTo>
                  <a:lnTo>
                    <a:pt x="2358895" y="1675900"/>
                  </a:lnTo>
                  <a:lnTo>
                    <a:pt x="2359231" y="1686949"/>
                  </a:lnTo>
                  <a:lnTo>
                    <a:pt x="2359567" y="1697786"/>
                  </a:lnTo>
                  <a:lnTo>
                    <a:pt x="2359904" y="1708389"/>
                  </a:lnTo>
                  <a:lnTo>
                    <a:pt x="2360240" y="1719531"/>
                  </a:lnTo>
                  <a:lnTo>
                    <a:pt x="2360577" y="1731119"/>
                  </a:lnTo>
                  <a:lnTo>
                    <a:pt x="2360913" y="1742182"/>
                  </a:lnTo>
                  <a:lnTo>
                    <a:pt x="2361250" y="1752024"/>
                  </a:lnTo>
                  <a:lnTo>
                    <a:pt x="2361586" y="1762398"/>
                  </a:lnTo>
                  <a:lnTo>
                    <a:pt x="2361923" y="1771376"/>
                  </a:lnTo>
                  <a:lnTo>
                    <a:pt x="2362259" y="1778708"/>
                  </a:lnTo>
                  <a:lnTo>
                    <a:pt x="2362596" y="1783649"/>
                  </a:lnTo>
                  <a:lnTo>
                    <a:pt x="2362932" y="1786645"/>
                  </a:lnTo>
                  <a:lnTo>
                    <a:pt x="2363269" y="1789113"/>
                  </a:lnTo>
                  <a:lnTo>
                    <a:pt x="2363605" y="1790320"/>
                  </a:lnTo>
                  <a:lnTo>
                    <a:pt x="2363941" y="1791101"/>
                  </a:lnTo>
                  <a:lnTo>
                    <a:pt x="2364278" y="1791712"/>
                  </a:lnTo>
                  <a:lnTo>
                    <a:pt x="2364614" y="1792724"/>
                  </a:lnTo>
                  <a:lnTo>
                    <a:pt x="2364951" y="1792927"/>
                  </a:lnTo>
                  <a:lnTo>
                    <a:pt x="2365287" y="1792074"/>
                  </a:lnTo>
                  <a:lnTo>
                    <a:pt x="2365624" y="1789924"/>
                  </a:lnTo>
                  <a:lnTo>
                    <a:pt x="2365960" y="1786828"/>
                  </a:lnTo>
                  <a:lnTo>
                    <a:pt x="2366297" y="1782825"/>
                  </a:lnTo>
                  <a:lnTo>
                    <a:pt x="2366633" y="1777640"/>
                  </a:lnTo>
                  <a:lnTo>
                    <a:pt x="2366970" y="1772117"/>
                  </a:lnTo>
                  <a:lnTo>
                    <a:pt x="2367306" y="1766177"/>
                  </a:lnTo>
                  <a:lnTo>
                    <a:pt x="2367642" y="1760773"/>
                  </a:lnTo>
                  <a:lnTo>
                    <a:pt x="2367979" y="1755723"/>
                  </a:lnTo>
                  <a:lnTo>
                    <a:pt x="2368315" y="1750873"/>
                  </a:lnTo>
                  <a:lnTo>
                    <a:pt x="2368652" y="1746427"/>
                  </a:lnTo>
                  <a:lnTo>
                    <a:pt x="2368988" y="1742079"/>
                  </a:lnTo>
                  <a:lnTo>
                    <a:pt x="2369325" y="1738654"/>
                  </a:lnTo>
                  <a:lnTo>
                    <a:pt x="2369661" y="1735795"/>
                  </a:lnTo>
                  <a:lnTo>
                    <a:pt x="2369998" y="1731884"/>
                  </a:lnTo>
                  <a:lnTo>
                    <a:pt x="2370334" y="1728201"/>
                  </a:lnTo>
                  <a:lnTo>
                    <a:pt x="2370671" y="1724947"/>
                  </a:lnTo>
                  <a:lnTo>
                    <a:pt x="2371007" y="1722249"/>
                  </a:lnTo>
                  <a:lnTo>
                    <a:pt x="2371344" y="1719692"/>
                  </a:lnTo>
                  <a:lnTo>
                    <a:pt x="2371680" y="1717339"/>
                  </a:lnTo>
                  <a:lnTo>
                    <a:pt x="2372016" y="1714852"/>
                  </a:lnTo>
                  <a:lnTo>
                    <a:pt x="2372353" y="1712261"/>
                  </a:lnTo>
                  <a:lnTo>
                    <a:pt x="2372689" y="1708886"/>
                  </a:lnTo>
                  <a:lnTo>
                    <a:pt x="2373026" y="1707592"/>
                  </a:lnTo>
                  <a:lnTo>
                    <a:pt x="2373362" y="1707218"/>
                  </a:lnTo>
                  <a:lnTo>
                    <a:pt x="2373699" y="1706716"/>
                  </a:lnTo>
                  <a:lnTo>
                    <a:pt x="2374035" y="1706798"/>
                  </a:lnTo>
                  <a:lnTo>
                    <a:pt x="2374372" y="1706441"/>
                  </a:lnTo>
                  <a:lnTo>
                    <a:pt x="2374708" y="1705815"/>
                  </a:lnTo>
                  <a:lnTo>
                    <a:pt x="2375045" y="1705468"/>
                  </a:lnTo>
                  <a:lnTo>
                    <a:pt x="2375381" y="1705079"/>
                  </a:lnTo>
                  <a:lnTo>
                    <a:pt x="2375718" y="1704509"/>
                  </a:lnTo>
                  <a:lnTo>
                    <a:pt x="2376054" y="1703564"/>
                  </a:lnTo>
                  <a:lnTo>
                    <a:pt x="2376390" y="1702536"/>
                  </a:lnTo>
                  <a:lnTo>
                    <a:pt x="2376727" y="1701603"/>
                  </a:lnTo>
                  <a:lnTo>
                    <a:pt x="2377063" y="1700826"/>
                  </a:lnTo>
                  <a:lnTo>
                    <a:pt x="2377400" y="1699928"/>
                  </a:lnTo>
                  <a:lnTo>
                    <a:pt x="2377736" y="1699375"/>
                  </a:lnTo>
                  <a:lnTo>
                    <a:pt x="2378073" y="1698874"/>
                  </a:lnTo>
                  <a:lnTo>
                    <a:pt x="2378409" y="1697571"/>
                  </a:lnTo>
                  <a:lnTo>
                    <a:pt x="2378746" y="1696086"/>
                  </a:lnTo>
                  <a:lnTo>
                    <a:pt x="2379082" y="1694115"/>
                  </a:lnTo>
                  <a:lnTo>
                    <a:pt x="2379419" y="1691360"/>
                  </a:lnTo>
                  <a:lnTo>
                    <a:pt x="2379755" y="1687591"/>
                  </a:lnTo>
                  <a:lnTo>
                    <a:pt x="2380092" y="1682249"/>
                  </a:lnTo>
                  <a:lnTo>
                    <a:pt x="2380428" y="1675005"/>
                  </a:lnTo>
                  <a:lnTo>
                    <a:pt x="2380764" y="1665593"/>
                  </a:lnTo>
                  <a:lnTo>
                    <a:pt x="2381101" y="1656729"/>
                  </a:lnTo>
                  <a:lnTo>
                    <a:pt x="2381437" y="1647832"/>
                  </a:lnTo>
                  <a:lnTo>
                    <a:pt x="2381774" y="1638340"/>
                  </a:lnTo>
                  <a:lnTo>
                    <a:pt x="2382110" y="1625269"/>
                  </a:lnTo>
                  <a:lnTo>
                    <a:pt x="2382447" y="1616229"/>
                  </a:lnTo>
                  <a:lnTo>
                    <a:pt x="2382783" y="1606938"/>
                  </a:lnTo>
                  <a:lnTo>
                    <a:pt x="2383120" y="1597567"/>
                  </a:lnTo>
                  <a:lnTo>
                    <a:pt x="2383456" y="1587738"/>
                  </a:lnTo>
                  <a:lnTo>
                    <a:pt x="2383793" y="1574241"/>
                  </a:lnTo>
                  <a:lnTo>
                    <a:pt x="2384129" y="1560009"/>
                  </a:lnTo>
                  <a:lnTo>
                    <a:pt x="2384466" y="1548817"/>
                  </a:lnTo>
                  <a:lnTo>
                    <a:pt x="2384802" y="1537523"/>
                  </a:lnTo>
                  <a:lnTo>
                    <a:pt x="2385138" y="1526205"/>
                  </a:lnTo>
                  <a:lnTo>
                    <a:pt x="2385475" y="1514494"/>
                  </a:lnTo>
                  <a:lnTo>
                    <a:pt x="2385811" y="1504850"/>
                  </a:lnTo>
                  <a:lnTo>
                    <a:pt x="2386148" y="1495914"/>
                  </a:lnTo>
                  <a:lnTo>
                    <a:pt x="2386484" y="1486766"/>
                  </a:lnTo>
                  <a:lnTo>
                    <a:pt x="2386821" y="1477360"/>
                  </a:lnTo>
                  <a:lnTo>
                    <a:pt x="2387157" y="1468282"/>
                  </a:lnTo>
                  <a:lnTo>
                    <a:pt x="2387494" y="1458730"/>
                  </a:lnTo>
                  <a:lnTo>
                    <a:pt x="2387830" y="1445670"/>
                  </a:lnTo>
                  <a:lnTo>
                    <a:pt x="2388167" y="1434843"/>
                  </a:lnTo>
                  <a:lnTo>
                    <a:pt x="2388503" y="1425910"/>
                  </a:lnTo>
                  <a:lnTo>
                    <a:pt x="2388840" y="1418375"/>
                  </a:lnTo>
                  <a:lnTo>
                    <a:pt x="2389176" y="1411304"/>
                  </a:lnTo>
                  <a:lnTo>
                    <a:pt x="2389512" y="1404856"/>
                  </a:lnTo>
                  <a:lnTo>
                    <a:pt x="2389849" y="1398323"/>
                  </a:lnTo>
                  <a:lnTo>
                    <a:pt x="2390185" y="1390179"/>
                  </a:lnTo>
                  <a:lnTo>
                    <a:pt x="2390522" y="1381264"/>
                  </a:lnTo>
                  <a:lnTo>
                    <a:pt x="2390858" y="1372241"/>
                  </a:lnTo>
                  <a:lnTo>
                    <a:pt x="2391195" y="1363178"/>
                  </a:lnTo>
                  <a:lnTo>
                    <a:pt x="2391531" y="1352739"/>
                  </a:lnTo>
                  <a:lnTo>
                    <a:pt x="2391868" y="1342375"/>
                  </a:lnTo>
                  <a:lnTo>
                    <a:pt x="2392204" y="1332330"/>
                  </a:lnTo>
                  <a:lnTo>
                    <a:pt x="2392541" y="1322901"/>
                  </a:lnTo>
                  <a:lnTo>
                    <a:pt x="2392877" y="1314652"/>
                  </a:lnTo>
                  <a:lnTo>
                    <a:pt x="2393214" y="1304528"/>
                  </a:lnTo>
                  <a:lnTo>
                    <a:pt x="2393550" y="1290476"/>
                  </a:lnTo>
                  <a:lnTo>
                    <a:pt x="2393886" y="1275816"/>
                  </a:lnTo>
                  <a:lnTo>
                    <a:pt x="2394223" y="1256176"/>
                  </a:lnTo>
                  <a:lnTo>
                    <a:pt x="2394559" y="1237813"/>
                  </a:lnTo>
                  <a:lnTo>
                    <a:pt x="2394896" y="1221526"/>
                  </a:lnTo>
                  <a:lnTo>
                    <a:pt x="2395232" y="1206885"/>
                  </a:lnTo>
                  <a:lnTo>
                    <a:pt x="2395569" y="1193184"/>
                  </a:lnTo>
                  <a:lnTo>
                    <a:pt x="2395905" y="1183943"/>
                  </a:lnTo>
                  <a:lnTo>
                    <a:pt x="2396242" y="1175074"/>
                  </a:lnTo>
                  <a:lnTo>
                    <a:pt x="2396578" y="1166052"/>
                  </a:lnTo>
                  <a:lnTo>
                    <a:pt x="2396915" y="1158022"/>
                  </a:lnTo>
                  <a:lnTo>
                    <a:pt x="2397251" y="1150835"/>
                  </a:lnTo>
                  <a:lnTo>
                    <a:pt x="2397588" y="1143690"/>
                  </a:lnTo>
                  <a:lnTo>
                    <a:pt x="2397924" y="1136108"/>
                  </a:lnTo>
                  <a:lnTo>
                    <a:pt x="2398260" y="1128561"/>
                  </a:lnTo>
                  <a:lnTo>
                    <a:pt x="2398597" y="1122979"/>
                  </a:lnTo>
                  <a:lnTo>
                    <a:pt x="2398933" y="1117095"/>
                  </a:lnTo>
                  <a:lnTo>
                    <a:pt x="2399270" y="1110249"/>
                  </a:lnTo>
                  <a:lnTo>
                    <a:pt x="2399606" y="1104232"/>
                  </a:lnTo>
                  <a:lnTo>
                    <a:pt x="2399943" y="1097207"/>
                  </a:lnTo>
                  <a:lnTo>
                    <a:pt x="2400279" y="1091885"/>
                  </a:lnTo>
                  <a:lnTo>
                    <a:pt x="2400616" y="1088095"/>
                  </a:lnTo>
                  <a:lnTo>
                    <a:pt x="2400952" y="1085197"/>
                  </a:lnTo>
                  <a:lnTo>
                    <a:pt x="2401289" y="1082634"/>
                  </a:lnTo>
                  <a:lnTo>
                    <a:pt x="2401625" y="1081301"/>
                  </a:lnTo>
                  <a:lnTo>
                    <a:pt x="2401961" y="1079667"/>
                  </a:lnTo>
                  <a:lnTo>
                    <a:pt x="2402298" y="1077586"/>
                  </a:lnTo>
                  <a:lnTo>
                    <a:pt x="2402634" y="1075315"/>
                  </a:lnTo>
                  <a:lnTo>
                    <a:pt x="2402971" y="1072727"/>
                  </a:lnTo>
                  <a:lnTo>
                    <a:pt x="2403307" y="1069760"/>
                  </a:lnTo>
                  <a:lnTo>
                    <a:pt x="2403644" y="1067275"/>
                  </a:lnTo>
                  <a:lnTo>
                    <a:pt x="2403980" y="1065381"/>
                  </a:lnTo>
                  <a:lnTo>
                    <a:pt x="2404317" y="1063411"/>
                  </a:lnTo>
                  <a:lnTo>
                    <a:pt x="2404653" y="1061570"/>
                  </a:lnTo>
                  <a:lnTo>
                    <a:pt x="2404990" y="1059883"/>
                  </a:lnTo>
                  <a:lnTo>
                    <a:pt x="2405326" y="1058110"/>
                  </a:lnTo>
                  <a:lnTo>
                    <a:pt x="2405663" y="1055764"/>
                  </a:lnTo>
                  <a:lnTo>
                    <a:pt x="2405999" y="1052617"/>
                  </a:lnTo>
                  <a:lnTo>
                    <a:pt x="2406335" y="1048907"/>
                  </a:lnTo>
                  <a:lnTo>
                    <a:pt x="2406672" y="1043722"/>
                  </a:lnTo>
                  <a:lnTo>
                    <a:pt x="2407008" y="1037775"/>
                  </a:lnTo>
                  <a:lnTo>
                    <a:pt x="2407345" y="1031371"/>
                  </a:lnTo>
                  <a:lnTo>
                    <a:pt x="2407681" y="1024285"/>
                  </a:lnTo>
                  <a:lnTo>
                    <a:pt x="2408018" y="1017303"/>
                  </a:lnTo>
                  <a:lnTo>
                    <a:pt x="2408354" y="1011011"/>
                  </a:lnTo>
                  <a:lnTo>
                    <a:pt x="2408691" y="1004540"/>
                  </a:lnTo>
                  <a:lnTo>
                    <a:pt x="2409027" y="997877"/>
                  </a:lnTo>
                  <a:lnTo>
                    <a:pt x="2409364" y="993186"/>
                  </a:lnTo>
                  <a:lnTo>
                    <a:pt x="2409700" y="989078"/>
                  </a:lnTo>
                  <a:lnTo>
                    <a:pt x="2410037" y="986049"/>
                  </a:lnTo>
                  <a:lnTo>
                    <a:pt x="2410373" y="983377"/>
                  </a:lnTo>
                  <a:lnTo>
                    <a:pt x="2410709" y="980495"/>
                  </a:lnTo>
                  <a:lnTo>
                    <a:pt x="2411046" y="977758"/>
                  </a:lnTo>
                  <a:lnTo>
                    <a:pt x="2411382" y="976399"/>
                  </a:lnTo>
                  <a:lnTo>
                    <a:pt x="2411719" y="974595"/>
                  </a:lnTo>
                  <a:lnTo>
                    <a:pt x="2412055" y="973539"/>
                  </a:lnTo>
                  <a:lnTo>
                    <a:pt x="2412392" y="971173"/>
                  </a:lnTo>
                  <a:lnTo>
                    <a:pt x="2412728" y="970111"/>
                  </a:lnTo>
                  <a:lnTo>
                    <a:pt x="2413065" y="969675"/>
                  </a:lnTo>
                  <a:lnTo>
                    <a:pt x="2413401" y="969959"/>
                  </a:lnTo>
                  <a:lnTo>
                    <a:pt x="2413738" y="970509"/>
                  </a:lnTo>
                  <a:lnTo>
                    <a:pt x="2414074" y="968195"/>
                  </a:lnTo>
                  <a:lnTo>
                    <a:pt x="2414411" y="965108"/>
                  </a:lnTo>
                  <a:lnTo>
                    <a:pt x="2414747" y="961646"/>
                  </a:lnTo>
                  <a:lnTo>
                    <a:pt x="2415083" y="953478"/>
                  </a:lnTo>
                  <a:lnTo>
                    <a:pt x="2415420" y="942898"/>
                  </a:lnTo>
                  <a:lnTo>
                    <a:pt x="2415756" y="932764"/>
                  </a:lnTo>
                  <a:lnTo>
                    <a:pt x="2416093" y="922185"/>
                  </a:lnTo>
                  <a:lnTo>
                    <a:pt x="2416429" y="910056"/>
                  </a:lnTo>
                  <a:lnTo>
                    <a:pt x="2416766" y="896555"/>
                  </a:lnTo>
                  <a:lnTo>
                    <a:pt x="2417102" y="882246"/>
                  </a:lnTo>
                  <a:lnTo>
                    <a:pt x="2417439" y="867387"/>
                  </a:lnTo>
                  <a:lnTo>
                    <a:pt x="2417775" y="852469"/>
                  </a:lnTo>
                  <a:lnTo>
                    <a:pt x="2418112" y="837318"/>
                  </a:lnTo>
                  <a:lnTo>
                    <a:pt x="2418448" y="821733"/>
                  </a:lnTo>
                  <a:lnTo>
                    <a:pt x="2418785" y="805809"/>
                  </a:lnTo>
                  <a:lnTo>
                    <a:pt x="2419121" y="789884"/>
                  </a:lnTo>
                  <a:lnTo>
                    <a:pt x="2419457" y="773738"/>
                  </a:lnTo>
                  <a:lnTo>
                    <a:pt x="2419794" y="757318"/>
                  </a:lnTo>
                  <a:lnTo>
                    <a:pt x="2420130" y="741607"/>
                  </a:lnTo>
                  <a:lnTo>
                    <a:pt x="2420467" y="726662"/>
                  </a:lnTo>
                  <a:lnTo>
                    <a:pt x="2420803" y="711918"/>
                  </a:lnTo>
                  <a:lnTo>
                    <a:pt x="2421140" y="698144"/>
                  </a:lnTo>
                  <a:lnTo>
                    <a:pt x="2421476" y="686524"/>
                  </a:lnTo>
                  <a:lnTo>
                    <a:pt x="2421813" y="675696"/>
                  </a:lnTo>
                  <a:lnTo>
                    <a:pt x="2422149" y="663664"/>
                  </a:lnTo>
                  <a:lnTo>
                    <a:pt x="2422486" y="652576"/>
                  </a:lnTo>
                  <a:lnTo>
                    <a:pt x="2422822" y="641467"/>
                  </a:lnTo>
                  <a:lnTo>
                    <a:pt x="2423159" y="630450"/>
                  </a:lnTo>
                  <a:lnTo>
                    <a:pt x="2423495" y="620250"/>
                  </a:lnTo>
                  <a:lnTo>
                    <a:pt x="2423831" y="611370"/>
                  </a:lnTo>
                  <a:lnTo>
                    <a:pt x="2424168" y="603857"/>
                  </a:lnTo>
                  <a:lnTo>
                    <a:pt x="2424504" y="597112"/>
                  </a:lnTo>
                  <a:lnTo>
                    <a:pt x="2424841" y="591136"/>
                  </a:lnTo>
                  <a:lnTo>
                    <a:pt x="2425177" y="586116"/>
                  </a:lnTo>
                  <a:lnTo>
                    <a:pt x="2425514" y="581674"/>
                  </a:lnTo>
                  <a:lnTo>
                    <a:pt x="2425850" y="577831"/>
                  </a:lnTo>
                  <a:lnTo>
                    <a:pt x="2426187" y="573549"/>
                  </a:lnTo>
                  <a:lnTo>
                    <a:pt x="2426523" y="569556"/>
                  </a:lnTo>
                  <a:lnTo>
                    <a:pt x="2426860" y="566197"/>
                  </a:lnTo>
                  <a:lnTo>
                    <a:pt x="2427196" y="563339"/>
                  </a:lnTo>
                  <a:lnTo>
                    <a:pt x="2427533" y="561263"/>
                  </a:lnTo>
                  <a:lnTo>
                    <a:pt x="2427869" y="558850"/>
                  </a:lnTo>
                  <a:lnTo>
                    <a:pt x="2428205" y="556301"/>
                  </a:lnTo>
                  <a:lnTo>
                    <a:pt x="2428542" y="554914"/>
                  </a:lnTo>
                  <a:lnTo>
                    <a:pt x="2428878" y="552838"/>
                  </a:lnTo>
                  <a:lnTo>
                    <a:pt x="2429215" y="550901"/>
                  </a:lnTo>
                  <a:lnTo>
                    <a:pt x="2429551" y="548518"/>
                  </a:lnTo>
                  <a:lnTo>
                    <a:pt x="2429888" y="546322"/>
                  </a:lnTo>
                  <a:lnTo>
                    <a:pt x="2430224" y="542399"/>
                  </a:lnTo>
                  <a:lnTo>
                    <a:pt x="2430561" y="535735"/>
                  </a:lnTo>
                  <a:lnTo>
                    <a:pt x="2430897" y="528343"/>
                  </a:lnTo>
                  <a:lnTo>
                    <a:pt x="2431234" y="520018"/>
                  </a:lnTo>
                  <a:lnTo>
                    <a:pt x="2431570" y="510679"/>
                  </a:lnTo>
                  <a:lnTo>
                    <a:pt x="2431907" y="500334"/>
                  </a:lnTo>
                  <a:lnTo>
                    <a:pt x="2432243" y="490181"/>
                  </a:lnTo>
                  <a:lnTo>
                    <a:pt x="2432579" y="479251"/>
                  </a:lnTo>
                  <a:lnTo>
                    <a:pt x="2432916" y="468391"/>
                  </a:lnTo>
                  <a:lnTo>
                    <a:pt x="2433252" y="457297"/>
                  </a:lnTo>
                  <a:lnTo>
                    <a:pt x="2433589" y="445732"/>
                  </a:lnTo>
                  <a:lnTo>
                    <a:pt x="2433925" y="434250"/>
                  </a:lnTo>
                  <a:lnTo>
                    <a:pt x="2434262" y="422071"/>
                  </a:lnTo>
                  <a:lnTo>
                    <a:pt x="2434598" y="410092"/>
                  </a:lnTo>
                  <a:lnTo>
                    <a:pt x="2434935" y="397680"/>
                  </a:lnTo>
                  <a:lnTo>
                    <a:pt x="2435271" y="386860"/>
                  </a:lnTo>
                  <a:lnTo>
                    <a:pt x="2435608" y="376955"/>
                  </a:lnTo>
                  <a:lnTo>
                    <a:pt x="2435944" y="368357"/>
                  </a:lnTo>
                  <a:lnTo>
                    <a:pt x="2436280" y="361320"/>
                  </a:lnTo>
                  <a:lnTo>
                    <a:pt x="2436617" y="354791"/>
                  </a:lnTo>
                  <a:lnTo>
                    <a:pt x="2436953" y="349067"/>
                  </a:lnTo>
                  <a:lnTo>
                    <a:pt x="2437290" y="344291"/>
                  </a:lnTo>
                  <a:lnTo>
                    <a:pt x="2437626" y="340416"/>
                  </a:lnTo>
                  <a:lnTo>
                    <a:pt x="2437963" y="337546"/>
                  </a:lnTo>
                  <a:lnTo>
                    <a:pt x="2438299" y="334924"/>
                  </a:lnTo>
                  <a:lnTo>
                    <a:pt x="2438636" y="332340"/>
                  </a:lnTo>
                  <a:lnTo>
                    <a:pt x="2438972" y="330215"/>
                  </a:lnTo>
                  <a:lnTo>
                    <a:pt x="2439309" y="329421"/>
                  </a:lnTo>
                  <a:lnTo>
                    <a:pt x="2439645" y="330241"/>
                  </a:lnTo>
                  <a:lnTo>
                    <a:pt x="2439982" y="332510"/>
                  </a:lnTo>
                  <a:lnTo>
                    <a:pt x="2440318" y="332306"/>
                  </a:lnTo>
                  <a:lnTo>
                    <a:pt x="2440654" y="330951"/>
                  </a:lnTo>
                  <a:lnTo>
                    <a:pt x="2440991" y="329128"/>
                  </a:lnTo>
                  <a:lnTo>
                    <a:pt x="2441327" y="326265"/>
                  </a:lnTo>
                  <a:lnTo>
                    <a:pt x="2441664" y="323270"/>
                  </a:lnTo>
                  <a:lnTo>
                    <a:pt x="2442000" y="322282"/>
                  </a:lnTo>
                  <a:lnTo>
                    <a:pt x="2442337" y="321088"/>
                  </a:lnTo>
                  <a:lnTo>
                    <a:pt x="2442673" y="319495"/>
                  </a:lnTo>
                  <a:lnTo>
                    <a:pt x="2443010" y="317599"/>
                  </a:lnTo>
                  <a:lnTo>
                    <a:pt x="2443346" y="315555"/>
                  </a:lnTo>
                  <a:lnTo>
                    <a:pt x="2443683" y="313081"/>
                  </a:lnTo>
                  <a:lnTo>
                    <a:pt x="2444019" y="309384"/>
                  </a:lnTo>
                  <a:lnTo>
                    <a:pt x="2444356" y="305309"/>
                  </a:lnTo>
                  <a:lnTo>
                    <a:pt x="2444692" y="301066"/>
                  </a:lnTo>
                  <a:lnTo>
                    <a:pt x="2445028" y="296825"/>
                  </a:lnTo>
                  <a:lnTo>
                    <a:pt x="2445365" y="294751"/>
                  </a:lnTo>
                  <a:lnTo>
                    <a:pt x="2445701" y="294267"/>
                  </a:lnTo>
                  <a:lnTo>
                    <a:pt x="2446038" y="294058"/>
                  </a:lnTo>
                  <a:lnTo>
                    <a:pt x="2446374" y="294245"/>
                  </a:lnTo>
                  <a:lnTo>
                    <a:pt x="2446711" y="295063"/>
                  </a:lnTo>
                  <a:lnTo>
                    <a:pt x="2447047" y="296595"/>
                  </a:lnTo>
                  <a:lnTo>
                    <a:pt x="2447384" y="299319"/>
                  </a:lnTo>
                  <a:lnTo>
                    <a:pt x="2447720" y="304347"/>
                  </a:lnTo>
                  <a:lnTo>
                    <a:pt x="2448057" y="311915"/>
                  </a:lnTo>
                  <a:lnTo>
                    <a:pt x="2448393" y="319598"/>
                  </a:lnTo>
                  <a:lnTo>
                    <a:pt x="2448730" y="327504"/>
                  </a:lnTo>
                  <a:lnTo>
                    <a:pt x="2449066" y="336662"/>
                  </a:lnTo>
                  <a:lnTo>
                    <a:pt x="2449402" y="349699"/>
                  </a:lnTo>
                  <a:lnTo>
                    <a:pt x="2449739" y="358415"/>
                  </a:lnTo>
                  <a:lnTo>
                    <a:pt x="2450075" y="367006"/>
                  </a:lnTo>
                  <a:lnTo>
                    <a:pt x="2450412" y="374493"/>
                  </a:lnTo>
                  <a:lnTo>
                    <a:pt x="2450748" y="381442"/>
                  </a:lnTo>
                  <a:lnTo>
                    <a:pt x="2451085" y="389120"/>
                  </a:lnTo>
                  <a:lnTo>
                    <a:pt x="2451421" y="396376"/>
                  </a:lnTo>
                  <a:lnTo>
                    <a:pt x="2451758" y="400764"/>
                  </a:lnTo>
                  <a:lnTo>
                    <a:pt x="2452094" y="407523"/>
                  </a:lnTo>
                  <a:lnTo>
                    <a:pt x="2452431" y="414761"/>
                  </a:lnTo>
                  <a:lnTo>
                    <a:pt x="2452767" y="421879"/>
                  </a:lnTo>
                  <a:lnTo>
                    <a:pt x="2453104" y="426498"/>
                  </a:lnTo>
                  <a:lnTo>
                    <a:pt x="2453440" y="430677"/>
                  </a:lnTo>
                  <a:lnTo>
                    <a:pt x="2453776" y="433895"/>
                  </a:lnTo>
                  <a:lnTo>
                    <a:pt x="2454113" y="438987"/>
                  </a:lnTo>
                  <a:lnTo>
                    <a:pt x="2454449" y="444038"/>
                  </a:lnTo>
                  <a:lnTo>
                    <a:pt x="2454786" y="449261"/>
                  </a:lnTo>
                  <a:lnTo>
                    <a:pt x="2455122" y="457847"/>
                  </a:lnTo>
                  <a:lnTo>
                    <a:pt x="2455459" y="464843"/>
                  </a:lnTo>
                  <a:lnTo>
                    <a:pt x="2455795" y="471096"/>
                  </a:lnTo>
                  <a:lnTo>
                    <a:pt x="2456132" y="477156"/>
                  </a:lnTo>
                  <a:lnTo>
                    <a:pt x="2456468" y="483660"/>
                  </a:lnTo>
                  <a:lnTo>
                    <a:pt x="2456805" y="490421"/>
                  </a:lnTo>
                  <a:lnTo>
                    <a:pt x="2457141" y="497322"/>
                  </a:lnTo>
                  <a:lnTo>
                    <a:pt x="2457478" y="505822"/>
                  </a:lnTo>
                  <a:lnTo>
                    <a:pt x="2457814" y="514543"/>
                  </a:lnTo>
                  <a:lnTo>
                    <a:pt x="2458150" y="523082"/>
                  </a:lnTo>
                  <a:lnTo>
                    <a:pt x="2458487" y="531955"/>
                  </a:lnTo>
                  <a:lnTo>
                    <a:pt x="2458823" y="542621"/>
                  </a:lnTo>
                  <a:lnTo>
                    <a:pt x="2459160" y="553469"/>
                  </a:lnTo>
                  <a:lnTo>
                    <a:pt x="2459496" y="564561"/>
                  </a:lnTo>
                  <a:lnTo>
                    <a:pt x="2459833" y="575608"/>
                  </a:lnTo>
                  <a:lnTo>
                    <a:pt x="2460169" y="585877"/>
                  </a:lnTo>
                  <a:lnTo>
                    <a:pt x="2460506" y="598352"/>
                  </a:lnTo>
                  <a:lnTo>
                    <a:pt x="2460842" y="614388"/>
                  </a:lnTo>
                  <a:lnTo>
                    <a:pt x="2461179" y="630430"/>
                  </a:lnTo>
                  <a:lnTo>
                    <a:pt x="2461515" y="651035"/>
                  </a:lnTo>
                  <a:lnTo>
                    <a:pt x="2461852" y="670634"/>
                  </a:lnTo>
                  <a:lnTo>
                    <a:pt x="2462188" y="688063"/>
                  </a:lnTo>
                  <a:lnTo>
                    <a:pt x="2462524" y="703653"/>
                  </a:lnTo>
                  <a:lnTo>
                    <a:pt x="2462861" y="718000"/>
                  </a:lnTo>
                  <a:lnTo>
                    <a:pt x="2463197" y="727651"/>
                  </a:lnTo>
                  <a:lnTo>
                    <a:pt x="2463534" y="736513"/>
                  </a:lnTo>
                  <a:lnTo>
                    <a:pt x="2463870" y="745283"/>
                  </a:lnTo>
                  <a:lnTo>
                    <a:pt x="2464207" y="753723"/>
                  </a:lnTo>
                  <a:lnTo>
                    <a:pt x="2464543" y="761449"/>
                  </a:lnTo>
                  <a:lnTo>
                    <a:pt x="2464880" y="768414"/>
                  </a:lnTo>
                  <a:lnTo>
                    <a:pt x="2465216" y="774817"/>
                  </a:lnTo>
                  <a:lnTo>
                    <a:pt x="2465553" y="781928"/>
                  </a:lnTo>
                  <a:lnTo>
                    <a:pt x="2465889" y="787694"/>
                  </a:lnTo>
                  <a:lnTo>
                    <a:pt x="2466225" y="793315"/>
                  </a:lnTo>
                  <a:lnTo>
                    <a:pt x="2466562" y="800215"/>
                  </a:lnTo>
                  <a:lnTo>
                    <a:pt x="2466898" y="807131"/>
                  </a:lnTo>
                  <a:lnTo>
                    <a:pt x="2467235" y="815101"/>
                  </a:lnTo>
                  <a:lnTo>
                    <a:pt x="2467571" y="821185"/>
                  </a:lnTo>
                  <a:lnTo>
                    <a:pt x="2467908" y="826146"/>
                  </a:lnTo>
                  <a:lnTo>
                    <a:pt x="2468244" y="830300"/>
                  </a:lnTo>
                  <a:lnTo>
                    <a:pt x="2468581" y="833965"/>
                  </a:lnTo>
                  <a:lnTo>
                    <a:pt x="2468917" y="836875"/>
                  </a:lnTo>
                  <a:lnTo>
                    <a:pt x="2469254" y="839836"/>
                  </a:lnTo>
                  <a:lnTo>
                    <a:pt x="2469590" y="842854"/>
                  </a:lnTo>
                  <a:lnTo>
                    <a:pt x="2469927" y="845903"/>
                  </a:lnTo>
                  <a:lnTo>
                    <a:pt x="2470263" y="849133"/>
                  </a:lnTo>
                  <a:lnTo>
                    <a:pt x="2470599" y="852702"/>
                  </a:lnTo>
                  <a:lnTo>
                    <a:pt x="2470936" y="856374"/>
                  </a:lnTo>
                  <a:lnTo>
                    <a:pt x="2471272" y="859718"/>
                  </a:lnTo>
                  <a:lnTo>
                    <a:pt x="2471609" y="863143"/>
                  </a:lnTo>
                  <a:lnTo>
                    <a:pt x="2471945" y="866034"/>
                  </a:lnTo>
                  <a:lnTo>
                    <a:pt x="2472282" y="868778"/>
                  </a:lnTo>
                  <a:lnTo>
                    <a:pt x="2472618" y="871526"/>
                  </a:lnTo>
                  <a:lnTo>
                    <a:pt x="2472955" y="874795"/>
                  </a:lnTo>
                  <a:lnTo>
                    <a:pt x="2473291" y="878725"/>
                  </a:lnTo>
                  <a:lnTo>
                    <a:pt x="2473628" y="883125"/>
                  </a:lnTo>
                  <a:lnTo>
                    <a:pt x="2473964" y="888864"/>
                  </a:lnTo>
                  <a:lnTo>
                    <a:pt x="2474301" y="895221"/>
                  </a:lnTo>
                  <a:lnTo>
                    <a:pt x="2474637" y="901321"/>
                  </a:lnTo>
                  <a:lnTo>
                    <a:pt x="2474973" y="908079"/>
                  </a:lnTo>
                  <a:lnTo>
                    <a:pt x="2475310" y="914175"/>
                  </a:lnTo>
                  <a:lnTo>
                    <a:pt x="2475646" y="919577"/>
                  </a:lnTo>
                  <a:lnTo>
                    <a:pt x="2475983" y="922747"/>
                  </a:lnTo>
                  <a:lnTo>
                    <a:pt x="2476319" y="926327"/>
                  </a:lnTo>
                  <a:lnTo>
                    <a:pt x="2476656" y="928380"/>
                  </a:lnTo>
                  <a:lnTo>
                    <a:pt x="2476992" y="930079"/>
                  </a:lnTo>
                  <a:lnTo>
                    <a:pt x="2477329" y="933003"/>
                  </a:lnTo>
                  <a:lnTo>
                    <a:pt x="2477665" y="936585"/>
                  </a:lnTo>
                  <a:lnTo>
                    <a:pt x="2478002" y="940547"/>
                  </a:lnTo>
                  <a:lnTo>
                    <a:pt x="2478338" y="945570"/>
                  </a:lnTo>
                  <a:lnTo>
                    <a:pt x="2478675" y="949817"/>
                  </a:lnTo>
                  <a:lnTo>
                    <a:pt x="2479011" y="954481"/>
                  </a:lnTo>
                  <a:lnTo>
                    <a:pt x="2479347" y="958628"/>
                  </a:lnTo>
                  <a:lnTo>
                    <a:pt x="2479684" y="964199"/>
                  </a:lnTo>
                  <a:lnTo>
                    <a:pt x="2480020" y="968803"/>
                  </a:lnTo>
                  <a:lnTo>
                    <a:pt x="2480357" y="973526"/>
                  </a:lnTo>
                  <a:lnTo>
                    <a:pt x="2480693" y="978377"/>
                  </a:lnTo>
                  <a:lnTo>
                    <a:pt x="2481030" y="982037"/>
                  </a:lnTo>
                  <a:lnTo>
                    <a:pt x="2481366" y="987981"/>
                  </a:lnTo>
                  <a:lnTo>
                    <a:pt x="2481703" y="994306"/>
                  </a:lnTo>
                  <a:lnTo>
                    <a:pt x="2482039" y="1000551"/>
                  </a:lnTo>
                  <a:lnTo>
                    <a:pt x="2482376" y="1010447"/>
                  </a:lnTo>
                  <a:lnTo>
                    <a:pt x="2482712" y="1020650"/>
                  </a:lnTo>
                  <a:lnTo>
                    <a:pt x="2483049" y="1028420"/>
                  </a:lnTo>
                  <a:lnTo>
                    <a:pt x="2483385" y="1036332"/>
                  </a:lnTo>
                  <a:lnTo>
                    <a:pt x="2483721" y="1045429"/>
                  </a:lnTo>
                  <a:lnTo>
                    <a:pt x="2484058" y="1056532"/>
                  </a:lnTo>
                  <a:lnTo>
                    <a:pt x="2484394" y="1068152"/>
                  </a:lnTo>
                  <a:lnTo>
                    <a:pt x="2484731" y="1081223"/>
                  </a:lnTo>
                  <a:lnTo>
                    <a:pt x="2485067" y="1093679"/>
                  </a:lnTo>
                  <a:lnTo>
                    <a:pt x="2485404" y="1106855"/>
                  </a:lnTo>
                  <a:lnTo>
                    <a:pt x="2485740" y="1119744"/>
                  </a:lnTo>
                  <a:lnTo>
                    <a:pt x="2486077" y="1132942"/>
                  </a:lnTo>
                  <a:lnTo>
                    <a:pt x="2486413" y="1145546"/>
                  </a:lnTo>
                  <a:lnTo>
                    <a:pt x="2486750" y="1158438"/>
                  </a:lnTo>
                  <a:lnTo>
                    <a:pt x="2487086" y="1171502"/>
                  </a:lnTo>
                  <a:lnTo>
                    <a:pt x="2487423" y="1184378"/>
                  </a:lnTo>
                  <a:lnTo>
                    <a:pt x="2487759" y="1196626"/>
                  </a:lnTo>
                  <a:lnTo>
                    <a:pt x="2488095" y="1209269"/>
                  </a:lnTo>
                  <a:lnTo>
                    <a:pt x="2488432" y="1221316"/>
                  </a:lnTo>
                  <a:lnTo>
                    <a:pt x="2488768" y="1232522"/>
                  </a:lnTo>
                  <a:lnTo>
                    <a:pt x="2489105" y="1243565"/>
                  </a:lnTo>
                  <a:lnTo>
                    <a:pt x="2489441" y="1253749"/>
                  </a:lnTo>
                  <a:lnTo>
                    <a:pt x="2489778" y="1261929"/>
                  </a:lnTo>
                  <a:lnTo>
                    <a:pt x="2490114" y="1270900"/>
                  </a:lnTo>
                  <a:lnTo>
                    <a:pt x="2490451" y="1277135"/>
                  </a:lnTo>
                  <a:lnTo>
                    <a:pt x="2490787" y="1283063"/>
                  </a:lnTo>
                  <a:lnTo>
                    <a:pt x="2491124" y="1287438"/>
                  </a:lnTo>
                  <a:lnTo>
                    <a:pt x="2491460" y="1290958"/>
                  </a:lnTo>
                  <a:lnTo>
                    <a:pt x="2491797" y="1293473"/>
                  </a:lnTo>
                  <a:lnTo>
                    <a:pt x="2492133" y="1295197"/>
                  </a:lnTo>
                  <a:lnTo>
                    <a:pt x="2492469" y="1296145"/>
                  </a:lnTo>
                  <a:lnTo>
                    <a:pt x="2492806" y="1296655"/>
                  </a:lnTo>
                  <a:lnTo>
                    <a:pt x="2493142" y="1297230"/>
                  </a:lnTo>
                  <a:lnTo>
                    <a:pt x="2493479" y="1298516"/>
                  </a:lnTo>
                  <a:lnTo>
                    <a:pt x="2493815" y="1298854"/>
                  </a:lnTo>
                  <a:lnTo>
                    <a:pt x="2494152" y="1297374"/>
                  </a:lnTo>
                  <a:lnTo>
                    <a:pt x="2494488" y="1294004"/>
                  </a:lnTo>
                  <a:lnTo>
                    <a:pt x="2494825" y="1289787"/>
                  </a:lnTo>
                  <a:lnTo>
                    <a:pt x="2495161" y="1286267"/>
                  </a:lnTo>
                  <a:lnTo>
                    <a:pt x="2495498" y="1283336"/>
                  </a:lnTo>
                  <a:lnTo>
                    <a:pt x="2495834" y="1281072"/>
                  </a:lnTo>
                  <a:lnTo>
                    <a:pt x="2496171" y="1279952"/>
                  </a:lnTo>
                  <a:lnTo>
                    <a:pt x="2496507" y="1279959"/>
                  </a:lnTo>
                  <a:lnTo>
                    <a:pt x="2496843" y="1281274"/>
                  </a:lnTo>
                  <a:lnTo>
                    <a:pt x="2497180" y="1285654"/>
                  </a:lnTo>
                  <a:lnTo>
                    <a:pt x="2497516" y="1291802"/>
                  </a:lnTo>
                  <a:lnTo>
                    <a:pt x="2497853" y="1300415"/>
                  </a:lnTo>
                  <a:lnTo>
                    <a:pt x="2498189" y="1310001"/>
                  </a:lnTo>
                  <a:lnTo>
                    <a:pt x="2498526" y="1320429"/>
                  </a:lnTo>
                  <a:lnTo>
                    <a:pt x="2498862" y="1332649"/>
                  </a:lnTo>
                  <a:lnTo>
                    <a:pt x="2499199" y="1344946"/>
                  </a:lnTo>
                  <a:lnTo>
                    <a:pt x="2499535" y="1357481"/>
                  </a:lnTo>
                  <a:lnTo>
                    <a:pt x="2499872" y="1370399"/>
                  </a:lnTo>
                  <a:lnTo>
                    <a:pt x="2500208" y="1382657"/>
                  </a:lnTo>
                  <a:lnTo>
                    <a:pt x="2500544" y="1394841"/>
                  </a:lnTo>
                  <a:lnTo>
                    <a:pt x="2500881" y="1407016"/>
                  </a:lnTo>
                  <a:lnTo>
                    <a:pt x="2501217" y="1419371"/>
                  </a:lnTo>
                  <a:lnTo>
                    <a:pt x="2501554" y="1432351"/>
                  </a:lnTo>
                  <a:lnTo>
                    <a:pt x="2501890" y="1445195"/>
                  </a:lnTo>
                  <a:lnTo>
                    <a:pt x="2502227" y="1457465"/>
                  </a:lnTo>
                  <a:lnTo>
                    <a:pt x="2502563" y="1467821"/>
                  </a:lnTo>
                  <a:lnTo>
                    <a:pt x="2502900" y="1476805"/>
                  </a:lnTo>
                  <a:lnTo>
                    <a:pt x="2503236" y="1485070"/>
                  </a:lnTo>
                  <a:lnTo>
                    <a:pt x="2503573" y="1491898"/>
                  </a:lnTo>
                  <a:lnTo>
                    <a:pt x="2503909" y="1498400"/>
                  </a:lnTo>
                  <a:lnTo>
                    <a:pt x="2504246" y="1504102"/>
                  </a:lnTo>
                  <a:lnTo>
                    <a:pt x="2504582" y="1508286"/>
                  </a:lnTo>
                  <a:lnTo>
                    <a:pt x="2504918" y="1511576"/>
                  </a:lnTo>
                  <a:lnTo>
                    <a:pt x="2505255" y="1512395"/>
                  </a:lnTo>
                  <a:lnTo>
                    <a:pt x="2505591" y="1513717"/>
                  </a:lnTo>
                  <a:lnTo>
                    <a:pt x="2505928" y="1515455"/>
                  </a:lnTo>
                  <a:lnTo>
                    <a:pt x="2506264" y="1516512"/>
                  </a:lnTo>
                  <a:lnTo>
                    <a:pt x="2506601" y="1517859"/>
                  </a:lnTo>
                  <a:lnTo>
                    <a:pt x="2506937" y="1517889"/>
                  </a:lnTo>
                  <a:lnTo>
                    <a:pt x="2507274" y="1518421"/>
                  </a:lnTo>
                  <a:lnTo>
                    <a:pt x="2507610" y="1520274"/>
                  </a:lnTo>
                  <a:lnTo>
                    <a:pt x="2507947" y="1522958"/>
                  </a:lnTo>
                  <a:lnTo>
                    <a:pt x="2508283" y="1525995"/>
                  </a:lnTo>
                  <a:lnTo>
                    <a:pt x="2508620" y="1529523"/>
                  </a:lnTo>
                  <a:lnTo>
                    <a:pt x="2508956" y="1533076"/>
                  </a:lnTo>
                  <a:lnTo>
                    <a:pt x="2509292" y="1533588"/>
                  </a:lnTo>
                  <a:lnTo>
                    <a:pt x="2509629" y="1534428"/>
                  </a:lnTo>
                  <a:lnTo>
                    <a:pt x="2509965" y="1536307"/>
                  </a:lnTo>
                  <a:lnTo>
                    <a:pt x="2510302" y="1539028"/>
                  </a:lnTo>
                  <a:lnTo>
                    <a:pt x="2510638" y="1542090"/>
                  </a:lnTo>
                  <a:lnTo>
                    <a:pt x="2510975" y="1545884"/>
                  </a:lnTo>
                  <a:lnTo>
                    <a:pt x="2511311" y="1550856"/>
                  </a:lnTo>
                  <a:lnTo>
                    <a:pt x="2511648" y="1556210"/>
                  </a:lnTo>
                  <a:lnTo>
                    <a:pt x="2511984" y="1561963"/>
                  </a:lnTo>
                  <a:lnTo>
                    <a:pt x="2512321" y="1567835"/>
                  </a:lnTo>
                  <a:lnTo>
                    <a:pt x="2512657" y="1571074"/>
                  </a:lnTo>
                  <a:lnTo>
                    <a:pt x="2512994" y="1572808"/>
                  </a:lnTo>
                  <a:lnTo>
                    <a:pt x="2513330" y="1573414"/>
                  </a:lnTo>
                  <a:lnTo>
                    <a:pt x="2513666" y="1573359"/>
                  </a:lnTo>
                  <a:lnTo>
                    <a:pt x="2514003" y="1573444"/>
                  </a:lnTo>
                  <a:lnTo>
                    <a:pt x="2514339" y="1573603"/>
                  </a:lnTo>
                  <a:lnTo>
                    <a:pt x="2514676" y="1573918"/>
                  </a:lnTo>
                  <a:lnTo>
                    <a:pt x="2515012" y="1572990"/>
                  </a:lnTo>
                  <a:lnTo>
                    <a:pt x="2515349" y="1570921"/>
                  </a:lnTo>
                  <a:lnTo>
                    <a:pt x="2515685" y="1567959"/>
                  </a:lnTo>
                  <a:lnTo>
                    <a:pt x="2516022" y="1564428"/>
                  </a:lnTo>
                  <a:lnTo>
                    <a:pt x="2516358" y="1562396"/>
                  </a:lnTo>
                  <a:lnTo>
                    <a:pt x="2516695" y="1560799"/>
                  </a:lnTo>
                  <a:lnTo>
                    <a:pt x="2517031" y="1560729"/>
                  </a:lnTo>
                  <a:lnTo>
                    <a:pt x="2517368" y="1560636"/>
                  </a:lnTo>
                  <a:lnTo>
                    <a:pt x="2517704" y="1561760"/>
                  </a:lnTo>
                  <a:lnTo>
                    <a:pt x="2518040" y="1563695"/>
                  </a:lnTo>
                  <a:lnTo>
                    <a:pt x="2518377" y="1568481"/>
                  </a:lnTo>
                  <a:lnTo>
                    <a:pt x="2518713" y="1574576"/>
                  </a:lnTo>
                  <a:lnTo>
                    <a:pt x="2519050" y="1579806"/>
                  </a:lnTo>
                  <a:lnTo>
                    <a:pt x="2519386" y="1582559"/>
                  </a:lnTo>
                  <a:lnTo>
                    <a:pt x="2519723" y="1585439"/>
                  </a:lnTo>
                  <a:lnTo>
                    <a:pt x="2520059" y="1588001"/>
                  </a:lnTo>
                  <a:lnTo>
                    <a:pt x="2520396" y="1590981"/>
                  </a:lnTo>
                  <a:lnTo>
                    <a:pt x="2520732" y="1594280"/>
                  </a:lnTo>
                  <a:lnTo>
                    <a:pt x="2521069" y="1598716"/>
                  </a:lnTo>
                  <a:lnTo>
                    <a:pt x="2521405" y="1601144"/>
                  </a:lnTo>
                  <a:lnTo>
                    <a:pt x="2521742" y="1603023"/>
                  </a:lnTo>
                  <a:lnTo>
                    <a:pt x="2522078" y="1604686"/>
                  </a:lnTo>
                  <a:lnTo>
                    <a:pt x="2522414" y="1605634"/>
                  </a:lnTo>
                  <a:lnTo>
                    <a:pt x="2522751" y="1606012"/>
                  </a:lnTo>
                  <a:lnTo>
                    <a:pt x="2523087" y="1605911"/>
                  </a:lnTo>
                  <a:lnTo>
                    <a:pt x="2523424" y="1605320"/>
                  </a:lnTo>
                  <a:lnTo>
                    <a:pt x="2523760" y="1603913"/>
                  </a:lnTo>
                  <a:lnTo>
                    <a:pt x="2524097" y="1602361"/>
                  </a:lnTo>
                  <a:lnTo>
                    <a:pt x="2524433" y="1600669"/>
                  </a:lnTo>
                  <a:lnTo>
                    <a:pt x="2524770" y="1598732"/>
                  </a:lnTo>
                  <a:lnTo>
                    <a:pt x="2525106" y="1597753"/>
                  </a:lnTo>
                  <a:lnTo>
                    <a:pt x="2525443" y="1597051"/>
                  </a:lnTo>
                  <a:lnTo>
                    <a:pt x="2525779" y="1595740"/>
                  </a:lnTo>
                  <a:lnTo>
                    <a:pt x="2526116" y="1594078"/>
                  </a:lnTo>
                  <a:lnTo>
                    <a:pt x="2526452" y="1592659"/>
                  </a:lnTo>
                  <a:lnTo>
                    <a:pt x="2526788" y="1590910"/>
                  </a:lnTo>
                  <a:lnTo>
                    <a:pt x="2527125" y="1588777"/>
                  </a:lnTo>
                  <a:lnTo>
                    <a:pt x="2527461" y="1586602"/>
                  </a:lnTo>
                  <a:lnTo>
                    <a:pt x="2527798" y="1583871"/>
                  </a:lnTo>
                  <a:lnTo>
                    <a:pt x="2528134" y="1581488"/>
                  </a:lnTo>
                  <a:lnTo>
                    <a:pt x="2528471" y="1579203"/>
                  </a:lnTo>
                  <a:lnTo>
                    <a:pt x="2528807" y="1577076"/>
                  </a:lnTo>
                  <a:lnTo>
                    <a:pt x="2529144" y="1574414"/>
                  </a:lnTo>
                  <a:lnTo>
                    <a:pt x="2529480" y="1571644"/>
                  </a:lnTo>
                  <a:lnTo>
                    <a:pt x="2529817" y="1568901"/>
                  </a:lnTo>
                  <a:lnTo>
                    <a:pt x="2530153" y="1566820"/>
                  </a:lnTo>
                  <a:lnTo>
                    <a:pt x="2530490" y="1564943"/>
                  </a:lnTo>
                  <a:lnTo>
                    <a:pt x="2530826" y="1563745"/>
                  </a:lnTo>
                  <a:lnTo>
                    <a:pt x="2531162" y="1562553"/>
                  </a:lnTo>
                  <a:lnTo>
                    <a:pt x="2531499" y="1560706"/>
                  </a:lnTo>
                  <a:lnTo>
                    <a:pt x="2531835" y="1558722"/>
                  </a:lnTo>
                  <a:lnTo>
                    <a:pt x="2532172" y="1557640"/>
                  </a:lnTo>
                  <a:lnTo>
                    <a:pt x="2532508" y="1556798"/>
                  </a:lnTo>
                  <a:lnTo>
                    <a:pt x="2532845" y="1554988"/>
                  </a:lnTo>
                  <a:lnTo>
                    <a:pt x="2533181" y="1552470"/>
                  </a:lnTo>
                  <a:lnTo>
                    <a:pt x="2533518" y="1550292"/>
                  </a:lnTo>
                  <a:lnTo>
                    <a:pt x="2533854" y="1547489"/>
                  </a:lnTo>
                  <a:lnTo>
                    <a:pt x="2534191" y="1544995"/>
                  </a:lnTo>
                  <a:lnTo>
                    <a:pt x="2534527" y="1542911"/>
                  </a:lnTo>
                  <a:lnTo>
                    <a:pt x="2534863" y="1541056"/>
                  </a:lnTo>
                  <a:lnTo>
                    <a:pt x="2535200" y="1537804"/>
                  </a:lnTo>
                  <a:lnTo>
                    <a:pt x="2535536" y="1533513"/>
                  </a:lnTo>
                  <a:lnTo>
                    <a:pt x="2535873" y="1528075"/>
                  </a:lnTo>
                  <a:lnTo>
                    <a:pt x="2536209" y="1523890"/>
                  </a:lnTo>
                  <a:lnTo>
                    <a:pt x="2536546" y="1519690"/>
                  </a:lnTo>
                  <a:lnTo>
                    <a:pt x="2536882" y="1516314"/>
                  </a:lnTo>
                  <a:lnTo>
                    <a:pt x="2537219" y="1513525"/>
                  </a:lnTo>
                  <a:lnTo>
                    <a:pt x="2537555" y="1510794"/>
                  </a:lnTo>
                  <a:lnTo>
                    <a:pt x="2537892" y="1507582"/>
                  </a:lnTo>
                  <a:lnTo>
                    <a:pt x="2538228" y="1504345"/>
                  </a:lnTo>
                  <a:lnTo>
                    <a:pt x="2538565" y="1501248"/>
                  </a:lnTo>
                  <a:lnTo>
                    <a:pt x="2538901" y="1497891"/>
                  </a:lnTo>
                  <a:lnTo>
                    <a:pt x="2539237" y="1494708"/>
                  </a:lnTo>
                  <a:lnTo>
                    <a:pt x="2539574" y="1492185"/>
                  </a:lnTo>
                  <a:lnTo>
                    <a:pt x="2539910" y="1490092"/>
                  </a:lnTo>
                  <a:lnTo>
                    <a:pt x="2540247" y="1488295"/>
                  </a:lnTo>
                  <a:lnTo>
                    <a:pt x="2540583" y="1486294"/>
                  </a:lnTo>
                  <a:lnTo>
                    <a:pt x="2540920" y="1484904"/>
                  </a:lnTo>
                  <a:lnTo>
                    <a:pt x="2541256" y="1482844"/>
                  </a:lnTo>
                  <a:lnTo>
                    <a:pt x="2541593" y="1480624"/>
                  </a:lnTo>
                  <a:lnTo>
                    <a:pt x="2541929" y="1479010"/>
                  </a:lnTo>
                  <a:lnTo>
                    <a:pt x="2542266" y="1475668"/>
                  </a:lnTo>
                  <a:lnTo>
                    <a:pt x="2542602" y="1470768"/>
                  </a:lnTo>
                  <a:lnTo>
                    <a:pt x="2542939" y="1466752"/>
                  </a:lnTo>
                  <a:lnTo>
                    <a:pt x="2543275" y="1465887"/>
                  </a:lnTo>
                  <a:lnTo>
                    <a:pt x="2543611" y="1465748"/>
                  </a:lnTo>
                  <a:lnTo>
                    <a:pt x="2543948" y="1466615"/>
                  </a:lnTo>
                  <a:lnTo>
                    <a:pt x="2544284" y="1467858"/>
                  </a:lnTo>
                  <a:lnTo>
                    <a:pt x="2544621" y="1467655"/>
                  </a:lnTo>
                  <a:lnTo>
                    <a:pt x="2544957" y="1467284"/>
                  </a:lnTo>
                  <a:lnTo>
                    <a:pt x="2545294" y="1467709"/>
                  </a:lnTo>
                  <a:lnTo>
                    <a:pt x="2545630" y="1467873"/>
                  </a:lnTo>
                  <a:lnTo>
                    <a:pt x="2545967" y="1466149"/>
                  </a:lnTo>
                  <a:lnTo>
                    <a:pt x="2546303" y="1465063"/>
                  </a:lnTo>
                  <a:lnTo>
                    <a:pt x="2546640" y="1464874"/>
                  </a:lnTo>
                  <a:lnTo>
                    <a:pt x="2546976" y="1465765"/>
                  </a:lnTo>
                  <a:lnTo>
                    <a:pt x="2547313" y="1468035"/>
                  </a:lnTo>
                  <a:lnTo>
                    <a:pt x="2547649" y="1470904"/>
                  </a:lnTo>
                  <a:lnTo>
                    <a:pt x="2547985" y="1473686"/>
                  </a:lnTo>
                  <a:lnTo>
                    <a:pt x="2548322" y="1477385"/>
                  </a:lnTo>
                  <a:lnTo>
                    <a:pt x="2548658" y="1480933"/>
                  </a:lnTo>
                  <a:lnTo>
                    <a:pt x="2548995" y="1484146"/>
                  </a:lnTo>
                  <a:lnTo>
                    <a:pt x="2549331" y="1486974"/>
                  </a:lnTo>
                  <a:lnTo>
                    <a:pt x="2549668" y="1490369"/>
                  </a:lnTo>
                  <a:lnTo>
                    <a:pt x="2550004" y="1493435"/>
                  </a:lnTo>
                  <a:lnTo>
                    <a:pt x="2550341" y="1498137"/>
                  </a:lnTo>
                  <a:lnTo>
                    <a:pt x="2550677" y="1502719"/>
                  </a:lnTo>
                  <a:lnTo>
                    <a:pt x="2551014" y="1507545"/>
                  </a:lnTo>
                  <a:lnTo>
                    <a:pt x="2551350" y="1512067"/>
                  </a:lnTo>
                  <a:lnTo>
                    <a:pt x="2551687" y="1517079"/>
                  </a:lnTo>
                  <a:lnTo>
                    <a:pt x="2552023" y="1520963"/>
                  </a:lnTo>
                  <a:lnTo>
                    <a:pt x="2552359" y="1525571"/>
                  </a:lnTo>
                  <a:lnTo>
                    <a:pt x="2552696" y="1529219"/>
                  </a:lnTo>
                  <a:lnTo>
                    <a:pt x="2553032" y="1533221"/>
                  </a:lnTo>
                  <a:lnTo>
                    <a:pt x="2553369" y="1536691"/>
                  </a:lnTo>
                  <a:lnTo>
                    <a:pt x="2553705" y="1540797"/>
                  </a:lnTo>
                  <a:lnTo>
                    <a:pt x="2554042" y="1545025"/>
                  </a:lnTo>
                  <a:lnTo>
                    <a:pt x="2554378" y="1549649"/>
                  </a:lnTo>
                  <a:lnTo>
                    <a:pt x="2554715" y="1554102"/>
                  </a:lnTo>
                  <a:lnTo>
                    <a:pt x="2555051" y="1558866"/>
                  </a:lnTo>
                  <a:lnTo>
                    <a:pt x="2555388" y="1563538"/>
                  </a:lnTo>
                  <a:lnTo>
                    <a:pt x="2555724" y="1568115"/>
                  </a:lnTo>
                  <a:lnTo>
                    <a:pt x="2556061" y="1572291"/>
                  </a:lnTo>
                  <a:lnTo>
                    <a:pt x="2556397" y="1575588"/>
                  </a:lnTo>
                  <a:lnTo>
                    <a:pt x="2556733" y="1579428"/>
                  </a:lnTo>
                  <a:lnTo>
                    <a:pt x="2557070" y="1584739"/>
                  </a:lnTo>
                  <a:lnTo>
                    <a:pt x="2557406" y="1588974"/>
                  </a:lnTo>
                  <a:lnTo>
                    <a:pt x="2557743" y="1596108"/>
                  </a:lnTo>
                  <a:lnTo>
                    <a:pt x="2558079" y="1602803"/>
                  </a:lnTo>
                  <a:lnTo>
                    <a:pt x="2558416" y="1610290"/>
                  </a:lnTo>
                  <a:lnTo>
                    <a:pt x="2558752" y="1617991"/>
                  </a:lnTo>
                  <a:lnTo>
                    <a:pt x="2559089" y="1626339"/>
                  </a:lnTo>
                  <a:lnTo>
                    <a:pt x="2559425" y="1634795"/>
                  </a:lnTo>
                  <a:lnTo>
                    <a:pt x="2559762" y="1644156"/>
                  </a:lnTo>
                  <a:lnTo>
                    <a:pt x="2560098" y="1653256"/>
                  </a:lnTo>
                  <a:lnTo>
                    <a:pt x="2560435" y="1661479"/>
                  </a:lnTo>
                  <a:lnTo>
                    <a:pt x="2560771" y="1668978"/>
                  </a:lnTo>
                  <a:lnTo>
                    <a:pt x="2561107" y="1676942"/>
                  </a:lnTo>
                  <a:lnTo>
                    <a:pt x="2561444" y="1686299"/>
                  </a:lnTo>
                  <a:lnTo>
                    <a:pt x="2561780" y="1697098"/>
                  </a:lnTo>
                  <a:lnTo>
                    <a:pt x="2562117" y="1708234"/>
                  </a:lnTo>
                  <a:lnTo>
                    <a:pt x="2562453" y="1719220"/>
                  </a:lnTo>
                  <a:lnTo>
                    <a:pt x="2562790" y="1729601"/>
                  </a:lnTo>
                  <a:lnTo>
                    <a:pt x="2563126" y="1739348"/>
                  </a:lnTo>
                  <a:lnTo>
                    <a:pt x="2563463" y="1748298"/>
                  </a:lnTo>
                  <a:lnTo>
                    <a:pt x="2563799" y="1756450"/>
                  </a:lnTo>
                  <a:lnTo>
                    <a:pt x="2564136" y="1763886"/>
                  </a:lnTo>
                  <a:lnTo>
                    <a:pt x="2564472" y="1769252"/>
                  </a:lnTo>
                  <a:lnTo>
                    <a:pt x="2564809" y="1774456"/>
                  </a:lnTo>
                  <a:lnTo>
                    <a:pt x="2565145" y="1778738"/>
                  </a:lnTo>
                  <a:lnTo>
                    <a:pt x="2565481" y="1783349"/>
                  </a:lnTo>
                  <a:lnTo>
                    <a:pt x="2565818" y="1787858"/>
                  </a:lnTo>
                  <a:lnTo>
                    <a:pt x="2566154" y="1791529"/>
                  </a:lnTo>
                  <a:lnTo>
                    <a:pt x="2566491" y="1795188"/>
                  </a:lnTo>
                  <a:lnTo>
                    <a:pt x="2566827" y="1798113"/>
                  </a:lnTo>
                  <a:lnTo>
                    <a:pt x="2567164" y="1800829"/>
                  </a:lnTo>
                  <a:lnTo>
                    <a:pt x="2567500" y="1804081"/>
                  </a:lnTo>
                  <a:lnTo>
                    <a:pt x="2567837" y="1807631"/>
                  </a:lnTo>
                  <a:lnTo>
                    <a:pt x="2568173" y="1811557"/>
                  </a:lnTo>
                  <a:lnTo>
                    <a:pt x="2568510" y="1815252"/>
                  </a:lnTo>
                  <a:lnTo>
                    <a:pt x="2568846" y="1818515"/>
                  </a:lnTo>
                  <a:lnTo>
                    <a:pt x="2569182" y="1821462"/>
                  </a:lnTo>
                  <a:lnTo>
                    <a:pt x="2569519" y="1824689"/>
                  </a:lnTo>
                  <a:lnTo>
                    <a:pt x="2569855" y="1828414"/>
                  </a:lnTo>
                  <a:lnTo>
                    <a:pt x="2570192" y="1832613"/>
                  </a:lnTo>
                  <a:lnTo>
                    <a:pt x="2570528" y="1836475"/>
                  </a:lnTo>
                  <a:lnTo>
                    <a:pt x="2570865" y="1839605"/>
                  </a:lnTo>
                  <a:lnTo>
                    <a:pt x="2571201" y="1841983"/>
                  </a:lnTo>
                  <a:lnTo>
                    <a:pt x="2571538" y="1844701"/>
                  </a:lnTo>
                  <a:lnTo>
                    <a:pt x="2571874" y="1849138"/>
                  </a:lnTo>
                  <a:lnTo>
                    <a:pt x="2572211" y="1853413"/>
                  </a:lnTo>
                  <a:lnTo>
                    <a:pt x="2572547" y="1859903"/>
                  </a:lnTo>
                  <a:lnTo>
                    <a:pt x="2572884" y="1864673"/>
                  </a:lnTo>
                  <a:lnTo>
                    <a:pt x="2573220" y="1867835"/>
                  </a:lnTo>
                  <a:lnTo>
                    <a:pt x="2573556" y="1870264"/>
                  </a:lnTo>
                  <a:lnTo>
                    <a:pt x="2573893" y="1870390"/>
                  </a:lnTo>
                  <a:lnTo>
                    <a:pt x="2574229" y="1869995"/>
                  </a:lnTo>
                  <a:lnTo>
                    <a:pt x="2574566" y="1868589"/>
                  </a:lnTo>
                  <a:lnTo>
                    <a:pt x="2574902" y="1868417"/>
                  </a:lnTo>
                  <a:lnTo>
                    <a:pt x="2575239" y="1867875"/>
                  </a:lnTo>
                  <a:lnTo>
                    <a:pt x="2575575" y="1866734"/>
                  </a:lnTo>
                  <a:lnTo>
                    <a:pt x="2575912" y="1864900"/>
                  </a:lnTo>
                  <a:lnTo>
                    <a:pt x="2576248" y="1864074"/>
                  </a:lnTo>
                  <a:lnTo>
                    <a:pt x="2576585" y="1863374"/>
                  </a:lnTo>
                  <a:lnTo>
                    <a:pt x="2576921" y="1861554"/>
                  </a:lnTo>
                  <a:lnTo>
                    <a:pt x="2577258" y="1858559"/>
                  </a:lnTo>
                  <a:lnTo>
                    <a:pt x="2577594" y="1855215"/>
                  </a:lnTo>
                  <a:lnTo>
                    <a:pt x="2577930" y="1852094"/>
                  </a:lnTo>
                  <a:lnTo>
                    <a:pt x="2578267" y="1849205"/>
                  </a:lnTo>
                  <a:lnTo>
                    <a:pt x="2578603" y="1845110"/>
                  </a:lnTo>
                  <a:lnTo>
                    <a:pt x="2578940" y="1841389"/>
                  </a:lnTo>
                  <a:lnTo>
                    <a:pt x="2579276" y="1837977"/>
                  </a:lnTo>
                  <a:lnTo>
                    <a:pt x="2579613" y="1833982"/>
                  </a:lnTo>
                  <a:lnTo>
                    <a:pt x="2579949" y="1830145"/>
                  </a:lnTo>
                  <a:lnTo>
                    <a:pt x="2580286" y="1826436"/>
                  </a:lnTo>
                  <a:lnTo>
                    <a:pt x="2580622" y="1821895"/>
                  </a:lnTo>
                  <a:lnTo>
                    <a:pt x="2580959" y="1818702"/>
                  </a:lnTo>
                  <a:lnTo>
                    <a:pt x="2581295" y="1815808"/>
                  </a:lnTo>
                  <a:lnTo>
                    <a:pt x="2581632" y="1813567"/>
                  </a:lnTo>
                  <a:lnTo>
                    <a:pt x="2581968" y="1811968"/>
                  </a:lnTo>
                  <a:lnTo>
                    <a:pt x="2582304" y="1809343"/>
                  </a:lnTo>
                  <a:lnTo>
                    <a:pt x="2582641" y="1808227"/>
                  </a:lnTo>
                  <a:lnTo>
                    <a:pt x="2582977" y="1807574"/>
                  </a:lnTo>
                  <a:lnTo>
                    <a:pt x="2583314" y="1806506"/>
                  </a:lnTo>
                  <a:lnTo>
                    <a:pt x="2583650" y="1803451"/>
                  </a:lnTo>
                  <a:lnTo>
                    <a:pt x="2583987" y="1799805"/>
                  </a:lnTo>
                  <a:lnTo>
                    <a:pt x="2584323" y="1794634"/>
                  </a:lnTo>
                  <a:lnTo>
                    <a:pt x="2584660" y="1792705"/>
                  </a:lnTo>
                  <a:lnTo>
                    <a:pt x="2584996" y="1790499"/>
                  </a:lnTo>
                  <a:lnTo>
                    <a:pt x="2585333" y="1788853"/>
                  </a:lnTo>
                  <a:lnTo>
                    <a:pt x="2585669" y="1786489"/>
                  </a:lnTo>
                  <a:lnTo>
                    <a:pt x="2586006" y="1782867"/>
                  </a:lnTo>
                  <a:lnTo>
                    <a:pt x="2586342" y="1779175"/>
                  </a:lnTo>
                  <a:lnTo>
                    <a:pt x="2586678" y="1775248"/>
                  </a:lnTo>
                  <a:lnTo>
                    <a:pt x="2587015" y="1771388"/>
                  </a:lnTo>
                  <a:lnTo>
                    <a:pt x="2587351" y="1768197"/>
                  </a:lnTo>
                  <a:lnTo>
                    <a:pt x="2587688" y="1764584"/>
                  </a:lnTo>
                  <a:lnTo>
                    <a:pt x="2588024" y="1761259"/>
                  </a:lnTo>
                  <a:lnTo>
                    <a:pt x="2588361" y="1758433"/>
                  </a:lnTo>
                  <a:lnTo>
                    <a:pt x="2588697" y="1756733"/>
                  </a:lnTo>
                  <a:lnTo>
                    <a:pt x="2589034" y="1755862"/>
                  </a:lnTo>
                  <a:lnTo>
                    <a:pt x="2589370" y="1755645"/>
                  </a:lnTo>
                  <a:lnTo>
                    <a:pt x="2589707" y="1756045"/>
                  </a:lnTo>
                  <a:lnTo>
                    <a:pt x="2590043" y="1756918"/>
                  </a:lnTo>
                  <a:lnTo>
                    <a:pt x="2590380" y="1756657"/>
                  </a:lnTo>
                  <a:lnTo>
                    <a:pt x="2590716" y="1756699"/>
                  </a:lnTo>
                  <a:lnTo>
                    <a:pt x="2591052" y="1757367"/>
                  </a:lnTo>
                  <a:lnTo>
                    <a:pt x="2591389" y="1757805"/>
                  </a:lnTo>
                  <a:lnTo>
                    <a:pt x="2591725" y="1758508"/>
                  </a:lnTo>
                  <a:lnTo>
                    <a:pt x="2592062" y="1759347"/>
                  </a:lnTo>
                  <a:lnTo>
                    <a:pt x="2592398" y="1759323"/>
                  </a:lnTo>
                  <a:lnTo>
                    <a:pt x="2592735" y="1759366"/>
                  </a:lnTo>
                  <a:lnTo>
                    <a:pt x="2593071" y="1760059"/>
                  </a:lnTo>
                  <a:lnTo>
                    <a:pt x="2593408" y="1760632"/>
                  </a:lnTo>
                  <a:lnTo>
                    <a:pt x="2593744" y="1760697"/>
                  </a:lnTo>
                  <a:lnTo>
                    <a:pt x="2594081" y="1760745"/>
                  </a:lnTo>
                  <a:lnTo>
                    <a:pt x="2594417" y="1760830"/>
                  </a:lnTo>
                  <a:lnTo>
                    <a:pt x="2594754" y="1760563"/>
                  </a:lnTo>
                  <a:lnTo>
                    <a:pt x="2595090" y="1760420"/>
                  </a:lnTo>
                  <a:lnTo>
                    <a:pt x="2595426" y="1759455"/>
                  </a:lnTo>
                  <a:lnTo>
                    <a:pt x="2595763" y="1758019"/>
                  </a:lnTo>
                  <a:lnTo>
                    <a:pt x="2596099" y="1756518"/>
                  </a:lnTo>
                  <a:lnTo>
                    <a:pt x="2596436" y="1756047"/>
                  </a:lnTo>
                  <a:lnTo>
                    <a:pt x="2596772" y="1755728"/>
                  </a:lnTo>
                  <a:lnTo>
                    <a:pt x="2597109" y="1755245"/>
                  </a:lnTo>
                  <a:lnTo>
                    <a:pt x="2597445" y="1754280"/>
                  </a:lnTo>
                  <a:lnTo>
                    <a:pt x="2597782" y="1753471"/>
                  </a:lnTo>
                  <a:lnTo>
                    <a:pt x="2598118" y="1752477"/>
                  </a:lnTo>
                  <a:lnTo>
                    <a:pt x="2598455" y="1751485"/>
                  </a:lnTo>
                  <a:lnTo>
                    <a:pt x="2598791" y="1750681"/>
                  </a:lnTo>
                  <a:lnTo>
                    <a:pt x="2599127" y="1750208"/>
                  </a:lnTo>
                  <a:lnTo>
                    <a:pt x="2599464" y="1749659"/>
                  </a:lnTo>
                  <a:lnTo>
                    <a:pt x="2599800" y="1749366"/>
                  </a:lnTo>
                  <a:lnTo>
                    <a:pt x="2600137" y="1748968"/>
                  </a:lnTo>
                  <a:lnTo>
                    <a:pt x="2600473" y="1748458"/>
                  </a:lnTo>
                  <a:lnTo>
                    <a:pt x="2600810" y="1748276"/>
                  </a:lnTo>
                  <a:lnTo>
                    <a:pt x="2601146" y="1748813"/>
                  </a:lnTo>
                  <a:lnTo>
                    <a:pt x="2601483" y="1747994"/>
                  </a:lnTo>
                  <a:lnTo>
                    <a:pt x="2601819" y="1746151"/>
                  </a:lnTo>
                  <a:lnTo>
                    <a:pt x="2602156" y="1744342"/>
                  </a:lnTo>
                  <a:lnTo>
                    <a:pt x="2602492" y="1743527"/>
                  </a:lnTo>
                  <a:lnTo>
                    <a:pt x="2602829" y="1742856"/>
                  </a:lnTo>
                  <a:lnTo>
                    <a:pt x="2603165" y="1743211"/>
                  </a:lnTo>
                  <a:lnTo>
                    <a:pt x="2603501" y="1742134"/>
                  </a:lnTo>
                  <a:lnTo>
                    <a:pt x="2603838" y="1740991"/>
                  </a:lnTo>
                  <a:lnTo>
                    <a:pt x="2604174" y="1738781"/>
                  </a:lnTo>
                  <a:lnTo>
                    <a:pt x="2604511" y="1735254"/>
                  </a:lnTo>
                  <a:lnTo>
                    <a:pt x="2604847" y="1731466"/>
                  </a:lnTo>
                  <a:lnTo>
                    <a:pt x="2605184" y="1728135"/>
                  </a:lnTo>
                  <a:lnTo>
                    <a:pt x="2605520" y="1725018"/>
                  </a:lnTo>
                  <a:lnTo>
                    <a:pt x="2605857" y="1722046"/>
                  </a:lnTo>
                  <a:lnTo>
                    <a:pt x="2606193" y="1719272"/>
                  </a:lnTo>
                  <a:lnTo>
                    <a:pt x="2606530" y="1717438"/>
                  </a:lnTo>
                  <a:lnTo>
                    <a:pt x="2606866" y="1716059"/>
                  </a:lnTo>
                  <a:lnTo>
                    <a:pt x="2607203" y="1714749"/>
                  </a:lnTo>
                  <a:lnTo>
                    <a:pt x="2607539" y="1713978"/>
                  </a:lnTo>
                  <a:lnTo>
                    <a:pt x="2607875" y="1714184"/>
                  </a:lnTo>
                  <a:lnTo>
                    <a:pt x="2608212" y="1713970"/>
                  </a:lnTo>
                  <a:lnTo>
                    <a:pt x="2608548" y="1714730"/>
                  </a:lnTo>
                  <a:lnTo>
                    <a:pt x="2608885" y="1716180"/>
                  </a:lnTo>
                  <a:lnTo>
                    <a:pt x="2609221" y="1718128"/>
                  </a:lnTo>
                  <a:lnTo>
                    <a:pt x="2609558" y="1722321"/>
                  </a:lnTo>
                  <a:lnTo>
                    <a:pt x="2609894" y="1728854"/>
                  </a:lnTo>
                  <a:lnTo>
                    <a:pt x="2610231" y="1735133"/>
                  </a:lnTo>
                  <a:lnTo>
                    <a:pt x="2610567" y="1740893"/>
                  </a:lnTo>
                  <a:lnTo>
                    <a:pt x="2610904" y="1746099"/>
                  </a:lnTo>
                  <a:lnTo>
                    <a:pt x="2611240" y="1750775"/>
                  </a:lnTo>
                  <a:lnTo>
                    <a:pt x="2611577" y="1754749"/>
                  </a:lnTo>
                  <a:lnTo>
                    <a:pt x="2611913" y="1758280"/>
                  </a:lnTo>
                  <a:lnTo>
                    <a:pt x="2612249" y="1762459"/>
                  </a:lnTo>
                  <a:lnTo>
                    <a:pt x="2612586" y="1765946"/>
                  </a:lnTo>
                  <a:lnTo>
                    <a:pt x="2612922" y="1769874"/>
                  </a:lnTo>
                  <a:lnTo>
                    <a:pt x="2613259" y="1775984"/>
                  </a:lnTo>
                  <a:lnTo>
                    <a:pt x="2613595" y="1781420"/>
                  </a:lnTo>
                  <a:lnTo>
                    <a:pt x="2613932" y="1785671"/>
                  </a:lnTo>
                  <a:lnTo>
                    <a:pt x="2614268" y="1788506"/>
                  </a:lnTo>
                  <a:lnTo>
                    <a:pt x="2614605" y="1790019"/>
                  </a:lnTo>
                  <a:lnTo>
                    <a:pt x="2614941" y="1790610"/>
                  </a:lnTo>
                  <a:lnTo>
                    <a:pt x="2615278" y="1791183"/>
                  </a:lnTo>
                  <a:lnTo>
                    <a:pt x="2615614" y="1791580"/>
                  </a:lnTo>
                  <a:lnTo>
                    <a:pt x="2615951" y="1791987"/>
                  </a:lnTo>
                  <a:lnTo>
                    <a:pt x="2616287" y="1792707"/>
                  </a:lnTo>
                  <a:lnTo>
                    <a:pt x="2616623" y="1794034"/>
                  </a:lnTo>
                  <a:lnTo>
                    <a:pt x="2616960" y="1795057"/>
                  </a:lnTo>
                  <a:lnTo>
                    <a:pt x="2617296" y="1795758"/>
                  </a:lnTo>
                  <a:lnTo>
                    <a:pt x="2617633" y="1796118"/>
                  </a:lnTo>
                  <a:lnTo>
                    <a:pt x="2617969" y="1796379"/>
                  </a:lnTo>
                  <a:lnTo>
                    <a:pt x="2618306" y="1795805"/>
                  </a:lnTo>
                  <a:lnTo>
                    <a:pt x="2618642" y="1794212"/>
                  </a:lnTo>
                  <a:lnTo>
                    <a:pt x="2618979" y="1792741"/>
                  </a:lnTo>
                  <a:lnTo>
                    <a:pt x="2619315" y="1791699"/>
                  </a:lnTo>
                  <a:lnTo>
                    <a:pt x="2619652" y="1790861"/>
                  </a:lnTo>
                  <a:lnTo>
                    <a:pt x="2619988" y="1790209"/>
                  </a:lnTo>
                  <a:lnTo>
                    <a:pt x="2620325" y="1790524"/>
                  </a:lnTo>
                  <a:lnTo>
                    <a:pt x="2620661" y="1791069"/>
                  </a:lnTo>
                  <a:lnTo>
                    <a:pt x="2620997" y="1791575"/>
                  </a:lnTo>
                  <a:lnTo>
                    <a:pt x="2621334" y="1791547"/>
                  </a:lnTo>
                  <a:lnTo>
                    <a:pt x="2621670" y="1791210"/>
                  </a:lnTo>
                  <a:lnTo>
                    <a:pt x="2622007" y="1790986"/>
                  </a:lnTo>
                  <a:lnTo>
                    <a:pt x="2622343" y="1790862"/>
                  </a:lnTo>
                  <a:lnTo>
                    <a:pt x="2622680" y="1790949"/>
                  </a:lnTo>
                  <a:lnTo>
                    <a:pt x="2623016" y="1791209"/>
                  </a:lnTo>
                  <a:lnTo>
                    <a:pt x="2623353" y="1792118"/>
                  </a:lnTo>
                  <a:lnTo>
                    <a:pt x="2623689" y="1793179"/>
                  </a:lnTo>
                  <a:lnTo>
                    <a:pt x="2624026" y="1794179"/>
                  </a:lnTo>
                  <a:lnTo>
                    <a:pt x="2624362" y="1794971"/>
                  </a:lnTo>
                  <a:lnTo>
                    <a:pt x="2624699" y="1795991"/>
                  </a:lnTo>
                  <a:lnTo>
                    <a:pt x="2625035" y="1796201"/>
                  </a:lnTo>
                  <a:lnTo>
                    <a:pt x="2625371" y="1796249"/>
                  </a:lnTo>
                  <a:lnTo>
                    <a:pt x="2625708" y="1794618"/>
                  </a:lnTo>
                  <a:lnTo>
                    <a:pt x="2626044" y="1792623"/>
                  </a:lnTo>
                  <a:lnTo>
                    <a:pt x="2626381" y="1788952"/>
                  </a:lnTo>
                  <a:lnTo>
                    <a:pt x="2626717" y="1784612"/>
                  </a:lnTo>
                  <a:lnTo>
                    <a:pt x="2627054" y="1778952"/>
                  </a:lnTo>
                  <a:lnTo>
                    <a:pt x="2627390" y="1773019"/>
                  </a:lnTo>
                  <a:lnTo>
                    <a:pt x="2627727" y="1766600"/>
                  </a:lnTo>
                  <a:lnTo>
                    <a:pt x="2628063" y="1760301"/>
                  </a:lnTo>
                  <a:lnTo>
                    <a:pt x="2628400" y="1753953"/>
                  </a:lnTo>
                  <a:lnTo>
                    <a:pt x="2628736" y="1748102"/>
                  </a:lnTo>
                  <a:lnTo>
                    <a:pt x="2629073" y="1742253"/>
                  </a:lnTo>
                  <a:lnTo>
                    <a:pt x="2629409" y="1736153"/>
                  </a:lnTo>
                  <a:lnTo>
                    <a:pt x="2629745" y="1729183"/>
                  </a:lnTo>
                  <a:lnTo>
                    <a:pt x="2630082" y="1721497"/>
                  </a:lnTo>
                  <a:lnTo>
                    <a:pt x="2630418" y="1713251"/>
                  </a:lnTo>
                  <a:lnTo>
                    <a:pt x="2630755" y="1704940"/>
                  </a:lnTo>
                  <a:lnTo>
                    <a:pt x="2631091" y="1697255"/>
                  </a:lnTo>
                  <a:lnTo>
                    <a:pt x="2631428" y="1689848"/>
                  </a:lnTo>
                  <a:lnTo>
                    <a:pt x="2631764" y="1682969"/>
                  </a:lnTo>
                  <a:lnTo>
                    <a:pt x="2632101" y="1676703"/>
                  </a:lnTo>
                  <a:lnTo>
                    <a:pt x="2632437" y="1670317"/>
                  </a:lnTo>
                  <a:lnTo>
                    <a:pt x="2632774" y="1664023"/>
                  </a:lnTo>
                  <a:lnTo>
                    <a:pt x="2633110" y="1657686"/>
                  </a:lnTo>
                  <a:lnTo>
                    <a:pt x="2633446" y="1651220"/>
                  </a:lnTo>
                  <a:lnTo>
                    <a:pt x="2633783" y="1644891"/>
                  </a:lnTo>
                  <a:lnTo>
                    <a:pt x="2634119" y="1639330"/>
                  </a:lnTo>
                  <a:lnTo>
                    <a:pt x="2634456" y="1634337"/>
                  </a:lnTo>
                  <a:lnTo>
                    <a:pt x="2634792" y="1630292"/>
                  </a:lnTo>
                  <a:lnTo>
                    <a:pt x="2635129" y="1627232"/>
                  </a:lnTo>
                  <a:lnTo>
                    <a:pt x="2635465" y="1624279"/>
                  </a:lnTo>
                  <a:lnTo>
                    <a:pt x="2635802" y="1621872"/>
                  </a:lnTo>
                  <a:lnTo>
                    <a:pt x="2636138" y="1619063"/>
                  </a:lnTo>
                  <a:lnTo>
                    <a:pt x="2636475" y="1616304"/>
                  </a:lnTo>
                  <a:lnTo>
                    <a:pt x="2636811" y="1613625"/>
                  </a:lnTo>
                  <a:lnTo>
                    <a:pt x="2637148" y="1610514"/>
                  </a:lnTo>
                  <a:lnTo>
                    <a:pt x="2637484" y="1607051"/>
                  </a:lnTo>
                  <a:lnTo>
                    <a:pt x="2637820" y="1603531"/>
                  </a:lnTo>
                  <a:lnTo>
                    <a:pt x="2638157" y="1602331"/>
                  </a:lnTo>
                  <a:lnTo>
                    <a:pt x="2638493" y="1601585"/>
                  </a:lnTo>
                  <a:lnTo>
                    <a:pt x="2638830" y="1600850"/>
                  </a:lnTo>
                  <a:lnTo>
                    <a:pt x="2639166" y="1599997"/>
                  </a:lnTo>
                  <a:lnTo>
                    <a:pt x="2639503" y="1599652"/>
                  </a:lnTo>
                  <a:lnTo>
                    <a:pt x="2639839" y="1598150"/>
                  </a:lnTo>
                  <a:lnTo>
                    <a:pt x="2640176" y="1597174"/>
                  </a:lnTo>
                  <a:lnTo>
                    <a:pt x="2640512" y="1597212"/>
                  </a:lnTo>
                  <a:lnTo>
                    <a:pt x="2640849" y="1598109"/>
                  </a:lnTo>
                  <a:lnTo>
                    <a:pt x="2641185" y="1600317"/>
                  </a:lnTo>
                  <a:lnTo>
                    <a:pt x="2641522" y="1603489"/>
                  </a:lnTo>
                  <a:lnTo>
                    <a:pt x="2641858" y="1606765"/>
                  </a:lnTo>
                  <a:lnTo>
                    <a:pt x="2642194" y="1608774"/>
                  </a:lnTo>
                  <a:lnTo>
                    <a:pt x="2642531" y="1611572"/>
                  </a:lnTo>
                  <a:lnTo>
                    <a:pt x="2642867" y="1615141"/>
                  </a:lnTo>
                  <a:lnTo>
                    <a:pt x="2643204" y="1619289"/>
                  </a:lnTo>
                  <a:lnTo>
                    <a:pt x="2643540" y="1622450"/>
                  </a:lnTo>
                  <a:lnTo>
                    <a:pt x="2643877" y="1625042"/>
                  </a:lnTo>
                  <a:lnTo>
                    <a:pt x="2644213" y="1628443"/>
                  </a:lnTo>
                  <a:lnTo>
                    <a:pt x="2644550" y="1632488"/>
                  </a:lnTo>
                  <a:lnTo>
                    <a:pt x="2644886" y="1637262"/>
                  </a:lnTo>
                  <a:lnTo>
                    <a:pt x="2645223" y="1642652"/>
                  </a:lnTo>
                  <a:lnTo>
                    <a:pt x="2645559" y="1648243"/>
                  </a:lnTo>
                  <a:lnTo>
                    <a:pt x="2645896" y="1655243"/>
                  </a:lnTo>
                  <a:lnTo>
                    <a:pt x="2646232" y="1661763"/>
                  </a:lnTo>
                  <a:lnTo>
                    <a:pt x="2646568" y="1667881"/>
                  </a:lnTo>
                  <a:lnTo>
                    <a:pt x="2646905" y="1674457"/>
                  </a:lnTo>
                  <a:lnTo>
                    <a:pt x="2647241" y="1681294"/>
                  </a:lnTo>
                  <a:lnTo>
                    <a:pt x="2647578" y="1688461"/>
                  </a:lnTo>
                  <a:lnTo>
                    <a:pt x="2647914" y="1697497"/>
                  </a:lnTo>
                  <a:lnTo>
                    <a:pt x="2648251" y="1705974"/>
                  </a:lnTo>
                  <a:lnTo>
                    <a:pt x="2648587" y="1714545"/>
                  </a:lnTo>
                  <a:lnTo>
                    <a:pt x="2648924" y="1722778"/>
                  </a:lnTo>
                  <a:lnTo>
                    <a:pt x="2649260" y="1730689"/>
                  </a:lnTo>
                  <a:lnTo>
                    <a:pt x="2649597" y="1740625"/>
                  </a:lnTo>
                  <a:lnTo>
                    <a:pt x="2649933" y="1749843"/>
                  </a:lnTo>
                  <a:lnTo>
                    <a:pt x="2650270" y="1759031"/>
                  </a:lnTo>
                  <a:lnTo>
                    <a:pt x="2650606" y="1768766"/>
                  </a:lnTo>
                  <a:lnTo>
                    <a:pt x="2650942" y="1778400"/>
                  </a:lnTo>
                  <a:lnTo>
                    <a:pt x="2651279" y="1788401"/>
                  </a:lnTo>
                  <a:lnTo>
                    <a:pt x="2651615" y="1798768"/>
                  </a:lnTo>
                  <a:lnTo>
                    <a:pt x="2651952" y="1806458"/>
                  </a:lnTo>
                  <a:lnTo>
                    <a:pt x="2652288" y="1814033"/>
                  </a:lnTo>
                  <a:lnTo>
                    <a:pt x="2652625" y="1821546"/>
                  </a:lnTo>
                  <a:lnTo>
                    <a:pt x="2652961" y="1829437"/>
                  </a:lnTo>
                  <a:lnTo>
                    <a:pt x="2653298" y="1837661"/>
                  </a:lnTo>
                  <a:lnTo>
                    <a:pt x="2653634" y="1846172"/>
                  </a:lnTo>
                  <a:lnTo>
                    <a:pt x="2653971" y="1854925"/>
                  </a:lnTo>
                  <a:lnTo>
                    <a:pt x="2654307" y="1863633"/>
                  </a:lnTo>
                  <a:lnTo>
                    <a:pt x="2654644" y="1871907"/>
                  </a:lnTo>
                  <a:lnTo>
                    <a:pt x="2654980" y="1880317"/>
                  </a:lnTo>
                  <a:lnTo>
                    <a:pt x="2655316" y="1888606"/>
                  </a:lnTo>
                  <a:lnTo>
                    <a:pt x="2655653" y="1896194"/>
                  </a:lnTo>
                  <a:lnTo>
                    <a:pt x="2655989" y="1903086"/>
                  </a:lnTo>
                  <a:lnTo>
                    <a:pt x="2656326" y="1909280"/>
                  </a:lnTo>
                  <a:lnTo>
                    <a:pt x="2656662" y="1914893"/>
                  </a:lnTo>
                  <a:lnTo>
                    <a:pt x="2656999" y="1919917"/>
                  </a:lnTo>
                  <a:lnTo>
                    <a:pt x="2657335" y="1924369"/>
                  </a:lnTo>
                  <a:lnTo>
                    <a:pt x="2657672" y="1929621"/>
                  </a:lnTo>
                  <a:lnTo>
                    <a:pt x="2658008" y="1934290"/>
                  </a:lnTo>
                  <a:lnTo>
                    <a:pt x="2658345" y="1938608"/>
                  </a:lnTo>
                  <a:lnTo>
                    <a:pt x="2658681" y="1942725"/>
                  </a:lnTo>
                  <a:lnTo>
                    <a:pt x="2659018" y="1946554"/>
                  </a:lnTo>
                  <a:lnTo>
                    <a:pt x="2659354" y="1950024"/>
                  </a:lnTo>
                  <a:lnTo>
                    <a:pt x="2659690" y="1953645"/>
                  </a:lnTo>
                  <a:lnTo>
                    <a:pt x="2660027" y="1956770"/>
                  </a:lnTo>
                  <a:lnTo>
                    <a:pt x="2660363" y="1959421"/>
                  </a:lnTo>
                  <a:lnTo>
                    <a:pt x="2660700" y="1961957"/>
                  </a:lnTo>
                  <a:lnTo>
                    <a:pt x="2661036" y="1964400"/>
                  </a:lnTo>
                  <a:lnTo>
                    <a:pt x="2661373" y="1966950"/>
                  </a:lnTo>
                  <a:lnTo>
                    <a:pt x="2661709" y="1969637"/>
                  </a:lnTo>
                  <a:lnTo>
                    <a:pt x="2662046" y="1972410"/>
                  </a:lnTo>
                  <a:lnTo>
                    <a:pt x="2662382" y="1975342"/>
                  </a:lnTo>
                  <a:lnTo>
                    <a:pt x="2662719" y="1978654"/>
                  </a:lnTo>
                  <a:lnTo>
                    <a:pt x="2663055" y="1982483"/>
                  </a:lnTo>
                  <a:lnTo>
                    <a:pt x="2663392" y="1986384"/>
                  </a:lnTo>
                  <a:lnTo>
                    <a:pt x="2663728" y="1989789"/>
                  </a:lnTo>
                  <a:lnTo>
                    <a:pt x="2664064" y="1992965"/>
                  </a:lnTo>
                  <a:lnTo>
                    <a:pt x="2664401" y="1996485"/>
                  </a:lnTo>
                  <a:lnTo>
                    <a:pt x="2664737" y="2000127"/>
                  </a:lnTo>
                  <a:lnTo>
                    <a:pt x="2665074" y="2003870"/>
                  </a:lnTo>
                  <a:lnTo>
                    <a:pt x="2665410" y="2007182"/>
                  </a:lnTo>
                  <a:lnTo>
                    <a:pt x="2665747" y="2010078"/>
                  </a:lnTo>
                  <a:lnTo>
                    <a:pt x="2666083" y="2012872"/>
                  </a:lnTo>
                  <a:lnTo>
                    <a:pt x="2666420" y="2015150"/>
                  </a:lnTo>
                  <a:lnTo>
                    <a:pt x="2666756" y="2016781"/>
                  </a:lnTo>
                  <a:lnTo>
                    <a:pt x="2667093" y="2018167"/>
                  </a:lnTo>
                  <a:lnTo>
                    <a:pt x="2667429" y="2019338"/>
                  </a:lnTo>
                  <a:lnTo>
                    <a:pt x="2667765" y="2020790"/>
                  </a:lnTo>
                  <a:lnTo>
                    <a:pt x="2668102" y="2021623"/>
                  </a:lnTo>
                  <a:lnTo>
                    <a:pt x="2668438" y="2021580"/>
                  </a:lnTo>
                  <a:lnTo>
                    <a:pt x="2668775" y="2021925"/>
                  </a:lnTo>
                  <a:lnTo>
                    <a:pt x="2669111" y="2022959"/>
                  </a:lnTo>
                  <a:lnTo>
                    <a:pt x="2669448" y="2023872"/>
                  </a:lnTo>
                  <a:lnTo>
                    <a:pt x="2669784" y="2024863"/>
                  </a:lnTo>
                  <a:lnTo>
                    <a:pt x="2670121" y="2026788"/>
                  </a:lnTo>
                  <a:lnTo>
                    <a:pt x="2670457" y="2028786"/>
                  </a:lnTo>
                  <a:lnTo>
                    <a:pt x="2670794" y="2030776"/>
                  </a:lnTo>
                  <a:lnTo>
                    <a:pt x="2671130" y="2033211"/>
                  </a:lnTo>
                  <a:lnTo>
                    <a:pt x="2671467" y="2036681"/>
                  </a:lnTo>
                  <a:lnTo>
                    <a:pt x="2671803" y="2041581"/>
                  </a:lnTo>
                  <a:lnTo>
                    <a:pt x="2672139" y="2047364"/>
                  </a:lnTo>
                  <a:lnTo>
                    <a:pt x="2672476" y="2053715"/>
                  </a:lnTo>
                  <a:lnTo>
                    <a:pt x="2672812" y="2059872"/>
                  </a:lnTo>
                  <a:lnTo>
                    <a:pt x="2673149" y="2066000"/>
                  </a:lnTo>
                  <a:lnTo>
                    <a:pt x="2673485" y="2072531"/>
                  </a:lnTo>
                  <a:lnTo>
                    <a:pt x="2673822" y="2078616"/>
                  </a:lnTo>
                  <a:lnTo>
                    <a:pt x="2674158" y="2084090"/>
                  </a:lnTo>
                  <a:lnTo>
                    <a:pt x="2674495" y="2089529"/>
                  </a:lnTo>
                  <a:lnTo>
                    <a:pt x="2674831" y="2094429"/>
                  </a:lnTo>
                  <a:lnTo>
                    <a:pt x="2675168" y="2098617"/>
                  </a:lnTo>
                  <a:lnTo>
                    <a:pt x="2675504" y="2103230"/>
                  </a:lnTo>
                  <a:lnTo>
                    <a:pt x="2675841" y="2108115"/>
                  </a:lnTo>
                  <a:lnTo>
                    <a:pt x="2676177" y="2112734"/>
                  </a:lnTo>
                  <a:lnTo>
                    <a:pt x="2676513" y="2116671"/>
                  </a:lnTo>
                  <a:lnTo>
                    <a:pt x="2676850" y="2119567"/>
                  </a:lnTo>
                  <a:lnTo>
                    <a:pt x="2677186" y="2121894"/>
                  </a:lnTo>
                  <a:lnTo>
                    <a:pt x="2677523" y="2123791"/>
                  </a:lnTo>
                  <a:lnTo>
                    <a:pt x="2677859" y="2125221"/>
                  </a:lnTo>
                  <a:lnTo>
                    <a:pt x="2678196" y="2126464"/>
                  </a:lnTo>
                  <a:lnTo>
                    <a:pt x="2678532" y="2127726"/>
                  </a:lnTo>
                  <a:lnTo>
                    <a:pt x="2678869" y="2129558"/>
                  </a:lnTo>
                  <a:lnTo>
                    <a:pt x="2679205" y="2131875"/>
                  </a:lnTo>
                  <a:lnTo>
                    <a:pt x="2679542" y="2133636"/>
                  </a:lnTo>
                  <a:lnTo>
                    <a:pt x="2679878" y="2135634"/>
                  </a:lnTo>
                  <a:lnTo>
                    <a:pt x="2680215" y="2136650"/>
                  </a:lnTo>
                  <a:lnTo>
                    <a:pt x="2680551" y="2137214"/>
                  </a:lnTo>
                  <a:lnTo>
                    <a:pt x="2680887" y="2137963"/>
                  </a:lnTo>
                  <a:lnTo>
                    <a:pt x="2681224" y="2138304"/>
                  </a:lnTo>
                  <a:lnTo>
                    <a:pt x="2681560" y="2138363"/>
                  </a:lnTo>
                  <a:lnTo>
                    <a:pt x="2681897" y="2138302"/>
                  </a:lnTo>
                  <a:lnTo>
                    <a:pt x="2682233" y="2138508"/>
                  </a:lnTo>
                  <a:lnTo>
                    <a:pt x="2682570" y="2138646"/>
                  </a:lnTo>
                  <a:lnTo>
                    <a:pt x="2682906" y="2139004"/>
                  </a:lnTo>
                  <a:lnTo>
                    <a:pt x="2683243" y="2139754"/>
                  </a:lnTo>
                  <a:lnTo>
                    <a:pt x="2683579" y="2139673"/>
                  </a:lnTo>
                  <a:lnTo>
                    <a:pt x="2683916" y="2139022"/>
                  </a:lnTo>
                  <a:lnTo>
                    <a:pt x="2684252" y="2137653"/>
                  </a:lnTo>
                  <a:lnTo>
                    <a:pt x="2684589" y="2137431"/>
                  </a:lnTo>
                  <a:lnTo>
                    <a:pt x="2684925" y="2137424"/>
                  </a:lnTo>
                  <a:lnTo>
                    <a:pt x="2685261" y="2137294"/>
                  </a:lnTo>
                  <a:lnTo>
                    <a:pt x="2685598" y="2137456"/>
                  </a:lnTo>
                  <a:lnTo>
                    <a:pt x="2685934" y="2137949"/>
                  </a:lnTo>
                  <a:lnTo>
                    <a:pt x="2686271" y="2138679"/>
                  </a:lnTo>
                  <a:lnTo>
                    <a:pt x="2686607" y="2139110"/>
                  </a:lnTo>
                  <a:lnTo>
                    <a:pt x="2686944" y="2139101"/>
                  </a:lnTo>
                  <a:lnTo>
                    <a:pt x="2687280" y="2139006"/>
                  </a:lnTo>
                  <a:lnTo>
                    <a:pt x="2687617" y="2137610"/>
                  </a:lnTo>
                  <a:lnTo>
                    <a:pt x="2687953" y="2135861"/>
                  </a:lnTo>
                  <a:lnTo>
                    <a:pt x="2688290" y="2133920"/>
                  </a:lnTo>
                  <a:lnTo>
                    <a:pt x="2688626" y="2132566"/>
                  </a:lnTo>
                  <a:lnTo>
                    <a:pt x="2688963" y="2131127"/>
                  </a:lnTo>
                  <a:lnTo>
                    <a:pt x="2689299" y="2129618"/>
                  </a:lnTo>
                  <a:lnTo>
                    <a:pt x="2689635" y="2127680"/>
                  </a:lnTo>
                  <a:lnTo>
                    <a:pt x="2689972" y="2125335"/>
                  </a:lnTo>
                  <a:lnTo>
                    <a:pt x="2690308" y="2122721"/>
                  </a:lnTo>
                  <a:lnTo>
                    <a:pt x="2690645" y="2117876"/>
                  </a:lnTo>
                  <a:lnTo>
                    <a:pt x="2690981" y="2113690"/>
                  </a:lnTo>
                  <a:lnTo>
                    <a:pt x="2691318" y="2109586"/>
                  </a:lnTo>
                  <a:lnTo>
                    <a:pt x="2691654" y="2106071"/>
                  </a:lnTo>
                  <a:lnTo>
                    <a:pt x="2691991" y="2102644"/>
                  </a:lnTo>
                  <a:lnTo>
                    <a:pt x="2692327" y="2099876"/>
                  </a:lnTo>
                  <a:lnTo>
                    <a:pt x="2692664" y="2097507"/>
                  </a:lnTo>
                  <a:lnTo>
                    <a:pt x="2693000" y="2096653"/>
                  </a:lnTo>
                  <a:lnTo>
                    <a:pt x="2693337" y="2095954"/>
                  </a:lnTo>
                  <a:lnTo>
                    <a:pt x="2693673" y="2096680"/>
                  </a:lnTo>
                  <a:lnTo>
                    <a:pt x="2694009" y="2097944"/>
                  </a:lnTo>
                  <a:lnTo>
                    <a:pt x="2694346" y="2099754"/>
                  </a:lnTo>
                  <a:lnTo>
                    <a:pt x="2694682" y="2102017"/>
                  </a:lnTo>
                  <a:lnTo>
                    <a:pt x="2695019" y="2105315"/>
                  </a:lnTo>
                  <a:lnTo>
                    <a:pt x="2695355" y="2109094"/>
                  </a:lnTo>
                  <a:lnTo>
                    <a:pt x="2695692" y="2113060"/>
                  </a:lnTo>
                  <a:lnTo>
                    <a:pt x="2696028" y="2116379"/>
                  </a:lnTo>
                  <a:lnTo>
                    <a:pt x="2696365" y="2119612"/>
                  </a:lnTo>
                  <a:lnTo>
                    <a:pt x="2696701" y="2122715"/>
                  </a:lnTo>
                  <a:lnTo>
                    <a:pt x="2697038" y="2126329"/>
                  </a:lnTo>
                  <a:lnTo>
                    <a:pt x="2697374" y="2130525"/>
                  </a:lnTo>
                  <a:lnTo>
                    <a:pt x="2697711" y="2135008"/>
                  </a:lnTo>
                  <a:lnTo>
                    <a:pt x="2698047" y="2139771"/>
                  </a:lnTo>
                  <a:lnTo>
                    <a:pt x="2698383" y="2144175"/>
                  </a:lnTo>
                  <a:lnTo>
                    <a:pt x="2698720" y="2148701"/>
                  </a:lnTo>
                  <a:lnTo>
                    <a:pt x="2699056" y="2153141"/>
                  </a:lnTo>
                  <a:lnTo>
                    <a:pt x="2699393" y="2157444"/>
                  </a:lnTo>
                  <a:lnTo>
                    <a:pt x="2699729" y="2162042"/>
                  </a:lnTo>
                  <a:lnTo>
                    <a:pt x="2700066" y="2166619"/>
                  </a:lnTo>
                  <a:lnTo>
                    <a:pt x="2700402" y="2171583"/>
                  </a:lnTo>
                  <a:lnTo>
                    <a:pt x="2700739" y="2176619"/>
                  </a:lnTo>
                  <a:lnTo>
                    <a:pt x="2701075" y="2181713"/>
                  </a:lnTo>
                  <a:lnTo>
                    <a:pt x="2701412" y="2186304"/>
                  </a:lnTo>
                  <a:lnTo>
                    <a:pt x="2701748" y="2190952"/>
                  </a:lnTo>
                  <a:lnTo>
                    <a:pt x="2702084" y="2195234"/>
                  </a:lnTo>
                  <a:lnTo>
                    <a:pt x="2702421" y="2198596"/>
                  </a:lnTo>
                  <a:lnTo>
                    <a:pt x="2702757" y="2201779"/>
                  </a:lnTo>
                  <a:lnTo>
                    <a:pt x="2703094" y="2204638"/>
                  </a:lnTo>
                  <a:lnTo>
                    <a:pt x="2703430" y="2207878"/>
                  </a:lnTo>
                  <a:lnTo>
                    <a:pt x="2703767" y="2211068"/>
                  </a:lnTo>
                  <a:lnTo>
                    <a:pt x="2704103" y="2214265"/>
                  </a:lnTo>
                  <a:lnTo>
                    <a:pt x="2704440" y="2217814"/>
                  </a:lnTo>
                  <a:lnTo>
                    <a:pt x="2704776" y="2221773"/>
                  </a:lnTo>
                  <a:lnTo>
                    <a:pt x="2705113" y="2225774"/>
                  </a:lnTo>
                  <a:lnTo>
                    <a:pt x="2705449" y="2228203"/>
                  </a:lnTo>
                  <a:lnTo>
                    <a:pt x="2705786" y="2230608"/>
                  </a:lnTo>
                  <a:lnTo>
                    <a:pt x="2706122" y="2233233"/>
                  </a:lnTo>
                  <a:lnTo>
                    <a:pt x="2706458" y="2235867"/>
                  </a:lnTo>
                  <a:lnTo>
                    <a:pt x="2706795" y="2237923"/>
                  </a:lnTo>
                  <a:lnTo>
                    <a:pt x="2707131" y="2240262"/>
                  </a:lnTo>
                  <a:lnTo>
                    <a:pt x="2707468" y="2243157"/>
                  </a:lnTo>
                  <a:lnTo>
                    <a:pt x="2707804" y="2246085"/>
                  </a:lnTo>
                  <a:lnTo>
                    <a:pt x="2708141" y="2248952"/>
                  </a:lnTo>
                  <a:lnTo>
                    <a:pt x="2708477" y="2251392"/>
                  </a:lnTo>
                  <a:lnTo>
                    <a:pt x="2708814" y="2253908"/>
                  </a:lnTo>
                  <a:lnTo>
                    <a:pt x="2709150" y="2256464"/>
                  </a:lnTo>
                  <a:lnTo>
                    <a:pt x="2709487" y="2258600"/>
                  </a:lnTo>
                  <a:lnTo>
                    <a:pt x="2709823" y="2259745"/>
                  </a:lnTo>
                  <a:lnTo>
                    <a:pt x="2710160" y="2260401"/>
                  </a:lnTo>
                  <a:lnTo>
                    <a:pt x="2710496" y="2260701"/>
                  </a:lnTo>
                  <a:lnTo>
                    <a:pt x="2710832" y="2260770"/>
                  </a:lnTo>
                  <a:lnTo>
                    <a:pt x="2711169" y="2261301"/>
                  </a:lnTo>
                  <a:lnTo>
                    <a:pt x="2711505" y="2261366"/>
                  </a:lnTo>
                  <a:lnTo>
                    <a:pt x="2711842" y="2261086"/>
                  </a:lnTo>
                  <a:lnTo>
                    <a:pt x="2712178" y="2259642"/>
                  </a:lnTo>
                  <a:lnTo>
                    <a:pt x="2712515" y="2257257"/>
                  </a:lnTo>
                  <a:lnTo>
                    <a:pt x="2712851" y="2254297"/>
                  </a:lnTo>
                  <a:lnTo>
                    <a:pt x="2713188" y="2250898"/>
                  </a:lnTo>
                  <a:lnTo>
                    <a:pt x="2713524" y="2249017"/>
                  </a:lnTo>
                  <a:lnTo>
                    <a:pt x="2713861" y="2246828"/>
                  </a:lnTo>
                  <a:lnTo>
                    <a:pt x="2714197" y="2245309"/>
                  </a:lnTo>
                  <a:lnTo>
                    <a:pt x="2714534" y="2243868"/>
                  </a:lnTo>
                  <a:lnTo>
                    <a:pt x="2714870" y="2242543"/>
                  </a:lnTo>
                  <a:lnTo>
                    <a:pt x="2715206" y="2240721"/>
                  </a:lnTo>
                  <a:lnTo>
                    <a:pt x="2715543" y="2238430"/>
                  </a:lnTo>
                  <a:lnTo>
                    <a:pt x="2715879" y="2235825"/>
                  </a:lnTo>
                  <a:lnTo>
                    <a:pt x="2716216" y="2233128"/>
                  </a:lnTo>
                  <a:lnTo>
                    <a:pt x="2716552" y="2230548"/>
                  </a:lnTo>
                  <a:lnTo>
                    <a:pt x="2716889" y="2228109"/>
                  </a:lnTo>
                  <a:lnTo>
                    <a:pt x="2717225" y="2225904"/>
                  </a:lnTo>
                  <a:lnTo>
                    <a:pt x="2717562" y="2223606"/>
                  </a:lnTo>
                  <a:lnTo>
                    <a:pt x="2717898" y="2221030"/>
                  </a:lnTo>
                  <a:lnTo>
                    <a:pt x="2718235" y="2218159"/>
                  </a:lnTo>
                  <a:lnTo>
                    <a:pt x="2718571" y="2214942"/>
                  </a:lnTo>
                  <a:lnTo>
                    <a:pt x="2718908" y="2211644"/>
                  </a:lnTo>
                  <a:lnTo>
                    <a:pt x="2719244" y="2207299"/>
                  </a:lnTo>
                  <a:lnTo>
                    <a:pt x="2719580" y="2202706"/>
                  </a:lnTo>
                  <a:lnTo>
                    <a:pt x="2719917" y="2197799"/>
                  </a:lnTo>
                  <a:lnTo>
                    <a:pt x="2720253" y="2191793"/>
                  </a:lnTo>
                  <a:lnTo>
                    <a:pt x="2720590" y="2186225"/>
                  </a:lnTo>
                  <a:lnTo>
                    <a:pt x="2720926" y="2182203"/>
                  </a:lnTo>
                  <a:lnTo>
                    <a:pt x="2721263" y="2178359"/>
                  </a:lnTo>
                  <a:lnTo>
                    <a:pt x="2721599" y="2174388"/>
                  </a:lnTo>
                  <a:lnTo>
                    <a:pt x="2721936" y="2170244"/>
                  </a:lnTo>
                  <a:lnTo>
                    <a:pt x="2722272" y="2167076"/>
                  </a:lnTo>
                  <a:lnTo>
                    <a:pt x="2722609" y="2163953"/>
                  </a:lnTo>
                  <a:lnTo>
                    <a:pt x="2722945" y="2160926"/>
                  </a:lnTo>
                  <a:lnTo>
                    <a:pt x="2723282" y="2158017"/>
                  </a:lnTo>
                  <a:lnTo>
                    <a:pt x="2723618" y="2155204"/>
                  </a:lnTo>
                  <a:lnTo>
                    <a:pt x="2723954" y="2152460"/>
                  </a:lnTo>
                  <a:lnTo>
                    <a:pt x="2724291" y="2149776"/>
                  </a:lnTo>
                  <a:lnTo>
                    <a:pt x="2724627" y="2147052"/>
                  </a:lnTo>
                  <a:lnTo>
                    <a:pt x="2724964" y="2144138"/>
                  </a:lnTo>
                  <a:lnTo>
                    <a:pt x="2725300" y="2141826"/>
                  </a:lnTo>
                  <a:lnTo>
                    <a:pt x="2725637" y="2139416"/>
                  </a:lnTo>
                  <a:lnTo>
                    <a:pt x="2725973" y="2137110"/>
                  </a:lnTo>
                  <a:lnTo>
                    <a:pt x="2726310" y="2134833"/>
                  </a:lnTo>
                  <a:lnTo>
                    <a:pt x="2726646" y="2132847"/>
                  </a:lnTo>
                  <a:lnTo>
                    <a:pt x="2726983" y="2130509"/>
                  </a:lnTo>
                  <a:lnTo>
                    <a:pt x="2727319" y="2128343"/>
                  </a:lnTo>
                  <a:lnTo>
                    <a:pt x="2727656" y="2126223"/>
                  </a:lnTo>
                  <a:lnTo>
                    <a:pt x="2727992" y="2124444"/>
                  </a:lnTo>
                  <a:lnTo>
                    <a:pt x="2728328" y="2123048"/>
                  </a:lnTo>
                  <a:lnTo>
                    <a:pt x="2728665" y="2121659"/>
                  </a:lnTo>
                  <a:lnTo>
                    <a:pt x="2729001" y="2119386"/>
                  </a:lnTo>
                  <a:lnTo>
                    <a:pt x="2729338" y="2116847"/>
                  </a:lnTo>
                  <a:lnTo>
                    <a:pt x="2729674" y="2114428"/>
                  </a:lnTo>
                  <a:lnTo>
                    <a:pt x="2730011" y="2112283"/>
                  </a:lnTo>
                  <a:lnTo>
                    <a:pt x="2730347" y="2109661"/>
                  </a:lnTo>
                  <a:lnTo>
                    <a:pt x="2730684" y="2106669"/>
                  </a:lnTo>
                  <a:lnTo>
                    <a:pt x="2731020" y="2101705"/>
                  </a:lnTo>
                  <a:lnTo>
                    <a:pt x="2731357" y="2096704"/>
                  </a:lnTo>
                  <a:lnTo>
                    <a:pt x="2731693" y="2090856"/>
                  </a:lnTo>
                  <a:lnTo>
                    <a:pt x="2732029" y="2086544"/>
                  </a:lnTo>
                  <a:lnTo>
                    <a:pt x="2732366" y="2082526"/>
                  </a:lnTo>
                  <a:lnTo>
                    <a:pt x="2732702" y="2079999"/>
                  </a:lnTo>
                  <a:lnTo>
                    <a:pt x="2733039" y="2078352"/>
                  </a:lnTo>
                  <a:lnTo>
                    <a:pt x="2733375" y="2077217"/>
                  </a:lnTo>
                  <a:lnTo>
                    <a:pt x="2733712" y="2076192"/>
                  </a:lnTo>
                  <a:lnTo>
                    <a:pt x="2734048" y="2076005"/>
                  </a:lnTo>
                  <a:lnTo>
                    <a:pt x="2734385" y="2076163"/>
                  </a:lnTo>
                  <a:lnTo>
                    <a:pt x="2734721" y="2076392"/>
                  </a:lnTo>
                  <a:lnTo>
                    <a:pt x="2735058" y="2076211"/>
                  </a:lnTo>
                  <a:lnTo>
                    <a:pt x="2735394" y="2076349"/>
                  </a:lnTo>
                  <a:lnTo>
                    <a:pt x="2735731" y="2077106"/>
                  </a:lnTo>
                  <a:lnTo>
                    <a:pt x="2736067" y="2078331"/>
                  </a:lnTo>
                  <a:lnTo>
                    <a:pt x="2736403" y="2079664"/>
                  </a:lnTo>
                  <a:lnTo>
                    <a:pt x="2736740" y="2081335"/>
                  </a:lnTo>
                  <a:lnTo>
                    <a:pt x="2737076" y="2082989"/>
                  </a:lnTo>
                  <a:lnTo>
                    <a:pt x="2737413" y="2083876"/>
                  </a:lnTo>
                  <a:lnTo>
                    <a:pt x="2737749" y="2084321"/>
                  </a:lnTo>
                  <a:lnTo>
                    <a:pt x="2738086" y="2083855"/>
                  </a:lnTo>
                  <a:lnTo>
                    <a:pt x="2738422" y="2083369"/>
                  </a:lnTo>
                  <a:lnTo>
                    <a:pt x="2738759" y="2081115"/>
                  </a:lnTo>
                  <a:lnTo>
                    <a:pt x="2739095" y="2078193"/>
                  </a:lnTo>
                  <a:lnTo>
                    <a:pt x="2739432" y="2075035"/>
                  </a:lnTo>
                  <a:lnTo>
                    <a:pt x="2739768" y="2071406"/>
                  </a:lnTo>
                  <a:lnTo>
                    <a:pt x="2740105" y="2065931"/>
                  </a:lnTo>
                  <a:lnTo>
                    <a:pt x="2740441" y="2060450"/>
                  </a:lnTo>
                  <a:lnTo>
                    <a:pt x="2740777" y="2054681"/>
                  </a:lnTo>
                  <a:lnTo>
                    <a:pt x="2741114" y="2048430"/>
                  </a:lnTo>
                  <a:lnTo>
                    <a:pt x="2741450" y="2042123"/>
                  </a:lnTo>
                  <a:lnTo>
                    <a:pt x="2741787" y="2036095"/>
                  </a:lnTo>
                  <a:lnTo>
                    <a:pt x="2742123" y="2030642"/>
                  </a:lnTo>
                  <a:lnTo>
                    <a:pt x="2742460" y="2025390"/>
                  </a:lnTo>
                  <a:lnTo>
                    <a:pt x="2742796" y="2021388"/>
                  </a:lnTo>
                  <a:lnTo>
                    <a:pt x="2743133" y="2016730"/>
                  </a:lnTo>
                  <a:lnTo>
                    <a:pt x="2743469" y="2011723"/>
                  </a:lnTo>
                  <a:lnTo>
                    <a:pt x="2743806" y="2006694"/>
                  </a:lnTo>
                  <a:lnTo>
                    <a:pt x="2744142" y="2002064"/>
                  </a:lnTo>
                  <a:lnTo>
                    <a:pt x="2744479" y="1997923"/>
                  </a:lnTo>
                  <a:lnTo>
                    <a:pt x="2744815" y="1994479"/>
                  </a:lnTo>
                  <a:lnTo>
                    <a:pt x="2745151" y="1991534"/>
                  </a:lnTo>
                  <a:lnTo>
                    <a:pt x="2745488" y="1989131"/>
                  </a:lnTo>
                  <a:lnTo>
                    <a:pt x="2745824" y="1986688"/>
                  </a:lnTo>
                  <a:lnTo>
                    <a:pt x="2746161" y="1984582"/>
                  </a:lnTo>
                  <a:lnTo>
                    <a:pt x="2746497" y="1982461"/>
                  </a:lnTo>
                  <a:lnTo>
                    <a:pt x="2746834" y="1980141"/>
                  </a:lnTo>
                  <a:lnTo>
                    <a:pt x="2747170" y="1977827"/>
                  </a:lnTo>
                  <a:lnTo>
                    <a:pt x="2747507" y="1975791"/>
                  </a:lnTo>
                  <a:lnTo>
                    <a:pt x="2747843" y="1974175"/>
                  </a:lnTo>
                  <a:lnTo>
                    <a:pt x="2748180" y="1972609"/>
                  </a:lnTo>
                  <a:lnTo>
                    <a:pt x="2748516" y="1971521"/>
                  </a:lnTo>
                  <a:lnTo>
                    <a:pt x="2748853" y="1971020"/>
                  </a:lnTo>
                  <a:lnTo>
                    <a:pt x="2749189" y="1970585"/>
                  </a:lnTo>
                  <a:lnTo>
                    <a:pt x="2749525" y="1969886"/>
                  </a:lnTo>
                  <a:lnTo>
                    <a:pt x="2749862" y="1970041"/>
                  </a:lnTo>
                  <a:lnTo>
                    <a:pt x="2750198" y="1969852"/>
                  </a:lnTo>
                  <a:lnTo>
                    <a:pt x="2750535" y="1969048"/>
                  </a:lnTo>
                  <a:lnTo>
                    <a:pt x="2750871" y="1968473"/>
                  </a:lnTo>
                  <a:lnTo>
                    <a:pt x="2751208" y="1967787"/>
                  </a:lnTo>
                  <a:lnTo>
                    <a:pt x="2751544" y="1967577"/>
                  </a:lnTo>
                  <a:lnTo>
                    <a:pt x="2751881" y="1966067"/>
                  </a:lnTo>
                  <a:lnTo>
                    <a:pt x="2752217" y="1964157"/>
                  </a:lnTo>
                  <a:lnTo>
                    <a:pt x="2752554" y="1963099"/>
                  </a:lnTo>
                  <a:lnTo>
                    <a:pt x="2752890" y="1962171"/>
                  </a:lnTo>
                  <a:lnTo>
                    <a:pt x="2753227" y="1961553"/>
                  </a:lnTo>
                  <a:lnTo>
                    <a:pt x="2753563" y="1960671"/>
                  </a:lnTo>
                  <a:lnTo>
                    <a:pt x="2753899" y="1959723"/>
                  </a:lnTo>
                  <a:lnTo>
                    <a:pt x="2754236" y="1957204"/>
                  </a:lnTo>
                  <a:lnTo>
                    <a:pt x="2754572" y="1955685"/>
                  </a:lnTo>
                  <a:lnTo>
                    <a:pt x="2754909" y="1952586"/>
                  </a:lnTo>
                  <a:lnTo>
                    <a:pt x="2755245" y="1949250"/>
                  </a:lnTo>
                  <a:lnTo>
                    <a:pt x="2755582" y="1945795"/>
                  </a:lnTo>
                  <a:lnTo>
                    <a:pt x="2755918" y="1943602"/>
                  </a:lnTo>
                  <a:lnTo>
                    <a:pt x="2756255" y="1941482"/>
                  </a:lnTo>
                  <a:lnTo>
                    <a:pt x="2756591" y="1938909"/>
                  </a:lnTo>
                  <a:lnTo>
                    <a:pt x="2756928" y="1936432"/>
                  </a:lnTo>
                  <a:lnTo>
                    <a:pt x="2757264" y="1934695"/>
                  </a:lnTo>
                  <a:lnTo>
                    <a:pt x="2757601" y="1933546"/>
                  </a:lnTo>
                  <a:lnTo>
                    <a:pt x="2757937" y="1932772"/>
                  </a:lnTo>
                  <a:lnTo>
                    <a:pt x="2758273" y="1931726"/>
                  </a:lnTo>
                  <a:lnTo>
                    <a:pt x="2758610" y="1930746"/>
                  </a:lnTo>
                  <a:lnTo>
                    <a:pt x="2758946" y="1929562"/>
                  </a:lnTo>
                  <a:lnTo>
                    <a:pt x="2759283" y="1928434"/>
                  </a:lnTo>
                  <a:lnTo>
                    <a:pt x="2759619" y="1927018"/>
                  </a:lnTo>
                  <a:lnTo>
                    <a:pt x="2759956" y="1925007"/>
                  </a:lnTo>
                  <a:lnTo>
                    <a:pt x="2760292" y="1921327"/>
                  </a:lnTo>
                  <a:lnTo>
                    <a:pt x="2760629" y="1918087"/>
                  </a:lnTo>
                  <a:lnTo>
                    <a:pt x="2760965" y="1914484"/>
                  </a:lnTo>
                  <a:lnTo>
                    <a:pt x="2761302" y="1910405"/>
                  </a:lnTo>
                  <a:lnTo>
                    <a:pt x="2761638" y="1906653"/>
                  </a:lnTo>
                  <a:lnTo>
                    <a:pt x="2761975" y="1903226"/>
                  </a:lnTo>
                  <a:lnTo>
                    <a:pt x="2762311" y="1899155"/>
                  </a:lnTo>
                  <a:lnTo>
                    <a:pt x="2762647" y="1894416"/>
                  </a:lnTo>
                  <a:lnTo>
                    <a:pt x="2762984" y="1889566"/>
                  </a:lnTo>
                  <a:lnTo>
                    <a:pt x="2763320" y="1884723"/>
                  </a:lnTo>
                  <a:lnTo>
                    <a:pt x="2763657" y="1879672"/>
                  </a:lnTo>
                  <a:lnTo>
                    <a:pt x="2763993" y="1874426"/>
                  </a:lnTo>
                  <a:lnTo>
                    <a:pt x="2764330" y="1869414"/>
                  </a:lnTo>
                  <a:lnTo>
                    <a:pt x="2764666" y="1864583"/>
                  </a:lnTo>
                  <a:lnTo>
                    <a:pt x="2765003" y="1860354"/>
                  </a:lnTo>
                  <a:lnTo>
                    <a:pt x="2765339" y="1856386"/>
                  </a:lnTo>
                  <a:lnTo>
                    <a:pt x="2765676" y="1852393"/>
                  </a:lnTo>
                  <a:lnTo>
                    <a:pt x="2766012" y="1848575"/>
                  </a:lnTo>
                  <a:lnTo>
                    <a:pt x="2766348" y="1844894"/>
                  </a:lnTo>
                  <a:lnTo>
                    <a:pt x="2766685" y="1841097"/>
                  </a:lnTo>
                  <a:lnTo>
                    <a:pt x="2767021" y="1835335"/>
                  </a:lnTo>
                  <a:lnTo>
                    <a:pt x="2767358" y="1829846"/>
                  </a:lnTo>
                  <a:lnTo>
                    <a:pt x="2767694" y="1824760"/>
                  </a:lnTo>
                  <a:lnTo>
                    <a:pt x="2768031" y="1820162"/>
                  </a:lnTo>
                  <a:lnTo>
                    <a:pt x="2768367" y="1817367"/>
                  </a:lnTo>
                  <a:lnTo>
                    <a:pt x="2768704" y="1815533"/>
                  </a:lnTo>
                  <a:lnTo>
                    <a:pt x="2769040" y="1813871"/>
                  </a:lnTo>
                  <a:lnTo>
                    <a:pt x="2769377" y="1812183"/>
                  </a:lnTo>
                  <a:lnTo>
                    <a:pt x="2769713" y="1810986"/>
                  </a:lnTo>
                  <a:lnTo>
                    <a:pt x="2770050" y="1809846"/>
                  </a:lnTo>
                  <a:lnTo>
                    <a:pt x="2770386" y="1808705"/>
                  </a:lnTo>
                  <a:lnTo>
                    <a:pt x="2770722" y="1808590"/>
                  </a:lnTo>
                  <a:lnTo>
                    <a:pt x="2771059" y="1808808"/>
                  </a:lnTo>
                  <a:lnTo>
                    <a:pt x="2771395" y="1808831"/>
                  </a:lnTo>
                  <a:lnTo>
                    <a:pt x="2771732" y="1808691"/>
                  </a:lnTo>
                  <a:lnTo>
                    <a:pt x="2772068" y="1808161"/>
                  </a:lnTo>
                  <a:lnTo>
                    <a:pt x="2772405" y="1807388"/>
                  </a:lnTo>
                  <a:lnTo>
                    <a:pt x="2772741" y="1806509"/>
                  </a:lnTo>
                  <a:lnTo>
                    <a:pt x="2773078" y="1805303"/>
                  </a:lnTo>
                  <a:lnTo>
                    <a:pt x="2773414" y="1803929"/>
                  </a:lnTo>
                  <a:lnTo>
                    <a:pt x="2773751" y="1801979"/>
                  </a:lnTo>
                  <a:lnTo>
                    <a:pt x="2774087" y="1799238"/>
                  </a:lnTo>
                  <a:lnTo>
                    <a:pt x="2774424" y="1796715"/>
                  </a:lnTo>
                  <a:lnTo>
                    <a:pt x="2774760" y="1794145"/>
                  </a:lnTo>
                  <a:lnTo>
                    <a:pt x="2775096" y="1791855"/>
                  </a:lnTo>
                  <a:lnTo>
                    <a:pt x="2775433" y="1789370"/>
                  </a:lnTo>
                  <a:lnTo>
                    <a:pt x="2775769" y="1786677"/>
                  </a:lnTo>
                  <a:lnTo>
                    <a:pt x="2776106" y="1783670"/>
                  </a:lnTo>
                  <a:lnTo>
                    <a:pt x="2776442" y="1778856"/>
                  </a:lnTo>
                  <a:lnTo>
                    <a:pt x="2776779" y="1774237"/>
                  </a:lnTo>
                  <a:lnTo>
                    <a:pt x="2777115" y="1770271"/>
                  </a:lnTo>
                  <a:lnTo>
                    <a:pt x="2777452" y="1767433"/>
                  </a:lnTo>
                  <a:lnTo>
                    <a:pt x="2777788" y="1765041"/>
                  </a:lnTo>
                  <a:lnTo>
                    <a:pt x="2778125" y="1763209"/>
                  </a:lnTo>
                  <a:lnTo>
                    <a:pt x="2778461" y="1762304"/>
                  </a:lnTo>
                  <a:lnTo>
                    <a:pt x="2778798" y="1762160"/>
                  </a:lnTo>
                  <a:lnTo>
                    <a:pt x="2779134" y="1763033"/>
                  </a:lnTo>
                  <a:lnTo>
                    <a:pt x="2779470" y="1763913"/>
                  </a:lnTo>
                  <a:lnTo>
                    <a:pt x="2779807" y="1764380"/>
                  </a:lnTo>
                  <a:lnTo>
                    <a:pt x="2780143" y="1764235"/>
                  </a:lnTo>
                  <a:lnTo>
                    <a:pt x="2780480" y="1763980"/>
                  </a:lnTo>
                  <a:lnTo>
                    <a:pt x="2780816" y="1761728"/>
                  </a:lnTo>
                  <a:lnTo>
                    <a:pt x="2781153" y="1759760"/>
                  </a:lnTo>
                  <a:lnTo>
                    <a:pt x="2781489" y="1757431"/>
                  </a:lnTo>
                  <a:lnTo>
                    <a:pt x="2781826" y="1755399"/>
                  </a:lnTo>
                  <a:lnTo>
                    <a:pt x="2782162" y="1753604"/>
                  </a:lnTo>
                  <a:lnTo>
                    <a:pt x="2782499" y="1752057"/>
                  </a:lnTo>
                  <a:lnTo>
                    <a:pt x="2782835" y="1750687"/>
                  </a:lnTo>
                  <a:lnTo>
                    <a:pt x="2783172" y="1749190"/>
                  </a:lnTo>
                  <a:lnTo>
                    <a:pt x="2783508" y="1747574"/>
                  </a:lnTo>
                  <a:lnTo>
                    <a:pt x="2783844" y="1745931"/>
                  </a:lnTo>
                  <a:lnTo>
                    <a:pt x="2784181" y="1744615"/>
                  </a:lnTo>
                  <a:lnTo>
                    <a:pt x="2784517" y="1743257"/>
                  </a:lnTo>
                  <a:lnTo>
                    <a:pt x="2784854" y="1741164"/>
                  </a:lnTo>
                  <a:lnTo>
                    <a:pt x="2785190" y="1740371"/>
                  </a:lnTo>
                  <a:lnTo>
                    <a:pt x="2785527" y="1740613"/>
                  </a:lnTo>
                  <a:lnTo>
                    <a:pt x="2785863" y="1741789"/>
                  </a:lnTo>
                  <a:lnTo>
                    <a:pt x="2786200" y="1742925"/>
                  </a:lnTo>
                  <a:lnTo>
                    <a:pt x="2786536" y="1745101"/>
                  </a:lnTo>
                  <a:lnTo>
                    <a:pt x="2786873" y="1747280"/>
                  </a:lnTo>
                  <a:lnTo>
                    <a:pt x="2787209" y="1749241"/>
                  </a:lnTo>
                  <a:lnTo>
                    <a:pt x="2787546" y="1752237"/>
                  </a:lnTo>
                  <a:lnTo>
                    <a:pt x="2787882" y="1755075"/>
                  </a:lnTo>
                  <a:lnTo>
                    <a:pt x="2788218" y="1756705"/>
                  </a:lnTo>
                  <a:lnTo>
                    <a:pt x="2788555" y="1758206"/>
                  </a:lnTo>
                  <a:lnTo>
                    <a:pt x="2788891" y="1759397"/>
                  </a:lnTo>
                  <a:lnTo>
                    <a:pt x="2789228" y="1760668"/>
                  </a:lnTo>
                  <a:lnTo>
                    <a:pt x="2789564" y="1761156"/>
                  </a:lnTo>
                  <a:lnTo>
                    <a:pt x="2789901" y="1761943"/>
                  </a:lnTo>
                  <a:lnTo>
                    <a:pt x="2790237" y="1762694"/>
                  </a:lnTo>
                  <a:lnTo>
                    <a:pt x="2790574" y="1763569"/>
                  </a:lnTo>
                  <a:lnTo>
                    <a:pt x="2790910" y="1764759"/>
                  </a:lnTo>
                  <a:lnTo>
                    <a:pt x="2791247" y="1766116"/>
                  </a:lnTo>
                  <a:lnTo>
                    <a:pt x="2791583" y="1767356"/>
                  </a:lnTo>
                  <a:lnTo>
                    <a:pt x="2791920" y="1768722"/>
                  </a:lnTo>
                  <a:lnTo>
                    <a:pt x="2792256" y="1770673"/>
                  </a:lnTo>
                  <a:lnTo>
                    <a:pt x="2792592" y="1772037"/>
                  </a:lnTo>
                  <a:lnTo>
                    <a:pt x="2792929" y="1773513"/>
                  </a:lnTo>
                  <a:lnTo>
                    <a:pt x="2793265" y="1774605"/>
                  </a:lnTo>
                  <a:lnTo>
                    <a:pt x="2793602" y="1775416"/>
                  </a:lnTo>
                  <a:lnTo>
                    <a:pt x="2793938" y="1776439"/>
                  </a:lnTo>
                  <a:lnTo>
                    <a:pt x="2794275" y="1777937"/>
                  </a:lnTo>
                  <a:lnTo>
                    <a:pt x="2794611" y="1779478"/>
                  </a:lnTo>
                  <a:lnTo>
                    <a:pt x="2794948" y="1781024"/>
                  </a:lnTo>
                  <a:lnTo>
                    <a:pt x="2795284" y="1782199"/>
                  </a:lnTo>
                  <a:lnTo>
                    <a:pt x="2795621" y="1782496"/>
                  </a:lnTo>
                  <a:lnTo>
                    <a:pt x="2795957" y="1781973"/>
                  </a:lnTo>
                  <a:lnTo>
                    <a:pt x="2796294" y="1781811"/>
                  </a:lnTo>
                  <a:lnTo>
                    <a:pt x="2796630" y="1782151"/>
                  </a:lnTo>
                  <a:lnTo>
                    <a:pt x="2796966" y="1782444"/>
                  </a:lnTo>
                  <a:lnTo>
                    <a:pt x="2797303" y="1782527"/>
                  </a:lnTo>
                  <a:lnTo>
                    <a:pt x="2797639" y="1782972"/>
                  </a:lnTo>
                  <a:lnTo>
                    <a:pt x="2797976" y="1783378"/>
                  </a:lnTo>
                  <a:lnTo>
                    <a:pt x="2798312" y="1786086"/>
                  </a:lnTo>
                  <a:lnTo>
                    <a:pt x="2798649" y="1789211"/>
                  </a:lnTo>
                  <a:lnTo>
                    <a:pt x="2798985" y="1793299"/>
                  </a:lnTo>
                  <a:lnTo>
                    <a:pt x="2799322" y="1795636"/>
                  </a:lnTo>
                  <a:lnTo>
                    <a:pt x="2799658" y="1797283"/>
                  </a:lnTo>
                  <a:lnTo>
                    <a:pt x="2799995" y="1797469"/>
                  </a:lnTo>
                  <a:lnTo>
                    <a:pt x="2800331" y="1797154"/>
                  </a:lnTo>
                  <a:lnTo>
                    <a:pt x="2800667" y="1797197"/>
                  </a:lnTo>
                  <a:lnTo>
                    <a:pt x="2801004" y="1798294"/>
                  </a:lnTo>
                  <a:lnTo>
                    <a:pt x="2801340" y="1799688"/>
                  </a:lnTo>
                  <a:lnTo>
                    <a:pt x="2801677" y="1801110"/>
                  </a:lnTo>
                  <a:lnTo>
                    <a:pt x="2802013" y="1802943"/>
                  </a:lnTo>
                  <a:lnTo>
                    <a:pt x="2802350" y="1806105"/>
                  </a:lnTo>
                  <a:lnTo>
                    <a:pt x="2802686" y="1809522"/>
                  </a:lnTo>
                  <a:lnTo>
                    <a:pt x="2803023" y="1813140"/>
                  </a:lnTo>
                  <a:lnTo>
                    <a:pt x="2803359" y="1816565"/>
                  </a:lnTo>
                  <a:lnTo>
                    <a:pt x="2803696" y="1820105"/>
                  </a:lnTo>
                  <a:lnTo>
                    <a:pt x="2804032" y="1823581"/>
                  </a:lnTo>
                  <a:lnTo>
                    <a:pt x="2804369" y="1827463"/>
                  </a:lnTo>
                  <a:lnTo>
                    <a:pt x="2804705" y="1832243"/>
                  </a:lnTo>
                  <a:lnTo>
                    <a:pt x="2805041" y="1837841"/>
                  </a:lnTo>
                  <a:lnTo>
                    <a:pt x="2805378" y="1844566"/>
                  </a:lnTo>
                  <a:lnTo>
                    <a:pt x="2805714" y="1851203"/>
                  </a:lnTo>
                  <a:lnTo>
                    <a:pt x="2806051" y="1859110"/>
                  </a:lnTo>
                  <a:lnTo>
                    <a:pt x="2806387" y="1867001"/>
                  </a:lnTo>
                  <a:lnTo>
                    <a:pt x="2806724" y="1874552"/>
                  </a:lnTo>
                  <a:lnTo>
                    <a:pt x="2807060" y="1881867"/>
                  </a:lnTo>
                  <a:lnTo>
                    <a:pt x="2807397" y="1890725"/>
                  </a:lnTo>
                  <a:lnTo>
                    <a:pt x="2807733" y="1899445"/>
                  </a:lnTo>
                  <a:lnTo>
                    <a:pt x="2808070" y="1907937"/>
                  </a:lnTo>
                  <a:lnTo>
                    <a:pt x="2808406" y="1916005"/>
                  </a:lnTo>
                  <a:lnTo>
                    <a:pt x="2808743" y="1923850"/>
                  </a:lnTo>
                  <a:lnTo>
                    <a:pt x="2809079" y="1931013"/>
                  </a:lnTo>
                  <a:lnTo>
                    <a:pt x="2809415" y="1937428"/>
                  </a:lnTo>
                  <a:lnTo>
                    <a:pt x="2809752" y="1943643"/>
                  </a:lnTo>
                  <a:lnTo>
                    <a:pt x="2810088" y="1948026"/>
                  </a:lnTo>
                  <a:lnTo>
                    <a:pt x="2810425" y="1952174"/>
                  </a:lnTo>
                  <a:lnTo>
                    <a:pt x="2810761" y="1956240"/>
                  </a:lnTo>
                  <a:lnTo>
                    <a:pt x="2811098" y="1960313"/>
                  </a:lnTo>
                  <a:lnTo>
                    <a:pt x="2811434" y="1964225"/>
                  </a:lnTo>
                  <a:lnTo>
                    <a:pt x="2811771" y="1967812"/>
                  </a:lnTo>
                  <a:lnTo>
                    <a:pt x="2812107" y="1970954"/>
                  </a:lnTo>
                  <a:lnTo>
                    <a:pt x="2812444" y="1974190"/>
                  </a:lnTo>
                  <a:lnTo>
                    <a:pt x="2812780" y="1976704"/>
                  </a:lnTo>
                  <a:lnTo>
                    <a:pt x="2813117" y="1979090"/>
                  </a:lnTo>
                  <a:lnTo>
                    <a:pt x="2813453" y="1981854"/>
                  </a:lnTo>
                  <a:lnTo>
                    <a:pt x="2813789" y="1984503"/>
                  </a:lnTo>
                  <a:lnTo>
                    <a:pt x="2814126" y="1986975"/>
                  </a:lnTo>
                  <a:lnTo>
                    <a:pt x="2814462" y="1989260"/>
                  </a:lnTo>
                  <a:lnTo>
                    <a:pt x="2814799" y="1991364"/>
                  </a:lnTo>
                  <a:lnTo>
                    <a:pt x="2815135" y="1993293"/>
                  </a:lnTo>
                  <a:lnTo>
                    <a:pt x="2815472" y="1995467"/>
                  </a:lnTo>
                  <a:lnTo>
                    <a:pt x="2815808" y="1997994"/>
                  </a:lnTo>
                  <a:lnTo>
                    <a:pt x="2816145" y="2000567"/>
                  </a:lnTo>
                  <a:lnTo>
                    <a:pt x="2816481" y="2003236"/>
                  </a:lnTo>
                  <a:lnTo>
                    <a:pt x="2816818" y="2006273"/>
                  </a:lnTo>
                  <a:lnTo>
                    <a:pt x="2817154" y="2008291"/>
                  </a:lnTo>
                  <a:lnTo>
                    <a:pt x="2817491" y="2010700"/>
                  </a:lnTo>
                  <a:lnTo>
                    <a:pt x="2817827" y="2013679"/>
                  </a:lnTo>
                  <a:lnTo>
                    <a:pt x="2818163" y="2016371"/>
                  </a:lnTo>
                  <a:lnTo>
                    <a:pt x="2818500" y="2019336"/>
                  </a:lnTo>
                  <a:lnTo>
                    <a:pt x="2818836" y="2021845"/>
                  </a:lnTo>
                  <a:lnTo>
                    <a:pt x="2819173" y="2025348"/>
                  </a:lnTo>
                  <a:lnTo>
                    <a:pt x="2819509" y="2029146"/>
                  </a:lnTo>
                  <a:lnTo>
                    <a:pt x="2819846" y="2032387"/>
                  </a:lnTo>
                  <a:lnTo>
                    <a:pt x="2820182" y="2035753"/>
                  </a:lnTo>
                  <a:lnTo>
                    <a:pt x="2820519" y="2039338"/>
                  </a:lnTo>
                  <a:lnTo>
                    <a:pt x="2820855" y="2043017"/>
                  </a:lnTo>
                  <a:lnTo>
                    <a:pt x="2821192" y="2046874"/>
                  </a:lnTo>
                  <a:lnTo>
                    <a:pt x="2821528" y="2052409"/>
                  </a:lnTo>
                  <a:lnTo>
                    <a:pt x="2821865" y="2056889"/>
                  </a:lnTo>
                  <a:lnTo>
                    <a:pt x="2822201" y="2063030"/>
                  </a:lnTo>
                  <a:lnTo>
                    <a:pt x="2822537" y="2069071"/>
                  </a:lnTo>
                  <a:lnTo>
                    <a:pt x="2822874" y="2075153"/>
                  </a:lnTo>
                  <a:lnTo>
                    <a:pt x="2823210" y="2079936"/>
                  </a:lnTo>
                  <a:lnTo>
                    <a:pt x="2823547" y="2084780"/>
                  </a:lnTo>
                  <a:lnTo>
                    <a:pt x="2823883" y="2089848"/>
                  </a:lnTo>
                  <a:lnTo>
                    <a:pt x="2824220" y="2094947"/>
                  </a:lnTo>
                  <a:lnTo>
                    <a:pt x="2824556" y="2100013"/>
                  </a:lnTo>
                  <a:lnTo>
                    <a:pt x="2824893" y="2104514"/>
                  </a:lnTo>
                  <a:lnTo>
                    <a:pt x="2825229" y="2110303"/>
                  </a:lnTo>
                  <a:lnTo>
                    <a:pt x="2825566" y="2115501"/>
                  </a:lnTo>
                  <a:lnTo>
                    <a:pt x="2825902" y="2120354"/>
                  </a:lnTo>
                  <a:lnTo>
                    <a:pt x="2826239" y="2124641"/>
                  </a:lnTo>
                  <a:lnTo>
                    <a:pt x="2826575" y="2128119"/>
                  </a:lnTo>
                  <a:lnTo>
                    <a:pt x="2826911" y="2131417"/>
                  </a:lnTo>
                  <a:lnTo>
                    <a:pt x="2827248" y="2135102"/>
                  </a:lnTo>
                  <a:lnTo>
                    <a:pt x="2827584" y="2141073"/>
                  </a:lnTo>
                  <a:lnTo>
                    <a:pt x="2827921" y="2146965"/>
                  </a:lnTo>
                  <a:lnTo>
                    <a:pt x="2828257" y="2153449"/>
                  </a:lnTo>
                  <a:lnTo>
                    <a:pt x="2828594" y="2160315"/>
                  </a:lnTo>
                  <a:lnTo>
                    <a:pt x="2828930" y="2166409"/>
                  </a:lnTo>
                  <a:lnTo>
                    <a:pt x="2829267" y="2171891"/>
                  </a:lnTo>
                  <a:lnTo>
                    <a:pt x="2829603" y="2177298"/>
                  </a:lnTo>
                  <a:lnTo>
                    <a:pt x="2829940" y="2182683"/>
                  </a:lnTo>
                  <a:lnTo>
                    <a:pt x="2830276" y="2188865"/>
                  </a:lnTo>
                  <a:lnTo>
                    <a:pt x="2830612" y="2195442"/>
                  </a:lnTo>
                  <a:lnTo>
                    <a:pt x="2830949" y="2202268"/>
                  </a:lnTo>
                  <a:lnTo>
                    <a:pt x="2831285" y="2209321"/>
                  </a:lnTo>
                  <a:lnTo>
                    <a:pt x="2831622" y="2216422"/>
                  </a:lnTo>
                  <a:lnTo>
                    <a:pt x="2831958" y="2223258"/>
                  </a:lnTo>
                  <a:lnTo>
                    <a:pt x="2832295" y="2229477"/>
                  </a:lnTo>
                  <a:lnTo>
                    <a:pt x="2832631" y="2234941"/>
                  </a:lnTo>
                  <a:lnTo>
                    <a:pt x="2832968" y="2239922"/>
                  </a:lnTo>
                  <a:lnTo>
                    <a:pt x="2833304" y="2244222"/>
                  </a:lnTo>
                  <a:lnTo>
                    <a:pt x="2833641" y="2247966"/>
                  </a:lnTo>
                  <a:lnTo>
                    <a:pt x="2833977" y="2251648"/>
                  </a:lnTo>
                  <a:lnTo>
                    <a:pt x="2834314" y="2257213"/>
                  </a:lnTo>
                  <a:lnTo>
                    <a:pt x="2834650" y="2262349"/>
                  </a:lnTo>
                  <a:lnTo>
                    <a:pt x="2834986" y="2267123"/>
                  </a:lnTo>
                  <a:lnTo>
                    <a:pt x="2835323" y="2271590"/>
                  </a:lnTo>
                  <a:lnTo>
                    <a:pt x="2835659" y="2273508"/>
                  </a:lnTo>
                  <a:lnTo>
                    <a:pt x="2835996" y="2274470"/>
                  </a:lnTo>
                  <a:lnTo>
                    <a:pt x="2836332" y="2274257"/>
                  </a:lnTo>
                  <a:lnTo>
                    <a:pt x="2836669" y="2274071"/>
                  </a:lnTo>
                  <a:lnTo>
                    <a:pt x="2837005" y="2274190"/>
                  </a:lnTo>
                  <a:lnTo>
                    <a:pt x="2837342" y="2274848"/>
                  </a:lnTo>
                  <a:lnTo>
                    <a:pt x="2837678" y="2276040"/>
                  </a:lnTo>
                  <a:lnTo>
                    <a:pt x="2838015" y="2276952"/>
                  </a:lnTo>
                  <a:lnTo>
                    <a:pt x="2838351" y="2278027"/>
                  </a:lnTo>
                  <a:lnTo>
                    <a:pt x="2838688" y="2279240"/>
                  </a:lnTo>
                  <a:lnTo>
                    <a:pt x="2839024" y="2280788"/>
                  </a:lnTo>
                  <a:lnTo>
                    <a:pt x="2839360" y="2282576"/>
                  </a:lnTo>
                  <a:lnTo>
                    <a:pt x="2839697" y="2284706"/>
                  </a:lnTo>
                  <a:lnTo>
                    <a:pt x="2840033" y="2286986"/>
                  </a:lnTo>
                  <a:lnTo>
                    <a:pt x="2840370" y="2289349"/>
                  </a:lnTo>
                  <a:lnTo>
                    <a:pt x="2840706" y="2291607"/>
                  </a:lnTo>
                  <a:lnTo>
                    <a:pt x="2841043" y="2294232"/>
                  </a:lnTo>
                  <a:lnTo>
                    <a:pt x="2841379" y="2298212"/>
                  </a:lnTo>
                  <a:lnTo>
                    <a:pt x="2841716" y="2301973"/>
                  </a:lnTo>
                  <a:lnTo>
                    <a:pt x="2842052" y="2305495"/>
                  </a:lnTo>
                  <a:lnTo>
                    <a:pt x="2842389" y="2308578"/>
                  </a:lnTo>
                  <a:lnTo>
                    <a:pt x="2842725" y="2311802"/>
                  </a:lnTo>
                  <a:lnTo>
                    <a:pt x="2843062" y="2315132"/>
                  </a:lnTo>
                  <a:lnTo>
                    <a:pt x="2843398" y="2318387"/>
                  </a:lnTo>
                  <a:lnTo>
                    <a:pt x="2843734" y="2323476"/>
                  </a:lnTo>
                  <a:lnTo>
                    <a:pt x="2844071" y="2328518"/>
                  </a:lnTo>
                  <a:lnTo>
                    <a:pt x="2844407" y="2333354"/>
                  </a:lnTo>
                  <a:lnTo>
                    <a:pt x="2844744" y="2337456"/>
                  </a:lnTo>
                  <a:lnTo>
                    <a:pt x="2845080" y="2341087"/>
                  </a:lnTo>
                  <a:lnTo>
                    <a:pt x="2845417" y="2344571"/>
                  </a:lnTo>
                  <a:lnTo>
                    <a:pt x="2845753" y="2347741"/>
                  </a:lnTo>
                  <a:lnTo>
                    <a:pt x="2846090" y="2350584"/>
                  </a:lnTo>
                  <a:lnTo>
                    <a:pt x="2846426" y="2352803"/>
                  </a:lnTo>
                  <a:lnTo>
                    <a:pt x="2846763" y="2355367"/>
                  </a:lnTo>
                  <a:lnTo>
                    <a:pt x="2847099" y="2358176"/>
                  </a:lnTo>
                  <a:lnTo>
                    <a:pt x="2847436" y="2361798"/>
                  </a:lnTo>
                  <a:lnTo>
                    <a:pt x="2847772" y="2365883"/>
                  </a:lnTo>
                  <a:lnTo>
                    <a:pt x="2848108" y="2370433"/>
                  </a:lnTo>
                  <a:lnTo>
                    <a:pt x="2848445" y="2374827"/>
                  </a:lnTo>
                  <a:lnTo>
                    <a:pt x="2848781" y="2378847"/>
                  </a:lnTo>
                  <a:lnTo>
                    <a:pt x="2849118" y="2382443"/>
                  </a:lnTo>
                  <a:lnTo>
                    <a:pt x="2849454" y="2385347"/>
                  </a:lnTo>
                  <a:lnTo>
                    <a:pt x="2849791" y="2388298"/>
                  </a:lnTo>
                  <a:lnTo>
                    <a:pt x="2850127" y="2391508"/>
                  </a:lnTo>
                  <a:lnTo>
                    <a:pt x="2850464" y="2394927"/>
                  </a:lnTo>
                  <a:lnTo>
                    <a:pt x="2850800" y="2398377"/>
                  </a:lnTo>
                  <a:lnTo>
                    <a:pt x="2851137" y="2401688"/>
                  </a:lnTo>
                  <a:lnTo>
                    <a:pt x="2851473" y="2404280"/>
                  </a:lnTo>
                  <a:lnTo>
                    <a:pt x="2851810" y="2406571"/>
                  </a:lnTo>
                  <a:lnTo>
                    <a:pt x="2852146" y="2410315"/>
                  </a:lnTo>
                  <a:lnTo>
                    <a:pt x="2852482" y="2412887"/>
                  </a:lnTo>
                  <a:lnTo>
                    <a:pt x="2852819" y="2414490"/>
                  </a:lnTo>
                  <a:lnTo>
                    <a:pt x="2853155" y="2415335"/>
                  </a:lnTo>
                  <a:lnTo>
                    <a:pt x="2853492" y="2416336"/>
                  </a:lnTo>
                  <a:lnTo>
                    <a:pt x="2853828" y="2417278"/>
                  </a:lnTo>
                  <a:lnTo>
                    <a:pt x="2854165" y="2418225"/>
                  </a:lnTo>
                  <a:lnTo>
                    <a:pt x="2854501" y="2419713"/>
                  </a:lnTo>
                  <a:lnTo>
                    <a:pt x="2854838" y="2421773"/>
                  </a:lnTo>
                  <a:lnTo>
                    <a:pt x="2855174" y="2423603"/>
                  </a:lnTo>
                  <a:lnTo>
                    <a:pt x="2855511" y="2425062"/>
                  </a:lnTo>
                  <a:lnTo>
                    <a:pt x="2855847" y="2426472"/>
                  </a:lnTo>
                  <a:lnTo>
                    <a:pt x="2856184" y="2428351"/>
                  </a:lnTo>
                  <a:lnTo>
                    <a:pt x="2856520" y="2430656"/>
                  </a:lnTo>
                  <a:lnTo>
                    <a:pt x="2856856" y="2432942"/>
                  </a:lnTo>
                  <a:lnTo>
                    <a:pt x="2857193" y="2434890"/>
                  </a:lnTo>
                  <a:lnTo>
                    <a:pt x="2857529" y="2436899"/>
                  </a:lnTo>
                  <a:lnTo>
                    <a:pt x="2857866" y="2438504"/>
                  </a:lnTo>
                  <a:lnTo>
                    <a:pt x="2858202" y="2439874"/>
                  </a:lnTo>
                  <a:lnTo>
                    <a:pt x="2858539" y="2440860"/>
                  </a:lnTo>
                  <a:lnTo>
                    <a:pt x="2858875" y="2441843"/>
                  </a:lnTo>
                  <a:lnTo>
                    <a:pt x="2859212" y="2442798"/>
                  </a:lnTo>
                  <a:lnTo>
                    <a:pt x="2859548" y="2443657"/>
                  </a:lnTo>
                  <a:lnTo>
                    <a:pt x="2859885" y="2444302"/>
                  </a:lnTo>
                  <a:lnTo>
                    <a:pt x="2860221" y="2444446"/>
                  </a:lnTo>
                  <a:lnTo>
                    <a:pt x="2860558" y="2444963"/>
                  </a:lnTo>
                  <a:lnTo>
                    <a:pt x="2860894" y="2445603"/>
                  </a:lnTo>
                  <a:lnTo>
                    <a:pt x="2861230" y="2445897"/>
                  </a:lnTo>
                  <a:lnTo>
                    <a:pt x="2861567" y="2445768"/>
                  </a:lnTo>
                  <a:lnTo>
                    <a:pt x="2861903" y="2445416"/>
                  </a:lnTo>
                  <a:lnTo>
                    <a:pt x="2862240" y="2444819"/>
                  </a:lnTo>
                  <a:lnTo>
                    <a:pt x="2862576" y="2444417"/>
                  </a:lnTo>
                  <a:lnTo>
                    <a:pt x="2862913" y="2444374"/>
                  </a:lnTo>
                  <a:lnTo>
                    <a:pt x="2863249" y="2445092"/>
                  </a:lnTo>
                  <a:lnTo>
                    <a:pt x="2863586" y="2446529"/>
                  </a:lnTo>
                  <a:lnTo>
                    <a:pt x="2863922" y="2447901"/>
                  </a:lnTo>
                  <a:lnTo>
                    <a:pt x="2864259" y="2449425"/>
                  </a:lnTo>
                  <a:lnTo>
                    <a:pt x="2864595" y="2450912"/>
                  </a:lnTo>
                  <a:lnTo>
                    <a:pt x="2864931" y="2452823"/>
                  </a:lnTo>
                  <a:lnTo>
                    <a:pt x="2865268" y="2455136"/>
                  </a:lnTo>
                  <a:lnTo>
                    <a:pt x="2865604" y="2457212"/>
                  </a:lnTo>
                  <a:lnTo>
                    <a:pt x="2865941" y="2459260"/>
                  </a:lnTo>
                  <a:lnTo>
                    <a:pt x="2866277" y="2461336"/>
                  </a:lnTo>
                  <a:lnTo>
                    <a:pt x="2866614" y="2463994"/>
                  </a:lnTo>
                  <a:lnTo>
                    <a:pt x="2866950" y="2467249"/>
                  </a:lnTo>
                  <a:lnTo>
                    <a:pt x="2867287" y="2471085"/>
                  </a:lnTo>
                  <a:lnTo>
                    <a:pt x="2867623" y="2474972"/>
                  </a:lnTo>
                  <a:lnTo>
                    <a:pt x="2867960" y="2478499"/>
                  </a:lnTo>
                  <a:lnTo>
                    <a:pt x="2868296" y="2481481"/>
                  </a:lnTo>
                  <a:lnTo>
                    <a:pt x="2868633" y="2484060"/>
                  </a:lnTo>
                  <a:lnTo>
                    <a:pt x="2868969" y="2486740"/>
                  </a:lnTo>
                  <a:lnTo>
                    <a:pt x="2869305" y="2489527"/>
                  </a:lnTo>
                  <a:lnTo>
                    <a:pt x="2869642" y="2491432"/>
                  </a:lnTo>
                  <a:lnTo>
                    <a:pt x="2869978" y="2493115"/>
                  </a:lnTo>
                  <a:lnTo>
                    <a:pt x="2870315" y="2494436"/>
                  </a:lnTo>
                  <a:lnTo>
                    <a:pt x="2870651" y="2495691"/>
                  </a:lnTo>
                  <a:lnTo>
                    <a:pt x="2870988" y="2496831"/>
                  </a:lnTo>
                  <a:lnTo>
                    <a:pt x="2871324" y="2497914"/>
                  </a:lnTo>
                  <a:lnTo>
                    <a:pt x="2871661" y="2498787"/>
                  </a:lnTo>
                  <a:lnTo>
                    <a:pt x="2871997" y="2499435"/>
                  </a:lnTo>
                  <a:lnTo>
                    <a:pt x="2872334" y="2499879"/>
                  </a:lnTo>
                  <a:lnTo>
                    <a:pt x="2872670" y="2500328"/>
                  </a:lnTo>
                  <a:lnTo>
                    <a:pt x="2873007" y="2500428"/>
                  </a:lnTo>
                  <a:lnTo>
                    <a:pt x="2873343" y="2500043"/>
                  </a:lnTo>
                  <a:lnTo>
                    <a:pt x="2873679" y="2499641"/>
                  </a:lnTo>
                  <a:lnTo>
                    <a:pt x="2874016" y="2499004"/>
                  </a:lnTo>
                  <a:lnTo>
                    <a:pt x="2874352" y="2498327"/>
                  </a:lnTo>
                  <a:lnTo>
                    <a:pt x="2874689" y="2497533"/>
                  </a:lnTo>
                  <a:lnTo>
                    <a:pt x="2875025" y="2496458"/>
                  </a:lnTo>
                  <a:lnTo>
                    <a:pt x="2875362" y="2495348"/>
                  </a:lnTo>
                  <a:lnTo>
                    <a:pt x="2875698" y="2494793"/>
                  </a:lnTo>
                  <a:lnTo>
                    <a:pt x="2876035" y="2494182"/>
                  </a:lnTo>
                  <a:lnTo>
                    <a:pt x="2876371" y="2493525"/>
                  </a:lnTo>
                  <a:lnTo>
                    <a:pt x="2876708" y="2492789"/>
                  </a:lnTo>
                  <a:lnTo>
                    <a:pt x="2877044" y="2491988"/>
                  </a:lnTo>
                  <a:lnTo>
                    <a:pt x="2877381" y="2491237"/>
                  </a:lnTo>
                  <a:lnTo>
                    <a:pt x="2877717" y="2490815"/>
                  </a:lnTo>
                  <a:lnTo>
                    <a:pt x="2878053" y="2490741"/>
                  </a:lnTo>
                  <a:lnTo>
                    <a:pt x="2878390" y="2490801"/>
                  </a:lnTo>
                  <a:lnTo>
                    <a:pt x="2878726" y="2490739"/>
                  </a:lnTo>
                  <a:lnTo>
                    <a:pt x="2879063" y="2490871"/>
                  </a:lnTo>
                  <a:lnTo>
                    <a:pt x="2879399" y="2490896"/>
                  </a:lnTo>
                  <a:lnTo>
                    <a:pt x="2879736" y="2491144"/>
                  </a:lnTo>
                  <a:lnTo>
                    <a:pt x="2880072" y="2492276"/>
                  </a:lnTo>
                  <a:lnTo>
                    <a:pt x="2880409" y="2493769"/>
                  </a:lnTo>
                  <a:lnTo>
                    <a:pt x="2880745" y="2494691"/>
                  </a:lnTo>
                  <a:lnTo>
                    <a:pt x="2881082" y="2495760"/>
                  </a:lnTo>
                  <a:lnTo>
                    <a:pt x="2881418" y="2497332"/>
                  </a:lnTo>
                  <a:lnTo>
                    <a:pt x="2881755" y="2498991"/>
                  </a:lnTo>
                  <a:lnTo>
                    <a:pt x="2882091" y="2500618"/>
                  </a:lnTo>
                  <a:lnTo>
                    <a:pt x="2882427" y="2502245"/>
                  </a:lnTo>
                  <a:lnTo>
                    <a:pt x="2882764" y="2503627"/>
                  </a:lnTo>
                  <a:lnTo>
                    <a:pt x="2883100" y="2504803"/>
                  </a:lnTo>
                  <a:lnTo>
                    <a:pt x="2883437" y="2505907"/>
                  </a:lnTo>
                  <a:lnTo>
                    <a:pt x="2883773" y="2506690"/>
                  </a:lnTo>
                  <a:lnTo>
                    <a:pt x="2884110" y="2507255"/>
                  </a:lnTo>
                  <a:lnTo>
                    <a:pt x="2884446" y="2507740"/>
                  </a:lnTo>
                  <a:lnTo>
                    <a:pt x="2884783" y="2507661"/>
                  </a:lnTo>
                  <a:lnTo>
                    <a:pt x="2885119" y="2507089"/>
                  </a:lnTo>
                  <a:lnTo>
                    <a:pt x="2885456" y="2506760"/>
                  </a:lnTo>
                  <a:lnTo>
                    <a:pt x="2885792" y="2506471"/>
                  </a:lnTo>
                  <a:lnTo>
                    <a:pt x="2886129" y="2506528"/>
                  </a:lnTo>
                  <a:lnTo>
                    <a:pt x="2886465" y="2505508"/>
                  </a:lnTo>
                  <a:lnTo>
                    <a:pt x="2886801" y="2504538"/>
                  </a:lnTo>
                  <a:lnTo>
                    <a:pt x="2887138" y="2503461"/>
                  </a:lnTo>
                  <a:lnTo>
                    <a:pt x="2887474" y="2502362"/>
                  </a:lnTo>
                  <a:lnTo>
                    <a:pt x="2887811" y="2501169"/>
                  </a:lnTo>
                  <a:lnTo>
                    <a:pt x="2888147" y="2499854"/>
                  </a:lnTo>
                  <a:lnTo>
                    <a:pt x="2888484" y="2498482"/>
                  </a:lnTo>
                  <a:lnTo>
                    <a:pt x="2888820" y="2497462"/>
                  </a:lnTo>
                  <a:lnTo>
                    <a:pt x="2889157" y="2496743"/>
                  </a:lnTo>
                  <a:lnTo>
                    <a:pt x="2889493" y="2496989"/>
                  </a:lnTo>
                  <a:lnTo>
                    <a:pt x="2889830" y="2498155"/>
                  </a:lnTo>
                  <a:lnTo>
                    <a:pt x="2890166" y="2499594"/>
                  </a:lnTo>
                  <a:lnTo>
                    <a:pt x="2890503" y="2501323"/>
                  </a:lnTo>
                  <a:lnTo>
                    <a:pt x="2890839" y="2502912"/>
                  </a:lnTo>
                  <a:lnTo>
                    <a:pt x="2891175" y="2504646"/>
                  </a:lnTo>
                  <a:lnTo>
                    <a:pt x="2891512" y="2506560"/>
                  </a:lnTo>
                  <a:lnTo>
                    <a:pt x="2891848" y="2508054"/>
                  </a:lnTo>
                  <a:lnTo>
                    <a:pt x="2892185" y="2509738"/>
                  </a:lnTo>
                  <a:lnTo>
                    <a:pt x="2892521" y="2511742"/>
                  </a:lnTo>
                  <a:lnTo>
                    <a:pt x="2892858" y="2514357"/>
                  </a:lnTo>
                  <a:lnTo>
                    <a:pt x="2893194" y="2517289"/>
                  </a:lnTo>
                  <a:lnTo>
                    <a:pt x="2893531" y="2520594"/>
                  </a:lnTo>
                  <a:lnTo>
                    <a:pt x="2893867" y="2524209"/>
                  </a:lnTo>
                  <a:lnTo>
                    <a:pt x="2894204" y="2528118"/>
                  </a:lnTo>
                  <a:lnTo>
                    <a:pt x="2894540" y="2531918"/>
                  </a:lnTo>
                  <a:lnTo>
                    <a:pt x="2894877" y="2534880"/>
                  </a:lnTo>
                  <a:lnTo>
                    <a:pt x="2895213" y="2537279"/>
                  </a:lnTo>
                  <a:lnTo>
                    <a:pt x="2895549" y="2539598"/>
                  </a:lnTo>
                  <a:lnTo>
                    <a:pt x="2895886" y="2541466"/>
                  </a:lnTo>
                  <a:lnTo>
                    <a:pt x="2896222" y="2543585"/>
                  </a:lnTo>
                  <a:lnTo>
                    <a:pt x="2896559" y="2545841"/>
                  </a:lnTo>
                  <a:lnTo>
                    <a:pt x="2896895" y="2548262"/>
                  </a:lnTo>
                  <a:lnTo>
                    <a:pt x="2897232" y="2550791"/>
                  </a:lnTo>
                  <a:lnTo>
                    <a:pt x="2897568" y="2552219"/>
                  </a:lnTo>
                  <a:lnTo>
                    <a:pt x="2897905" y="2553043"/>
                  </a:lnTo>
                  <a:lnTo>
                    <a:pt x="2898241" y="2553810"/>
                  </a:lnTo>
                  <a:lnTo>
                    <a:pt x="2898578" y="2554712"/>
                  </a:lnTo>
                  <a:lnTo>
                    <a:pt x="2898914" y="2555655"/>
                  </a:lnTo>
                  <a:lnTo>
                    <a:pt x="2899250" y="2556689"/>
                  </a:lnTo>
                  <a:lnTo>
                    <a:pt x="2899587" y="2557888"/>
                  </a:lnTo>
                  <a:lnTo>
                    <a:pt x="2899923" y="2559446"/>
                  </a:lnTo>
                  <a:lnTo>
                    <a:pt x="2900260" y="2561368"/>
                  </a:lnTo>
                  <a:lnTo>
                    <a:pt x="2900596" y="2563444"/>
                  </a:lnTo>
                  <a:lnTo>
                    <a:pt x="2900933" y="2565644"/>
                  </a:lnTo>
                  <a:lnTo>
                    <a:pt x="2901269" y="2567914"/>
                  </a:lnTo>
                  <a:lnTo>
                    <a:pt x="2901606" y="2570259"/>
                  </a:lnTo>
                  <a:lnTo>
                    <a:pt x="2901942" y="2572766"/>
                  </a:lnTo>
                  <a:lnTo>
                    <a:pt x="2902279" y="2575313"/>
                  </a:lnTo>
                  <a:lnTo>
                    <a:pt x="2902615" y="2577772"/>
                  </a:lnTo>
                  <a:lnTo>
                    <a:pt x="2902952" y="2580912"/>
                  </a:lnTo>
                  <a:lnTo>
                    <a:pt x="2903288" y="2584054"/>
                  </a:lnTo>
                  <a:lnTo>
                    <a:pt x="2903624" y="2587861"/>
                  </a:lnTo>
                  <a:lnTo>
                    <a:pt x="2903961" y="2591224"/>
                  </a:lnTo>
                  <a:lnTo>
                    <a:pt x="2904297" y="2593968"/>
                  </a:lnTo>
                  <a:lnTo>
                    <a:pt x="2904634" y="2596253"/>
                  </a:lnTo>
                  <a:lnTo>
                    <a:pt x="2904970" y="2598056"/>
                  </a:lnTo>
                  <a:lnTo>
                    <a:pt x="2905307" y="2599443"/>
                  </a:lnTo>
                  <a:lnTo>
                    <a:pt x="2905643" y="2600772"/>
                  </a:lnTo>
                  <a:lnTo>
                    <a:pt x="2905980" y="2602180"/>
                  </a:lnTo>
                  <a:lnTo>
                    <a:pt x="2906316" y="2603484"/>
                  </a:lnTo>
                  <a:lnTo>
                    <a:pt x="2906653" y="2604633"/>
                  </a:lnTo>
                  <a:lnTo>
                    <a:pt x="2906989" y="2605704"/>
                  </a:lnTo>
                  <a:lnTo>
                    <a:pt x="2907326" y="2606546"/>
                  </a:lnTo>
                  <a:lnTo>
                    <a:pt x="2907662" y="2607338"/>
                  </a:lnTo>
                  <a:lnTo>
                    <a:pt x="2907998" y="2608273"/>
                  </a:lnTo>
                  <a:lnTo>
                    <a:pt x="2908335" y="2609229"/>
                  </a:lnTo>
                  <a:lnTo>
                    <a:pt x="2908671" y="2609702"/>
                  </a:lnTo>
                  <a:lnTo>
                    <a:pt x="2909008" y="2610206"/>
                  </a:lnTo>
                  <a:lnTo>
                    <a:pt x="2909344" y="2610557"/>
                  </a:lnTo>
                  <a:lnTo>
                    <a:pt x="2909681" y="2610803"/>
                  </a:lnTo>
                  <a:lnTo>
                    <a:pt x="2910017" y="2611080"/>
                  </a:lnTo>
                  <a:lnTo>
                    <a:pt x="2910354" y="2611394"/>
                  </a:lnTo>
                  <a:lnTo>
                    <a:pt x="2910690" y="2611651"/>
                  </a:lnTo>
                  <a:lnTo>
                    <a:pt x="2911027" y="2611499"/>
                  </a:lnTo>
                  <a:lnTo>
                    <a:pt x="2911363" y="2611140"/>
                  </a:lnTo>
                  <a:lnTo>
                    <a:pt x="2911700" y="2610706"/>
                  </a:lnTo>
                  <a:lnTo>
                    <a:pt x="2912036" y="2610114"/>
                  </a:lnTo>
                  <a:lnTo>
                    <a:pt x="2912372" y="2608884"/>
                  </a:lnTo>
                  <a:lnTo>
                    <a:pt x="2912709" y="2607396"/>
                  </a:lnTo>
                  <a:lnTo>
                    <a:pt x="2913045" y="2605548"/>
                  </a:lnTo>
                  <a:lnTo>
                    <a:pt x="2913382" y="2603632"/>
                  </a:lnTo>
                  <a:lnTo>
                    <a:pt x="2913718" y="2601740"/>
                  </a:lnTo>
                  <a:lnTo>
                    <a:pt x="2914055" y="2599618"/>
                  </a:lnTo>
                  <a:lnTo>
                    <a:pt x="2914391" y="2598131"/>
                  </a:lnTo>
                  <a:lnTo>
                    <a:pt x="2914728" y="2596787"/>
                  </a:lnTo>
                  <a:lnTo>
                    <a:pt x="2915064" y="2595408"/>
                  </a:lnTo>
                  <a:lnTo>
                    <a:pt x="2915401" y="2594187"/>
                  </a:lnTo>
                  <a:lnTo>
                    <a:pt x="2915737" y="2593080"/>
                  </a:lnTo>
                  <a:lnTo>
                    <a:pt x="2916074" y="2592132"/>
                  </a:lnTo>
                  <a:lnTo>
                    <a:pt x="2916410" y="2591334"/>
                  </a:lnTo>
                  <a:lnTo>
                    <a:pt x="2916746" y="2591018"/>
                  </a:lnTo>
                  <a:lnTo>
                    <a:pt x="2917083" y="2591531"/>
                  </a:lnTo>
                  <a:lnTo>
                    <a:pt x="2917419" y="2592177"/>
                  </a:lnTo>
                  <a:lnTo>
                    <a:pt x="2917756" y="2592943"/>
                  </a:lnTo>
                  <a:lnTo>
                    <a:pt x="2918092" y="2593824"/>
                  </a:lnTo>
                  <a:lnTo>
                    <a:pt x="2918429" y="2594818"/>
                  </a:lnTo>
                  <a:lnTo>
                    <a:pt x="2918765" y="2596125"/>
                  </a:lnTo>
                  <a:lnTo>
                    <a:pt x="2919102" y="2597707"/>
                  </a:lnTo>
                  <a:lnTo>
                    <a:pt x="2919438" y="2598501"/>
                  </a:lnTo>
                  <a:lnTo>
                    <a:pt x="2919775" y="2599109"/>
                  </a:lnTo>
                  <a:lnTo>
                    <a:pt x="2920111" y="2599813"/>
                  </a:lnTo>
                  <a:lnTo>
                    <a:pt x="2920448" y="2600431"/>
                  </a:lnTo>
                  <a:lnTo>
                    <a:pt x="2920784" y="2600923"/>
                  </a:lnTo>
                  <a:lnTo>
                    <a:pt x="2921120" y="2601452"/>
                  </a:lnTo>
                  <a:lnTo>
                    <a:pt x="2921457" y="2602082"/>
                  </a:lnTo>
                  <a:lnTo>
                    <a:pt x="2921793" y="2602365"/>
                  </a:lnTo>
                  <a:lnTo>
                    <a:pt x="2922130" y="2601928"/>
                  </a:lnTo>
                  <a:lnTo>
                    <a:pt x="2922466" y="2601390"/>
                  </a:lnTo>
                  <a:lnTo>
                    <a:pt x="2922803" y="2600650"/>
                  </a:lnTo>
                  <a:lnTo>
                    <a:pt x="2923139" y="2599095"/>
                  </a:lnTo>
                  <a:lnTo>
                    <a:pt x="2923476" y="2597269"/>
                  </a:lnTo>
                  <a:lnTo>
                    <a:pt x="2923812" y="2594965"/>
                  </a:lnTo>
                  <a:lnTo>
                    <a:pt x="2924149" y="2592371"/>
                  </a:lnTo>
                  <a:lnTo>
                    <a:pt x="2924485" y="2589598"/>
                  </a:lnTo>
                  <a:lnTo>
                    <a:pt x="2924822" y="2587025"/>
                  </a:lnTo>
                  <a:lnTo>
                    <a:pt x="2925158" y="2584533"/>
                  </a:lnTo>
                  <a:lnTo>
                    <a:pt x="2925494" y="2581665"/>
                  </a:lnTo>
                  <a:lnTo>
                    <a:pt x="2925831" y="2578845"/>
                  </a:lnTo>
                  <a:lnTo>
                    <a:pt x="2926167" y="2575882"/>
                  </a:lnTo>
                  <a:lnTo>
                    <a:pt x="2926504" y="2572454"/>
                  </a:lnTo>
                  <a:lnTo>
                    <a:pt x="2926840" y="2568444"/>
                  </a:lnTo>
                  <a:lnTo>
                    <a:pt x="2927177" y="2564403"/>
                  </a:lnTo>
                  <a:lnTo>
                    <a:pt x="2927513" y="2560886"/>
                  </a:lnTo>
                  <a:lnTo>
                    <a:pt x="2927850" y="2555850"/>
                  </a:lnTo>
                  <a:lnTo>
                    <a:pt x="2928186" y="2550921"/>
                  </a:lnTo>
                  <a:lnTo>
                    <a:pt x="2928523" y="2545971"/>
                  </a:lnTo>
                  <a:lnTo>
                    <a:pt x="2928859" y="2540835"/>
                  </a:lnTo>
                  <a:lnTo>
                    <a:pt x="2929196" y="2535446"/>
                  </a:lnTo>
                  <a:lnTo>
                    <a:pt x="2929532" y="2530626"/>
                  </a:lnTo>
                  <a:lnTo>
                    <a:pt x="2929868" y="2525719"/>
                  </a:lnTo>
                  <a:lnTo>
                    <a:pt x="2930205" y="2521200"/>
                  </a:lnTo>
                  <a:lnTo>
                    <a:pt x="2930541" y="2516990"/>
                  </a:lnTo>
                  <a:lnTo>
                    <a:pt x="2930878" y="2512521"/>
                  </a:lnTo>
                  <a:lnTo>
                    <a:pt x="2931214" y="2508211"/>
                  </a:lnTo>
                  <a:lnTo>
                    <a:pt x="2931551" y="2504460"/>
                  </a:lnTo>
                  <a:lnTo>
                    <a:pt x="2931887" y="2501235"/>
                  </a:lnTo>
                  <a:lnTo>
                    <a:pt x="2932224" y="2498009"/>
                  </a:lnTo>
                  <a:lnTo>
                    <a:pt x="2932560" y="2494496"/>
                  </a:lnTo>
                  <a:lnTo>
                    <a:pt x="2932897" y="2490652"/>
                  </a:lnTo>
                  <a:lnTo>
                    <a:pt x="2933233" y="2486428"/>
                  </a:lnTo>
                  <a:lnTo>
                    <a:pt x="2933569" y="2481787"/>
                  </a:lnTo>
                  <a:lnTo>
                    <a:pt x="2933906" y="2477002"/>
                  </a:lnTo>
                  <a:lnTo>
                    <a:pt x="2934242" y="2472663"/>
                  </a:lnTo>
                  <a:lnTo>
                    <a:pt x="2934579" y="2469102"/>
                  </a:lnTo>
                  <a:lnTo>
                    <a:pt x="2934915" y="2465250"/>
                  </a:lnTo>
                  <a:lnTo>
                    <a:pt x="2935252" y="2460710"/>
                  </a:lnTo>
                  <a:lnTo>
                    <a:pt x="2935588" y="2457098"/>
                  </a:lnTo>
                  <a:lnTo>
                    <a:pt x="2935925" y="2453630"/>
                  </a:lnTo>
                  <a:lnTo>
                    <a:pt x="2936261" y="2449979"/>
                  </a:lnTo>
                  <a:lnTo>
                    <a:pt x="2936598" y="2446669"/>
                  </a:lnTo>
                  <a:lnTo>
                    <a:pt x="2936934" y="2443087"/>
                  </a:lnTo>
                  <a:lnTo>
                    <a:pt x="2937271" y="2440003"/>
                  </a:lnTo>
                  <a:lnTo>
                    <a:pt x="2937607" y="2437199"/>
                  </a:lnTo>
                  <a:lnTo>
                    <a:pt x="2937943" y="2434252"/>
                  </a:lnTo>
                  <a:lnTo>
                    <a:pt x="2938280" y="2431378"/>
                  </a:lnTo>
                  <a:lnTo>
                    <a:pt x="2938616" y="2428563"/>
                  </a:lnTo>
                  <a:lnTo>
                    <a:pt x="2938953" y="2426085"/>
                  </a:lnTo>
                  <a:lnTo>
                    <a:pt x="2939289" y="2423387"/>
                  </a:lnTo>
                  <a:lnTo>
                    <a:pt x="2939626" y="2420651"/>
                  </a:lnTo>
                  <a:lnTo>
                    <a:pt x="2939962" y="2417803"/>
                  </a:lnTo>
                  <a:lnTo>
                    <a:pt x="2940299" y="2415238"/>
                  </a:lnTo>
                  <a:lnTo>
                    <a:pt x="2940635" y="2412985"/>
                  </a:lnTo>
                  <a:lnTo>
                    <a:pt x="2940972" y="2410484"/>
                  </a:lnTo>
                  <a:lnTo>
                    <a:pt x="2941308" y="2408138"/>
                  </a:lnTo>
                  <a:lnTo>
                    <a:pt x="2941645" y="2405651"/>
                  </a:lnTo>
                  <a:lnTo>
                    <a:pt x="2941981" y="2403584"/>
                  </a:lnTo>
                  <a:lnTo>
                    <a:pt x="2942317" y="2401736"/>
                  </a:lnTo>
                  <a:lnTo>
                    <a:pt x="2942654" y="2399836"/>
                  </a:lnTo>
                  <a:lnTo>
                    <a:pt x="2942990" y="2398164"/>
                  </a:lnTo>
                  <a:lnTo>
                    <a:pt x="2943327" y="2396007"/>
                  </a:lnTo>
                  <a:lnTo>
                    <a:pt x="2943663" y="2393790"/>
                  </a:lnTo>
                  <a:lnTo>
                    <a:pt x="2944000" y="2391050"/>
                  </a:lnTo>
                  <a:lnTo>
                    <a:pt x="2944336" y="2387439"/>
                  </a:lnTo>
                  <a:lnTo>
                    <a:pt x="2944673" y="2384160"/>
                  </a:lnTo>
                  <a:lnTo>
                    <a:pt x="2945009" y="2381119"/>
                  </a:lnTo>
                  <a:lnTo>
                    <a:pt x="2945346" y="2378299"/>
                  </a:lnTo>
                  <a:lnTo>
                    <a:pt x="2945682" y="2375641"/>
                  </a:lnTo>
                  <a:lnTo>
                    <a:pt x="2946019" y="2373385"/>
                  </a:lnTo>
                  <a:lnTo>
                    <a:pt x="2946355" y="2369660"/>
                  </a:lnTo>
                  <a:lnTo>
                    <a:pt x="2946691" y="2365871"/>
                  </a:lnTo>
                  <a:lnTo>
                    <a:pt x="2947028" y="2361597"/>
                  </a:lnTo>
                  <a:lnTo>
                    <a:pt x="2947364" y="2356927"/>
                  </a:lnTo>
                  <a:lnTo>
                    <a:pt x="2947701" y="2352473"/>
                  </a:lnTo>
                  <a:lnTo>
                    <a:pt x="2948037" y="2348306"/>
                  </a:lnTo>
                  <a:lnTo>
                    <a:pt x="2948374" y="2344642"/>
                  </a:lnTo>
                  <a:lnTo>
                    <a:pt x="2948710" y="2341395"/>
                  </a:lnTo>
                  <a:lnTo>
                    <a:pt x="2949047" y="2338255"/>
                  </a:lnTo>
                  <a:lnTo>
                    <a:pt x="2949383" y="2334764"/>
                  </a:lnTo>
                  <a:lnTo>
                    <a:pt x="2949720" y="2330920"/>
                  </a:lnTo>
                  <a:lnTo>
                    <a:pt x="2950056" y="2326674"/>
                  </a:lnTo>
                  <a:lnTo>
                    <a:pt x="2950393" y="2322486"/>
                  </a:lnTo>
                  <a:lnTo>
                    <a:pt x="2950729" y="2318268"/>
                  </a:lnTo>
                  <a:lnTo>
                    <a:pt x="2951065" y="2314044"/>
                  </a:lnTo>
                  <a:lnTo>
                    <a:pt x="2951402" y="2310114"/>
                  </a:lnTo>
                  <a:lnTo>
                    <a:pt x="2951738" y="2305890"/>
                  </a:lnTo>
                  <a:lnTo>
                    <a:pt x="2952075" y="2301400"/>
                  </a:lnTo>
                  <a:lnTo>
                    <a:pt x="2952411" y="2297168"/>
                  </a:lnTo>
                  <a:lnTo>
                    <a:pt x="2952748" y="2292786"/>
                  </a:lnTo>
                  <a:lnTo>
                    <a:pt x="2953084" y="2288087"/>
                  </a:lnTo>
                  <a:lnTo>
                    <a:pt x="2953421" y="2283511"/>
                  </a:lnTo>
                  <a:lnTo>
                    <a:pt x="2953757" y="2279107"/>
                  </a:lnTo>
                  <a:lnTo>
                    <a:pt x="2954094" y="2274286"/>
                  </a:lnTo>
                  <a:lnTo>
                    <a:pt x="2954430" y="2269782"/>
                  </a:lnTo>
                  <a:lnTo>
                    <a:pt x="2954767" y="2265780"/>
                  </a:lnTo>
                  <a:lnTo>
                    <a:pt x="2955103" y="2262475"/>
                  </a:lnTo>
                  <a:lnTo>
                    <a:pt x="2955439" y="2259551"/>
                  </a:lnTo>
                  <a:lnTo>
                    <a:pt x="2955776" y="2256993"/>
                  </a:lnTo>
                  <a:lnTo>
                    <a:pt x="2956112" y="2254738"/>
                  </a:lnTo>
                  <a:lnTo>
                    <a:pt x="2956449" y="2252661"/>
                  </a:lnTo>
                  <a:lnTo>
                    <a:pt x="2956785" y="2250412"/>
                  </a:lnTo>
                  <a:lnTo>
                    <a:pt x="2957122" y="2248599"/>
                  </a:lnTo>
                  <a:lnTo>
                    <a:pt x="2957458" y="2246643"/>
                  </a:lnTo>
                  <a:lnTo>
                    <a:pt x="2957795" y="2244324"/>
                  </a:lnTo>
                  <a:lnTo>
                    <a:pt x="2958131" y="2242017"/>
                  </a:lnTo>
                  <a:lnTo>
                    <a:pt x="2958468" y="2239564"/>
                  </a:lnTo>
                  <a:lnTo>
                    <a:pt x="2958804" y="2237140"/>
                  </a:lnTo>
                  <a:lnTo>
                    <a:pt x="2959141" y="2234626"/>
                  </a:lnTo>
                  <a:lnTo>
                    <a:pt x="2959477" y="2232202"/>
                  </a:lnTo>
                  <a:lnTo>
                    <a:pt x="2959813" y="2229652"/>
                  </a:lnTo>
                  <a:lnTo>
                    <a:pt x="2960150" y="2226620"/>
                  </a:lnTo>
                  <a:lnTo>
                    <a:pt x="2960486" y="2223423"/>
                  </a:lnTo>
                  <a:lnTo>
                    <a:pt x="2960823" y="2219823"/>
                  </a:lnTo>
                  <a:lnTo>
                    <a:pt x="2961159" y="2216101"/>
                  </a:lnTo>
                  <a:lnTo>
                    <a:pt x="2961496" y="2212091"/>
                  </a:lnTo>
                  <a:lnTo>
                    <a:pt x="2961832" y="2208197"/>
                  </a:lnTo>
                  <a:lnTo>
                    <a:pt x="2962169" y="2204409"/>
                  </a:lnTo>
                  <a:lnTo>
                    <a:pt x="2962505" y="2200998"/>
                  </a:lnTo>
                  <a:lnTo>
                    <a:pt x="2962842" y="2197831"/>
                  </a:lnTo>
                  <a:lnTo>
                    <a:pt x="2963178" y="2195402"/>
                  </a:lnTo>
                  <a:lnTo>
                    <a:pt x="2963514" y="2193031"/>
                  </a:lnTo>
                  <a:lnTo>
                    <a:pt x="2963851" y="2190538"/>
                  </a:lnTo>
                  <a:lnTo>
                    <a:pt x="2964187" y="2188520"/>
                  </a:lnTo>
                  <a:lnTo>
                    <a:pt x="2964524" y="2186185"/>
                  </a:lnTo>
                  <a:lnTo>
                    <a:pt x="2964860" y="2183721"/>
                  </a:lnTo>
                  <a:lnTo>
                    <a:pt x="2965197" y="2181903"/>
                  </a:lnTo>
                  <a:lnTo>
                    <a:pt x="2965533" y="2180171"/>
                  </a:lnTo>
                  <a:lnTo>
                    <a:pt x="2965870" y="2178821"/>
                  </a:lnTo>
                  <a:lnTo>
                    <a:pt x="2966206" y="2177578"/>
                  </a:lnTo>
                  <a:lnTo>
                    <a:pt x="2966543" y="2176630"/>
                  </a:lnTo>
                  <a:lnTo>
                    <a:pt x="2966879" y="2175487"/>
                  </a:lnTo>
                  <a:lnTo>
                    <a:pt x="2967216" y="2174295"/>
                  </a:lnTo>
                  <a:lnTo>
                    <a:pt x="2967552" y="2173095"/>
                  </a:lnTo>
                  <a:lnTo>
                    <a:pt x="2967888" y="2171931"/>
                  </a:lnTo>
                  <a:lnTo>
                    <a:pt x="2968225" y="2170760"/>
                  </a:lnTo>
                  <a:lnTo>
                    <a:pt x="2968561" y="2169539"/>
                  </a:lnTo>
                  <a:lnTo>
                    <a:pt x="2968898" y="2168389"/>
                  </a:lnTo>
                  <a:lnTo>
                    <a:pt x="2969234" y="2167197"/>
                  </a:lnTo>
                  <a:lnTo>
                    <a:pt x="2969571" y="2165803"/>
                  </a:lnTo>
                  <a:lnTo>
                    <a:pt x="2969907" y="2164366"/>
                  </a:lnTo>
                  <a:lnTo>
                    <a:pt x="2970244" y="2162577"/>
                  </a:lnTo>
                  <a:lnTo>
                    <a:pt x="2970580" y="2160307"/>
                  </a:lnTo>
                  <a:lnTo>
                    <a:pt x="2970917" y="2157677"/>
                  </a:lnTo>
                  <a:lnTo>
                    <a:pt x="2971253" y="2154595"/>
                  </a:lnTo>
                  <a:lnTo>
                    <a:pt x="2971590" y="2151463"/>
                  </a:lnTo>
                  <a:lnTo>
                    <a:pt x="2971926" y="2148582"/>
                  </a:lnTo>
                  <a:lnTo>
                    <a:pt x="2972262" y="2145565"/>
                  </a:lnTo>
                  <a:lnTo>
                    <a:pt x="2972599" y="2142468"/>
                  </a:lnTo>
                  <a:lnTo>
                    <a:pt x="2972935" y="2139307"/>
                  </a:lnTo>
                  <a:lnTo>
                    <a:pt x="2973272" y="2136254"/>
                  </a:lnTo>
                  <a:lnTo>
                    <a:pt x="2973608" y="2132931"/>
                  </a:lnTo>
                  <a:lnTo>
                    <a:pt x="2973945" y="2129375"/>
                  </a:lnTo>
                  <a:lnTo>
                    <a:pt x="2974281" y="2125868"/>
                  </a:lnTo>
                  <a:lnTo>
                    <a:pt x="2974618" y="2122426"/>
                  </a:lnTo>
                  <a:lnTo>
                    <a:pt x="2974954" y="2118796"/>
                  </a:lnTo>
                  <a:lnTo>
                    <a:pt x="2975291" y="2115569"/>
                  </a:lnTo>
                  <a:lnTo>
                    <a:pt x="2975627" y="2113011"/>
                  </a:lnTo>
                  <a:lnTo>
                    <a:pt x="2975964" y="2111033"/>
                  </a:lnTo>
                  <a:lnTo>
                    <a:pt x="2976300" y="2109729"/>
                  </a:lnTo>
                  <a:lnTo>
                    <a:pt x="2976636" y="2108527"/>
                  </a:lnTo>
                  <a:lnTo>
                    <a:pt x="2976973" y="2108183"/>
                  </a:lnTo>
                  <a:lnTo>
                    <a:pt x="2977309" y="2107628"/>
                  </a:lnTo>
                  <a:lnTo>
                    <a:pt x="2977646" y="2106760"/>
                  </a:lnTo>
                  <a:lnTo>
                    <a:pt x="2977982" y="2105634"/>
                  </a:lnTo>
                  <a:lnTo>
                    <a:pt x="2978319" y="2104389"/>
                  </a:lnTo>
                  <a:lnTo>
                    <a:pt x="2978655" y="2103151"/>
                  </a:lnTo>
                  <a:lnTo>
                    <a:pt x="2978992" y="2101854"/>
                  </a:lnTo>
                  <a:lnTo>
                    <a:pt x="2979328" y="2100415"/>
                  </a:lnTo>
                  <a:lnTo>
                    <a:pt x="2979665" y="2099939"/>
                  </a:lnTo>
                  <a:lnTo>
                    <a:pt x="2980001" y="2099391"/>
                  </a:lnTo>
                  <a:lnTo>
                    <a:pt x="2980338" y="2098533"/>
                  </a:lnTo>
                  <a:lnTo>
                    <a:pt x="2980674" y="2096812"/>
                  </a:lnTo>
                  <a:lnTo>
                    <a:pt x="2981010" y="2094349"/>
                  </a:lnTo>
                  <a:lnTo>
                    <a:pt x="2981347" y="2091629"/>
                  </a:lnTo>
                  <a:lnTo>
                    <a:pt x="2981683" y="2088344"/>
                  </a:lnTo>
                  <a:lnTo>
                    <a:pt x="2982020" y="2084320"/>
                  </a:lnTo>
                  <a:lnTo>
                    <a:pt x="2982356" y="2080339"/>
                  </a:lnTo>
                  <a:lnTo>
                    <a:pt x="2982693" y="2074203"/>
                  </a:lnTo>
                  <a:lnTo>
                    <a:pt x="2983029" y="2067917"/>
                  </a:lnTo>
                  <a:lnTo>
                    <a:pt x="2983366" y="2061501"/>
                  </a:lnTo>
                  <a:lnTo>
                    <a:pt x="2983702" y="2055272"/>
                  </a:lnTo>
                  <a:lnTo>
                    <a:pt x="2984039" y="2048871"/>
                  </a:lnTo>
                  <a:lnTo>
                    <a:pt x="2984375" y="2041268"/>
                  </a:lnTo>
                  <a:lnTo>
                    <a:pt x="2984712" y="2033301"/>
                  </a:lnTo>
                  <a:lnTo>
                    <a:pt x="2985048" y="2025824"/>
                  </a:lnTo>
                  <a:lnTo>
                    <a:pt x="2985384" y="2018025"/>
                  </a:lnTo>
                  <a:lnTo>
                    <a:pt x="2985721" y="2010695"/>
                  </a:lnTo>
                  <a:lnTo>
                    <a:pt x="2986057" y="2003475"/>
                  </a:lnTo>
                  <a:lnTo>
                    <a:pt x="2986394" y="1995952"/>
                  </a:lnTo>
                  <a:lnTo>
                    <a:pt x="2986730" y="1988569"/>
                  </a:lnTo>
                  <a:lnTo>
                    <a:pt x="2987067" y="1981294"/>
                  </a:lnTo>
                  <a:lnTo>
                    <a:pt x="2987403" y="1973455"/>
                  </a:lnTo>
                  <a:lnTo>
                    <a:pt x="2987740" y="1965892"/>
                  </a:lnTo>
                  <a:lnTo>
                    <a:pt x="2988076" y="1958932"/>
                  </a:lnTo>
                  <a:lnTo>
                    <a:pt x="2988413" y="1952482"/>
                  </a:lnTo>
                  <a:lnTo>
                    <a:pt x="2988749" y="1945862"/>
                  </a:lnTo>
                  <a:lnTo>
                    <a:pt x="2989086" y="1938832"/>
                  </a:lnTo>
                  <a:lnTo>
                    <a:pt x="2989422" y="1931009"/>
                  </a:lnTo>
                  <a:lnTo>
                    <a:pt x="2989758" y="1922266"/>
                  </a:lnTo>
                  <a:lnTo>
                    <a:pt x="2990095" y="1912696"/>
                  </a:lnTo>
                  <a:lnTo>
                    <a:pt x="2990431" y="1904113"/>
                  </a:lnTo>
                  <a:lnTo>
                    <a:pt x="2990768" y="1894921"/>
                  </a:lnTo>
                  <a:lnTo>
                    <a:pt x="2991104" y="1885839"/>
                  </a:lnTo>
                  <a:lnTo>
                    <a:pt x="2991441" y="1879735"/>
                  </a:lnTo>
                  <a:lnTo>
                    <a:pt x="2991777" y="1873410"/>
                  </a:lnTo>
                  <a:lnTo>
                    <a:pt x="2992114" y="1866428"/>
                  </a:lnTo>
                  <a:lnTo>
                    <a:pt x="2992450" y="1858997"/>
                  </a:lnTo>
                  <a:lnTo>
                    <a:pt x="2992787" y="1851131"/>
                  </a:lnTo>
                  <a:lnTo>
                    <a:pt x="2993123" y="1842412"/>
                  </a:lnTo>
                  <a:lnTo>
                    <a:pt x="2993460" y="1835430"/>
                  </a:lnTo>
                  <a:lnTo>
                    <a:pt x="2993796" y="1829127"/>
                  </a:lnTo>
                  <a:lnTo>
                    <a:pt x="2994132" y="1823238"/>
                  </a:lnTo>
                  <a:lnTo>
                    <a:pt x="2994469" y="1817926"/>
                  </a:lnTo>
                  <a:lnTo>
                    <a:pt x="2994805" y="1813043"/>
                  </a:lnTo>
                  <a:lnTo>
                    <a:pt x="2995142" y="1809953"/>
                  </a:lnTo>
                  <a:lnTo>
                    <a:pt x="2995478" y="1806900"/>
                  </a:lnTo>
                  <a:lnTo>
                    <a:pt x="2995815" y="1804274"/>
                  </a:lnTo>
                  <a:lnTo>
                    <a:pt x="2996151" y="1802336"/>
                  </a:lnTo>
                  <a:lnTo>
                    <a:pt x="2996488" y="1801156"/>
                  </a:lnTo>
                  <a:lnTo>
                    <a:pt x="2996824" y="1799662"/>
                  </a:lnTo>
                  <a:lnTo>
                    <a:pt x="2997161" y="1796878"/>
                  </a:lnTo>
                  <a:lnTo>
                    <a:pt x="2997497" y="1794356"/>
                  </a:lnTo>
                  <a:lnTo>
                    <a:pt x="2997833" y="1791855"/>
                  </a:lnTo>
                  <a:lnTo>
                    <a:pt x="2998170" y="1789663"/>
                  </a:lnTo>
                  <a:lnTo>
                    <a:pt x="2998506" y="1787618"/>
                  </a:lnTo>
                  <a:lnTo>
                    <a:pt x="2998843" y="1784640"/>
                  </a:lnTo>
                  <a:lnTo>
                    <a:pt x="2999179" y="1780614"/>
                  </a:lnTo>
                  <a:lnTo>
                    <a:pt x="2999516" y="1776221"/>
                  </a:lnTo>
                  <a:lnTo>
                    <a:pt x="2999852" y="1773493"/>
                  </a:lnTo>
                  <a:lnTo>
                    <a:pt x="3000189" y="1771080"/>
                  </a:lnTo>
                  <a:lnTo>
                    <a:pt x="3000525" y="1768793"/>
                  </a:lnTo>
                  <a:lnTo>
                    <a:pt x="3000862" y="1766775"/>
                  </a:lnTo>
                  <a:lnTo>
                    <a:pt x="3001198" y="1764185"/>
                  </a:lnTo>
                  <a:lnTo>
                    <a:pt x="3001535" y="1760915"/>
                  </a:lnTo>
                  <a:lnTo>
                    <a:pt x="3001871" y="1756165"/>
                  </a:lnTo>
                  <a:lnTo>
                    <a:pt x="3002207" y="1751016"/>
                  </a:lnTo>
                  <a:lnTo>
                    <a:pt x="3002544" y="1745815"/>
                  </a:lnTo>
                  <a:lnTo>
                    <a:pt x="3002880" y="1739458"/>
                  </a:lnTo>
                  <a:lnTo>
                    <a:pt x="3003217" y="1732967"/>
                  </a:lnTo>
                  <a:lnTo>
                    <a:pt x="3003553" y="1726617"/>
                  </a:lnTo>
                  <a:lnTo>
                    <a:pt x="3003890" y="1719907"/>
                  </a:lnTo>
                  <a:lnTo>
                    <a:pt x="3004226" y="1714037"/>
                  </a:lnTo>
                  <a:lnTo>
                    <a:pt x="3004563" y="1707949"/>
                  </a:lnTo>
                  <a:lnTo>
                    <a:pt x="3004899" y="1698904"/>
                  </a:lnTo>
                  <a:lnTo>
                    <a:pt x="3005236" y="1689946"/>
                  </a:lnTo>
                  <a:lnTo>
                    <a:pt x="3005572" y="1677899"/>
                  </a:lnTo>
                  <a:lnTo>
                    <a:pt x="3005909" y="1666618"/>
                  </a:lnTo>
                  <a:lnTo>
                    <a:pt x="3006245" y="1656121"/>
                  </a:lnTo>
                  <a:lnTo>
                    <a:pt x="3006581" y="1646649"/>
                  </a:lnTo>
                  <a:lnTo>
                    <a:pt x="3006918" y="1638579"/>
                  </a:lnTo>
                  <a:lnTo>
                    <a:pt x="3007254" y="1632082"/>
                  </a:lnTo>
                  <a:lnTo>
                    <a:pt x="3007591" y="1627349"/>
                  </a:lnTo>
                  <a:lnTo>
                    <a:pt x="3007927" y="1623938"/>
                  </a:lnTo>
                  <a:lnTo>
                    <a:pt x="3008264" y="1621641"/>
                  </a:lnTo>
                  <a:lnTo>
                    <a:pt x="3008600" y="1619822"/>
                  </a:lnTo>
                  <a:lnTo>
                    <a:pt x="3008937" y="1619134"/>
                  </a:lnTo>
                  <a:lnTo>
                    <a:pt x="3009273" y="1618929"/>
                  </a:lnTo>
                  <a:lnTo>
                    <a:pt x="3009610" y="1619453"/>
                  </a:lnTo>
                  <a:lnTo>
                    <a:pt x="3009946" y="1621191"/>
                  </a:lnTo>
                  <a:lnTo>
                    <a:pt x="3010283" y="1623484"/>
                  </a:lnTo>
                  <a:lnTo>
                    <a:pt x="3010619" y="1626173"/>
                  </a:lnTo>
                  <a:lnTo>
                    <a:pt x="3010955" y="1628695"/>
                  </a:lnTo>
                  <a:lnTo>
                    <a:pt x="3011292" y="1631367"/>
                  </a:lnTo>
                  <a:lnTo>
                    <a:pt x="3011628" y="1634773"/>
                  </a:lnTo>
                  <a:lnTo>
                    <a:pt x="3011965" y="1637933"/>
                  </a:lnTo>
                  <a:lnTo>
                    <a:pt x="3012301" y="1640606"/>
                  </a:lnTo>
                  <a:lnTo>
                    <a:pt x="3012638" y="1642968"/>
                  </a:lnTo>
                  <a:lnTo>
                    <a:pt x="3012974" y="1644992"/>
                  </a:lnTo>
                  <a:lnTo>
                    <a:pt x="3013311" y="1646749"/>
                  </a:lnTo>
                  <a:lnTo>
                    <a:pt x="3013647" y="1650004"/>
                  </a:lnTo>
                  <a:lnTo>
                    <a:pt x="3013984" y="1653373"/>
                  </a:lnTo>
                  <a:lnTo>
                    <a:pt x="3014320" y="1656599"/>
                  </a:lnTo>
                  <a:lnTo>
                    <a:pt x="3014657" y="1659739"/>
                  </a:lnTo>
                  <a:lnTo>
                    <a:pt x="3014993" y="1662390"/>
                  </a:lnTo>
                  <a:lnTo>
                    <a:pt x="3015329" y="1665162"/>
                  </a:lnTo>
                  <a:lnTo>
                    <a:pt x="3015666" y="1667416"/>
                  </a:lnTo>
                  <a:lnTo>
                    <a:pt x="3016002" y="1669178"/>
                  </a:lnTo>
                  <a:lnTo>
                    <a:pt x="3016339" y="1670928"/>
                  </a:lnTo>
                  <a:lnTo>
                    <a:pt x="3016675" y="1673210"/>
                  </a:lnTo>
                  <a:lnTo>
                    <a:pt x="3017012" y="1675923"/>
                  </a:lnTo>
                  <a:lnTo>
                    <a:pt x="3017348" y="1679341"/>
                  </a:lnTo>
                  <a:lnTo>
                    <a:pt x="3017685" y="1682770"/>
                  </a:lnTo>
                  <a:lnTo>
                    <a:pt x="3018021" y="1685936"/>
                  </a:lnTo>
                  <a:lnTo>
                    <a:pt x="3018358" y="1689183"/>
                  </a:lnTo>
                  <a:lnTo>
                    <a:pt x="3018694" y="1692002"/>
                  </a:lnTo>
                  <a:lnTo>
                    <a:pt x="3019031" y="1694942"/>
                  </a:lnTo>
                  <a:lnTo>
                    <a:pt x="3019367" y="1698761"/>
                  </a:lnTo>
                  <a:lnTo>
                    <a:pt x="3019703" y="1702424"/>
                  </a:lnTo>
                  <a:lnTo>
                    <a:pt x="3020040" y="1706508"/>
                  </a:lnTo>
                  <a:lnTo>
                    <a:pt x="3020376" y="1710925"/>
                  </a:lnTo>
                  <a:lnTo>
                    <a:pt x="3020713" y="1715356"/>
                  </a:lnTo>
                  <a:lnTo>
                    <a:pt x="3021049" y="1719814"/>
                  </a:lnTo>
                  <a:lnTo>
                    <a:pt x="3021386" y="1725330"/>
                  </a:lnTo>
                  <a:lnTo>
                    <a:pt x="3021722" y="1730361"/>
                  </a:lnTo>
                  <a:lnTo>
                    <a:pt x="3022059" y="1734743"/>
                  </a:lnTo>
                  <a:lnTo>
                    <a:pt x="3022395" y="1738323"/>
                  </a:lnTo>
                  <a:lnTo>
                    <a:pt x="3022732" y="1741417"/>
                  </a:lnTo>
                  <a:lnTo>
                    <a:pt x="3023068" y="1744260"/>
                  </a:lnTo>
                  <a:lnTo>
                    <a:pt x="3023405" y="1745945"/>
                  </a:lnTo>
                  <a:lnTo>
                    <a:pt x="3023741" y="1747215"/>
                  </a:lnTo>
                  <a:lnTo>
                    <a:pt x="3024077" y="1747865"/>
                  </a:lnTo>
                  <a:lnTo>
                    <a:pt x="3024414" y="1748271"/>
                  </a:lnTo>
                  <a:lnTo>
                    <a:pt x="3024750" y="1748843"/>
                  </a:lnTo>
                  <a:lnTo>
                    <a:pt x="3025087" y="1749114"/>
                  </a:lnTo>
                  <a:lnTo>
                    <a:pt x="3025423" y="1748866"/>
                  </a:lnTo>
                  <a:lnTo>
                    <a:pt x="3025760" y="1749027"/>
                  </a:lnTo>
                  <a:lnTo>
                    <a:pt x="3026096" y="1749292"/>
                  </a:lnTo>
                  <a:lnTo>
                    <a:pt x="3026433" y="1749885"/>
                  </a:lnTo>
                  <a:lnTo>
                    <a:pt x="3026769" y="1749993"/>
                  </a:lnTo>
                  <a:lnTo>
                    <a:pt x="3027106" y="1750668"/>
                  </a:lnTo>
                  <a:lnTo>
                    <a:pt x="3027442" y="1752026"/>
                  </a:lnTo>
                  <a:lnTo>
                    <a:pt x="3027779" y="1753872"/>
                  </a:lnTo>
                  <a:lnTo>
                    <a:pt x="3028115" y="1756315"/>
                  </a:lnTo>
                  <a:lnTo>
                    <a:pt x="3028451" y="1759016"/>
                  </a:lnTo>
                  <a:lnTo>
                    <a:pt x="3028788" y="1762343"/>
                  </a:lnTo>
                  <a:lnTo>
                    <a:pt x="3029124" y="1765985"/>
                  </a:lnTo>
                  <a:lnTo>
                    <a:pt x="3029461" y="1769750"/>
                  </a:lnTo>
                  <a:lnTo>
                    <a:pt x="3029797" y="1773457"/>
                  </a:lnTo>
                  <a:lnTo>
                    <a:pt x="3030134" y="1776841"/>
                  </a:lnTo>
                  <a:lnTo>
                    <a:pt x="3030470" y="1779887"/>
                  </a:lnTo>
                  <a:lnTo>
                    <a:pt x="3030807" y="1782667"/>
                  </a:lnTo>
                  <a:lnTo>
                    <a:pt x="3031143" y="1785189"/>
                  </a:lnTo>
                  <a:lnTo>
                    <a:pt x="3031480" y="1786762"/>
                  </a:lnTo>
                  <a:lnTo>
                    <a:pt x="3031816" y="1787790"/>
                  </a:lnTo>
                  <a:lnTo>
                    <a:pt x="3032152" y="1788530"/>
                  </a:lnTo>
                  <a:lnTo>
                    <a:pt x="3032489" y="1788486"/>
                  </a:lnTo>
                  <a:lnTo>
                    <a:pt x="3032825" y="1788206"/>
                  </a:lnTo>
                  <a:lnTo>
                    <a:pt x="3033162" y="1788232"/>
                  </a:lnTo>
                  <a:lnTo>
                    <a:pt x="3033498" y="1787746"/>
                  </a:lnTo>
                  <a:lnTo>
                    <a:pt x="3033835" y="1787198"/>
                  </a:lnTo>
                  <a:lnTo>
                    <a:pt x="3034171" y="1786629"/>
                  </a:lnTo>
                  <a:lnTo>
                    <a:pt x="3034508" y="1785593"/>
                  </a:lnTo>
                  <a:lnTo>
                    <a:pt x="3034844" y="1784301"/>
                  </a:lnTo>
                  <a:lnTo>
                    <a:pt x="3035181" y="1783548"/>
                  </a:lnTo>
                  <a:lnTo>
                    <a:pt x="3035517" y="1782481"/>
                  </a:lnTo>
                  <a:lnTo>
                    <a:pt x="3035854" y="1781306"/>
                  </a:lnTo>
                  <a:lnTo>
                    <a:pt x="3036190" y="1780045"/>
                  </a:lnTo>
                  <a:lnTo>
                    <a:pt x="3036526" y="1778788"/>
                  </a:lnTo>
                  <a:lnTo>
                    <a:pt x="3036863" y="1777753"/>
                  </a:lnTo>
                  <a:lnTo>
                    <a:pt x="3037199" y="1776635"/>
                  </a:lnTo>
                  <a:lnTo>
                    <a:pt x="3037536" y="1776035"/>
                  </a:lnTo>
                  <a:lnTo>
                    <a:pt x="3037872" y="1775672"/>
                  </a:lnTo>
                  <a:lnTo>
                    <a:pt x="3038209" y="1775609"/>
                  </a:lnTo>
                  <a:lnTo>
                    <a:pt x="3038545" y="1775794"/>
                  </a:lnTo>
                  <a:lnTo>
                    <a:pt x="3038882" y="1776069"/>
                  </a:lnTo>
                  <a:lnTo>
                    <a:pt x="3039218" y="1775522"/>
                  </a:lnTo>
                  <a:lnTo>
                    <a:pt x="3039555" y="1775449"/>
                  </a:lnTo>
                  <a:lnTo>
                    <a:pt x="3039891" y="1775717"/>
                  </a:lnTo>
                  <a:lnTo>
                    <a:pt x="3040228" y="1776186"/>
                  </a:lnTo>
                  <a:lnTo>
                    <a:pt x="3040564" y="1775922"/>
                  </a:lnTo>
                  <a:lnTo>
                    <a:pt x="3040900" y="1776116"/>
                  </a:lnTo>
                  <a:lnTo>
                    <a:pt x="3041237" y="1776819"/>
                  </a:lnTo>
                  <a:lnTo>
                    <a:pt x="3041573" y="1777752"/>
                  </a:lnTo>
                  <a:lnTo>
                    <a:pt x="3041910" y="1778819"/>
                  </a:lnTo>
                  <a:lnTo>
                    <a:pt x="3042246" y="1780130"/>
                  </a:lnTo>
                  <a:lnTo>
                    <a:pt x="3042583" y="1781146"/>
                  </a:lnTo>
                  <a:lnTo>
                    <a:pt x="3042919" y="1781937"/>
                  </a:lnTo>
                  <a:lnTo>
                    <a:pt x="3043256" y="1781714"/>
                  </a:lnTo>
                  <a:lnTo>
                    <a:pt x="3043592" y="1781419"/>
                  </a:lnTo>
                  <a:lnTo>
                    <a:pt x="3043929" y="1782008"/>
                  </a:lnTo>
                  <a:lnTo>
                    <a:pt x="3044265" y="1782348"/>
                  </a:lnTo>
                  <a:lnTo>
                    <a:pt x="3044602" y="1783050"/>
                  </a:lnTo>
                  <a:lnTo>
                    <a:pt x="3044938" y="1784066"/>
                  </a:lnTo>
                  <a:lnTo>
                    <a:pt x="3045274" y="1785370"/>
                  </a:lnTo>
                  <a:lnTo>
                    <a:pt x="3045611" y="1787067"/>
                  </a:lnTo>
                  <a:lnTo>
                    <a:pt x="3045947" y="1788915"/>
                  </a:lnTo>
                  <a:lnTo>
                    <a:pt x="3046284" y="1790942"/>
                  </a:lnTo>
                  <a:lnTo>
                    <a:pt x="3046620" y="1793044"/>
                  </a:lnTo>
                  <a:lnTo>
                    <a:pt x="3046957" y="1795071"/>
                  </a:lnTo>
                  <a:lnTo>
                    <a:pt x="3047293" y="1797567"/>
                  </a:lnTo>
                  <a:lnTo>
                    <a:pt x="3047630" y="1800723"/>
                  </a:lnTo>
                  <a:lnTo>
                    <a:pt x="3047966" y="1804758"/>
                  </a:lnTo>
                  <a:lnTo>
                    <a:pt x="3048303" y="1809311"/>
                  </a:lnTo>
                  <a:lnTo>
                    <a:pt x="3048639" y="1814101"/>
                  </a:lnTo>
                  <a:lnTo>
                    <a:pt x="3048976" y="1818915"/>
                  </a:lnTo>
                  <a:lnTo>
                    <a:pt x="3049312" y="1824025"/>
                  </a:lnTo>
                  <a:lnTo>
                    <a:pt x="3049648" y="1828617"/>
                  </a:lnTo>
                  <a:lnTo>
                    <a:pt x="3049985" y="1834845"/>
                  </a:lnTo>
                  <a:lnTo>
                    <a:pt x="3050321" y="1840464"/>
                  </a:lnTo>
                  <a:lnTo>
                    <a:pt x="3050658" y="1845708"/>
                  </a:lnTo>
                  <a:lnTo>
                    <a:pt x="3050994" y="1850601"/>
                  </a:lnTo>
                  <a:lnTo>
                    <a:pt x="3051331" y="1855457"/>
                  </a:lnTo>
                  <a:lnTo>
                    <a:pt x="3051667" y="1860802"/>
                  </a:lnTo>
                  <a:lnTo>
                    <a:pt x="3052004" y="1866406"/>
                  </a:lnTo>
                  <a:lnTo>
                    <a:pt x="3052340" y="1871536"/>
                  </a:lnTo>
                  <a:lnTo>
                    <a:pt x="3052677" y="1876960"/>
                  </a:lnTo>
                  <a:lnTo>
                    <a:pt x="3053013" y="1881773"/>
                  </a:lnTo>
                  <a:lnTo>
                    <a:pt x="3053350" y="1887196"/>
                  </a:lnTo>
                  <a:lnTo>
                    <a:pt x="3053686" y="1892938"/>
                  </a:lnTo>
                  <a:lnTo>
                    <a:pt x="3054022" y="1898717"/>
                  </a:lnTo>
                  <a:lnTo>
                    <a:pt x="3054359" y="1904412"/>
                  </a:lnTo>
                  <a:lnTo>
                    <a:pt x="3054695" y="1910786"/>
                  </a:lnTo>
                  <a:lnTo>
                    <a:pt x="3055032" y="1917166"/>
                  </a:lnTo>
                  <a:lnTo>
                    <a:pt x="3055368" y="1923567"/>
                  </a:lnTo>
                  <a:lnTo>
                    <a:pt x="3055705" y="1929707"/>
                  </a:lnTo>
                  <a:lnTo>
                    <a:pt x="3056041" y="1936058"/>
                  </a:lnTo>
                  <a:lnTo>
                    <a:pt x="3056378" y="1943057"/>
                  </a:lnTo>
                  <a:lnTo>
                    <a:pt x="3056714" y="1951022"/>
                  </a:lnTo>
                  <a:lnTo>
                    <a:pt x="3057051" y="1959788"/>
                  </a:lnTo>
                  <a:lnTo>
                    <a:pt x="3057387" y="1969318"/>
                  </a:lnTo>
                  <a:lnTo>
                    <a:pt x="3057724" y="1978461"/>
                  </a:lnTo>
                  <a:lnTo>
                    <a:pt x="3058060" y="1988496"/>
                  </a:lnTo>
                  <a:lnTo>
                    <a:pt x="3058396" y="1998844"/>
                  </a:lnTo>
                  <a:lnTo>
                    <a:pt x="3058733" y="2006248"/>
                  </a:lnTo>
                  <a:lnTo>
                    <a:pt x="3059069" y="2013825"/>
                  </a:lnTo>
                  <a:lnTo>
                    <a:pt x="3059406" y="2020688"/>
                  </a:lnTo>
                  <a:lnTo>
                    <a:pt x="3059742" y="2028880"/>
                  </a:lnTo>
                  <a:lnTo>
                    <a:pt x="3060079" y="2036960"/>
                  </a:lnTo>
                  <a:lnTo>
                    <a:pt x="3060415" y="2045998"/>
                  </a:lnTo>
                  <a:lnTo>
                    <a:pt x="3060752" y="2053617"/>
                  </a:lnTo>
                  <a:lnTo>
                    <a:pt x="3061088" y="2060661"/>
                  </a:lnTo>
                  <a:lnTo>
                    <a:pt x="3061425" y="2066811"/>
                  </a:lnTo>
                  <a:lnTo>
                    <a:pt x="3061761" y="2072227"/>
                  </a:lnTo>
                  <a:lnTo>
                    <a:pt x="3062098" y="2077114"/>
                  </a:lnTo>
                  <a:lnTo>
                    <a:pt x="3062434" y="2081772"/>
                  </a:lnTo>
                  <a:lnTo>
                    <a:pt x="3062770" y="2086244"/>
                  </a:lnTo>
                  <a:lnTo>
                    <a:pt x="3063107" y="2090211"/>
                  </a:lnTo>
                  <a:lnTo>
                    <a:pt x="3063443" y="2093783"/>
                  </a:lnTo>
                  <a:lnTo>
                    <a:pt x="3063780" y="2096968"/>
                  </a:lnTo>
                  <a:lnTo>
                    <a:pt x="3064116" y="2100176"/>
                  </a:lnTo>
                  <a:lnTo>
                    <a:pt x="3064453" y="2104681"/>
                  </a:lnTo>
                  <a:lnTo>
                    <a:pt x="3064789" y="2108356"/>
                  </a:lnTo>
                  <a:lnTo>
                    <a:pt x="3065126" y="2111573"/>
                  </a:lnTo>
                  <a:lnTo>
                    <a:pt x="3065462" y="2115220"/>
                  </a:lnTo>
                  <a:lnTo>
                    <a:pt x="3065799" y="2118182"/>
                  </a:lnTo>
                  <a:lnTo>
                    <a:pt x="3066135" y="2121448"/>
                  </a:lnTo>
                  <a:lnTo>
                    <a:pt x="3066471" y="2125770"/>
                  </a:lnTo>
                  <a:lnTo>
                    <a:pt x="3066808" y="2130397"/>
                  </a:lnTo>
                  <a:lnTo>
                    <a:pt x="3067144" y="2133596"/>
                  </a:lnTo>
                  <a:lnTo>
                    <a:pt x="3067481" y="2137266"/>
                  </a:lnTo>
                  <a:lnTo>
                    <a:pt x="3067817" y="2141190"/>
                  </a:lnTo>
                  <a:lnTo>
                    <a:pt x="3068154" y="2144812"/>
                  </a:lnTo>
                  <a:lnTo>
                    <a:pt x="3068490" y="2148541"/>
                  </a:lnTo>
                  <a:lnTo>
                    <a:pt x="3068827" y="2152064"/>
                  </a:lnTo>
                  <a:lnTo>
                    <a:pt x="3069163" y="2155882"/>
                  </a:lnTo>
                  <a:lnTo>
                    <a:pt x="3069500" y="2160625"/>
                  </a:lnTo>
                  <a:lnTo>
                    <a:pt x="3069836" y="2166582"/>
                  </a:lnTo>
                  <a:lnTo>
                    <a:pt x="3070173" y="2173386"/>
                  </a:lnTo>
                  <a:lnTo>
                    <a:pt x="3070509" y="2179801"/>
                  </a:lnTo>
                  <a:lnTo>
                    <a:pt x="3070845" y="2186633"/>
                  </a:lnTo>
                  <a:lnTo>
                    <a:pt x="3071182" y="2193238"/>
                  </a:lnTo>
                  <a:lnTo>
                    <a:pt x="3071518" y="2199553"/>
                  </a:lnTo>
                  <a:lnTo>
                    <a:pt x="3071855" y="2205748"/>
                  </a:lnTo>
                  <a:lnTo>
                    <a:pt x="3072191" y="2214765"/>
                  </a:lnTo>
                  <a:lnTo>
                    <a:pt x="3072528" y="2223186"/>
                  </a:lnTo>
                  <a:lnTo>
                    <a:pt x="3072864" y="2234773"/>
                  </a:lnTo>
                  <a:lnTo>
                    <a:pt x="3073201" y="2244895"/>
                  </a:lnTo>
                  <a:lnTo>
                    <a:pt x="3073537" y="2254774"/>
                  </a:lnTo>
                  <a:lnTo>
                    <a:pt x="3073874" y="2264580"/>
                  </a:lnTo>
                  <a:lnTo>
                    <a:pt x="3074210" y="2273460"/>
                  </a:lnTo>
                  <a:lnTo>
                    <a:pt x="3074547" y="2280328"/>
                  </a:lnTo>
                  <a:lnTo>
                    <a:pt x="3074883" y="2284869"/>
                  </a:lnTo>
                  <a:lnTo>
                    <a:pt x="3075219" y="2287592"/>
                  </a:lnTo>
                  <a:lnTo>
                    <a:pt x="3075556" y="2289474"/>
                  </a:lnTo>
                  <a:lnTo>
                    <a:pt x="3075892" y="2290738"/>
                  </a:lnTo>
                  <a:lnTo>
                    <a:pt x="3076229" y="2291155"/>
                  </a:lnTo>
                  <a:lnTo>
                    <a:pt x="3076565" y="2291090"/>
                  </a:lnTo>
                  <a:lnTo>
                    <a:pt x="3076902" y="2290286"/>
                  </a:lnTo>
                  <a:lnTo>
                    <a:pt x="3077238" y="2288152"/>
                  </a:lnTo>
                  <a:lnTo>
                    <a:pt x="3077575" y="2284617"/>
                  </a:lnTo>
                  <a:lnTo>
                    <a:pt x="3077911" y="2280616"/>
                  </a:lnTo>
                  <a:lnTo>
                    <a:pt x="3078248" y="2276715"/>
                  </a:lnTo>
                  <a:lnTo>
                    <a:pt x="3078584" y="2273245"/>
                  </a:lnTo>
                  <a:lnTo>
                    <a:pt x="3078921" y="2270055"/>
                  </a:lnTo>
                  <a:lnTo>
                    <a:pt x="3079257" y="2266865"/>
                  </a:lnTo>
                  <a:lnTo>
                    <a:pt x="3079593" y="2264279"/>
                  </a:lnTo>
                  <a:lnTo>
                    <a:pt x="3079930" y="2261814"/>
                  </a:lnTo>
                  <a:lnTo>
                    <a:pt x="3080266" y="2259774"/>
                  </a:lnTo>
                  <a:lnTo>
                    <a:pt x="3080603" y="2257446"/>
                  </a:lnTo>
                  <a:lnTo>
                    <a:pt x="3080939" y="2254889"/>
                  </a:lnTo>
                  <a:lnTo>
                    <a:pt x="3081276" y="2252504"/>
                  </a:lnTo>
                  <a:lnTo>
                    <a:pt x="3081612" y="2250291"/>
                  </a:lnTo>
                  <a:lnTo>
                    <a:pt x="3081949" y="2247956"/>
                  </a:lnTo>
                  <a:lnTo>
                    <a:pt x="3082285" y="2245915"/>
                  </a:lnTo>
                  <a:lnTo>
                    <a:pt x="3082622" y="2243890"/>
                  </a:lnTo>
                  <a:lnTo>
                    <a:pt x="3082958" y="2242197"/>
                  </a:lnTo>
                  <a:lnTo>
                    <a:pt x="3083295" y="2240722"/>
                  </a:lnTo>
                  <a:lnTo>
                    <a:pt x="3083631" y="2238879"/>
                  </a:lnTo>
                  <a:lnTo>
                    <a:pt x="3083967" y="2236855"/>
                  </a:lnTo>
                  <a:lnTo>
                    <a:pt x="3084304" y="2234732"/>
                  </a:lnTo>
                  <a:lnTo>
                    <a:pt x="3084640" y="2232593"/>
                  </a:lnTo>
                  <a:lnTo>
                    <a:pt x="3084977" y="2230924"/>
                  </a:lnTo>
                  <a:lnTo>
                    <a:pt x="3085313" y="2229963"/>
                  </a:lnTo>
                  <a:lnTo>
                    <a:pt x="3085650" y="2229403"/>
                  </a:lnTo>
                  <a:lnTo>
                    <a:pt x="3085986" y="2229235"/>
                  </a:lnTo>
                  <a:lnTo>
                    <a:pt x="3086323" y="2229169"/>
                  </a:lnTo>
                  <a:lnTo>
                    <a:pt x="3086659" y="2228489"/>
                  </a:lnTo>
                  <a:lnTo>
                    <a:pt x="3086996" y="2228016"/>
                  </a:lnTo>
                  <a:lnTo>
                    <a:pt x="3087332" y="2227610"/>
                  </a:lnTo>
                  <a:lnTo>
                    <a:pt x="3087669" y="2227489"/>
                  </a:lnTo>
                  <a:lnTo>
                    <a:pt x="3088005" y="2227808"/>
                  </a:lnTo>
                  <a:lnTo>
                    <a:pt x="3088341" y="2228608"/>
                  </a:lnTo>
                  <a:lnTo>
                    <a:pt x="3088678" y="2229508"/>
                  </a:lnTo>
                  <a:lnTo>
                    <a:pt x="3089014" y="2230792"/>
                  </a:lnTo>
                  <a:lnTo>
                    <a:pt x="3089351" y="2232373"/>
                  </a:lnTo>
                  <a:lnTo>
                    <a:pt x="3089687" y="2234095"/>
                  </a:lnTo>
                  <a:lnTo>
                    <a:pt x="3090024" y="2236389"/>
                  </a:lnTo>
                  <a:lnTo>
                    <a:pt x="3090360" y="2238575"/>
                  </a:lnTo>
                  <a:lnTo>
                    <a:pt x="3090697" y="2241375"/>
                  </a:lnTo>
                  <a:lnTo>
                    <a:pt x="3091033" y="2244116"/>
                  </a:lnTo>
                  <a:lnTo>
                    <a:pt x="3091370" y="2247045"/>
                  </a:lnTo>
                  <a:lnTo>
                    <a:pt x="3091706" y="2249730"/>
                  </a:lnTo>
                  <a:lnTo>
                    <a:pt x="3092043" y="2252177"/>
                  </a:lnTo>
                  <a:lnTo>
                    <a:pt x="3092379" y="2254721"/>
                  </a:lnTo>
                  <a:lnTo>
                    <a:pt x="3092715" y="2257751"/>
                  </a:lnTo>
                  <a:lnTo>
                    <a:pt x="3093052" y="2260143"/>
                  </a:lnTo>
                  <a:lnTo>
                    <a:pt x="3093388" y="2261843"/>
                  </a:lnTo>
                  <a:lnTo>
                    <a:pt x="3093725" y="2263083"/>
                  </a:lnTo>
                  <a:lnTo>
                    <a:pt x="3094061" y="2264603"/>
                  </a:lnTo>
                  <a:lnTo>
                    <a:pt x="3094398" y="2265418"/>
                  </a:lnTo>
                  <a:lnTo>
                    <a:pt x="3094734" y="2265909"/>
                  </a:lnTo>
                  <a:lnTo>
                    <a:pt x="3095071" y="2265983"/>
                  </a:lnTo>
                  <a:lnTo>
                    <a:pt x="3095407" y="2265802"/>
                  </a:lnTo>
                  <a:lnTo>
                    <a:pt x="3095744" y="2265527"/>
                  </a:lnTo>
                  <a:lnTo>
                    <a:pt x="3096080" y="2264931"/>
                  </a:lnTo>
                  <a:lnTo>
                    <a:pt x="3096416" y="2262632"/>
                  </a:lnTo>
                  <a:lnTo>
                    <a:pt x="3096753" y="2260663"/>
                  </a:lnTo>
                  <a:lnTo>
                    <a:pt x="3097089" y="2258452"/>
                  </a:lnTo>
                  <a:lnTo>
                    <a:pt x="3097426" y="2256209"/>
                  </a:lnTo>
                  <a:lnTo>
                    <a:pt x="3097762" y="2254077"/>
                  </a:lnTo>
                  <a:lnTo>
                    <a:pt x="3098099" y="2252013"/>
                  </a:lnTo>
                  <a:lnTo>
                    <a:pt x="3098435" y="2250218"/>
                  </a:lnTo>
                  <a:lnTo>
                    <a:pt x="3098772" y="2248440"/>
                  </a:lnTo>
                  <a:lnTo>
                    <a:pt x="3099108" y="2247345"/>
                  </a:lnTo>
                  <a:lnTo>
                    <a:pt x="3099445" y="2246672"/>
                  </a:lnTo>
                  <a:lnTo>
                    <a:pt x="3099781" y="2246136"/>
                  </a:lnTo>
                  <a:lnTo>
                    <a:pt x="3100118" y="2245751"/>
                  </a:lnTo>
                  <a:lnTo>
                    <a:pt x="3100454" y="2244652"/>
                  </a:lnTo>
                  <a:lnTo>
                    <a:pt x="3100790" y="2243812"/>
                  </a:lnTo>
                  <a:lnTo>
                    <a:pt x="3101127" y="2242452"/>
                  </a:lnTo>
                  <a:lnTo>
                    <a:pt x="3101463" y="2241429"/>
                  </a:lnTo>
                  <a:lnTo>
                    <a:pt x="3101800" y="2240927"/>
                  </a:lnTo>
                  <a:lnTo>
                    <a:pt x="3102136" y="2240949"/>
                  </a:lnTo>
                  <a:lnTo>
                    <a:pt x="3102473" y="2241188"/>
                  </a:lnTo>
                  <a:lnTo>
                    <a:pt x="3102809" y="2241043"/>
                  </a:lnTo>
                  <a:lnTo>
                    <a:pt x="3103146" y="2241161"/>
                  </a:lnTo>
                  <a:lnTo>
                    <a:pt x="3103482" y="2241466"/>
                  </a:lnTo>
                  <a:lnTo>
                    <a:pt x="3103819" y="2242092"/>
                  </a:lnTo>
                  <a:lnTo>
                    <a:pt x="3104155" y="2242377"/>
                  </a:lnTo>
                  <a:lnTo>
                    <a:pt x="3104492" y="2242655"/>
                  </a:lnTo>
                  <a:lnTo>
                    <a:pt x="3104828" y="2242806"/>
                  </a:lnTo>
                  <a:lnTo>
                    <a:pt x="3105164" y="2243200"/>
                  </a:lnTo>
                  <a:lnTo>
                    <a:pt x="3105501" y="2243679"/>
                  </a:lnTo>
                  <a:lnTo>
                    <a:pt x="3105837" y="2244463"/>
                  </a:lnTo>
                  <a:lnTo>
                    <a:pt x="3106174" y="2245446"/>
                  </a:lnTo>
                  <a:lnTo>
                    <a:pt x="3106510" y="2247218"/>
                  </a:lnTo>
                  <a:lnTo>
                    <a:pt x="3106847" y="2248841"/>
                  </a:lnTo>
                  <a:lnTo>
                    <a:pt x="3107183" y="2250197"/>
                  </a:lnTo>
                  <a:lnTo>
                    <a:pt x="3107520" y="2250663"/>
                  </a:lnTo>
                  <a:lnTo>
                    <a:pt x="3107856" y="2251846"/>
                  </a:lnTo>
                  <a:lnTo>
                    <a:pt x="3108193" y="2252838"/>
                  </a:lnTo>
                  <a:lnTo>
                    <a:pt x="3108529" y="2253894"/>
                  </a:lnTo>
                  <a:lnTo>
                    <a:pt x="3108866" y="2255030"/>
                  </a:lnTo>
                  <a:lnTo>
                    <a:pt x="3109202" y="2256608"/>
                  </a:lnTo>
                  <a:lnTo>
                    <a:pt x="3109538" y="2258422"/>
                  </a:lnTo>
                  <a:lnTo>
                    <a:pt x="3109875" y="2259648"/>
                  </a:lnTo>
                  <a:lnTo>
                    <a:pt x="3110211" y="2260466"/>
                  </a:lnTo>
                  <a:lnTo>
                    <a:pt x="3110548" y="2261824"/>
                  </a:lnTo>
                  <a:lnTo>
                    <a:pt x="3110884" y="2262707"/>
                  </a:lnTo>
                  <a:lnTo>
                    <a:pt x="3111221" y="2263002"/>
                  </a:lnTo>
                  <a:lnTo>
                    <a:pt x="3111557" y="2262851"/>
                  </a:lnTo>
                  <a:lnTo>
                    <a:pt x="3111894" y="2262319"/>
                  </a:lnTo>
                  <a:lnTo>
                    <a:pt x="3112230" y="2261723"/>
                  </a:lnTo>
                  <a:lnTo>
                    <a:pt x="3112567" y="2261148"/>
                  </a:lnTo>
                  <a:lnTo>
                    <a:pt x="3112903" y="2260631"/>
                  </a:lnTo>
                  <a:lnTo>
                    <a:pt x="3113240" y="2260229"/>
                  </a:lnTo>
                  <a:lnTo>
                    <a:pt x="3113576" y="2259554"/>
                  </a:lnTo>
                  <a:lnTo>
                    <a:pt x="3113912" y="2258893"/>
                  </a:lnTo>
                  <a:lnTo>
                    <a:pt x="3114249" y="2257973"/>
                  </a:lnTo>
                  <a:lnTo>
                    <a:pt x="3114585" y="2256752"/>
                  </a:lnTo>
                  <a:lnTo>
                    <a:pt x="3114922" y="2255868"/>
                  </a:lnTo>
                  <a:lnTo>
                    <a:pt x="3115258" y="2254833"/>
                  </a:lnTo>
                  <a:lnTo>
                    <a:pt x="3115595" y="2253612"/>
                  </a:lnTo>
                  <a:lnTo>
                    <a:pt x="3115931" y="2252211"/>
                  </a:lnTo>
                  <a:lnTo>
                    <a:pt x="3116268" y="2250674"/>
                  </a:lnTo>
                  <a:lnTo>
                    <a:pt x="3116604" y="2248784"/>
                  </a:lnTo>
                  <a:lnTo>
                    <a:pt x="3116941" y="2246758"/>
                  </a:lnTo>
                  <a:lnTo>
                    <a:pt x="3117277" y="2244962"/>
                  </a:lnTo>
                  <a:lnTo>
                    <a:pt x="3117614" y="2243317"/>
                  </a:lnTo>
                  <a:lnTo>
                    <a:pt x="3117950" y="2241449"/>
                  </a:lnTo>
                  <a:lnTo>
                    <a:pt x="3118286" y="2239057"/>
                  </a:lnTo>
                  <a:lnTo>
                    <a:pt x="3118623" y="2236535"/>
                  </a:lnTo>
                  <a:lnTo>
                    <a:pt x="3118959" y="2233949"/>
                  </a:lnTo>
                  <a:lnTo>
                    <a:pt x="3119296" y="2231255"/>
                  </a:lnTo>
                  <a:lnTo>
                    <a:pt x="3119632" y="2228352"/>
                  </a:lnTo>
                  <a:lnTo>
                    <a:pt x="3119969" y="2224781"/>
                  </a:lnTo>
                  <a:lnTo>
                    <a:pt x="3120305" y="2220686"/>
                  </a:lnTo>
                  <a:lnTo>
                    <a:pt x="3120642" y="2217222"/>
                  </a:lnTo>
                  <a:lnTo>
                    <a:pt x="3120978" y="2213480"/>
                  </a:lnTo>
                  <a:lnTo>
                    <a:pt x="3121315" y="2209669"/>
                  </a:lnTo>
                  <a:lnTo>
                    <a:pt x="3121651" y="2206392"/>
                  </a:lnTo>
                  <a:lnTo>
                    <a:pt x="3121988" y="2203616"/>
                  </a:lnTo>
                  <a:lnTo>
                    <a:pt x="3122324" y="2200799"/>
                  </a:lnTo>
                  <a:lnTo>
                    <a:pt x="3122660" y="2197966"/>
                  </a:lnTo>
                  <a:lnTo>
                    <a:pt x="3122997" y="2195232"/>
                  </a:lnTo>
                  <a:lnTo>
                    <a:pt x="3123333" y="2192807"/>
                  </a:lnTo>
                  <a:lnTo>
                    <a:pt x="3123670" y="2189983"/>
                  </a:lnTo>
                  <a:lnTo>
                    <a:pt x="3124006" y="2186698"/>
                  </a:lnTo>
                  <a:lnTo>
                    <a:pt x="3124343" y="2183694"/>
                  </a:lnTo>
                  <a:lnTo>
                    <a:pt x="3124679" y="2180941"/>
                  </a:lnTo>
                  <a:lnTo>
                    <a:pt x="3125016" y="2178512"/>
                  </a:lnTo>
                  <a:lnTo>
                    <a:pt x="3125352" y="2176492"/>
                  </a:lnTo>
                  <a:lnTo>
                    <a:pt x="3125689" y="2174787"/>
                  </a:lnTo>
                  <a:lnTo>
                    <a:pt x="3126025" y="2173650"/>
                  </a:lnTo>
                  <a:lnTo>
                    <a:pt x="3126362" y="2172828"/>
                  </a:lnTo>
                  <a:lnTo>
                    <a:pt x="3126698" y="2172773"/>
                  </a:lnTo>
                  <a:lnTo>
                    <a:pt x="3127034" y="2171632"/>
                  </a:lnTo>
                  <a:lnTo>
                    <a:pt x="3127371" y="2171087"/>
                  </a:lnTo>
                  <a:lnTo>
                    <a:pt x="3127707" y="2170419"/>
                  </a:lnTo>
                  <a:lnTo>
                    <a:pt x="3128044" y="2169667"/>
                  </a:lnTo>
                  <a:lnTo>
                    <a:pt x="3128380" y="2170498"/>
                  </a:lnTo>
                  <a:lnTo>
                    <a:pt x="3128717" y="2172496"/>
                  </a:lnTo>
                  <a:lnTo>
                    <a:pt x="3129053" y="2174390"/>
                  </a:lnTo>
                  <a:lnTo>
                    <a:pt x="3129390" y="2176211"/>
                  </a:lnTo>
                  <a:lnTo>
                    <a:pt x="3129726" y="2178102"/>
                  </a:lnTo>
                  <a:lnTo>
                    <a:pt x="3130063" y="2180459"/>
                  </a:lnTo>
                  <a:lnTo>
                    <a:pt x="3130399" y="2182908"/>
                  </a:lnTo>
                  <a:lnTo>
                    <a:pt x="3130735" y="2185469"/>
                  </a:lnTo>
                  <a:lnTo>
                    <a:pt x="3131072" y="2188193"/>
                  </a:lnTo>
                  <a:lnTo>
                    <a:pt x="3131408" y="2191114"/>
                  </a:lnTo>
                  <a:lnTo>
                    <a:pt x="3131745" y="2194590"/>
                  </a:lnTo>
                  <a:lnTo>
                    <a:pt x="3132081" y="2198667"/>
                  </a:lnTo>
                  <a:lnTo>
                    <a:pt x="3132418" y="2202955"/>
                  </a:lnTo>
                  <a:lnTo>
                    <a:pt x="3132754" y="2206609"/>
                  </a:lnTo>
                  <a:lnTo>
                    <a:pt x="3133091" y="2210570"/>
                  </a:lnTo>
                  <a:lnTo>
                    <a:pt x="3133427" y="2213429"/>
                  </a:lnTo>
                  <a:lnTo>
                    <a:pt x="3133764" y="2216085"/>
                  </a:lnTo>
                  <a:lnTo>
                    <a:pt x="3134100" y="2218539"/>
                  </a:lnTo>
                  <a:lnTo>
                    <a:pt x="3134437" y="2221273"/>
                  </a:lnTo>
                  <a:lnTo>
                    <a:pt x="3134773" y="2223542"/>
                  </a:lnTo>
                  <a:lnTo>
                    <a:pt x="3135109" y="2226093"/>
                  </a:lnTo>
                  <a:lnTo>
                    <a:pt x="3135446" y="2228978"/>
                  </a:lnTo>
                  <a:lnTo>
                    <a:pt x="3135782" y="2232184"/>
                  </a:lnTo>
                  <a:lnTo>
                    <a:pt x="3136119" y="2235468"/>
                  </a:lnTo>
                  <a:lnTo>
                    <a:pt x="3136455" y="2238605"/>
                  </a:lnTo>
                  <a:lnTo>
                    <a:pt x="3136792" y="2241291"/>
                  </a:lnTo>
                  <a:lnTo>
                    <a:pt x="3137128" y="2243439"/>
                  </a:lnTo>
                  <a:lnTo>
                    <a:pt x="3137465" y="2245141"/>
                  </a:lnTo>
                  <a:lnTo>
                    <a:pt x="3137801" y="2247202"/>
                  </a:lnTo>
                  <a:lnTo>
                    <a:pt x="3138138" y="2248824"/>
                  </a:lnTo>
                  <a:lnTo>
                    <a:pt x="3138474" y="2250705"/>
                  </a:lnTo>
                  <a:lnTo>
                    <a:pt x="3138811" y="2252261"/>
                  </a:lnTo>
                  <a:lnTo>
                    <a:pt x="3139147" y="2253713"/>
                  </a:lnTo>
                  <a:lnTo>
                    <a:pt x="3139483" y="2255010"/>
                  </a:lnTo>
                  <a:lnTo>
                    <a:pt x="3139820" y="2256842"/>
                  </a:lnTo>
                  <a:lnTo>
                    <a:pt x="3140156" y="2258751"/>
                  </a:lnTo>
                  <a:lnTo>
                    <a:pt x="3140493" y="2261438"/>
                  </a:lnTo>
                  <a:lnTo>
                    <a:pt x="3140829" y="2262825"/>
                  </a:lnTo>
                  <a:lnTo>
                    <a:pt x="3141166" y="2263737"/>
                  </a:lnTo>
                  <a:lnTo>
                    <a:pt x="3141502" y="2264556"/>
                  </a:lnTo>
                  <a:lnTo>
                    <a:pt x="3141839" y="2265957"/>
                  </a:lnTo>
                  <a:lnTo>
                    <a:pt x="3142175" y="2267839"/>
                  </a:lnTo>
                  <a:lnTo>
                    <a:pt x="3142512" y="2270225"/>
                  </a:lnTo>
                  <a:lnTo>
                    <a:pt x="3142848" y="2272509"/>
                  </a:lnTo>
                  <a:lnTo>
                    <a:pt x="3143185" y="2275017"/>
                  </a:lnTo>
                  <a:lnTo>
                    <a:pt x="3143521" y="2277581"/>
                  </a:lnTo>
                  <a:lnTo>
                    <a:pt x="3143857" y="2280232"/>
                  </a:lnTo>
                  <a:lnTo>
                    <a:pt x="3144194" y="2282941"/>
                  </a:lnTo>
                  <a:lnTo>
                    <a:pt x="3144530" y="2286102"/>
                  </a:lnTo>
                  <a:lnTo>
                    <a:pt x="3144867" y="2290190"/>
                  </a:lnTo>
                  <a:lnTo>
                    <a:pt x="3145203" y="2294845"/>
                  </a:lnTo>
                  <a:lnTo>
                    <a:pt x="3145540" y="2299529"/>
                  </a:lnTo>
                  <a:lnTo>
                    <a:pt x="3145876" y="2303783"/>
                  </a:lnTo>
                  <a:lnTo>
                    <a:pt x="3146213" y="2307504"/>
                  </a:lnTo>
                  <a:lnTo>
                    <a:pt x="3146549" y="2310356"/>
                  </a:lnTo>
                  <a:lnTo>
                    <a:pt x="3146886" y="2311721"/>
                  </a:lnTo>
                  <a:lnTo>
                    <a:pt x="3147222" y="2312174"/>
                  </a:lnTo>
                  <a:lnTo>
                    <a:pt x="3147559" y="2311858"/>
                  </a:lnTo>
                  <a:lnTo>
                    <a:pt x="3147895" y="2311685"/>
                  </a:lnTo>
                  <a:lnTo>
                    <a:pt x="3148231" y="2311204"/>
                  </a:lnTo>
                  <a:lnTo>
                    <a:pt x="3148568" y="2311743"/>
                  </a:lnTo>
                  <a:lnTo>
                    <a:pt x="3148904" y="2311849"/>
                  </a:lnTo>
                  <a:lnTo>
                    <a:pt x="3149241" y="2312929"/>
                  </a:lnTo>
                  <a:lnTo>
                    <a:pt x="3149577" y="2313203"/>
                  </a:lnTo>
                  <a:lnTo>
                    <a:pt x="3149914" y="2312557"/>
                  </a:lnTo>
                  <a:lnTo>
                    <a:pt x="3150250" y="2311594"/>
                  </a:lnTo>
                  <a:lnTo>
                    <a:pt x="3150587" y="2309792"/>
                  </a:lnTo>
                  <a:lnTo>
                    <a:pt x="3150923" y="2308420"/>
                  </a:lnTo>
                  <a:lnTo>
                    <a:pt x="3151260" y="2307030"/>
                  </a:lnTo>
                  <a:lnTo>
                    <a:pt x="3151596" y="2306172"/>
                  </a:lnTo>
                  <a:lnTo>
                    <a:pt x="3151933" y="2305478"/>
                  </a:lnTo>
                  <a:lnTo>
                    <a:pt x="3152269" y="2304579"/>
                  </a:lnTo>
                  <a:lnTo>
                    <a:pt x="3152605" y="2303529"/>
                  </a:lnTo>
                  <a:lnTo>
                    <a:pt x="3152942" y="2302415"/>
                  </a:lnTo>
                  <a:lnTo>
                    <a:pt x="3153278" y="2301367"/>
                  </a:lnTo>
                  <a:lnTo>
                    <a:pt x="3153615" y="2300300"/>
                  </a:lnTo>
                  <a:lnTo>
                    <a:pt x="3153951" y="2299775"/>
                  </a:lnTo>
                  <a:lnTo>
                    <a:pt x="3154288" y="2298975"/>
                  </a:lnTo>
                  <a:lnTo>
                    <a:pt x="3154624" y="2298521"/>
                  </a:lnTo>
                  <a:lnTo>
                    <a:pt x="3154961" y="2298184"/>
                  </a:lnTo>
                  <a:lnTo>
                    <a:pt x="3155297" y="2297731"/>
                  </a:lnTo>
                  <a:lnTo>
                    <a:pt x="3155634" y="2297779"/>
                  </a:lnTo>
                  <a:lnTo>
                    <a:pt x="3155970" y="2297973"/>
                  </a:lnTo>
                  <a:lnTo>
                    <a:pt x="3156307" y="2298282"/>
                  </a:lnTo>
                  <a:lnTo>
                    <a:pt x="3156643" y="2298660"/>
                  </a:lnTo>
                  <a:lnTo>
                    <a:pt x="3156979" y="2299255"/>
                  </a:lnTo>
                  <a:lnTo>
                    <a:pt x="3157316" y="2299348"/>
                  </a:lnTo>
                  <a:lnTo>
                    <a:pt x="3157652" y="2299399"/>
                  </a:lnTo>
                  <a:lnTo>
                    <a:pt x="3157989" y="2299318"/>
                  </a:lnTo>
                  <a:lnTo>
                    <a:pt x="3158325" y="2299250"/>
                  </a:lnTo>
                  <a:lnTo>
                    <a:pt x="3158662" y="2298797"/>
                  </a:lnTo>
                  <a:lnTo>
                    <a:pt x="3158998" y="2298062"/>
                  </a:lnTo>
                  <a:lnTo>
                    <a:pt x="3159335" y="2297421"/>
                  </a:lnTo>
                  <a:lnTo>
                    <a:pt x="3159671" y="2296848"/>
                  </a:lnTo>
                  <a:lnTo>
                    <a:pt x="3160008" y="2296386"/>
                  </a:lnTo>
                  <a:lnTo>
                    <a:pt x="3160344" y="2296132"/>
                  </a:lnTo>
                  <a:lnTo>
                    <a:pt x="3160681" y="2296215"/>
                  </a:lnTo>
                  <a:lnTo>
                    <a:pt x="3161017" y="2296278"/>
                  </a:lnTo>
                  <a:lnTo>
                    <a:pt x="3161353" y="2296239"/>
                  </a:lnTo>
                  <a:lnTo>
                    <a:pt x="3161690" y="2296279"/>
                  </a:lnTo>
                  <a:lnTo>
                    <a:pt x="3162026" y="2296233"/>
                  </a:lnTo>
                  <a:lnTo>
                    <a:pt x="3162363" y="2296173"/>
                  </a:lnTo>
                  <a:lnTo>
                    <a:pt x="3162699" y="2296074"/>
                  </a:lnTo>
                  <a:lnTo>
                    <a:pt x="3163036" y="2295918"/>
                  </a:lnTo>
                  <a:lnTo>
                    <a:pt x="3163372" y="2295573"/>
                  </a:lnTo>
                  <a:lnTo>
                    <a:pt x="3163709" y="2296679"/>
                  </a:lnTo>
                  <a:lnTo>
                    <a:pt x="3164045" y="2297261"/>
                  </a:lnTo>
                  <a:lnTo>
                    <a:pt x="3164382" y="2297928"/>
                  </a:lnTo>
                  <a:lnTo>
                    <a:pt x="3164718" y="2298784"/>
                  </a:lnTo>
                  <a:lnTo>
                    <a:pt x="3165054" y="2299659"/>
                  </a:lnTo>
                  <a:lnTo>
                    <a:pt x="3165391" y="2300883"/>
                  </a:lnTo>
                  <a:lnTo>
                    <a:pt x="3165727" y="2302067"/>
                  </a:lnTo>
                  <a:lnTo>
                    <a:pt x="3166064" y="2303730"/>
                  </a:lnTo>
                  <a:lnTo>
                    <a:pt x="3166400" y="2305723"/>
                  </a:lnTo>
                  <a:lnTo>
                    <a:pt x="3166737" y="2307826"/>
                  </a:lnTo>
                  <a:lnTo>
                    <a:pt x="3167073" y="2310050"/>
                  </a:lnTo>
                  <a:lnTo>
                    <a:pt x="3167410" y="2312303"/>
                  </a:lnTo>
                  <a:lnTo>
                    <a:pt x="3167746" y="2314683"/>
                  </a:lnTo>
                  <a:lnTo>
                    <a:pt x="3168083" y="2317354"/>
                  </a:lnTo>
                  <a:lnTo>
                    <a:pt x="3168419" y="2320619"/>
                  </a:lnTo>
                  <a:lnTo>
                    <a:pt x="3168756" y="2323785"/>
                  </a:lnTo>
                  <a:lnTo>
                    <a:pt x="3169092" y="2326910"/>
                  </a:lnTo>
                  <a:lnTo>
                    <a:pt x="3169428" y="2329754"/>
                  </a:lnTo>
                  <a:lnTo>
                    <a:pt x="3169765" y="2331655"/>
                  </a:lnTo>
                  <a:lnTo>
                    <a:pt x="3170101" y="2334023"/>
                  </a:lnTo>
                  <a:lnTo>
                    <a:pt x="3170438" y="2336000"/>
                  </a:lnTo>
                  <a:lnTo>
                    <a:pt x="3170774" y="2337825"/>
                  </a:lnTo>
                  <a:lnTo>
                    <a:pt x="3171111" y="2339491"/>
                  </a:lnTo>
                  <a:lnTo>
                    <a:pt x="3171447" y="2341283"/>
                  </a:lnTo>
                  <a:lnTo>
                    <a:pt x="3171784" y="2343041"/>
                  </a:lnTo>
                  <a:lnTo>
                    <a:pt x="3172120" y="2344677"/>
                  </a:lnTo>
                  <a:lnTo>
                    <a:pt x="3172457" y="2346197"/>
                  </a:lnTo>
                  <a:lnTo>
                    <a:pt x="3172793" y="2347627"/>
                  </a:lnTo>
                  <a:lnTo>
                    <a:pt x="3173130" y="2348512"/>
                  </a:lnTo>
                  <a:lnTo>
                    <a:pt x="3173466" y="2348971"/>
                  </a:lnTo>
                  <a:lnTo>
                    <a:pt x="3173802" y="2349117"/>
                  </a:lnTo>
                  <a:lnTo>
                    <a:pt x="3174139" y="2348975"/>
                  </a:lnTo>
                  <a:lnTo>
                    <a:pt x="3174475" y="2348472"/>
                  </a:lnTo>
                  <a:lnTo>
                    <a:pt x="3174812" y="2348595"/>
                  </a:lnTo>
                  <a:lnTo>
                    <a:pt x="3175148" y="2348810"/>
                  </a:lnTo>
                  <a:lnTo>
                    <a:pt x="3175485" y="2348832"/>
                  </a:lnTo>
                  <a:lnTo>
                    <a:pt x="3175821" y="2348688"/>
                  </a:lnTo>
                  <a:lnTo>
                    <a:pt x="3176158" y="2348286"/>
                  </a:lnTo>
                  <a:lnTo>
                    <a:pt x="3176494" y="2347467"/>
                  </a:lnTo>
                  <a:lnTo>
                    <a:pt x="3176831" y="2346403"/>
                  </a:lnTo>
                  <a:lnTo>
                    <a:pt x="3177167" y="2345620"/>
                  </a:lnTo>
                  <a:lnTo>
                    <a:pt x="3177504" y="2344528"/>
                  </a:lnTo>
                  <a:lnTo>
                    <a:pt x="3177840" y="2343530"/>
                  </a:lnTo>
                  <a:lnTo>
                    <a:pt x="3178176" y="2342689"/>
                  </a:lnTo>
                  <a:lnTo>
                    <a:pt x="3178513" y="2341590"/>
                  </a:lnTo>
                  <a:lnTo>
                    <a:pt x="3178849" y="2340505"/>
                  </a:lnTo>
                  <a:lnTo>
                    <a:pt x="3179186" y="2339772"/>
                  </a:lnTo>
                  <a:lnTo>
                    <a:pt x="3179522" y="2339470"/>
                  </a:lnTo>
                  <a:lnTo>
                    <a:pt x="3179859" y="2339327"/>
                  </a:lnTo>
                  <a:lnTo>
                    <a:pt x="3180195" y="2339126"/>
                  </a:lnTo>
                  <a:lnTo>
                    <a:pt x="3180532" y="2339068"/>
                  </a:lnTo>
                  <a:lnTo>
                    <a:pt x="3180868" y="2339118"/>
                  </a:lnTo>
                  <a:lnTo>
                    <a:pt x="3181205" y="2339054"/>
                  </a:lnTo>
                  <a:lnTo>
                    <a:pt x="3181541" y="2339039"/>
                  </a:lnTo>
                  <a:lnTo>
                    <a:pt x="3181878" y="2339162"/>
                  </a:lnTo>
                  <a:lnTo>
                    <a:pt x="3182214" y="2339111"/>
                  </a:lnTo>
                  <a:lnTo>
                    <a:pt x="3182550" y="2339657"/>
                  </a:lnTo>
                  <a:lnTo>
                    <a:pt x="3182887" y="2340512"/>
                  </a:lnTo>
                  <a:lnTo>
                    <a:pt x="3183223" y="2342093"/>
                  </a:lnTo>
                  <a:lnTo>
                    <a:pt x="3183560" y="2344047"/>
                  </a:lnTo>
                  <a:lnTo>
                    <a:pt x="3183896" y="2346332"/>
                  </a:lnTo>
                  <a:lnTo>
                    <a:pt x="3184233" y="2349090"/>
                  </a:lnTo>
                  <a:lnTo>
                    <a:pt x="3184569" y="2352086"/>
                  </a:lnTo>
                  <a:lnTo>
                    <a:pt x="3184906" y="2355650"/>
                  </a:lnTo>
                  <a:lnTo>
                    <a:pt x="3185242" y="2359809"/>
                  </a:lnTo>
                  <a:lnTo>
                    <a:pt x="3185579" y="2364666"/>
                  </a:lnTo>
                  <a:lnTo>
                    <a:pt x="3185915" y="2369889"/>
                  </a:lnTo>
                  <a:lnTo>
                    <a:pt x="3186252" y="2375270"/>
                  </a:lnTo>
                  <a:lnTo>
                    <a:pt x="3186588" y="2380687"/>
                  </a:lnTo>
                  <a:lnTo>
                    <a:pt x="3186924" y="2386176"/>
                  </a:lnTo>
                  <a:lnTo>
                    <a:pt x="3187261" y="2392246"/>
                  </a:lnTo>
                  <a:lnTo>
                    <a:pt x="3187597" y="2398597"/>
                  </a:lnTo>
                  <a:lnTo>
                    <a:pt x="3187934" y="2403284"/>
                  </a:lnTo>
                  <a:lnTo>
                    <a:pt x="3188270" y="2407829"/>
                  </a:lnTo>
                  <a:lnTo>
                    <a:pt x="3188607" y="2412522"/>
                  </a:lnTo>
                  <a:lnTo>
                    <a:pt x="3188943" y="2417130"/>
                  </a:lnTo>
                  <a:lnTo>
                    <a:pt x="3189280" y="2421132"/>
                  </a:lnTo>
                  <a:lnTo>
                    <a:pt x="3189616" y="2424890"/>
                  </a:lnTo>
                  <a:lnTo>
                    <a:pt x="3189953" y="2427832"/>
                  </a:lnTo>
                  <a:lnTo>
                    <a:pt x="3190289" y="2430079"/>
                  </a:lnTo>
                  <a:lnTo>
                    <a:pt x="3190626" y="2431677"/>
                  </a:lnTo>
                  <a:lnTo>
                    <a:pt x="3190962" y="2433502"/>
                  </a:lnTo>
                  <a:lnTo>
                    <a:pt x="3191298" y="2435367"/>
                  </a:lnTo>
                  <a:lnTo>
                    <a:pt x="3191635" y="2437199"/>
                  </a:lnTo>
                  <a:lnTo>
                    <a:pt x="3191971" y="2439079"/>
                  </a:lnTo>
                  <a:lnTo>
                    <a:pt x="3192308" y="2440849"/>
                  </a:lnTo>
                  <a:lnTo>
                    <a:pt x="3192644" y="2442490"/>
                  </a:lnTo>
                  <a:lnTo>
                    <a:pt x="3192981" y="2443582"/>
                  </a:lnTo>
                  <a:lnTo>
                    <a:pt x="3193317" y="2444317"/>
                  </a:lnTo>
                  <a:lnTo>
                    <a:pt x="3193654" y="2444898"/>
                  </a:lnTo>
                  <a:lnTo>
                    <a:pt x="3193990" y="2445729"/>
                  </a:lnTo>
                  <a:lnTo>
                    <a:pt x="3194327" y="2446925"/>
                  </a:lnTo>
                  <a:lnTo>
                    <a:pt x="3194663" y="2449192"/>
                  </a:lnTo>
                  <a:lnTo>
                    <a:pt x="3195000" y="2451894"/>
                  </a:lnTo>
                  <a:lnTo>
                    <a:pt x="3195336" y="2454689"/>
                  </a:lnTo>
                  <a:lnTo>
                    <a:pt x="3195672" y="2456520"/>
                  </a:lnTo>
                  <a:lnTo>
                    <a:pt x="3196009" y="2458260"/>
                  </a:lnTo>
                  <a:lnTo>
                    <a:pt x="3196345" y="2460887"/>
                  </a:lnTo>
                  <a:lnTo>
                    <a:pt x="3196682" y="2463535"/>
                  </a:lnTo>
                  <a:lnTo>
                    <a:pt x="3197018" y="2465995"/>
                  </a:lnTo>
                  <a:lnTo>
                    <a:pt x="3197355" y="2467994"/>
                  </a:lnTo>
                  <a:lnTo>
                    <a:pt x="3197691" y="2469836"/>
                  </a:lnTo>
                  <a:lnTo>
                    <a:pt x="3198028" y="2471752"/>
                  </a:lnTo>
                  <a:lnTo>
                    <a:pt x="3198364" y="2473479"/>
                  </a:lnTo>
                  <a:lnTo>
                    <a:pt x="3198701" y="2474808"/>
                  </a:lnTo>
                  <a:lnTo>
                    <a:pt x="3199037" y="2475646"/>
                  </a:lnTo>
                  <a:lnTo>
                    <a:pt x="3199373" y="2476284"/>
                  </a:lnTo>
                  <a:lnTo>
                    <a:pt x="3199710" y="2476780"/>
                  </a:lnTo>
                  <a:lnTo>
                    <a:pt x="3200046" y="2477163"/>
                  </a:lnTo>
                  <a:lnTo>
                    <a:pt x="3200383" y="2477567"/>
                  </a:lnTo>
                  <a:lnTo>
                    <a:pt x="3200719" y="2478786"/>
                  </a:lnTo>
                  <a:lnTo>
                    <a:pt x="3201056" y="2479584"/>
                  </a:lnTo>
                  <a:lnTo>
                    <a:pt x="3201392" y="2479891"/>
                  </a:lnTo>
                  <a:lnTo>
                    <a:pt x="3201729" y="2479739"/>
                  </a:lnTo>
                  <a:lnTo>
                    <a:pt x="3202065" y="2479439"/>
                  </a:lnTo>
                  <a:lnTo>
                    <a:pt x="3202402" y="2478686"/>
                  </a:lnTo>
                  <a:lnTo>
                    <a:pt x="3202738" y="2478045"/>
                  </a:lnTo>
                  <a:lnTo>
                    <a:pt x="3203075" y="2477626"/>
                  </a:lnTo>
                  <a:lnTo>
                    <a:pt x="3203411" y="2477527"/>
                  </a:lnTo>
                  <a:lnTo>
                    <a:pt x="3203747" y="2477731"/>
                  </a:lnTo>
                  <a:lnTo>
                    <a:pt x="3204084" y="2477762"/>
                  </a:lnTo>
                  <a:lnTo>
                    <a:pt x="3204420" y="2477605"/>
                  </a:lnTo>
                  <a:lnTo>
                    <a:pt x="3204757" y="2477202"/>
                  </a:lnTo>
                  <a:lnTo>
                    <a:pt x="3205093" y="2476716"/>
                  </a:lnTo>
                  <a:lnTo>
                    <a:pt x="3205430" y="2476318"/>
                  </a:lnTo>
                  <a:lnTo>
                    <a:pt x="3205766" y="2475784"/>
                  </a:lnTo>
                  <a:lnTo>
                    <a:pt x="3206103" y="2475365"/>
                  </a:lnTo>
                  <a:lnTo>
                    <a:pt x="3206439" y="2475228"/>
                  </a:lnTo>
                  <a:lnTo>
                    <a:pt x="3206776" y="2475407"/>
                  </a:lnTo>
                  <a:lnTo>
                    <a:pt x="3207112" y="2474891"/>
                  </a:lnTo>
                  <a:lnTo>
                    <a:pt x="3207449" y="2474233"/>
                  </a:lnTo>
                  <a:lnTo>
                    <a:pt x="3207785" y="2473471"/>
                  </a:lnTo>
                  <a:lnTo>
                    <a:pt x="3208121" y="2473025"/>
                  </a:lnTo>
                  <a:lnTo>
                    <a:pt x="3208458" y="2472364"/>
                  </a:lnTo>
                  <a:lnTo>
                    <a:pt x="3208794" y="2471632"/>
                  </a:lnTo>
                  <a:lnTo>
                    <a:pt x="3209131" y="2471359"/>
                  </a:lnTo>
                  <a:lnTo>
                    <a:pt x="3209467" y="2471165"/>
                  </a:lnTo>
                  <a:lnTo>
                    <a:pt x="3209804" y="2471050"/>
                  </a:lnTo>
                  <a:lnTo>
                    <a:pt x="3210140" y="2470985"/>
                  </a:lnTo>
                  <a:lnTo>
                    <a:pt x="3210477" y="2470626"/>
                  </a:lnTo>
                  <a:lnTo>
                    <a:pt x="3210813" y="2470209"/>
                  </a:lnTo>
                  <a:lnTo>
                    <a:pt x="3211150" y="2469505"/>
                  </a:lnTo>
                  <a:lnTo>
                    <a:pt x="3211486" y="2468815"/>
                  </a:lnTo>
                  <a:lnTo>
                    <a:pt x="3211823" y="2468040"/>
                  </a:lnTo>
                  <a:lnTo>
                    <a:pt x="3212159" y="2467414"/>
                  </a:lnTo>
                  <a:lnTo>
                    <a:pt x="3212495" y="2466847"/>
                  </a:lnTo>
                  <a:lnTo>
                    <a:pt x="3212832" y="2466308"/>
                  </a:lnTo>
                  <a:lnTo>
                    <a:pt x="3213168" y="2466251"/>
                  </a:lnTo>
                  <a:lnTo>
                    <a:pt x="3213505" y="2466581"/>
                  </a:lnTo>
                  <a:lnTo>
                    <a:pt x="3213841" y="2467695"/>
                  </a:lnTo>
                  <a:lnTo>
                    <a:pt x="3214178" y="2469800"/>
                  </a:lnTo>
                  <a:lnTo>
                    <a:pt x="3214514" y="2472781"/>
                  </a:lnTo>
                  <a:lnTo>
                    <a:pt x="3214851" y="2476287"/>
                  </a:lnTo>
                  <a:lnTo>
                    <a:pt x="3215187" y="2480030"/>
                  </a:lnTo>
                  <a:lnTo>
                    <a:pt x="3215524" y="2484305"/>
                  </a:lnTo>
                  <a:lnTo>
                    <a:pt x="3215860" y="2487524"/>
                  </a:lnTo>
                  <a:lnTo>
                    <a:pt x="3216197" y="2490944"/>
                  </a:lnTo>
                  <a:lnTo>
                    <a:pt x="3216533" y="2493062"/>
                  </a:lnTo>
                  <a:lnTo>
                    <a:pt x="3216869" y="2495389"/>
                  </a:lnTo>
                  <a:lnTo>
                    <a:pt x="3217206" y="2498096"/>
                  </a:lnTo>
                  <a:lnTo>
                    <a:pt x="3217542" y="2500726"/>
                  </a:lnTo>
                  <a:lnTo>
                    <a:pt x="3217879" y="2503842"/>
                  </a:lnTo>
                  <a:lnTo>
                    <a:pt x="3218215" y="2506738"/>
                  </a:lnTo>
                  <a:lnTo>
                    <a:pt x="3218552" y="2509694"/>
                  </a:lnTo>
                  <a:lnTo>
                    <a:pt x="3218888" y="2511924"/>
                  </a:lnTo>
                  <a:lnTo>
                    <a:pt x="3219225" y="2513617"/>
                  </a:lnTo>
                  <a:lnTo>
                    <a:pt x="3219561" y="2514940"/>
                  </a:lnTo>
                  <a:lnTo>
                    <a:pt x="3219898" y="2516826"/>
                  </a:lnTo>
                  <a:lnTo>
                    <a:pt x="3220234" y="2518684"/>
                  </a:lnTo>
                  <a:lnTo>
                    <a:pt x="3220571" y="2520535"/>
                  </a:lnTo>
                  <a:lnTo>
                    <a:pt x="3220907" y="2522527"/>
                  </a:lnTo>
                  <a:lnTo>
                    <a:pt x="3221243" y="2524215"/>
                  </a:lnTo>
                  <a:lnTo>
                    <a:pt x="3221580" y="2526351"/>
                  </a:lnTo>
                  <a:lnTo>
                    <a:pt x="3221916" y="2528135"/>
                  </a:lnTo>
                  <a:lnTo>
                    <a:pt x="3222253" y="2529553"/>
                  </a:lnTo>
                  <a:lnTo>
                    <a:pt x="3222589" y="2530946"/>
                  </a:lnTo>
                  <a:lnTo>
                    <a:pt x="3222926" y="2531783"/>
                  </a:lnTo>
                  <a:lnTo>
                    <a:pt x="3223262" y="2531990"/>
                  </a:lnTo>
                  <a:lnTo>
                    <a:pt x="3223599" y="2531950"/>
                  </a:lnTo>
                  <a:lnTo>
                    <a:pt x="3223935" y="2531956"/>
                  </a:lnTo>
                  <a:lnTo>
                    <a:pt x="3224272" y="2531959"/>
                  </a:lnTo>
                  <a:lnTo>
                    <a:pt x="3224608" y="2532164"/>
                  </a:lnTo>
                  <a:lnTo>
                    <a:pt x="3224945" y="2532364"/>
                  </a:lnTo>
                  <a:lnTo>
                    <a:pt x="3225281" y="2532607"/>
                  </a:lnTo>
                  <a:lnTo>
                    <a:pt x="3225617" y="2532815"/>
                  </a:lnTo>
                  <a:lnTo>
                    <a:pt x="3225954" y="2532887"/>
                  </a:lnTo>
                  <a:lnTo>
                    <a:pt x="3226290" y="2533203"/>
                  </a:lnTo>
                  <a:lnTo>
                    <a:pt x="3226627" y="2533634"/>
                  </a:lnTo>
                  <a:lnTo>
                    <a:pt x="3226963" y="2534281"/>
                  </a:lnTo>
                  <a:lnTo>
                    <a:pt x="3227300" y="2534978"/>
                  </a:lnTo>
                  <a:lnTo>
                    <a:pt x="3227636" y="2535696"/>
                  </a:lnTo>
                  <a:lnTo>
                    <a:pt x="3227973" y="2536350"/>
                  </a:lnTo>
                  <a:lnTo>
                    <a:pt x="3228309" y="2537126"/>
                  </a:lnTo>
                  <a:lnTo>
                    <a:pt x="3228646" y="2538103"/>
                  </a:lnTo>
                  <a:lnTo>
                    <a:pt x="3228982" y="2539101"/>
                  </a:lnTo>
                  <a:lnTo>
                    <a:pt x="3229318" y="2540100"/>
                  </a:lnTo>
                  <a:lnTo>
                    <a:pt x="3229655" y="2541106"/>
                  </a:lnTo>
                  <a:lnTo>
                    <a:pt x="3229991" y="2542212"/>
                  </a:lnTo>
                  <a:lnTo>
                    <a:pt x="3230328" y="2543247"/>
                  </a:lnTo>
                  <a:lnTo>
                    <a:pt x="3230664" y="2544288"/>
                  </a:lnTo>
                  <a:lnTo>
                    <a:pt x="3231001" y="2544878"/>
                  </a:lnTo>
                  <a:lnTo>
                    <a:pt x="3231337" y="2545294"/>
                  </a:lnTo>
                  <a:lnTo>
                    <a:pt x="3231674" y="2545661"/>
                  </a:lnTo>
                  <a:lnTo>
                    <a:pt x="3232010" y="2545948"/>
                  </a:lnTo>
                  <a:lnTo>
                    <a:pt x="3232347" y="2546200"/>
                  </a:lnTo>
                  <a:lnTo>
                    <a:pt x="3232683" y="2546953"/>
                  </a:lnTo>
                  <a:lnTo>
                    <a:pt x="3233020" y="2547610"/>
                  </a:lnTo>
                  <a:lnTo>
                    <a:pt x="3233356" y="2547777"/>
                  </a:lnTo>
                  <a:lnTo>
                    <a:pt x="3233692" y="2547364"/>
                  </a:lnTo>
                  <a:lnTo>
                    <a:pt x="3234029" y="2546769"/>
                  </a:lnTo>
                  <a:lnTo>
                    <a:pt x="3234365" y="2545973"/>
                  </a:lnTo>
                  <a:lnTo>
                    <a:pt x="3234702" y="2544986"/>
                  </a:lnTo>
                  <a:lnTo>
                    <a:pt x="3235038" y="2543732"/>
                  </a:lnTo>
                  <a:lnTo>
                    <a:pt x="3235375" y="2541998"/>
                  </a:lnTo>
                  <a:lnTo>
                    <a:pt x="3235711" y="2540052"/>
                  </a:lnTo>
                  <a:lnTo>
                    <a:pt x="3236048" y="2538058"/>
                  </a:lnTo>
                  <a:lnTo>
                    <a:pt x="3236384" y="2535927"/>
                  </a:lnTo>
                  <a:lnTo>
                    <a:pt x="3236721" y="2533691"/>
                  </a:lnTo>
                  <a:lnTo>
                    <a:pt x="3237057" y="2531389"/>
                  </a:lnTo>
                  <a:lnTo>
                    <a:pt x="3237394" y="2528969"/>
                  </a:lnTo>
                  <a:lnTo>
                    <a:pt x="3237730" y="2526430"/>
                  </a:lnTo>
                  <a:lnTo>
                    <a:pt x="3238066" y="2523983"/>
                  </a:lnTo>
                  <a:lnTo>
                    <a:pt x="3238403" y="2521463"/>
                  </a:lnTo>
                  <a:lnTo>
                    <a:pt x="3238739" y="2518194"/>
                  </a:lnTo>
                  <a:lnTo>
                    <a:pt x="3239076" y="2514954"/>
                  </a:lnTo>
                  <a:lnTo>
                    <a:pt x="3239412" y="2511923"/>
                  </a:lnTo>
                  <a:lnTo>
                    <a:pt x="3239749" y="2508819"/>
                  </a:lnTo>
                  <a:lnTo>
                    <a:pt x="3240085" y="2505823"/>
                  </a:lnTo>
                  <a:lnTo>
                    <a:pt x="3240422" y="2503380"/>
                  </a:lnTo>
                  <a:lnTo>
                    <a:pt x="3240758" y="2500916"/>
                  </a:lnTo>
                  <a:lnTo>
                    <a:pt x="3241095" y="2498488"/>
                  </a:lnTo>
                  <a:lnTo>
                    <a:pt x="3241431" y="2496462"/>
                  </a:lnTo>
                  <a:lnTo>
                    <a:pt x="3241768" y="2494960"/>
                  </a:lnTo>
                  <a:lnTo>
                    <a:pt x="3242104" y="2493825"/>
                  </a:lnTo>
                  <a:lnTo>
                    <a:pt x="3242440" y="2492891"/>
                  </a:lnTo>
                  <a:lnTo>
                    <a:pt x="3242777" y="2492202"/>
                  </a:lnTo>
                  <a:lnTo>
                    <a:pt x="3243113" y="2491490"/>
                  </a:lnTo>
                  <a:lnTo>
                    <a:pt x="3243450" y="2490829"/>
                  </a:lnTo>
                  <a:lnTo>
                    <a:pt x="3243786" y="2489910"/>
                  </a:lnTo>
                  <a:lnTo>
                    <a:pt x="3244123" y="2489105"/>
                  </a:lnTo>
                  <a:lnTo>
                    <a:pt x="3244459" y="2488610"/>
                  </a:lnTo>
                  <a:lnTo>
                    <a:pt x="3244796" y="2488911"/>
                  </a:lnTo>
                  <a:lnTo>
                    <a:pt x="3245132" y="2489349"/>
                  </a:lnTo>
                  <a:lnTo>
                    <a:pt x="3245469" y="2489917"/>
                  </a:lnTo>
                  <a:lnTo>
                    <a:pt x="3245805" y="2490829"/>
                  </a:lnTo>
                  <a:lnTo>
                    <a:pt x="3246142" y="2491447"/>
                  </a:lnTo>
                  <a:lnTo>
                    <a:pt x="3246478" y="2491993"/>
                  </a:lnTo>
                  <a:lnTo>
                    <a:pt x="3246814" y="2492173"/>
                  </a:lnTo>
                  <a:lnTo>
                    <a:pt x="3247151" y="2492173"/>
                  </a:lnTo>
                  <a:lnTo>
                    <a:pt x="3247487" y="2492123"/>
                  </a:lnTo>
                  <a:lnTo>
                    <a:pt x="3247824" y="2491613"/>
                  </a:lnTo>
                  <a:lnTo>
                    <a:pt x="3248160" y="2491031"/>
                  </a:lnTo>
                  <a:lnTo>
                    <a:pt x="3248497" y="2490571"/>
                  </a:lnTo>
                  <a:lnTo>
                    <a:pt x="3248833" y="2490233"/>
                  </a:lnTo>
                  <a:lnTo>
                    <a:pt x="3249170" y="2489766"/>
                  </a:lnTo>
                  <a:lnTo>
                    <a:pt x="3249506" y="2489012"/>
                  </a:lnTo>
                  <a:lnTo>
                    <a:pt x="3249843" y="2487776"/>
                  </a:lnTo>
                  <a:lnTo>
                    <a:pt x="3250179" y="2486526"/>
                  </a:lnTo>
                  <a:lnTo>
                    <a:pt x="3250516" y="2485139"/>
                  </a:lnTo>
                  <a:lnTo>
                    <a:pt x="3250852" y="2483782"/>
                  </a:lnTo>
                  <a:lnTo>
                    <a:pt x="3251188" y="2483279"/>
                  </a:lnTo>
                  <a:lnTo>
                    <a:pt x="3251525" y="2482941"/>
                  </a:lnTo>
                  <a:lnTo>
                    <a:pt x="3251861" y="2482524"/>
                  </a:lnTo>
                  <a:lnTo>
                    <a:pt x="3252198" y="2482093"/>
                  </a:lnTo>
                  <a:lnTo>
                    <a:pt x="3252534" y="2481713"/>
                  </a:lnTo>
                  <a:lnTo>
                    <a:pt x="3252871" y="2481605"/>
                  </a:lnTo>
                  <a:lnTo>
                    <a:pt x="3253207" y="2481583"/>
                  </a:lnTo>
                  <a:lnTo>
                    <a:pt x="3253544" y="2481698"/>
                  </a:lnTo>
                  <a:lnTo>
                    <a:pt x="3253880" y="2481849"/>
                  </a:lnTo>
                  <a:lnTo>
                    <a:pt x="3254217" y="2482136"/>
                  </a:lnTo>
                  <a:lnTo>
                    <a:pt x="3254553" y="2482424"/>
                  </a:lnTo>
                  <a:lnTo>
                    <a:pt x="3254890" y="2482948"/>
                  </a:lnTo>
                  <a:lnTo>
                    <a:pt x="3255226" y="2483595"/>
                  </a:lnTo>
                  <a:lnTo>
                    <a:pt x="3255562" y="2484407"/>
                  </a:lnTo>
                  <a:lnTo>
                    <a:pt x="3255899" y="2485082"/>
                  </a:lnTo>
                  <a:lnTo>
                    <a:pt x="3256235" y="2485499"/>
                  </a:lnTo>
                  <a:lnTo>
                    <a:pt x="3256572" y="2485578"/>
                  </a:lnTo>
                  <a:lnTo>
                    <a:pt x="3256908" y="2485571"/>
                  </a:lnTo>
                  <a:lnTo>
                    <a:pt x="3257245" y="2485887"/>
                  </a:lnTo>
                  <a:lnTo>
                    <a:pt x="3257581" y="2486526"/>
                  </a:lnTo>
                  <a:lnTo>
                    <a:pt x="3257918" y="2487453"/>
                  </a:lnTo>
                  <a:lnTo>
                    <a:pt x="3258254" y="2488538"/>
                  </a:lnTo>
                  <a:lnTo>
                    <a:pt x="3258591" y="2489917"/>
                  </a:lnTo>
                  <a:lnTo>
                    <a:pt x="3258927" y="2491915"/>
                  </a:lnTo>
                  <a:lnTo>
                    <a:pt x="3259264" y="2493581"/>
                  </a:lnTo>
                  <a:lnTo>
                    <a:pt x="3259600" y="2494982"/>
                  </a:lnTo>
                  <a:lnTo>
                    <a:pt x="3259936" y="2495953"/>
                  </a:lnTo>
                  <a:lnTo>
                    <a:pt x="3260273" y="2497111"/>
                  </a:lnTo>
                  <a:lnTo>
                    <a:pt x="3260609" y="2498192"/>
                  </a:lnTo>
                  <a:lnTo>
                    <a:pt x="3260946" y="2499257"/>
                  </a:lnTo>
                  <a:lnTo>
                    <a:pt x="3261282" y="2500447"/>
                  </a:lnTo>
                  <a:lnTo>
                    <a:pt x="3261619" y="2501841"/>
                  </a:lnTo>
                  <a:lnTo>
                    <a:pt x="3261955" y="2502464"/>
                  </a:lnTo>
                  <a:lnTo>
                    <a:pt x="3262292" y="2502462"/>
                  </a:lnTo>
                  <a:lnTo>
                    <a:pt x="3262628" y="2502110"/>
                  </a:lnTo>
                  <a:lnTo>
                    <a:pt x="3262965" y="2501449"/>
                  </a:lnTo>
                  <a:lnTo>
                    <a:pt x="3263301" y="2500554"/>
                  </a:lnTo>
                  <a:lnTo>
                    <a:pt x="3263637" y="2499450"/>
                  </a:lnTo>
                  <a:lnTo>
                    <a:pt x="3263974" y="2498526"/>
                  </a:lnTo>
                  <a:lnTo>
                    <a:pt x="3264310" y="2497961"/>
                  </a:lnTo>
                  <a:lnTo>
                    <a:pt x="3264647" y="2497164"/>
                  </a:lnTo>
                  <a:lnTo>
                    <a:pt x="3264983" y="2496504"/>
                  </a:lnTo>
                  <a:lnTo>
                    <a:pt x="3265320" y="2495536"/>
                  </a:lnTo>
                  <a:lnTo>
                    <a:pt x="3265656" y="2494303"/>
                  </a:lnTo>
                  <a:lnTo>
                    <a:pt x="3265993" y="2492915"/>
                  </a:lnTo>
                  <a:lnTo>
                    <a:pt x="3266329" y="2491500"/>
                  </a:lnTo>
                  <a:lnTo>
                    <a:pt x="3266666" y="2490023"/>
                  </a:lnTo>
                  <a:lnTo>
                    <a:pt x="3267002" y="2488625"/>
                  </a:lnTo>
                  <a:lnTo>
                    <a:pt x="3267339" y="2487767"/>
                  </a:lnTo>
                  <a:lnTo>
                    <a:pt x="3267675" y="2486917"/>
                  </a:lnTo>
                  <a:lnTo>
                    <a:pt x="3268011" y="2486057"/>
                  </a:lnTo>
                  <a:lnTo>
                    <a:pt x="3268348" y="2485159"/>
                  </a:lnTo>
                  <a:lnTo>
                    <a:pt x="3268684" y="2484406"/>
                  </a:lnTo>
                  <a:lnTo>
                    <a:pt x="3269021" y="2483258"/>
                  </a:lnTo>
                  <a:lnTo>
                    <a:pt x="3269357" y="2481725"/>
                  </a:lnTo>
                  <a:lnTo>
                    <a:pt x="3269694" y="2480008"/>
                  </a:lnTo>
                  <a:lnTo>
                    <a:pt x="3270030" y="2478215"/>
                  </a:lnTo>
                  <a:lnTo>
                    <a:pt x="3270367" y="2476479"/>
                  </a:lnTo>
                  <a:lnTo>
                    <a:pt x="3270703" y="2474961"/>
                  </a:lnTo>
                  <a:lnTo>
                    <a:pt x="3271040" y="2473857"/>
                  </a:lnTo>
                  <a:lnTo>
                    <a:pt x="3271376" y="2472898"/>
                  </a:lnTo>
                  <a:lnTo>
                    <a:pt x="3271713" y="2471982"/>
                  </a:lnTo>
                  <a:lnTo>
                    <a:pt x="3272049" y="2470786"/>
                  </a:lnTo>
                  <a:lnTo>
                    <a:pt x="3272385" y="2470147"/>
                  </a:lnTo>
                  <a:lnTo>
                    <a:pt x="3272722" y="2469431"/>
                  </a:lnTo>
                  <a:lnTo>
                    <a:pt x="3273058" y="2468709"/>
                  </a:lnTo>
                  <a:lnTo>
                    <a:pt x="3273395" y="2467972"/>
                  </a:lnTo>
                  <a:lnTo>
                    <a:pt x="3273731" y="2466921"/>
                  </a:lnTo>
                  <a:lnTo>
                    <a:pt x="3274068" y="2465804"/>
                  </a:lnTo>
                  <a:lnTo>
                    <a:pt x="3274404" y="2465714"/>
                  </a:lnTo>
                  <a:lnTo>
                    <a:pt x="3274741" y="2465381"/>
                  </a:lnTo>
                  <a:lnTo>
                    <a:pt x="3275077" y="2464980"/>
                  </a:lnTo>
                  <a:lnTo>
                    <a:pt x="3275414" y="2464388"/>
                  </a:lnTo>
                  <a:lnTo>
                    <a:pt x="3275750" y="2464364"/>
                  </a:lnTo>
                  <a:lnTo>
                    <a:pt x="3276087" y="2463889"/>
                  </a:lnTo>
                  <a:lnTo>
                    <a:pt x="3276423" y="2462624"/>
                  </a:lnTo>
                  <a:lnTo>
                    <a:pt x="3276759" y="2461371"/>
                  </a:lnTo>
                  <a:lnTo>
                    <a:pt x="3277096" y="2460264"/>
                  </a:lnTo>
                  <a:lnTo>
                    <a:pt x="3277432" y="2459361"/>
                  </a:lnTo>
                  <a:lnTo>
                    <a:pt x="3277769" y="2458715"/>
                  </a:lnTo>
                  <a:lnTo>
                    <a:pt x="3278105" y="2457474"/>
                  </a:lnTo>
                  <a:lnTo>
                    <a:pt x="3278442" y="2456397"/>
                  </a:lnTo>
                  <a:lnTo>
                    <a:pt x="3278778" y="2455403"/>
                  </a:lnTo>
                  <a:lnTo>
                    <a:pt x="3279115" y="2454133"/>
                  </a:lnTo>
                  <a:lnTo>
                    <a:pt x="3279451" y="2452172"/>
                  </a:lnTo>
                  <a:lnTo>
                    <a:pt x="3279788" y="2450419"/>
                  </a:lnTo>
                  <a:lnTo>
                    <a:pt x="3280124" y="2448729"/>
                  </a:lnTo>
                  <a:lnTo>
                    <a:pt x="3280461" y="2446836"/>
                  </a:lnTo>
                  <a:lnTo>
                    <a:pt x="3280797" y="2444884"/>
                  </a:lnTo>
                  <a:lnTo>
                    <a:pt x="3281133" y="2442927"/>
                  </a:lnTo>
                  <a:lnTo>
                    <a:pt x="3281470" y="2440125"/>
                  </a:lnTo>
                  <a:lnTo>
                    <a:pt x="3281806" y="2436713"/>
                  </a:lnTo>
                  <a:lnTo>
                    <a:pt x="3282143" y="2433379"/>
                  </a:lnTo>
                  <a:lnTo>
                    <a:pt x="3282479" y="2430175"/>
                  </a:lnTo>
                  <a:lnTo>
                    <a:pt x="3282816" y="2426971"/>
                  </a:lnTo>
                  <a:lnTo>
                    <a:pt x="3283152" y="2423702"/>
                  </a:lnTo>
                  <a:lnTo>
                    <a:pt x="3283489" y="2420225"/>
                  </a:lnTo>
                  <a:lnTo>
                    <a:pt x="3283825" y="2416517"/>
                  </a:lnTo>
                  <a:lnTo>
                    <a:pt x="3284162" y="2413184"/>
                  </a:lnTo>
                  <a:lnTo>
                    <a:pt x="3284498" y="2410253"/>
                  </a:lnTo>
                  <a:lnTo>
                    <a:pt x="3284835" y="2407199"/>
                  </a:lnTo>
                  <a:lnTo>
                    <a:pt x="3285171" y="2403923"/>
                  </a:lnTo>
                  <a:lnTo>
                    <a:pt x="3285507" y="2400647"/>
                  </a:lnTo>
                  <a:lnTo>
                    <a:pt x="3285844" y="2397307"/>
                  </a:lnTo>
                  <a:lnTo>
                    <a:pt x="3286180" y="2393880"/>
                  </a:lnTo>
                  <a:lnTo>
                    <a:pt x="3286517" y="2390108"/>
                  </a:lnTo>
                  <a:lnTo>
                    <a:pt x="3286853" y="2386803"/>
                  </a:lnTo>
                  <a:lnTo>
                    <a:pt x="3287190" y="2382627"/>
                  </a:lnTo>
                  <a:lnTo>
                    <a:pt x="3287526" y="2377815"/>
                  </a:lnTo>
                  <a:lnTo>
                    <a:pt x="3287863" y="2372551"/>
                  </a:lnTo>
                  <a:lnTo>
                    <a:pt x="3288199" y="2368826"/>
                  </a:lnTo>
                  <a:lnTo>
                    <a:pt x="3288536" y="2365275"/>
                  </a:lnTo>
                  <a:lnTo>
                    <a:pt x="3288872" y="2361737"/>
                  </a:lnTo>
                  <a:lnTo>
                    <a:pt x="3289209" y="2358079"/>
                  </a:lnTo>
                  <a:lnTo>
                    <a:pt x="3289545" y="2354206"/>
                  </a:lnTo>
                  <a:lnTo>
                    <a:pt x="3289881" y="2349836"/>
                  </a:lnTo>
                  <a:lnTo>
                    <a:pt x="3290218" y="2345105"/>
                  </a:lnTo>
                  <a:lnTo>
                    <a:pt x="3290554" y="2339997"/>
                  </a:lnTo>
                  <a:lnTo>
                    <a:pt x="3290891" y="2335978"/>
                  </a:lnTo>
                  <a:lnTo>
                    <a:pt x="3291227" y="2331600"/>
                  </a:lnTo>
                  <a:lnTo>
                    <a:pt x="3291564" y="2327074"/>
                  </a:lnTo>
                  <a:lnTo>
                    <a:pt x="3291900" y="2321925"/>
                  </a:lnTo>
                  <a:lnTo>
                    <a:pt x="3292237" y="2317611"/>
                  </a:lnTo>
                  <a:lnTo>
                    <a:pt x="3292573" y="2313355"/>
                  </a:lnTo>
                  <a:lnTo>
                    <a:pt x="3292910" y="2308988"/>
                  </a:lnTo>
                  <a:lnTo>
                    <a:pt x="3293246" y="2305246"/>
                  </a:lnTo>
                  <a:lnTo>
                    <a:pt x="3293583" y="2300369"/>
                  </a:lnTo>
                  <a:lnTo>
                    <a:pt x="3293919" y="2295670"/>
                  </a:lnTo>
                  <a:lnTo>
                    <a:pt x="3294255" y="2290615"/>
                  </a:lnTo>
                  <a:lnTo>
                    <a:pt x="3294592" y="2285720"/>
                  </a:lnTo>
                  <a:lnTo>
                    <a:pt x="3294928" y="2280887"/>
                  </a:lnTo>
                  <a:lnTo>
                    <a:pt x="3295265" y="2276283"/>
                  </a:lnTo>
                  <a:lnTo>
                    <a:pt x="3295601" y="2272022"/>
                  </a:lnTo>
                  <a:lnTo>
                    <a:pt x="3295938" y="2268009"/>
                  </a:lnTo>
                  <a:lnTo>
                    <a:pt x="3296274" y="2264393"/>
                  </a:lnTo>
                  <a:lnTo>
                    <a:pt x="3296611" y="2260968"/>
                  </a:lnTo>
                  <a:lnTo>
                    <a:pt x="3296947" y="2257117"/>
                  </a:lnTo>
                  <a:lnTo>
                    <a:pt x="3297284" y="2253220"/>
                  </a:lnTo>
                  <a:lnTo>
                    <a:pt x="3297620" y="2249184"/>
                  </a:lnTo>
                  <a:lnTo>
                    <a:pt x="3297956" y="2245416"/>
                  </a:lnTo>
                  <a:lnTo>
                    <a:pt x="3298293" y="2241947"/>
                  </a:lnTo>
                  <a:lnTo>
                    <a:pt x="3298629" y="2238897"/>
                  </a:lnTo>
                  <a:lnTo>
                    <a:pt x="3298966" y="2236067"/>
                  </a:lnTo>
                  <a:lnTo>
                    <a:pt x="3299302" y="2233822"/>
                  </a:lnTo>
                  <a:lnTo>
                    <a:pt x="3299639" y="2231936"/>
                  </a:lnTo>
                  <a:lnTo>
                    <a:pt x="3299975" y="2228635"/>
                  </a:lnTo>
                  <a:lnTo>
                    <a:pt x="3300312" y="2225778"/>
                  </a:lnTo>
                  <a:lnTo>
                    <a:pt x="3300648" y="2223378"/>
                  </a:lnTo>
                  <a:lnTo>
                    <a:pt x="3300985" y="2221379"/>
                  </a:lnTo>
                  <a:lnTo>
                    <a:pt x="3301321" y="2219861"/>
                  </a:lnTo>
                  <a:lnTo>
                    <a:pt x="3301658" y="2218769"/>
                  </a:lnTo>
                  <a:lnTo>
                    <a:pt x="3301994" y="2218287"/>
                  </a:lnTo>
                  <a:lnTo>
                    <a:pt x="3302330" y="2218211"/>
                  </a:lnTo>
                  <a:lnTo>
                    <a:pt x="3302667" y="2218105"/>
                  </a:lnTo>
                  <a:lnTo>
                    <a:pt x="3303003" y="2218907"/>
                  </a:lnTo>
                  <a:lnTo>
                    <a:pt x="3303340" y="2219126"/>
                  </a:lnTo>
                  <a:lnTo>
                    <a:pt x="3303676" y="2219032"/>
                  </a:lnTo>
                  <a:lnTo>
                    <a:pt x="3304013" y="2218142"/>
                  </a:lnTo>
                  <a:lnTo>
                    <a:pt x="3304349" y="2217174"/>
                  </a:lnTo>
                  <a:lnTo>
                    <a:pt x="3304686" y="2216520"/>
                  </a:lnTo>
                  <a:lnTo>
                    <a:pt x="3305022" y="2216485"/>
                  </a:lnTo>
                  <a:lnTo>
                    <a:pt x="3305359" y="2216332"/>
                  </a:lnTo>
                  <a:lnTo>
                    <a:pt x="3305695" y="2216014"/>
                  </a:lnTo>
                  <a:lnTo>
                    <a:pt x="3306032" y="2216313"/>
                  </a:lnTo>
                  <a:lnTo>
                    <a:pt x="3306368" y="2216125"/>
                  </a:lnTo>
                  <a:lnTo>
                    <a:pt x="3306704" y="2215245"/>
                  </a:lnTo>
                  <a:lnTo>
                    <a:pt x="3307041" y="2214300"/>
                  </a:lnTo>
                  <a:lnTo>
                    <a:pt x="3307377" y="2213004"/>
                  </a:lnTo>
                  <a:lnTo>
                    <a:pt x="3307714" y="2211615"/>
                  </a:lnTo>
                  <a:lnTo>
                    <a:pt x="3308050" y="2210296"/>
                  </a:lnTo>
                  <a:lnTo>
                    <a:pt x="3308387" y="2209579"/>
                  </a:lnTo>
                  <a:lnTo>
                    <a:pt x="3308723" y="2207625"/>
                  </a:lnTo>
                  <a:lnTo>
                    <a:pt x="3309060" y="2206482"/>
                  </a:lnTo>
                  <a:lnTo>
                    <a:pt x="3309396" y="2205340"/>
                  </a:lnTo>
                  <a:lnTo>
                    <a:pt x="3309733" y="2204090"/>
                  </a:lnTo>
                  <a:lnTo>
                    <a:pt x="3310069" y="2202624"/>
                  </a:lnTo>
                  <a:lnTo>
                    <a:pt x="3310406" y="2202185"/>
                  </a:lnTo>
                  <a:lnTo>
                    <a:pt x="3310742" y="2201962"/>
                  </a:lnTo>
                  <a:lnTo>
                    <a:pt x="3311078" y="2202099"/>
                  </a:lnTo>
                  <a:lnTo>
                    <a:pt x="3311415" y="2202632"/>
                  </a:lnTo>
                  <a:lnTo>
                    <a:pt x="3311751" y="2203559"/>
                  </a:lnTo>
                  <a:lnTo>
                    <a:pt x="3312088" y="2204225"/>
                  </a:lnTo>
                  <a:lnTo>
                    <a:pt x="3312424" y="2204948"/>
                  </a:lnTo>
                  <a:lnTo>
                    <a:pt x="3312761" y="2205701"/>
                  </a:lnTo>
                  <a:lnTo>
                    <a:pt x="3313097" y="2206268"/>
                  </a:lnTo>
                  <a:lnTo>
                    <a:pt x="3313434" y="2206953"/>
                  </a:lnTo>
                  <a:lnTo>
                    <a:pt x="3313770" y="2207452"/>
                  </a:lnTo>
                  <a:lnTo>
                    <a:pt x="3314107" y="2207856"/>
                  </a:lnTo>
                  <a:lnTo>
                    <a:pt x="3314443" y="2208293"/>
                  </a:lnTo>
                  <a:lnTo>
                    <a:pt x="3314780" y="2208802"/>
                  </a:lnTo>
                  <a:lnTo>
                    <a:pt x="3315116" y="2209615"/>
                  </a:lnTo>
                  <a:lnTo>
                    <a:pt x="3315452" y="2210614"/>
                  </a:lnTo>
                  <a:lnTo>
                    <a:pt x="3315789" y="2211858"/>
                  </a:lnTo>
                  <a:lnTo>
                    <a:pt x="3316125" y="2212981"/>
                  </a:lnTo>
                  <a:lnTo>
                    <a:pt x="3316462" y="2213777"/>
                  </a:lnTo>
                  <a:lnTo>
                    <a:pt x="3316798" y="2214276"/>
                  </a:lnTo>
                  <a:lnTo>
                    <a:pt x="3317135" y="2214232"/>
                  </a:lnTo>
                  <a:lnTo>
                    <a:pt x="3317471" y="2214168"/>
                  </a:lnTo>
                  <a:lnTo>
                    <a:pt x="3317808" y="2213652"/>
                  </a:lnTo>
                  <a:lnTo>
                    <a:pt x="3318144" y="2212823"/>
                  </a:lnTo>
                  <a:lnTo>
                    <a:pt x="3318481" y="2209906"/>
                  </a:lnTo>
                  <a:lnTo>
                    <a:pt x="3318817" y="2206918"/>
                  </a:lnTo>
                  <a:lnTo>
                    <a:pt x="3319154" y="2203663"/>
                  </a:lnTo>
                  <a:lnTo>
                    <a:pt x="3319490" y="2199956"/>
                  </a:lnTo>
                  <a:lnTo>
                    <a:pt x="3319826" y="2195265"/>
                  </a:lnTo>
                  <a:lnTo>
                    <a:pt x="3320163" y="2191188"/>
                  </a:lnTo>
                  <a:lnTo>
                    <a:pt x="3320499" y="2186345"/>
                  </a:lnTo>
                  <a:lnTo>
                    <a:pt x="3320836" y="2180602"/>
                  </a:lnTo>
                  <a:lnTo>
                    <a:pt x="3321172" y="2174588"/>
                  </a:lnTo>
                  <a:lnTo>
                    <a:pt x="3321509" y="2168504"/>
                  </a:lnTo>
                  <a:lnTo>
                    <a:pt x="3321845" y="2162651"/>
                  </a:lnTo>
                  <a:lnTo>
                    <a:pt x="3322182" y="2157010"/>
                  </a:lnTo>
                  <a:lnTo>
                    <a:pt x="3322518" y="2151462"/>
                  </a:lnTo>
                  <a:lnTo>
                    <a:pt x="3322855" y="2146388"/>
                  </a:lnTo>
                  <a:lnTo>
                    <a:pt x="3323191" y="2141787"/>
                  </a:lnTo>
                  <a:lnTo>
                    <a:pt x="3323528" y="2137255"/>
                  </a:lnTo>
                  <a:lnTo>
                    <a:pt x="3323864" y="2132788"/>
                  </a:lnTo>
                  <a:lnTo>
                    <a:pt x="3324200" y="2128604"/>
                  </a:lnTo>
                  <a:lnTo>
                    <a:pt x="3324537" y="2124647"/>
                  </a:lnTo>
                  <a:lnTo>
                    <a:pt x="3324873" y="2121286"/>
                  </a:lnTo>
                  <a:lnTo>
                    <a:pt x="3325210" y="2118416"/>
                  </a:lnTo>
                  <a:lnTo>
                    <a:pt x="3325546" y="2116115"/>
                  </a:lnTo>
                  <a:lnTo>
                    <a:pt x="3325883" y="2113026"/>
                  </a:lnTo>
                  <a:lnTo>
                    <a:pt x="3326219" y="2108973"/>
                  </a:lnTo>
                  <a:lnTo>
                    <a:pt x="3326556" y="2105167"/>
                  </a:lnTo>
                  <a:lnTo>
                    <a:pt x="3326892" y="2100884"/>
                  </a:lnTo>
                  <a:lnTo>
                    <a:pt x="3327229" y="2096437"/>
                  </a:lnTo>
                  <a:lnTo>
                    <a:pt x="3327565" y="2091981"/>
                  </a:lnTo>
                  <a:lnTo>
                    <a:pt x="3327902" y="2087243"/>
                  </a:lnTo>
                  <a:lnTo>
                    <a:pt x="3328238" y="2084003"/>
                  </a:lnTo>
                  <a:lnTo>
                    <a:pt x="3328574" y="2080895"/>
                  </a:lnTo>
                  <a:lnTo>
                    <a:pt x="3328911" y="2078710"/>
                  </a:lnTo>
                  <a:lnTo>
                    <a:pt x="3329247" y="2075995"/>
                  </a:lnTo>
                  <a:lnTo>
                    <a:pt x="3329584" y="2074047"/>
                  </a:lnTo>
                  <a:lnTo>
                    <a:pt x="3329920" y="2071908"/>
                  </a:lnTo>
                  <a:lnTo>
                    <a:pt x="3330257" y="2069479"/>
                  </a:lnTo>
                  <a:lnTo>
                    <a:pt x="3330593" y="2067264"/>
                  </a:lnTo>
                  <a:lnTo>
                    <a:pt x="3330930" y="2064896"/>
                  </a:lnTo>
                  <a:lnTo>
                    <a:pt x="3331266" y="2062617"/>
                  </a:lnTo>
                  <a:lnTo>
                    <a:pt x="3331603" y="2059886"/>
                  </a:lnTo>
                  <a:lnTo>
                    <a:pt x="3331939" y="2057856"/>
                  </a:lnTo>
                  <a:lnTo>
                    <a:pt x="3332275" y="2055641"/>
                  </a:lnTo>
                  <a:lnTo>
                    <a:pt x="3332612" y="2053699"/>
                  </a:lnTo>
                  <a:lnTo>
                    <a:pt x="3332948" y="2051924"/>
                  </a:lnTo>
                  <a:lnTo>
                    <a:pt x="3333285" y="2050415"/>
                  </a:lnTo>
                  <a:lnTo>
                    <a:pt x="3333621" y="2049012"/>
                  </a:lnTo>
                  <a:lnTo>
                    <a:pt x="3333958" y="2047709"/>
                  </a:lnTo>
                  <a:lnTo>
                    <a:pt x="3334294" y="2046570"/>
                  </a:lnTo>
                  <a:lnTo>
                    <a:pt x="3334631" y="2044839"/>
                  </a:lnTo>
                  <a:lnTo>
                    <a:pt x="3334967" y="2043108"/>
                  </a:lnTo>
                  <a:lnTo>
                    <a:pt x="3335304" y="2041927"/>
                  </a:lnTo>
                  <a:lnTo>
                    <a:pt x="3335640" y="2040863"/>
                  </a:lnTo>
                  <a:lnTo>
                    <a:pt x="3335977" y="2039951"/>
                  </a:lnTo>
                  <a:lnTo>
                    <a:pt x="3336313" y="2039363"/>
                  </a:lnTo>
                  <a:lnTo>
                    <a:pt x="3336649" y="2039074"/>
                  </a:lnTo>
                  <a:lnTo>
                    <a:pt x="3336986" y="2038802"/>
                  </a:lnTo>
                  <a:lnTo>
                    <a:pt x="3337322" y="2037928"/>
                  </a:lnTo>
                  <a:lnTo>
                    <a:pt x="3337659" y="2036251"/>
                  </a:lnTo>
                  <a:lnTo>
                    <a:pt x="3337995" y="2034003"/>
                  </a:lnTo>
                  <a:lnTo>
                    <a:pt x="3338332" y="2031402"/>
                  </a:lnTo>
                  <a:lnTo>
                    <a:pt x="3338668" y="2029009"/>
                  </a:lnTo>
                  <a:lnTo>
                    <a:pt x="3339005" y="2026331"/>
                  </a:lnTo>
                  <a:lnTo>
                    <a:pt x="3339341" y="2023656"/>
                  </a:lnTo>
                  <a:lnTo>
                    <a:pt x="3339678" y="2020233"/>
                  </a:lnTo>
                  <a:lnTo>
                    <a:pt x="3340014" y="2016655"/>
                  </a:lnTo>
                  <a:lnTo>
                    <a:pt x="3340351" y="2012708"/>
                  </a:lnTo>
                  <a:lnTo>
                    <a:pt x="3340687" y="2008296"/>
                  </a:lnTo>
                  <a:lnTo>
                    <a:pt x="3341023" y="2004179"/>
                  </a:lnTo>
                  <a:lnTo>
                    <a:pt x="3341360" y="1999893"/>
                  </a:lnTo>
                  <a:lnTo>
                    <a:pt x="3341696" y="1995240"/>
                  </a:lnTo>
                  <a:lnTo>
                    <a:pt x="3342033" y="1990510"/>
                  </a:lnTo>
                  <a:lnTo>
                    <a:pt x="3342369" y="1985554"/>
                  </a:lnTo>
                  <a:lnTo>
                    <a:pt x="3342706" y="1980620"/>
                  </a:lnTo>
                  <a:lnTo>
                    <a:pt x="3343042" y="1974264"/>
                  </a:lnTo>
                  <a:lnTo>
                    <a:pt x="3343379" y="1968332"/>
                  </a:lnTo>
                  <a:lnTo>
                    <a:pt x="3343715" y="1962689"/>
                  </a:lnTo>
                  <a:lnTo>
                    <a:pt x="3344052" y="1956072"/>
                  </a:lnTo>
                  <a:lnTo>
                    <a:pt x="3344388" y="1950236"/>
                  </a:lnTo>
                  <a:lnTo>
                    <a:pt x="3344725" y="1944333"/>
                  </a:lnTo>
                  <a:lnTo>
                    <a:pt x="3345061" y="1938835"/>
                  </a:lnTo>
                  <a:lnTo>
                    <a:pt x="3345397" y="1933798"/>
                  </a:lnTo>
                  <a:lnTo>
                    <a:pt x="3345734" y="1928825"/>
                  </a:lnTo>
                  <a:lnTo>
                    <a:pt x="3346070" y="1923878"/>
                  </a:lnTo>
                  <a:lnTo>
                    <a:pt x="3346407" y="1919134"/>
                  </a:lnTo>
                  <a:lnTo>
                    <a:pt x="3346743" y="1914502"/>
                  </a:lnTo>
                  <a:lnTo>
                    <a:pt x="3347080" y="1909347"/>
                  </a:lnTo>
                  <a:lnTo>
                    <a:pt x="3347416" y="1904487"/>
                  </a:lnTo>
                  <a:lnTo>
                    <a:pt x="3347753" y="1899414"/>
                  </a:lnTo>
                  <a:lnTo>
                    <a:pt x="3348089" y="1893568"/>
                  </a:lnTo>
                  <a:lnTo>
                    <a:pt x="3348426" y="1886313"/>
                  </a:lnTo>
                  <a:lnTo>
                    <a:pt x="3348762" y="1880072"/>
                  </a:lnTo>
                  <a:lnTo>
                    <a:pt x="3349099" y="1874508"/>
                  </a:lnTo>
                  <a:lnTo>
                    <a:pt x="3349435" y="1868875"/>
                  </a:lnTo>
                  <a:lnTo>
                    <a:pt x="3349771" y="1861404"/>
                  </a:lnTo>
                  <a:lnTo>
                    <a:pt x="3350108" y="1854528"/>
                  </a:lnTo>
                  <a:lnTo>
                    <a:pt x="3350444" y="1849574"/>
                  </a:lnTo>
                  <a:lnTo>
                    <a:pt x="3350781" y="1844835"/>
                  </a:lnTo>
                  <a:lnTo>
                    <a:pt x="3351117" y="1840916"/>
                  </a:lnTo>
                  <a:lnTo>
                    <a:pt x="3351454" y="1837084"/>
                  </a:lnTo>
                  <a:lnTo>
                    <a:pt x="3351790" y="1831797"/>
                  </a:lnTo>
                  <a:lnTo>
                    <a:pt x="3352127" y="1827556"/>
                  </a:lnTo>
                  <a:lnTo>
                    <a:pt x="3352463" y="1824349"/>
                  </a:lnTo>
                  <a:lnTo>
                    <a:pt x="3352800" y="1821865"/>
                  </a:lnTo>
                  <a:lnTo>
                    <a:pt x="3353136" y="1821525"/>
                  </a:lnTo>
                  <a:lnTo>
                    <a:pt x="3353473" y="1822075"/>
                  </a:lnTo>
                  <a:lnTo>
                    <a:pt x="3353809" y="1823002"/>
                  </a:lnTo>
                  <a:lnTo>
                    <a:pt x="3354145" y="1823315"/>
                  </a:lnTo>
                  <a:lnTo>
                    <a:pt x="3354482" y="1824458"/>
                  </a:lnTo>
                  <a:lnTo>
                    <a:pt x="3354818" y="1826570"/>
                  </a:lnTo>
                  <a:lnTo>
                    <a:pt x="3355155" y="1828836"/>
                  </a:lnTo>
                  <a:lnTo>
                    <a:pt x="3355491" y="1829575"/>
                  </a:lnTo>
                  <a:lnTo>
                    <a:pt x="3355828" y="1830538"/>
                  </a:lnTo>
                  <a:lnTo>
                    <a:pt x="3356164" y="1830888"/>
                  </a:lnTo>
                  <a:lnTo>
                    <a:pt x="3356501" y="1831546"/>
                  </a:lnTo>
                  <a:lnTo>
                    <a:pt x="3356837" y="1832642"/>
                  </a:lnTo>
                  <a:lnTo>
                    <a:pt x="3357174" y="1834227"/>
                  </a:lnTo>
                  <a:lnTo>
                    <a:pt x="3357510" y="1835767"/>
                  </a:lnTo>
                  <a:lnTo>
                    <a:pt x="3357847" y="1837147"/>
                  </a:lnTo>
                  <a:lnTo>
                    <a:pt x="3358183" y="1837325"/>
                  </a:lnTo>
                  <a:lnTo>
                    <a:pt x="3358519" y="1837703"/>
                  </a:lnTo>
                  <a:lnTo>
                    <a:pt x="3358856" y="1837391"/>
                  </a:lnTo>
                  <a:lnTo>
                    <a:pt x="3359192" y="1837861"/>
                  </a:lnTo>
                  <a:lnTo>
                    <a:pt x="3359529" y="1835839"/>
                  </a:lnTo>
                  <a:lnTo>
                    <a:pt x="3359865" y="1833208"/>
                  </a:lnTo>
                  <a:lnTo>
                    <a:pt x="3360202" y="1827618"/>
                  </a:lnTo>
                  <a:lnTo>
                    <a:pt x="3360538" y="1821662"/>
                  </a:lnTo>
                  <a:lnTo>
                    <a:pt x="3360875" y="1816739"/>
                  </a:lnTo>
                  <a:lnTo>
                    <a:pt x="3361211" y="1811460"/>
                  </a:lnTo>
                  <a:lnTo>
                    <a:pt x="3361548" y="1805595"/>
                  </a:lnTo>
                  <a:lnTo>
                    <a:pt x="3361884" y="1798757"/>
                  </a:lnTo>
                  <a:lnTo>
                    <a:pt x="3362220" y="1791154"/>
                  </a:lnTo>
                  <a:lnTo>
                    <a:pt x="3362557" y="1783007"/>
                  </a:lnTo>
                  <a:lnTo>
                    <a:pt x="3362893" y="1775046"/>
                  </a:lnTo>
                  <a:lnTo>
                    <a:pt x="3363230" y="1766976"/>
                  </a:lnTo>
                  <a:lnTo>
                    <a:pt x="3363566" y="1758630"/>
                  </a:lnTo>
                  <a:lnTo>
                    <a:pt x="3363903" y="1750287"/>
                  </a:lnTo>
                  <a:lnTo>
                    <a:pt x="3364239" y="1743167"/>
                  </a:lnTo>
                  <a:lnTo>
                    <a:pt x="3364576" y="1736439"/>
                  </a:lnTo>
                  <a:lnTo>
                    <a:pt x="3364912" y="1730324"/>
                  </a:lnTo>
                  <a:lnTo>
                    <a:pt x="3365249" y="1724457"/>
                  </a:lnTo>
                  <a:lnTo>
                    <a:pt x="3365585" y="1718428"/>
                  </a:lnTo>
                  <a:lnTo>
                    <a:pt x="3365922" y="1711880"/>
                  </a:lnTo>
                  <a:lnTo>
                    <a:pt x="3366258" y="1705407"/>
                  </a:lnTo>
                  <a:lnTo>
                    <a:pt x="3366594" y="1699217"/>
                  </a:lnTo>
                  <a:lnTo>
                    <a:pt x="3366931" y="1692891"/>
                  </a:lnTo>
                  <a:lnTo>
                    <a:pt x="3367267" y="1687917"/>
                  </a:lnTo>
                  <a:lnTo>
                    <a:pt x="3367604" y="1683342"/>
                  </a:lnTo>
                  <a:lnTo>
                    <a:pt x="3367940" y="1678908"/>
                  </a:lnTo>
                  <a:lnTo>
                    <a:pt x="3368277" y="1674459"/>
                  </a:lnTo>
                  <a:lnTo>
                    <a:pt x="3368613" y="1669287"/>
                  </a:lnTo>
                  <a:lnTo>
                    <a:pt x="3368950" y="1663603"/>
                  </a:lnTo>
                  <a:lnTo>
                    <a:pt x="3369286" y="1657269"/>
                  </a:lnTo>
                  <a:lnTo>
                    <a:pt x="3369623" y="1651050"/>
                  </a:lnTo>
                  <a:lnTo>
                    <a:pt x="3369959" y="1645892"/>
                  </a:lnTo>
                  <a:lnTo>
                    <a:pt x="3370296" y="1640491"/>
                  </a:lnTo>
                  <a:lnTo>
                    <a:pt x="3370632" y="1636224"/>
                  </a:lnTo>
                  <a:lnTo>
                    <a:pt x="3370968" y="1633147"/>
                  </a:lnTo>
                  <a:lnTo>
                    <a:pt x="3371305" y="1631309"/>
                  </a:lnTo>
                  <a:lnTo>
                    <a:pt x="3371641" y="1630189"/>
                  </a:lnTo>
                  <a:lnTo>
                    <a:pt x="3371978" y="1629528"/>
                  </a:lnTo>
                  <a:lnTo>
                    <a:pt x="3372314" y="1628918"/>
                  </a:lnTo>
                  <a:lnTo>
                    <a:pt x="3372651" y="1628530"/>
                  </a:lnTo>
                  <a:lnTo>
                    <a:pt x="3372987" y="1628271"/>
                  </a:lnTo>
                  <a:lnTo>
                    <a:pt x="3373324" y="1628503"/>
                  </a:lnTo>
                  <a:lnTo>
                    <a:pt x="3373660" y="1629618"/>
                  </a:lnTo>
                  <a:lnTo>
                    <a:pt x="3373997" y="1631526"/>
                  </a:lnTo>
                  <a:lnTo>
                    <a:pt x="3374333" y="1633922"/>
                  </a:lnTo>
                  <a:lnTo>
                    <a:pt x="3374670" y="1636511"/>
                  </a:lnTo>
                  <a:lnTo>
                    <a:pt x="3375006" y="1638748"/>
                  </a:lnTo>
                  <a:lnTo>
                    <a:pt x="3375342" y="1640857"/>
                  </a:lnTo>
                  <a:lnTo>
                    <a:pt x="3375679" y="1642350"/>
                  </a:lnTo>
                  <a:lnTo>
                    <a:pt x="3376015" y="1644513"/>
                  </a:lnTo>
                  <a:lnTo>
                    <a:pt x="3376352" y="1646315"/>
                  </a:lnTo>
                  <a:lnTo>
                    <a:pt x="3376688" y="1647510"/>
                  </a:lnTo>
                  <a:lnTo>
                    <a:pt x="3377025" y="1647929"/>
                  </a:lnTo>
                  <a:lnTo>
                    <a:pt x="3377361" y="1648045"/>
                  </a:lnTo>
                  <a:lnTo>
                    <a:pt x="3377698" y="1646948"/>
                  </a:lnTo>
                  <a:lnTo>
                    <a:pt x="3378034" y="1645047"/>
                  </a:lnTo>
                  <a:lnTo>
                    <a:pt x="3378371" y="1642491"/>
                  </a:lnTo>
                  <a:lnTo>
                    <a:pt x="3378707" y="1639683"/>
                  </a:lnTo>
                  <a:lnTo>
                    <a:pt x="3379044" y="1636619"/>
                  </a:lnTo>
                  <a:lnTo>
                    <a:pt x="3379380" y="1633290"/>
                  </a:lnTo>
                  <a:lnTo>
                    <a:pt x="3379716" y="1629475"/>
                  </a:lnTo>
                  <a:lnTo>
                    <a:pt x="3380053" y="1625110"/>
                  </a:lnTo>
                  <a:lnTo>
                    <a:pt x="3380389" y="1621553"/>
                  </a:lnTo>
                  <a:lnTo>
                    <a:pt x="3380726" y="1617776"/>
                  </a:lnTo>
                  <a:lnTo>
                    <a:pt x="3381062" y="1613753"/>
                  </a:lnTo>
                  <a:lnTo>
                    <a:pt x="3381399" y="1609632"/>
                  </a:lnTo>
                  <a:lnTo>
                    <a:pt x="3381735" y="1605293"/>
                  </a:lnTo>
                  <a:lnTo>
                    <a:pt x="3382072" y="1600912"/>
                  </a:lnTo>
                  <a:lnTo>
                    <a:pt x="3382408" y="1594656"/>
                  </a:lnTo>
                  <a:lnTo>
                    <a:pt x="3382745" y="1588076"/>
                  </a:lnTo>
                  <a:lnTo>
                    <a:pt x="3383081" y="1581471"/>
                  </a:lnTo>
                  <a:lnTo>
                    <a:pt x="3383418" y="1575291"/>
                  </a:lnTo>
                  <a:lnTo>
                    <a:pt x="3383754" y="1569447"/>
                  </a:lnTo>
                  <a:lnTo>
                    <a:pt x="3384090" y="1563769"/>
                  </a:lnTo>
                  <a:lnTo>
                    <a:pt x="3384427" y="1558446"/>
                  </a:lnTo>
                  <a:lnTo>
                    <a:pt x="3384763" y="1553370"/>
                  </a:lnTo>
                  <a:lnTo>
                    <a:pt x="3385100" y="1548707"/>
                  </a:lnTo>
                  <a:lnTo>
                    <a:pt x="3385436" y="1544204"/>
                  </a:lnTo>
                  <a:lnTo>
                    <a:pt x="3385773" y="1541019"/>
                  </a:lnTo>
                  <a:lnTo>
                    <a:pt x="3386109" y="1537446"/>
                  </a:lnTo>
                  <a:lnTo>
                    <a:pt x="3386446" y="1531641"/>
                  </a:lnTo>
                  <a:lnTo>
                    <a:pt x="3386782" y="1526052"/>
                  </a:lnTo>
                  <a:lnTo>
                    <a:pt x="3387119" y="1521425"/>
                  </a:lnTo>
                  <a:lnTo>
                    <a:pt x="3387455" y="1515235"/>
                  </a:lnTo>
                  <a:lnTo>
                    <a:pt x="3387792" y="1509668"/>
                  </a:lnTo>
                  <a:lnTo>
                    <a:pt x="3388128" y="1504893"/>
                  </a:lnTo>
                  <a:lnTo>
                    <a:pt x="3388464" y="1500303"/>
                  </a:lnTo>
                  <a:lnTo>
                    <a:pt x="3388801" y="1495309"/>
                  </a:lnTo>
                  <a:lnTo>
                    <a:pt x="3389137" y="1489674"/>
                  </a:lnTo>
                  <a:lnTo>
                    <a:pt x="3389474" y="1483684"/>
                  </a:lnTo>
                  <a:lnTo>
                    <a:pt x="3389810" y="1477464"/>
                  </a:lnTo>
                  <a:lnTo>
                    <a:pt x="3390147" y="1471000"/>
                  </a:lnTo>
                  <a:lnTo>
                    <a:pt x="3390483" y="1464688"/>
                  </a:lnTo>
                  <a:lnTo>
                    <a:pt x="3390820" y="1458954"/>
                  </a:lnTo>
                  <a:lnTo>
                    <a:pt x="3391156" y="1454052"/>
                  </a:lnTo>
                  <a:lnTo>
                    <a:pt x="3391493" y="1448990"/>
                  </a:lnTo>
                  <a:lnTo>
                    <a:pt x="3391829" y="1444570"/>
                  </a:lnTo>
                  <a:lnTo>
                    <a:pt x="3392166" y="1440064"/>
                  </a:lnTo>
                  <a:lnTo>
                    <a:pt x="3392502" y="1436030"/>
                  </a:lnTo>
                  <a:lnTo>
                    <a:pt x="3392838" y="1431922"/>
                  </a:lnTo>
                  <a:lnTo>
                    <a:pt x="3393175" y="1428955"/>
                  </a:lnTo>
                  <a:lnTo>
                    <a:pt x="3393511" y="1426146"/>
                  </a:lnTo>
                  <a:lnTo>
                    <a:pt x="3393848" y="1423524"/>
                  </a:lnTo>
                  <a:lnTo>
                    <a:pt x="3394184" y="1422080"/>
                  </a:lnTo>
                  <a:lnTo>
                    <a:pt x="3394521" y="1421598"/>
                  </a:lnTo>
                  <a:lnTo>
                    <a:pt x="3394857" y="1421498"/>
                  </a:lnTo>
                  <a:lnTo>
                    <a:pt x="3395194" y="1421986"/>
                  </a:lnTo>
                  <a:lnTo>
                    <a:pt x="3395530" y="1420713"/>
                  </a:lnTo>
                  <a:lnTo>
                    <a:pt x="3395867" y="1419240"/>
                  </a:lnTo>
                  <a:lnTo>
                    <a:pt x="3396203" y="1416662"/>
                  </a:lnTo>
                  <a:lnTo>
                    <a:pt x="3396539" y="1415283"/>
                  </a:lnTo>
                  <a:lnTo>
                    <a:pt x="3396876" y="1413705"/>
                  </a:lnTo>
                  <a:lnTo>
                    <a:pt x="3397212" y="1412916"/>
                  </a:lnTo>
                  <a:lnTo>
                    <a:pt x="3397549" y="1412827"/>
                  </a:lnTo>
                  <a:lnTo>
                    <a:pt x="3397885" y="1411899"/>
                  </a:lnTo>
                  <a:lnTo>
                    <a:pt x="3398222" y="1410019"/>
                  </a:lnTo>
                  <a:lnTo>
                    <a:pt x="3398558" y="1407388"/>
                  </a:lnTo>
                  <a:lnTo>
                    <a:pt x="3398895" y="1404399"/>
                  </a:lnTo>
                  <a:lnTo>
                    <a:pt x="3399231" y="1400437"/>
                  </a:lnTo>
                  <a:lnTo>
                    <a:pt x="3399568" y="1396617"/>
                  </a:lnTo>
                  <a:lnTo>
                    <a:pt x="3399904" y="1392424"/>
                  </a:lnTo>
                  <a:lnTo>
                    <a:pt x="3400241" y="1387518"/>
                  </a:lnTo>
                  <a:lnTo>
                    <a:pt x="3400577" y="1382223"/>
                  </a:lnTo>
                  <a:lnTo>
                    <a:pt x="3400913" y="1376628"/>
                  </a:lnTo>
                  <a:lnTo>
                    <a:pt x="3401250" y="1370466"/>
                  </a:lnTo>
                  <a:lnTo>
                    <a:pt x="3401586" y="1363078"/>
                  </a:lnTo>
                  <a:lnTo>
                    <a:pt x="3401923" y="1354464"/>
                  </a:lnTo>
                  <a:lnTo>
                    <a:pt x="3402259" y="1344613"/>
                  </a:lnTo>
                  <a:lnTo>
                    <a:pt x="3402596" y="1333581"/>
                  </a:lnTo>
                  <a:lnTo>
                    <a:pt x="3402932" y="1322482"/>
                  </a:lnTo>
                  <a:lnTo>
                    <a:pt x="3403269" y="1311928"/>
                  </a:lnTo>
                  <a:lnTo>
                    <a:pt x="3403605" y="1304427"/>
                  </a:lnTo>
                  <a:lnTo>
                    <a:pt x="3403942" y="1297246"/>
                  </a:lnTo>
                  <a:lnTo>
                    <a:pt x="3404278" y="1290083"/>
                  </a:lnTo>
                  <a:lnTo>
                    <a:pt x="3404615" y="1283193"/>
                  </a:lnTo>
                  <a:lnTo>
                    <a:pt x="3404951" y="1276253"/>
                  </a:lnTo>
                  <a:lnTo>
                    <a:pt x="3405287" y="1271802"/>
                  </a:lnTo>
                  <a:lnTo>
                    <a:pt x="3405624" y="1268630"/>
                  </a:lnTo>
                  <a:lnTo>
                    <a:pt x="3405960" y="1264881"/>
                  </a:lnTo>
                  <a:lnTo>
                    <a:pt x="3406297" y="1261113"/>
                  </a:lnTo>
                  <a:lnTo>
                    <a:pt x="3406633" y="1257569"/>
                  </a:lnTo>
                  <a:lnTo>
                    <a:pt x="3406970" y="1255171"/>
                  </a:lnTo>
                  <a:lnTo>
                    <a:pt x="3407306" y="1253497"/>
                  </a:lnTo>
                  <a:lnTo>
                    <a:pt x="3407643" y="1252673"/>
                  </a:lnTo>
                  <a:lnTo>
                    <a:pt x="3407979" y="1252162"/>
                  </a:lnTo>
                  <a:lnTo>
                    <a:pt x="3408316" y="1251198"/>
                  </a:lnTo>
                  <a:lnTo>
                    <a:pt x="3408652" y="1250303"/>
                  </a:lnTo>
                  <a:lnTo>
                    <a:pt x="3408989" y="1249549"/>
                  </a:lnTo>
                  <a:lnTo>
                    <a:pt x="3409325" y="1248975"/>
                  </a:lnTo>
                  <a:lnTo>
                    <a:pt x="3409661" y="1247851"/>
                  </a:lnTo>
                  <a:lnTo>
                    <a:pt x="3409998" y="1247100"/>
                  </a:lnTo>
                  <a:lnTo>
                    <a:pt x="3410334" y="1247366"/>
                  </a:lnTo>
                  <a:lnTo>
                    <a:pt x="3410671" y="1247160"/>
                  </a:lnTo>
                  <a:lnTo>
                    <a:pt x="3411007" y="1246925"/>
                  </a:lnTo>
                  <a:lnTo>
                    <a:pt x="3411344" y="1247896"/>
                  </a:lnTo>
                  <a:lnTo>
                    <a:pt x="3411680" y="1248971"/>
                  </a:lnTo>
                  <a:lnTo>
                    <a:pt x="3412017" y="1250241"/>
                  </a:lnTo>
                  <a:lnTo>
                    <a:pt x="3412353" y="1251147"/>
                  </a:lnTo>
                  <a:lnTo>
                    <a:pt x="3412690" y="1252108"/>
                  </a:lnTo>
                  <a:lnTo>
                    <a:pt x="3413026" y="1252397"/>
                  </a:lnTo>
                  <a:lnTo>
                    <a:pt x="3413363" y="1252905"/>
                  </a:lnTo>
                  <a:lnTo>
                    <a:pt x="3413699" y="1253519"/>
                  </a:lnTo>
                  <a:lnTo>
                    <a:pt x="3414035" y="1254636"/>
                  </a:lnTo>
                  <a:lnTo>
                    <a:pt x="3414372" y="1256466"/>
                  </a:lnTo>
                  <a:lnTo>
                    <a:pt x="3414708" y="1258384"/>
                  </a:lnTo>
                  <a:lnTo>
                    <a:pt x="3415045" y="1260498"/>
                  </a:lnTo>
                  <a:lnTo>
                    <a:pt x="3415381" y="1262861"/>
                  </a:lnTo>
                  <a:lnTo>
                    <a:pt x="3415718" y="1266273"/>
                  </a:lnTo>
                  <a:lnTo>
                    <a:pt x="3416054" y="1269975"/>
                  </a:lnTo>
                  <a:lnTo>
                    <a:pt x="3416391" y="1272293"/>
                  </a:lnTo>
                  <a:lnTo>
                    <a:pt x="3416727" y="1273921"/>
                  </a:lnTo>
                  <a:lnTo>
                    <a:pt x="3417064" y="1274668"/>
                  </a:lnTo>
                  <a:lnTo>
                    <a:pt x="3417400" y="1274520"/>
                  </a:lnTo>
                  <a:lnTo>
                    <a:pt x="3417737" y="1274264"/>
                  </a:lnTo>
                  <a:lnTo>
                    <a:pt x="3418073" y="1274551"/>
                  </a:lnTo>
                  <a:lnTo>
                    <a:pt x="3418409" y="1274404"/>
                  </a:lnTo>
                  <a:lnTo>
                    <a:pt x="3418746" y="1275195"/>
                  </a:lnTo>
                  <a:lnTo>
                    <a:pt x="3419082" y="1277231"/>
                  </a:lnTo>
                  <a:lnTo>
                    <a:pt x="3419419" y="1278561"/>
                  </a:lnTo>
                  <a:lnTo>
                    <a:pt x="3419755" y="1279359"/>
                  </a:lnTo>
                  <a:lnTo>
                    <a:pt x="3420092" y="1280054"/>
                  </a:lnTo>
                  <a:lnTo>
                    <a:pt x="3420428" y="1279496"/>
                  </a:lnTo>
                  <a:lnTo>
                    <a:pt x="3420765" y="1278730"/>
                  </a:lnTo>
                  <a:lnTo>
                    <a:pt x="3421101" y="1278159"/>
                  </a:lnTo>
                  <a:lnTo>
                    <a:pt x="3421438" y="1278202"/>
                  </a:lnTo>
                  <a:lnTo>
                    <a:pt x="3421774" y="1277750"/>
                  </a:lnTo>
                  <a:lnTo>
                    <a:pt x="3422111" y="1277831"/>
                  </a:lnTo>
                  <a:lnTo>
                    <a:pt x="3422447" y="1278179"/>
                  </a:lnTo>
                  <a:lnTo>
                    <a:pt x="3422783" y="1279325"/>
                  </a:lnTo>
                  <a:lnTo>
                    <a:pt x="3423120" y="1280132"/>
                  </a:lnTo>
                  <a:lnTo>
                    <a:pt x="3423456" y="1280770"/>
                  </a:lnTo>
                  <a:lnTo>
                    <a:pt x="3423793" y="1281357"/>
                  </a:lnTo>
                  <a:lnTo>
                    <a:pt x="3424129" y="1280396"/>
                  </a:lnTo>
                  <a:lnTo>
                    <a:pt x="3424466" y="1278935"/>
                  </a:lnTo>
                  <a:lnTo>
                    <a:pt x="3424802" y="1277140"/>
                  </a:lnTo>
                  <a:lnTo>
                    <a:pt x="3425139" y="1275867"/>
                  </a:lnTo>
                  <a:lnTo>
                    <a:pt x="3425475" y="1274885"/>
                  </a:lnTo>
                  <a:lnTo>
                    <a:pt x="3425812" y="1274543"/>
                  </a:lnTo>
                  <a:lnTo>
                    <a:pt x="3426148" y="1275392"/>
                  </a:lnTo>
                  <a:lnTo>
                    <a:pt x="3426485" y="1276518"/>
                  </a:lnTo>
                  <a:lnTo>
                    <a:pt x="3426821" y="1279443"/>
                  </a:lnTo>
                  <a:lnTo>
                    <a:pt x="3427157" y="1282694"/>
                  </a:lnTo>
                  <a:lnTo>
                    <a:pt x="3427494" y="1288593"/>
                  </a:lnTo>
                  <a:lnTo>
                    <a:pt x="3427830" y="1293859"/>
                  </a:lnTo>
                  <a:lnTo>
                    <a:pt x="3428167" y="1299089"/>
                  </a:lnTo>
                  <a:lnTo>
                    <a:pt x="3428503" y="1304369"/>
                  </a:lnTo>
                  <a:lnTo>
                    <a:pt x="3428840" y="1310304"/>
                  </a:lnTo>
                  <a:lnTo>
                    <a:pt x="3429176" y="1317186"/>
                  </a:lnTo>
                  <a:lnTo>
                    <a:pt x="3429513" y="1324830"/>
                  </a:lnTo>
                  <a:lnTo>
                    <a:pt x="3429849" y="1333387"/>
                  </a:lnTo>
                  <a:lnTo>
                    <a:pt x="3430186" y="1341584"/>
                  </a:lnTo>
                  <a:lnTo>
                    <a:pt x="3430522" y="1349767"/>
                  </a:lnTo>
                  <a:lnTo>
                    <a:pt x="3430858" y="1358115"/>
                  </a:lnTo>
                  <a:lnTo>
                    <a:pt x="3431195" y="1366456"/>
                  </a:lnTo>
                  <a:lnTo>
                    <a:pt x="3431531" y="1374388"/>
                  </a:lnTo>
                  <a:lnTo>
                    <a:pt x="3431868" y="1382312"/>
                  </a:lnTo>
                  <a:lnTo>
                    <a:pt x="3432204" y="1390294"/>
                  </a:lnTo>
                  <a:lnTo>
                    <a:pt x="3432541" y="1398570"/>
                  </a:lnTo>
                  <a:lnTo>
                    <a:pt x="3432877" y="1407673"/>
                  </a:lnTo>
                  <a:lnTo>
                    <a:pt x="3433214" y="1417185"/>
                  </a:lnTo>
                  <a:lnTo>
                    <a:pt x="3433550" y="1427143"/>
                  </a:lnTo>
                  <a:lnTo>
                    <a:pt x="3433887" y="1436456"/>
                  </a:lnTo>
                  <a:lnTo>
                    <a:pt x="3434223" y="1445579"/>
                  </a:lnTo>
                  <a:lnTo>
                    <a:pt x="3434560" y="1454190"/>
                  </a:lnTo>
                  <a:lnTo>
                    <a:pt x="3434896" y="1461948"/>
                  </a:lnTo>
                  <a:lnTo>
                    <a:pt x="3435232" y="1469192"/>
                  </a:lnTo>
                  <a:lnTo>
                    <a:pt x="3435569" y="1475677"/>
                  </a:lnTo>
                  <a:lnTo>
                    <a:pt x="3435905" y="1482136"/>
                  </a:lnTo>
                  <a:lnTo>
                    <a:pt x="3436242" y="1488520"/>
                  </a:lnTo>
                  <a:lnTo>
                    <a:pt x="3436578" y="1494833"/>
                  </a:lnTo>
                  <a:lnTo>
                    <a:pt x="3436915" y="1500716"/>
                  </a:lnTo>
                  <a:lnTo>
                    <a:pt x="3437251" y="1505828"/>
                  </a:lnTo>
                  <a:lnTo>
                    <a:pt x="3437588" y="1510029"/>
                  </a:lnTo>
                  <a:lnTo>
                    <a:pt x="3437924" y="1513386"/>
                  </a:lnTo>
                  <a:lnTo>
                    <a:pt x="3438261" y="1515631"/>
                  </a:lnTo>
                  <a:lnTo>
                    <a:pt x="3438597" y="1517072"/>
                  </a:lnTo>
                  <a:lnTo>
                    <a:pt x="3438934" y="1517723"/>
                  </a:lnTo>
                  <a:lnTo>
                    <a:pt x="3439270" y="1517502"/>
                  </a:lnTo>
                  <a:lnTo>
                    <a:pt x="3439606" y="1515326"/>
                  </a:lnTo>
                  <a:lnTo>
                    <a:pt x="3439943" y="1514643"/>
                  </a:lnTo>
                  <a:lnTo>
                    <a:pt x="3440279" y="1514205"/>
                  </a:lnTo>
                  <a:lnTo>
                    <a:pt x="3440616" y="1514006"/>
                  </a:lnTo>
                  <a:lnTo>
                    <a:pt x="3440952" y="1513477"/>
                  </a:lnTo>
                  <a:lnTo>
                    <a:pt x="3441289" y="1512323"/>
                  </a:lnTo>
                  <a:lnTo>
                    <a:pt x="3441625" y="1510545"/>
                  </a:lnTo>
                  <a:lnTo>
                    <a:pt x="3441962" y="1508295"/>
                  </a:lnTo>
                  <a:lnTo>
                    <a:pt x="3442298" y="1507163"/>
                  </a:lnTo>
                  <a:lnTo>
                    <a:pt x="3442635" y="1506201"/>
                  </a:lnTo>
                  <a:lnTo>
                    <a:pt x="3442971" y="1505172"/>
                  </a:lnTo>
                  <a:lnTo>
                    <a:pt x="3443308" y="1505085"/>
                  </a:lnTo>
                  <a:lnTo>
                    <a:pt x="3443644" y="1504317"/>
                  </a:lnTo>
                  <a:lnTo>
                    <a:pt x="3443980" y="1504014"/>
                  </a:lnTo>
                  <a:lnTo>
                    <a:pt x="3444317" y="1504434"/>
                  </a:lnTo>
                  <a:lnTo>
                    <a:pt x="3444653" y="1505159"/>
                  </a:lnTo>
                  <a:lnTo>
                    <a:pt x="3444990" y="1505097"/>
                  </a:lnTo>
                  <a:lnTo>
                    <a:pt x="3445326" y="1505974"/>
                  </a:lnTo>
                  <a:lnTo>
                    <a:pt x="3445663" y="1506948"/>
                  </a:lnTo>
                  <a:lnTo>
                    <a:pt x="3445999" y="1506192"/>
                  </a:lnTo>
                  <a:lnTo>
                    <a:pt x="3446336" y="1505285"/>
                  </a:lnTo>
                  <a:lnTo>
                    <a:pt x="3446672" y="1504985"/>
                  </a:lnTo>
                  <a:lnTo>
                    <a:pt x="3447009" y="1505528"/>
                  </a:lnTo>
                  <a:lnTo>
                    <a:pt x="3447345" y="1506517"/>
                  </a:lnTo>
                  <a:lnTo>
                    <a:pt x="3447682" y="1505323"/>
                  </a:lnTo>
                  <a:lnTo>
                    <a:pt x="3448018" y="1504152"/>
                  </a:lnTo>
                  <a:lnTo>
                    <a:pt x="3448354" y="1503189"/>
                  </a:lnTo>
                  <a:lnTo>
                    <a:pt x="3448691" y="1502840"/>
                  </a:lnTo>
                  <a:lnTo>
                    <a:pt x="3449027" y="1502612"/>
                  </a:lnTo>
                  <a:lnTo>
                    <a:pt x="3449364" y="1502053"/>
                  </a:lnTo>
                  <a:lnTo>
                    <a:pt x="3449700" y="1503471"/>
                  </a:lnTo>
                  <a:lnTo>
                    <a:pt x="3450037" y="1505056"/>
                  </a:lnTo>
                  <a:lnTo>
                    <a:pt x="3450373" y="1504554"/>
                  </a:lnTo>
                  <a:lnTo>
                    <a:pt x="3450710" y="1506272"/>
                  </a:lnTo>
                  <a:lnTo>
                    <a:pt x="3451046" y="1509195"/>
                  </a:lnTo>
                  <a:lnTo>
                    <a:pt x="3451383" y="1512799"/>
                  </a:lnTo>
                  <a:lnTo>
                    <a:pt x="3451719" y="1516267"/>
                  </a:lnTo>
                  <a:lnTo>
                    <a:pt x="3452056" y="1518941"/>
                  </a:lnTo>
                  <a:lnTo>
                    <a:pt x="3452392" y="1521204"/>
                  </a:lnTo>
                  <a:lnTo>
                    <a:pt x="3452728" y="1523685"/>
                  </a:lnTo>
                  <a:lnTo>
                    <a:pt x="3453065" y="1527060"/>
                  </a:lnTo>
                  <a:lnTo>
                    <a:pt x="3453401" y="1531292"/>
                  </a:lnTo>
                  <a:lnTo>
                    <a:pt x="3453738" y="1537968"/>
                  </a:lnTo>
                  <a:lnTo>
                    <a:pt x="3454074" y="1544895"/>
                  </a:lnTo>
                  <a:lnTo>
                    <a:pt x="3454411" y="1552207"/>
                  </a:lnTo>
                  <a:lnTo>
                    <a:pt x="3454747" y="1560073"/>
                  </a:lnTo>
                  <a:lnTo>
                    <a:pt x="3455084" y="1567697"/>
                  </a:lnTo>
                  <a:lnTo>
                    <a:pt x="3455420" y="1575418"/>
                  </a:lnTo>
                  <a:lnTo>
                    <a:pt x="3455757" y="1582989"/>
                  </a:lnTo>
                  <a:lnTo>
                    <a:pt x="3456093" y="1590526"/>
                  </a:lnTo>
                  <a:lnTo>
                    <a:pt x="3456430" y="1598132"/>
                  </a:lnTo>
                  <a:lnTo>
                    <a:pt x="3456766" y="1606168"/>
                  </a:lnTo>
                  <a:lnTo>
                    <a:pt x="3457102" y="1614761"/>
                  </a:lnTo>
                  <a:lnTo>
                    <a:pt x="3457439" y="1623104"/>
                  </a:lnTo>
                  <a:lnTo>
                    <a:pt x="3457775" y="1630722"/>
                  </a:lnTo>
                  <a:lnTo>
                    <a:pt x="3458112" y="1636355"/>
                  </a:lnTo>
                  <a:lnTo>
                    <a:pt x="3458448" y="1641118"/>
                  </a:lnTo>
                  <a:lnTo>
                    <a:pt x="3458785" y="1646025"/>
                  </a:lnTo>
                  <a:lnTo>
                    <a:pt x="3459121" y="1650235"/>
                  </a:lnTo>
                  <a:lnTo>
                    <a:pt x="3459458" y="1653999"/>
                  </a:lnTo>
                  <a:lnTo>
                    <a:pt x="3459794" y="1657196"/>
                  </a:lnTo>
                  <a:lnTo>
                    <a:pt x="3460131" y="1660465"/>
                  </a:lnTo>
                  <a:lnTo>
                    <a:pt x="3460467" y="1663691"/>
                  </a:lnTo>
                  <a:lnTo>
                    <a:pt x="3460804" y="1667269"/>
                  </a:lnTo>
                  <a:lnTo>
                    <a:pt x="3461140" y="1671270"/>
                  </a:lnTo>
                  <a:lnTo>
                    <a:pt x="3461476" y="1675330"/>
                  </a:lnTo>
                  <a:lnTo>
                    <a:pt x="3461813" y="1678979"/>
                  </a:lnTo>
                  <a:lnTo>
                    <a:pt x="3462149" y="1682320"/>
                  </a:lnTo>
                  <a:lnTo>
                    <a:pt x="3462486" y="1685740"/>
                  </a:lnTo>
                  <a:lnTo>
                    <a:pt x="3462822" y="1689418"/>
                  </a:lnTo>
                  <a:lnTo>
                    <a:pt x="3463159" y="1692780"/>
                  </a:lnTo>
                  <a:lnTo>
                    <a:pt x="3463495" y="1696873"/>
                  </a:lnTo>
                  <a:lnTo>
                    <a:pt x="3463832" y="1700314"/>
                  </a:lnTo>
                  <a:lnTo>
                    <a:pt x="3464168" y="1703154"/>
                  </a:lnTo>
                  <a:lnTo>
                    <a:pt x="3464505" y="1705972"/>
                  </a:lnTo>
                  <a:lnTo>
                    <a:pt x="3464841" y="1708321"/>
                  </a:lnTo>
                  <a:lnTo>
                    <a:pt x="3465177" y="1710883"/>
                  </a:lnTo>
                  <a:lnTo>
                    <a:pt x="3465514" y="1714253"/>
                  </a:lnTo>
                  <a:lnTo>
                    <a:pt x="3465850" y="1718039"/>
                  </a:lnTo>
                  <a:lnTo>
                    <a:pt x="3466187" y="1722071"/>
                  </a:lnTo>
                  <a:lnTo>
                    <a:pt x="3466523" y="1727122"/>
                  </a:lnTo>
                  <a:lnTo>
                    <a:pt x="3466860" y="1732076"/>
                  </a:lnTo>
                  <a:lnTo>
                    <a:pt x="3467196" y="1737447"/>
                  </a:lnTo>
                  <a:lnTo>
                    <a:pt x="3467533" y="1743604"/>
                  </a:lnTo>
                  <a:lnTo>
                    <a:pt x="3467869" y="1750128"/>
                  </a:lnTo>
                  <a:lnTo>
                    <a:pt x="3468206" y="1757000"/>
                  </a:lnTo>
                  <a:lnTo>
                    <a:pt x="3468542" y="1764468"/>
                  </a:lnTo>
                  <a:lnTo>
                    <a:pt x="3468879" y="1772280"/>
                  </a:lnTo>
                  <a:lnTo>
                    <a:pt x="3469215" y="1781578"/>
                  </a:lnTo>
                  <a:lnTo>
                    <a:pt x="3469551" y="1792141"/>
                  </a:lnTo>
                  <a:lnTo>
                    <a:pt x="3469888" y="1803625"/>
                  </a:lnTo>
                  <a:lnTo>
                    <a:pt x="3470224" y="1815562"/>
                  </a:lnTo>
                  <a:lnTo>
                    <a:pt x="3470561" y="1827255"/>
                  </a:lnTo>
                  <a:lnTo>
                    <a:pt x="3470897" y="1835641"/>
                  </a:lnTo>
                  <a:lnTo>
                    <a:pt x="3471234" y="1844057"/>
                  </a:lnTo>
                  <a:lnTo>
                    <a:pt x="3471570" y="1851598"/>
                  </a:lnTo>
                  <a:lnTo>
                    <a:pt x="3471907" y="1859186"/>
                  </a:lnTo>
                  <a:lnTo>
                    <a:pt x="3472243" y="1867321"/>
                  </a:lnTo>
                  <a:lnTo>
                    <a:pt x="3472580" y="1873209"/>
                  </a:lnTo>
                  <a:lnTo>
                    <a:pt x="3472916" y="1877963"/>
                  </a:lnTo>
                  <a:lnTo>
                    <a:pt x="3473253" y="1883247"/>
                  </a:lnTo>
                  <a:lnTo>
                    <a:pt x="3473589" y="1888741"/>
                  </a:lnTo>
                  <a:lnTo>
                    <a:pt x="3473925" y="1894774"/>
                  </a:lnTo>
                  <a:lnTo>
                    <a:pt x="3474262" y="1900003"/>
                  </a:lnTo>
                  <a:lnTo>
                    <a:pt x="3474598" y="1904621"/>
                  </a:lnTo>
                  <a:lnTo>
                    <a:pt x="3474935" y="1908670"/>
                  </a:lnTo>
                  <a:lnTo>
                    <a:pt x="3475271" y="1912546"/>
                  </a:lnTo>
                  <a:lnTo>
                    <a:pt x="3475608" y="1915990"/>
                  </a:lnTo>
                  <a:lnTo>
                    <a:pt x="3475944" y="1918768"/>
                  </a:lnTo>
                  <a:lnTo>
                    <a:pt x="3476281" y="1922588"/>
                  </a:lnTo>
                  <a:lnTo>
                    <a:pt x="3476617" y="1926572"/>
                  </a:lnTo>
                  <a:lnTo>
                    <a:pt x="3476954" y="1931529"/>
                  </a:lnTo>
                  <a:lnTo>
                    <a:pt x="3477290" y="1936443"/>
                  </a:lnTo>
                  <a:lnTo>
                    <a:pt x="3477627" y="1941354"/>
                  </a:lnTo>
                  <a:lnTo>
                    <a:pt x="3477963" y="1946492"/>
                  </a:lnTo>
                  <a:lnTo>
                    <a:pt x="3478299" y="1950824"/>
                  </a:lnTo>
                  <a:lnTo>
                    <a:pt x="3478636" y="1955029"/>
                  </a:lnTo>
                  <a:lnTo>
                    <a:pt x="3478972" y="1958112"/>
                  </a:lnTo>
                  <a:lnTo>
                    <a:pt x="3479309" y="1960784"/>
                  </a:lnTo>
                  <a:lnTo>
                    <a:pt x="3479645" y="1963732"/>
                  </a:lnTo>
                  <a:lnTo>
                    <a:pt x="3479982" y="1966955"/>
                  </a:lnTo>
                  <a:lnTo>
                    <a:pt x="3480318" y="1970718"/>
                  </a:lnTo>
                  <a:lnTo>
                    <a:pt x="3480655" y="1974356"/>
                  </a:lnTo>
                  <a:lnTo>
                    <a:pt x="3480991" y="1978513"/>
                  </a:lnTo>
                  <a:lnTo>
                    <a:pt x="3481328" y="1982741"/>
                  </a:lnTo>
                  <a:lnTo>
                    <a:pt x="3481664" y="1986694"/>
                  </a:lnTo>
                  <a:lnTo>
                    <a:pt x="3482001" y="1990342"/>
                  </a:lnTo>
                  <a:lnTo>
                    <a:pt x="3482337" y="1994315"/>
                  </a:lnTo>
                  <a:lnTo>
                    <a:pt x="3482673" y="1999062"/>
                  </a:lnTo>
                  <a:lnTo>
                    <a:pt x="3483010" y="2004272"/>
                  </a:lnTo>
                  <a:lnTo>
                    <a:pt x="3483346" y="2009207"/>
                  </a:lnTo>
                  <a:lnTo>
                    <a:pt x="3483683" y="2015484"/>
                  </a:lnTo>
                  <a:lnTo>
                    <a:pt x="3484019" y="2022398"/>
                  </a:lnTo>
                  <a:lnTo>
                    <a:pt x="3484356" y="2031641"/>
                  </a:lnTo>
                  <a:lnTo>
                    <a:pt x="3484692" y="2040697"/>
                  </a:lnTo>
                  <a:lnTo>
                    <a:pt x="3485029" y="2047411"/>
                  </a:lnTo>
                  <a:lnTo>
                    <a:pt x="3485365" y="2053260"/>
                  </a:lnTo>
                  <a:lnTo>
                    <a:pt x="3485702" y="2059369"/>
                  </a:lnTo>
                  <a:lnTo>
                    <a:pt x="3486038" y="2063577"/>
                  </a:lnTo>
                  <a:lnTo>
                    <a:pt x="3486375" y="2067880"/>
                  </a:lnTo>
                  <a:lnTo>
                    <a:pt x="3486711" y="2071248"/>
                  </a:lnTo>
                  <a:lnTo>
                    <a:pt x="3487047" y="2074074"/>
                  </a:lnTo>
                  <a:lnTo>
                    <a:pt x="3487384" y="2076585"/>
                  </a:lnTo>
                  <a:lnTo>
                    <a:pt x="3487720" y="2078307"/>
                  </a:lnTo>
                  <a:lnTo>
                    <a:pt x="3488057" y="2079447"/>
                  </a:lnTo>
                  <a:lnTo>
                    <a:pt x="3488393" y="2080204"/>
                  </a:lnTo>
                  <a:lnTo>
                    <a:pt x="3488730" y="2080271"/>
                  </a:lnTo>
                  <a:lnTo>
                    <a:pt x="3489066" y="2080293"/>
                  </a:lnTo>
                  <a:lnTo>
                    <a:pt x="3489403" y="2079125"/>
                  </a:lnTo>
                  <a:lnTo>
                    <a:pt x="3489739" y="2078015"/>
                  </a:lnTo>
                  <a:lnTo>
                    <a:pt x="3490076" y="2076328"/>
                  </a:lnTo>
                  <a:lnTo>
                    <a:pt x="3490412" y="2074884"/>
                  </a:lnTo>
                  <a:lnTo>
                    <a:pt x="3490749" y="2073581"/>
                  </a:lnTo>
                  <a:lnTo>
                    <a:pt x="3491085" y="2072456"/>
                  </a:lnTo>
                  <a:lnTo>
                    <a:pt x="3491421" y="2072570"/>
                  </a:lnTo>
                  <a:lnTo>
                    <a:pt x="3491758" y="2072545"/>
                  </a:lnTo>
                  <a:lnTo>
                    <a:pt x="3492094" y="2072824"/>
                  </a:lnTo>
                  <a:lnTo>
                    <a:pt x="3492431" y="2072721"/>
                  </a:lnTo>
                  <a:lnTo>
                    <a:pt x="3492767" y="2072228"/>
                  </a:lnTo>
                  <a:lnTo>
                    <a:pt x="3493104" y="2071091"/>
                  </a:lnTo>
                  <a:lnTo>
                    <a:pt x="3493440" y="2069569"/>
                  </a:lnTo>
                  <a:lnTo>
                    <a:pt x="3493777" y="2067555"/>
                  </a:lnTo>
                  <a:lnTo>
                    <a:pt x="3494113" y="2065575"/>
                  </a:lnTo>
                  <a:lnTo>
                    <a:pt x="3494450" y="2063491"/>
                  </a:lnTo>
                  <a:lnTo>
                    <a:pt x="3494786" y="2062185"/>
                  </a:lnTo>
                  <a:lnTo>
                    <a:pt x="3495122" y="2061451"/>
                  </a:lnTo>
                  <a:lnTo>
                    <a:pt x="3495459" y="2060583"/>
                  </a:lnTo>
                  <a:lnTo>
                    <a:pt x="3495795" y="2059107"/>
                  </a:lnTo>
                  <a:lnTo>
                    <a:pt x="3496132" y="2056565"/>
                  </a:lnTo>
                  <a:lnTo>
                    <a:pt x="3496468" y="2051910"/>
                  </a:lnTo>
                  <a:lnTo>
                    <a:pt x="3496805" y="2048224"/>
                  </a:lnTo>
                  <a:lnTo>
                    <a:pt x="3497141" y="2045724"/>
                  </a:lnTo>
                  <a:lnTo>
                    <a:pt x="3497478" y="2044014"/>
                  </a:lnTo>
                  <a:lnTo>
                    <a:pt x="3497814" y="2042376"/>
                  </a:lnTo>
                  <a:lnTo>
                    <a:pt x="3498151" y="2040530"/>
                  </a:lnTo>
                  <a:lnTo>
                    <a:pt x="3498487" y="2038375"/>
                  </a:lnTo>
                  <a:lnTo>
                    <a:pt x="3498824" y="2035738"/>
                  </a:lnTo>
                  <a:lnTo>
                    <a:pt x="3499160" y="2032771"/>
                  </a:lnTo>
                  <a:lnTo>
                    <a:pt x="3499496" y="2029768"/>
                  </a:lnTo>
                  <a:lnTo>
                    <a:pt x="3499833" y="2026549"/>
                  </a:lnTo>
                  <a:lnTo>
                    <a:pt x="3500169" y="2022821"/>
                  </a:lnTo>
                  <a:lnTo>
                    <a:pt x="3500506" y="2019336"/>
                  </a:lnTo>
                  <a:lnTo>
                    <a:pt x="3500842" y="2015550"/>
                  </a:lnTo>
                  <a:lnTo>
                    <a:pt x="3501179" y="2012077"/>
                  </a:lnTo>
                  <a:lnTo>
                    <a:pt x="3501515" y="2009025"/>
                  </a:lnTo>
                  <a:lnTo>
                    <a:pt x="3501852" y="2005909"/>
                  </a:lnTo>
                  <a:lnTo>
                    <a:pt x="3502188" y="2002232"/>
                  </a:lnTo>
                  <a:lnTo>
                    <a:pt x="3502525" y="1998466"/>
                  </a:lnTo>
                  <a:lnTo>
                    <a:pt x="3502861" y="1995264"/>
                  </a:lnTo>
                  <a:lnTo>
                    <a:pt x="3503198" y="1992620"/>
                  </a:lnTo>
                  <a:lnTo>
                    <a:pt x="3503534" y="1990352"/>
                  </a:lnTo>
                  <a:lnTo>
                    <a:pt x="3503870" y="1989119"/>
                  </a:lnTo>
                  <a:lnTo>
                    <a:pt x="3504207" y="1988093"/>
                  </a:lnTo>
                  <a:lnTo>
                    <a:pt x="3504543" y="1986558"/>
                  </a:lnTo>
                  <a:lnTo>
                    <a:pt x="3504880" y="1985828"/>
                  </a:lnTo>
                  <a:lnTo>
                    <a:pt x="3505216" y="1985431"/>
                  </a:lnTo>
                  <a:lnTo>
                    <a:pt x="3505553" y="1984987"/>
                  </a:lnTo>
                  <a:lnTo>
                    <a:pt x="3505889" y="1984334"/>
                  </a:lnTo>
                  <a:lnTo>
                    <a:pt x="3506226" y="1983539"/>
                  </a:lnTo>
                  <a:lnTo>
                    <a:pt x="3506562" y="1982606"/>
                  </a:lnTo>
                  <a:lnTo>
                    <a:pt x="3506899" y="1982955"/>
                  </a:lnTo>
                  <a:lnTo>
                    <a:pt x="3507235" y="1982041"/>
                  </a:lnTo>
                  <a:lnTo>
                    <a:pt x="3507572" y="1980688"/>
                  </a:lnTo>
                  <a:lnTo>
                    <a:pt x="3507908" y="1979655"/>
                  </a:lnTo>
                  <a:lnTo>
                    <a:pt x="3508244" y="1978892"/>
                  </a:lnTo>
                  <a:lnTo>
                    <a:pt x="3508581" y="1978719"/>
                  </a:lnTo>
                  <a:lnTo>
                    <a:pt x="3508917" y="1979022"/>
                  </a:lnTo>
                  <a:lnTo>
                    <a:pt x="3509254" y="1979789"/>
                  </a:lnTo>
                  <a:lnTo>
                    <a:pt x="3509590" y="1979451"/>
                  </a:lnTo>
                  <a:lnTo>
                    <a:pt x="3509927" y="1979166"/>
                  </a:lnTo>
                  <a:lnTo>
                    <a:pt x="3510263" y="1979076"/>
                  </a:lnTo>
                  <a:lnTo>
                    <a:pt x="3510600" y="1978239"/>
                  </a:lnTo>
                  <a:lnTo>
                    <a:pt x="3510936" y="1977591"/>
                  </a:lnTo>
                  <a:lnTo>
                    <a:pt x="3511273" y="1977139"/>
                  </a:lnTo>
                  <a:lnTo>
                    <a:pt x="3511609" y="1976593"/>
                  </a:lnTo>
                  <a:lnTo>
                    <a:pt x="3511946" y="1976218"/>
                  </a:lnTo>
                  <a:lnTo>
                    <a:pt x="3512282" y="1977003"/>
                  </a:lnTo>
                  <a:lnTo>
                    <a:pt x="3512618" y="1977507"/>
                  </a:lnTo>
                  <a:lnTo>
                    <a:pt x="3512955" y="1978410"/>
                  </a:lnTo>
                  <a:lnTo>
                    <a:pt x="3513291" y="1981054"/>
                  </a:lnTo>
                  <a:lnTo>
                    <a:pt x="3513628" y="1983757"/>
                  </a:lnTo>
                  <a:lnTo>
                    <a:pt x="3513964" y="1985846"/>
                  </a:lnTo>
                  <a:lnTo>
                    <a:pt x="3514301" y="1987148"/>
                  </a:lnTo>
                  <a:lnTo>
                    <a:pt x="3514637" y="1988577"/>
                  </a:lnTo>
                  <a:lnTo>
                    <a:pt x="3514974" y="1991232"/>
                  </a:lnTo>
                  <a:lnTo>
                    <a:pt x="3515310" y="1992448"/>
                  </a:lnTo>
                  <a:lnTo>
                    <a:pt x="3515647" y="1994012"/>
                  </a:lnTo>
                  <a:lnTo>
                    <a:pt x="3515983" y="1994891"/>
                  </a:lnTo>
                  <a:lnTo>
                    <a:pt x="3516320" y="1995950"/>
                  </a:lnTo>
                  <a:lnTo>
                    <a:pt x="3516656" y="1997951"/>
                  </a:lnTo>
                  <a:lnTo>
                    <a:pt x="3516992" y="2000061"/>
                  </a:lnTo>
                  <a:lnTo>
                    <a:pt x="3517329" y="2002207"/>
                  </a:lnTo>
                  <a:lnTo>
                    <a:pt x="3517665" y="2006404"/>
                  </a:lnTo>
                  <a:lnTo>
                    <a:pt x="3518002" y="2007963"/>
                  </a:lnTo>
                  <a:lnTo>
                    <a:pt x="3518338" y="2008468"/>
                  </a:lnTo>
                  <a:lnTo>
                    <a:pt x="3518675" y="2008805"/>
                  </a:lnTo>
                  <a:lnTo>
                    <a:pt x="3519011" y="2010025"/>
                  </a:lnTo>
                  <a:lnTo>
                    <a:pt x="3519348" y="2011915"/>
                  </a:lnTo>
                  <a:lnTo>
                    <a:pt x="3519684" y="2014381"/>
                  </a:lnTo>
                  <a:lnTo>
                    <a:pt x="3520021" y="2015565"/>
                  </a:lnTo>
                  <a:lnTo>
                    <a:pt x="3520357" y="2015505"/>
                  </a:lnTo>
                  <a:lnTo>
                    <a:pt x="3520694" y="2014796"/>
                  </a:lnTo>
                  <a:lnTo>
                    <a:pt x="3521030" y="2014133"/>
                  </a:lnTo>
                  <a:lnTo>
                    <a:pt x="3521366" y="2012954"/>
                  </a:lnTo>
                  <a:lnTo>
                    <a:pt x="3521703" y="2010577"/>
                  </a:lnTo>
                  <a:lnTo>
                    <a:pt x="3522039" y="2007446"/>
                  </a:lnTo>
                  <a:lnTo>
                    <a:pt x="3522376" y="2003766"/>
                  </a:lnTo>
                  <a:lnTo>
                    <a:pt x="3522712" y="2000572"/>
                  </a:lnTo>
                  <a:lnTo>
                    <a:pt x="3523049" y="1997155"/>
                  </a:lnTo>
                  <a:lnTo>
                    <a:pt x="3523385" y="1993358"/>
                  </a:lnTo>
                  <a:lnTo>
                    <a:pt x="3523722" y="1991020"/>
                  </a:lnTo>
                  <a:lnTo>
                    <a:pt x="3524058" y="1989158"/>
                  </a:lnTo>
                  <a:lnTo>
                    <a:pt x="3524395" y="1986783"/>
                  </a:lnTo>
                  <a:lnTo>
                    <a:pt x="3524731" y="1983980"/>
                  </a:lnTo>
                  <a:lnTo>
                    <a:pt x="3525068" y="1980887"/>
                  </a:lnTo>
                  <a:lnTo>
                    <a:pt x="3525404" y="1980159"/>
                  </a:lnTo>
                  <a:lnTo>
                    <a:pt x="3525740" y="1980179"/>
                  </a:lnTo>
                  <a:lnTo>
                    <a:pt x="3526077" y="1979985"/>
                  </a:lnTo>
                  <a:lnTo>
                    <a:pt x="3526413" y="1979656"/>
                  </a:lnTo>
                  <a:lnTo>
                    <a:pt x="3526750" y="1979827"/>
                  </a:lnTo>
                  <a:lnTo>
                    <a:pt x="3527086" y="1979661"/>
                  </a:lnTo>
                  <a:lnTo>
                    <a:pt x="3527423" y="1978949"/>
                  </a:lnTo>
                  <a:lnTo>
                    <a:pt x="3527759" y="1978174"/>
                  </a:lnTo>
                  <a:lnTo>
                    <a:pt x="3528096" y="1976799"/>
                  </a:lnTo>
                  <a:lnTo>
                    <a:pt x="3528432" y="1975127"/>
                  </a:lnTo>
                  <a:lnTo>
                    <a:pt x="3528769" y="1972238"/>
                  </a:lnTo>
                  <a:lnTo>
                    <a:pt x="3529105" y="1968864"/>
                  </a:lnTo>
                  <a:lnTo>
                    <a:pt x="3529441" y="1965428"/>
                  </a:lnTo>
                  <a:lnTo>
                    <a:pt x="3529778" y="1961429"/>
                  </a:lnTo>
                  <a:lnTo>
                    <a:pt x="3530114" y="1958070"/>
                  </a:lnTo>
                  <a:lnTo>
                    <a:pt x="3530451" y="1954981"/>
                  </a:lnTo>
                  <a:lnTo>
                    <a:pt x="3530787" y="1949932"/>
                  </a:lnTo>
                  <a:lnTo>
                    <a:pt x="3531124" y="1944358"/>
                  </a:lnTo>
                  <a:lnTo>
                    <a:pt x="3531460" y="1936791"/>
                  </a:lnTo>
                  <a:lnTo>
                    <a:pt x="3531797" y="1928825"/>
                  </a:lnTo>
                  <a:lnTo>
                    <a:pt x="3532133" y="1921578"/>
                  </a:lnTo>
                  <a:lnTo>
                    <a:pt x="3532470" y="1915352"/>
                  </a:lnTo>
                  <a:lnTo>
                    <a:pt x="3532806" y="1909690"/>
                  </a:lnTo>
                  <a:lnTo>
                    <a:pt x="3533143" y="1902908"/>
                  </a:lnTo>
                  <a:lnTo>
                    <a:pt x="3533479" y="1897173"/>
                  </a:lnTo>
                  <a:lnTo>
                    <a:pt x="3533815" y="1892317"/>
                  </a:lnTo>
                  <a:lnTo>
                    <a:pt x="3534152" y="1888253"/>
                  </a:lnTo>
                  <a:lnTo>
                    <a:pt x="3534488" y="1882997"/>
                  </a:lnTo>
                  <a:lnTo>
                    <a:pt x="3534825" y="1876367"/>
                  </a:lnTo>
                  <a:lnTo>
                    <a:pt x="3535161" y="1868930"/>
                  </a:lnTo>
                  <a:lnTo>
                    <a:pt x="3535498" y="1861332"/>
                  </a:lnTo>
                  <a:lnTo>
                    <a:pt x="3535834" y="1854288"/>
                  </a:lnTo>
                  <a:lnTo>
                    <a:pt x="3536171" y="1849163"/>
                  </a:lnTo>
                  <a:lnTo>
                    <a:pt x="3536507" y="1844434"/>
                  </a:lnTo>
                  <a:lnTo>
                    <a:pt x="3536844" y="1839353"/>
                  </a:lnTo>
                  <a:lnTo>
                    <a:pt x="3537180" y="1833386"/>
                  </a:lnTo>
                  <a:lnTo>
                    <a:pt x="3537517" y="1825983"/>
                  </a:lnTo>
                  <a:lnTo>
                    <a:pt x="3537853" y="1817616"/>
                  </a:lnTo>
                  <a:lnTo>
                    <a:pt x="3538189" y="1809086"/>
                  </a:lnTo>
                  <a:lnTo>
                    <a:pt x="3538526" y="1800258"/>
                  </a:lnTo>
                  <a:lnTo>
                    <a:pt x="3538862" y="1793018"/>
                  </a:lnTo>
                  <a:lnTo>
                    <a:pt x="3539199" y="1786061"/>
                  </a:lnTo>
                  <a:lnTo>
                    <a:pt x="3539535" y="1780422"/>
                  </a:lnTo>
                  <a:lnTo>
                    <a:pt x="3539872" y="1775873"/>
                  </a:lnTo>
                  <a:lnTo>
                    <a:pt x="3540208" y="1771260"/>
                  </a:lnTo>
                  <a:lnTo>
                    <a:pt x="3540545" y="1766147"/>
                  </a:lnTo>
                  <a:lnTo>
                    <a:pt x="3540881" y="1760655"/>
                  </a:lnTo>
                  <a:lnTo>
                    <a:pt x="3541218" y="1754310"/>
                  </a:lnTo>
                  <a:lnTo>
                    <a:pt x="3541554" y="1747308"/>
                  </a:lnTo>
                  <a:lnTo>
                    <a:pt x="3541891" y="1739353"/>
                  </a:lnTo>
                  <a:lnTo>
                    <a:pt x="3542227" y="1730940"/>
                  </a:lnTo>
                  <a:lnTo>
                    <a:pt x="3542563" y="1725511"/>
                  </a:lnTo>
                  <a:lnTo>
                    <a:pt x="3542900" y="1720819"/>
                  </a:lnTo>
                  <a:lnTo>
                    <a:pt x="3543236" y="1715989"/>
                  </a:lnTo>
                  <a:lnTo>
                    <a:pt x="3543573" y="1709033"/>
                  </a:lnTo>
                  <a:lnTo>
                    <a:pt x="3543909" y="1700906"/>
                  </a:lnTo>
                  <a:lnTo>
                    <a:pt x="3544246" y="1692651"/>
                  </a:lnTo>
                  <a:lnTo>
                    <a:pt x="3544582" y="1684228"/>
                  </a:lnTo>
                  <a:lnTo>
                    <a:pt x="3544919" y="1675166"/>
                  </a:lnTo>
                  <a:lnTo>
                    <a:pt x="3545255" y="1666162"/>
                  </a:lnTo>
                  <a:lnTo>
                    <a:pt x="3545592" y="1660732"/>
                  </a:lnTo>
                  <a:lnTo>
                    <a:pt x="3545928" y="1656608"/>
                  </a:lnTo>
                  <a:lnTo>
                    <a:pt x="3546265" y="1652295"/>
                  </a:lnTo>
                  <a:lnTo>
                    <a:pt x="3546601" y="1648340"/>
                  </a:lnTo>
                  <a:lnTo>
                    <a:pt x="3546937" y="1644615"/>
                  </a:lnTo>
                  <a:lnTo>
                    <a:pt x="3547274" y="1640966"/>
                  </a:lnTo>
                  <a:lnTo>
                    <a:pt x="3547610" y="1637094"/>
                  </a:lnTo>
                  <a:lnTo>
                    <a:pt x="3547947" y="1633560"/>
                  </a:lnTo>
                  <a:lnTo>
                    <a:pt x="3548283" y="1629432"/>
                  </a:lnTo>
                  <a:lnTo>
                    <a:pt x="3548620" y="1625401"/>
                  </a:lnTo>
                  <a:lnTo>
                    <a:pt x="3548956" y="1621225"/>
                  </a:lnTo>
                  <a:lnTo>
                    <a:pt x="3549293" y="1616894"/>
                  </a:lnTo>
                  <a:lnTo>
                    <a:pt x="3549629" y="1612330"/>
                  </a:lnTo>
                  <a:lnTo>
                    <a:pt x="3549966" y="1607655"/>
                  </a:lnTo>
                  <a:lnTo>
                    <a:pt x="3550302" y="1603006"/>
                  </a:lnTo>
                  <a:lnTo>
                    <a:pt x="3550639" y="1597744"/>
                  </a:lnTo>
                  <a:lnTo>
                    <a:pt x="3550975" y="1592140"/>
                  </a:lnTo>
                  <a:lnTo>
                    <a:pt x="3551311" y="1586731"/>
                  </a:lnTo>
                  <a:lnTo>
                    <a:pt x="3551648" y="1581112"/>
                  </a:lnTo>
                  <a:lnTo>
                    <a:pt x="3551984" y="1575224"/>
                  </a:lnTo>
                  <a:lnTo>
                    <a:pt x="3552321" y="1569275"/>
                  </a:lnTo>
                  <a:lnTo>
                    <a:pt x="3552657" y="1562651"/>
                  </a:lnTo>
                  <a:lnTo>
                    <a:pt x="3552994" y="1555912"/>
                  </a:lnTo>
                  <a:lnTo>
                    <a:pt x="3553330" y="1549694"/>
                  </a:lnTo>
                  <a:lnTo>
                    <a:pt x="3553667" y="1543304"/>
                  </a:lnTo>
                  <a:lnTo>
                    <a:pt x="3554003" y="1537332"/>
                  </a:lnTo>
                  <a:lnTo>
                    <a:pt x="3554340" y="1532630"/>
                  </a:lnTo>
                  <a:lnTo>
                    <a:pt x="3554676" y="1528803"/>
                  </a:lnTo>
                  <a:lnTo>
                    <a:pt x="3555013" y="1524799"/>
                  </a:lnTo>
                  <a:lnTo>
                    <a:pt x="3555349" y="1521389"/>
                  </a:lnTo>
                  <a:lnTo>
                    <a:pt x="3555685" y="1518070"/>
                  </a:lnTo>
                  <a:lnTo>
                    <a:pt x="3556022" y="1515573"/>
                  </a:lnTo>
                  <a:lnTo>
                    <a:pt x="3556358" y="1512588"/>
                  </a:lnTo>
                  <a:lnTo>
                    <a:pt x="3556695" y="1509712"/>
                  </a:lnTo>
                  <a:lnTo>
                    <a:pt x="3557031" y="1506981"/>
                  </a:lnTo>
                  <a:lnTo>
                    <a:pt x="3557368" y="1504010"/>
                  </a:lnTo>
                  <a:lnTo>
                    <a:pt x="3557704" y="1501199"/>
                  </a:lnTo>
                  <a:lnTo>
                    <a:pt x="3558041" y="1498955"/>
                  </a:lnTo>
                  <a:lnTo>
                    <a:pt x="3558377" y="1495950"/>
                  </a:lnTo>
                  <a:lnTo>
                    <a:pt x="3558714" y="1493238"/>
                  </a:lnTo>
                  <a:lnTo>
                    <a:pt x="3559050" y="1490560"/>
                  </a:lnTo>
                  <a:lnTo>
                    <a:pt x="3559387" y="1487820"/>
                  </a:lnTo>
                  <a:lnTo>
                    <a:pt x="3559723" y="1484782"/>
                  </a:lnTo>
                  <a:lnTo>
                    <a:pt x="3560059" y="1482357"/>
                  </a:lnTo>
                  <a:lnTo>
                    <a:pt x="3560396" y="1479843"/>
                  </a:lnTo>
                  <a:lnTo>
                    <a:pt x="3560732" y="1477230"/>
                  </a:lnTo>
                  <a:lnTo>
                    <a:pt x="3561069" y="1473414"/>
                  </a:lnTo>
                  <a:lnTo>
                    <a:pt x="3561405" y="1469197"/>
                  </a:lnTo>
                  <a:lnTo>
                    <a:pt x="3561742" y="1465386"/>
                  </a:lnTo>
                  <a:lnTo>
                    <a:pt x="3562078" y="1461957"/>
                  </a:lnTo>
                  <a:lnTo>
                    <a:pt x="3562415" y="1459662"/>
                  </a:lnTo>
                  <a:lnTo>
                    <a:pt x="3562751" y="1458126"/>
                  </a:lnTo>
                  <a:lnTo>
                    <a:pt x="3563088" y="1457629"/>
                  </a:lnTo>
                  <a:lnTo>
                    <a:pt x="3563424" y="1458204"/>
                  </a:lnTo>
                  <a:lnTo>
                    <a:pt x="3563760" y="1460565"/>
                  </a:lnTo>
                  <a:lnTo>
                    <a:pt x="3564097" y="1462069"/>
                  </a:lnTo>
                  <a:lnTo>
                    <a:pt x="3564433" y="1461676"/>
                  </a:lnTo>
                  <a:lnTo>
                    <a:pt x="3564770" y="1460720"/>
                  </a:lnTo>
                  <a:lnTo>
                    <a:pt x="3565106" y="1460347"/>
                  </a:lnTo>
                  <a:lnTo>
                    <a:pt x="3565443" y="1460285"/>
                  </a:lnTo>
                  <a:lnTo>
                    <a:pt x="3565779" y="1461001"/>
                  </a:lnTo>
                  <a:lnTo>
                    <a:pt x="3566116" y="1461843"/>
                  </a:lnTo>
                  <a:lnTo>
                    <a:pt x="3566452" y="1462825"/>
                  </a:lnTo>
                  <a:lnTo>
                    <a:pt x="3566789" y="1462994"/>
                  </a:lnTo>
                  <a:lnTo>
                    <a:pt x="3567125" y="1462641"/>
                  </a:lnTo>
                  <a:lnTo>
                    <a:pt x="3567462" y="1461411"/>
                  </a:lnTo>
                  <a:lnTo>
                    <a:pt x="3567798" y="1459195"/>
                  </a:lnTo>
                  <a:lnTo>
                    <a:pt x="3568134" y="1456015"/>
                  </a:lnTo>
                  <a:lnTo>
                    <a:pt x="3568471" y="1453060"/>
                  </a:lnTo>
                  <a:lnTo>
                    <a:pt x="3568807" y="1448024"/>
                  </a:lnTo>
                  <a:lnTo>
                    <a:pt x="3569144" y="1443059"/>
                  </a:lnTo>
                  <a:lnTo>
                    <a:pt x="3569480" y="1439038"/>
                  </a:lnTo>
                  <a:lnTo>
                    <a:pt x="3569817" y="1435404"/>
                  </a:lnTo>
                  <a:lnTo>
                    <a:pt x="3570153" y="1431530"/>
                  </a:lnTo>
                  <a:lnTo>
                    <a:pt x="3570490" y="1427115"/>
                  </a:lnTo>
                  <a:lnTo>
                    <a:pt x="3570826" y="1422442"/>
                  </a:lnTo>
                  <a:lnTo>
                    <a:pt x="3571163" y="1417050"/>
                  </a:lnTo>
                  <a:lnTo>
                    <a:pt x="3571499" y="1412361"/>
                  </a:lnTo>
                  <a:lnTo>
                    <a:pt x="3571836" y="1408238"/>
                  </a:lnTo>
                  <a:lnTo>
                    <a:pt x="3572172" y="1404033"/>
                  </a:lnTo>
                  <a:lnTo>
                    <a:pt x="3572508" y="1400489"/>
                  </a:lnTo>
                  <a:lnTo>
                    <a:pt x="3572845" y="1397061"/>
                  </a:lnTo>
                  <a:lnTo>
                    <a:pt x="3573181" y="1394370"/>
                  </a:lnTo>
                  <a:lnTo>
                    <a:pt x="3573518" y="1389702"/>
                  </a:lnTo>
                  <a:lnTo>
                    <a:pt x="3573854" y="1385409"/>
                  </a:lnTo>
                  <a:lnTo>
                    <a:pt x="3574191" y="1381504"/>
                  </a:lnTo>
                  <a:lnTo>
                    <a:pt x="3574527" y="1376384"/>
                  </a:lnTo>
                  <a:lnTo>
                    <a:pt x="3574864" y="1370897"/>
                  </a:lnTo>
                  <a:lnTo>
                    <a:pt x="3575200" y="1364420"/>
                  </a:lnTo>
                  <a:lnTo>
                    <a:pt x="3575537" y="1357255"/>
                  </a:lnTo>
                  <a:lnTo>
                    <a:pt x="3575873" y="1349257"/>
                  </a:lnTo>
                  <a:lnTo>
                    <a:pt x="3576210" y="1340789"/>
                  </a:lnTo>
                  <a:lnTo>
                    <a:pt x="3576546" y="1332501"/>
                  </a:lnTo>
                  <a:lnTo>
                    <a:pt x="3576882" y="1324833"/>
                  </a:lnTo>
                  <a:lnTo>
                    <a:pt x="3577219" y="1316719"/>
                  </a:lnTo>
                  <a:lnTo>
                    <a:pt x="3577555" y="1307729"/>
                  </a:lnTo>
                  <a:lnTo>
                    <a:pt x="3577892" y="1298237"/>
                  </a:lnTo>
                  <a:lnTo>
                    <a:pt x="3578228" y="1291114"/>
                  </a:lnTo>
                  <a:lnTo>
                    <a:pt x="3578565" y="1283570"/>
                  </a:lnTo>
                  <a:lnTo>
                    <a:pt x="3578901" y="1275836"/>
                  </a:lnTo>
                  <a:lnTo>
                    <a:pt x="3579238" y="1269285"/>
                  </a:lnTo>
                  <a:lnTo>
                    <a:pt x="3579574" y="1261890"/>
                  </a:lnTo>
                  <a:lnTo>
                    <a:pt x="3579911" y="1254149"/>
                  </a:lnTo>
                  <a:lnTo>
                    <a:pt x="3580247" y="1245415"/>
                  </a:lnTo>
                  <a:lnTo>
                    <a:pt x="3580584" y="1236506"/>
                  </a:lnTo>
                  <a:lnTo>
                    <a:pt x="3580920" y="1227243"/>
                  </a:lnTo>
                  <a:lnTo>
                    <a:pt x="3581256" y="1219700"/>
                  </a:lnTo>
                  <a:lnTo>
                    <a:pt x="3581593" y="1212688"/>
                  </a:lnTo>
                  <a:lnTo>
                    <a:pt x="3581929" y="1204966"/>
                  </a:lnTo>
                  <a:lnTo>
                    <a:pt x="3582266" y="1198057"/>
                  </a:lnTo>
                  <a:lnTo>
                    <a:pt x="3582602" y="1193362"/>
                  </a:lnTo>
                  <a:lnTo>
                    <a:pt x="3582939" y="1188121"/>
                  </a:lnTo>
                  <a:lnTo>
                    <a:pt x="3583275" y="1183704"/>
                  </a:lnTo>
                  <a:lnTo>
                    <a:pt x="3583612" y="1179189"/>
                  </a:lnTo>
                  <a:lnTo>
                    <a:pt x="3583948" y="1174135"/>
                  </a:lnTo>
                  <a:lnTo>
                    <a:pt x="3584285" y="1169213"/>
                  </a:lnTo>
                  <a:lnTo>
                    <a:pt x="3584621" y="1164884"/>
                  </a:lnTo>
                  <a:lnTo>
                    <a:pt x="3584958" y="1160183"/>
                  </a:lnTo>
                  <a:lnTo>
                    <a:pt x="3585294" y="1156084"/>
                  </a:lnTo>
                  <a:lnTo>
                    <a:pt x="3585630" y="1151703"/>
                  </a:lnTo>
                  <a:lnTo>
                    <a:pt x="3585967" y="1147026"/>
                  </a:lnTo>
                  <a:lnTo>
                    <a:pt x="3586303" y="1142000"/>
                  </a:lnTo>
                  <a:lnTo>
                    <a:pt x="3586640" y="1135492"/>
                  </a:lnTo>
                  <a:lnTo>
                    <a:pt x="3586976" y="1129249"/>
                  </a:lnTo>
                  <a:lnTo>
                    <a:pt x="3587313" y="1123718"/>
                  </a:lnTo>
                  <a:lnTo>
                    <a:pt x="3587649" y="1119593"/>
                  </a:lnTo>
                  <a:lnTo>
                    <a:pt x="3587986" y="1114778"/>
                  </a:lnTo>
                  <a:lnTo>
                    <a:pt x="3588322" y="1108192"/>
                  </a:lnTo>
                  <a:lnTo>
                    <a:pt x="3588659" y="1102190"/>
                  </a:lnTo>
                  <a:lnTo>
                    <a:pt x="3588995" y="1097297"/>
                  </a:lnTo>
                  <a:lnTo>
                    <a:pt x="3589332" y="1093761"/>
                  </a:lnTo>
                  <a:lnTo>
                    <a:pt x="3589668" y="1091563"/>
                  </a:lnTo>
                  <a:lnTo>
                    <a:pt x="3590004" y="1088938"/>
                  </a:lnTo>
                  <a:lnTo>
                    <a:pt x="3590341" y="1088999"/>
                  </a:lnTo>
                  <a:lnTo>
                    <a:pt x="3590677" y="1090066"/>
                  </a:lnTo>
                  <a:lnTo>
                    <a:pt x="3591014" y="1091503"/>
                  </a:lnTo>
                  <a:lnTo>
                    <a:pt x="3591350" y="1092551"/>
                  </a:lnTo>
                  <a:lnTo>
                    <a:pt x="3591687" y="1093995"/>
                  </a:lnTo>
                  <a:lnTo>
                    <a:pt x="3592023" y="1095734"/>
                  </a:lnTo>
                  <a:lnTo>
                    <a:pt x="3592360" y="1097856"/>
                  </a:lnTo>
                  <a:lnTo>
                    <a:pt x="3592696" y="1099254"/>
                  </a:lnTo>
                  <a:lnTo>
                    <a:pt x="3593033" y="1100733"/>
                  </a:lnTo>
                  <a:lnTo>
                    <a:pt x="3593369" y="1102764"/>
                  </a:lnTo>
                  <a:lnTo>
                    <a:pt x="3593706" y="1105376"/>
                  </a:lnTo>
                  <a:lnTo>
                    <a:pt x="3594042" y="1107164"/>
                  </a:lnTo>
                  <a:lnTo>
                    <a:pt x="3594378" y="1109331"/>
                  </a:lnTo>
                  <a:lnTo>
                    <a:pt x="3594715" y="1111572"/>
                  </a:lnTo>
                  <a:lnTo>
                    <a:pt x="3595051" y="1113874"/>
                  </a:lnTo>
                  <a:lnTo>
                    <a:pt x="3595388" y="1116646"/>
                  </a:lnTo>
                  <a:lnTo>
                    <a:pt x="3595724" y="1118133"/>
                  </a:lnTo>
                  <a:lnTo>
                    <a:pt x="3596061" y="1119835"/>
                  </a:lnTo>
                  <a:lnTo>
                    <a:pt x="3596397" y="1121477"/>
                  </a:lnTo>
                  <a:lnTo>
                    <a:pt x="3596734" y="1121055"/>
                  </a:lnTo>
                  <a:lnTo>
                    <a:pt x="3597070" y="1122198"/>
                  </a:lnTo>
                  <a:lnTo>
                    <a:pt x="3597407" y="1122955"/>
                  </a:lnTo>
                  <a:lnTo>
                    <a:pt x="3597743" y="1123451"/>
                  </a:lnTo>
                  <a:lnTo>
                    <a:pt x="3598079" y="1124308"/>
                  </a:lnTo>
                  <a:lnTo>
                    <a:pt x="3598416" y="1124584"/>
                  </a:lnTo>
                  <a:lnTo>
                    <a:pt x="3598752" y="1126945"/>
                  </a:lnTo>
                  <a:lnTo>
                    <a:pt x="3599089" y="1128939"/>
                  </a:lnTo>
                  <a:lnTo>
                    <a:pt x="3599425" y="1129740"/>
                  </a:lnTo>
                  <a:lnTo>
                    <a:pt x="3599762" y="1129121"/>
                  </a:lnTo>
                  <a:lnTo>
                    <a:pt x="3600098" y="1127674"/>
                  </a:lnTo>
                  <a:lnTo>
                    <a:pt x="3600435" y="1127796"/>
                  </a:lnTo>
                  <a:lnTo>
                    <a:pt x="3600771" y="1127180"/>
                  </a:lnTo>
                  <a:lnTo>
                    <a:pt x="3601108" y="1125855"/>
                  </a:lnTo>
                  <a:lnTo>
                    <a:pt x="3601444" y="1123956"/>
                  </a:lnTo>
                  <a:lnTo>
                    <a:pt x="3601781" y="1122843"/>
                  </a:lnTo>
                  <a:lnTo>
                    <a:pt x="3602117" y="1123016"/>
                  </a:lnTo>
                  <a:lnTo>
                    <a:pt x="3602453" y="1123120"/>
                  </a:lnTo>
                  <a:lnTo>
                    <a:pt x="3602790" y="1122675"/>
                  </a:lnTo>
                  <a:lnTo>
                    <a:pt x="3603126" y="1117962"/>
                  </a:lnTo>
                  <a:lnTo>
                    <a:pt x="3603463" y="1111927"/>
                  </a:lnTo>
                  <a:lnTo>
                    <a:pt x="3603799" y="1104463"/>
                  </a:lnTo>
                  <a:lnTo>
                    <a:pt x="3604136" y="1096682"/>
                  </a:lnTo>
                  <a:lnTo>
                    <a:pt x="3604472" y="1089728"/>
                  </a:lnTo>
                  <a:lnTo>
                    <a:pt x="3604809" y="1084591"/>
                  </a:lnTo>
                  <a:lnTo>
                    <a:pt x="3605145" y="1080101"/>
                  </a:lnTo>
                  <a:lnTo>
                    <a:pt x="3605482" y="1075625"/>
                  </a:lnTo>
                  <a:lnTo>
                    <a:pt x="3605818" y="1071020"/>
                  </a:lnTo>
                  <a:lnTo>
                    <a:pt x="3606155" y="1065732"/>
                  </a:lnTo>
                  <a:lnTo>
                    <a:pt x="3606491" y="1061055"/>
                  </a:lnTo>
                  <a:lnTo>
                    <a:pt x="3606827" y="1056644"/>
                  </a:lnTo>
                  <a:lnTo>
                    <a:pt x="3607164" y="1052678"/>
                  </a:lnTo>
                  <a:lnTo>
                    <a:pt x="3607500" y="1049848"/>
                  </a:lnTo>
                  <a:lnTo>
                    <a:pt x="3607837" y="1048634"/>
                  </a:lnTo>
                  <a:lnTo>
                    <a:pt x="3608173" y="1049022"/>
                  </a:lnTo>
                  <a:lnTo>
                    <a:pt x="3608510" y="1050789"/>
                  </a:lnTo>
                  <a:lnTo>
                    <a:pt x="3608846" y="1054000"/>
                  </a:lnTo>
                  <a:lnTo>
                    <a:pt x="3609183" y="1059281"/>
                  </a:lnTo>
                  <a:lnTo>
                    <a:pt x="3609519" y="1065840"/>
                  </a:lnTo>
                  <a:lnTo>
                    <a:pt x="3609856" y="1069903"/>
                  </a:lnTo>
                  <a:lnTo>
                    <a:pt x="3610192" y="1074671"/>
                  </a:lnTo>
                  <a:lnTo>
                    <a:pt x="3610529" y="1080904"/>
                  </a:lnTo>
                  <a:lnTo>
                    <a:pt x="3610865" y="1089091"/>
                  </a:lnTo>
                  <a:lnTo>
                    <a:pt x="3611201" y="1098715"/>
                  </a:lnTo>
                  <a:lnTo>
                    <a:pt x="3611538" y="1108142"/>
                  </a:lnTo>
                  <a:lnTo>
                    <a:pt x="3611874" y="1117604"/>
                  </a:lnTo>
                  <a:lnTo>
                    <a:pt x="3612211" y="1127395"/>
                  </a:lnTo>
                  <a:lnTo>
                    <a:pt x="3612547" y="1137306"/>
                  </a:lnTo>
                  <a:lnTo>
                    <a:pt x="3612884" y="1144182"/>
                  </a:lnTo>
                  <a:lnTo>
                    <a:pt x="3613220" y="1149713"/>
                  </a:lnTo>
                  <a:lnTo>
                    <a:pt x="3613557" y="1156050"/>
                  </a:lnTo>
                  <a:lnTo>
                    <a:pt x="3613893" y="1162302"/>
                  </a:lnTo>
                  <a:lnTo>
                    <a:pt x="3614230" y="1167965"/>
                  </a:lnTo>
                  <a:lnTo>
                    <a:pt x="3614566" y="1173163"/>
                  </a:lnTo>
                  <a:lnTo>
                    <a:pt x="3614903" y="1178638"/>
                  </a:lnTo>
                  <a:lnTo>
                    <a:pt x="3615239" y="1182765"/>
                  </a:lnTo>
                  <a:lnTo>
                    <a:pt x="3615575" y="1186435"/>
                  </a:lnTo>
                  <a:lnTo>
                    <a:pt x="3615912" y="1189428"/>
                  </a:lnTo>
                  <a:lnTo>
                    <a:pt x="3616248" y="1192259"/>
                  </a:lnTo>
                  <a:lnTo>
                    <a:pt x="3616585" y="1194859"/>
                  </a:lnTo>
                  <a:lnTo>
                    <a:pt x="3616921" y="1197046"/>
                  </a:lnTo>
                  <a:lnTo>
                    <a:pt x="3617258" y="1199069"/>
                  </a:lnTo>
                  <a:lnTo>
                    <a:pt x="3617594" y="1199831"/>
                  </a:lnTo>
                  <a:lnTo>
                    <a:pt x="3617931" y="1199782"/>
                  </a:lnTo>
                  <a:lnTo>
                    <a:pt x="3618267" y="1198934"/>
                  </a:lnTo>
                  <a:lnTo>
                    <a:pt x="3618604" y="1199016"/>
                  </a:lnTo>
                  <a:lnTo>
                    <a:pt x="3618940" y="1198805"/>
                  </a:lnTo>
                  <a:lnTo>
                    <a:pt x="3619277" y="1198334"/>
                  </a:lnTo>
                  <a:lnTo>
                    <a:pt x="3619613" y="1197626"/>
                  </a:lnTo>
                  <a:lnTo>
                    <a:pt x="3619949" y="1197861"/>
                  </a:lnTo>
                  <a:lnTo>
                    <a:pt x="3620286" y="1198523"/>
                  </a:lnTo>
                  <a:lnTo>
                    <a:pt x="3620622" y="1201210"/>
                  </a:lnTo>
                  <a:lnTo>
                    <a:pt x="3620959" y="1203279"/>
                  </a:lnTo>
                  <a:lnTo>
                    <a:pt x="3621295" y="1204628"/>
                  </a:lnTo>
                  <a:lnTo>
                    <a:pt x="3621632" y="1204382"/>
                  </a:lnTo>
                  <a:lnTo>
                    <a:pt x="3621968" y="1202446"/>
                  </a:lnTo>
                  <a:lnTo>
                    <a:pt x="3622305" y="1199998"/>
                  </a:lnTo>
                  <a:lnTo>
                    <a:pt x="3622641" y="1197078"/>
                  </a:lnTo>
                  <a:lnTo>
                    <a:pt x="3622978" y="1194717"/>
                  </a:lnTo>
                  <a:lnTo>
                    <a:pt x="3623314" y="1191938"/>
                  </a:lnTo>
                  <a:lnTo>
                    <a:pt x="3623651" y="1189543"/>
                  </a:lnTo>
                  <a:lnTo>
                    <a:pt x="3623987" y="1183926"/>
                  </a:lnTo>
                  <a:lnTo>
                    <a:pt x="3624323" y="1178536"/>
                  </a:lnTo>
                  <a:lnTo>
                    <a:pt x="3624660" y="1173582"/>
                  </a:lnTo>
                  <a:lnTo>
                    <a:pt x="3624996" y="1167320"/>
                  </a:lnTo>
                  <a:lnTo>
                    <a:pt x="3625333" y="1159778"/>
                  </a:lnTo>
                  <a:lnTo>
                    <a:pt x="3625669" y="1152031"/>
                  </a:lnTo>
                  <a:lnTo>
                    <a:pt x="3626006" y="1143631"/>
                  </a:lnTo>
                  <a:lnTo>
                    <a:pt x="3626342" y="1131304"/>
                  </a:lnTo>
                  <a:lnTo>
                    <a:pt x="3626679" y="1119383"/>
                  </a:lnTo>
                  <a:lnTo>
                    <a:pt x="3627015" y="1108319"/>
                  </a:lnTo>
                  <a:lnTo>
                    <a:pt x="3627352" y="1096805"/>
                  </a:lnTo>
                  <a:lnTo>
                    <a:pt x="3627688" y="1084866"/>
                  </a:lnTo>
                  <a:lnTo>
                    <a:pt x="3628024" y="1072455"/>
                  </a:lnTo>
                  <a:lnTo>
                    <a:pt x="3628361" y="1061252"/>
                  </a:lnTo>
                  <a:lnTo>
                    <a:pt x="3628697" y="1050192"/>
                  </a:lnTo>
                  <a:lnTo>
                    <a:pt x="3629034" y="1040117"/>
                  </a:lnTo>
                  <a:lnTo>
                    <a:pt x="3629370" y="1028780"/>
                  </a:lnTo>
                  <a:lnTo>
                    <a:pt x="3629707" y="1016298"/>
                  </a:lnTo>
                  <a:lnTo>
                    <a:pt x="3630043" y="1004326"/>
                  </a:lnTo>
                  <a:lnTo>
                    <a:pt x="3630380" y="992800"/>
                  </a:lnTo>
                  <a:lnTo>
                    <a:pt x="3630716" y="981210"/>
                  </a:lnTo>
                  <a:lnTo>
                    <a:pt x="3631053" y="969933"/>
                  </a:lnTo>
                  <a:lnTo>
                    <a:pt x="3631389" y="958400"/>
                  </a:lnTo>
                  <a:lnTo>
                    <a:pt x="3631726" y="948217"/>
                  </a:lnTo>
                  <a:lnTo>
                    <a:pt x="3632062" y="938814"/>
                  </a:lnTo>
                  <a:lnTo>
                    <a:pt x="3632398" y="929286"/>
                  </a:lnTo>
                  <a:lnTo>
                    <a:pt x="3632735" y="920706"/>
                  </a:lnTo>
                  <a:lnTo>
                    <a:pt x="3633071" y="912188"/>
                  </a:lnTo>
                  <a:lnTo>
                    <a:pt x="3633408" y="903924"/>
                  </a:lnTo>
                  <a:lnTo>
                    <a:pt x="3633744" y="896110"/>
                  </a:lnTo>
                  <a:lnTo>
                    <a:pt x="3634081" y="888010"/>
                  </a:lnTo>
                  <a:lnTo>
                    <a:pt x="3634417" y="879849"/>
                  </a:lnTo>
                  <a:lnTo>
                    <a:pt x="3634754" y="872357"/>
                  </a:lnTo>
                  <a:lnTo>
                    <a:pt x="3635090" y="865256"/>
                  </a:lnTo>
                  <a:lnTo>
                    <a:pt x="3635427" y="859038"/>
                  </a:lnTo>
                  <a:lnTo>
                    <a:pt x="3635763" y="852733"/>
                  </a:lnTo>
                  <a:lnTo>
                    <a:pt x="3636100" y="848917"/>
                  </a:lnTo>
                  <a:lnTo>
                    <a:pt x="3636436" y="845620"/>
                  </a:lnTo>
                  <a:lnTo>
                    <a:pt x="3636772" y="842120"/>
                  </a:lnTo>
                  <a:lnTo>
                    <a:pt x="3637109" y="838713"/>
                  </a:lnTo>
                  <a:lnTo>
                    <a:pt x="3637445" y="836308"/>
                  </a:lnTo>
                  <a:lnTo>
                    <a:pt x="3637782" y="834466"/>
                  </a:lnTo>
                  <a:lnTo>
                    <a:pt x="3638118" y="833233"/>
                  </a:lnTo>
                  <a:lnTo>
                    <a:pt x="3638455" y="832137"/>
                  </a:lnTo>
                  <a:lnTo>
                    <a:pt x="3638791" y="829800"/>
                  </a:lnTo>
                  <a:lnTo>
                    <a:pt x="3639128" y="827673"/>
                  </a:lnTo>
                  <a:lnTo>
                    <a:pt x="3639464" y="825900"/>
                  </a:lnTo>
                  <a:lnTo>
                    <a:pt x="3639801" y="823609"/>
                  </a:lnTo>
                  <a:lnTo>
                    <a:pt x="3640137" y="821695"/>
                  </a:lnTo>
                  <a:lnTo>
                    <a:pt x="3640474" y="819976"/>
                  </a:lnTo>
                  <a:lnTo>
                    <a:pt x="3640810" y="821054"/>
                  </a:lnTo>
                  <a:lnTo>
                    <a:pt x="3641146" y="822168"/>
                  </a:lnTo>
                  <a:lnTo>
                    <a:pt x="3641483" y="823274"/>
                  </a:lnTo>
                  <a:lnTo>
                    <a:pt x="3641819" y="826750"/>
                  </a:lnTo>
                  <a:lnTo>
                    <a:pt x="3642156" y="830495"/>
                  </a:lnTo>
                  <a:lnTo>
                    <a:pt x="3642492" y="833858"/>
                  </a:lnTo>
                  <a:lnTo>
                    <a:pt x="3642829" y="837546"/>
                  </a:lnTo>
                  <a:lnTo>
                    <a:pt x="3643165" y="842023"/>
                  </a:lnTo>
                  <a:lnTo>
                    <a:pt x="3643502" y="847194"/>
                  </a:lnTo>
                  <a:lnTo>
                    <a:pt x="3643838" y="853165"/>
                  </a:lnTo>
                  <a:lnTo>
                    <a:pt x="3644175" y="860611"/>
                  </a:lnTo>
                  <a:lnTo>
                    <a:pt x="3644511" y="868599"/>
                  </a:lnTo>
                  <a:lnTo>
                    <a:pt x="3644848" y="876525"/>
                  </a:lnTo>
                  <a:lnTo>
                    <a:pt x="3645184" y="885286"/>
                  </a:lnTo>
                  <a:lnTo>
                    <a:pt x="3645520" y="890756"/>
                  </a:lnTo>
                  <a:lnTo>
                    <a:pt x="3645857" y="895991"/>
                  </a:lnTo>
                  <a:lnTo>
                    <a:pt x="3646193" y="901035"/>
                  </a:lnTo>
                  <a:lnTo>
                    <a:pt x="3646530" y="904814"/>
                  </a:lnTo>
                  <a:lnTo>
                    <a:pt x="3646866" y="908944"/>
                  </a:lnTo>
                  <a:lnTo>
                    <a:pt x="3647203" y="912678"/>
                  </a:lnTo>
                  <a:lnTo>
                    <a:pt x="3647539" y="915444"/>
                  </a:lnTo>
                  <a:lnTo>
                    <a:pt x="3647876" y="917731"/>
                  </a:lnTo>
                  <a:lnTo>
                    <a:pt x="3648212" y="919688"/>
                  </a:lnTo>
                  <a:lnTo>
                    <a:pt x="3648549" y="920729"/>
                  </a:lnTo>
                  <a:lnTo>
                    <a:pt x="3648885" y="921343"/>
                  </a:lnTo>
                  <a:lnTo>
                    <a:pt x="3649222" y="923095"/>
                  </a:lnTo>
                  <a:lnTo>
                    <a:pt x="3649558" y="924852"/>
                  </a:lnTo>
                  <a:lnTo>
                    <a:pt x="3649894" y="926438"/>
                  </a:lnTo>
                  <a:lnTo>
                    <a:pt x="3650231" y="928486"/>
                  </a:lnTo>
                  <a:lnTo>
                    <a:pt x="3650567" y="929974"/>
                  </a:lnTo>
                  <a:lnTo>
                    <a:pt x="3650904" y="931517"/>
                  </a:lnTo>
                  <a:lnTo>
                    <a:pt x="3651240" y="933157"/>
                  </a:lnTo>
                  <a:lnTo>
                    <a:pt x="3651577" y="933894"/>
                  </a:lnTo>
                  <a:lnTo>
                    <a:pt x="3651913" y="934810"/>
                  </a:lnTo>
                  <a:lnTo>
                    <a:pt x="3652250" y="935988"/>
                  </a:lnTo>
                  <a:lnTo>
                    <a:pt x="3652586" y="936581"/>
                  </a:lnTo>
                  <a:lnTo>
                    <a:pt x="3652923" y="937883"/>
                  </a:lnTo>
                  <a:lnTo>
                    <a:pt x="3653259" y="939053"/>
                  </a:lnTo>
                  <a:lnTo>
                    <a:pt x="3653596" y="939599"/>
                  </a:lnTo>
                  <a:lnTo>
                    <a:pt x="3653932" y="941875"/>
                  </a:lnTo>
                  <a:lnTo>
                    <a:pt x="3654268" y="943389"/>
                  </a:lnTo>
                  <a:lnTo>
                    <a:pt x="3654605" y="945205"/>
                  </a:lnTo>
                  <a:lnTo>
                    <a:pt x="3654941" y="946259"/>
                  </a:lnTo>
                  <a:lnTo>
                    <a:pt x="3655278" y="948415"/>
                  </a:lnTo>
                  <a:lnTo>
                    <a:pt x="3655614" y="952372"/>
                  </a:lnTo>
                  <a:lnTo>
                    <a:pt x="3655951" y="956439"/>
                  </a:lnTo>
                  <a:lnTo>
                    <a:pt x="3656287" y="960194"/>
                  </a:lnTo>
                  <a:lnTo>
                    <a:pt x="3656624" y="963206"/>
                  </a:lnTo>
                  <a:lnTo>
                    <a:pt x="3656960" y="965330"/>
                  </a:lnTo>
                  <a:lnTo>
                    <a:pt x="3657297" y="967890"/>
                  </a:lnTo>
                  <a:lnTo>
                    <a:pt x="3657633" y="967940"/>
                  </a:lnTo>
                  <a:lnTo>
                    <a:pt x="3657970" y="968060"/>
                  </a:lnTo>
                  <a:lnTo>
                    <a:pt x="3658306" y="966720"/>
                  </a:lnTo>
                  <a:lnTo>
                    <a:pt x="3658642" y="965855"/>
                  </a:lnTo>
                  <a:lnTo>
                    <a:pt x="3658979" y="965002"/>
                  </a:lnTo>
                  <a:lnTo>
                    <a:pt x="3659315" y="963689"/>
                  </a:lnTo>
                  <a:lnTo>
                    <a:pt x="3659652" y="961130"/>
                  </a:lnTo>
                  <a:lnTo>
                    <a:pt x="3659988" y="957993"/>
                  </a:lnTo>
                  <a:lnTo>
                    <a:pt x="3660325" y="952685"/>
                  </a:lnTo>
                  <a:lnTo>
                    <a:pt x="3660661" y="946514"/>
                  </a:lnTo>
                  <a:lnTo>
                    <a:pt x="3660998" y="939175"/>
                  </a:lnTo>
                  <a:lnTo>
                    <a:pt x="3661334" y="931928"/>
                  </a:lnTo>
                  <a:lnTo>
                    <a:pt x="3661671" y="924124"/>
                  </a:lnTo>
                  <a:lnTo>
                    <a:pt x="3662007" y="916146"/>
                  </a:lnTo>
                  <a:lnTo>
                    <a:pt x="3662343" y="907227"/>
                  </a:lnTo>
                  <a:lnTo>
                    <a:pt x="3662680" y="897407"/>
                  </a:lnTo>
                  <a:lnTo>
                    <a:pt x="3663016" y="888164"/>
                  </a:lnTo>
                  <a:lnTo>
                    <a:pt x="3663353" y="878610"/>
                  </a:lnTo>
                  <a:lnTo>
                    <a:pt x="3663689" y="867955"/>
                  </a:lnTo>
                  <a:lnTo>
                    <a:pt x="3664026" y="853723"/>
                  </a:lnTo>
                  <a:lnTo>
                    <a:pt x="3664362" y="842482"/>
                  </a:lnTo>
                  <a:lnTo>
                    <a:pt x="3664699" y="831377"/>
                  </a:lnTo>
                  <a:lnTo>
                    <a:pt x="3665035" y="823508"/>
                  </a:lnTo>
                  <a:lnTo>
                    <a:pt x="3665372" y="817430"/>
                  </a:lnTo>
                  <a:lnTo>
                    <a:pt x="3665708" y="813678"/>
                  </a:lnTo>
                  <a:lnTo>
                    <a:pt x="3666045" y="812006"/>
                  </a:lnTo>
                  <a:lnTo>
                    <a:pt x="3666381" y="811760"/>
                  </a:lnTo>
                  <a:lnTo>
                    <a:pt x="3666717" y="812648"/>
                  </a:lnTo>
                  <a:lnTo>
                    <a:pt x="3667054" y="814889"/>
                  </a:lnTo>
                  <a:lnTo>
                    <a:pt x="3667390" y="817552"/>
                  </a:lnTo>
                  <a:lnTo>
                    <a:pt x="3667727" y="820118"/>
                  </a:lnTo>
                  <a:lnTo>
                    <a:pt x="3668063" y="823251"/>
                  </a:lnTo>
                  <a:lnTo>
                    <a:pt x="3668400" y="825920"/>
                  </a:lnTo>
                  <a:lnTo>
                    <a:pt x="3668736" y="828770"/>
                  </a:lnTo>
                  <a:lnTo>
                    <a:pt x="3669073" y="831915"/>
                  </a:lnTo>
                  <a:lnTo>
                    <a:pt x="3669409" y="835180"/>
                  </a:lnTo>
                  <a:lnTo>
                    <a:pt x="3669746" y="839513"/>
                  </a:lnTo>
                  <a:lnTo>
                    <a:pt x="3670082" y="844741"/>
                  </a:lnTo>
                  <a:lnTo>
                    <a:pt x="3670419" y="853442"/>
                  </a:lnTo>
                  <a:lnTo>
                    <a:pt x="3670755" y="862720"/>
                  </a:lnTo>
                  <a:lnTo>
                    <a:pt x="3671091" y="872378"/>
                  </a:lnTo>
                  <a:lnTo>
                    <a:pt x="3671428" y="882278"/>
                  </a:lnTo>
                  <a:lnTo>
                    <a:pt x="3671764" y="891594"/>
                  </a:lnTo>
                  <a:lnTo>
                    <a:pt x="3672101" y="899007"/>
                  </a:lnTo>
                  <a:lnTo>
                    <a:pt x="3672437" y="907182"/>
                  </a:lnTo>
                  <a:lnTo>
                    <a:pt x="3672774" y="915285"/>
                  </a:lnTo>
                  <a:lnTo>
                    <a:pt x="3673110" y="923670"/>
                  </a:lnTo>
                  <a:lnTo>
                    <a:pt x="3673447" y="931622"/>
                  </a:lnTo>
                  <a:lnTo>
                    <a:pt x="3673783" y="939439"/>
                  </a:lnTo>
                  <a:lnTo>
                    <a:pt x="3674120" y="945197"/>
                  </a:lnTo>
                  <a:lnTo>
                    <a:pt x="3674456" y="949767"/>
                  </a:lnTo>
                  <a:lnTo>
                    <a:pt x="3674793" y="953256"/>
                  </a:lnTo>
                  <a:lnTo>
                    <a:pt x="3675129" y="955502"/>
                  </a:lnTo>
                  <a:lnTo>
                    <a:pt x="3675465" y="956740"/>
                  </a:lnTo>
                  <a:lnTo>
                    <a:pt x="3675802" y="956831"/>
                  </a:lnTo>
                  <a:lnTo>
                    <a:pt x="3676138" y="955790"/>
                  </a:lnTo>
                  <a:lnTo>
                    <a:pt x="3676475" y="953713"/>
                  </a:lnTo>
                  <a:lnTo>
                    <a:pt x="3676811" y="949967"/>
                  </a:lnTo>
                  <a:lnTo>
                    <a:pt x="3677148" y="947553"/>
                  </a:lnTo>
                  <a:lnTo>
                    <a:pt x="3677484" y="944686"/>
                  </a:lnTo>
                  <a:lnTo>
                    <a:pt x="3677821" y="941275"/>
                  </a:lnTo>
                  <a:lnTo>
                    <a:pt x="3678157" y="938132"/>
                  </a:lnTo>
                  <a:lnTo>
                    <a:pt x="3678494" y="935099"/>
                  </a:lnTo>
                  <a:lnTo>
                    <a:pt x="3678830" y="932701"/>
                  </a:lnTo>
                  <a:lnTo>
                    <a:pt x="3679167" y="931015"/>
                  </a:lnTo>
                  <a:lnTo>
                    <a:pt x="3679503" y="929392"/>
                  </a:lnTo>
                  <a:lnTo>
                    <a:pt x="3679839" y="927720"/>
                  </a:lnTo>
                  <a:lnTo>
                    <a:pt x="3680176" y="926385"/>
                  </a:lnTo>
                  <a:lnTo>
                    <a:pt x="3680512" y="924781"/>
                  </a:lnTo>
                  <a:lnTo>
                    <a:pt x="3680849" y="922566"/>
                  </a:lnTo>
                  <a:lnTo>
                    <a:pt x="3681185" y="920122"/>
                  </a:lnTo>
                  <a:lnTo>
                    <a:pt x="3681522" y="917778"/>
                  </a:lnTo>
                  <a:lnTo>
                    <a:pt x="3681858" y="915774"/>
                  </a:lnTo>
                  <a:lnTo>
                    <a:pt x="3682195" y="913851"/>
                  </a:lnTo>
                  <a:lnTo>
                    <a:pt x="3682531" y="912958"/>
                  </a:lnTo>
                  <a:lnTo>
                    <a:pt x="3682868" y="912605"/>
                  </a:lnTo>
                  <a:lnTo>
                    <a:pt x="3683204" y="912765"/>
                  </a:lnTo>
                  <a:lnTo>
                    <a:pt x="3683541" y="913032"/>
                  </a:lnTo>
                  <a:lnTo>
                    <a:pt x="3683877" y="913277"/>
                  </a:lnTo>
                  <a:lnTo>
                    <a:pt x="3684213" y="913642"/>
                  </a:lnTo>
                  <a:lnTo>
                    <a:pt x="3684550" y="913686"/>
                  </a:lnTo>
                  <a:lnTo>
                    <a:pt x="3684886" y="913944"/>
                  </a:lnTo>
                  <a:lnTo>
                    <a:pt x="3685223" y="915494"/>
                  </a:lnTo>
                  <a:lnTo>
                    <a:pt x="3685559" y="917615"/>
                  </a:lnTo>
                  <a:lnTo>
                    <a:pt x="3685896" y="918215"/>
                  </a:lnTo>
                  <a:lnTo>
                    <a:pt x="3686232" y="919453"/>
                  </a:lnTo>
                  <a:lnTo>
                    <a:pt x="3686569" y="921078"/>
                  </a:lnTo>
                  <a:lnTo>
                    <a:pt x="3686905" y="923813"/>
                  </a:lnTo>
                  <a:lnTo>
                    <a:pt x="3687242" y="926329"/>
                  </a:lnTo>
                  <a:lnTo>
                    <a:pt x="3687578" y="928689"/>
                  </a:lnTo>
                  <a:lnTo>
                    <a:pt x="3687915" y="929153"/>
                  </a:lnTo>
                  <a:lnTo>
                    <a:pt x="3688251" y="929689"/>
                  </a:lnTo>
                  <a:lnTo>
                    <a:pt x="3688587" y="931561"/>
                  </a:lnTo>
                  <a:lnTo>
                    <a:pt x="3688924" y="934147"/>
                  </a:lnTo>
                  <a:lnTo>
                    <a:pt x="3689260" y="937395"/>
                  </a:lnTo>
                  <a:lnTo>
                    <a:pt x="3689597" y="941383"/>
                  </a:lnTo>
                  <a:lnTo>
                    <a:pt x="3689933" y="945573"/>
                  </a:lnTo>
                  <a:lnTo>
                    <a:pt x="3690270" y="949444"/>
                  </a:lnTo>
                  <a:lnTo>
                    <a:pt x="3690606" y="953313"/>
                  </a:lnTo>
                  <a:lnTo>
                    <a:pt x="3690943" y="957132"/>
                  </a:lnTo>
                  <a:lnTo>
                    <a:pt x="3691279" y="964046"/>
                  </a:lnTo>
                  <a:lnTo>
                    <a:pt x="3691616" y="971327"/>
                  </a:lnTo>
                  <a:lnTo>
                    <a:pt x="3691952" y="977653"/>
                  </a:lnTo>
                  <a:lnTo>
                    <a:pt x="3692289" y="984694"/>
                  </a:lnTo>
                  <a:lnTo>
                    <a:pt x="3692625" y="992620"/>
                  </a:lnTo>
                  <a:lnTo>
                    <a:pt x="3692961" y="1001238"/>
                  </a:lnTo>
                  <a:lnTo>
                    <a:pt x="3693298" y="1009454"/>
                  </a:lnTo>
                  <a:lnTo>
                    <a:pt x="3693634" y="1022739"/>
                  </a:lnTo>
                  <a:lnTo>
                    <a:pt x="3693971" y="1035834"/>
                  </a:lnTo>
                  <a:lnTo>
                    <a:pt x="3694307" y="1048661"/>
                  </a:lnTo>
                  <a:lnTo>
                    <a:pt x="3694644" y="1061508"/>
                  </a:lnTo>
                  <a:lnTo>
                    <a:pt x="3694980" y="1074802"/>
                  </a:lnTo>
                  <a:lnTo>
                    <a:pt x="3695317" y="1088551"/>
                  </a:lnTo>
                  <a:lnTo>
                    <a:pt x="3695653" y="1102621"/>
                  </a:lnTo>
                  <a:lnTo>
                    <a:pt x="3695990" y="1116447"/>
                  </a:lnTo>
                  <a:lnTo>
                    <a:pt x="3696326" y="1129018"/>
                  </a:lnTo>
                  <a:lnTo>
                    <a:pt x="3696662" y="1142081"/>
                  </a:lnTo>
                  <a:lnTo>
                    <a:pt x="3696999" y="1154624"/>
                  </a:lnTo>
                  <a:lnTo>
                    <a:pt x="3697335" y="1166122"/>
                  </a:lnTo>
                  <a:lnTo>
                    <a:pt x="3697672" y="1177115"/>
                  </a:lnTo>
                  <a:lnTo>
                    <a:pt x="3698008" y="1188797"/>
                  </a:lnTo>
                  <a:lnTo>
                    <a:pt x="3698345" y="1200703"/>
                  </a:lnTo>
                  <a:lnTo>
                    <a:pt x="3698681" y="1212235"/>
                  </a:lnTo>
                  <a:lnTo>
                    <a:pt x="3699018" y="1222120"/>
                  </a:lnTo>
                  <a:lnTo>
                    <a:pt x="3699354" y="1230315"/>
                  </a:lnTo>
                  <a:lnTo>
                    <a:pt x="3699691" y="1237381"/>
                  </a:lnTo>
                  <a:lnTo>
                    <a:pt x="3700027" y="1243382"/>
                  </a:lnTo>
                  <a:lnTo>
                    <a:pt x="3700364" y="1248225"/>
                  </a:lnTo>
                  <a:lnTo>
                    <a:pt x="3700700" y="1251875"/>
                  </a:lnTo>
                  <a:lnTo>
                    <a:pt x="3701036" y="1253212"/>
                  </a:lnTo>
                  <a:lnTo>
                    <a:pt x="3701373" y="1255635"/>
                  </a:lnTo>
                  <a:lnTo>
                    <a:pt x="3701709" y="1256583"/>
                  </a:lnTo>
                  <a:lnTo>
                    <a:pt x="3702046" y="1257848"/>
                  </a:lnTo>
                  <a:lnTo>
                    <a:pt x="3702382" y="1256642"/>
                  </a:lnTo>
                  <a:lnTo>
                    <a:pt x="3702719" y="1255311"/>
                  </a:lnTo>
                  <a:lnTo>
                    <a:pt x="3703055" y="1253096"/>
                  </a:lnTo>
                  <a:lnTo>
                    <a:pt x="3703392" y="1249789"/>
                  </a:lnTo>
                  <a:lnTo>
                    <a:pt x="3703728" y="1246334"/>
                  </a:lnTo>
                  <a:lnTo>
                    <a:pt x="3704065" y="1243183"/>
                  </a:lnTo>
                  <a:lnTo>
                    <a:pt x="3704401" y="1239687"/>
                  </a:lnTo>
                  <a:lnTo>
                    <a:pt x="3704738" y="1235424"/>
                  </a:lnTo>
                  <a:lnTo>
                    <a:pt x="3705074" y="1230215"/>
                  </a:lnTo>
                  <a:lnTo>
                    <a:pt x="3705410" y="1225018"/>
                  </a:lnTo>
                  <a:lnTo>
                    <a:pt x="3705747" y="1220120"/>
                  </a:lnTo>
                  <a:lnTo>
                    <a:pt x="3706083" y="1212304"/>
                  </a:lnTo>
                  <a:lnTo>
                    <a:pt x="3706420" y="1205493"/>
                  </a:lnTo>
                  <a:lnTo>
                    <a:pt x="3706756" y="1198926"/>
                  </a:lnTo>
                  <a:lnTo>
                    <a:pt x="3707093" y="1192669"/>
                  </a:lnTo>
                  <a:lnTo>
                    <a:pt x="3707429" y="1186311"/>
                  </a:lnTo>
                  <a:lnTo>
                    <a:pt x="3707766" y="1180046"/>
                  </a:lnTo>
                  <a:lnTo>
                    <a:pt x="3708102" y="1174306"/>
                  </a:lnTo>
                  <a:lnTo>
                    <a:pt x="3708439" y="1169650"/>
                  </a:lnTo>
                  <a:lnTo>
                    <a:pt x="3708775" y="1165196"/>
                  </a:lnTo>
                  <a:lnTo>
                    <a:pt x="3709112" y="1159292"/>
                  </a:lnTo>
                  <a:lnTo>
                    <a:pt x="3709448" y="1154786"/>
                  </a:lnTo>
                  <a:lnTo>
                    <a:pt x="3709784" y="1152048"/>
                  </a:lnTo>
                  <a:lnTo>
                    <a:pt x="3710121" y="1150306"/>
                  </a:lnTo>
                  <a:lnTo>
                    <a:pt x="3710457" y="1148711"/>
                  </a:lnTo>
                  <a:lnTo>
                    <a:pt x="3710794" y="1147433"/>
                  </a:lnTo>
                  <a:lnTo>
                    <a:pt x="3711130" y="1145104"/>
                  </a:lnTo>
                  <a:lnTo>
                    <a:pt x="3711467" y="1140503"/>
                  </a:lnTo>
                  <a:lnTo>
                    <a:pt x="3711803" y="1135504"/>
                  </a:lnTo>
                  <a:lnTo>
                    <a:pt x="3712140" y="1131789"/>
                  </a:lnTo>
                  <a:lnTo>
                    <a:pt x="3712476" y="1127740"/>
                  </a:lnTo>
                  <a:lnTo>
                    <a:pt x="3712813" y="1124925"/>
                  </a:lnTo>
                  <a:lnTo>
                    <a:pt x="3713149" y="1122253"/>
                  </a:lnTo>
                  <a:lnTo>
                    <a:pt x="3713486" y="1119148"/>
                  </a:lnTo>
                  <a:lnTo>
                    <a:pt x="3713822" y="1116302"/>
                  </a:lnTo>
                  <a:lnTo>
                    <a:pt x="3714158" y="1113865"/>
                  </a:lnTo>
                  <a:lnTo>
                    <a:pt x="3714495" y="1111343"/>
                  </a:lnTo>
                  <a:lnTo>
                    <a:pt x="3714831" y="1109980"/>
                  </a:lnTo>
                  <a:lnTo>
                    <a:pt x="3715168" y="1108218"/>
                  </a:lnTo>
                  <a:lnTo>
                    <a:pt x="3715504" y="1106258"/>
                  </a:lnTo>
                  <a:lnTo>
                    <a:pt x="3715841" y="1102484"/>
                  </a:lnTo>
                  <a:lnTo>
                    <a:pt x="3716177" y="1098434"/>
                  </a:lnTo>
                  <a:lnTo>
                    <a:pt x="3716514" y="1092738"/>
                  </a:lnTo>
                  <a:lnTo>
                    <a:pt x="3716850" y="1085948"/>
                  </a:lnTo>
                  <a:lnTo>
                    <a:pt x="3717187" y="1078110"/>
                  </a:lnTo>
                  <a:lnTo>
                    <a:pt x="3717523" y="1068915"/>
                  </a:lnTo>
                  <a:lnTo>
                    <a:pt x="3717860" y="1058090"/>
                  </a:lnTo>
                  <a:lnTo>
                    <a:pt x="3718196" y="1046596"/>
                  </a:lnTo>
                  <a:lnTo>
                    <a:pt x="3718532" y="1033546"/>
                  </a:lnTo>
                  <a:lnTo>
                    <a:pt x="3718869" y="1018840"/>
                  </a:lnTo>
                  <a:lnTo>
                    <a:pt x="3719205" y="1002551"/>
                  </a:lnTo>
                  <a:lnTo>
                    <a:pt x="3719542" y="985625"/>
                  </a:lnTo>
                  <a:lnTo>
                    <a:pt x="3719878" y="968305"/>
                  </a:lnTo>
                  <a:lnTo>
                    <a:pt x="3720215" y="957290"/>
                  </a:lnTo>
                  <a:lnTo>
                    <a:pt x="3720551" y="949745"/>
                  </a:lnTo>
                  <a:lnTo>
                    <a:pt x="3720888" y="943006"/>
                  </a:lnTo>
                  <a:lnTo>
                    <a:pt x="3721224" y="935558"/>
                  </a:lnTo>
                  <a:lnTo>
                    <a:pt x="3721561" y="928205"/>
                  </a:lnTo>
                  <a:lnTo>
                    <a:pt x="3721897" y="920855"/>
                  </a:lnTo>
                  <a:lnTo>
                    <a:pt x="3722234" y="913130"/>
                  </a:lnTo>
                  <a:lnTo>
                    <a:pt x="3722570" y="907697"/>
                  </a:lnTo>
                  <a:lnTo>
                    <a:pt x="3722906" y="902086"/>
                  </a:lnTo>
                  <a:lnTo>
                    <a:pt x="3723243" y="896987"/>
                  </a:lnTo>
                  <a:lnTo>
                    <a:pt x="3723579" y="893057"/>
                  </a:lnTo>
                  <a:lnTo>
                    <a:pt x="3723916" y="889916"/>
                  </a:lnTo>
                  <a:lnTo>
                    <a:pt x="3724252" y="887891"/>
                  </a:lnTo>
                  <a:lnTo>
                    <a:pt x="3724589" y="885005"/>
                  </a:lnTo>
                  <a:lnTo>
                    <a:pt x="3724925" y="882233"/>
                  </a:lnTo>
                  <a:lnTo>
                    <a:pt x="3725262" y="879087"/>
                  </a:lnTo>
                  <a:lnTo>
                    <a:pt x="3725598" y="875059"/>
                  </a:lnTo>
                  <a:lnTo>
                    <a:pt x="3725935" y="869263"/>
                  </a:lnTo>
                  <a:lnTo>
                    <a:pt x="3726271" y="863102"/>
                  </a:lnTo>
                  <a:lnTo>
                    <a:pt x="3726608" y="857813"/>
                  </a:lnTo>
                  <a:lnTo>
                    <a:pt x="3726944" y="853810"/>
                  </a:lnTo>
                  <a:lnTo>
                    <a:pt x="3727280" y="850554"/>
                  </a:lnTo>
                  <a:lnTo>
                    <a:pt x="3727617" y="849423"/>
                  </a:lnTo>
                  <a:lnTo>
                    <a:pt x="3727953" y="847780"/>
                  </a:lnTo>
                  <a:lnTo>
                    <a:pt x="3728290" y="844951"/>
                  </a:lnTo>
                  <a:lnTo>
                    <a:pt x="3728626" y="842215"/>
                  </a:lnTo>
                  <a:lnTo>
                    <a:pt x="3728963" y="836562"/>
                  </a:lnTo>
                  <a:lnTo>
                    <a:pt x="3729299" y="826050"/>
                  </a:lnTo>
                  <a:lnTo>
                    <a:pt x="3729636" y="817585"/>
                  </a:lnTo>
                  <a:lnTo>
                    <a:pt x="3729972" y="810304"/>
                  </a:lnTo>
                  <a:lnTo>
                    <a:pt x="3730309" y="804136"/>
                  </a:lnTo>
                  <a:lnTo>
                    <a:pt x="3730645" y="799559"/>
                  </a:lnTo>
                  <a:lnTo>
                    <a:pt x="3730981" y="797125"/>
                  </a:lnTo>
                  <a:lnTo>
                    <a:pt x="3731318" y="800724"/>
                  </a:lnTo>
                  <a:lnTo>
                    <a:pt x="3731654" y="799726"/>
                  </a:lnTo>
                  <a:lnTo>
                    <a:pt x="3731991" y="798741"/>
                  </a:lnTo>
                  <a:lnTo>
                    <a:pt x="3732327" y="794748"/>
                  </a:lnTo>
                  <a:lnTo>
                    <a:pt x="3732664" y="789846"/>
                  </a:lnTo>
                  <a:lnTo>
                    <a:pt x="3733000" y="784982"/>
                  </a:lnTo>
                  <a:lnTo>
                    <a:pt x="3733337" y="779077"/>
                  </a:lnTo>
                  <a:lnTo>
                    <a:pt x="3733673" y="773030"/>
                  </a:lnTo>
                  <a:lnTo>
                    <a:pt x="3734010" y="766956"/>
                  </a:lnTo>
                  <a:lnTo>
                    <a:pt x="3734346" y="759781"/>
                  </a:lnTo>
                  <a:lnTo>
                    <a:pt x="3734683" y="752085"/>
                  </a:lnTo>
                  <a:lnTo>
                    <a:pt x="3735019" y="744634"/>
                  </a:lnTo>
                  <a:lnTo>
                    <a:pt x="3735355" y="736571"/>
                  </a:lnTo>
                  <a:lnTo>
                    <a:pt x="3735692" y="728609"/>
                  </a:lnTo>
                  <a:lnTo>
                    <a:pt x="3736028" y="719246"/>
                  </a:lnTo>
                  <a:lnTo>
                    <a:pt x="3736365" y="709145"/>
                  </a:lnTo>
                  <a:lnTo>
                    <a:pt x="3736701" y="698473"/>
                  </a:lnTo>
                  <a:lnTo>
                    <a:pt x="3737038" y="686594"/>
                  </a:lnTo>
                  <a:lnTo>
                    <a:pt x="3737374" y="673965"/>
                  </a:lnTo>
                  <a:lnTo>
                    <a:pt x="3737711" y="661205"/>
                  </a:lnTo>
                  <a:lnTo>
                    <a:pt x="3738047" y="647350"/>
                  </a:lnTo>
                  <a:lnTo>
                    <a:pt x="3738384" y="633777"/>
                  </a:lnTo>
                  <a:lnTo>
                    <a:pt x="3738720" y="619667"/>
                  </a:lnTo>
                  <a:lnTo>
                    <a:pt x="3739057" y="605092"/>
                  </a:lnTo>
                  <a:lnTo>
                    <a:pt x="3739393" y="596774"/>
                  </a:lnTo>
                  <a:lnTo>
                    <a:pt x="3739729" y="587137"/>
                  </a:lnTo>
                  <a:lnTo>
                    <a:pt x="3740066" y="577499"/>
                  </a:lnTo>
                  <a:lnTo>
                    <a:pt x="3740402" y="567579"/>
                  </a:lnTo>
                  <a:lnTo>
                    <a:pt x="3740739" y="558041"/>
                  </a:lnTo>
                  <a:lnTo>
                    <a:pt x="3741075" y="548605"/>
                  </a:lnTo>
                  <a:lnTo>
                    <a:pt x="3741412" y="540738"/>
                  </a:lnTo>
                  <a:lnTo>
                    <a:pt x="3741748" y="533055"/>
                  </a:lnTo>
                  <a:lnTo>
                    <a:pt x="3742085" y="525583"/>
                  </a:lnTo>
                  <a:lnTo>
                    <a:pt x="3742421" y="518763"/>
                  </a:lnTo>
                  <a:lnTo>
                    <a:pt x="3742758" y="511727"/>
                  </a:lnTo>
                  <a:lnTo>
                    <a:pt x="3743094" y="504768"/>
                  </a:lnTo>
                  <a:lnTo>
                    <a:pt x="3743431" y="498504"/>
                  </a:lnTo>
                  <a:lnTo>
                    <a:pt x="3743767" y="492900"/>
                  </a:lnTo>
                  <a:lnTo>
                    <a:pt x="3744103" y="488807"/>
                  </a:lnTo>
                  <a:lnTo>
                    <a:pt x="3744440" y="483274"/>
                  </a:lnTo>
                  <a:lnTo>
                    <a:pt x="3744776" y="478218"/>
                  </a:lnTo>
                  <a:lnTo>
                    <a:pt x="3745113" y="473736"/>
                  </a:lnTo>
                  <a:lnTo>
                    <a:pt x="3745449" y="468944"/>
                  </a:lnTo>
                  <a:lnTo>
                    <a:pt x="3745786" y="463513"/>
                  </a:lnTo>
                  <a:lnTo>
                    <a:pt x="3746122" y="457428"/>
                  </a:lnTo>
                  <a:lnTo>
                    <a:pt x="3746459" y="447906"/>
                  </a:lnTo>
                  <a:lnTo>
                    <a:pt x="3746795" y="439040"/>
                  </a:lnTo>
                  <a:lnTo>
                    <a:pt x="3747132" y="430790"/>
                  </a:lnTo>
                  <a:lnTo>
                    <a:pt x="3747468" y="422995"/>
                  </a:lnTo>
                  <a:lnTo>
                    <a:pt x="3747805" y="416100"/>
                  </a:lnTo>
                  <a:lnTo>
                    <a:pt x="3748141" y="409377"/>
                  </a:lnTo>
                  <a:lnTo>
                    <a:pt x="3748477" y="402309"/>
                  </a:lnTo>
                  <a:lnTo>
                    <a:pt x="3748814" y="395421"/>
                  </a:lnTo>
                  <a:lnTo>
                    <a:pt x="3749150" y="390641"/>
                  </a:lnTo>
                  <a:lnTo>
                    <a:pt x="3749487" y="385169"/>
                  </a:lnTo>
                  <a:lnTo>
                    <a:pt x="3749823" y="380959"/>
                  </a:lnTo>
                  <a:lnTo>
                    <a:pt x="3750160" y="377736"/>
                  </a:lnTo>
                  <a:lnTo>
                    <a:pt x="3750496" y="373985"/>
                  </a:lnTo>
                  <a:lnTo>
                    <a:pt x="3750833" y="369883"/>
                  </a:lnTo>
                  <a:lnTo>
                    <a:pt x="3751169" y="366268"/>
                  </a:lnTo>
                  <a:lnTo>
                    <a:pt x="3751506" y="362538"/>
                  </a:lnTo>
                  <a:lnTo>
                    <a:pt x="3751842" y="358784"/>
                  </a:lnTo>
                  <a:lnTo>
                    <a:pt x="3752179" y="355290"/>
                  </a:lnTo>
                  <a:lnTo>
                    <a:pt x="3752515" y="351182"/>
                  </a:lnTo>
                  <a:lnTo>
                    <a:pt x="3752851" y="347049"/>
                  </a:lnTo>
                  <a:lnTo>
                    <a:pt x="3753188" y="342858"/>
                  </a:lnTo>
                  <a:lnTo>
                    <a:pt x="3753524" y="338211"/>
                  </a:lnTo>
                  <a:lnTo>
                    <a:pt x="3753861" y="334474"/>
                  </a:lnTo>
                  <a:lnTo>
                    <a:pt x="3754197" y="329461"/>
                  </a:lnTo>
                  <a:lnTo>
                    <a:pt x="3754534" y="325426"/>
                  </a:lnTo>
                  <a:lnTo>
                    <a:pt x="3754870" y="322003"/>
                  </a:lnTo>
                  <a:lnTo>
                    <a:pt x="3755207" y="319163"/>
                  </a:lnTo>
                  <a:lnTo>
                    <a:pt x="3755543" y="316951"/>
                  </a:lnTo>
                  <a:lnTo>
                    <a:pt x="3755880" y="315431"/>
                  </a:lnTo>
                  <a:lnTo>
                    <a:pt x="3756216" y="314244"/>
                  </a:lnTo>
                  <a:lnTo>
                    <a:pt x="3756553" y="313541"/>
                  </a:lnTo>
                  <a:lnTo>
                    <a:pt x="3756889" y="313656"/>
                  </a:lnTo>
                  <a:lnTo>
                    <a:pt x="3757225" y="314666"/>
                  </a:lnTo>
                  <a:lnTo>
                    <a:pt x="3757562" y="316391"/>
                  </a:lnTo>
                  <a:lnTo>
                    <a:pt x="3757898" y="318783"/>
                  </a:lnTo>
                  <a:lnTo>
                    <a:pt x="3758235" y="320993"/>
                  </a:lnTo>
                  <a:lnTo>
                    <a:pt x="3758571" y="324653"/>
                  </a:lnTo>
                  <a:lnTo>
                    <a:pt x="3758908" y="327357"/>
                  </a:lnTo>
                  <a:lnTo>
                    <a:pt x="3759244" y="331178"/>
                  </a:lnTo>
                  <a:lnTo>
                    <a:pt x="3759581" y="335138"/>
                  </a:lnTo>
                  <a:lnTo>
                    <a:pt x="3759917" y="339193"/>
                  </a:lnTo>
                  <a:lnTo>
                    <a:pt x="3760254" y="342179"/>
                  </a:lnTo>
                  <a:lnTo>
                    <a:pt x="3760590" y="346203"/>
                  </a:lnTo>
                  <a:lnTo>
                    <a:pt x="3760926" y="348895"/>
                  </a:lnTo>
                  <a:lnTo>
                    <a:pt x="3761263" y="350852"/>
                  </a:lnTo>
                  <a:lnTo>
                    <a:pt x="3761599" y="353381"/>
                  </a:lnTo>
                  <a:lnTo>
                    <a:pt x="3761936" y="354413"/>
                  </a:lnTo>
                  <a:lnTo>
                    <a:pt x="3762272" y="353949"/>
                  </a:lnTo>
                  <a:lnTo>
                    <a:pt x="3762609" y="354338"/>
                  </a:lnTo>
                  <a:lnTo>
                    <a:pt x="3762945" y="353390"/>
                  </a:lnTo>
                  <a:lnTo>
                    <a:pt x="3763282" y="351736"/>
                  </a:lnTo>
                  <a:lnTo>
                    <a:pt x="3763618" y="349181"/>
                  </a:lnTo>
                  <a:lnTo>
                    <a:pt x="3763955" y="345827"/>
                  </a:lnTo>
                  <a:lnTo>
                    <a:pt x="3764291" y="342171"/>
                  </a:lnTo>
                  <a:lnTo>
                    <a:pt x="3764628" y="337902"/>
                  </a:lnTo>
                  <a:lnTo>
                    <a:pt x="3764964" y="332756"/>
                  </a:lnTo>
                  <a:lnTo>
                    <a:pt x="3765300" y="326370"/>
                  </a:lnTo>
                  <a:lnTo>
                    <a:pt x="3765637" y="318576"/>
                  </a:lnTo>
                  <a:lnTo>
                    <a:pt x="3765973" y="310622"/>
                  </a:lnTo>
                  <a:lnTo>
                    <a:pt x="3766310" y="302774"/>
                  </a:lnTo>
                  <a:lnTo>
                    <a:pt x="3766646" y="295219"/>
                  </a:lnTo>
                  <a:lnTo>
                    <a:pt x="3766983" y="288016"/>
                  </a:lnTo>
                  <a:lnTo>
                    <a:pt x="3767319" y="280835"/>
                  </a:lnTo>
                  <a:lnTo>
                    <a:pt x="3767656" y="273905"/>
                  </a:lnTo>
                  <a:lnTo>
                    <a:pt x="3767992" y="264758"/>
                  </a:lnTo>
                  <a:lnTo>
                    <a:pt x="3768329" y="257531"/>
                  </a:lnTo>
                  <a:lnTo>
                    <a:pt x="3768665" y="249121"/>
                  </a:lnTo>
                  <a:lnTo>
                    <a:pt x="3769002" y="241894"/>
                  </a:lnTo>
                  <a:lnTo>
                    <a:pt x="3769338" y="234652"/>
                  </a:lnTo>
                  <a:lnTo>
                    <a:pt x="3769674" y="230209"/>
                  </a:lnTo>
                  <a:lnTo>
                    <a:pt x="3770011" y="225734"/>
                  </a:lnTo>
                  <a:lnTo>
                    <a:pt x="3770347" y="221788"/>
                  </a:lnTo>
                  <a:lnTo>
                    <a:pt x="3770684" y="218941"/>
                  </a:lnTo>
                  <a:lnTo>
                    <a:pt x="3771020" y="216387"/>
                  </a:lnTo>
                  <a:lnTo>
                    <a:pt x="3771357" y="213647"/>
                  </a:lnTo>
                  <a:lnTo>
                    <a:pt x="3771693" y="210736"/>
                  </a:lnTo>
                  <a:lnTo>
                    <a:pt x="3772030" y="207581"/>
                  </a:lnTo>
                  <a:lnTo>
                    <a:pt x="3772366" y="200520"/>
                  </a:lnTo>
                  <a:lnTo>
                    <a:pt x="3772703" y="194394"/>
                  </a:lnTo>
                  <a:lnTo>
                    <a:pt x="3773039" y="188027"/>
                  </a:lnTo>
                  <a:lnTo>
                    <a:pt x="3773376" y="190390"/>
                  </a:lnTo>
                  <a:lnTo>
                    <a:pt x="3773712" y="192773"/>
                  </a:lnTo>
                  <a:lnTo>
                    <a:pt x="3774048" y="194285"/>
                  </a:lnTo>
                  <a:lnTo>
                    <a:pt x="3774385" y="198173"/>
                  </a:lnTo>
                  <a:lnTo>
                    <a:pt x="3774721" y="202155"/>
                  </a:lnTo>
                  <a:lnTo>
                    <a:pt x="3775058" y="205434"/>
                  </a:lnTo>
                  <a:lnTo>
                    <a:pt x="3775394" y="207430"/>
                  </a:lnTo>
                  <a:lnTo>
                    <a:pt x="3775731" y="207859"/>
                  </a:lnTo>
                  <a:lnTo>
                    <a:pt x="3776067" y="207879"/>
                  </a:lnTo>
                  <a:lnTo>
                    <a:pt x="3776404" y="207853"/>
                  </a:lnTo>
                  <a:lnTo>
                    <a:pt x="3776740" y="206768"/>
                  </a:lnTo>
                  <a:lnTo>
                    <a:pt x="3777077" y="204756"/>
                  </a:lnTo>
                  <a:lnTo>
                    <a:pt x="3777413" y="201657"/>
                  </a:lnTo>
                  <a:lnTo>
                    <a:pt x="3777750" y="198124"/>
                  </a:lnTo>
                  <a:lnTo>
                    <a:pt x="3778086" y="193776"/>
                  </a:lnTo>
                  <a:lnTo>
                    <a:pt x="3778422" y="189523"/>
                  </a:lnTo>
                  <a:lnTo>
                    <a:pt x="3778759" y="186028"/>
                  </a:lnTo>
                  <a:lnTo>
                    <a:pt x="3779095" y="183184"/>
                  </a:lnTo>
                  <a:lnTo>
                    <a:pt x="3779432" y="176859"/>
                  </a:lnTo>
                  <a:lnTo>
                    <a:pt x="3779768" y="166622"/>
                  </a:lnTo>
                  <a:lnTo>
                    <a:pt x="3780105" y="156923"/>
                  </a:lnTo>
                  <a:lnTo>
                    <a:pt x="3780441" y="152770"/>
                  </a:lnTo>
                  <a:lnTo>
                    <a:pt x="3780778" y="150020"/>
                  </a:lnTo>
                  <a:lnTo>
                    <a:pt x="3781114" y="149513"/>
                  </a:lnTo>
                  <a:lnTo>
                    <a:pt x="3781451" y="150439"/>
                  </a:lnTo>
                  <a:lnTo>
                    <a:pt x="3781787" y="152932"/>
                  </a:lnTo>
                  <a:lnTo>
                    <a:pt x="3782124" y="156395"/>
                  </a:lnTo>
                  <a:lnTo>
                    <a:pt x="3782460" y="161130"/>
                  </a:lnTo>
                  <a:lnTo>
                    <a:pt x="3782796" y="166520"/>
                  </a:lnTo>
                  <a:lnTo>
                    <a:pt x="3783133" y="172997"/>
                  </a:lnTo>
                  <a:lnTo>
                    <a:pt x="3783469" y="180419"/>
                  </a:lnTo>
                  <a:lnTo>
                    <a:pt x="3783806" y="189241"/>
                  </a:lnTo>
                  <a:lnTo>
                    <a:pt x="3784142" y="198844"/>
                  </a:lnTo>
                  <a:lnTo>
                    <a:pt x="3784479" y="209414"/>
                  </a:lnTo>
                  <a:lnTo>
                    <a:pt x="3784815" y="221281"/>
                  </a:lnTo>
                  <a:lnTo>
                    <a:pt x="3785152" y="234873"/>
                  </a:lnTo>
                  <a:lnTo>
                    <a:pt x="3785488" y="249266"/>
                  </a:lnTo>
                  <a:lnTo>
                    <a:pt x="3785825" y="264616"/>
                  </a:lnTo>
                  <a:lnTo>
                    <a:pt x="3786161" y="282375"/>
                  </a:lnTo>
                  <a:lnTo>
                    <a:pt x="3786498" y="301233"/>
                  </a:lnTo>
                  <a:lnTo>
                    <a:pt x="3786834" y="319620"/>
                  </a:lnTo>
                  <a:lnTo>
                    <a:pt x="3787170" y="338264"/>
                  </a:lnTo>
                  <a:lnTo>
                    <a:pt x="3787507" y="350156"/>
                  </a:lnTo>
                  <a:lnTo>
                    <a:pt x="3787843" y="358269"/>
                  </a:lnTo>
                  <a:lnTo>
                    <a:pt x="3788180" y="366000"/>
                  </a:lnTo>
                  <a:lnTo>
                    <a:pt x="3788516" y="373876"/>
                  </a:lnTo>
                  <a:lnTo>
                    <a:pt x="3788853" y="381352"/>
                  </a:lnTo>
                  <a:lnTo>
                    <a:pt x="3789189" y="388816"/>
                  </a:lnTo>
                  <a:lnTo>
                    <a:pt x="3789526" y="396196"/>
                  </a:lnTo>
                  <a:lnTo>
                    <a:pt x="3789862" y="400626"/>
                  </a:lnTo>
                  <a:lnTo>
                    <a:pt x="3790199" y="405584"/>
                  </a:lnTo>
                  <a:lnTo>
                    <a:pt x="3790535" y="409903"/>
                  </a:lnTo>
                  <a:lnTo>
                    <a:pt x="3790872" y="413393"/>
                  </a:lnTo>
                  <a:lnTo>
                    <a:pt x="3791208" y="413925"/>
                  </a:lnTo>
                  <a:lnTo>
                    <a:pt x="3791544" y="415800"/>
                  </a:lnTo>
                  <a:lnTo>
                    <a:pt x="3791881" y="418659"/>
                  </a:lnTo>
                  <a:lnTo>
                    <a:pt x="3792217" y="421437"/>
                  </a:lnTo>
                  <a:lnTo>
                    <a:pt x="3792554" y="423969"/>
                  </a:lnTo>
                  <a:lnTo>
                    <a:pt x="3792890" y="426207"/>
                  </a:lnTo>
                  <a:lnTo>
                    <a:pt x="3793227" y="429489"/>
                  </a:lnTo>
                  <a:lnTo>
                    <a:pt x="3793563" y="433185"/>
                  </a:lnTo>
                  <a:lnTo>
                    <a:pt x="3793900" y="437015"/>
                  </a:lnTo>
                  <a:lnTo>
                    <a:pt x="3794236" y="440831"/>
                  </a:lnTo>
                  <a:lnTo>
                    <a:pt x="3794573" y="444515"/>
                  </a:lnTo>
                  <a:lnTo>
                    <a:pt x="3794909" y="448111"/>
                  </a:lnTo>
                  <a:lnTo>
                    <a:pt x="3795245" y="452260"/>
                  </a:lnTo>
                  <a:lnTo>
                    <a:pt x="3795582" y="458033"/>
                  </a:lnTo>
                  <a:lnTo>
                    <a:pt x="3795918" y="464163"/>
                  </a:lnTo>
                  <a:lnTo>
                    <a:pt x="3796255" y="474013"/>
                  </a:lnTo>
                  <a:lnTo>
                    <a:pt x="3796591" y="489343"/>
                  </a:lnTo>
                  <a:lnTo>
                    <a:pt x="3796928" y="502632"/>
                  </a:lnTo>
                  <a:lnTo>
                    <a:pt x="3797264" y="514335"/>
                  </a:lnTo>
                  <a:lnTo>
                    <a:pt x="3797601" y="526211"/>
                  </a:lnTo>
                  <a:lnTo>
                    <a:pt x="3797937" y="535723"/>
                  </a:lnTo>
                  <a:lnTo>
                    <a:pt x="3798274" y="545910"/>
                  </a:lnTo>
                  <a:lnTo>
                    <a:pt x="3798610" y="557306"/>
                  </a:lnTo>
                  <a:lnTo>
                    <a:pt x="3798947" y="567872"/>
                  </a:lnTo>
                  <a:lnTo>
                    <a:pt x="3799283" y="577235"/>
                  </a:lnTo>
                  <a:lnTo>
                    <a:pt x="3799619" y="588131"/>
                  </a:lnTo>
                  <a:lnTo>
                    <a:pt x="3799956" y="599314"/>
                  </a:lnTo>
                  <a:lnTo>
                    <a:pt x="3800292" y="609561"/>
                  </a:lnTo>
                  <a:lnTo>
                    <a:pt x="3800629" y="619408"/>
                  </a:lnTo>
                  <a:lnTo>
                    <a:pt x="3800965" y="628301"/>
                  </a:lnTo>
                  <a:lnTo>
                    <a:pt x="3801302" y="636683"/>
                  </a:lnTo>
                  <a:lnTo>
                    <a:pt x="3801638" y="645568"/>
                  </a:lnTo>
                  <a:lnTo>
                    <a:pt x="3801975" y="655064"/>
                  </a:lnTo>
                  <a:lnTo>
                    <a:pt x="3802311" y="664241"/>
                  </a:lnTo>
                  <a:lnTo>
                    <a:pt x="3802648" y="673612"/>
                  </a:lnTo>
                  <a:lnTo>
                    <a:pt x="3802984" y="683416"/>
                  </a:lnTo>
                  <a:lnTo>
                    <a:pt x="3803321" y="694639"/>
                  </a:lnTo>
                  <a:lnTo>
                    <a:pt x="3803657" y="706781"/>
                  </a:lnTo>
                  <a:lnTo>
                    <a:pt x="3803993" y="720443"/>
                  </a:lnTo>
                  <a:lnTo>
                    <a:pt x="3804330" y="735965"/>
                  </a:lnTo>
                  <a:lnTo>
                    <a:pt x="3804666" y="752145"/>
                  </a:lnTo>
                  <a:lnTo>
                    <a:pt x="3805003" y="768737"/>
                  </a:lnTo>
                  <a:lnTo>
                    <a:pt x="3805339" y="785462"/>
                  </a:lnTo>
                  <a:lnTo>
                    <a:pt x="3805676" y="802878"/>
                  </a:lnTo>
                  <a:lnTo>
                    <a:pt x="3806012" y="820777"/>
                  </a:lnTo>
                  <a:lnTo>
                    <a:pt x="3806349" y="839635"/>
                  </a:lnTo>
                  <a:lnTo>
                    <a:pt x="3806685" y="852551"/>
                  </a:lnTo>
                  <a:lnTo>
                    <a:pt x="3807022" y="865935"/>
                  </a:lnTo>
                  <a:lnTo>
                    <a:pt x="3807358" y="879872"/>
                  </a:lnTo>
                  <a:lnTo>
                    <a:pt x="3807695" y="893550"/>
                  </a:lnTo>
                  <a:lnTo>
                    <a:pt x="3808031" y="907361"/>
                  </a:lnTo>
                  <a:lnTo>
                    <a:pt x="3808367" y="920231"/>
                  </a:lnTo>
                  <a:lnTo>
                    <a:pt x="3808704" y="931594"/>
                  </a:lnTo>
                  <a:lnTo>
                    <a:pt x="3809040" y="942330"/>
                  </a:lnTo>
                  <a:lnTo>
                    <a:pt x="3809377" y="952026"/>
                  </a:lnTo>
                  <a:lnTo>
                    <a:pt x="3809713" y="961029"/>
                  </a:lnTo>
                  <a:lnTo>
                    <a:pt x="3810050" y="969663"/>
                  </a:lnTo>
                  <a:lnTo>
                    <a:pt x="3810386" y="978177"/>
                  </a:lnTo>
                  <a:lnTo>
                    <a:pt x="3810723" y="985831"/>
                  </a:lnTo>
                  <a:lnTo>
                    <a:pt x="3811059" y="992135"/>
                  </a:lnTo>
                  <a:lnTo>
                    <a:pt x="3811396" y="997624"/>
                  </a:lnTo>
                  <a:lnTo>
                    <a:pt x="3811732" y="1002412"/>
                  </a:lnTo>
                  <a:lnTo>
                    <a:pt x="3812069" y="1005731"/>
                  </a:lnTo>
                  <a:lnTo>
                    <a:pt x="3812405" y="1007917"/>
                  </a:lnTo>
                  <a:lnTo>
                    <a:pt x="3812741" y="1008495"/>
                  </a:lnTo>
                  <a:lnTo>
                    <a:pt x="3813078" y="1009443"/>
                  </a:lnTo>
                  <a:lnTo>
                    <a:pt x="3813414" y="1010205"/>
                  </a:lnTo>
                  <a:lnTo>
                    <a:pt x="3813751" y="1014409"/>
                  </a:lnTo>
                  <a:lnTo>
                    <a:pt x="3814087" y="1018046"/>
                  </a:lnTo>
                  <a:lnTo>
                    <a:pt x="3814424" y="1020846"/>
                  </a:lnTo>
                  <a:lnTo>
                    <a:pt x="3814760" y="1023120"/>
                  </a:lnTo>
                  <a:lnTo>
                    <a:pt x="3815097" y="1024630"/>
                  </a:lnTo>
                  <a:lnTo>
                    <a:pt x="3815433" y="1026736"/>
                  </a:lnTo>
                  <a:lnTo>
                    <a:pt x="3815770" y="1029131"/>
                  </a:lnTo>
                  <a:lnTo>
                    <a:pt x="3816106" y="1031204"/>
                  </a:lnTo>
                  <a:lnTo>
                    <a:pt x="3816443" y="1032111"/>
                  </a:lnTo>
                  <a:lnTo>
                    <a:pt x="3816779" y="1033382"/>
                  </a:lnTo>
                  <a:lnTo>
                    <a:pt x="3817115" y="1033043"/>
                  </a:lnTo>
                  <a:lnTo>
                    <a:pt x="3817452" y="1031979"/>
                  </a:lnTo>
                  <a:lnTo>
                    <a:pt x="3817788" y="1031533"/>
                  </a:lnTo>
                  <a:lnTo>
                    <a:pt x="3818125" y="1031597"/>
                  </a:lnTo>
                  <a:lnTo>
                    <a:pt x="3818461" y="1031007"/>
                  </a:lnTo>
                  <a:lnTo>
                    <a:pt x="3818798" y="1031280"/>
                  </a:lnTo>
                  <a:lnTo>
                    <a:pt x="3819134" y="1032042"/>
                  </a:lnTo>
                  <a:lnTo>
                    <a:pt x="3819471" y="1033427"/>
                  </a:lnTo>
                  <a:lnTo>
                    <a:pt x="3819807" y="1036077"/>
                  </a:lnTo>
                  <a:lnTo>
                    <a:pt x="3820144" y="1039172"/>
                  </a:lnTo>
                  <a:lnTo>
                    <a:pt x="3820480" y="1042016"/>
                  </a:lnTo>
                  <a:lnTo>
                    <a:pt x="3820817" y="1046175"/>
                  </a:lnTo>
                  <a:lnTo>
                    <a:pt x="3821153" y="1050696"/>
                  </a:lnTo>
                  <a:lnTo>
                    <a:pt x="3821489" y="1055528"/>
                  </a:lnTo>
                  <a:lnTo>
                    <a:pt x="3821826" y="1060816"/>
                  </a:lnTo>
                  <a:lnTo>
                    <a:pt x="3822162" y="1065822"/>
                  </a:lnTo>
                  <a:lnTo>
                    <a:pt x="3822499" y="1069758"/>
                  </a:lnTo>
                  <a:lnTo>
                    <a:pt x="3822835" y="1074184"/>
                  </a:lnTo>
                  <a:lnTo>
                    <a:pt x="3823172" y="1076920"/>
                  </a:lnTo>
                  <a:lnTo>
                    <a:pt x="3823508" y="1080261"/>
                  </a:lnTo>
                  <a:lnTo>
                    <a:pt x="3823845" y="1083145"/>
                  </a:lnTo>
                  <a:lnTo>
                    <a:pt x="3824181" y="1085087"/>
                  </a:lnTo>
                  <a:lnTo>
                    <a:pt x="3824518" y="1085444"/>
                  </a:lnTo>
                  <a:lnTo>
                    <a:pt x="3824854" y="1084623"/>
                  </a:lnTo>
                  <a:lnTo>
                    <a:pt x="3825191" y="1082855"/>
                  </a:lnTo>
                  <a:lnTo>
                    <a:pt x="3825527" y="1080925"/>
                  </a:lnTo>
                  <a:lnTo>
                    <a:pt x="3825863" y="1077971"/>
                  </a:lnTo>
                  <a:lnTo>
                    <a:pt x="3826200" y="1075256"/>
                  </a:lnTo>
                  <a:lnTo>
                    <a:pt x="3826536" y="1072079"/>
                  </a:lnTo>
                  <a:lnTo>
                    <a:pt x="3826873" y="1069132"/>
                  </a:lnTo>
                  <a:lnTo>
                    <a:pt x="3827209" y="1066105"/>
                  </a:lnTo>
                  <a:lnTo>
                    <a:pt x="3827546" y="1064022"/>
                  </a:lnTo>
                  <a:lnTo>
                    <a:pt x="3827882" y="1061694"/>
                  </a:lnTo>
                  <a:lnTo>
                    <a:pt x="3828219" y="1059776"/>
                  </a:lnTo>
                  <a:lnTo>
                    <a:pt x="3828555" y="1058145"/>
                  </a:lnTo>
                  <a:lnTo>
                    <a:pt x="3828892" y="1055534"/>
                  </a:lnTo>
                  <a:lnTo>
                    <a:pt x="3829228" y="1054235"/>
                  </a:lnTo>
                  <a:lnTo>
                    <a:pt x="3829564" y="1053495"/>
                  </a:lnTo>
                  <a:lnTo>
                    <a:pt x="3829901" y="1049990"/>
                  </a:lnTo>
                  <a:lnTo>
                    <a:pt x="3830237" y="1049276"/>
                  </a:lnTo>
                  <a:lnTo>
                    <a:pt x="3830574" y="1049380"/>
                  </a:lnTo>
                  <a:lnTo>
                    <a:pt x="3830910" y="1049960"/>
                  </a:lnTo>
                  <a:lnTo>
                    <a:pt x="3831247" y="1050357"/>
                  </a:lnTo>
                  <a:lnTo>
                    <a:pt x="3831583" y="1050340"/>
                  </a:lnTo>
                  <a:lnTo>
                    <a:pt x="3831920" y="1050160"/>
                  </a:lnTo>
                  <a:lnTo>
                    <a:pt x="3832256" y="1050014"/>
                  </a:lnTo>
                  <a:lnTo>
                    <a:pt x="3832593" y="1049406"/>
                  </a:lnTo>
                  <a:lnTo>
                    <a:pt x="3832929" y="1048937"/>
                  </a:lnTo>
                  <a:lnTo>
                    <a:pt x="3833266" y="1048497"/>
                  </a:lnTo>
                  <a:lnTo>
                    <a:pt x="3833602" y="1048241"/>
                  </a:lnTo>
                  <a:lnTo>
                    <a:pt x="3833938" y="1051075"/>
                  </a:lnTo>
                  <a:lnTo>
                    <a:pt x="3834275" y="1054539"/>
                  </a:lnTo>
                  <a:lnTo>
                    <a:pt x="3834611" y="1057792"/>
                  </a:lnTo>
                  <a:lnTo>
                    <a:pt x="3834948" y="1061807"/>
                  </a:lnTo>
                  <a:lnTo>
                    <a:pt x="3835284" y="1069017"/>
                  </a:lnTo>
                  <a:lnTo>
                    <a:pt x="3835621" y="1075797"/>
                  </a:lnTo>
                  <a:lnTo>
                    <a:pt x="3835957" y="1083276"/>
                  </a:lnTo>
                  <a:lnTo>
                    <a:pt x="3836294" y="1093350"/>
                  </a:lnTo>
                  <a:lnTo>
                    <a:pt x="3836630" y="1103510"/>
                  </a:lnTo>
                  <a:lnTo>
                    <a:pt x="3836967" y="1113015"/>
                  </a:lnTo>
                  <a:lnTo>
                    <a:pt x="3837303" y="1122347"/>
                  </a:lnTo>
                  <a:lnTo>
                    <a:pt x="3837640" y="1131632"/>
                  </a:lnTo>
                  <a:lnTo>
                    <a:pt x="3837976" y="1140308"/>
                  </a:lnTo>
                  <a:lnTo>
                    <a:pt x="3838312" y="1148300"/>
                  </a:lnTo>
                  <a:lnTo>
                    <a:pt x="3838649" y="1156103"/>
                  </a:lnTo>
                  <a:lnTo>
                    <a:pt x="3838985" y="1164413"/>
                  </a:lnTo>
                  <a:lnTo>
                    <a:pt x="3839322" y="1173206"/>
                  </a:lnTo>
                  <a:lnTo>
                    <a:pt x="3839658" y="1184935"/>
                  </a:lnTo>
                  <a:lnTo>
                    <a:pt x="3839995" y="1195545"/>
                  </a:lnTo>
                  <a:lnTo>
                    <a:pt x="3840331" y="1206195"/>
                  </a:lnTo>
                  <a:lnTo>
                    <a:pt x="3840668" y="1211192"/>
                  </a:lnTo>
                  <a:lnTo>
                    <a:pt x="3841004" y="1215688"/>
                  </a:lnTo>
                  <a:lnTo>
                    <a:pt x="3841341" y="1218428"/>
                  </a:lnTo>
                  <a:lnTo>
                    <a:pt x="3841677" y="1220900"/>
                  </a:lnTo>
                  <a:lnTo>
                    <a:pt x="3842014" y="1221605"/>
                  </a:lnTo>
                  <a:lnTo>
                    <a:pt x="3842350" y="1222597"/>
                  </a:lnTo>
                  <a:lnTo>
                    <a:pt x="3842686" y="1223708"/>
                  </a:lnTo>
                  <a:lnTo>
                    <a:pt x="3843023" y="1225742"/>
                  </a:lnTo>
                  <a:lnTo>
                    <a:pt x="3843359" y="1228519"/>
                  </a:lnTo>
                  <a:lnTo>
                    <a:pt x="3843696" y="1232009"/>
                  </a:lnTo>
                  <a:lnTo>
                    <a:pt x="3844032" y="1236169"/>
                  </a:lnTo>
                  <a:lnTo>
                    <a:pt x="3844369" y="1239929"/>
                  </a:lnTo>
                  <a:lnTo>
                    <a:pt x="3844705" y="1245865"/>
                  </a:lnTo>
                  <a:lnTo>
                    <a:pt x="3845042" y="1252346"/>
                  </a:lnTo>
                  <a:lnTo>
                    <a:pt x="3845378" y="1258835"/>
                  </a:lnTo>
                  <a:lnTo>
                    <a:pt x="3845715" y="1265744"/>
                  </a:lnTo>
                  <a:lnTo>
                    <a:pt x="3846051" y="1272479"/>
                  </a:lnTo>
                  <a:lnTo>
                    <a:pt x="3846388" y="1278089"/>
                  </a:lnTo>
                  <a:lnTo>
                    <a:pt x="3846724" y="1285386"/>
                  </a:lnTo>
                  <a:lnTo>
                    <a:pt x="3847060" y="1297118"/>
                  </a:lnTo>
                  <a:lnTo>
                    <a:pt x="3847397" y="1308607"/>
                  </a:lnTo>
                  <a:lnTo>
                    <a:pt x="3847733" y="1315648"/>
                  </a:lnTo>
                  <a:lnTo>
                    <a:pt x="3848070" y="1322388"/>
                  </a:lnTo>
                  <a:lnTo>
                    <a:pt x="3848406" y="1326948"/>
                  </a:lnTo>
                  <a:lnTo>
                    <a:pt x="3848743" y="1330186"/>
                  </a:lnTo>
                  <a:lnTo>
                    <a:pt x="3849079" y="1333001"/>
                  </a:lnTo>
                  <a:lnTo>
                    <a:pt x="3849416" y="1336155"/>
                  </a:lnTo>
                  <a:lnTo>
                    <a:pt x="3849752" y="1339479"/>
                  </a:lnTo>
                  <a:lnTo>
                    <a:pt x="3850089" y="1343171"/>
                  </a:lnTo>
                  <a:lnTo>
                    <a:pt x="3850425" y="1346429"/>
                  </a:lnTo>
                  <a:lnTo>
                    <a:pt x="3850762" y="1349352"/>
                  </a:lnTo>
                  <a:lnTo>
                    <a:pt x="3851098" y="1351903"/>
                  </a:lnTo>
                  <a:lnTo>
                    <a:pt x="3851434" y="1354621"/>
                  </a:lnTo>
                  <a:lnTo>
                    <a:pt x="3851771" y="1357314"/>
                  </a:lnTo>
                  <a:lnTo>
                    <a:pt x="3852107" y="1359973"/>
                  </a:lnTo>
                  <a:lnTo>
                    <a:pt x="3852444" y="1361985"/>
                  </a:lnTo>
                  <a:lnTo>
                    <a:pt x="3852780" y="1363513"/>
                  </a:lnTo>
                  <a:lnTo>
                    <a:pt x="3853117" y="1365039"/>
                  </a:lnTo>
                  <a:lnTo>
                    <a:pt x="3853453" y="1365449"/>
                  </a:lnTo>
                  <a:lnTo>
                    <a:pt x="3853790" y="1365177"/>
                  </a:lnTo>
                  <a:lnTo>
                    <a:pt x="3854126" y="1365497"/>
                  </a:lnTo>
                  <a:lnTo>
                    <a:pt x="3854463" y="1365842"/>
                  </a:lnTo>
                  <a:lnTo>
                    <a:pt x="3854799" y="1365855"/>
                  </a:lnTo>
                  <a:lnTo>
                    <a:pt x="3855136" y="1364456"/>
                  </a:lnTo>
                  <a:lnTo>
                    <a:pt x="3855472" y="1364007"/>
                  </a:lnTo>
                  <a:lnTo>
                    <a:pt x="3855808" y="1363591"/>
                  </a:lnTo>
                  <a:lnTo>
                    <a:pt x="3856145" y="1363641"/>
                  </a:lnTo>
                  <a:lnTo>
                    <a:pt x="3856481" y="1364412"/>
                  </a:lnTo>
                  <a:lnTo>
                    <a:pt x="3856818" y="1366294"/>
                  </a:lnTo>
                  <a:lnTo>
                    <a:pt x="3857154" y="1369170"/>
                  </a:lnTo>
                  <a:lnTo>
                    <a:pt x="3857491" y="1372491"/>
                  </a:lnTo>
                  <a:lnTo>
                    <a:pt x="3857827" y="1376266"/>
                  </a:lnTo>
                  <a:lnTo>
                    <a:pt x="3858164" y="1379763"/>
                  </a:lnTo>
                  <a:lnTo>
                    <a:pt x="3858500" y="1386026"/>
                  </a:lnTo>
                  <a:lnTo>
                    <a:pt x="3858837" y="1390110"/>
                  </a:lnTo>
                  <a:lnTo>
                    <a:pt x="3859173" y="1393342"/>
                  </a:lnTo>
                  <a:lnTo>
                    <a:pt x="3859509" y="1396748"/>
                  </a:lnTo>
                  <a:lnTo>
                    <a:pt x="3859846" y="1400436"/>
                  </a:lnTo>
                  <a:lnTo>
                    <a:pt x="3860182" y="1405642"/>
                  </a:lnTo>
                  <a:lnTo>
                    <a:pt x="3860519" y="1410923"/>
                  </a:lnTo>
                  <a:lnTo>
                    <a:pt x="3860855" y="1415992"/>
                  </a:lnTo>
                  <a:lnTo>
                    <a:pt x="3861192" y="1420723"/>
                  </a:lnTo>
                  <a:lnTo>
                    <a:pt x="3861528" y="1425762"/>
                  </a:lnTo>
                  <a:lnTo>
                    <a:pt x="3861865" y="1430508"/>
                  </a:lnTo>
                  <a:lnTo>
                    <a:pt x="3862201" y="1434803"/>
                  </a:lnTo>
                  <a:lnTo>
                    <a:pt x="3862538" y="1439143"/>
                  </a:lnTo>
                  <a:lnTo>
                    <a:pt x="3862874" y="1442954"/>
                  </a:lnTo>
                  <a:lnTo>
                    <a:pt x="3863211" y="1446119"/>
                  </a:lnTo>
                  <a:lnTo>
                    <a:pt x="3863547" y="1447914"/>
                  </a:lnTo>
                  <a:lnTo>
                    <a:pt x="3863883" y="1449308"/>
                  </a:lnTo>
                  <a:lnTo>
                    <a:pt x="3864220" y="1450811"/>
                  </a:lnTo>
                  <a:lnTo>
                    <a:pt x="3864556" y="1453376"/>
                  </a:lnTo>
                  <a:lnTo>
                    <a:pt x="3864893" y="1454886"/>
                  </a:lnTo>
                  <a:lnTo>
                    <a:pt x="3865229" y="1456895"/>
                  </a:lnTo>
                  <a:lnTo>
                    <a:pt x="3865566" y="1456450"/>
                  </a:lnTo>
                  <a:lnTo>
                    <a:pt x="3865902" y="1453768"/>
                  </a:lnTo>
                  <a:lnTo>
                    <a:pt x="3866239" y="1452254"/>
                  </a:lnTo>
                  <a:lnTo>
                    <a:pt x="3866575" y="1451575"/>
                  </a:lnTo>
                  <a:lnTo>
                    <a:pt x="3866912" y="1449711"/>
                  </a:lnTo>
                  <a:lnTo>
                    <a:pt x="3867248" y="1447547"/>
                  </a:lnTo>
                  <a:lnTo>
                    <a:pt x="3867585" y="1444740"/>
                  </a:lnTo>
                  <a:lnTo>
                    <a:pt x="3867921" y="1441228"/>
                  </a:lnTo>
                  <a:lnTo>
                    <a:pt x="3868257" y="1440487"/>
                  </a:lnTo>
                  <a:lnTo>
                    <a:pt x="3868594" y="1440935"/>
                  </a:lnTo>
                  <a:lnTo>
                    <a:pt x="3868930" y="1441405"/>
                  </a:lnTo>
                  <a:lnTo>
                    <a:pt x="3869267" y="1442081"/>
                  </a:lnTo>
                  <a:lnTo>
                    <a:pt x="3869603" y="1442833"/>
                  </a:lnTo>
                  <a:lnTo>
                    <a:pt x="3869940" y="1443071"/>
                  </a:lnTo>
                  <a:lnTo>
                    <a:pt x="3870276" y="1443101"/>
                  </a:lnTo>
                  <a:lnTo>
                    <a:pt x="3870613" y="1442918"/>
                  </a:lnTo>
                  <a:lnTo>
                    <a:pt x="3870949" y="1442732"/>
                  </a:lnTo>
                  <a:lnTo>
                    <a:pt x="3871286" y="1441672"/>
                  </a:lnTo>
                  <a:lnTo>
                    <a:pt x="3871622" y="1439870"/>
                  </a:lnTo>
                  <a:lnTo>
                    <a:pt x="3871959" y="1437778"/>
                  </a:lnTo>
                  <a:lnTo>
                    <a:pt x="3872295" y="1435475"/>
                  </a:lnTo>
                  <a:lnTo>
                    <a:pt x="3872631" y="1433610"/>
                  </a:lnTo>
                  <a:lnTo>
                    <a:pt x="3872968" y="1431653"/>
                  </a:lnTo>
                  <a:lnTo>
                    <a:pt x="3873304" y="1430162"/>
                  </a:lnTo>
                  <a:lnTo>
                    <a:pt x="3873641" y="1428719"/>
                  </a:lnTo>
                  <a:lnTo>
                    <a:pt x="3873977" y="1428096"/>
                  </a:lnTo>
                  <a:lnTo>
                    <a:pt x="3874314" y="1427549"/>
                  </a:lnTo>
                  <a:lnTo>
                    <a:pt x="3874650" y="1427040"/>
                  </a:lnTo>
                  <a:lnTo>
                    <a:pt x="3874987" y="1426625"/>
                  </a:lnTo>
                  <a:lnTo>
                    <a:pt x="3875323" y="1426246"/>
                  </a:lnTo>
                  <a:lnTo>
                    <a:pt x="3875660" y="1426064"/>
                  </a:lnTo>
                  <a:lnTo>
                    <a:pt x="3875996" y="1426394"/>
                  </a:lnTo>
                  <a:lnTo>
                    <a:pt x="3876333" y="1426707"/>
                  </a:lnTo>
                  <a:lnTo>
                    <a:pt x="3876669" y="1428136"/>
                  </a:lnTo>
                  <a:lnTo>
                    <a:pt x="3877005" y="1429803"/>
                  </a:lnTo>
                  <a:lnTo>
                    <a:pt x="3877342" y="1432062"/>
                  </a:lnTo>
                  <a:lnTo>
                    <a:pt x="3877678" y="1434355"/>
                  </a:lnTo>
                  <a:lnTo>
                    <a:pt x="3878015" y="1435947"/>
                  </a:lnTo>
                  <a:lnTo>
                    <a:pt x="3878351" y="1437554"/>
                  </a:lnTo>
                  <a:lnTo>
                    <a:pt x="3878688" y="1438239"/>
                  </a:lnTo>
                  <a:lnTo>
                    <a:pt x="3879024" y="1437832"/>
                  </a:lnTo>
                  <a:lnTo>
                    <a:pt x="3879361" y="1436705"/>
                  </a:lnTo>
                  <a:lnTo>
                    <a:pt x="3879697" y="1434435"/>
                  </a:lnTo>
                  <a:lnTo>
                    <a:pt x="3880034" y="1434704"/>
                  </a:lnTo>
                  <a:lnTo>
                    <a:pt x="3880370" y="1436137"/>
                  </a:lnTo>
                  <a:lnTo>
                    <a:pt x="3880707" y="1439127"/>
                  </a:lnTo>
                  <a:lnTo>
                    <a:pt x="3881043" y="1440469"/>
                  </a:lnTo>
                  <a:lnTo>
                    <a:pt x="3881379" y="1442098"/>
                  </a:lnTo>
                  <a:lnTo>
                    <a:pt x="3881716" y="1442373"/>
                  </a:lnTo>
                  <a:lnTo>
                    <a:pt x="3882052" y="1442707"/>
                  </a:lnTo>
                  <a:lnTo>
                    <a:pt x="3882389" y="1442633"/>
                  </a:lnTo>
                  <a:lnTo>
                    <a:pt x="3882725" y="1444313"/>
                  </a:lnTo>
                  <a:lnTo>
                    <a:pt x="3883062" y="1445857"/>
                  </a:lnTo>
                  <a:lnTo>
                    <a:pt x="3883398" y="1447231"/>
                  </a:lnTo>
                  <a:lnTo>
                    <a:pt x="3883735" y="1447157"/>
                  </a:lnTo>
                  <a:lnTo>
                    <a:pt x="3884071" y="1447786"/>
                  </a:lnTo>
                  <a:lnTo>
                    <a:pt x="3884408" y="1448488"/>
                  </a:lnTo>
                  <a:lnTo>
                    <a:pt x="3884744" y="1448227"/>
                  </a:lnTo>
                  <a:lnTo>
                    <a:pt x="3885081" y="1448534"/>
                  </a:lnTo>
                  <a:lnTo>
                    <a:pt x="3885417" y="1448267"/>
                  </a:lnTo>
                  <a:lnTo>
                    <a:pt x="3885753" y="1447560"/>
                  </a:lnTo>
                  <a:lnTo>
                    <a:pt x="3886090" y="1446794"/>
                  </a:lnTo>
                  <a:lnTo>
                    <a:pt x="3886426" y="1446730"/>
                  </a:lnTo>
                  <a:lnTo>
                    <a:pt x="3886763" y="1448289"/>
                  </a:lnTo>
                  <a:lnTo>
                    <a:pt x="3887099" y="1449830"/>
                  </a:lnTo>
                  <a:lnTo>
                    <a:pt x="3887436" y="1451995"/>
                  </a:lnTo>
                  <a:lnTo>
                    <a:pt x="3887772" y="1454488"/>
                  </a:lnTo>
                  <a:lnTo>
                    <a:pt x="3888109" y="1456113"/>
                  </a:lnTo>
                  <a:lnTo>
                    <a:pt x="3888445" y="1456890"/>
                  </a:lnTo>
                  <a:lnTo>
                    <a:pt x="3888782" y="1458183"/>
                  </a:lnTo>
                  <a:lnTo>
                    <a:pt x="3889118" y="1458228"/>
                  </a:lnTo>
                  <a:lnTo>
                    <a:pt x="3889455" y="1457806"/>
                  </a:lnTo>
                  <a:lnTo>
                    <a:pt x="3889791" y="1458785"/>
                  </a:lnTo>
                  <a:lnTo>
                    <a:pt x="3890127" y="1459300"/>
                  </a:lnTo>
                  <a:lnTo>
                    <a:pt x="3890464" y="1460559"/>
                  </a:lnTo>
                  <a:lnTo>
                    <a:pt x="3890800" y="1460814"/>
                  </a:lnTo>
                  <a:lnTo>
                    <a:pt x="3891137" y="1461251"/>
                  </a:lnTo>
                  <a:lnTo>
                    <a:pt x="3891473" y="1461936"/>
                  </a:lnTo>
                  <a:lnTo>
                    <a:pt x="3891810" y="1462621"/>
                  </a:lnTo>
                  <a:lnTo>
                    <a:pt x="3892146" y="1463462"/>
                  </a:lnTo>
                  <a:lnTo>
                    <a:pt x="3892483" y="1464068"/>
                  </a:lnTo>
                  <a:lnTo>
                    <a:pt x="3892819" y="1464772"/>
                  </a:lnTo>
                  <a:lnTo>
                    <a:pt x="3893156" y="1464852"/>
                  </a:lnTo>
                  <a:lnTo>
                    <a:pt x="3893492" y="1465370"/>
                  </a:lnTo>
                  <a:lnTo>
                    <a:pt x="3893828" y="1465696"/>
                  </a:lnTo>
                  <a:lnTo>
                    <a:pt x="3894165" y="1466131"/>
                  </a:lnTo>
                  <a:lnTo>
                    <a:pt x="3894501" y="1467012"/>
                  </a:lnTo>
                  <a:lnTo>
                    <a:pt x="3894838" y="1467505"/>
                  </a:lnTo>
                  <a:lnTo>
                    <a:pt x="3895174" y="1467622"/>
                  </a:lnTo>
                  <a:lnTo>
                    <a:pt x="3895511" y="1468007"/>
                  </a:lnTo>
                  <a:lnTo>
                    <a:pt x="3895847" y="1468786"/>
                  </a:lnTo>
                  <a:lnTo>
                    <a:pt x="3896184" y="1470366"/>
                  </a:lnTo>
                  <a:lnTo>
                    <a:pt x="3896520" y="1471638"/>
                  </a:lnTo>
                  <a:lnTo>
                    <a:pt x="3896857" y="1474158"/>
                  </a:lnTo>
                  <a:lnTo>
                    <a:pt x="3897193" y="1478247"/>
                  </a:lnTo>
                  <a:lnTo>
                    <a:pt x="3897530" y="1480835"/>
                  </a:lnTo>
                  <a:lnTo>
                    <a:pt x="3897866" y="1483625"/>
                  </a:lnTo>
                  <a:lnTo>
                    <a:pt x="3898202" y="1486617"/>
                  </a:lnTo>
                  <a:lnTo>
                    <a:pt x="3898539" y="1490730"/>
                  </a:lnTo>
                  <a:lnTo>
                    <a:pt x="3898875" y="1495348"/>
                  </a:lnTo>
                  <a:lnTo>
                    <a:pt x="3899212" y="1499550"/>
                  </a:lnTo>
                  <a:lnTo>
                    <a:pt x="3899548" y="1503186"/>
                  </a:lnTo>
                  <a:lnTo>
                    <a:pt x="3899885" y="1506504"/>
                  </a:lnTo>
                  <a:lnTo>
                    <a:pt x="3900221" y="1511921"/>
                  </a:lnTo>
                  <a:lnTo>
                    <a:pt x="3900558" y="1520487"/>
                  </a:lnTo>
                  <a:lnTo>
                    <a:pt x="3900894" y="1528844"/>
                  </a:lnTo>
                  <a:lnTo>
                    <a:pt x="3901231" y="1534206"/>
                  </a:lnTo>
                  <a:lnTo>
                    <a:pt x="3901567" y="1539430"/>
                  </a:lnTo>
                  <a:lnTo>
                    <a:pt x="3901904" y="1545278"/>
                  </a:lnTo>
                  <a:lnTo>
                    <a:pt x="3902240" y="1551080"/>
                  </a:lnTo>
                  <a:lnTo>
                    <a:pt x="3902576" y="1557182"/>
                  </a:lnTo>
                  <a:lnTo>
                    <a:pt x="3902913" y="1563896"/>
                  </a:lnTo>
                  <a:lnTo>
                    <a:pt x="3903249" y="1570772"/>
                  </a:lnTo>
                  <a:lnTo>
                    <a:pt x="3903586" y="1575772"/>
                  </a:lnTo>
                  <a:lnTo>
                    <a:pt x="3903922" y="1580628"/>
                  </a:lnTo>
                  <a:lnTo>
                    <a:pt x="3904259" y="1586005"/>
                  </a:lnTo>
                  <a:lnTo>
                    <a:pt x="3904595" y="1591449"/>
                  </a:lnTo>
                  <a:lnTo>
                    <a:pt x="3904932" y="1596950"/>
                  </a:lnTo>
                  <a:lnTo>
                    <a:pt x="3905268" y="1600436"/>
                  </a:lnTo>
                  <a:lnTo>
                    <a:pt x="3905605" y="1603299"/>
                  </a:lnTo>
                  <a:lnTo>
                    <a:pt x="3905941" y="1606168"/>
                  </a:lnTo>
                  <a:lnTo>
                    <a:pt x="3906278" y="1610369"/>
                  </a:lnTo>
                  <a:lnTo>
                    <a:pt x="3906614" y="1615273"/>
                  </a:lnTo>
                  <a:lnTo>
                    <a:pt x="3906950" y="1622234"/>
                  </a:lnTo>
                  <a:lnTo>
                    <a:pt x="3907287" y="1629018"/>
                  </a:lnTo>
                  <a:lnTo>
                    <a:pt x="3907623" y="1636082"/>
                  </a:lnTo>
                  <a:lnTo>
                    <a:pt x="3907960" y="1643188"/>
                  </a:lnTo>
                  <a:lnTo>
                    <a:pt x="3908296" y="1649542"/>
                  </a:lnTo>
                  <a:lnTo>
                    <a:pt x="3908633" y="1657179"/>
                  </a:lnTo>
                  <a:lnTo>
                    <a:pt x="3908969" y="1662287"/>
                  </a:lnTo>
                  <a:lnTo>
                    <a:pt x="3909306" y="1668783"/>
                  </a:lnTo>
                  <a:lnTo>
                    <a:pt x="3909642" y="1675087"/>
                  </a:lnTo>
                  <a:lnTo>
                    <a:pt x="3909979" y="1681412"/>
                  </a:lnTo>
                  <a:lnTo>
                    <a:pt x="3910315" y="1687014"/>
                  </a:lnTo>
                  <a:lnTo>
                    <a:pt x="3910652" y="1692160"/>
                  </a:lnTo>
                  <a:lnTo>
                    <a:pt x="3910988" y="1696253"/>
                  </a:lnTo>
                  <a:lnTo>
                    <a:pt x="3911324" y="1699474"/>
                  </a:lnTo>
                  <a:lnTo>
                    <a:pt x="3911661" y="1702768"/>
                  </a:lnTo>
                  <a:lnTo>
                    <a:pt x="3911997" y="1704290"/>
                  </a:lnTo>
                  <a:lnTo>
                    <a:pt x="3912334" y="1705488"/>
                  </a:lnTo>
                  <a:lnTo>
                    <a:pt x="3912670" y="1706596"/>
                  </a:lnTo>
                  <a:lnTo>
                    <a:pt x="3913007" y="1707592"/>
                  </a:lnTo>
                  <a:lnTo>
                    <a:pt x="3913343" y="1708743"/>
                  </a:lnTo>
                  <a:lnTo>
                    <a:pt x="3913680" y="1710669"/>
                  </a:lnTo>
                  <a:lnTo>
                    <a:pt x="3914016" y="1714187"/>
                  </a:lnTo>
                  <a:lnTo>
                    <a:pt x="3914353" y="1717175"/>
                  </a:lnTo>
                  <a:lnTo>
                    <a:pt x="3914689" y="1719385"/>
                  </a:lnTo>
                  <a:lnTo>
                    <a:pt x="3915026" y="1720972"/>
                  </a:lnTo>
                  <a:lnTo>
                    <a:pt x="3915362" y="1722271"/>
                  </a:lnTo>
                  <a:lnTo>
                    <a:pt x="3915698" y="1722729"/>
                  </a:lnTo>
                  <a:lnTo>
                    <a:pt x="3916035" y="1722381"/>
                  </a:lnTo>
                  <a:lnTo>
                    <a:pt x="3916371" y="1720952"/>
                  </a:lnTo>
                  <a:lnTo>
                    <a:pt x="3916708" y="1718833"/>
                  </a:lnTo>
                  <a:lnTo>
                    <a:pt x="3917044" y="1716063"/>
                  </a:lnTo>
                  <a:lnTo>
                    <a:pt x="3917381" y="1712791"/>
                  </a:lnTo>
                  <a:lnTo>
                    <a:pt x="3917717" y="1710037"/>
                  </a:lnTo>
                  <a:lnTo>
                    <a:pt x="3918054" y="1707507"/>
                  </a:lnTo>
                  <a:lnTo>
                    <a:pt x="3918390" y="1705231"/>
                  </a:lnTo>
                  <a:lnTo>
                    <a:pt x="3918727" y="1702876"/>
                  </a:lnTo>
                  <a:lnTo>
                    <a:pt x="3919063" y="1700537"/>
                  </a:lnTo>
                  <a:lnTo>
                    <a:pt x="3919400" y="1698479"/>
                  </a:lnTo>
                  <a:lnTo>
                    <a:pt x="3919736" y="1696405"/>
                  </a:lnTo>
                  <a:lnTo>
                    <a:pt x="3920072" y="1694715"/>
                  </a:lnTo>
                  <a:lnTo>
                    <a:pt x="3920409" y="1692623"/>
                  </a:lnTo>
                  <a:lnTo>
                    <a:pt x="3920745" y="1691667"/>
                  </a:lnTo>
                  <a:lnTo>
                    <a:pt x="3921082" y="1689633"/>
                  </a:lnTo>
                  <a:lnTo>
                    <a:pt x="3921418" y="1688276"/>
                  </a:lnTo>
                  <a:lnTo>
                    <a:pt x="3921755" y="1685740"/>
                  </a:lnTo>
                  <a:lnTo>
                    <a:pt x="3922091" y="1685988"/>
                  </a:lnTo>
                  <a:lnTo>
                    <a:pt x="3922428" y="1688096"/>
                  </a:lnTo>
                  <a:lnTo>
                    <a:pt x="3922764" y="1689815"/>
                  </a:lnTo>
                  <a:lnTo>
                    <a:pt x="3923101" y="1691334"/>
                  </a:lnTo>
                  <a:lnTo>
                    <a:pt x="3923437" y="1692474"/>
                  </a:lnTo>
                  <a:lnTo>
                    <a:pt x="3923774" y="1692825"/>
                  </a:lnTo>
                  <a:lnTo>
                    <a:pt x="3924110" y="1693590"/>
                  </a:lnTo>
                  <a:lnTo>
                    <a:pt x="3924446" y="1693852"/>
                  </a:lnTo>
                  <a:lnTo>
                    <a:pt x="3924783" y="1693313"/>
                  </a:lnTo>
                  <a:lnTo>
                    <a:pt x="3925119" y="1693243"/>
                  </a:lnTo>
                  <a:lnTo>
                    <a:pt x="3925456" y="1693218"/>
                  </a:lnTo>
                  <a:lnTo>
                    <a:pt x="3925792" y="1693070"/>
                  </a:lnTo>
                  <a:lnTo>
                    <a:pt x="3926129" y="1693043"/>
                  </a:lnTo>
                  <a:lnTo>
                    <a:pt x="3926465" y="1692933"/>
                  </a:lnTo>
                  <a:lnTo>
                    <a:pt x="3926802" y="1692830"/>
                  </a:lnTo>
                  <a:lnTo>
                    <a:pt x="3927138" y="1692160"/>
                  </a:lnTo>
                  <a:lnTo>
                    <a:pt x="3927475" y="1690404"/>
                  </a:lnTo>
                  <a:lnTo>
                    <a:pt x="3927811" y="1688207"/>
                  </a:lnTo>
                  <a:lnTo>
                    <a:pt x="3928147" y="1686025"/>
                  </a:lnTo>
                  <a:lnTo>
                    <a:pt x="3928484" y="1684024"/>
                  </a:lnTo>
                  <a:lnTo>
                    <a:pt x="3928820" y="1681807"/>
                  </a:lnTo>
                  <a:lnTo>
                    <a:pt x="3929157" y="1679423"/>
                  </a:lnTo>
                  <a:lnTo>
                    <a:pt x="3929493" y="1677398"/>
                  </a:lnTo>
                  <a:lnTo>
                    <a:pt x="3929830" y="1675955"/>
                  </a:lnTo>
                  <a:lnTo>
                    <a:pt x="3930166" y="1675259"/>
                  </a:lnTo>
                  <a:lnTo>
                    <a:pt x="3930503" y="1674010"/>
                  </a:lnTo>
                  <a:lnTo>
                    <a:pt x="3930839" y="1673223"/>
                  </a:lnTo>
                  <a:lnTo>
                    <a:pt x="3931176" y="1671961"/>
                  </a:lnTo>
                  <a:lnTo>
                    <a:pt x="3931512" y="1671961"/>
                  </a:lnTo>
                  <a:lnTo>
                    <a:pt x="3931849" y="1672000"/>
                  </a:lnTo>
                  <a:lnTo>
                    <a:pt x="3932185" y="1673580"/>
                  </a:lnTo>
                  <a:lnTo>
                    <a:pt x="3932521" y="1677157"/>
                  </a:lnTo>
                  <a:lnTo>
                    <a:pt x="3932858" y="1681983"/>
                  </a:lnTo>
                  <a:lnTo>
                    <a:pt x="3933194" y="1687086"/>
                  </a:lnTo>
                  <a:lnTo>
                    <a:pt x="3933531" y="1691977"/>
                  </a:lnTo>
                  <a:lnTo>
                    <a:pt x="3933867" y="1696558"/>
                  </a:lnTo>
                  <a:lnTo>
                    <a:pt x="3934204" y="1700477"/>
                  </a:lnTo>
                  <a:lnTo>
                    <a:pt x="3934540" y="1704201"/>
                  </a:lnTo>
                  <a:lnTo>
                    <a:pt x="3934877" y="1708232"/>
                  </a:lnTo>
                  <a:lnTo>
                    <a:pt x="3935213" y="1712301"/>
                  </a:lnTo>
                  <a:lnTo>
                    <a:pt x="3935550" y="1713155"/>
                  </a:lnTo>
                  <a:lnTo>
                    <a:pt x="3935886" y="1712831"/>
                  </a:lnTo>
                  <a:lnTo>
                    <a:pt x="3936223" y="1712430"/>
                  </a:lnTo>
                  <a:lnTo>
                    <a:pt x="3936559" y="1711469"/>
                  </a:lnTo>
                  <a:lnTo>
                    <a:pt x="3936895" y="1710762"/>
                  </a:lnTo>
                  <a:lnTo>
                    <a:pt x="3937232" y="1709887"/>
                  </a:lnTo>
                  <a:lnTo>
                    <a:pt x="3937568" y="1708553"/>
                  </a:lnTo>
                  <a:lnTo>
                    <a:pt x="3937905" y="1706926"/>
                  </a:lnTo>
                  <a:lnTo>
                    <a:pt x="3938241" y="1705023"/>
                  </a:lnTo>
                  <a:lnTo>
                    <a:pt x="3938578" y="1703258"/>
                  </a:lnTo>
                  <a:lnTo>
                    <a:pt x="3938914" y="1700941"/>
                  </a:lnTo>
                  <a:lnTo>
                    <a:pt x="3939251" y="1699083"/>
                  </a:lnTo>
                  <a:lnTo>
                    <a:pt x="3939587" y="1697226"/>
                  </a:lnTo>
                  <a:lnTo>
                    <a:pt x="3939924" y="1694894"/>
                  </a:lnTo>
                  <a:lnTo>
                    <a:pt x="3940260" y="1692308"/>
                  </a:lnTo>
                  <a:lnTo>
                    <a:pt x="3940597" y="1689808"/>
                  </a:lnTo>
                  <a:lnTo>
                    <a:pt x="3940933" y="1686846"/>
                  </a:lnTo>
                  <a:lnTo>
                    <a:pt x="3941269" y="1684082"/>
                  </a:lnTo>
                  <a:lnTo>
                    <a:pt x="3941606" y="1681036"/>
                  </a:lnTo>
                  <a:lnTo>
                    <a:pt x="3941942" y="1676965"/>
                  </a:lnTo>
                  <a:lnTo>
                    <a:pt x="3942279" y="1673205"/>
                  </a:lnTo>
                  <a:lnTo>
                    <a:pt x="3942615" y="1668948"/>
                  </a:lnTo>
                  <a:lnTo>
                    <a:pt x="3942952" y="1664086"/>
                  </a:lnTo>
                  <a:lnTo>
                    <a:pt x="3943288" y="1658219"/>
                  </a:lnTo>
                  <a:lnTo>
                    <a:pt x="3943625" y="1652237"/>
                  </a:lnTo>
                  <a:lnTo>
                    <a:pt x="3943961" y="1645526"/>
                  </a:lnTo>
                  <a:lnTo>
                    <a:pt x="3944298" y="1637493"/>
                  </a:lnTo>
                  <a:lnTo>
                    <a:pt x="3944634" y="1629708"/>
                  </a:lnTo>
                  <a:lnTo>
                    <a:pt x="3944971" y="1619329"/>
                  </a:lnTo>
                  <a:lnTo>
                    <a:pt x="3945307" y="1606399"/>
                  </a:lnTo>
                  <a:lnTo>
                    <a:pt x="3945643" y="1594022"/>
                  </a:lnTo>
                  <a:lnTo>
                    <a:pt x="3945980" y="1582740"/>
                  </a:lnTo>
                  <a:lnTo>
                    <a:pt x="3946316" y="1572694"/>
                  </a:lnTo>
                  <a:lnTo>
                    <a:pt x="3946653" y="1563319"/>
                  </a:lnTo>
                  <a:lnTo>
                    <a:pt x="3946989" y="1555306"/>
                  </a:lnTo>
                  <a:lnTo>
                    <a:pt x="3947326" y="1545682"/>
                  </a:lnTo>
                  <a:lnTo>
                    <a:pt x="3947662" y="1534339"/>
                  </a:lnTo>
                  <a:lnTo>
                    <a:pt x="3947999" y="1521675"/>
                  </a:lnTo>
                  <a:lnTo>
                    <a:pt x="3948335" y="1510525"/>
                  </a:lnTo>
                  <a:lnTo>
                    <a:pt x="3948672" y="1499442"/>
                  </a:lnTo>
                  <a:lnTo>
                    <a:pt x="3949008" y="1490883"/>
                  </a:lnTo>
                  <a:lnTo>
                    <a:pt x="3949345" y="1481988"/>
                  </a:lnTo>
                  <a:lnTo>
                    <a:pt x="3949681" y="1473361"/>
                  </a:lnTo>
                  <a:lnTo>
                    <a:pt x="3950017" y="1462085"/>
                  </a:lnTo>
                  <a:lnTo>
                    <a:pt x="3950354" y="1444992"/>
                  </a:lnTo>
                  <a:lnTo>
                    <a:pt x="3950690" y="1434304"/>
                  </a:lnTo>
                  <a:lnTo>
                    <a:pt x="3951027" y="1425313"/>
                  </a:lnTo>
                  <a:lnTo>
                    <a:pt x="3951363" y="1416229"/>
                  </a:lnTo>
                  <a:lnTo>
                    <a:pt x="3951700" y="1407996"/>
                  </a:lnTo>
                  <a:lnTo>
                    <a:pt x="3952036" y="1401109"/>
                  </a:lnTo>
                  <a:lnTo>
                    <a:pt x="3952373" y="1393754"/>
                  </a:lnTo>
                  <a:lnTo>
                    <a:pt x="3952709" y="1387624"/>
                  </a:lnTo>
                  <a:lnTo>
                    <a:pt x="3953046" y="1385630"/>
                  </a:lnTo>
                  <a:lnTo>
                    <a:pt x="3953382" y="1383553"/>
                  </a:lnTo>
                  <a:lnTo>
                    <a:pt x="3953719" y="1379870"/>
                  </a:lnTo>
                  <a:lnTo>
                    <a:pt x="3954055" y="1376141"/>
                  </a:lnTo>
                  <a:lnTo>
                    <a:pt x="3954391" y="1371954"/>
                  </a:lnTo>
                  <a:lnTo>
                    <a:pt x="3954728" y="1367156"/>
                  </a:lnTo>
                  <a:lnTo>
                    <a:pt x="3955064" y="1362997"/>
                  </a:lnTo>
                  <a:lnTo>
                    <a:pt x="3955401" y="1359441"/>
                  </a:lnTo>
                  <a:lnTo>
                    <a:pt x="3955737" y="1356481"/>
                  </a:lnTo>
                  <a:lnTo>
                    <a:pt x="3956074" y="1353729"/>
                  </a:lnTo>
                  <a:lnTo>
                    <a:pt x="3956410" y="1351199"/>
                  </a:lnTo>
                  <a:lnTo>
                    <a:pt x="3956747" y="1348074"/>
                  </a:lnTo>
                  <a:lnTo>
                    <a:pt x="3957083" y="1342226"/>
                  </a:lnTo>
                  <a:lnTo>
                    <a:pt x="3957420" y="1335615"/>
                  </a:lnTo>
                  <a:lnTo>
                    <a:pt x="3957756" y="1328527"/>
                  </a:lnTo>
                  <a:lnTo>
                    <a:pt x="3958093" y="1321534"/>
                  </a:lnTo>
                  <a:lnTo>
                    <a:pt x="3958429" y="1314344"/>
                  </a:lnTo>
                  <a:lnTo>
                    <a:pt x="3958765" y="1307217"/>
                  </a:lnTo>
                  <a:lnTo>
                    <a:pt x="3959102" y="1301104"/>
                  </a:lnTo>
                  <a:lnTo>
                    <a:pt x="3959438" y="1295094"/>
                  </a:lnTo>
                  <a:lnTo>
                    <a:pt x="3959775" y="1287595"/>
                  </a:lnTo>
                  <a:lnTo>
                    <a:pt x="3960111" y="1280081"/>
                  </a:lnTo>
                  <a:lnTo>
                    <a:pt x="3960448" y="1272287"/>
                  </a:lnTo>
                  <a:lnTo>
                    <a:pt x="3960784" y="1263049"/>
                  </a:lnTo>
                  <a:lnTo>
                    <a:pt x="3961121" y="1252947"/>
                  </a:lnTo>
                  <a:lnTo>
                    <a:pt x="3961457" y="1242009"/>
                  </a:lnTo>
                  <a:lnTo>
                    <a:pt x="3961794" y="1231588"/>
                  </a:lnTo>
                  <a:lnTo>
                    <a:pt x="3962130" y="1221981"/>
                  </a:lnTo>
                  <a:lnTo>
                    <a:pt x="3962466" y="1213321"/>
                  </a:lnTo>
                  <a:lnTo>
                    <a:pt x="3962803" y="1204947"/>
                  </a:lnTo>
                  <a:lnTo>
                    <a:pt x="3963139" y="1197296"/>
                  </a:lnTo>
                  <a:lnTo>
                    <a:pt x="3963476" y="1189174"/>
                  </a:lnTo>
                  <a:lnTo>
                    <a:pt x="3963812" y="1181600"/>
                  </a:lnTo>
                  <a:lnTo>
                    <a:pt x="3964149" y="1173177"/>
                  </a:lnTo>
                  <a:lnTo>
                    <a:pt x="3964485" y="1164488"/>
                  </a:lnTo>
                  <a:lnTo>
                    <a:pt x="3964822" y="1154174"/>
                  </a:lnTo>
                  <a:lnTo>
                    <a:pt x="3965158" y="1143434"/>
                  </a:lnTo>
                  <a:lnTo>
                    <a:pt x="3965495" y="1133785"/>
                  </a:lnTo>
                  <a:lnTo>
                    <a:pt x="3965831" y="1124742"/>
                  </a:lnTo>
                  <a:lnTo>
                    <a:pt x="3966168" y="1117481"/>
                  </a:lnTo>
                  <a:lnTo>
                    <a:pt x="3966504" y="1111819"/>
                  </a:lnTo>
                  <a:lnTo>
                    <a:pt x="3966840" y="1107204"/>
                  </a:lnTo>
                  <a:lnTo>
                    <a:pt x="3967177" y="1103902"/>
                  </a:lnTo>
                  <a:lnTo>
                    <a:pt x="3967513" y="1098454"/>
                  </a:lnTo>
                  <a:lnTo>
                    <a:pt x="3967850" y="1093342"/>
                  </a:lnTo>
                  <a:lnTo>
                    <a:pt x="3968186" y="1087781"/>
                  </a:lnTo>
                  <a:lnTo>
                    <a:pt x="3968523" y="1082190"/>
                  </a:lnTo>
                  <a:lnTo>
                    <a:pt x="3968859" y="1075990"/>
                  </a:lnTo>
                  <a:lnTo>
                    <a:pt x="3969196" y="1065447"/>
                  </a:lnTo>
                  <a:lnTo>
                    <a:pt x="3969532" y="1054600"/>
                  </a:lnTo>
                  <a:lnTo>
                    <a:pt x="3969869" y="1043602"/>
                  </a:lnTo>
                  <a:lnTo>
                    <a:pt x="3970205" y="1032661"/>
                  </a:lnTo>
                  <a:lnTo>
                    <a:pt x="3970542" y="1021274"/>
                  </a:lnTo>
                  <a:lnTo>
                    <a:pt x="3970878" y="1009000"/>
                  </a:lnTo>
                  <a:lnTo>
                    <a:pt x="3971214" y="996627"/>
                  </a:lnTo>
                  <a:lnTo>
                    <a:pt x="3971551" y="984293"/>
                  </a:lnTo>
                  <a:lnTo>
                    <a:pt x="3971887" y="971752"/>
                  </a:lnTo>
                  <a:lnTo>
                    <a:pt x="3972224" y="958767"/>
                  </a:lnTo>
                  <a:lnTo>
                    <a:pt x="3972560" y="948691"/>
                  </a:lnTo>
                  <a:lnTo>
                    <a:pt x="3972897" y="939842"/>
                  </a:lnTo>
                  <a:lnTo>
                    <a:pt x="3973233" y="932040"/>
                  </a:lnTo>
                  <a:lnTo>
                    <a:pt x="3973570" y="919780"/>
                  </a:lnTo>
                  <a:lnTo>
                    <a:pt x="3973906" y="907717"/>
                  </a:lnTo>
                  <a:lnTo>
                    <a:pt x="3974243" y="895270"/>
                  </a:lnTo>
                  <a:lnTo>
                    <a:pt x="3974579" y="882825"/>
                  </a:lnTo>
                  <a:lnTo>
                    <a:pt x="3974916" y="870234"/>
                  </a:lnTo>
                  <a:lnTo>
                    <a:pt x="3975252" y="857687"/>
                  </a:lnTo>
                  <a:lnTo>
                    <a:pt x="3975588" y="845452"/>
                  </a:lnTo>
                  <a:lnTo>
                    <a:pt x="3975925" y="837577"/>
                  </a:lnTo>
                  <a:lnTo>
                    <a:pt x="3976261" y="829182"/>
                  </a:lnTo>
                  <a:lnTo>
                    <a:pt x="3976598" y="821399"/>
                  </a:lnTo>
                  <a:lnTo>
                    <a:pt x="3976934" y="814331"/>
                  </a:lnTo>
                  <a:lnTo>
                    <a:pt x="3977271" y="808226"/>
                  </a:lnTo>
                  <a:lnTo>
                    <a:pt x="3977607" y="802304"/>
                  </a:lnTo>
                  <a:lnTo>
                    <a:pt x="3977944" y="795861"/>
                  </a:lnTo>
                  <a:lnTo>
                    <a:pt x="3978280" y="791930"/>
                  </a:lnTo>
                  <a:lnTo>
                    <a:pt x="3978617" y="787384"/>
                  </a:lnTo>
                  <a:lnTo>
                    <a:pt x="3978953" y="782575"/>
                  </a:lnTo>
                  <a:lnTo>
                    <a:pt x="3979290" y="777638"/>
                  </a:lnTo>
                  <a:lnTo>
                    <a:pt x="3979626" y="773007"/>
                  </a:lnTo>
                  <a:lnTo>
                    <a:pt x="3979962" y="769342"/>
                  </a:lnTo>
                  <a:lnTo>
                    <a:pt x="3980299" y="766038"/>
                  </a:lnTo>
                  <a:lnTo>
                    <a:pt x="3980635" y="762886"/>
                  </a:lnTo>
                  <a:lnTo>
                    <a:pt x="3980972" y="760532"/>
                  </a:lnTo>
                  <a:lnTo>
                    <a:pt x="3981308" y="758461"/>
                  </a:lnTo>
                  <a:lnTo>
                    <a:pt x="3981645" y="755081"/>
                  </a:lnTo>
                  <a:lnTo>
                    <a:pt x="3981981" y="751615"/>
                  </a:lnTo>
                  <a:lnTo>
                    <a:pt x="3982318" y="747327"/>
                  </a:lnTo>
                  <a:lnTo>
                    <a:pt x="3982654" y="743113"/>
                  </a:lnTo>
                  <a:lnTo>
                    <a:pt x="3982991" y="739569"/>
                  </a:lnTo>
                  <a:lnTo>
                    <a:pt x="3983327" y="736712"/>
                  </a:lnTo>
                  <a:lnTo>
                    <a:pt x="3983664" y="732890"/>
                  </a:lnTo>
                  <a:lnTo>
                    <a:pt x="3984000" y="730138"/>
                  </a:lnTo>
                  <a:lnTo>
                    <a:pt x="3984336" y="727644"/>
                  </a:lnTo>
                  <a:lnTo>
                    <a:pt x="3984673" y="727241"/>
                  </a:lnTo>
                  <a:lnTo>
                    <a:pt x="3985009" y="727391"/>
                  </a:lnTo>
                  <a:lnTo>
                    <a:pt x="3985346" y="727471"/>
                  </a:lnTo>
                  <a:lnTo>
                    <a:pt x="3985682" y="726046"/>
                  </a:lnTo>
                  <a:lnTo>
                    <a:pt x="3986019" y="724386"/>
                  </a:lnTo>
                  <a:lnTo>
                    <a:pt x="3986355" y="722246"/>
                  </a:lnTo>
                  <a:lnTo>
                    <a:pt x="3986692" y="719786"/>
                  </a:lnTo>
                  <a:lnTo>
                    <a:pt x="3987028" y="718158"/>
                  </a:lnTo>
                  <a:lnTo>
                    <a:pt x="3987365" y="716898"/>
                  </a:lnTo>
                  <a:lnTo>
                    <a:pt x="3987701" y="716579"/>
                  </a:lnTo>
                  <a:lnTo>
                    <a:pt x="3988038" y="715578"/>
                  </a:lnTo>
                  <a:lnTo>
                    <a:pt x="3988374" y="716048"/>
                  </a:lnTo>
                  <a:lnTo>
                    <a:pt x="3988710" y="715558"/>
                  </a:lnTo>
                  <a:lnTo>
                    <a:pt x="3989047" y="716054"/>
                  </a:lnTo>
                  <a:lnTo>
                    <a:pt x="3989383" y="714229"/>
                  </a:lnTo>
                  <a:lnTo>
                    <a:pt x="3989720" y="711943"/>
                  </a:lnTo>
                  <a:lnTo>
                    <a:pt x="3990056" y="709498"/>
                  </a:lnTo>
                  <a:lnTo>
                    <a:pt x="3990393" y="706935"/>
                  </a:lnTo>
                  <a:lnTo>
                    <a:pt x="3990729" y="705167"/>
                  </a:lnTo>
                  <a:lnTo>
                    <a:pt x="3991066" y="703673"/>
                  </a:lnTo>
                  <a:lnTo>
                    <a:pt x="3991402" y="699760"/>
                  </a:lnTo>
                  <a:lnTo>
                    <a:pt x="3991739" y="696069"/>
                  </a:lnTo>
                  <a:lnTo>
                    <a:pt x="3992075" y="692295"/>
                  </a:lnTo>
                  <a:lnTo>
                    <a:pt x="3992411" y="687070"/>
                  </a:lnTo>
                  <a:lnTo>
                    <a:pt x="3992748" y="681499"/>
                  </a:lnTo>
                  <a:lnTo>
                    <a:pt x="3993084" y="676028"/>
                  </a:lnTo>
                  <a:lnTo>
                    <a:pt x="3993421" y="670835"/>
                  </a:lnTo>
                  <a:lnTo>
                    <a:pt x="3993757" y="666002"/>
                  </a:lnTo>
                  <a:lnTo>
                    <a:pt x="3994094" y="660934"/>
                  </a:lnTo>
                  <a:lnTo>
                    <a:pt x="3994430" y="656022"/>
                  </a:lnTo>
                  <a:lnTo>
                    <a:pt x="3994767" y="651177"/>
                  </a:lnTo>
                  <a:lnTo>
                    <a:pt x="3995103" y="643983"/>
                  </a:lnTo>
                  <a:lnTo>
                    <a:pt x="3995440" y="635843"/>
                  </a:lnTo>
                  <a:lnTo>
                    <a:pt x="3995776" y="623915"/>
                  </a:lnTo>
                  <a:lnTo>
                    <a:pt x="3996113" y="611811"/>
                  </a:lnTo>
                  <a:lnTo>
                    <a:pt x="3996449" y="598830"/>
                  </a:lnTo>
                  <a:lnTo>
                    <a:pt x="3996785" y="584812"/>
                  </a:lnTo>
                  <a:lnTo>
                    <a:pt x="3997122" y="569413"/>
                  </a:lnTo>
                  <a:lnTo>
                    <a:pt x="3997458" y="554357"/>
                  </a:lnTo>
                  <a:lnTo>
                    <a:pt x="3997795" y="540634"/>
                  </a:lnTo>
                  <a:lnTo>
                    <a:pt x="3998131" y="526999"/>
                  </a:lnTo>
                  <a:lnTo>
                    <a:pt x="3998468" y="514267"/>
                  </a:lnTo>
                  <a:lnTo>
                    <a:pt x="3998804" y="501508"/>
                  </a:lnTo>
                  <a:lnTo>
                    <a:pt x="3999141" y="490203"/>
                  </a:lnTo>
                  <a:lnTo>
                    <a:pt x="3999477" y="478751"/>
                  </a:lnTo>
                  <a:lnTo>
                    <a:pt x="3999814" y="466707"/>
                  </a:lnTo>
                  <a:lnTo>
                    <a:pt x="4000150" y="454115"/>
                  </a:lnTo>
                  <a:lnTo>
                    <a:pt x="4000487" y="442374"/>
                  </a:lnTo>
                  <a:lnTo>
                    <a:pt x="4000823" y="433910"/>
                  </a:lnTo>
                  <a:lnTo>
                    <a:pt x="4001159" y="428698"/>
                  </a:lnTo>
                  <a:lnTo>
                    <a:pt x="4001496" y="424465"/>
                  </a:lnTo>
                  <a:lnTo>
                    <a:pt x="4001832" y="420753"/>
                  </a:lnTo>
                  <a:lnTo>
                    <a:pt x="4002169" y="417981"/>
                  </a:lnTo>
                  <a:lnTo>
                    <a:pt x="4002505" y="415832"/>
                  </a:lnTo>
                  <a:lnTo>
                    <a:pt x="4002842" y="414351"/>
                  </a:lnTo>
                  <a:lnTo>
                    <a:pt x="4003178" y="413353"/>
                  </a:lnTo>
                  <a:lnTo>
                    <a:pt x="4003515" y="412655"/>
                  </a:lnTo>
                  <a:lnTo>
                    <a:pt x="4003851" y="412383"/>
                  </a:lnTo>
                  <a:lnTo>
                    <a:pt x="4004188" y="411330"/>
                  </a:lnTo>
                  <a:lnTo>
                    <a:pt x="4004524" y="410104"/>
                  </a:lnTo>
                  <a:lnTo>
                    <a:pt x="4004861" y="409710"/>
                  </a:lnTo>
                  <a:lnTo>
                    <a:pt x="4005197" y="410396"/>
                  </a:lnTo>
                  <a:lnTo>
                    <a:pt x="4005533" y="412005"/>
                  </a:lnTo>
                  <a:lnTo>
                    <a:pt x="4005870" y="413328"/>
                  </a:lnTo>
                  <a:lnTo>
                    <a:pt x="4006206" y="415254"/>
                  </a:lnTo>
                  <a:lnTo>
                    <a:pt x="4006543" y="416757"/>
                  </a:lnTo>
                  <a:lnTo>
                    <a:pt x="4006879" y="418419"/>
                  </a:lnTo>
                  <a:lnTo>
                    <a:pt x="4007216" y="420627"/>
                  </a:lnTo>
                  <a:lnTo>
                    <a:pt x="4007552" y="422886"/>
                  </a:lnTo>
                  <a:lnTo>
                    <a:pt x="4007889" y="425158"/>
                  </a:lnTo>
                  <a:lnTo>
                    <a:pt x="4008225" y="428105"/>
                  </a:lnTo>
                  <a:lnTo>
                    <a:pt x="4008562" y="431009"/>
                  </a:lnTo>
                  <a:lnTo>
                    <a:pt x="4008898" y="434476"/>
                  </a:lnTo>
                  <a:lnTo>
                    <a:pt x="4009235" y="439000"/>
                  </a:lnTo>
                  <a:lnTo>
                    <a:pt x="4009571" y="444159"/>
                  </a:lnTo>
                  <a:lnTo>
                    <a:pt x="4009907" y="450124"/>
                  </a:lnTo>
                  <a:lnTo>
                    <a:pt x="4010244" y="456983"/>
                  </a:lnTo>
                  <a:lnTo>
                    <a:pt x="4010580" y="465186"/>
                  </a:lnTo>
                  <a:lnTo>
                    <a:pt x="4010917" y="473870"/>
                  </a:lnTo>
                  <a:lnTo>
                    <a:pt x="4011253" y="483244"/>
                  </a:lnTo>
                  <a:lnTo>
                    <a:pt x="4011590" y="494148"/>
                  </a:lnTo>
                  <a:lnTo>
                    <a:pt x="4011926" y="504747"/>
                  </a:lnTo>
                  <a:lnTo>
                    <a:pt x="4012263" y="517849"/>
                  </a:lnTo>
                  <a:lnTo>
                    <a:pt x="4012599" y="534556"/>
                  </a:lnTo>
                  <a:lnTo>
                    <a:pt x="4012936" y="550906"/>
                  </a:lnTo>
                  <a:lnTo>
                    <a:pt x="4013272" y="567256"/>
                  </a:lnTo>
                  <a:lnTo>
                    <a:pt x="4013609" y="583679"/>
                  </a:lnTo>
                  <a:lnTo>
                    <a:pt x="4013945" y="600702"/>
                  </a:lnTo>
                  <a:lnTo>
                    <a:pt x="4014281" y="617737"/>
                  </a:lnTo>
                  <a:lnTo>
                    <a:pt x="4014618" y="634686"/>
                  </a:lnTo>
                  <a:lnTo>
                    <a:pt x="4014954" y="651476"/>
                  </a:lnTo>
                  <a:lnTo>
                    <a:pt x="4015291" y="668245"/>
                  </a:lnTo>
                  <a:lnTo>
                    <a:pt x="4015627" y="683941"/>
                  </a:lnTo>
                  <a:lnTo>
                    <a:pt x="4015964" y="698913"/>
                  </a:lnTo>
                  <a:lnTo>
                    <a:pt x="4016300" y="712348"/>
                  </a:lnTo>
                  <a:lnTo>
                    <a:pt x="4016637" y="725465"/>
                  </a:lnTo>
                  <a:lnTo>
                    <a:pt x="4016973" y="738639"/>
                  </a:lnTo>
                  <a:lnTo>
                    <a:pt x="4017310" y="751774"/>
                  </a:lnTo>
                  <a:lnTo>
                    <a:pt x="4017646" y="770723"/>
                  </a:lnTo>
                  <a:lnTo>
                    <a:pt x="4017983" y="783422"/>
                  </a:lnTo>
                  <a:lnTo>
                    <a:pt x="4018319" y="794771"/>
                  </a:lnTo>
                  <a:lnTo>
                    <a:pt x="4018655" y="805200"/>
                  </a:lnTo>
                  <a:lnTo>
                    <a:pt x="4018992" y="814602"/>
                  </a:lnTo>
                  <a:lnTo>
                    <a:pt x="4019328" y="822512"/>
                  </a:lnTo>
                  <a:lnTo>
                    <a:pt x="4019665" y="829092"/>
                  </a:lnTo>
                  <a:lnTo>
                    <a:pt x="4020001" y="834737"/>
                  </a:lnTo>
                  <a:lnTo>
                    <a:pt x="4020338" y="836525"/>
                  </a:lnTo>
                  <a:lnTo>
                    <a:pt x="4020674" y="837838"/>
                  </a:lnTo>
                  <a:lnTo>
                    <a:pt x="4021011" y="840317"/>
                  </a:lnTo>
                  <a:lnTo>
                    <a:pt x="4021347" y="841249"/>
                  </a:lnTo>
                  <a:lnTo>
                    <a:pt x="4021684" y="842599"/>
                  </a:lnTo>
                  <a:lnTo>
                    <a:pt x="4022020" y="842914"/>
                  </a:lnTo>
                  <a:lnTo>
                    <a:pt x="4022357" y="841738"/>
                  </a:lnTo>
                  <a:lnTo>
                    <a:pt x="4022693" y="840658"/>
                  </a:lnTo>
                  <a:lnTo>
                    <a:pt x="4023029" y="839650"/>
                  </a:lnTo>
                  <a:lnTo>
                    <a:pt x="4023366" y="838847"/>
                  </a:lnTo>
                  <a:lnTo>
                    <a:pt x="4023702" y="838362"/>
                  </a:lnTo>
                  <a:lnTo>
                    <a:pt x="4024039" y="838769"/>
                  </a:lnTo>
                  <a:lnTo>
                    <a:pt x="4024375" y="840288"/>
                  </a:lnTo>
                  <a:lnTo>
                    <a:pt x="4024712" y="843223"/>
                  </a:lnTo>
                  <a:lnTo>
                    <a:pt x="4025048" y="845489"/>
                  </a:lnTo>
                  <a:lnTo>
                    <a:pt x="4025385" y="848347"/>
                  </a:lnTo>
                  <a:lnTo>
                    <a:pt x="4025721" y="851515"/>
                  </a:lnTo>
                  <a:lnTo>
                    <a:pt x="4026058" y="854215"/>
                  </a:lnTo>
                  <a:lnTo>
                    <a:pt x="4026394" y="856071"/>
                  </a:lnTo>
                  <a:lnTo>
                    <a:pt x="4026730" y="858353"/>
                  </a:lnTo>
                  <a:lnTo>
                    <a:pt x="4027067" y="862500"/>
                  </a:lnTo>
                  <a:lnTo>
                    <a:pt x="4027403" y="866689"/>
                  </a:lnTo>
                  <a:lnTo>
                    <a:pt x="4027740" y="871967"/>
                  </a:lnTo>
                  <a:lnTo>
                    <a:pt x="4028076" y="878094"/>
                  </a:lnTo>
                  <a:lnTo>
                    <a:pt x="4028413" y="885197"/>
                  </a:lnTo>
                  <a:lnTo>
                    <a:pt x="4028749" y="893128"/>
                  </a:lnTo>
                  <a:lnTo>
                    <a:pt x="4029086" y="899780"/>
                  </a:lnTo>
                  <a:lnTo>
                    <a:pt x="4029422" y="905007"/>
                  </a:lnTo>
                  <a:lnTo>
                    <a:pt x="4029759" y="908995"/>
                  </a:lnTo>
                  <a:lnTo>
                    <a:pt x="4030095" y="912918"/>
                  </a:lnTo>
                  <a:lnTo>
                    <a:pt x="4030432" y="917010"/>
                  </a:lnTo>
                  <a:lnTo>
                    <a:pt x="4030768" y="922072"/>
                  </a:lnTo>
                  <a:lnTo>
                    <a:pt x="4031104" y="927477"/>
                  </a:lnTo>
                  <a:lnTo>
                    <a:pt x="4031441" y="933451"/>
                  </a:lnTo>
                  <a:lnTo>
                    <a:pt x="4031777" y="940105"/>
                  </a:lnTo>
                  <a:lnTo>
                    <a:pt x="4032114" y="948980"/>
                  </a:lnTo>
                  <a:lnTo>
                    <a:pt x="4032450" y="958858"/>
                  </a:lnTo>
                  <a:lnTo>
                    <a:pt x="4032787" y="968102"/>
                  </a:lnTo>
                  <a:lnTo>
                    <a:pt x="4033123" y="976497"/>
                  </a:lnTo>
                  <a:lnTo>
                    <a:pt x="4033460" y="983899"/>
                  </a:lnTo>
                  <a:lnTo>
                    <a:pt x="4033796" y="992027"/>
                  </a:lnTo>
                  <a:lnTo>
                    <a:pt x="4034133" y="1000083"/>
                  </a:lnTo>
                  <a:lnTo>
                    <a:pt x="4034469" y="1008016"/>
                  </a:lnTo>
                  <a:lnTo>
                    <a:pt x="4034806" y="1016453"/>
                  </a:lnTo>
                  <a:lnTo>
                    <a:pt x="4035142" y="1021754"/>
                  </a:lnTo>
                  <a:lnTo>
                    <a:pt x="4035478" y="1027467"/>
                  </a:lnTo>
                  <a:lnTo>
                    <a:pt x="4035815" y="1033122"/>
                  </a:lnTo>
                  <a:lnTo>
                    <a:pt x="4036151" y="1039108"/>
                  </a:lnTo>
                  <a:lnTo>
                    <a:pt x="4036488" y="1048941"/>
                  </a:lnTo>
                  <a:lnTo>
                    <a:pt x="4036824" y="1058702"/>
                  </a:lnTo>
                  <a:lnTo>
                    <a:pt x="4037161" y="1067599"/>
                  </a:lnTo>
                  <a:lnTo>
                    <a:pt x="4037497" y="1074968"/>
                  </a:lnTo>
                  <a:lnTo>
                    <a:pt x="4037834" y="1081976"/>
                  </a:lnTo>
                  <a:lnTo>
                    <a:pt x="4038170" y="1090672"/>
                  </a:lnTo>
                  <a:lnTo>
                    <a:pt x="4038507" y="1098525"/>
                  </a:lnTo>
                  <a:lnTo>
                    <a:pt x="4038843" y="1105635"/>
                  </a:lnTo>
                  <a:lnTo>
                    <a:pt x="4039180" y="1112495"/>
                  </a:lnTo>
                  <a:lnTo>
                    <a:pt x="4039516" y="1119181"/>
                  </a:lnTo>
                  <a:lnTo>
                    <a:pt x="4039852" y="1122428"/>
                  </a:lnTo>
                  <a:lnTo>
                    <a:pt x="4040189" y="1127709"/>
                  </a:lnTo>
                  <a:lnTo>
                    <a:pt x="4040525" y="1131455"/>
                  </a:lnTo>
                  <a:lnTo>
                    <a:pt x="4040862" y="1138982"/>
                  </a:lnTo>
                  <a:lnTo>
                    <a:pt x="4041198" y="1146453"/>
                  </a:lnTo>
                  <a:lnTo>
                    <a:pt x="4041535" y="1153149"/>
                  </a:lnTo>
                  <a:lnTo>
                    <a:pt x="4041871" y="1159251"/>
                  </a:lnTo>
                  <a:lnTo>
                    <a:pt x="4042208" y="1165772"/>
                  </a:lnTo>
                  <a:lnTo>
                    <a:pt x="4042544" y="1172587"/>
                  </a:lnTo>
                  <a:lnTo>
                    <a:pt x="4042881" y="1179962"/>
                  </a:lnTo>
                  <a:lnTo>
                    <a:pt x="4043217" y="1183629"/>
                  </a:lnTo>
                  <a:lnTo>
                    <a:pt x="4043554" y="1188134"/>
                  </a:lnTo>
                  <a:lnTo>
                    <a:pt x="4043890" y="1192472"/>
                  </a:lnTo>
                  <a:lnTo>
                    <a:pt x="4044226" y="1196493"/>
                  </a:lnTo>
                  <a:lnTo>
                    <a:pt x="4044563" y="1199843"/>
                  </a:lnTo>
                  <a:lnTo>
                    <a:pt x="4044899" y="1203579"/>
                  </a:lnTo>
                  <a:lnTo>
                    <a:pt x="4045236" y="1208167"/>
                  </a:lnTo>
                  <a:lnTo>
                    <a:pt x="4045572" y="1210401"/>
                  </a:lnTo>
                  <a:lnTo>
                    <a:pt x="4045909" y="1213328"/>
                  </a:lnTo>
                  <a:lnTo>
                    <a:pt x="4046245" y="1215394"/>
                  </a:lnTo>
                  <a:lnTo>
                    <a:pt x="4046582" y="1217857"/>
                  </a:lnTo>
                  <a:lnTo>
                    <a:pt x="4046918" y="1220277"/>
                  </a:lnTo>
                  <a:lnTo>
                    <a:pt x="4047255" y="1222097"/>
                  </a:lnTo>
                  <a:lnTo>
                    <a:pt x="4047591" y="1221843"/>
                  </a:lnTo>
                  <a:lnTo>
                    <a:pt x="4047928" y="1218930"/>
                  </a:lnTo>
                  <a:lnTo>
                    <a:pt x="4048264" y="1214801"/>
                  </a:lnTo>
                  <a:lnTo>
                    <a:pt x="4048600" y="1211114"/>
                  </a:lnTo>
                  <a:lnTo>
                    <a:pt x="4048937" y="1206126"/>
                  </a:lnTo>
                  <a:lnTo>
                    <a:pt x="4049273" y="1202150"/>
                  </a:lnTo>
                  <a:lnTo>
                    <a:pt x="4049610" y="1200045"/>
                  </a:lnTo>
                  <a:lnTo>
                    <a:pt x="4049946" y="1198050"/>
                  </a:lnTo>
                  <a:lnTo>
                    <a:pt x="4050283" y="1195782"/>
                  </a:lnTo>
                  <a:lnTo>
                    <a:pt x="4050619" y="1193307"/>
                  </a:lnTo>
                  <a:lnTo>
                    <a:pt x="4050956" y="1192452"/>
                  </a:lnTo>
                  <a:lnTo>
                    <a:pt x="4051292" y="1190886"/>
                  </a:lnTo>
                  <a:lnTo>
                    <a:pt x="4051629" y="1188608"/>
                  </a:lnTo>
                  <a:lnTo>
                    <a:pt x="4051965" y="1184129"/>
                  </a:lnTo>
                  <a:lnTo>
                    <a:pt x="4052302" y="1179448"/>
                  </a:lnTo>
                  <a:lnTo>
                    <a:pt x="4052638" y="1175152"/>
                  </a:lnTo>
                  <a:lnTo>
                    <a:pt x="4052974" y="1171783"/>
                  </a:lnTo>
                  <a:lnTo>
                    <a:pt x="4053311" y="1168830"/>
                  </a:lnTo>
                  <a:lnTo>
                    <a:pt x="4053647" y="1166031"/>
                  </a:lnTo>
                  <a:lnTo>
                    <a:pt x="4053984" y="1163286"/>
                  </a:lnTo>
                  <a:lnTo>
                    <a:pt x="4054320" y="1160256"/>
                  </a:lnTo>
                  <a:lnTo>
                    <a:pt x="4054657" y="1156245"/>
                  </a:lnTo>
                  <a:lnTo>
                    <a:pt x="4054993" y="1151428"/>
                  </a:lnTo>
                  <a:lnTo>
                    <a:pt x="4055330" y="1146087"/>
                  </a:lnTo>
                  <a:lnTo>
                    <a:pt x="4055666" y="1140199"/>
                  </a:lnTo>
                  <a:lnTo>
                    <a:pt x="4056003" y="1134841"/>
                  </a:lnTo>
                  <a:lnTo>
                    <a:pt x="4056339" y="1129136"/>
                  </a:lnTo>
                  <a:lnTo>
                    <a:pt x="4056676" y="1123471"/>
                  </a:lnTo>
                  <a:lnTo>
                    <a:pt x="4057012" y="1118448"/>
                  </a:lnTo>
                  <a:lnTo>
                    <a:pt x="4057348" y="1113064"/>
                  </a:lnTo>
                  <a:lnTo>
                    <a:pt x="4057685" y="1107431"/>
                  </a:lnTo>
                  <a:lnTo>
                    <a:pt x="4058021" y="1100987"/>
                  </a:lnTo>
                  <a:lnTo>
                    <a:pt x="4058358" y="1094348"/>
                  </a:lnTo>
                  <a:lnTo>
                    <a:pt x="4058694" y="1088542"/>
                  </a:lnTo>
                  <a:lnTo>
                    <a:pt x="4059031" y="1081807"/>
                  </a:lnTo>
                  <a:lnTo>
                    <a:pt x="4059367" y="1074385"/>
                  </a:lnTo>
                  <a:lnTo>
                    <a:pt x="4059704" y="1066307"/>
                  </a:lnTo>
                  <a:lnTo>
                    <a:pt x="4060040" y="1058029"/>
                  </a:lnTo>
                  <a:lnTo>
                    <a:pt x="4060377" y="1053575"/>
                  </a:lnTo>
                  <a:lnTo>
                    <a:pt x="4060713" y="1048573"/>
                  </a:lnTo>
                  <a:lnTo>
                    <a:pt x="4061049" y="1043859"/>
                  </a:lnTo>
                  <a:lnTo>
                    <a:pt x="4061386" y="1040430"/>
                  </a:lnTo>
                  <a:lnTo>
                    <a:pt x="4061722" y="1038058"/>
                  </a:lnTo>
                  <a:lnTo>
                    <a:pt x="4062059" y="1036343"/>
                  </a:lnTo>
                  <a:lnTo>
                    <a:pt x="4062395" y="1037249"/>
                  </a:lnTo>
                  <a:lnTo>
                    <a:pt x="4062732" y="1041144"/>
                  </a:lnTo>
                  <a:lnTo>
                    <a:pt x="4063068" y="1048656"/>
                  </a:lnTo>
                  <a:lnTo>
                    <a:pt x="4063405" y="1057030"/>
                  </a:lnTo>
                  <a:lnTo>
                    <a:pt x="4063741" y="1065717"/>
                  </a:lnTo>
                  <a:lnTo>
                    <a:pt x="4064078" y="1074422"/>
                  </a:lnTo>
                  <a:lnTo>
                    <a:pt x="4064414" y="1083303"/>
                  </a:lnTo>
                  <a:lnTo>
                    <a:pt x="4064751" y="1092471"/>
                  </a:lnTo>
                  <a:lnTo>
                    <a:pt x="4065087" y="1100628"/>
                  </a:lnTo>
                  <a:lnTo>
                    <a:pt x="4065423" y="1108639"/>
                  </a:lnTo>
                  <a:lnTo>
                    <a:pt x="4065760" y="1115848"/>
                  </a:lnTo>
                  <a:lnTo>
                    <a:pt x="4066096" y="1122066"/>
                  </a:lnTo>
                  <a:lnTo>
                    <a:pt x="4066433" y="1127040"/>
                  </a:lnTo>
                  <a:lnTo>
                    <a:pt x="4066769" y="1130803"/>
                  </a:lnTo>
                  <a:lnTo>
                    <a:pt x="4067106" y="1133965"/>
                  </a:lnTo>
                  <a:lnTo>
                    <a:pt x="4067442" y="1138134"/>
                  </a:lnTo>
                  <a:lnTo>
                    <a:pt x="4067779" y="1142632"/>
                  </a:lnTo>
                  <a:lnTo>
                    <a:pt x="4068115" y="1144499"/>
                  </a:lnTo>
                  <a:lnTo>
                    <a:pt x="4068452" y="1143420"/>
                  </a:lnTo>
                  <a:lnTo>
                    <a:pt x="4068788" y="1141780"/>
                  </a:lnTo>
                  <a:lnTo>
                    <a:pt x="4069125" y="1140102"/>
                  </a:lnTo>
                  <a:lnTo>
                    <a:pt x="4069461" y="1138035"/>
                  </a:lnTo>
                  <a:lnTo>
                    <a:pt x="4069797" y="1136050"/>
                  </a:lnTo>
                  <a:lnTo>
                    <a:pt x="4070134" y="1134439"/>
                  </a:lnTo>
                  <a:lnTo>
                    <a:pt x="4070470" y="1132660"/>
                  </a:lnTo>
                  <a:lnTo>
                    <a:pt x="4070807" y="1131198"/>
                  </a:lnTo>
                  <a:lnTo>
                    <a:pt x="4071143" y="1129852"/>
                  </a:lnTo>
                  <a:lnTo>
                    <a:pt x="4071480" y="1128211"/>
                  </a:lnTo>
                  <a:lnTo>
                    <a:pt x="4071816" y="1127013"/>
                  </a:lnTo>
                  <a:lnTo>
                    <a:pt x="4072153" y="1125189"/>
                  </a:lnTo>
                  <a:lnTo>
                    <a:pt x="4072489" y="1122489"/>
                  </a:lnTo>
                  <a:lnTo>
                    <a:pt x="4072826" y="1118827"/>
                  </a:lnTo>
                  <a:lnTo>
                    <a:pt x="4073162" y="1115333"/>
                  </a:lnTo>
                  <a:lnTo>
                    <a:pt x="4073499" y="1111936"/>
                  </a:lnTo>
                  <a:lnTo>
                    <a:pt x="4073835" y="1109195"/>
                  </a:lnTo>
                  <a:lnTo>
                    <a:pt x="4074171" y="1105800"/>
                  </a:lnTo>
                  <a:lnTo>
                    <a:pt x="4074508" y="1102665"/>
                  </a:lnTo>
                  <a:lnTo>
                    <a:pt x="4074844" y="1100140"/>
                  </a:lnTo>
                  <a:lnTo>
                    <a:pt x="4075181" y="1096709"/>
                  </a:lnTo>
                  <a:lnTo>
                    <a:pt x="4075517" y="1093509"/>
                  </a:lnTo>
                  <a:lnTo>
                    <a:pt x="4075854" y="1090761"/>
                  </a:lnTo>
                  <a:lnTo>
                    <a:pt x="4076190" y="1087063"/>
                  </a:lnTo>
                  <a:lnTo>
                    <a:pt x="4076527" y="1084549"/>
                  </a:lnTo>
                  <a:lnTo>
                    <a:pt x="4076863" y="1079180"/>
                  </a:lnTo>
                  <a:lnTo>
                    <a:pt x="4077200" y="1075823"/>
                  </a:lnTo>
                  <a:lnTo>
                    <a:pt x="4077536" y="1072015"/>
                  </a:lnTo>
                  <a:lnTo>
                    <a:pt x="4077873" y="1068304"/>
                  </a:lnTo>
                  <a:lnTo>
                    <a:pt x="4078209" y="1063640"/>
                  </a:lnTo>
                  <a:lnTo>
                    <a:pt x="4078545" y="1057607"/>
                  </a:lnTo>
                  <a:lnTo>
                    <a:pt x="4078882" y="1050670"/>
                  </a:lnTo>
                  <a:lnTo>
                    <a:pt x="4079218" y="1043550"/>
                  </a:lnTo>
                  <a:lnTo>
                    <a:pt x="4079555" y="1036245"/>
                  </a:lnTo>
                  <a:lnTo>
                    <a:pt x="4079891" y="1028233"/>
                  </a:lnTo>
                  <a:lnTo>
                    <a:pt x="4080228" y="1020153"/>
                  </a:lnTo>
                  <a:lnTo>
                    <a:pt x="4080564" y="1011575"/>
                  </a:lnTo>
                  <a:lnTo>
                    <a:pt x="4080901" y="1002157"/>
                  </a:lnTo>
                  <a:lnTo>
                    <a:pt x="4081237" y="991341"/>
                  </a:lnTo>
                  <a:lnTo>
                    <a:pt x="4081574" y="981772"/>
                  </a:lnTo>
                  <a:lnTo>
                    <a:pt x="4081910" y="973131"/>
                  </a:lnTo>
                  <a:lnTo>
                    <a:pt x="4082247" y="964738"/>
                  </a:lnTo>
                  <a:lnTo>
                    <a:pt x="4082583" y="955563"/>
                  </a:lnTo>
                  <a:lnTo>
                    <a:pt x="4082919" y="947623"/>
                  </a:lnTo>
                  <a:lnTo>
                    <a:pt x="4083256" y="940628"/>
                  </a:lnTo>
                  <a:lnTo>
                    <a:pt x="4083592" y="933745"/>
                  </a:lnTo>
                  <a:lnTo>
                    <a:pt x="4083929" y="928437"/>
                  </a:lnTo>
                  <a:lnTo>
                    <a:pt x="4084265" y="923243"/>
                  </a:lnTo>
                  <a:lnTo>
                    <a:pt x="4084602" y="918697"/>
                  </a:lnTo>
                  <a:lnTo>
                    <a:pt x="4084938" y="914800"/>
                  </a:lnTo>
                  <a:lnTo>
                    <a:pt x="4085275" y="910741"/>
                  </a:lnTo>
                  <a:lnTo>
                    <a:pt x="4085611" y="906506"/>
                  </a:lnTo>
                  <a:lnTo>
                    <a:pt x="4085948" y="903835"/>
                  </a:lnTo>
                  <a:lnTo>
                    <a:pt x="4086284" y="902279"/>
                  </a:lnTo>
                  <a:lnTo>
                    <a:pt x="4086621" y="900825"/>
                  </a:lnTo>
                  <a:lnTo>
                    <a:pt x="4086957" y="899459"/>
                  </a:lnTo>
                  <a:lnTo>
                    <a:pt x="4087293" y="898557"/>
                  </a:lnTo>
                  <a:lnTo>
                    <a:pt x="4087630" y="898144"/>
                  </a:lnTo>
                  <a:lnTo>
                    <a:pt x="4087966" y="897878"/>
                  </a:lnTo>
                  <a:lnTo>
                    <a:pt x="4088303" y="896393"/>
                  </a:lnTo>
                  <a:lnTo>
                    <a:pt x="4088639" y="895475"/>
                  </a:lnTo>
                  <a:lnTo>
                    <a:pt x="4088976" y="892087"/>
                  </a:lnTo>
                  <a:lnTo>
                    <a:pt x="4089312" y="889716"/>
                  </a:lnTo>
                  <a:lnTo>
                    <a:pt x="4089649" y="888233"/>
                  </a:lnTo>
                  <a:lnTo>
                    <a:pt x="4089985" y="885934"/>
                  </a:lnTo>
                  <a:lnTo>
                    <a:pt x="4090322" y="883582"/>
                  </a:lnTo>
                  <a:lnTo>
                    <a:pt x="4090658" y="881625"/>
                  </a:lnTo>
                  <a:lnTo>
                    <a:pt x="4090995" y="879059"/>
                  </a:lnTo>
                  <a:lnTo>
                    <a:pt x="4091331" y="874004"/>
                  </a:lnTo>
                  <a:lnTo>
                    <a:pt x="4091667" y="870927"/>
                  </a:lnTo>
                  <a:lnTo>
                    <a:pt x="4092004" y="864298"/>
                  </a:lnTo>
                  <a:lnTo>
                    <a:pt x="4092340" y="858802"/>
                  </a:lnTo>
                  <a:lnTo>
                    <a:pt x="4092677" y="853148"/>
                  </a:lnTo>
                  <a:lnTo>
                    <a:pt x="4093013" y="847565"/>
                  </a:lnTo>
                  <a:lnTo>
                    <a:pt x="4093350" y="842630"/>
                  </a:lnTo>
                  <a:lnTo>
                    <a:pt x="4093686" y="838966"/>
                  </a:lnTo>
                  <a:lnTo>
                    <a:pt x="4094023" y="836200"/>
                  </a:lnTo>
                  <a:lnTo>
                    <a:pt x="4094359" y="834246"/>
                  </a:lnTo>
                  <a:lnTo>
                    <a:pt x="4094696" y="833333"/>
                  </a:lnTo>
                  <a:lnTo>
                    <a:pt x="4095032" y="831782"/>
                  </a:lnTo>
                  <a:lnTo>
                    <a:pt x="4095368" y="829856"/>
                  </a:lnTo>
                  <a:lnTo>
                    <a:pt x="4095705" y="827313"/>
                  </a:lnTo>
                  <a:lnTo>
                    <a:pt x="4096041" y="824023"/>
                  </a:lnTo>
                  <a:lnTo>
                    <a:pt x="4096378" y="820876"/>
                  </a:lnTo>
                  <a:lnTo>
                    <a:pt x="4096714" y="817535"/>
                  </a:lnTo>
                  <a:lnTo>
                    <a:pt x="4097051" y="814022"/>
                  </a:lnTo>
                  <a:lnTo>
                    <a:pt x="4097387" y="810530"/>
                  </a:lnTo>
                  <a:lnTo>
                    <a:pt x="4097724" y="804682"/>
                  </a:lnTo>
                  <a:lnTo>
                    <a:pt x="4098060" y="796909"/>
                  </a:lnTo>
                  <a:lnTo>
                    <a:pt x="4098397" y="787806"/>
                  </a:lnTo>
                  <a:lnTo>
                    <a:pt x="4098733" y="782392"/>
                  </a:lnTo>
                  <a:lnTo>
                    <a:pt x="4099070" y="776986"/>
                  </a:lnTo>
                  <a:lnTo>
                    <a:pt x="4099406" y="771021"/>
                  </a:lnTo>
                  <a:lnTo>
                    <a:pt x="4099742" y="764173"/>
                  </a:lnTo>
                  <a:lnTo>
                    <a:pt x="4100079" y="760011"/>
                  </a:lnTo>
                  <a:lnTo>
                    <a:pt x="4100415" y="757459"/>
                  </a:lnTo>
                  <a:lnTo>
                    <a:pt x="4100752" y="755547"/>
                  </a:lnTo>
                  <a:lnTo>
                    <a:pt x="4101088" y="754040"/>
                  </a:lnTo>
                  <a:lnTo>
                    <a:pt x="4101425" y="752434"/>
                  </a:lnTo>
                  <a:lnTo>
                    <a:pt x="4101761" y="751189"/>
                  </a:lnTo>
                  <a:lnTo>
                    <a:pt x="4102098" y="750456"/>
                  </a:lnTo>
                  <a:lnTo>
                    <a:pt x="4102434" y="749887"/>
                  </a:lnTo>
                  <a:lnTo>
                    <a:pt x="4102771" y="750613"/>
                  </a:lnTo>
                  <a:lnTo>
                    <a:pt x="4103107" y="751639"/>
                  </a:lnTo>
                  <a:lnTo>
                    <a:pt x="4103444" y="752773"/>
                  </a:lnTo>
                  <a:lnTo>
                    <a:pt x="4103780" y="753532"/>
                  </a:lnTo>
                  <a:lnTo>
                    <a:pt x="4104116" y="753839"/>
                  </a:lnTo>
                  <a:lnTo>
                    <a:pt x="4104453" y="755044"/>
                  </a:lnTo>
                  <a:lnTo>
                    <a:pt x="4104789" y="756365"/>
                  </a:lnTo>
                  <a:lnTo>
                    <a:pt x="4105126" y="758200"/>
                  </a:lnTo>
                  <a:lnTo>
                    <a:pt x="4105462" y="758511"/>
                  </a:lnTo>
                  <a:lnTo>
                    <a:pt x="4105799" y="759316"/>
                  </a:lnTo>
                  <a:lnTo>
                    <a:pt x="4106135" y="759531"/>
                  </a:lnTo>
                  <a:lnTo>
                    <a:pt x="4106472" y="760148"/>
                  </a:lnTo>
                  <a:lnTo>
                    <a:pt x="4106808" y="760211"/>
                  </a:lnTo>
                  <a:lnTo>
                    <a:pt x="4107145" y="762114"/>
                  </a:lnTo>
                  <a:lnTo>
                    <a:pt x="4107481" y="760836"/>
                  </a:lnTo>
                  <a:lnTo>
                    <a:pt x="4107818" y="760449"/>
                  </a:lnTo>
                  <a:lnTo>
                    <a:pt x="4108154" y="759462"/>
                  </a:lnTo>
                  <a:lnTo>
                    <a:pt x="4108490" y="757530"/>
                  </a:lnTo>
                  <a:lnTo>
                    <a:pt x="4108827" y="756391"/>
                  </a:lnTo>
                  <a:lnTo>
                    <a:pt x="4109163" y="754971"/>
                  </a:lnTo>
                  <a:lnTo>
                    <a:pt x="4109500" y="753001"/>
                  </a:lnTo>
                  <a:lnTo>
                    <a:pt x="4109836" y="752380"/>
                  </a:lnTo>
                  <a:lnTo>
                    <a:pt x="4110173" y="750616"/>
                  </a:lnTo>
                  <a:lnTo>
                    <a:pt x="4110509" y="748626"/>
                  </a:lnTo>
                  <a:lnTo>
                    <a:pt x="4110846" y="746557"/>
                  </a:lnTo>
                  <a:lnTo>
                    <a:pt x="4111182" y="744627"/>
                  </a:lnTo>
                  <a:lnTo>
                    <a:pt x="4111519" y="742769"/>
                  </a:lnTo>
                  <a:lnTo>
                    <a:pt x="4111855" y="741796"/>
                  </a:lnTo>
                  <a:lnTo>
                    <a:pt x="4112192" y="741094"/>
                  </a:lnTo>
                  <a:lnTo>
                    <a:pt x="4112528" y="740130"/>
                  </a:lnTo>
                  <a:lnTo>
                    <a:pt x="4112864" y="739115"/>
                  </a:lnTo>
                  <a:lnTo>
                    <a:pt x="4113201" y="738032"/>
                  </a:lnTo>
                  <a:lnTo>
                    <a:pt x="4113537" y="737912"/>
                  </a:lnTo>
                  <a:lnTo>
                    <a:pt x="4113874" y="736906"/>
                  </a:lnTo>
                  <a:lnTo>
                    <a:pt x="4114210" y="735186"/>
                  </a:lnTo>
                  <a:lnTo>
                    <a:pt x="4114547" y="733282"/>
                  </a:lnTo>
                  <a:lnTo>
                    <a:pt x="4114883" y="731666"/>
                  </a:lnTo>
                  <a:lnTo>
                    <a:pt x="4115220" y="731859"/>
                  </a:lnTo>
                  <a:lnTo>
                    <a:pt x="4115556" y="730902"/>
                  </a:lnTo>
                  <a:lnTo>
                    <a:pt x="4115893" y="729332"/>
                  </a:lnTo>
                  <a:lnTo>
                    <a:pt x="4116229" y="728014"/>
                  </a:lnTo>
                  <a:lnTo>
                    <a:pt x="4116566" y="726320"/>
                  </a:lnTo>
                  <a:lnTo>
                    <a:pt x="4116902" y="723783"/>
                  </a:lnTo>
                  <a:lnTo>
                    <a:pt x="4117238" y="721404"/>
                  </a:lnTo>
                  <a:lnTo>
                    <a:pt x="4117575" y="719769"/>
                  </a:lnTo>
                  <a:lnTo>
                    <a:pt x="4117911" y="718384"/>
                  </a:lnTo>
                  <a:lnTo>
                    <a:pt x="4118248" y="717070"/>
                  </a:lnTo>
                  <a:lnTo>
                    <a:pt x="4118584" y="712515"/>
                  </a:lnTo>
                  <a:lnTo>
                    <a:pt x="4118921" y="709519"/>
                  </a:lnTo>
                  <a:lnTo>
                    <a:pt x="4119257" y="707744"/>
                  </a:lnTo>
                  <a:lnTo>
                    <a:pt x="4119594" y="706731"/>
                  </a:lnTo>
                  <a:lnTo>
                    <a:pt x="4119930" y="706602"/>
                  </a:lnTo>
                  <a:lnTo>
                    <a:pt x="4120267" y="707802"/>
                  </a:lnTo>
                  <a:lnTo>
                    <a:pt x="4120603" y="708427"/>
                  </a:lnTo>
                  <a:lnTo>
                    <a:pt x="4120940" y="709174"/>
                  </a:lnTo>
                  <a:lnTo>
                    <a:pt x="4121276" y="710518"/>
                  </a:lnTo>
                  <a:lnTo>
                    <a:pt x="4121612" y="711308"/>
                  </a:lnTo>
                  <a:lnTo>
                    <a:pt x="4121949" y="712012"/>
                  </a:lnTo>
                  <a:lnTo>
                    <a:pt x="4122285" y="712429"/>
                  </a:lnTo>
                  <a:lnTo>
                    <a:pt x="4122622" y="712579"/>
                  </a:lnTo>
                  <a:lnTo>
                    <a:pt x="4122958" y="711998"/>
                  </a:lnTo>
                  <a:lnTo>
                    <a:pt x="4123295" y="710654"/>
                  </a:lnTo>
                  <a:lnTo>
                    <a:pt x="4123631" y="709634"/>
                  </a:lnTo>
                  <a:lnTo>
                    <a:pt x="4123968" y="708312"/>
                  </a:lnTo>
                  <a:lnTo>
                    <a:pt x="4124304" y="710202"/>
                  </a:lnTo>
                  <a:lnTo>
                    <a:pt x="4124641" y="711578"/>
                  </a:lnTo>
                  <a:lnTo>
                    <a:pt x="4124977" y="715408"/>
                  </a:lnTo>
                  <a:lnTo>
                    <a:pt x="4125313" y="719558"/>
                  </a:lnTo>
                  <a:lnTo>
                    <a:pt x="4125650" y="723415"/>
                  </a:lnTo>
                  <a:lnTo>
                    <a:pt x="4125986" y="727522"/>
                  </a:lnTo>
                  <a:lnTo>
                    <a:pt x="4126323" y="732053"/>
                  </a:lnTo>
                  <a:lnTo>
                    <a:pt x="4126659" y="737909"/>
                  </a:lnTo>
                  <a:lnTo>
                    <a:pt x="4126996" y="745205"/>
                  </a:lnTo>
                  <a:lnTo>
                    <a:pt x="4127332" y="753374"/>
                  </a:lnTo>
                  <a:lnTo>
                    <a:pt x="4127669" y="758290"/>
                  </a:lnTo>
                  <a:lnTo>
                    <a:pt x="4128005" y="764285"/>
                  </a:lnTo>
                  <a:lnTo>
                    <a:pt x="4128342" y="769909"/>
                  </a:lnTo>
                  <a:lnTo>
                    <a:pt x="4128678" y="774103"/>
                  </a:lnTo>
                  <a:lnTo>
                    <a:pt x="4129015" y="777349"/>
                  </a:lnTo>
                  <a:lnTo>
                    <a:pt x="4129351" y="780308"/>
                  </a:lnTo>
                  <a:lnTo>
                    <a:pt x="4129687" y="781585"/>
                  </a:lnTo>
                  <a:lnTo>
                    <a:pt x="4130024" y="779965"/>
                  </a:lnTo>
                  <a:lnTo>
                    <a:pt x="4130360" y="778056"/>
                  </a:lnTo>
                  <a:lnTo>
                    <a:pt x="4130697" y="772987"/>
                  </a:lnTo>
                  <a:lnTo>
                    <a:pt x="4131033" y="769509"/>
                  </a:lnTo>
                  <a:lnTo>
                    <a:pt x="4131370" y="766882"/>
                  </a:lnTo>
                  <a:lnTo>
                    <a:pt x="4131706" y="764941"/>
                  </a:lnTo>
                  <a:lnTo>
                    <a:pt x="4132043" y="761657"/>
                  </a:lnTo>
                  <a:lnTo>
                    <a:pt x="4132379" y="757746"/>
                  </a:lnTo>
                  <a:lnTo>
                    <a:pt x="4132716" y="753054"/>
                  </a:lnTo>
                  <a:lnTo>
                    <a:pt x="4133052" y="747835"/>
                  </a:lnTo>
                  <a:lnTo>
                    <a:pt x="4133389" y="742802"/>
                  </a:lnTo>
                  <a:lnTo>
                    <a:pt x="4133725" y="738036"/>
                  </a:lnTo>
                  <a:lnTo>
                    <a:pt x="4134061" y="734338"/>
                  </a:lnTo>
                  <a:lnTo>
                    <a:pt x="4134398" y="731255"/>
                  </a:lnTo>
                  <a:lnTo>
                    <a:pt x="4134734" y="727324"/>
                  </a:lnTo>
                  <a:lnTo>
                    <a:pt x="4135071" y="722955"/>
                  </a:lnTo>
                  <a:lnTo>
                    <a:pt x="4135407" y="721035"/>
                  </a:lnTo>
                  <a:lnTo>
                    <a:pt x="4135744" y="718320"/>
                  </a:lnTo>
                  <a:lnTo>
                    <a:pt x="4136080" y="717748"/>
                  </a:lnTo>
                  <a:lnTo>
                    <a:pt x="4136417" y="716179"/>
                  </a:lnTo>
                  <a:lnTo>
                    <a:pt x="4136753" y="715255"/>
                  </a:lnTo>
                  <a:lnTo>
                    <a:pt x="4137090" y="715019"/>
                  </a:lnTo>
                  <a:lnTo>
                    <a:pt x="4137426" y="715164"/>
                  </a:lnTo>
                  <a:lnTo>
                    <a:pt x="4137763" y="714813"/>
                  </a:lnTo>
                  <a:lnTo>
                    <a:pt x="4138099" y="714077"/>
                  </a:lnTo>
                  <a:lnTo>
                    <a:pt x="4138435" y="713218"/>
                  </a:lnTo>
                  <a:lnTo>
                    <a:pt x="4138772" y="713567"/>
                  </a:lnTo>
                  <a:lnTo>
                    <a:pt x="4139108" y="713661"/>
                  </a:lnTo>
                  <a:lnTo>
                    <a:pt x="4139445" y="713286"/>
                  </a:lnTo>
                  <a:lnTo>
                    <a:pt x="4139781" y="713174"/>
                  </a:lnTo>
                  <a:lnTo>
                    <a:pt x="4140118" y="713650"/>
                  </a:lnTo>
                  <a:lnTo>
                    <a:pt x="4140454" y="714413"/>
                  </a:lnTo>
                  <a:lnTo>
                    <a:pt x="4140791" y="714989"/>
                  </a:lnTo>
                  <a:lnTo>
                    <a:pt x="4141127" y="715390"/>
                  </a:lnTo>
                  <a:lnTo>
                    <a:pt x="4141464" y="716214"/>
                  </a:lnTo>
                  <a:lnTo>
                    <a:pt x="4141800" y="716602"/>
                  </a:lnTo>
                  <a:lnTo>
                    <a:pt x="4142137" y="716449"/>
                  </a:lnTo>
                  <a:lnTo>
                    <a:pt x="4142473" y="717636"/>
                  </a:lnTo>
                  <a:lnTo>
                    <a:pt x="4142809" y="718176"/>
                  </a:lnTo>
                  <a:lnTo>
                    <a:pt x="4143146" y="717765"/>
                  </a:lnTo>
                  <a:lnTo>
                    <a:pt x="4143482" y="718408"/>
                  </a:lnTo>
                  <a:lnTo>
                    <a:pt x="4143819" y="717791"/>
                  </a:lnTo>
                  <a:lnTo>
                    <a:pt x="4144155" y="720015"/>
                  </a:lnTo>
                  <a:lnTo>
                    <a:pt x="4144492" y="719988"/>
                  </a:lnTo>
                  <a:lnTo>
                    <a:pt x="4144828" y="720309"/>
                  </a:lnTo>
                  <a:lnTo>
                    <a:pt x="4145165" y="720283"/>
                  </a:lnTo>
                  <a:lnTo>
                    <a:pt x="4145501" y="720642"/>
                  </a:lnTo>
                  <a:lnTo>
                    <a:pt x="4145838" y="721945"/>
                  </a:lnTo>
                  <a:lnTo>
                    <a:pt x="4146174" y="724045"/>
                  </a:lnTo>
                  <a:lnTo>
                    <a:pt x="4146511" y="726302"/>
                  </a:lnTo>
                  <a:lnTo>
                    <a:pt x="4146847" y="728867"/>
                  </a:lnTo>
                  <a:lnTo>
                    <a:pt x="4147183" y="731623"/>
                  </a:lnTo>
                  <a:lnTo>
                    <a:pt x="4147520" y="734340"/>
                  </a:lnTo>
                  <a:lnTo>
                    <a:pt x="4147856" y="737853"/>
                  </a:lnTo>
                  <a:lnTo>
                    <a:pt x="4148193" y="742213"/>
                  </a:lnTo>
                  <a:lnTo>
                    <a:pt x="4148529" y="748249"/>
                  </a:lnTo>
                  <a:lnTo>
                    <a:pt x="4148866" y="752602"/>
                  </a:lnTo>
                  <a:lnTo>
                    <a:pt x="4149202" y="755282"/>
                  </a:lnTo>
                  <a:lnTo>
                    <a:pt x="4149539" y="757939"/>
                  </a:lnTo>
                  <a:lnTo>
                    <a:pt x="4149875" y="760659"/>
                  </a:lnTo>
                  <a:lnTo>
                    <a:pt x="4150212" y="762427"/>
                  </a:lnTo>
                  <a:lnTo>
                    <a:pt x="4150548" y="763836"/>
                  </a:lnTo>
                  <a:lnTo>
                    <a:pt x="4150885" y="766516"/>
                  </a:lnTo>
                  <a:lnTo>
                    <a:pt x="4151221" y="767327"/>
                  </a:lnTo>
                  <a:lnTo>
                    <a:pt x="4151557" y="768305"/>
                  </a:lnTo>
                  <a:lnTo>
                    <a:pt x="4151894" y="769264"/>
                  </a:lnTo>
                  <a:lnTo>
                    <a:pt x="4152230" y="769784"/>
                  </a:lnTo>
                  <a:lnTo>
                    <a:pt x="4152567" y="771481"/>
                  </a:lnTo>
                  <a:lnTo>
                    <a:pt x="4152903" y="773692"/>
                  </a:lnTo>
                  <a:lnTo>
                    <a:pt x="4153240" y="774678"/>
                  </a:lnTo>
                  <a:lnTo>
                    <a:pt x="4153576" y="774717"/>
                  </a:lnTo>
                  <a:lnTo>
                    <a:pt x="4153913" y="775957"/>
                  </a:lnTo>
                  <a:lnTo>
                    <a:pt x="4154249" y="777965"/>
                  </a:lnTo>
                  <a:lnTo>
                    <a:pt x="4154586" y="780619"/>
                  </a:lnTo>
                  <a:lnTo>
                    <a:pt x="4154922" y="783491"/>
                  </a:lnTo>
                  <a:lnTo>
                    <a:pt x="4155259" y="786396"/>
                  </a:lnTo>
                  <a:lnTo>
                    <a:pt x="4155595" y="790108"/>
                  </a:lnTo>
                  <a:lnTo>
                    <a:pt x="4155931" y="793167"/>
                  </a:lnTo>
                  <a:lnTo>
                    <a:pt x="4156268" y="798400"/>
                  </a:lnTo>
                  <a:lnTo>
                    <a:pt x="4156604" y="803922"/>
                  </a:lnTo>
                  <a:lnTo>
                    <a:pt x="4156941" y="809938"/>
                  </a:lnTo>
                  <a:lnTo>
                    <a:pt x="4157277" y="816184"/>
                  </a:lnTo>
                  <a:lnTo>
                    <a:pt x="4157614" y="821292"/>
                  </a:lnTo>
                  <a:lnTo>
                    <a:pt x="4157950" y="825465"/>
                  </a:lnTo>
                  <a:lnTo>
                    <a:pt x="4158287" y="830485"/>
                  </a:lnTo>
                  <a:lnTo>
                    <a:pt x="4158623" y="837556"/>
                  </a:lnTo>
                  <a:lnTo>
                    <a:pt x="4158960" y="843004"/>
                  </a:lnTo>
                  <a:lnTo>
                    <a:pt x="4159296" y="851469"/>
                  </a:lnTo>
                  <a:lnTo>
                    <a:pt x="4159632" y="858968"/>
                  </a:lnTo>
                  <a:lnTo>
                    <a:pt x="4159969" y="864764"/>
                  </a:lnTo>
                  <a:lnTo>
                    <a:pt x="4160305" y="869713"/>
                  </a:lnTo>
                  <a:lnTo>
                    <a:pt x="4160642" y="874396"/>
                  </a:lnTo>
                  <a:lnTo>
                    <a:pt x="4160978" y="878193"/>
                  </a:lnTo>
                  <a:lnTo>
                    <a:pt x="4161315" y="881983"/>
                  </a:lnTo>
                  <a:lnTo>
                    <a:pt x="4161651" y="885742"/>
                  </a:lnTo>
                  <a:lnTo>
                    <a:pt x="4161988" y="888888"/>
                  </a:lnTo>
                  <a:lnTo>
                    <a:pt x="4162324" y="893349"/>
                  </a:lnTo>
                  <a:lnTo>
                    <a:pt x="4162661" y="897721"/>
                  </a:lnTo>
                  <a:lnTo>
                    <a:pt x="4162997" y="902952"/>
                  </a:lnTo>
                  <a:lnTo>
                    <a:pt x="4163334" y="908462"/>
                  </a:lnTo>
                  <a:lnTo>
                    <a:pt x="4163670" y="914223"/>
                  </a:lnTo>
                  <a:lnTo>
                    <a:pt x="4164006" y="921044"/>
                  </a:lnTo>
                  <a:lnTo>
                    <a:pt x="4164343" y="928552"/>
                  </a:lnTo>
                  <a:lnTo>
                    <a:pt x="4164679" y="935831"/>
                  </a:lnTo>
                  <a:lnTo>
                    <a:pt x="4165016" y="945259"/>
                  </a:lnTo>
                  <a:lnTo>
                    <a:pt x="4165352" y="955666"/>
                  </a:lnTo>
                  <a:lnTo>
                    <a:pt x="4165689" y="967049"/>
                  </a:lnTo>
                  <a:lnTo>
                    <a:pt x="4166025" y="974679"/>
                  </a:lnTo>
                  <a:lnTo>
                    <a:pt x="4166362" y="981950"/>
                  </a:lnTo>
                  <a:lnTo>
                    <a:pt x="4166698" y="988842"/>
                  </a:lnTo>
                  <a:lnTo>
                    <a:pt x="4167035" y="995710"/>
                  </a:lnTo>
                  <a:lnTo>
                    <a:pt x="4167371" y="999512"/>
                  </a:lnTo>
                  <a:lnTo>
                    <a:pt x="4167708" y="1002185"/>
                  </a:lnTo>
                  <a:lnTo>
                    <a:pt x="4168044" y="1004901"/>
                  </a:lnTo>
                  <a:lnTo>
                    <a:pt x="4168380" y="1006168"/>
                  </a:lnTo>
                  <a:lnTo>
                    <a:pt x="4168717" y="1007633"/>
                  </a:lnTo>
                  <a:lnTo>
                    <a:pt x="4169053" y="1008751"/>
                  </a:lnTo>
                  <a:lnTo>
                    <a:pt x="4169390" y="1009505"/>
                  </a:lnTo>
                  <a:lnTo>
                    <a:pt x="4169726" y="1010226"/>
                  </a:lnTo>
                  <a:lnTo>
                    <a:pt x="4170063" y="1010052"/>
                  </a:lnTo>
                  <a:lnTo>
                    <a:pt x="4170399" y="1009839"/>
                  </a:lnTo>
                  <a:lnTo>
                    <a:pt x="4170736" y="1009424"/>
                  </a:lnTo>
                  <a:lnTo>
                    <a:pt x="4171072" y="1009417"/>
                  </a:lnTo>
                  <a:lnTo>
                    <a:pt x="4171409" y="1010105"/>
                  </a:lnTo>
                  <a:lnTo>
                    <a:pt x="4171745" y="1009498"/>
                  </a:lnTo>
                  <a:lnTo>
                    <a:pt x="4172082" y="1009586"/>
                  </a:lnTo>
                  <a:lnTo>
                    <a:pt x="4172418" y="1009571"/>
                  </a:lnTo>
                  <a:lnTo>
                    <a:pt x="4172754" y="1009832"/>
                  </a:lnTo>
                  <a:lnTo>
                    <a:pt x="4173091" y="1009655"/>
                  </a:lnTo>
                  <a:lnTo>
                    <a:pt x="4173427" y="1009849"/>
                  </a:lnTo>
                  <a:lnTo>
                    <a:pt x="4173764" y="1009575"/>
                  </a:lnTo>
                  <a:lnTo>
                    <a:pt x="4174100" y="1009905"/>
                  </a:lnTo>
                  <a:lnTo>
                    <a:pt x="4174437" y="1011053"/>
                  </a:lnTo>
                  <a:lnTo>
                    <a:pt x="4174773" y="1012901"/>
                  </a:lnTo>
                  <a:lnTo>
                    <a:pt x="4175110" y="1012966"/>
                  </a:lnTo>
                  <a:lnTo>
                    <a:pt x="4175446" y="1012910"/>
                  </a:lnTo>
                  <a:lnTo>
                    <a:pt x="4175783" y="1011857"/>
                  </a:lnTo>
                  <a:lnTo>
                    <a:pt x="4176119" y="1011057"/>
                  </a:lnTo>
                  <a:lnTo>
                    <a:pt x="4176456" y="1011178"/>
                  </a:lnTo>
                  <a:lnTo>
                    <a:pt x="4176792" y="1009139"/>
                  </a:lnTo>
                  <a:lnTo>
                    <a:pt x="4177128" y="1006758"/>
                  </a:lnTo>
                  <a:lnTo>
                    <a:pt x="4177465" y="1005777"/>
                  </a:lnTo>
                  <a:lnTo>
                    <a:pt x="4177801" y="1005802"/>
                  </a:lnTo>
                  <a:lnTo>
                    <a:pt x="4178138" y="1006640"/>
                  </a:lnTo>
                  <a:lnTo>
                    <a:pt x="4178474" y="1008160"/>
                  </a:lnTo>
                  <a:lnTo>
                    <a:pt x="4178811" y="1010519"/>
                  </a:lnTo>
                  <a:lnTo>
                    <a:pt x="4179147" y="1012820"/>
                  </a:lnTo>
                  <a:lnTo>
                    <a:pt x="4179484" y="1015038"/>
                  </a:lnTo>
                  <a:lnTo>
                    <a:pt x="4179820" y="1015846"/>
                  </a:lnTo>
                  <a:lnTo>
                    <a:pt x="4180157" y="1016721"/>
                  </a:lnTo>
                  <a:lnTo>
                    <a:pt x="4180493" y="1017838"/>
                  </a:lnTo>
                  <a:lnTo>
                    <a:pt x="4180830" y="1020890"/>
                  </a:lnTo>
                  <a:lnTo>
                    <a:pt x="4181166" y="1025103"/>
                  </a:lnTo>
                  <a:lnTo>
                    <a:pt x="4181502" y="1029359"/>
                  </a:lnTo>
                  <a:lnTo>
                    <a:pt x="4181839" y="1033361"/>
                  </a:lnTo>
                  <a:lnTo>
                    <a:pt x="4182175" y="1038465"/>
                  </a:lnTo>
                  <a:lnTo>
                    <a:pt x="4182512" y="1044213"/>
                  </a:lnTo>
                  <a:lnTo>
                    <a:pt x="4182848" y="1050931"/>
                  </a:lnTo>
                  <a:lnTo>
                    <a:pt x="4183185" y="1056794"/>
                  </a:lnTo>
                  <a:lnTo>
                    <a:pt x="4183521" y="1064625"/>
                  </a:lnTo>
                  <a:lnTo>
                    <a:pt x="4183858" y="1071644"/>
                  </a:lnTo>
                  <a:lnTo>
                    <a:pt x="4184194" y="1077742"/>
                  </a:lnTo>
                  <a:lnTo>
                    <a:pt x="4184531" y="1083433"/>
                  </a:lnTo>
                  <a:lnTo>
                    <a:pt x="4184867" y="1087977"/>
                  </a:lnTo>
                  <a:lnTo>
                    <a:pt x="4185204" y="1092865"/>
                  </a:lnTo>
                  <a:lnTo>
                    <a:pt x="4185540" y="1097600"/>
                  </a:lnTo>
                  <a:lnTo>
                    <a:pt x="4185876" y="1105157"/>
                  </a:lnTo>
                  <a:lnTo>
                    <a:pt x="4186213" y="1110833"/>
                  </a:lnTo>
                  <a:lnTo>
                    <a:pt x="4186549" y="1114968"/>
                  </a:lnTo>
                  <a:lnTo>
                    <a:pt x="4186886" y="1117652"/>
                  </a:lnTo>
                  <a:lnTo>
                    <a:pt x="4187222" y="1118677"/>
                  </a:lnTo>
                  <a:lnTo>
                    <a:pt x="4187559" y="1117002"/>
                  </a:lnTo>
                  <a:lnTo>
                    <a:pt x="4187895" y="1115058"/>
                  </a:lnTo>
                  <a:lnTo>
                    <a:pt x="4188232" y="1113048"/>
                  </a:lnTo>
                  <a:lnTo>
                    <a:pt x="4188568" y="1110070"/>
                  </a:lnTo>
                  <a:lnTo>
                    <a:pt x="4188905" y="1107374"/>
                  </a:lnTo>
                  <a:lnTo>
                    <a:pt x="4189241" y="1105190"/>
                  </a:lnTo>
                  <a:lnTo>
                    <a:pt x="4189578" y="1103047"/>
                  </a:lnTo>
                  <a:lnTo>
                    <a:pt x="4189914" y="1102386"/>
                  </a:lnTo>
                  <a:lnTo>
                    <a:pt x="4190250" y="1101144"/>
                  </a:lnTo>
                  <a:lnTo>
                    <a:pt x="4190587" y="1100289"/>
                  </a:lnTo>
                  <a:lnTo>
                    <a:pt x="4190923" y="1096323"/>
                  </a:lnTo>
                  <a:lnTo>
                    <a:pt x="4191260" y="1097010"/>
                  </a:lnTo>
                  <a:lnTo>
                    <a:pt x="4191596" y="1094932"/>
                  </a:lnTo>
                  <a:lnTo>
                    <a:pt x="4191933" y="1096253"/>
                  </a:lnTo>
                  <a:lnTo>
                    <a:pt x="4192269" y="1096537"/>
                  </a:lnTo>
                  <a:lnTo>
                    <a:pt x="4192606" y="1097626"/>
                  </a:lnTo>
                  <a:lnTo>
                    <a:pt x="4192942" y="1099511"/>
                  </a:lnTo>
                  <a:lnTo>
                    <a:pt x="4193279" y="1100327"/>
                  </a:lnTo>
                  <a:lnTo>
                    <a:pt x="4193615" y="1102072"/>
                  </a:lnTo>
                  <a:lnTo>
                    <a:pt x="4193951" y="1103655"/>
                  </a:lnTo>
                  <a:lnTo>
                    <a:pt x="4194288" y="1106587"/>
                  </a:lnTo>
                  <a:lnTo>
                    <a:pt x="4194624" y="1109038"/>
                  </a:lnTo>
                  <a:lnTo>
                    <a:pt x="4194961" y="1110957"/>
                  </a:lnTo>
                  <a:lnTo>
                    <a:pt x="4195297" y="1112686"/>
                  </a:lnTo>
                  <a:lnTo>
                    <a:pt x="4195634" y="1114804"/>
                  </a:lnTo>
                  <a:lnTo>
                    <a:pt x="4195970" y="1117944"/>
                  </a:lnTo>
                  <a:lnTo>
                    <a:pt x="4196307" y="1121444"/>
                  </a:lnTo>
                  <a:lnTo>
                    <a:pt x="4196643" y="1124034"/>
                  </a:lnTo>
                  <a:lnTo>
                    <a:pt x="4196980" y="1128319"/>
                  </a:lnTo>
                  <a:lnTo>
                    <a:pt x="4197316" y="1132489"/>
                  </a:lnTo>
                  <a:lnTo>
                    <a:pt x="4197653" y="1136363"/>
                  </a:lnTo>
                  <a:lnTo>
                    <a:pt x="4197989" y="1142075"/>
                  </a:lnTo>
                  <a:lnTo>
                    <a:pt x="4198325" y="1146934"/>
                  </a:lnTo>
                  <a:lnTo>
                    <a:pt x="4198662" y="1151687"/>
                  </a:lnTo>
                  <a:lnTo>
                    <a:pt x="4198998" y="1157904"/>
                  </a:lnTo>
                  <a:lnTo>
                    <a:pt x="4199335" y="1164889"/>
                  </a:lnTo>
                  <a:lnTo>
                    <a:pt x="4199671" y="1172997"/>
                  </a:lnTo>
                  <a:lnTo>
                    <a:pt x="4200008" y="1182449"/>
                  </a:lnTo>
                  <a:lnTo>
                    <a:pt x="4200344" y="1192003"/>
                  </a:lnTo>
                  <a:lnTo>
                    <a:pt x="4200681" y="1201663"/>
                  </a:lnTo>
                  <a:lnTo>
                    <a:pt x="4201017" y="1210578"/>
                  </a:lnTo>
                  <a:lnTo>
                    <a:pt x="4201354" y="1218394"/>
                  </a:lnTo>
                  <a:lnTo>
                    <a:pt x="4201690" y="1226082"/>
                  </a:lnTo>
                  <a:lnTo>
                    <a:pt x="4202027" y="1234293"/>
                  </a:lnTo>
                  <a:lnTo>
                    <a:pt x="4202363" y="1242681"/>
                  </a:lnTo>
                  <a:lnTo>
                    <a:pt x="4202699" y="1248409"/>
                  </a:lnTo>
                  <a:lnTo>
                    <a:pt x="4203036" y="1254998"/>
                  </a:lnTo>
                  <a:lnTo>
                    <a:pt x="4203372" y="1259348"/>
                  </a:lnTo>
                  <a:lnTo>
                    <a:pt x="4203709" y="1264609"/>
                  </a:lnTo>
                  <a:lnTo>
                    <a:pt x="4204045" y="1267729"/>
                  </a:lnTo>
                  <a:lnTo>
                    <a:pt x="4204382" y="1270082"/>
                  </a:lnTo>
                  <a:lnTo>
                    <a:pt x="4204718" y="1270850"/>
                  </a:lnTo>
                  <a:lnTo>
                    <a:pt x="4205055" y="1272289"/>
                  </a:lnTo>
                  <a:lnTo>
                    <a:pt x="4205391" y="1272191"/>
                  </a:lnTo>
                  <a:lnTo>
                    <a:pt x="4205728" y="1272345"/>
                  </a:lnTo>
                  <a:lnTo>
                    <a:pt x="4206064" y="1273401"/>
                  </a:lnTo>
                  <a:lnTo>
                    <a:pt x="4206401" y="1275467"/>
                  </a:lnTo>
                  <a:lnTo>
                    <a:pt x="4206737" y="1278243"/>
                  </a:lnTo>
                  <a:lnTo>
                    <a:pt x="4207073" y="1280963"/>
                  </a:lnTo>
                  <a:lnTo>
                    <a:pt x="4207410" y="1283355"/>
                  </a:lnTo>
                  <a:lnTo>
                    <a:pt x="4207746" y="1284917"/>
                  </a:lnTo>
                  <a:lnTo>
                    <a:pt x="4208083" y="1286621"/>
                  </a:lnTo>
                  <a:lnTo>
                    <a:pt x="4208419" y="1288140"/>
                  </a:lnTo>
                  <a:lnTo>
                    <a:pt x="4208756" y="1289662"/>
                  </a:lnTo>
                  <a:lnTo>
                    <a:pt x="4209092" y="1290960"/>
                  </a:lnTo>
                  <a:lnTo>
                    <a:pt x="4209429" y="1291926"/>
                  </a:lnTo>
                  <a:lnTo>
                    <a:pt x="4209765" y="1292272"/>
                  </a:lnTo>
                  <a:lnTo>
                    <a:pt x="4210102" y="1292810"/>
                  </a:lnTo>
                  <a:lnTo>
                    <a:pt x="4210438" y="1293753"/>
                  </a:lnTo>
                  <a:lnTo>
                    <a:pt x="4210775" y="1294698"/>
                  </a:lnTo>
                  <a:lnTo>
                    <a:pt x="4211111" y="1296108"/>
                  </a:lnTo>
                  <a:lnTo>
                    <a:pt x="4211447" y="1296875"/>
                  </a:lnTo>
                  <a:lnTo>
                    <a:pt x="4211784" y="1297394"/>
                  </a:lnTo>
                  <a:lnTo>
                    <a:pt x="4212120" y="1297698"/>
                  </a:lnTo>
                  <a:lnTo>
                    <a:pt x="4212457" y="1298070"/>
                  </a:lnTo>
                  <a:lnTo>
                    <a:pt x="4212793" y="1299085"/>
                  </a:lnTo>
                  <a:lnTo>
                    <a:pt x="4213130" y="1299341"/>
                  </a:lnTo>
                  <a:lnTo>
                    <a:pt x="4213466" y="1298465"/>
                  </a:lnTo>
                  <a:lnTo>
                    <a:pt x="4213803" y="1298427"/>
                  </a:lnTo>
                  <a:lnTo>
                    <a:pt x="4214139" y="1296947"/>
                  </a:lnTo>
                  <a:lnTo>
                    <a:pt x="4214476" y="1293553"/>
                  </a:lnTo>
                  <a:lnTo>
                    <a:pt x="4214812" y="1292729"/>
                  </a:lnTo>
                  <a:lnTo>
                    <a:pt x="4215149" y="1291449"/>
                  </a:lnTo>
                  <a:lnTo>
                    <a:pt x="4215485" y="1292126"/>
                  </a:lnTo>
                  <a:lnTo>
                    <a:pt x="4215821" y="1293471"/>
                  </a:lnTo>
                  <a:lnTo>
                    <a:pt x="4216158" y="1295579"/>
                  </a:lnTo>
                  <a:lnTo>
                    <a:pt x="4216494" y="1298924"/>
                  </a:lnTo>
                  <a:lnTo>
                    <a:pt x="4216831" y="1302111"/>
                  </a:lnTo>
                  <a:lnTo>
                    <a:pt x="4217167" y="1306336"/>
                  </a:lnTo>
                  <a:lnTo>
                    <a:pt x="4217504" y="1311038"/>
                  </a:lnTo>
                  <a:lnTo>
                    <a:pt x="4217840" y="1315083"/>
                  </a:lnTo>
                  <a:lnTo>
                    <a:pt x="4218177" y="1318301"/>
                  </a:lnTo>
                  <a:lnTo>
                    <a:pt x="4218513" y="1321819"/>
                  </a:lnTo>
                  <a:lnTo>
                    <a:pt x="4218850" y="1324901"/>
                  </a:lnTo>
                  <a:lnTo>
                    <a:pt x="4219186" y="1328074"/>
                  </a:lnTo>
                  <a:lnTo>
                    <a:pt x="4219523" y="1331010"/>
                  </a:lnTo>
                  <a:lnTo>
                    <a:pt x="4219859" y="1333000"/>
                  </a:lnTo>
                  <a:lnTo>
                    <a:pt x="4220195" y="1335226"/>
                  </a:lnTo>
                  <a:lnTo>
                    <a:pt x="4220532" y="1337184"/>
                  </a:lnTo>
                  <a:lnTo>
                    <a:pt x="4220868" y="1338572"/>
                  </a:lnTo>
                  <a:lnTo>
                    <a:pt x="4221205" y="1339398"/>
                  </a:lnTo>
                  <a:lnTo>
                    <a:pt x="4221541" y="1340064"/>
                  </a:lnTo>
                  <a:lnTo>
                    <a:pt x="4221878" y="1339649"/>
                  </a:lnTo>
                  <a:lnTo>
                    <a:pt x="4222214" y="1338406"/>
                  </a:lnTo>
                  <a:lnTo>
                    <a:pt x="4222551" y="1336972"/>
                  </a:lnTo>
                  <a:lnTo>
                    <a:pt x="4222887" y="1335571"/>
                  </a:lnTo>
                  <a:lnTo>
                    <a:pt x="4223224" y="1333530"/>
                  </a:lnTo>
                  <a:lnTo>
                    <a:pt x="4223560" y="1331626"/>
                  </a:lnTo>
                  <a:lnTo>
                    <a:pt x="4223897" y="1329669"/>
                  </a:lnTo>
                  <a:lnTo>
                    <a:pt x="4224233" y="1326963"/>
                  </a:lnTo>
                  <a:lnTo>
                    <a:pt x="4224569" y="1324436"/>
                  </a:lnTo>
                  <a:lnTo>
                    <a:pt x="4224906" y="1321599"/>
                  </a:lnTo>
                  <a:lnTo>
                    <a:pt x="4225242" y="1319534"/>
                  </a:lnTo>
                  <a:lnTo>
                    <a:pt x="4225579" y="1316706"/>
                  </a:lnTo>
                  <a:lnTo>
                    <a:pt x="4225915" y="1314799"/>
                  </a:lnTo>
                  <a:lnTo>
                    <a:pt x="4226252" y="1313699"/>
                  </a:lnTo>
                  <a:lnTo>
                    <a:pt x="4226588" y="1312070"/>
                  </a:lnTo>
                  <a:lnTo>
                    <a:pt x="4226925" y="1312507"/>
                  </a:lnTo>
                  <a:lnTo>
                    <a:pt x="4227261" y="1313942"/>
                  </a:lnTo>
                  <a:lnTo>
                    <a:pt x="4227598" y="1316689"/>
                  </a:lnTo>
                  <a:lnTo>
                    <a:pt x="4227934" y="1319721"/>
                  </a:lnTo>
                  <a:lnTo>
                    <a:pt x="4228270" y="1321901"/>
                  </a:lnTo>
                  <a:lnTo>
                    <a:pt x="4228607" y="1323412"/>
                  </a:lnTo>
                  <a:lnTo>
                    <a:pt x="4228943" y="1324569"/>
                  </a:lnTo>
                  <a:lnTo>
                    <a:pt x="4229280" y="1326321"/>
                  </a:lnTo>
                  <a:lnTo>
                    <a:pt x="4229616" y="1325302"/>
                  </a:lnTo>
                  <a:lnTo>
                    <a:pt x="4229953" y="1323846"/>
                  </a:lnTo>
                  <a:lnTo>
                    <a:pt x="4230289" y="1322994"/>
                  </a:lnTo>
                  <a:lnTo>
                    <a:pt x="4230626" y="1321213"/>
                  </a:lnTo>
                  <a:lnTo>
                    <a:pt x="4230962" y="1319950"/>
                  </a:lnTo>
                  <a:lnTo>
                    <a:pt x="4231299" y="1318161"/>
                  </a:lnTo>
                  <a:lnTo>
                    <a:pt x="4231635" y="1316005"/>
                  </a:lnTo>
                  <a:lnTo>
                    <a:pt x="4231972" y="1313096"/>
                  </a:lnTo>
                  <a:lnTo>
                    <a:pt x="4232308" y="1308680"/>
                  </a:lnTo>
                  <a:lnTo>
                    <a:pt x="4232644" y="1305821"/>
                  </a:lnTo>
                  <a:lnTo>
                    <a:pt x="4232981" y="1302269"/>
                  </a:lnTo>
                  <a:lnTo>
                    <a:pt x="4233317" y="1298894"/>
                  </a:lnTo>
                  <a:lnTo>
                    <a:pt x="4233654" y="1295009"/>
                  </a:lnTo>
                  <a:lnTo>
                    <a:pt x="4233990" y="1290688"/>
                  </a:lnTo>
                  <a:lnTo>
                    <a:pt x="4234327" y="1285798"/>
                  </a:lnTo>
                  <a:lnTo>
                    <a:pt x="4234663" y="1281774"/>
                  </a:lnTo>
                  <a:lnTo>
                    <a:pt x="4235000" y="1276987"/>
                  </a:lnTo>
                  <a:lnTo>
                    <a:pt x="4235336" y="1272433"/>
                  </a:lnTo>
                  <a:lnTo>
                    <a:pt x="4235673" y="1267017"/>
                  </a:lnTo>
                  <a:lnTo>
                    <a:pt x="4236009" y="1262704"/>
                  </a:lnTo>
                  <a:lnTo>
                    <a:pt x="4236346" y="1258166"/>
                  </a:lnTo>
                  <a:lnTo>
                    <a:pt x="4236682" y="1254296"/>
                  </a:lnTo>
                  <a:lnTo>
                    <a:pt x="4237018" y="1250376"/>
                  </a:lnTo>
                  <a:lnTo>
                    <a:pt x="4237355" y="1246478"/>
                  </a:lnTo>
                  <a:lnTo>
                    <a:pt x="4237691" y="1242557"/>
                  </a:lnTo>
                  <a:lnTo>
                    <a:pt x="4238028" y="1238058"/>
                  </a:lnTo>
                  <a:lnTo>
                    <a:pt x="4238364" y="1234108"/>
                  </a:lnTo>
                  <a:lnTo>
                    <a:pt x="4238701" y="1230363"/>
                  </a:lnTo>
                  <a:lnTo>
                    <a:pt x="4239037" y="1227614"/>
                  </a:lnTo>
                  <a:lnTo>
                    <a:pt x="4239374" y="1225418"/>
                  </a:lnTo>
                  <a:lnTo>
                    <a:pt x="4239710" y="1222604"/>
                  </a:lnTo>
                  <a:lnTo>
                    <a:pt x="4240047" y="1221086"/>
                  </a:lnTo>
                  <a:lnTo>
                    <a:pt x="4240383" y="1219954"/>
                  </a:lnTo>
                  <a:lnTo>
                    <a:pt x="4240720" y="1220275"/>
                  </a:lnTo>
                  <a:lnTo>
                    <a:pt x="4241056" y="1221357"/>
                  </a:lnTo>
                  <a:lnTo>
                    <a:pt x="4241392" y="1222818"/>
                  </a:lnTo>
                  <a:lnTo>
                    <a:pt x="4241729" y="1224007"/>
                  </a:lnTo>
                  <a:lnTo>
                    <a:pt x="4242065" y="1225418"/>
                  </a:lnTo>
                  <a:lnTo>
                    <a:pt x="4242402" y="1228769"/>
                  </a:lnTo>
                  <a:lnTo>
                    <a:pt x="4242738" y="1232489"/>
                  </a:lnTo>
                  <a:lnTo>
                    <a:pt x="4243075" y="1237376"/>
                  </a:lnTo>
                  <a:lnTo>
                    <a:pt x="4243411" y="1242141"/>
                  </a:lnTo>
                  <a:lnTo>
                    <a:pt x="4243748" y="1246919"/>
                  </a:lnTo>
                  <a:lnTo>
                    <a:pt x="4244084" y="1254098"/>
                  </a:lnTo>
                  <a:lnTo>
                    <a:pt x="4244421" y="1260540"/>
                  </a:lnTo>
                  <a:lnTo>
                    <a:pt x="4244757" y="1265741"/>
                  </a:lnTo>
                  <a:lnTo>
                    <a:pt x="4245094" y="1270024"/>
                  </a:lnTo>
                  <a:lnTo>
                    <a:pt x="4245430" y="1273335"/>
                  </a:lnTo>
                  <a:lnTo>
                    <a:pt x="4245766" y="1274739"/>
                  </a:lnTo>
                  <a:lnTo>
                    <a:pt x="4246103" y="1275207"/>
                  </a:lnTo>
                  <a:lnTo>
                    <a:pt x="4246439" y="1273164"/>
                  </a:lnTo>
                  <a:lnTo>
                    <a:pt x="4246776" y="1270670"/>
                  </a:lnTo>
                  <a:lnTo>
                    <a:pt x="4247112" y="1271265"/>
                  </a:lnTo>
                  <a:lnTo>
                    <a:pt x="4247449" y="1271365"/>
                  </a:lnTo>
                  <a:lnTo>
                    <a:pt x="4247785" y="1270701"/>
                  </a:lnTo>
                  <a:lnTo>
                    <a:pt x="4248122" y="1267270"/>
                  </a:lnTo>
                  <a:lnTo>
                    <a:pt x="4248458" y="1262252"/>
                  </a:lnTo>
                  <a:lnTo>
                    <a:pt x="4248795" y="1257035"/>
                  </a:lnTo>
                  <a:lnTo>
                    <a:pt x="4249131" y="1251273"/>
                  </a:lnTo>
                  <a:lnTo>
                    <a:pt x="4249468" y="1245127"/>
                  </a:lnTo>
                  <a:lnTo>
                    <a:pt x="4249804" y="1237909"/>
                  </a:lnTo>
                  <a:lnTo>
                    <a:pt x="4250140" y="1230019"/>
                  </a:lnTo>
                  <a:lnTo>
                    <a:pt x="4250477" y="1224755"/>
                  </a:lnTo>
                  <a:lnTo>
                    <a:pt x="4250813" y="1219447"/>
                  </a:lnTo>
                  <a:lnTo>
                    <a:pt x="4251150" y="1215981"/>
                  </a:lnTo>
                  <a:lnTo>
                    <a:pt x="4251486" y="1213085"/>
                  </a:lnTo>
                  <a:lnTo>
                    <a:pt x="4251823" y="1209947"/>
                  </a:lnTo>
                  <a:lnTo>
                    <a:pt x="4252159" y="1207877"/>
                  </a:lnTo>
                  <a:lnTo>
                    <a:pt x="4252496" y="1203906"/>
                  </a:lnTo>
                  <a:lnTo>
                    <a:pt x="4252832" y="1200155"/>
                  </a:lnTo>
                  <a:lnTo>
                    <a:pt x="4253169" y="1196517"/>
                  </a:lnTo>
                  <a:lnTo>
                    <a:pt x="4253505" y="1193670"/>
                  </a:lnTo>
                  <a:lnTo>
                    <a:pt x="4253842" y="1191455"/>
                  </a:lnTo>
                  <a:lnTo>
                    <a:pt x="4254178" y="1191237"/>
                  </a:lnTo>
                  <a:lnTo>
                    <a:pt x="4254514" y="1192004"/>
                  </a:lnTo>
                  <a:lnTo>
                    <a:pt x="4254851" y="1194457"/>
                  </a:lnTo>
                  <a:lnTo>
                    <a:pt x="4255187" y="1197186"/>
                  </a:lnTo>
                  <a:lnTo>
                    <a:pt x="4255524" y="1200471"/>
                  </a:lnTo>
                  <a:lnTo>
                    <a:pt x="4255860" y="1203691"/>
                  </a:lnTo>
                  <a:lnTo>
                    <a:pt x="4256197" y="1207349"/>
                  </a:lnTo>
                  <a:lnTo>
                    <a:pt x="4256533" y="1210813"/>
                  </a:lnTo>
                  <a:lnTo>
                    <a:pt x="4256870" y="1213048"/>
                  </a:lnTo>
                  <a:lnTo>
                    <a:pt x="4257206" y="1214506"/>
                  </a:lnTo>
                  <a:lnTo>
                    <a:pt x="4257543" y="1217721"/>
                  </a:lnTo>
                  <a:lnTo>
                    <a:pt x="4257879" y="1221444"/>
                  </a:lnTo>
                  <a:lnTo>
                    <a:pt x="4258215" y="1228725"/>
                  </a:lnTo>
                  <a:lnTo>
                    <a:pt x="4258552" y="1233431"/>
                  </a:lnTo>
                  <a:lnTo>
                    <a:pt x="4258888" y="1236866"/>
                  </a:lnTo>
                  <a:lnTo>
                    <a:pt x="4259225" y="1235031"/>
                  </a:lnTo>
                  <a:lnTo>
                    <a:pt x="4259561" y="1233204"/>
                  </a:lnTo>
                  <a:lnTo>
                    <a:pt x="4259898" y="1227941"/>
                  </a:lnTo>
                  <a:lnTo>
                    <a:pt x="4260234" y="1223145"/>
                  </a:lnTo>
                  <a:lnTo>
                    <a:pt x="4260571" y="1219607"/>
                  </a:lnTo>
                  <a:lnTo>
                    <a:pt x="4260907" y="1215014"/>
                  </a:lnTo>
                  <a:lnTo>
                    <a:pt x="4261244" y="1209780"/>
                  </a:lnTo>
                  <a:lnTo>
                    <a:pt x="4261580" y="1202218"/>
                  </a:lnTo>
                  <a:lnTo>
                    <a:pt x="4261917" y="1194735"/>
                  </a:lnTo>
                  <a:lnTo>
                    <a:pt x="4262253" y="1186884"/>
                  </a:lnTo>
                  <a:lnTo>
                    <a:pt x="4262589" y="1178302"/>
                  </a:lnTo>
                  <a:lnTo>
                    <a:pt x="4262926" y="1169694"/>
                  </a:lnTo>
                  <a:lnTo>
                    <a:pt x="4263262" y="1161260"/>
                  </a:lnTo>
                  <a:lnTo>
                    <a:pt x="4263599" y="1152545"/>
                  </a:lnTo>
                  <a:lnTo>
                    <a:pt x="4263935" y="1145823"/>
                  </a:lnTo>
                  <a:lnTo>
                    <a:pt x="4264272" y="1139113"/>
                  </a:lnTo>
                  <a:lnTo>
                    <a:pt x="4264608" y="1129172"/>
                  </a:lnTo>
                  <a:lnTo>
                    <a:pt x="4264945" y="1123455"/>
                  </a:lnTo>
                  <a:lnTo>
                    <a:pt x="4265281" y="1118097"/>
                  </a:lnTo>
                  <a:lnTo>
                    <a:pt x="4265618" y="1115462"/>
                  </a:lnTo>
                  <a:lnTo>
                    <a:pt x="4265954" y="1114467"/>
                  </a:lnTo>
                  <a:lnTo>
                    <a:pt x="4266291" y="1112255"/>
                  </a:lnTo>
                  <a:lnTo>
                    <a:pt x="4266627" y="1110076"/>
                  </a:lnTo>
                  <a:lnTo>
                    <a:pt x="4266963" y="1107615"/>
                  </a:lnTo>
                  <a:lnTo>
                    <a:pt x="4267300" y="1104706"/>
                  </a:lnTo>
                  <a:lnTo>
                    <a:pt x="4267636" y="1102146"/>
                  </a:lnTo>
                  <a:lnTo>
                    <a:pt x="4267973" y="1100163"/>
                  </a:lnTo>
                  <a:lnTo>
                    <a:pt x="4268309" y="1098167"/>
                  </a:lnTo>
                  <a:lnTo>
                    <a:pt x="4268646" y="1096328"/>
                  </a:lnTo>
                  <a:lnTo>
                    <a:pt x="4268982" y="1094533"/>
                  </a:lnTo>
                  <a:lnTo>
                    <a:pt x="4269319" y="1092548"/>
                  </a:lnTo>
                  <a:lnTo>
                    <a:pt x="4269655" y="1090044"/>
                  </a:lnTo>
                  <a:lnTo>
                    <a:pt x="4269992" y="1086641"/>
                  </a:lnTo>
                  <a:lnTo>
                    <a:pt x="4270328" y="1083348"/>
                  </a:lnTo>
                  <a:lnTo>
                    <a:pt x="4270665" y="1078278"/>
                  </a:lnTo>
                  <a:lnTo>
                    <a:pt x="4271001" y="1073544"/>
                  </a:lnTo>
                  <a:lnTo>
                    <a:pt x="4271337" y="1067122"/>
                  </a:lnTo>
                  <a:lnTo>
                    <a:pt x="4271674" y="1060908"/>
                  </a:lnTo>
                  <a:lnTo>
                    <a:pt x="4272010" y="1056409"/>
                  </a:lnTo>
                  <a:lnTo>
                    <a:pt x="4272347" y="1051638"/>
                  </a:lnTo>
                  <a:lnTo>
                    <a:pt x="4272683" y="1048306"/>
                  </a:lnTo>
                  <a:lnTo>
                    <a:pt x="4273020" y="1046761"/>
                  </a:lnTo>
                  <a:lnTo>
                    <a:pt x="4273356" y="1044810"/>
                  </a:lnTo>
                  <a:lnTo>
                    <a:pt x="4273693" y="1043455"/>
                  </a:lnTo>
                  <a:lnTo>
                    <a:pt x="4274029" y="1042025"/>
                  </a:lnTo>
                  <a:lnTo>
                    <a:pt x="4274366" y="1040235"/>
                  </a:lnTo>
                  <a:lnTo>
                    <a:pt x="4274702" y="1038305"/>
                  </a:lnTo>
                  <a:lnTo>
                    <a:pt x="4275039" y="1036897"/>
                  </a:lnTo>
                  <a:lnTo>
                    <a:pt x="4275375" y="1035479"/>
                  </a:lnTo>
                  <a:lnTo>
                    <a:pt x="4275711" y="1034101"/>
                  </a:lnTo>
                  <a:lnTo>
                    <a:pt x="4276048" y="1033056"/>
                  </a:lnTo>
                  <a:lnTo>
                    <a:pt x="4276384" y="1032315"/>
                  </a:lnTo>
                  <a:lnTo>
                    <a:pt x="4276721" y="1031543"/>
                  </a:lnTo>
                  <a:lnTo>
                    <a:pt x="4277057" y="1030581"/>
                  </a:lnTo>
                  <a:lnTo>
                    <a:pt x="4277394" y="1029656"/>
                  </a:lnTo>
                  <a:lnTo>
                    <a:pt x="4277730" y="1028849"/>
                  </a:lnTo>
                  <a:lnTo>
                    <a:pt x="4278067" y="1027476"/>
                  </a:lnTo>
                  <a:lnTo>
                    <a:pt x="4278403" y="1024779"/>
                  </a:lnTo>
                  <a:lnTo>
                    <a:pt x="4278740" y="1020951"/>
                  </a:lnTo>
                  <a:lnTo>
                    <a:pt x="4279076" y="1011152"/>
                  </a:lnTo>
                  <a:lnTo>
                    <a:pt x="4279413" y="1001228"/>
                  </a:lnTo>
                  <a:lnTo>
                    <a:pt x="4279749" y="990940"/>
                  </a:lnTo>
                  <a:lnTo>
                    <a:pt x="4280085" y="979950"/>
                  </a:lnTo>
                  <a:lnTo>
                    <a:pt x="4280422" y="969969"/>
                  </a:lnTo>
                  <a:lnTo>
                    <a:pt x="4280758" y="960760"/>
                  </a:lnTo>
                  <a:lnTo>
                    <a:pt x="4281095" y="950065"/>
                  </a:lnTo>
                  <a:lnTo>
                    <a:pt x="4281431" y="941521"/>
                  </a:lnTo>
                  <a:lnTo>
                    <a:pt x="4281768" y="936183"/>
                  </a:lnTo>
                  <a:lnTo>
                    <a:pt x="4282104" y="928877"/>
                  </a:lnTo>
                  <a:lnTo>
                    <a:pt x="4282441" y="922071"/>
                  </a:lnTo>
                  <a:lnTo>
                    <a:pt x="4282777" y="914538"/>
                  </a:lnTo>
                  <a:lnTo>
                    <a:pt x="4283114" y="905265"/>
                  </a:lnTo>
                  <a:lnTo>
                    <a:pt x="4283450" y="895588"/>
                  </a:lnTo>
                  <a:lnTo>
                    <a:pt x="4283787" y="885330"/>
                  </a:lnTo>
                  <a:lnTo>
                    <a:pt x="4284123" y="875502"/>
                  </a:lnTo>
                  <a:lnTo>
                    <a:pt x="4284459" y="866458"/>
                  </a:lnTo>
                  <a:lnTo>
                    <a:pt x="4284796" y="858123"/>
                  </a:lnTo>
                  <a:lnTo>
                    <a:pt x="4285132" y="850904"/>
                  </a:lnTo>
                  <a:lnTo>
                    <a:pt x="4285469" y="842730"/>
                  </a:lnTo>
                  <a:lnTo>
                    <a:pt x="4285805" y="835306"/>
                  </a:lnTo>
                  <a:lnTo>
                    <a:pt x="4286142" y="828178"/>
                  </a:lnTo>
                  <a:lnTo>
                    <a:pt x="4286478" y="819616"/>
                  </a:lnTo>
                  <a:lnTo>
                    <a:pt x="4286815" y="809757"/>
                  </a:lnTo>
                  <a:lnTo>
                    <a:pt x="4287151" y="799132"/>
                  </a:lnTo>
                  <a:lnTo>
                    <a:pt x="4287488" y="787118"/>
                  </a:lnTo>
                  <a:lnTo>
                    <a:pt x="4287824" y="774220"/>
                  </a:lnTo>
                  <a:lnTo>
                    <a:pt x="4288161" y="762294"/>
                  </a:lnTo>
                  <a:lnTo>
                    <a:pt x="4288497" y="750552"/>
                  </a:lnTo>
                  <a:lnTo>
                    <a:pt x="4288833" y="738433"/>
                  </a:lnTo>
                  <a:lnTo>
                    <a:pt x="4289170" y="725518"/>
                  </a:lnTo>
                  <a:lnTo>
                    <a:pt x="4289506" y="713126"/>
                  </a:lnTo>
                  <a:lnTo>
                    <a:pt x="4289843" y="700327"/>
                  </a:lnTo>
                  <a:lnTo>
                    <a:pt x="4290179" y="687369"/>
                  </a:lnTo>
                  <a:lnTo>
                    <a:pt x="4290516" y="675234"/>
                  </a:lnTo>
                  <a:lnTo>
                    <a:pt x="4290852" y="662092"/>
                  </a:lnTo>
                  <a:lnTo>
                    <a:pt x="4291189" y="648332"/>
                  </a:lnTo>
                  <a:lnTo>
                    <a:pt x="4291525" y="640239"/>
                  </a:lnTo>
                  <a:lnTo>
                    <a:pt x="4291862" y="632988"/>
                  </a:lnTo>
                  <a:lnTo>
                    <a:pt x="4292198" y="627943"/>
                  </a:lnTo>
                  <a:lnTo>
                    <a:pt x="4292534" y="623109"/>
                  </a:lnTo>
                  <a:lnTo>
                    <a:pt x="4292871" y="619261"/>
                  </a:lnTo>
                  <a:lnTo>
                    <a:pt x="4293207" y="615570"/>
                  </a:lnTo>
                  <a:lnTo>
                    <a:pt x="4293544" y="612017"/>
                  </a:lnTo>
                  <a:lnTo>
                    <a:pt x="4293880" y="608421"/>
                  </a:lnTo>
                  <a:lnTo>
                    <a:pt x="4294217" y="604241"/>
                  </a:lnTo>
                  <a:lnTo>
                    <a:pt x="4294553" y="600153"/>
                  </a:lnTo>
                  <a:lnTo>
                    <a:pt x="4294890" y="597298"/>
                  </a:lnTo>
                  <a:lnTo>
                    <a:pt x="4295226" y="594745"/>
                  </a:lnTo>
                  <a:lnTo>
                    <a:pt x="4295563" y="593743"/>
                  </a:lnTo>
                  <a:lnTo>
                    <a:pt x="4295899" y="592803"/>
                  </a:lnTo>
                  <a:lnTo>
                    <a:pt x="4296236" y="592104"/>
                  </a:lnTo>
                  <a:lnTo>
                    <a:pt x="4296572" y="590953"/>
                  </a:lnTo>
                  <a:lnTo>
                    <a:pt x="4296908" y="591833"/>
                  </a:lnTo>
                  <a:lnTo>
                    <a:pt x="4297245" y="593111"/>
                  </a:lnTo>
                  <a:lnTo>
                    <a:pt x="4297581" y="593831"/>
                  </a:lnTo>
                  <a:lnTo>
                    <a:pt x="4297918" y="595592"/>
                  </a:lnTo>
                  <a:lnTo>
                    <a:pt x="4298254" y="596638"/>
                  </a:lnTo>
                  <a:lnTo>
                    <a:pt x="4298591" y="598479"/>
                  </a:lnTo>
                  <a:lnTo>
                    <a:pt x="4298927" y="601695"/>
                  </a:lnTo>
                  <a:lnTo>
                    <a:pt x="4299264" y="605993"/>
                  </a:lnTo>
                  <a:lnTo>
                    <a:pt x="4299600" y="611378"/>
                  </a:lnTo>
                  <a:lnTo>
                    <a:pt x="4299937" y="615096"/>
                  </a:lnTo>
                  <a:lnTo>
                    <a:pt x="4300273" y="618410"/>
                  </a:lnTo>
                  <a:lnTo>
                    <a:pt x="4300610" y="620378"/>
                  </a:lnTo>
                  <a:lnTo>
                    <a:pt x="4300946" y="621266"/>
                  </a:lnTo>
                  <a:lnTo>
                    <a:pt x="4301282" y="621938"/>
                  </a:lnTo>
                  <a:lnTo>
                    <a:pt x="4301619" y="623231"/>
                  </a:lnTo>
                  <a:lnTo>
                    <a:pt x="4301955" y="624154"/>
                  </a:lnTo>
                  <a:lnTo>
                    <a:pt x="4302292" y="626152"/>
                  </a:lnTo>
                  <a:lnTo>
                    <a:pt x="4302628" y="626827"/>
                  </a:lnTo>
                  <a:lnTo>
                    <a:pt x="4302965" y="624937"/>
                  </a:lnTo>
                  <a:lnTo>
                    <a:pt x="4303301" y="622303"/>
                  </a:lnTo>
                  <a:lnTo>
                    <a:pt x="4303638" y="619955"/>
                  </a:lnTo>
                  <a:lnTo>
                    <a:pt x="4303974" y="616507"/>
                  </a:lnTo>
                  <a:lnTo>
                    <a:pt x="4304311" y="613339"/>
                  </a:lnTo>
                  <a:lnTo>
                    <a:pt x="4304647" y="610424"/>
                  </a:lnTo>
                  <a:lnTo>
                    <a:pt x="4304984" y="607851"/>
                  </a:lnTo>
                  <a:lnTo>
                    <a:pt x="4305320" y="607253"/>
                  </a:lnTo>
                  <a:lnTo>
                    <a:pt x="4305656" y="606320"/>
                  </a:lnTo>
                  <a:lnTo>
                    <a:pt x="4305993" y="604489"/>
                  </a:lnTo>
                  <a:lnTo>
                    <a:pt x="4306329" y="602852"/>
                  </a:lnTo>
                  <a:lnTo>
                    <a:pt x="4306666" y="603790"/>
                  </a:lnTo>
                  <a:lnTo>
                    <a:pt x="4307002" y="604678"/>
                  </a:lnTo>
                  <a:lnTo>
                    <a:pt x="4307339" y="603951"/>
                  </a:lnTo>
                  <a:lnTo>
                    <a:pt x="4307675" y="602876"/>
                  </a:lnTo>
                  <a:lnTo>
                    <a:pt x="4308012" y="601161"/>
                  </a:lnTo>
                  <a:lnTo>
                    <a:pt x="4308348" y="599516"/>
                  </a:lnTo>
                  <a:lnTo>
                    <a:pt x="4308685" y="598209"/>
                  </a:lnTo>
                  <a:lnTo>
                    <a:pt x="4309021" y="597057"/>
                  </a:lnTo>
                  <a:lnTo>
                    <a:pt x="4309358" y="595294"/>
                  </a:lnTo>
                  <a:lnTo>
                    <a:pt x="4309694" y="592545"/>
                  </a:lnTo>
                  <a:lnTo>
                    <a:pt x="4310030" y="589491"/>
                  </a:lnTo>
                  <a:lnTo>
                    <a:pt x="4310367" y="585716"/>
                  </a:lnTo>
                  <a:lnTo>
                    <a:pt x="4310703" y="581871"/>
                  </a:lnTo>
                  <a:lnTo>
                    <a:pt x="4311040" y="577786"/>
                  </a:lnTo>
                  <a:lnTo>
                    <a:pt x="4311376" y="573141"/>
                  </a:lnTo>
                  <a:lnTo>
                    <a:pt x="4311713" y="567698"/>
                  </a:lnTo>
                  <a:lnTo>
                    <a:pt x="4312049" y="563714"/>
                  </a:lnTo>
                  <a:lnTo>
                    <a:pt x="4312386" y="557566"/>
                  </a:lnTo>
                  <a:lnTo>
                    <a:pt x="4312722" y="552715"/>
                  </a:lnTo>
                  <a:lnTo>
                    <a:pt x="4313059" y="548660"/>
                  </a:lnTo>
                  <a:lnTo>
                    <a:pt x="4313395" y="543633"/>
                  </a:lnTo>
                  <a:lnTo>
                    <a:pt x="4313732" y="539244"/>
                  </a:lnTo>
                  <a:lnTo>
                    <a:pt x="4314068" y="534926"/>
                  </a:lnTo>
                  <a:lnTo>
                    <a:pt x="4314404" y="528923"/>
                  </a:lnTo>
                  <a:lnTo>
                    <a:pt x="4314741" y="523852"/>
                  </a:lnTo>
                  <a:lnTo>
                    <a:pt x="4315077" y="519559"/>
                  </a:lnTo>
                  <a:lnTo>
                    <a:pt x="4315414" y="516544"/>
                  </a:lnTo>
                  <a:lnTo>
                    <a:pt x="4315750" y="514877"/>
                  </a:lnTo>
                  <a:lnTo>
                    <a:pt x="4316087" y="514465"/>
                  </a:lnTo>
                  <a:lnTo>
                    <a:pt x="4316423" y="515978"/>
                  </a:lnTo>
                  <a:lnTo>
                    <a:pt x="4316760" y="518916"/>
                  </a:lnTo>
                  <a:lnTo>
                    <a:pt x="4317096" y="522771"/>
                  </a:lnTo>
                  <a:lnTo>
                    <a:pt x="4317433" y="527612"/>
                  </a:lnTo>
                  <a:lnTo>
                    <a:pt x="4317769" y="530468"/>
                  </a:lnTo>
                  <a:lnTo>
                    <a:pt x="4318106" y="534622"/>
                  </a:lnTo>
                  <a:lnTo>
                    <a:pt x="4318442" y="537770"/>
                  </a:lnTo>
                  <a:lnTo>
                    <a:pt x="4318778" y="541078"/>
                  </a:lnTo>
                  <a:lnTo>
                    <a:pt x="4319115" y="543864"/>
                  </a:lnTo>
                  <a:lnTo>
                    <a:pt x="4319451" y="545145"/>
                  </a:lnTo>
                  <a:lnTo>
                    <a:pt x="4319788" y="548450"/>
                  </a:lnTo>
                  <a:lnTo>
                    <a:pt x="4320124" y="552178"/>
                  </a:lnTo>
                  <a:lnTo>
                    <a:pt x="4320461" y="556414"/>
                  </a:lnTo>
                  <a:lnTo>
                    <a:pt x="4320797" y="561114"/>
                  </a:lnTo>
                  <a:lnTo>
                    <a:pt x="4321134" y="565696"/>
                  </a:lnTo>
                  <a:lnTo>
                    <a:pt x="4321470" y="567649"/>
                  </a:lnTo>
                  <a:lnTo>
                    <a:pt x="4321807" y="568005"/>
                  </a:lnTo>
                  <a:lnTo>
                    <a:pt x="4322143" y="567392"/>
                  </a:lnTo>
                  <a:lnTo>
                    <a:pt x="4322480" y="566039"/>
                  </a:lnTo>
                  <a:lnTo>
                    <a:pt x="4322816" y="563709"/>
                  </a:lnTo>
                  <a:lnTo>
                    <a:pt x="4323152" y="560851"/>
                  </a:lnTo>
                  <a:lnTo>
                    <a:pt x="4323489" y="557777"/>
                  </a:lnTo>
                  <a:lnTo>
                    <a:pt x="4323825" y="555225"/>
                  </a:lnTo>
                  <a:lnTo>
                    <a:pt x="4324162" y="555478"/>
                  </a:lnTo>
                  <a:lnTo>
                    <a:pt x="4324498" y="556613"/>
                  </a:lnTo>
                  <a:lnTo>
                    <a:pt x="4324835" y="557313"/>
                  </a:lnTo>
                  <a:lnTo>
                    <a:pt x="4325171" y="557721"/>
                  </a:lnTo>
                  <a:lnTo>
                    <a:pt x="4325508" y="558200"/>
                  </a:lnTo>
                  <a:lnTo>
                    <a:pt x="4325844" y="556492"/>
                  </a:lnTo>
                  <a:lnTo>
                    <a:pt x="4326181" y="554546"/>
                  </a:lnTo>
                  <a:lnTo>
                    <a:pt x="4326517" y="554920"/>
                  </a:lnTo>
                  <a:lnTo>
                    <a:pt x="4326853" y="554938"/>
                  </a:lnTo>
                  <a:lnTo>
                    <a:pt x="4327190" y="558462"/>
                  </a:lnTo>
                  <a:lnTo>
                    <a:pt x="4327526" y="562070"/>
                  </a:lnTo>
                  <a:lnTo>
                    <a:pt x="4327863" y="566037"/>
                  </a:lnTo>
                  <a:lnTo>
                    <a:pt x="4328199" y="571107"/>
                  </a:lnTo>
                  <a:lnTo>
                    <a:pt x="4328536" y="576596"/>
                  </a:lnTo>
                  <a:lnTo>
                    <a:pt x="4328872" y="582976"/>
                  </a:lnTo>
                  <a:lnTo>
                    <a:pt x="4329209" y="589481"/>
                  </a:lnTo>
                  <a:lnTo>
                    <a:pt x="4329545" y="596491"/>
                  </a:lnTo>
                  <a:lnTo>
                    <a:pt x="4329882" y="604022"/>
                  </a:lnTo>
                  <a:lnTo>
                    <a:pt x="4330218" y="611224"/>
                  </a:lnTo>
                  <a:lnTo>
                    <a:pt x="4330555" y="617914"/>
                  </a:lnTo>
                  <a:lnTo>
                    <a:pt x="4330891" y="625092"/>
                  </a:lnTo>
                  <a:lnTo>
                    <a:pt x="4331227" y="632347"/>
                  </a:lnTo>
                  <a:lnTo>
                    <a:pt x="4331564" y="640539"/>
                  </a:lnTo>
                  <a:lnTo>
                    <a:pt x="4331900" y="652874"/>
                  </a:lnTo>
                  <a:lnTo>
                    <a:pt x="4332237" y="661758"/>
                  </a:lnTo>
                  <a:lnTo>
                    <a:pt x="4332573" y="670506"/>
                  </a:lnTo>
                  <a:lnTo>
                    <a:pt x="4332910" y="676343"/>
                  </a:lnTo>
                  <a:lnTo>
                    <a:pt x="4333246" y="679777"/>
                  </a:lnTo>
                  <a:lnTo>
                    <a:pt x="4333583" y="682575"/>
                  </a:lnTo>
                  <a:lnTo>
                    <a:pt x="4333919" y="684063"/>
                  </a:lnTo>
                  <a:lnTo>
                    <a:pt x="4334256" y="684802"/>
                  </a:lnTo>
                  <a:lnTo>
                    <a:pt x="4334592" y="687146"/>
                  </a:lnTo>
                  <a:lnTo>
                    <a:pt x="4334929" y="690938"/>
                  </a:lnTo>
                  <a:lnTo>
                    <a:pt x="4335265" y="694516"/>
                  </a:lnTo>
                  <a:lnTo>
                    <a:pt x="4335601" y="698412"/>
                  </a:lnTo>
                  <a:lnTo>
                    <a:pt x="4335938" y="701801"/>
                  </a:lnTo>
                  <a:lnTo>
                    <a:pt x="4336274" y="704794"/>
                  </a:lnTo>
                  <a:lnTo>
                    <a:pt x="4336611" y="707659"/>
                  </a:lnTo>
                  <a:lnTo>
                    <a:pt x="4336947" y="710538"/>
                  </a:lnTo>
                  <a:lnTo>
                    <a:pt x="4337284" y="713872"/>
                  </a:lnTo>
                  <a:lnTo>
                    <a:pt x="4337620" y="716957"/>
                  </a:lnTo>
                  <a:lnTo>
                    <a:pt x="4337957" y="721992"/>
                  </a:lnTo>
                  <a:lnTo>
                    <a:pt x="4338293" y="726400"/>
                  </a:lnTo>
                  <a:lnTo>
                    <a:pt x="4338630" y="733609"/>
                  </a:lnTo>
                  <a:lnTo>
                    <a:pt x="4338966" y="740922"/>
                  </a:lnTo>
                  <a:lnTo>
                    <a:pt x="4339303" y="747816"/>
                  </a:lnTo>
                  <a:lnTo>
                    <a:pt x="4339639" y="754576"/>
                  </a:lnTo>
                  <a:lnTo>
                    <a:pt x="4339975" y="762202"/>
                  </a:lnTo>
                  <a:lnTo>
                    <a:pt x="4340312" y="767555"/>
                  </a:lnTo>
                  <a:lnTo>
                    <a:pt x="4340648" y="770902"/>
                  </a:lnTo>
                  <a:lnTo>
                    <a:pt x="4340985" y="771467"/>
                  </a:lnTo>
                  <a:lnTo>
                    <a:pt x="4341321" y="773066"/>
                  </a:lnTo>
                  <a:lnTo>
                    <a:pt x="4341658" y="774251"/>
                  </a:lnTo>
                  <a:lnTo>
                    <a:pt x="4341994" y="776103"/>
                  </a:lnTo>
                  <a:lnTo>
                    <a:pt x="4342331" y="777260"/>
                  </a:lnTo>
                  <a:lnTo>
                    <a:pt x="4342667" y="779612"/>
                  </a:lnTo>
                  <a:lnTo>
                    <a:pt x="4343004" y="781266"/>
                  </a:lnTo>
                  <a:lnTo>
                    <a:pt x="4343340" y="782978"/>
                  </a:lnTo>
                  <a:lnTo>
                    <a:pt x="4343677" y="784590"/>
                  </a:lnTo>
                  <a:lnTo>
                    <a:pt x="4344013" y="786226"/>
                  </a:lnTo>
                  <a:lnTo>
                    <a:pt x="4344349" y="788115"/>
                  </a:lnTo>
                  <a:lnTo>
                    <a:pt x="4344686" y="789940"/>
                  </a:lnTo>
                  <a:lnTo>
                    <a:pt x="4345022" y="791374"/>
                  </a:lnTo>
                  <a:lnTo>
                    <a:pt x="4345359" y="792692"/>
                  </a:lnTo>
                  <a:lnTo>
                    <a:pt x="4345695" y="794822"/>
                  </a:lnTo>
                  <a:lnTo>
                    <a:pt x="4346032" y="798116"/>
                  </a:lnTo>
                  <a:lnTo>
                    <a:pt x="4346368" y="807719"/>
                  </a:lnTo>
                  <a:lnTo>
                    <a:pt x="4346705" y="817613"/>
                  </a:lnTo>
                  <a:lnTo>
                    <a:pt x="4347041" y="827015"/>
                  </a:lnTo>
                  <a:lnTo>
                    <a:pt x="4347378" y="837506"/>
                  </a:lnTo>
                  <a:lnTo>
                    <a:pt x="4347714" y="846830"/>
                  </a:lnTo>
                  <a:lnTo>
                    <a:pt x="4348051" y="855072"/>
                  </a:lnTo>
                  <a:lnTo>
                    <a:pt x="4348387" y="861667"/>
                  </a:lnTo>
                  <a:lnTo>
                    <a:pt x="4348723" y="867343"/>
                  </a:lnTo>
                  <a:lnTo>
                    <a:pt x="4349060" y="874364"/>
                  </a:lnTo>
                  <a:lnTo>
                    <a:pt x="4349396" y="882768"/>
                  </a:lnTo>
                  <a:lnTo>
                    <a:pt x="4349733" y="893444"/>
                  </a:lnTo>
                  <a:lnTo>
                    <a:pt x="4350069" y="904327"/>
                  </a:lnTo>
                  <a:lnTo>
                    <a:pt x="4350406" y="916374"/>
                  </a:lnTo>
                  <a:lnTo>
                    <a:pt x="4350742" y="928532"/>
                  </a:lnTo>
                  <a:lnTo>
                    <a:pt x="4351079" y="940908"/>
                  </a:lnTo>
                  <a:lnTo>
                    <a:pt x="4351415" y="953113"/>
                  </a:lnTo>
                  <a:lnTo>
                    <a:pt x="4351752" y="964260"/>
                  </a:lnTo>
                  <a:lnTo>
                    <a:pt x="4352088" y="974475"/>
                  </a:lnTo>
                  <a:lnTo>
                    <a:pt x="4352425" y="983760"/>
                  </a:lnTo>
                  <a:lnTo>
                    <a:pt x="4352761" y="993628"/>
                  </a:lnTo>
                  <a:lnTo>
                    <a:pt x="4353097" y="1003354"/>
                  </a:lnTo>
                  <a:lnTo>
                    <a:pt x="4353434" y="1012971"/>
                  </a:lnTo>
                  <a:lnTo>
                    <a:pt x="4353770" y="1023613"/>
                  </a:lnTo>
                  <a:lnTo>
                    <a:pt x="4354107" y="1035840"/>
                  </a:lnTo>
                  <a:lnTo>
                    <a:pt x="4354443" y="1048888"/>
                  </a:lnTo>
                  <a:lnTo>
                    <a:pt x="4354780" y="1062486"/>
                  </a:lnTo>
                  <a:lnTo>
                    <a:pt x="4355116" y="1077498"/>
                  </a:lnTo>
                  <a:lnTo>
                    <a:pt x="4355453" y="1091898"/>
                  </a:lnTo>
                  <a:lnTo>
                    <a:pt x="4355789" y="1106161"/>
                  </a:lnTo>
                  <a:lnTo>
                    <a:pt x="4356126" y="1120877"/>
                  </a:lnTo>
                  <a:lnTo>
                    <a:pt x="4356462" y="1136334"/>
                  </a:lnTo>
                  <a:lnTo>
                    <a:pt x="4356799" y="1151783"/>
                  </a:lnTo>
                  <a:lnTo>
                    <a:pt x="4357135" y="1167299"/>
                  </a:lnTo>
                  <a:lnTo>
                    <a:pt x="4357471" y="1182332"/>
                  </a:lnTo>
                  <a:lnTo>
                    <a:pt x="4357808" y="1195982"/>
                  </a:lnTo>
                  <a:lnTo>
                    <a:pt x="4358144" y="1209233"/>
                  </a:lnTo>
                  <a:lnTo>
                    <a:pt x="4358481" y="1222618"/>
                  </a:lnTo>
                  <a:lnTo>
                    <a:pt x="4358817" y="1229084"/>
                  </a:lnTo>
                  <a:lnTo>
                    <a:pt x="4359154" y="1235784"/>
                  </a:lnTo>
                  <a:lnTo>
                    <a:pt x="4359490" y="1239648"/>
                  </a:lnTo>
                  <a:lnTo>
                    <a:pt x="4359827" y="1243178"/>
                  </a:lnTo>
                  <a:lnTo>
                    <a:pt x="4360163" y="1246072"/>
                  </a:lnTo>
                  <a:lnTo>
                    <a:pt x="4360500" y="1248325"/>
                  </a:lnTo>
                  <a:lnTo>
                    <a:pt x="4360836" y="1247838"/>
                  </a:lnTo>
                  <a:lnTo>
                    <a:pt x="4361172" y="1247367"/>
                  </a:lnTo>
                  <a:lnTo>
                    <a:pt x="4361509" y="1245828"/>
                  </a:lnTo>
                  <a:lnTo>
                    <a:pt x="4361845" y="1243871"/>
                  </a:lnTo>
                  <a:lnTo>
                    <a:pt x="4362182" y="1239529"/>
                  </a:lnTo>
                  <a:lnTo>
                    <a:pt x="4362518" y="1237012"/>
                  </a:lnTo>
                  <a:lnTo>
                    <a:pt x="4362855" y="1234016"/>
                  </a:lnTo>
                  <a:lnTo>
                    <a:pt x="4363191" y="1232524"/>
                  </a:lnTo>
                  <a:lnTo>
                    <a:pt x="4363528" y="1229764"/>
                  </a:lnTo>
                  <a:lnTo>
                    <a:pt x="4363864" y="1226855"/>
                  </a:lnTo>
                  <a:lnTo>
                    <a:pt x="4364201" y="1224099"/>
                  </a:lnTo>
                  <a:lnTo>
                    <a:pt x="4364537" y="1221607"/>
                  </a:lnTo>
                  <a:lnTo>
                    <a:pt x="4364874" y="1217004"/>
                  </a:lnTo>
                  <a:lnTo>
                    <a:pt x="4365210" y="1212593"/>
                  </a:lnTo>
                  <a:lnTo>
                    <a:pt x="4365546" y="1208665"/>
                  </a:lnTo>
                  <a:lnTo>
                    <a:pt x="4365883" y="1205158"/>
                  </a:lnTo>
                  <a:lnTo>
                    <a:pt x="4366219" y="1201535"/>
                  </a:lnTo>
                  <a:lnTo>
                    <a:pt x="4366556" y="1198165"/>
                  </a:lnTo>
                  <a:lnTo>
                    <a:pt x="4366892" y="1195233"/>
                  </a:lnTo>
                  <a:lnTo>
                    <a:pt x="4367229" y="1192509"/>
                  </a:lnTo>
                  <a:lnTo>
                    <a:pt x="4367565" y="1188919"/>
                  </a:lnTo>
                  <a:lnTo>
                    <a:pt x="4367902" y="1186522"/>
                  </a:lnTo>
                  <a:lnTo>
                    <a:pt x="4368238" y="1185690"/>
                  </a:lnTo>
                  <a:lnTo>
                    <a:pt x="4368575" y="1185911"/>
                  </a:lnTo>
                  <a:lnTo>
                    <a:pt x="4368911" y="1187297"/>
                  </a:lnTo>
                  <a:lnTo>
                    <a:pt x="4369248" y="1189212"/>
                  </a:lnTo>
                  <a:lnTo>
                    <a:pt x="4369584" y="1191279"/>
                  </a:lnTo>
                  <a:lnTo>
                    <a:pt x="4369920" y="1194478"/>
                  </a:lnTo>
                  <a:lnTo>
                    <a:pt x="4370257" y="1201558"/>
                  </a:lnTo>
                  <a:lnTo>
                    <a:pt x="4370593" y="1208435"/>
                  </a:lnTo>
                  <a:lnTo>
                    <a:pt x="4370930" y="1215171"/>
                  </a:lnTo>
                  <a:lnTo>
                    <a:pt x="4371266" y="1222479"/>
                  </a:lnTo>
                  <a:lnTo>
                    <a:pt x="4371603" y="1229671"/>
                  </a:lnTo>
                  <a:lnTo>
                    <a:pt x="4371939" y="1237026"/>
                  </a:lnTo>
                  <a:lnTo>
                    <a:pt x="4372276" y="1244717"/>
                  </a:lnTo>
                  <a:lnTo>
                    <a:pt x="4372612" y="1251141"/>
                  </a:lnTo>
                  <a:lnTo>
                    <a:pt x="4372949" y="1257601"/>
                  </a:lnTo>
                  <a:lnTo>
                    <a:pt x="4373285" y="1265071"/>
                  </a:lnTo>
                  <a:lnTo>
                    <a:pt x="4373622" y="1272614"/>
                  </a:lnTo>
                  <a:lnTo>
                    <a:pt x="4373958" y="1276729"/>
                  </a:lnTo>
                  <a:lnTo>
                    <a:pt x="4374294" y="1280086"/>
                  </a:lnTo>
                  <a:lnTo>
                    <a:pt x="4374631" y="1283813"/>
                  </a:lnTo>
                  <a:lnTo>
                    <a:pt x="4374967" y="1287963"/>
                  </a:lnTo>
                  <a:lnTo>
                    <a:pt x="4375304" y="1292168"/>
                  </a:lnTo>
                  <a:lnTo>
                    <a:pt x="4375640" y="1296468"/>
                  </a:lnTo>
                  <a:lnTo>
                    <a:pt x="4375977" y="1300702"/>
                  </a:lnTo>
                  <a:lnTo>
                    <a:pt x="4376313" y="1304492"/>
                  </a:lnTo>
                  <a:lnTo>
                    <a:pt x="4376650" y="1308276"/>
                  </a:lnTo>
                  <a:lnTo>
                    <a:pt x="4376986" y="1312667"/>
                  </a:lnTo>
                  <a:lnTo>
                    <a:pt x="4377323" y="1317406"/>
                  </a:lnTo>
                  <a:lnTo>
                    <a:pt x="4377659" y="1323310"/>
                  </a:lnTo>
                  <a:lnTo>
                    <a:pt x="4377996" y="1328740"/>
                  </a:lnTo>
                  <a:lnTo>
                    <a:pt x="4378332" y="1333948"/>
                  </a:lnTo>
                  <a:lnTo>
                    <a:pt x="4378668" y="1339270"/>
                  </a:lnTo>
                  <a:lnTo>
                    <a:pt x="4379005" y="1345513"/>
                  </a:lnTo>
                  <a:lnTo>
                    <a:pt x="4379341" y="1350601"/>
                  </a:lnTo>
                  <a:lnTo>
                    <a:pt x="4379678" y="1358964"/>
                  </a:lnTo>
                  <a:lnTo>
                    <a:pt x="4380014" y="1365706"/>
                  </a:lnTo>
                  <a:lnTo>
                    <a:pt x="4380351" y="1371513"/>
                  </a:lnTo>
                  <a:lnTo>
                    <a:pt x="4380687" y="1377940"/>
                  </a:lnTo>
                  <a:lnTo>
                    <a:pt x="4381024" y="1385460"/>
                  </a:lnTo>
                  <a:lnTo>
                    <a:pt x="4381360" y="1393203"/>
                  </a:lnTo>
                  <a:lnTo>
                    <a:pt x="4381697" y="1400861"/>
                  </a:lnTo>
                  <a:lnTo>
                    <a:pt x="4382033" y="1408172"/>
                  </a:lnTo>
                  <a:lnTo>
                    <a:pt x="4382370" y="1414957"/>
                  </a:lnTo>
                  <a:lnTo>
                    <a:pt x="4382706" y="1421279"/>
                  </a:lnTo>
                  <a:lnTo>
                    <a:pt x="4383042" y="1427086"/>
                  </a:lnTo>
                  <a:lnTo>
                    <a:pt x="4383379" y="1431774"/>
                  </a:lnTo>
                  <a:lnTo>
                    <a:pt x="4383715" y="1435180"/>
                  </a:lnTo>
                  <a:lnTo>
                    <a:pt x="4384052" y="1436901"/>
                  </a:lnTo>
                  <a:lnTo>
                    <a:pt x="4384388" y="1437320"/>
                  </a:lnTo>
                  <a:lnTo>
                    <a:pt x="4384725" y="1437243"/>
                  </a:lnTo>
                  <a:lnTo>
                    <a:pt x="4385061" y="1436587"/>
                  </a:lnTo>
                  <a:lnTo>
                    <a:pt x="4385398" y="1435470"/>
                  </a:lnTo>
                  <a:lnTo>
                    <a:pt x="4385734" y="1430527"/>
                  </a:lnTo>
                  <a:lnTo>
                    <a:pt x="4386071" y="1425246"/>
                  </a:lnTo>
                  <a:lnTo>
                    <a:pt x="4386407" y="1419757"/>
                  </a:lnTo>
                  <a:lnTo>
                    <a:pt x="4386744" y="1414118"/>
                  </a:lnTo>
                  <a:lnTo>
                    <a:pt x="4387080" y="1406747"/>
                  </a:lnTo>
                  <a:lnTo>
                    <a:pt x="4387416" y="1398355"/>
                  </a:lnTo>
                  <a:lnTo>
                    <a:pt x="4387753" y="1388269"/>
                  </a:lnTo>
                  <a:lnTo>
                    <a:pt x="4388089" y="1376601"/>
                  </a:lnTo>
                  <a:lnTo>
                    <a:pt x="4388426" y="1364208"/>
                  </a:lnTo>
                  <a:lnTo>
                    <a:pt x="4388762" y="1351629"/>
                  </a:lnTo>
                  <a:lnTo>
                    <a:pt x="4389099" y="1339545"/>
                  </a:lnTo>
                  <a:lnTo>
                    <a:pt x="4389435" y="1328941"/>
                  </a:lnTo>
                  <a:lnTo>
                    <a:pt x="4389772" y="1319443"/>
                  </a:lnTo>
                  <a:lnTo>
                    <a:pt x="4390108" y="1310391"/>
                  </a:lnTo>
                  <a:lnTo>
                    <a:pt x="4390445" y="1301382"/>
                  </a:lnTo>
                  <a:lnTo>
                    <a:pt x="4390781" y="1291776"/>
                  </a:lnTo>
                  <a:lnTo>
                    <a:pt x="4391117" y="1280238"/>
                  </a:lnTo>
                  <a:lnTo>
                    <a:pt x="4391454" y="1268161"/>
                  </a:lnTo>
                  <a:lnTo>
                    <a:pt x="4391790" y="1256142"/>
                  </a:lnTo>
                  <a:lnTo>
                    <a:pt x="4392127" y="1244927"/>
                  </a:lnTo>
                  <a:lnTo>
                    <a:pt x="4392463" y="1233993"/>
                  </a:lnTo>
                  <a:lnTo>
                    <a:pt x="4392800" y="1223281"/>
                  </a:lnTo>
                  <a:lnTo>
                    <a:pt x="4393136" y="1213007"/>
                  </a:lnTo>
                  <a:lnTo>
                    <a:pt x="4393473" y="1204049"/>
                  </a:lnTo>
                  <a:lnTo>
                    <a:pt x="4393809" y="1195578"/>
                  </a:lnTo>
                  <a:lnTo>
                    <a:pt x="4394146" y="1186928"/>
                  </a:lnTo>
                  <a:lnTo>
                    <a:pt x="4394482" y="1178609"/>
                  </a:lnTo>
                  <a:lnTo>
                    <a:pt x="4394819" y="1169959"/>
                  </a:lnTo>
                  <a:lnTo>
                    <a:pt x="4395155" y="1161417"/>
                  </a:lnTo>
                  <a:lnTo>
                    <a:pt x="4395491" y="1152853"/>
                  </a:lnTo>
                  <a:lnTo>
                    <a:pt x="4395828" y="1144426"/>
                  </a:lnTo>
                  <a:lnTo>
                    <a:pt x="4396164" y="1136803"/>
                  </a:lnTo>
                  <a:lnTo>
                    <a:pt x="4396501" y="1129533"/>
                  </a:lnTo>
                  <a:lnTo>
                    <a:pt x="4396837" y="1122428"/>
                  </a:lnTo>
                  <a:lnTo>
                    <a:pt x="4397174" y="1115330"/>
                  </a:lnTo>
                  <a:lnTo>
                    <a:pt x="4397510" y="1108627"/>
                  </a:lnTo>
                  <a:lnTo>
                    <a:pt x="4397847" y="1102197"/>
                  </a:lnTo>
                  <a:lnTo>
                    <a:pt x="4398183" y="1096068"/>
                  </a:lnTo>
                  <a:lnTo>
                    <a:pt x="4398520" y="1089136"/>
                  </a:lnTo>
                  <a:lnTo>
                    <a:pt x="4398856" y="1081872"/>
                  </a:lnTo>
                  <a:lnTo>
                    <a:pt x="4399193" y="1075564"/>
                  </a:lnTo>
                  <a:lnTo>
                    <a:pt x="4399529" y="1068775"/>
                  </a:lnTo>
                  <a:lnTo>
                    <a:pt x="4399865" y="1062058"/>
                  </a:lnTo>
                  <a:lnTo>
                    <a:pt x="4400202" y="1055829"/>
                  </a:lnTo>
                  <a:lnTo>
                    <a:pt x="4400538" y="1051217"/>
                  </a:lnTo>
                  <a:lnTo>
                    <a:pt x="4400875" y="1048630"/>
                  </a:lnTo>
                  <a:lnTo>
                    <a:pt x="4401211" y="1048106"/>
                  </a:lnTo>
                  <a:lnTo>
                    <a:pt x="4401548" y="1048566"/>
                  </a:lnTo>
                  <a:lnTo>
                    <a:pt x="4401884" y="1046842"/>
                  </a:lnTo>
                  <a:lnTo>
                    <a:pt x="4402221" y="1043529"/>
                  </a:lnTo>
                  <a:lnTo>
                    <a:pt x="4402557" y="1043262"/>
                  </a:lnTo>
                  <a:lnTo>
                    <a:pt x="4402894" y="1043661"/>
                  </a:lnTo>
                  <a:lnTo>
                    <a:pt x="4403230" y="1045628"/>
                  </a:lnTo>
                  <a:lnTo>
                    <a:pt x="4403567" y="1048469"/>
                  </a:lnTo>
                  <a:lnTo>
                    <a:pt x="4403903" y="1050557"/>
                  </a:lnTo>
                  <a:lnTo>
                    <a:pt x="4404239" y="1052338"/>
                  </a:lnTo>
                  <a:lnTo>
                    <a:pt x="4404576" y="1054215"/>
                  </a:lnTo>
                  <a:lnTo>
                    <a:pt x="4404912" y="1055875"/>
                  </a:lnTo>
                  <a:lnTo>
                    <a:pt x="4405249" y="1057001"/>
                  </a:lnTo>
                  <a:lnTo>
                    <a:pt x="4405585" y="1057664"/>
                  </a:lnTo>
                  <a:lnTo>
                    <a:pt x="4405922" y="1057921"/>
                  </a:lnTo>
                  <a:lnTo>
                    <a:pt x="4406258" y="1057258"/>
                  </a:lnTo>
                  <a:lnTo>
                    <a:pt x="4406595" y="1055780"/>
                  </a:lnTo>
                  <a:lnTo>
                    <a:pt x="4406931" y="1054103"/>
                  </a:lnTo>
                  <a:lnTo>
                    <a:pt x="4407268" y="1051308"/>
                  </a:lnTo>
                  <a:lnTo>
                    <a:pt x="4407604" y="1048687"/>
                  </a:lnTo>
                  <a:lnTo>
                    <a:pt x="4407941" y="1047120"/>
                  </a:lnTo>
                  <a:lnTo>
                    <a:pt x="4408277" y="1046271"/>
                  </a:lnTo>
                  <a:lnTo>
                    <a:pt x="4408613" y="1043216"/>
                  </a:lnTo>
                  <a:lnTo>
                    <a:pt x="4408950" y="1040389"/>
                  </a:lnTo>
                  <a:lnTo>
                    <a:pt x="4409286" y="1036839"/>
                  </a:lnTo>
                  <a:lnTo>
                    <a:pt x="4409623" y="1034114"/>
                  </a:lnTo>
                  <a:lnTo>
                    <a:pt x="4409959" y="1030012"/>
                  </a:lnTo>
                  <a:lnTo>
                    <a:pt x="4410296" y="1026481"/>
                  </a:lnTo>
                  <a:lnTo>
                    <a:pt x="4410632" y="1022719"/>
                  </a:lnTo>
                  <a:lnTo>
                    <a:pt x="4410969" y="1018587"/>
                  </a:lnTo>
                  <a:lnTo>
                    <a:pt x="4411305" y="1014707"/>
                  </a:lnTo>
                  <a:lnTo>
                    <a:pt x="4411642" y="1010689"/>
                  </a:lnTo>
                  <a:lnTo>
                    <a:pt x="4411978" y="1007355"/>
                  </a:lnTo>
                  <a:lnTo>
                    <a:pt x="4412315" y="1004510"/>
                  </a:lnTo>
                  <a:lnTo>
                    <a:pt x="4412651" y="1001196"/>
                  </a:lnTo>
                  <a:lnTo>
                    <a:pt x="4412987" y="997816"/>
                  </a:lnTo>
                  <a:lnTo>
                    <a:pt x="4413324" y="994774"/>
                  </a:lnTo>
                  <a:lnTo>
                    <a:pt x="4413660" y="991397"/>
                  </a:lnTo>
                  <a:lnTo>
                    <a:pt x="4413997" y="987982"/>
                  </a:lnTo>
                  <a:lnTo>
                    <a:pt x="4414333" y="985097"/>
                  </a:lnTo>
                  <a:lnTo>
                    <a:pt x="4414670" y="980857"/>
                  </a:lnTo>
                  <a:lnTo>
                    <a:pt x="4415006" y="976936"/>
                  </a:lnTo>
                  <a:lnTo>
                    <a:pt x="4415343" y="973412"/>
                  </a:lnTo>
                  <a:lnTo>
                    <a:pt x="4415679" y="972258"/>
                  </a:lnTo>
                  <a:lnTo>
                    <a:pt x="4416016" y="971615"/>
                  </a:lnTo>
                  <a:lnTo>
                    <a:pt x="4416352" y="968405"/>
                  </a:lnTo>
                  <a:lnTo>
                    <a:pt x="4416689" y="964515"/>
                  </a:lnTo>
                  <a:lnTo>
                    <a:pt x="4417025" y="956755"/>
                  </a:lnTo>
                  <a:lnTo>
                    <a:pt x="4417361" y="947589"/>
                  </a:lnTo>
                  <a:lnTo>
                    <a:pt x="4417698" y="935492"/>
                  </a:lnTo>
                  <a:lnTo>
                    <a:pt x="4418034" y="924921"/>
                  </a:lnTo>
                  <a:lnTo>
                    <a:pt x="4418371" y="914580"/>
                  </a:lnTo>
                  <a:lnTo>
                    <a:pt x="4418707" y="900759"/>
                  </a:lnTo>
                  <a:lnTo>
                    <a:pt x="4419044" y="887420"/>
                  </a:lnTo>
                  <a:lnTo>
                    <a:pt x="4419380" y="874791"/>
                  </a:lnTo>
                  <a:lnTo>
                    <a:pt x="4419717" y="862295"/>
                  </a:lnTo>
                  <a:lnTo>
                    <a:pt x="4420053" y="850279"/>
                  </a:lnTo>
                  <a:lnTo>
                    <a:pt x="4420390" y="839087"/>
                  </a:lnTo>
                  <a:lnTo>
                    <a:pt x="4420726" y="829147"/>
                  </a:lnTo>
                  <a:lnTo>
                    <a:pt x="4421063" y="819719"/>
                  </a:lnTo>
                  <a:lnTo>
                    <a:pt x="4421399" y="809985"/>
                  </a:lnTo>
                  <a:lnTo>
                    <a:pt x="4421735" y="799983"/>
                  </a:lnTo>
                  <a:lnTo>
                    <a:pt x="4422072" y="789898"/>
                  </a:lnTo>
                  <a:lnTo>
                    <a:pt x="4422408" y="779735"/>
                  </a:lnTo>
                  <a:lnTo>
                    <a:pt x="4422745" y="769674"/>
                  </a:lnTo>
                  <a:lnTo>
                    <a:pt x="4423081" y="758868"/>
                  </a:lnTo>
                  <a:lnTo>
                    <a:pt x="4423418" y="747119"/>
                  </a:lnTo>
                  <a:lnTo>
                    <a:pt x="4423754" y="739036"/>
                  </a:lnTo>
                  <a:lnTo>
                    <a:pt x="4424091" y="731435"/>
                  </a:lnTo>
                  <a:lnTo>
                    <a:pt x="4424427" y="723881"/>
                  </a:lnTo>
                  <a:lnTo>
                    <a:pt x="4424764" y="717086"/>
                  </a:lnTo>
                  <a:lnTo>
                    <a:pt x="4425100" y="711967"/>
                  </a:lnTo>
                  <a:lnTo>
                    <a:pt x="4425436" y="708149"/>
                  </a:lnTo>
                  <a:lnTo>
                    <a:pt x="4425773" y="704471"/>
                  </a:lnTo>
                  <a:lnTo>
                    <a:pt x="4426109" y="702856"/>
                  </a:lnTo>
                  <a:lnTo>
                    <a:pt x="4426446" y="700359"/>
                  </a:lnTo>
                  <a:lnTo>
                    <a:pt x="4426782" y="699330"/>
                  </a:lnTo>
                  <a:lnTo>
                    <a:pt x="4427119" y="697207"/>
                  </a:lnTo>
                  <a:lnTo>
                    <a:pt x="4427455" y="694041"/>
                  </a:lnTo>
                  <a:lnTo>
                    <a:pt x="4427792" y="689967"/>
                  </a:lnTo>
                  <a:lnTo>
                    <a:pt x="4428128" y="687754"/>
                  </a:lnTo>
                  <a:lnTo>
                    <a:pt x="4428465" y="686220"/>
                  </a:lnTo>
                  <a:lnTo>
                    <a:pt x="4428801" y="685888"/>
                  </a:lnTo>
                  <a:lnTo>
                    <a:pt x="4429138" y="686530"/>
                  </a:lnTo>
                  <a:lnTo>
                    <a:pt x="4429474" y="687521"/>
                  </a:lnTo>
                  <a:lnTo>
                    <a:pt x="4429810" y="682714"/>
                  </a:lnTo>
                  <a:lnTo>
                    <a:pt x="4430147" y="677574"/>
                  </a:lnTo>
                  <a:lnTo>
                    <a:pt x="4430483" y="669907"/>
                  </a:lnTo>
                  <a:lnTo>
                    <a:pt x="4430820" y="662846"/>
                  </a:lnTo>
                  <a:lnTo>
                    <a:pt x="4431156" y="656002"/>
                  </a:lnTo>
                  <a:lnTo>
                    <a:pt x="4431493" y="649155"/>
                  </a:lnTo>
                  <a:lnTo>
                    <a:pt x="4431829" y="643544"/>
                  </a:lnTo>
                  <a:lnTo>
                    <a:pt x="4432166" y="642057"/>
                  </a:lnTo>
                  <a:lnTo>
                    <a:pt x="4432502" y="642551"/>
                  </a:lnTo>
                  <a:lnTo>
                    <a:pt x="4432839" y="644261"/>
                  </a:lnTo>
                  <a:lnTo>
                    <a:pt x="4433175" y="646966"/>
                  </a:lnTo>
                  <a:lnTo>
                    <a:pt x="4433512" y="649867"/>
                  </a:lnTo>
                  <a:lnTo>
                    <a:pt x="4433848" y="652170"/>
                  </a:lnTo>
                  <a:lnTo>
                    <a:pt x="4434184" y="654540"/>
                  </a:lnTo>
                  <a:lnTo>
                    <a:pt x="4434521" y="657515"/>
                  </a:lnTo>
                  <a:lnTo>
                    <a:pt x="4434857" y="662497"/>
                  </a:lnTo>
                  <a:lnTo>
                    <a:pt x="4435194" y="667936"/>
                  </a:lnTo>
                  <a:lnTo>
                    <a:pt x="4435530" y="674212"/>
                  </a:lnTo>
                  <a:lnTo>
                    <a:pt x="4435867" y="680166"/>
                  </a:lnTo>
                  <a:lnTo>
                    <a:pt x="4436203" y="685325"/>
                  </a:lnTo>
                  <a:lnTo>
                    <a:pt x="4436540" y="689499"/>
                  </a:lnTo>
                  <a:lnTo>
                    <a:pt x="4436876" y="692723"/>
                  </a:lnTo>
                  <a:lnTo>
                    <a:pt x="4437213" y="695122"/>
                  </a:lnTo>
                  <a:lnTo>
                    <a:pt x="4437549" y="696900"/>
                  </a:lnTo>
                  <a:lnTo>
                    <a:pt x="4437886" y="698285"/>
                  </a:lnTo>
                  <a:lnTo>
                    <a:pt x="4438222" y="699919"/>
                  </a:lnTo>
                  <a:lnTo>
                    <a:pt x="4438558" y="702057"/>
                  </a:lnTo>
                  <a:lnTo>
                    <a:pt x="4438895" y="704751"/>
                  </a:lnTo>
                  <a:lnTo>
                    <a:pt x="4439231" y="706866"/>
                  </a:lnTo>
                  <a:lnTo>
                    <a:pt x="4439568" y="708083"/>
                  </a:lnTo>
                  <a:lnTo>
                    <a:pt x="4439904" y="709526"/>
                  </a:lnTo>
                  <a:lnTo>
                    <a:pt x="4440241" y="710782"/>
                  </a:lnTo>
                  <a:lnTo>
                    <a:pt x="4440577" y="711480"/>
                  </a:lnTo>
                  <a:lnTo>
                    <a:pt x="4440914" y="712457"/>
                  </a:lnTo>
                  <a:lnTo>
                    <a:pt x="4441250" y="714117"/>
                  </a:lnTo>
                  <a:lnTo>
                    <a:pt x="4441587" y="717731"/>
                  </a:lnTo>
                  <a:lnTo>
                    <a:pt x="4441923" y="721158"/>
                  </a:lnTo>
                  <a:lnTo>
                    <a:pt x="4442260" y="724427"/>
                  </a:lnTo>
                  <a:lnTo>
                    <a:pt x="4442596" y="727710"/>
                  </a:lnTo>
                  <a:lnTo>
                    <a:pt x="4442932" y="730749"/>
                  </a:lnTo>
                  <a:lnTo>
                    <a:pt x="4443269" y="733400"/>
                  </a:lnTo>
                  <a:lnTo>
                    <a:pt x="4443605" y="735943"/>
                  </a:lnTo>
                  <a:lnTo>
                    <a:pt x="4443942" y="738508"/>
                  </a:lnTo>
                  <a:lnTo>
                    <a:pt x="4444278" y="741030"/>
                  </a:lnTo>
                  <a:lnTo>
                    <a:pt x="4444615" y="743960"/>
                  </a:lnTo>
                  <a:lnTo>
                    <a:pt x="4444951" y="746024"/>
                  </a:lnTo>
                  <a:lnTo>
                    <a:pt x="4445288" y="747969"/>
                  </a:lnTo>
                  <a:lnTo>
                    <a:pt x="4445624" y="749435"/>
                  </a:lnTo>
                  <a:lnTo>
                    <a:pt x="4445961" y="750121"/>
                  </a:lnTo>
                  <a:lnTo>
                    <a:pt x="4446297" y="750063"/>
                  </a:lnTo>
                  <a:lnTo>
                    <a:pt x="4446634" y="749879"/>
                  </a:lnTo>
                  <a:lnTo>
                    <a:pt x="4446970" y="748899"/>
                  </a:lnTo>
                  <a:lnTo>
                    <a:pt x="4447306" y="748326"/>
                  </a:lnTo>
                  <a:lnTo>
                    <a:pt x="4447643" y="748355"/>
                  </a:lnTo>
                  <a:lnTo>
                    <a:pt x="4447979" y="748303"/>
                  </a:lnTo>
                  <a:lnTo>
                    <a:pt x="4448316" y="748188"/>
                  </a:lnTo>
                  <a:lnTo>
                    <a:pt x="4448652" y="747539"/>
                  </a:lnTo>
                  <a:lnTo>
                    <a:pt x="4448989" y="746790"/>
                  </a:lnTo>
                  <a:lnTo>
                    <a:pt x="4449325" y="746010"/>
                  </a:lnTo>
                  <a:lnTo>
                    <a:pt x="4449662" y="746031"/>
                  </a:lnTo>
                  <a:lnTo>
                    <a:pt x="4449998" y="746418"/>
                  </a:lnTo>
                  <a:lnTo>
                    <a:pt x="4450335" y="747642"/>
                  </a:lnTo>
                  <a:lnTo>
                    <a:pt x="4450671" y="749977"/>
                  </a:lnTo>
                  <a:lnTo>
                    <a:pt x="4451008" y="752472"/>
                  </a:lnTo>
                  <a:lnTo>
                    <a:pt x="4451344" y="755605"/>
                  </a:lnTo>
                  <a:lnTo>
                    <a:pt x="4451680" y="759887"/>
                  </a:lnTo>
                  <a:lnTo>
                    <a:pt x="4452017" y="764639"/>
                  </a:lnTo>
                  <a:lnTo>
                    <a:pt x="4452353" y="769783"/>
                  </a:lnTo>
                  <a:lnTo>
                    <a:pt x="4452690" y="774580"/>
                  </a:lnTo>
                  <a:lnTo>
                    <a:pt x="4453026" y="782571"/>
                  </a:lnTo>
                  <a:lnTo>
                    <a:pt x="4453363" y="790637"/>
                  </a:lnTo>
                  <a:lnTo>
                    <a:pt x="4453699" y="799777"/>
                  </a:lnTo>
                  <a:lnTo>
                    <a:pt x="4454036" y="809494"/>
                  </a:lnTo>
                  <a:lnTo>
                    <a:pt x="4454372" y="819781"/>
                  </a:lnTo>
                  <a:lnTo>
                    <a:pt x="4454709" y="829737"/>
                  </a:lnTo>
                  <a:lnTo>
                    <a:pt x="4455045" y="840323"/>
                  </a:lnTo>
                  <a:lnTo>
                    <a:pt x="4455382" y="851737"/>
                  </a:lnTo>
                  <a:lnTo>
                    <a:pt x="4455718" y="863910"/>
                  </a:lnTo>
                  <a:lnTo>
                    <a:pt x="4456054" y="876044"/>
                  </a:lnTo>
                  <a:lnTo>
                    <a:pt x="4456391" y="888254"/>
                  </a:lnTo>
                  <a:lnTo>
                    <a:pt x="4456727" y="901213"/>
                  </a:lnTo>
                  <a:lnTo>
                    <a:pt x="4457064" y="913163"/>
                  </a:lnTo>
                  <a:lnTo>
                    <a:pt x="4457400" y="925082"/>
                  </a:lnTo>
                  <a:lnTo>
                    <a:pt x="4457737" y="939287"/>
                  </a:lnTo>
                  <a:lnTo>
                    <a:pt x="4458073" y="953712"/>
                  </a:lnTo>
                  <a:lnTo>
                    <a:pt x="4458410" y="970873"/>
                  </a:lnTo>
                  <a:lnTo>
                    <a:pt x="4458746" y="988044"/>
                  </a:lnTo>
                  <a:lnTo>
                    <a:pt x="4459083" y="1004813"/>
                  </a:lnTo>
                  <a:lnTo>
                    <a:pt x="4459419" y="1021203"/>
                  </a:lnTo>
                  <a:lnTo>
                    <a:pt x="4459755" y="1038220"/>
                  </a:lnTo>
                  <a:lnTo>
                    <a:pt x="4460092" y="1054880"/>
                  </a:lnTo>
                  <a:lnTo>
                    <a:pt x="4460428" y="1071340"/>
                  </a:lnTo>
                  <a:lnTo>
                    <a:pt x="4460765" y="1087325"/>
                  </a:lnTo>
                  <a:lnTo>
                    <a:pt x="4461101" y="1102639"/>
                  </a:lnTo>
                  <a:lnTo>
                    <a:pt x="4461438" y="1117613"/>
                  </a:lnTo>
                  <a:lnTo>
                    <a:pt x="4461774" y="1131227"/>
                  </a:lnTo>
                  <a:lnTo>
                    <a:pt x="4462111" y="1144261"/>
                  </a:lnTo>
                  <a:lnTo>
                    <a:pt x="4462447" y="1156751"/>
                  </a:lnTo>
                  <a:lnTo>
                    <a:pt x="4462784" y="1168489"/>
                  </a:lnTo>
                  <a:lnTo>
                    <a:pt x="4463120" y="1179998"/>
                  </a:lnTo>
                  <a:lnTo>
                    <a:pt x="4463457" y="1190241"/>
                  </a:lnTo>
                  <a:lnTo>
                    <a:pt x="4463793" y="1199048"/>
                  </a:lnTo>
                  <a:lnTo>
                    <a:pt x="4464129" y="1206421"/>
                  </a:lnTo>
                  <a:lnTo>
                    <a:pt x="4464466" y="1213421"/>
                  </a:lnTo>
                  <a:lnTo>
                    <a:pt x="4464802" y="1219634"/>
                  </a:lnTo>
                  <a:lnTo>
                    <a:pt x="4465139" y="1224958"/>
                  </a:lnTo>
                  <a:lnTo>
                    <a:pt x="4465475" y="1229657"/>
                  </a:lnTo>
                  <a:lnTo>
                    <a:pt x="4465812" y="1235148"/>
                  </a:lnTo>
                  <a:lnTo>
                    <a:pt x="4466148" y="1240015"/>
                  </a:lnTo>
                  <a:lnTo>
                    <a:pt x="4466485" y="1244857"/>
                  </a:lnTo>
                  <a:lnTo>
                    <a:pt x="4466821" y="1250320"/>
                  </a:lnTo>
                  <a:lnTo>
                    <a:pt x="4467158" y="1256284"/>
                  </a:lnTo>
                  <a:lnTo>
                    <a:pt x="4467494" y="1262394"/>
                  </a:lnTo>
                  <a:lnTo>
                    <a:pt x="4467831" y="1267962"/>
                  </a:lnTo>
                  <a:lnTo>
                    <a:pt x="4468167" y="1272311"/>
                  </a:lnTo>
                  <a:lnTo>
                    <a:pt x="4468503" y="1275948"/>
                  </a:lnTo>
                  <a:lnTo>
                    <a:pt x="4468840" y="1279969"/>
                  </a:lnTo>
                  <a:lnTo>
                    <a:pt x="4469176" y="1284981"/>
                  </a:lnTo>
                  <a:lnTo>
                    <a:pt x="4469513" y="1290638"/>
                  </a:lnTo>
                  <a:lnTo>
                    <a:pt x="4469849" y="1293222"/>
                  </a:lnTo>
                  <a:lnTo>
                    <a:pt x="4470186" y="1295572"/>
                  </a:lnTo>
                  <a:lnTo>
                    <a:pt x="4470522" y="1296829"/>
                  </a:lnTo>
                  <a:lnTo>
                    <a:pt x="4470859" y="1297618"/>
                  </a:lnTo>
                  <a:lnTo>
                    <a:pt x="4471195" y="1299184"/>
                  </a:lnTo>
                  <a:lnTo>
                    <a:pt x="4471532" y="1301010"/>
                  </a:lnTo>
                  <a:lnTo>
                    <a:pt x="4471868" y="1302942"/>
                  </a:lnTo>
                  <a:lnTo>
                    <a:pt x="4472205" y="1305378"/>
                  </a:lnTo>
                  <a:lnTo>
                    <a:pt x="4472541" y="1308086"/>
                  </a:lnTo>
                  <a:lnTo>
                    <a:pt x="4472877" y="1311256"/>
                  </a:lnTo>
                  <a:lnTo>
                    <a:pt x="4473214" y="1314388"/>
                  </a:lnTo>
                  <a:lnTo>
                    <a:pt x="4473550" y="1317345"/>
                  </a:lnTo>
                  <a:lnTo>
                    <a:pt x="4473887" y="1320213"/>
                  </a:lnTo>
                  <a:lnTo>
                    <a:pt x="4474223" y="1322807"/>
                  </a:lnTo>
                  <a:lnTo>
                    <a:pt x="4474560" y="1325642"/>
                  </a:lnTo>
                  <a:lnTo>
                    <a:pt x="4474896" y="1328114"/>
                  </a:lnTo>
                  <a:lnTo>
                    <a:pt x="4475233" y="1330297"/>
                  </a:lnTo>
                  <a:lnTo>
                    <a:pt x="4475569" y="1333585"/>
                  </a:lnTo>
                  <a:lnTo>
                    <a:pt x="4475906" y="1337759"/>
                  </a:lnTo>
                  <a:lnTo>
                    <a:pt x="4476242" y="1342014"/>
                  </a:lnTo>
                  <a:lnTo>
                    <a:pt x="4476579" y="1345698"/>
                  </a:lnTo>
                  <a:lnTo>
                    <a:pt x="4476915" y="1348850"/>
                  </a:lnTo>
                  <a:lnTo>
                    <a:pt x="4477251" y="1351433"/>
                  </a:lnTo>
                  <a:lnTo>
                    <a:pt x="4477588" y="1353679"/>
                  </a:lnTo>
                  <a:lnTo>
                    <a:pt x="4477924" y="1356140"/>
                  </a:lnTo>
                  <a:lnTo>
                    <a:pt x="4478261" y="1358541"/>
                  </a:lnTo>
                  <a:lnTo>
                    <a:pt x="4478597" y="1361264"/>
                  </a:lnTo>
                  <a:lnTo>
                    <a:pt x="4478934" y="1363858"/>
                  </a:lnTo>
                  <a:lnTo>
                    <a:pt x="4479270" y="1366390"/>
                  </a:lnTo>
                  <a:lnTo>
                    <a:pt x="4479607" y="1368574"/>
                  </a:lnTo>
                  <a:lnTo>
                    <a:pt x="4479943" y="1372012"/>
                  </a:lnTo>
                  <a:lnTo>
                    <a:pt x="4480280" y="1376005"/>
                  </a:lnTo>
                  <a:lnTo>
                    <a:pt x="4480616" y="1379495"/>
                  </a:lnTo>
                  <a:lnTo>
                    <a:pt x="4480953" y="1383383"/>
                  </a:lnTo>
                  <a:lnTo>
                    <a:pt x="4481289" y="1387661"/>
                  </a:lnTo>
                  <a:lnTo>
                    <a:pt x="4481625" y="1392180"/>
                  </a:lnTo>
                  <a:lnTo>
                    <a:pt x="4481962" y="1397314"/>
                  </a:lnTo>
                  <a:lnTo>
                    <a:pt x="4482298" y="1403090"/>
                  </a:lnTo>
                  <a:lnTo>
                    <a:pt x="4482635" y="1410050"/>
                  </a:lnTo>
                  <a:lnTo>
                    <a:pt x="4482971" y="1416263"/>
                  </a:lnTo>
                  <a:lnTo>
                    <a:pt x="4483308" y="1422593"/>
                  </a:lnTo>
                  <a:lnTo>
                    <a:pt x="4483644" y="1430276"/>
                  </a:lnTo>
                  <a:lnTo>
                    <a:pt x="4483981" y="1437007"/>
                  </a:lnTo>
                  <a:lnTo>
                    <a:pt x="4484317" y="1444642"/>
                  </a:lnTo>
                  <a:lnTo>
                    <a:pt x="4484654" y="1452424"/>
                  </a:lnTo>
                  <a:lnTo>
                    <a:pt x="4484990" y="1462991"/>
                  </a:lnTo>
                  <a:lnTo>
                    <a:pt x="4485327" y="1471599"/>
                  </a:lnTo>
                  <a:lnTo>
                    <a:pt x="4485663" y="1479772"/>
                  </a:lnTo>
                  <a:lnTo>
                    <a:pt x="4485999" y="1491071"/>
                  </a:lnTo>
                  <a:lnTo>
                    <a:pt x="4486336" y="1501020"/>
                  </a:lnTo>
                  <a:lnTo>
                    <a:pt x="4486672" y="1510450"/>
                  </a:lnTo>
                  <a:lnTo>
                    <a:pt x="4487009" y="1520088"/>
                  </a:lnTo>
                  <a:lnTo>
                    <a:pt x="4487345" y="1529722"/>
                  </a:lnTo>
                  <a:lnTo>
                    <a:pt x="4487682" y="1538136"/>
                  </a:lnTo>
                  <a:lnTo>
                    <a:pt x="4488018" y="1546182"/>
                  </a:lnTo>
                  <a:lnTo>
                    <a:pt x="4488355" y="1553647"/>
                  </a:lnTo>
                  <a:lnTo>
                    <a:pt x="4488691" y="1561244"/>
                  </a:lnTo>
                  <a:lnTo>
                    <a:pt x="4489028" y="1568945"/>
                  </a:lnTo>
                  <a:lnTo>
                    <a:pt x="4489364" y="1577037"/>
                  </a:lnTo>
                  <a:lnTo>
                    <a:pt x="4489701" y="1584557"/>
                  </a:lnTo>
                  <a:lnTo>
                    <a:pt x="4490037" y="1592894"/>
                  </a:lnTo>
                  <a:lnTo>
                    <a:pt x="4490373" y="1602025"/>
                  </a:lnTo>
                  <a:lnTo>
                    <a:pt x="4490710" y="1612606"/>
                  </a:lnTo>
                  <a:lnTo>
                    <a:pt x="4491046" y="1620035"/>
                  </a:lnTo>
                  <a:lnTo>
                    <a:pt x="4491383" y="1627773"/>
                  </a:lnTo>
                  <a:lnTo>
                    <a:pt x="4491719" y="1636266"/>
                  </a:lnTo>
                  <a:lnTo>
                    <a:pt x="4492056" y="1644788"/>
                  </a:lnTo>
                  <a:lnTo>
                    <a:pt x="4492392" y="1652948"/>
                  </a:lnTo>
                  <a:lnTo>
                    <a:pt x="4492729" y="1660636"/>
                  </a:lnTo>
                  <a:lnTo>
                    <a:pt x="4493065" y="1668489"/>
                  </a:lnTo>
                  <a:lnTo>
                    <a:pt x="4493402" y="1676059"/>
                  </a:lnTo>
                  <a:lnTo>
                    <a:pt x="4493738" y="1683047"/>
                  </a:lnTo>
                  <a:lnTo>
                    <a:pt x="4494074" y="1689967"/>
                  </a:lnTo>
                  <a:lnTo>
                    <a:pt x="4494411" y="1697466"/>
                  </a:lnTo>
                  <a:lnTo>
                    <a:pt x="4494747" y="1705580"/>
                  </a:lnTo>
                  <a:lnTo>
                    <a:pt x="4495084" y="1714372"/>
                  </a:lnTo>
                  <a:lnTo>
                    <a:pt x="4495420" y="1723970"/>
                  </a:lnTo>
                  <a:lnTo>
                    <a:pt x="4495757" y="1733069"/>
                  </a:lnTo>
                  <a:lnTo>
                    <a:pt x="4496093" y="1741235"/>
                  </a:lnTo>
                  <a:lnTo>
                    <a:pt x="4496430" y="1748413"/>
                  </a:lnTo>
                  <a:lnTo>
                    <a:pt x="4496766" y="1755495"/>
                  </a:lnTo>
                  <a:lnTo>
                    <a:pt x="4497103" y="1765598"/>
                  </a:lnTo>
                  <a:lnTo>
                    <a:pt x="4497439" y="1774044"/>
                  </a:lnTo>
                  <a:lnTo>
                    <a:pt x="4497776" y="1783283"/>
                  </a:lnTo>
                  <a:lnTo>
                    <a:pt x="4498112" y="1791179"/>
                  </a:lnTo>
                  <a:lnTo>
                    <a:pt x="4498448" y="1798685"/>
                  </a:lnTo>
                  <a:lnTo>
                    <a:pt x="4498785" y="1806587"/>
                  </a:lnTo>
                  <a:lnTo>
                    <a:pt x="4499121" y="1814184"/>
                  </a:lnTo>
                  <a:lnTo>
                    <a:pt x="4499458" y="1820107"/>
                  </a:lnTo>
                  <a:lnTo>
                    <a:pt x="4499794" y="1824598"/>
                  </a:lnTo>
                  <a:lnTo>
                    <a:pt x="4500131" y="1828380"/>
                  </a:lnTo>
                  <a:lnTo>
                    <a:pt x="4500467" y="1830637"/>
                  </a:lnTo>
                  <a:lnTo>
                    <a:pt x="4500804" y="1830523"/>
                  </a:lnTo>
                  <a:lnTo>
                    <a:pt x="4501140" y="1830452"/>
                  </a:lnTo>
                  <a:lnTo>
                    <a:pt x="4501477" y="1830000"/>
                  </a:lnTo>
                  <a:lnTo>
                    <a:pt x="4501813" y="1828349"/>
                  </a:lnTo>
                  <a:lnTo>
                    <a:pt x="4502150" y="1824362"/>
                  </a:lnTo>
                  <a:lnTo>
                    <a:pt x="4502486" y="1819132"/>
                  </a:lnTo>
                  <a:lnTo>
                    <a:pt x="4502822" y="1815503"/>
                  </a:lnTo>
                  <a:lnTo>
                    <a:pt x="4503159" y="1812905"/>
                  </a:lnTo>
                  <a:lnTo>
                    <a:pt x="4503495" y="1809904"/>
                  </a:lnTo>
                  <a:lnTo>
                    <a:pt x="4503832" y="1807552"/>
                  </a:lnTo>
                  <a:lnTo>
                    <a:pt x="4504168" y="1805251"/>
                  </a:lnTo>
                  <a:lnTo>
                    <a:pt x="4504505" y="1802968"/>
                  </a:lnTo>
                  <a:lnTo>
                    <a:pt x="4504841" y="1800246"/>
                  </a:lnTo>
                  <a:lnTo>
                    <a:pt x="4505178" y="1797096"/>
                  </a:lnTo>
                  <a:lnTo>
                    <a:pt x="4505514" y="1793352"/>
                  </a:lnTo>
                  <a:lnTo>
                    <a:pt x="4505851" y="1789495"/>
                  </a:lnTo>
                  <a:lnTo>
                    <a:pt x="4506187" y="1784965"/>
                  </a:lnTo>
                  <a:lnTo>
                    <a:pt x="4506524" y="1780555"/>
                  </a:lnTo>
                  <a:lnTo>
                    <a:pt x="4506860" y="1776194"/>
                  </a:lnTo>
                  <a:lnTo>
                    <a:pt x="4507196" y="1771244"/>
                  </a:lnTo>
                  <a:lnTo>
                    <a:pt x="4507533" y="1766134"/>
                  </a:lnTo>
                  <a:lnTo>
                    <a:pt x="4507869" y="1760995"/>
                  </a:lnTo>
                  <a:lnTo>
                    <a:pt x="4508206" y="1754551"/>
                  </a:lnTo>
                  <a:lnTo>
                    <a:pt x="4508542" y="1747215"/>
                  </a:lnTo>
                  <a:lnTo>
                    <a:pt x="4508879" y="1739163"/>
                  </a:lnTo>
                  <a:lnTo>
                    <a:pt x="4509215" y="1732415"/>
                  </a:lnTo>
                  <a:lnTo>
                    <a:pt x="4509552" y="1724460"/>
                  </a:lnTo>
                  <a:lnTo>
                    <a:pt x="4509888" y="1716262"/>
                  </a:lnTo>
                  <a:lnTo>
                    <a:pt x="4510225" y="1707834"/>
                  </a:lnTo>
                  <a:lnTo>
                    <a:pt x="4510561" y="1701290"/>
                  </a:lnTo>
                  <a:lnTo>
                    <a:pt x="4510898" y="1693147"/>
                  </a:lnTo>
                  <a:lnTo>
                    <a:pt x="4511234" y="1687271"/>
                  </a:lnTo>
                  <a:lnTo>
                    <a:pt x="4511570" y="1681192"/>
                  </a:lnTo>
                  <a:lnTo>
                    <a:pt x="4511907" y="1672957"/>
                  </a:lnTo>
                  <a:lnTo>
                    <a:pt x="4512243" y="1665606"/>
                  </a:lnTo>
                  <a:lnTo>
                    <a:pt x="4512580" y="1659334"/>
                  </a:lnTo>
                  <a:lnTo>
                    <a:pt x="4512916" y="1654409"/>
                  </a:lnTo>
                  <a:lnTo>
                    <a:pt x="4513253" y="1651045"/>
                  </a:lnTo>
                  <a:lnTo>
                    <a:pt x="4513589" y="1648767"/>
                  </a:lnTo>
                  <a:lnTo>
                    <a:pt x="4513926" y="1646649"/>
                  </a:lnTo>
                  <a:lnTo>
                    <a:pt x="4514262" y="1644039"/>
                  </a:lnTo>
                  <a:lnTo>
                    <a:pt x="4514599" y="1641220"/>
                  </a:lnTo>
                  <a:lnTo>
                    <a:pt x="4514935" y="1639535"/>
                  </a:lnTo>
                  <a:lnTo>
                    <a:pt x="4515272" y="1636949"/>
                  </a:lnTo>
                  <a:lnTo>
                    <a:pt x="4515608" y="1634635"/>
                  </a:lnTo>
                  <a:lnTo>
                    <a:pt x="4515944" y="1632811"/>
                  </a:lnTo>
                  <a:lnTo>
                    <a:pt x="4516281" y="1629235"/>
                  </a:lnTo>
                  <a:lnTo>
                    <a:pt x="4516617" y="1626626"/>
                  </a:lnTo>
                  <a:lnTo>
                    <a:pt x="4516954" y="1623342"/>
                  </a:lnTo>
                  <a:lnTo>
                    <a:pt x="4517290" y="1620160"/>
                  </a:lnTo>
                  <a:lnTo>
                    <a:pt x="4517627" y="1615903"/>
                  </a:lnTo>
                  <a:lnTo>
                    <a:pt x="4517963" y="1609913"/>
                  </a:lnTo>
                  <a:lnTo>
                    <a:pt x="4518300" y="1603272"/>
                  </a:lnTo>
                  <a:lnTo>
                    <a:pt x="4518636" y="1596199"/>
                  </a:lnTo>
                  <a:lnTo>
                    <a:pt x="4518973" y="1588559"/>
                  </a:lnTo>
                  <a:lnTo>
                    <a:pt x="4519309" y="1580824"/>
                  </a:lnTo>
                  <a:lnTo>
                    <a:pt x="4519646" y="1573146"/>
                  </a:lnTo>
                  <a:lnTo>
                    <a:pt x="4519982" y="1565910"/>
                  </a:lnTo>
                  <a:lnTo>
                    <a:pt x="4520318" y="1559622"/>
                  </a:lnTo>
                  <a:lnTo>
                    <a:pt x="4520655" y="1554077"/>
                  </a:lnTo>
                  <a:lnTo>
                    <a:pt x="4520991" y="1548810"/>
                  </a:lnTo>
                  <a:lnTo>
                    <a:pt x="4521328" y="1544539"/>
                  </a:lnTo>
                  <a:lnTo>
                    <a:pt x="4521664" y="1540768"/>
                  </a:lnTo>
                  <a:lnTo>
                    <a:pt x="4522001" y="1537644"/>
                  </a:lnTo>
                  <a:lnTo>
                    <a:pt x="4522337" y="1534860"/>
                  </a:lnTo>
                  <a:lnTo>
                    <a:pt x="4522674" y="1532017"/>
                  </a:lnTo>
                  <a:lnTo>
                    <a:pt x="4523010" y="1529485"/>
                  </a:lnTo>
                  <a:lnTo>
                    <a:pt x="4523347" y="1528293"/>
                  </a:lnTo>
                  <a:lnTo>
                    <a:pt x="4523683" y="1527046"/>
                  </a:lnTo>
                  <a:lnTo>
                    <a:pt x="4524019" y="1524655"/>
                  </a:lnTo>
                  <a:lnTo>
                    <a:pt x="4524356" y="1523066"/>
                  </a:lnTo>
                  <a:lnTo>
                    <a:pt x="4524692" y="1521758"/>
                  </a:lnTo>
                  <a:lnTo>
                    <a:pt x="4525029" y="1518041"/>
                  </a:lnTo>
                  <a:lnTo>
                    <a:pt x="4525365" y="1514501"/>
                  </a:lnTo>
                  <a:lnTo>
                    <a:pt x="4525702" y="1509265"/>
                  </a:lnTo>
                  <a:lnTo>
                    <a:pt x="4526038" y="1503015"/>
                  </a:lnTo>
                  <a:lnTo>
                    <a:pt x="4526375" y="1496117"/>
                  </a:lnTo>
                  <a:lnTo>
                    <a:pt x="4526711" y="1489017"/>
                  </a:lnTo>
                  <a:lnTo>
                    <a:pt x="4527048" y="1481647"/>
                  </a:lnTo>
                  <a:lnTo>
                    <a:pt x="4527384" y="1474708"/>
                  </a:lnTo>
                  <a:lnTo>
                    <a:pt x="4527721" y="1469054"/>
                  </a:lnTo>
                  <a:lnTo>
                    <a:pt x="4528057" y="1464333"/>
                  </a:lnTo>
                  <a:lnTo>
                    <a:pt x="4528393" y="1459451"/>
                  </a:lnTo>
                  <a:lnTo>
                    <a:pt x="4528730" y="1454974"/>
                  </a:lnTo>
                  <a:lnTo>
                    <a:pt x="4529066" y="1450549"/>
                  </a:lnTo>
                  <a:lnTo>
                    <a:pt x="4529403" y="1445439"/>
                  </a:lnTo>
                  <a:lnTo>
                    <a:pt x="4529739" y="1440563"/>
                  </a:lnTo>
                  <a:lnTo>
                    <a:pt x="4530076" y="1436750"/>
                  </a:lnTo>
                  <a:lnTo>
                    <a:pt x="4530412" y="1432993"/>
                  </a:lnTo>
                  <a:lnTo>
                    <a:pt x="4530749" y="1429992"/>
                  </a:lnTo>
                  <a:lnTo>
                    <a:pt x="4531085" y="1428125"/>
                  </a:lnTo>
                  <a:lnTo>
                    <a:pt x="4531422" y="1426513"/>
                  </a:lnTo>
                  <a:lnTo>
                    <a:pt x="4531758" y="1424033"/>
                  </a:lnTo>
                  <a:lnTo>
                    <a:pt x="4532095" y="1420564"/>
                  </a:lnTo>
                  <a:lnTo>
                    <a:pt x="4532431" y="1416669"/>
                  </a:lnTo>
                  <a:lnTo>
                    <a:pt x="4532767" y="1412028"/>
                  </a:lnTo>
                  <a:lnTo>
                    <a:pt x="4533104" y="1405920"/>
                  </a:lnTo>
                  <a:lnTo>
                    <a:pt x="4533440" y="1399909"/>
                  </a:lnTo>
                  <a:lnTo>
                    <a:pt x="4533777" y="1392510"/>
                  </a:lnTo>
                  <a:lnTo>
                    <a:pt x="4534113" y="1385114"/>
                  </a:lnTo>
                  <a:lnTo>
                    <a:pt x="4534450" y="1378066"/>
                  </a:lnTo>
                  <a:lnTo>
                    <a:pt x="4534786" y="1370440"/>
                  </a:lnTo>
                  <a:lnTo>
                    <a:pt x="4535123" y="1362020"/>
                  </a:lnTo>
                  <a:lnTo>
                    <a:pt x="4535459" y="1353526"/>
                  </a:lnTo>
                  <a:lnTo>
                    <a:pt x="4535796" y="1344909"/>
                  </a:lnTo>
                  <a:lnTo>
                    <a:pt x="4536132" y="1335975"/>
                  </a:lnTo>
                  <a:lnTo>
                    <a:pt x="4536469" y="1326846"/>
                  </a:lnTo>
                  <a:lnTo>
                    <a:pt x="4536805" y="1317324"/>
                  </a:lnTo>
                  <a:lnTo>
                    <a:pt x="4537141" y="1307817"/>
                  </a:lnTo>
                  <a:lnTo>
                    <a:pt x="4537478" y="1298312"/>
                  </a:lnTo>
                  <a:lnTo>
                    <a:pt x="4537814" y="1288589"/>
                  </a:lnTo>
                  <a:lnTo>
                    <a:pt x="4538151" y="1281438"/>
                  </a:lnTo>
                  <a:lnTo>
                    <a:pt x="4538487" y="1273998"/>
                  </a:lnTo>
                  <a:lnTo>
                    <a:pt x="4538824" y="1266181"/>
                  </a:lnTo>
                  <a:lnTo>
                    <a:pt x="4539160" y="1257844"/>
                  </a:lnTo>
                  <a:lnTo>
                    <a:pt x="4539497" y="1248658"/>
                  </a:lnTo>
                  <a:lnTo>
                    <a:pt x="4539833" y="1239709"/>
                  </a:lnTo>
                  <a:lnTo>
                    <a:pt x="4540170" y="1230797"/>
                  </a:lnTo>
                  <a:lnTo>
                    <a:pt x="4540506" y="1221736"/>
                  </a:lnTo>
                  <a:lnTo>
                    <a:pt x="4540843" y="1213025"/>
                  </a:lnTo>
                  <a:lnTo>
                    <a:pt x="4541179" y="1205134"/>
                  </a:lnTo>
                  <a:lnTo>
                    <a:pt x="4541515" y="1198305"/>
                  </a:lnTo>
                  <a:lnTo>
                    <a:pt x="4541852" y="1191753"/>
                  </a:lnTo>
                  <a:lnTo>
                    <a:pt x="4542188" y="1185686"/>
                  </a:lnTo>
                  <a:lnTo>
                    <a:pt x="4542525" y="1179565"/>
                  </a:lnTo>
                  <a:lnTo>
                    <a:pt x="4542861" y="1173628"/>
                  </a:lnTo>
                  <a:lnTo>
                    <a:pt x="4543198" y="1168281"/>
                  </a:lnTo>
                  <a:lnTo>
                    <a:pt x="4543534" y="1164286"/>
                  </a:lnTo>
                  <a:lnTo>
                    <a:pt x="4543871" y="1161515"/>
                  </a:lnTo>
                  <a:lnTo>
                    <a:pt x="4544207" y="1157404"/>
                  </a:lnTo>
                  <a:lnTo>
                    <a:pt x="4544544" y="1154077"/>
                  </a:lnTo>
                  <a:lnTo>
                    <a:pt x="4544880" y="1150707"/>
                  </a:lnTo>
                  <a:lnTo>
                    <a:pt x="4545217" y="1147463"/>
                  </a:lnTo>
                  <a:lnTo>
                    <a:pt x="4545553" y="1145632"/>
                  </a:lnTo>
                  <a:lnTo>
                    <a:pt x="4545889" y="1143980"/>
                  </a:lnTo>
                  <a:lnTo>
                    <a:pt x="4546226" y="1142953"/>
                  </a:lnTo>
                  <a:lnTo>
                    <a:pt x="4546562" y="1141362"/>
                  </a:lnTo>
                  <a:lnTo>
                    <a:pt x="4546899" y="1139944"/>
                  </a:lnTo>
                  <a:lnTo>
                    <a:pt x="4547235" y="1137971"/>
                  </a:lnTo>
                  <a:lnTo>
                    <a:pt x="4547572" y="1136088"/>
                  </a:lnTo>
                  <a:lnTo>
                    <a:pt x="4547908" y="1134785"/>
                  </a:lnTo>
                  <a:lnTo>
                    <a:pt x="4548245" y="1133586"/>
                  </a:lnTo>
                  <a:lnTo>
                    <a:pt x="4548581" y="1132442"/>
                  </a:lnTo>
                  <a:lnTo>
                    <a:pt x="4548918" y="1131264"/>
                  </a:lnTo>
                  <a:lnTo>
                    <a:pt x="4549254" y="1130281"/>
                  </a:lnTo>
                  <a:lnTo>
                    <a:pt x="4549591" y="1130122"/>
                  </a:lnTo>
                  <a:lnTo>
                    <a:pt x="4549927" y="1129444"/>
                  </a:lnTo>
                  <a:lnTo>
                    <a:pt x="4550263" y="1128817"/>
                  </a:lnTo>
                  <a:lnTo>
                    <a:pt x="4550600" y="1127082"/>
                  </a:lnTo>
                  <a:lnTo>
                    <a:pt x="4550936" y="1123124"/>
                  </a:lnTo>
                  <a:lnTo>
                    <a:pt x="4551273" y="1120253"/>
                  </a:lnTo>
                  <a:lnTo>
                    <a:pt x="4551609" y="1116600"/>
                  </a:lnTo>
                  <a:lnTo>
                    <a:pt x="4551946" y="1116016"/>
                  </a:lnTo>
                  <a:lnTo>
                    <a:pt x="4552282" y="1114986"/>
                  </a:lnTo>
                  <a:lnTo>
                    <a:pt x="4552619" y="1114856"/>
                  </a:lnTo>
                  <a:lnTo>
                    <a:pt x="4552955" y="1114687"/>
                  </a:lnTo>
                  <a:lnTo>
                    <a:pt x="4553292" y="1114762"/>
                  </a:lnTo>
                  <a:lnTo>
                    <a:pt x="4553628" y="1114976"/>
                  </a:lnTo>
                  <a:lnTo>
                    <a:pt x="4553965" y="1114505"/>
                  </a:lnTo>
                  <a:lnTo>
                    <a:pt x="4554301" y="1113151"/>
                  </a:lnTo>
                  <a:lnTo>
                    <a:pt x="4554637" y="1110872"/>
                  </a:lnTo>
                  <a:lnTo>
                    <a:pt x="4554974" y="1108324"/>
                  </a:lnTo>
                  <a:lnTo>
                    <a:pt x="4555310" y="1105079"/>
                  </a:lnTo>
                  <a:lnTo>
                    <a:pt x="4555647" y="1102221"/>
                  </a:lnTo>
                  <a:lnTo>
                    <a:pt x="4555983" y="1099892"/>
                  </a:lnTo>
                  <a:lnTo>
                    <a:pt x="4556320" y="1097609"/>
                  </a:lnTo>
                  <a:lnTo>
                    <a:pt x="4556656" y="1096217"/>
                  </a:lnTo>
                  <a:lnTo>
                    <a:pt x="4556993" y="1094354"/>
                  </a:lnTo>
                  <a:lnTo>
                    <a:pt x="4557329" y="1089931"/>
                  </a:lnTo>
                  <a:lnTo>
                    <a:pt x="4557666" y="1085270"/>
                  </a:lnTo>
                  <a:lnTo>
                    <a:pt x="4558002" y="1076615"/>
                  </a:lnTo>
                  <a:lnTo>
                    <a:pt x="4558338" y="1067400"/>
                  </a:lnTo>
                  <a:lnTo>
                    <a:pt x="4558675" y="1057706"/>
                  </a:lnTo>
                  <a:lnTo>
                    <a:pt x="4559011" y="1047021"/>
                  </a:lnTo>
                  <a:lnTo>
                    <a:pt x="4559348" y="1037344"/>
                  </a:lnTo>
                  <a:lnTo>
                    <a:pt x="4559684" y="1028663"/>
                  </a:lnTo>
                  <a:lnTo>
                    <a:pt x="4560021" y="1020688"/>
                  </a:lnTo>
                  <a:lnTo>
                    <a:pt x="4560357" y="1011908"/>
                  </a:lnTo>
                  <a:lnTo>
                    <a:pt x="4560694" y="1004950"/>
                  </a:lnTo>
                  <a:lnTo>
                    <a:pt x="4561030" y="997507"/>
                  </a:lnTo>
                  <a:lnTo>
                    <a:pt x="4561367" y="988873"/>
                  </a:lnTo>
                  <a:lnTo>
                    <a:pt x="4561703" y="979469"/>
                  </a:lnTo>
                  <a:lnTo>
                    <a:pt x="4562040" y="969680"/>
                  </a:lnTo>
                  <a:lnTo>
                    <a:pt x="4562376" y="962096"/>
                  </a:lnTo>
                  <a:lnTo>
                    <a:pt x="4562712" y="954564"/>
                  </a:lnTo>
                  <a:lnTo>
                    <a:pt x="4563049" y="947133"/>
                  </a:lnTo>
                  <a:lnTo>
                    <a:pt x="4563385" y="939836"/>
                  </a:lnTo>
                  <a:lnTo>
                    <a:pt x="4563722" y="933256"/>
                  </a:lnTo>
                  <a:lnTo>
                    <a:pt x="4564058" y="927041"/>
                  </a:lnTo>
                  <a:lnTo>
                    <a:pt x="4564395" y="920469"/>
                  </a:lnTo>
                  <a:lnTo>
                    <a:pt x="4564731" y="915287"/>
                  </a:lnTo>
                  <a:lnTo>
                    <a:pt x="4565068" y="910152"/>
                  </a:lnTo>
                  <a:lnTo>
                    <a:pt x="4565404" y="906891"/>
                  </a:lnTo>
                  <a:lnTo>
                    <a:pt x="4565741" y="904550"/>
                  </a:lnTo>
                  <a:lnTo>
                    <a:pt x="4566077" y="902435"/>
                  </a:lnTo>
                  <a:lnTo>
                    <a:pt x="4566414" y="900336"/>
                  </a:lnTo>
                  <a:lnTo>
                    <a:pt x="4566750" y="896623"/>
                  </a:lnTo>
                  <a:lnTo>
                    <a:pt x="4567086" y="892057"/>
                  </a:lnTo>
                  <a:lnTo>
                    <a:pt x="4567423" y="886138"/>
                  </a:lnTo>
                  <a:lnTo>
                    <a:pt x="4567759" y="879241"/>
                  </a:lnTo>
                  <a:lnTo>
                    <a:pt x="4568096" y="868728"/>
                  </a:lnTo>
                  <a:lnTo>
                    <a:pt x="4568432" y="858138"/>
                  </a:lnTo>
                  <a:lnTo>
                    <a:pt x="4568769" y="848367"/>
                  </a:lnTo>
                  <a:lnTo>
                    <a:pt x="4569105" y="840168"/>
                  </a:lnTo>
                  <a:lnTo>
                    <a:pt x="4569442" y="838579"/>
                  </a:lnTo>
                  <a:lnTo>
                    <a:pt x="4569778" y="838534"/>
                  </a:lnTo>
                  <a:lnTo>
                    <a:pt x="4570115" y="835709"/>
                  </a:lnTo>
                  <a:lnTo>
                    <a:pt x="4570451" y="831263"/>
                  </a:lnTo>
                  <a:lnTo>
                    <a:pt x="4570788" y="826328"/>
                  </a:lnTo>
                  <a:lnTo>
                    <a:pt x="4571124" y="819956"/>
                  </a:lnTo>
                  <a:lnTo>
                    <a:pt x="4571460" y="812638"/>
                  </a:lnTo>
                  <a:lnTo>
                    <a:pt x="4571797" y="805091"/>
                  </a:lnTo>
                  <a:lnTo>
                    <a:pt x="4572133" y="798404"/>
                  </a:lnTo>
                  <a:lnTo>
                    <a:pt x="4572470" y="792864"/>
                  </a:lnTo>
                  <a:lnTo>
                    <a:pt x="4572806" y="788689"/>
                  </a:lnTo>
                  <a:lnTo>
                    <a:pt x="4573143" y="785582"/>
                  </a:lnTo>
                  <a:lnTo>
                    <a:pt x="4573479" y="783352"/>
                  </a:lnTo>
                  <a:lnTo>
                    <a:pt x="4573816" y="781319"/>
                  </a:lnTo>
                  <a:lnTo>
                    <a:pt x="4574152" y="779365"/>
                  </a:lnTo>
                  <a:lnTo>
                    <a:pt x="4574489" y="777938"/>
                  </a:lnTo>
                  <a:lnTo>
                    <a:pt x="4574825" y="776090"/>
                  </a:lnTo>
                  <a:lnTo>
                    <a:pt x="4575162" y="774262"/>
                  </a:lnTo>
                  <a:lnTo>
                    <a:pt x="4575498" y="773392"/>
                  </a:lnTo>
                  <a:lnTo>
                    <a:pt x="4575834" y="774076"/>
                  </a:lnTo>
                  <a:lnTo>
                    <a:pt x="4576171" y="776147"/>
                  </a:lnTo>
                  <a:lnTo>
                    <a:pt x="4576507" y="778081"/>
                  </a:lnTo>
                  <a:lnTo>
                    <a:pt x="4576844" y="781595"/>
                  </a:lnTo>
                  <a:lnTo>
                    <a:pt x="4577180" y="785256"/>
                  </a:lnTo>
                  <a:lnTo>
                    <a:pt x="4577517" y="788957"/>
                  </a:lnTo>
                  <a:lnTo>
                    <a:pt x="4577853" y="792104"/>
                  </a:lnTo>
                  <a:lnTo>
                    <a:pt x="4578190" y="796506"/>
                  </a:lnTo>
                  <a:lnTo>
                    <a:pt x="4578526" y="797785"/>
                  </a:lnTo>
                  <a:lnTo>
                    <a:pt x="4578863" y="798744"/>
                  </a:lnTo>
                  <a:lnTo>
                    <a:pt x="4579199" y="800506"/>
                  </a:lnTo>
                  <a:lnTo>
                    <a:pt x="4579536" y="802487"/>
                  </a:lnTo>
                  <a:lnTo>
                    <a:pt x="4579872" y="803402"/>
                  </a:lnTo>
                  <a:lnTo>
                    <a:pt x="4580208" y="803604"/>
                  </a:lnTo>
                  <a:lnTo>
                    <a:pt x="4580545" y="803296"/>
                  </a:lnTo>
                  <a:lnTo>
                    <a:pt x="4580881" y="800360"/>
                  </a:lnTo>
                  <a:lnTo>
                    <a:pt x="4581218" y="797311"/>
                  </a:lnTo>
                  <a:lnTo>
                    <a:pt x="4581554" y="794308"/>
                  </a:lnTo>
                  <a:lnTo>
                    <a:pt x="4581891" y="791621"/>
                  </a:lnTo>
                  <a:lnTo>
                    <a:pt x="4582227" y="788050"/>
                  </a:lnTo>
                  <a:lnTo>
                    <a:pt x="4582564" y="785830"/>
                  </a:lnTo>
                  <a:lnTo>
                    <a:pt x="4582900" y="783525"/>
                  </a:lnTo>
                  <a:lnTo>
                    <a:pt x="4583237" y="781185"/>
                  </a:lnTo>
                  <a:lnTo>
                    <a:pt x="4583573" y="781070"/>
                  </a:lnTo>
                  <a:lnTo>
                    <a:pt x="4583910" y="779759"/>
                  </a:lnTo>
                  <a:lnTo>
                    <a:pt x="4584246" y="776858"/>
                  </a:lnTo>
                  <a:lnTo>
                    <a:pt x="4584582" y="774150"/>
                  </a:lnTo>
                  <a:lnTo>
                    <a:pt x="4584919" y="772373"/>
                  </a:lnTo>
                  <a:lnTo>
                    <a:pt x="4585255" y="769873"/>
                  </a:lnTo>
                  <a:lnTo>
                    <a:pt x="4585592" y="768752"/>
                  </a:lnTo>
                  <a:lnTo>
                    <a:pt x="4585928" y="768364"/>
                  </a:lnTo>
                  <a:lnTo>
                    <a:pt x="4586265" y="768026"/>
                  </a:lnTo>
                  <a:lnTo>
                    <a:pt x="4586601" y="767387"/>
                  </a:lnTo>
                  <a:lnTo>
                    <a:pt x="4586938" y="765663"/>
                  </a:lnTo>
                  <a:lnTo>
                    <a:pt x="4587274" y="766962"/>
                  </a:lnTo>
                  <a:lnTo>
                    <a:pt x="4587611" y="767717"/>
                  </a:lnTo>
                  <a:lnTo>
                    <a:pt x="4587947" y="767734"/>
                  </a:lnTo>
                  <a:lnTo>
                    <a:pt x="4588284" y="766915"/>
                  </a:lnTo>
                  <a:lnTo>
                    <a:pt x="4588620" y="767315"/>
                  </a:lnTo>
                  <a:lnTo>
                    <a:pt x="4588956" y="767589"/>
                  </a:lnTo>
                  <a:lnTo>
                    <a:pt x="4589293" y="768945"/>
                  </a:lnTo>
                  <a:lnTo>
                    <a:pt x="4589629" y="770754"/>
                  </a:lnTo>
                  <a:lnTo>
                    <a:pt x="4589966" y="773740"/>
                  </a:lnTo>
                  <a:lnTo>
                    <a:pt x="4590302" y="776499"/>
                  </a:lnTo>
                  <a:lnTo>
                    <a:pt x="4590639" y="779479"/>
                  </a:lnTo>
                  <a:lnTo>
                    <a:pt x="4590975" y="782711"/>
                  </a:lnTo>
                  <a:lnTo>
                    <a:pt x="4591312" y="786008"/>
                  </a:lnTo>
                  <a:lnTo>
                    <a:pt x="4591648" y="789024"/>
                  </a:lnTo>
                  <a:lnTo>
                    <a:pt x="4591985" y="792071"/>
                  </a:lnTo>
                  <a:lnTo>
                    <a:pt x="4592321" y="796222"/>
                  </a:lnTo>
                  <a:lnTo>
                    <a:pt x="4592657" y="800768"/>
                  </a:lnTo>
                  <a:lnTo>
                    <a:pt x="4592994" y="806109"/>
                  </a:lnTo>
                  <a:lnTo>
                    <a:pt x="4593330" y="812636"/>
                  </a:lnTo>
                  <a:lnTo>
                    <a:pt x="4593667" y="819469"/>
                  </a:lnTo>
                  <a:lnTo>
                    <a:pt x="4594003" y="826789"/>
                  </a:lnTo>
                  <a:lnTo>
                    <a:pt x="4594340" y="833493"/>
                  </a:lnTo>
                  <a:lnTo>
                    <a:pt x="4594676" y="840159"/>
                  </a:lnTo>
                  <a:lnTo>
                    <a:pt x="4595013" y="845146"/>
                  </a:lnTo>
                  <a:lnTo>
                    <a:pt x="4595349" y="848895"/>
                  </a:lnTo>
                  <a:lnTo>
                    <a:pt x="4595686" y="852832"/>
                  </a:lnTo>
                  <a:lnTo>
                    <a:pt x="4596022" y="854925"/>
                  </a:lnTo>
                  <a:lnTo>
                    <a:pt x="4596359" y="856906"/>
                  </a:lnTo>
                  <a:lnTo>
                    <a:pt x="4596695" y="857885"/>
                  </a:lnTo>
                  <a:lnTo>
                    <a:pt x="4597031" y="858954"/>
                  </a:lnTo>
                  <a:lnTo>
                    <a:pt x="4597368" y="859536"/>
                  </a:lnTo>
                  <a:lnTo>
                    <a:pt x="4597704" y="859464"/>
                  </a:lnTo>
                  <a:lnTo>
                    <a:pt x="4598041" y="858024"/>
                  </a:lnTo>
                  <a:lnTo>
                    <a:pt x="4598377" y="855832"/>
                  </a:lnTo>
                  <a:lnTo>
                    <a:pt x="4598714" y="853698"/>
                  </a:lnTo>
                  <a:lnTo>
                    <a:pt x="4599050" y="852300"/>
                  </a:lnTo>
                  <a:lnTo>
                    <a:pt x="4599387" y="852385"/>
                  </a:lnTo>
                  <a:lnTo>
                    <a:pt x="4599723" y="852982"/>
                  </a:lnTo>
                  <a:lnTo>
                    <a:pt x="4600060" y="853965"/>
                  </a:lnTo>
                  <a:lnTo>
                    <a:pt x="4600396" y="857597"/>
                  </a:lnTo>
                  <a:lnTo>
                    <a:pt x="4600733" y="858724"/>
                  </a:lnTo>
                  <a:lnTo>
                    <a:pt x="4601069" y="860026"/>
                  </a:lnTo>
                  <a:lnTo>
                    <a:pt x="4601405" y="860309"/>
                  </a:lnTo>
                  <a:lnTo>
                    <a:pt x="4601742" y="861344"/>
                  </a:lnTo>
                  <a:lnTo>
                    <a:pt x="4602078" y="862431"/>
                  </a:lnTo>
                  <a:lnTo>
                    <a:pt x="4602415" y="863090"/>
                  </a:lnTo>
                  <a:lnTo>
                    <a:pt x="4602751" y="863628"/>
                  </a:lnTo>
                  <a:lnTo>
                    <a:pt x="4603088" y="864085"/>
                  </a:lnTo>
                  <a:lnTo>
                    <a:pt x="4603424" y="866285"/>
                  </a:lnTo>
                  <a:lnTo>
                    <a:pt x="4603761" y="869126"/>
                  </a:lnTo>
                  <a:lnTo>
                    <a:pt x="4604097" y="872436"/>
                  </a:lnTo>
                  <a:lnTo>
                    <a:pt x="4604434" y="875959"/>
                  </a:lnTo>
                  <a:lnTo>
                    <a:pt x="4604770" y="879975"/>
                  </a:lnTo>
                  <a:lnTo>
                    <a:pt x="4605107" y="884030"/>
                  </a:lnTo>
                  <a:lnTo>
                    <a:pt x="4605443" y="885242"/>
                  </a:lnTo>
                  <a:lnTo>
                    <a:pt x="4605779" y="886551"/>
                  </a:lnTo>
                  <a:lnTo>
                    <a:pt x="4606116" y="888503"/>
                  </a:lnTo>
                  <a:lnTo>
                    <a:pt x="4606452" y="891328"/>
                  </a:lnTo>
                  <a:lnTo>
                    <a:pt x="4606789" y="895550"/>
                  </a:lnTo>
                  <a:lnTo>
                    <a:pt x="4607125" y="899572"/>
                  </a:lnTo>
                  <a:lnTo>
                    <a:pt x="4607462" y="903699"/>
                  </a:lnTo>
                  <a:lnTo>
                    <a:pt x="4607798" y="908095"/>
                  </a:lnTo>
                  <a:lnTo>
                    <a:pt x="4608135" y="912681"/>
                  </a:lnTo>
                  <a:lnTo>
                    <a:pt x="4608471" y="916355"/>
                  </a:lnTo>
                  <a:lnTo>
                    <a:pt x="4608808" y="919692"/>
                  </a:lnTo>
                  <a:lnTo>
                    <a:pt x="4609144" y="922455"/>
                  </a:lnTo>
                  <a:lnTo>
                    <a:pt x="4609481" y="924627"/>
                  </a:lnTo>
                  <a:lnTo>
                    <a:pt x="4609817" y="926660"/>
                  </a:lnTo>
                  <a:lnTo>
                    <a:pt x="4610153" y="928251"/>
                  </a:lnTo>
                  <a:lnTo>
                    <a:pt x="4610490" y="929316"/>
                  </a:lnTo>
                  <a:lnTo>
                    <a:pt x="4610826" y="929562"/>
                  </a:lnTo>
                  <a:lnTo>
                    <a:pt x="4611163" y="928065"/>
                  </a:lnTo>
                  <a:lnTo>
                    <a:pt x="4611499" y="927015"/>
                  </a:lnTo>
                  <a:lnTo>
                    <a:pt x="4611836" y="924480"/>
                  </a:lnTo>
                  <a:lnTo>
                    <a:pt x="4612172" y="922099"/>
                  </a:lnTo>
                  <a:lnTo>
                    <a:pt x="4612509" y="919776"/>
                  </a:lnTo>
                  <a:lnTo>
                    <a:pt x="4612845" y="916508"/>
                  </a:lnTo>
                  <a:lnTo>
                    <a:pt x="4613182" y="912681"/>
                  </a:lnTo>
                  <a:lnTo>
                    <a:pt x="4613518" y="908265"/>
                  </a:lnTo>
                  <a:lnTo>
                    <a:pt x="4613855" y="903327"/>
                  </a:lnTo>
                  <a:lnTo>
                    <a:pt x="4614191" y="897974"/>
                  </a:lnTo>
                  <a:lnTo>
                    <a:pt x="4614527" y="892432"/>
                  </a:lnTo>
                  <a:lnTo>
                    <a:pt x="4614864" y="887260"/>
                  </a:lnTo>
                  <a:lnTo>
                    <a:pt x="4615200" y="882383"/>
                  </a:lnTo>
                  <a:lnTo>
                    <a:pt x="4615537" y="875009"/>
                  </a:lnTo>
                  <a:lnTo>
                    <a:pt x="4615873" y="867283"/>
                  </a:lnTo>
                  <a:lnTo>
                    <a:pt x="4616210" y="859556"/>
                  </a:lnTo>
                  <a:lnTo>
                    <a:pt x="4616546" y="851623"/>
                  </a:lnTo>
                  <a:lnTo>
                    <a:pt x="4616883" y="842540"/>
                  </a:lnTo>
                  <a:lnTo>
                    <a:pt x="4617219" y="836598"/>
                  </a:lnTo>
                  <a:lnTo>
                    <a:pt x="4617556" y="828328"/>
                  </a:lnTo>
                  <a:lnTo>
                    <a:pt x="4617892" y="821638"/>
                  </a:lnTo>
                  <a:lnTo>
                    <a:pt x="4618229" y="817092"/>
                  </a:lnTo>
                  <a:lnTo>
                    <a:pt x="4618565" y="812261"/>
                  </a:lnTo>
                  <a:lnTo>
                    <a:pt x="4618901" y="808896"/>
                  </a:lnTo>
                  <a:lnTo>
                    <a:pt x="4619238" y="802929"/>
                  </a:lnTo>
                  <a:lnTo>
                    <a:pt x="4619574" y="797505"/>
                  </a:lnTo>
                  <a:lnTo>
                    <a:pt x="4619911" y="793386"/>
                  </a:lnTo>
                  <a:lnTo>
                    <a:pt x="4620247" y="789488"/>
                  </a:lnTo>
                  <a:lnTo>
                    <a:pt x="4620584" y="785733"/>
                  </a:lnTo>
                  <a:lnTo>
                    <a:pt x="4620920" y="782541"/>
                  </a:lnTo>
                  <a:lnTo>
                    <a:pt x="4621257" y="780167"/>
                  </a:lnTo>
                  <a:lnTo>
                    <a:pt x="4621593" y="778555"/>
                  </a:lnTo>
                  <a:lnTo>
                    <a:pt x="4621930" y="777290"/>
                  </a:lnTo>
                  <a:lnTo>
                    <a:pt x="4622266" y="776464"/>
                  </a:lnTo>
                  <a:lnTo>
                    <a:pt x="4622603" y="774951"/>
                  </a:lnTo>
                  <a:lnTo>
                    <a:pt x="4622939" y="772845"/>
                  </a:lnTo>
                  <a:lnTo>
                    <a:pt x="4623275" y="769897"/>
                  </a:lnTo>
                  <a:lnTo>
                    <a:pt x="4623612" y="769199"/>
                  </a:lnTo>
                  <a:lnTo>
                    <a:pt x="4623948" y="768028"/>
                  </a:lnTo>
                  <a:lnTo>
                    <a:pt x="4624285" y="768319"/>
                  </a:lnTo>
                  <a:lnTo>
                    <a:pt x="4624621" y="770186"/>
                  </a:lnTo>
                  <a:lnTo>
                    <a:pt x="4624958" y="772280"/>
                  </a:lnTo>
                  <a:lnTo>
                    <a:pt x="4625294" y="777855"/>
                  </a:lnTo>
                  <a:lnTo>
                    <a:pt x="4625631" y="783710"/>
                  </a:lnTo>
                  <a:lnTo>
                    <a:pt x="4625967" y="789254"/>
                  </a:lnTo>
                  <a:lnTo>
                    <a:pt x="4626304" y="795231"/>
                  </a:lnTo>
                  <a:lnTo>
                    <a:pt x="4626640" y="800359"/>
                  </a:lnTo>
                  <a:lnTo>
                    <a:pt x="4626976" y="804916"/>
                  </a:lnTo>
                  <a:lnTo>
                    <a:pt x="4627313" y="809693"/>
                  </a:lnTo>
                  <a:lnTo>
                    <a:pt x="4627649" y="815650"/>
                  </a:lnTo>
                  <a:lnTo>
                    <a:pt x="4627986" y="820041"/>
                  </a:lnTo>
                  <a:lnTo>
                    <a:pt x="4628322" y="824895"/>
                  </a:lnTo>
                  <a:lnTo>
                    <a:pt x="4628659" y="830898"/>
                  </a:lnTo>
                  <a:lnTo>
                    <a:pt x="4628995" y="836847"/>
                  </a:lnTo>
                  <a:lnTo>
                    <a:pt x="4629332" y="842651"/>
                  </a:lnTo>
                  <a:lnTo>
                    <a:pt x="4629668" y="844185"/>
                  </a:lnTo>
                  <a:lnTo>
                    <a:pt x="4630005" y="846321"/>
                  </a:lnTo>
                  <a:lnTo>
                    <a:pt x="4630341" y="848914"/>
                  </a:lnTo>
                  <a:lnTo>
                    <a:pt x="4630678" y="852029"/>
                  </a:lnTo>
                  <a:lnTo>
                    <a:pt x="4631014" y="856684"/>
                  </a:lnTo>
                  <a:lnTo>
                    <a:pt x="4631350" y="861075"/>
                  </a:lnTo>
                  <a:lnTo>
                    <a:pt x="4631687" y="865859"/>
                  </a:lnTo>
                  <a:lnTo>
                    <a:pt x="4632023" y="871421"/>
                  </a:lnTo>
                  <a:lnTo>
                    <a:pt x="4632360" y="876791"/>
                  </a:lnTo>
                  <a:lnTo>
                    <a:pt x="4632696" y="882019"/>
                  </a:lnTo>
                  <a:lnTo>
                    <a:pt x="4633033" y="886649"/>
                  </a:lnTo>
                  <a:lnTo>
                    <a:pt x="4633369" y="890407"/>
                  </a:lnTo>
                  <a:lnTo>
                    <a:pt x="4633706" y="893000"/>
                  </a:lnTo>
                  <a:lnTo>
                    <a:pt x="4634042" y="896245"/>
                  </a:lnTo>
                  <a:lnTo>
                    <a:pt x="4634379" y="899699"/>
                  </a:lnTo>
                  <a:lnTo>
                    <a:pt x="4634715" y="903953"/>
                  </a:lnTo>
                  <a:lnTo>
                    <a:pt x="4635052" y="909414"/>
                  </a:lnTo>
                  <a:lnTo>
                    <a:pt x="4635388" y="920141"/>
                  </a:lnTo>
                  <a:lnTo>
                    <a:pt x="4635724" y="930955"/>
                  </a:lnTo>
                  <a:lnTo>
                    <a:pt x="4636061" y="940995"/>
                  </a:lnTo>
                  <a:lnTo>
                    <a:pt x="4636397" y="950495"/>
                  </a:lnTo>
                  <a:lnTo>
                    <a:pt x="4636734" y="954568"/>
                  </a:lnTo>
                  <a:lnTo>
                    <a:pt x="4637070" y="955073"/>
                  </a:lnTo>
                  <a:lnTo>
                    <a:pt x="4637407" y="955448"/>
                  </a:lnTo>
                  <a:lnTo>
                    <a:pt x="4637743" y="955776"/>
                  </a:lnTo>
                  <a:lnTo>
                    <a:pt x="4638080" y="956851"/>
                  </a:lnTo>
                  <a:lnTo>
                    <a:pt x="4638416" y="959144"/>
                  </a:lnTo>
                  <a:lnTo>
                    <a:pt x="4638753" y="963109"/>
                  </a:lnTo>
                  <a:lnTo>
                    <a:pt x="4639089" y="967227"/>
                  </a:lnTo>
                  <a:lnTo>
                    <a:pt x="4639426" y="969840"/>
                  </a:lnTo>
                  <a:lnTo>
                    <a:pt x="4639762" y="971627"/>
                  </a:lnTo>
                  <a:lnTo>
                    <a:pt x="4640098" y="972168"/>
                  </a:lnTo>
                  <a:lnTo>
                    <a:pt x="4640435" y="970898"/>
                  </a:lnTo>
                  <a:lnTo>
                    <a:pt x="4640771" y="968420"/>
                  </a:lnTo>
                  <a:lnTo>
                    <a:pt x="4641108" y="965832"/>
                  </a:lnTo>
                  <a:lnTo>
                    <a:pt x="4641444" y="963985"/>
                  </a:lnTo>
                  <a:lnTo>
                    <a:pt x="4641781" y="963737"/>
                  </a:lnTo>
                  <a:lnTo>
                    <a:pt x="4642117" y="964784"/>
                  </a:lnTo>
                  <a:lnTo>
                    <a:pt x="4642454" y="966262"/>
                  </a:lnTo>
                  <a:lnTo>
                    <a:pt x="4642790" y="967978"/>
                  </a:lnTo>
                  <a:lnTo>
                    <a:pt x="4643127" y="968725"/>
                  </a:lnTo>
                  <a:lnTo>
                    <a:pt x="4643463" y="970332"/>
                  </a:lnTo>
                  <a:lnTo>
                    <a:pt x="4643800" y="971159"/>
                  </a:lnTo>
                  <a:lnTo>
                    <a:pt x="4644136" y="972351"/>
                  </a:lnTo>
                  <a:lnTo>
                    <a:pt x="4644472" y="973780"/>
                  </a:lnTo>
                  <a:lnTo>
                    <a:pt x="4644809" y="975408"/>
                  </a:lnTo>
                  <a:lnTo>
                    <a:pt x="4645145" y="975803"/>
                  </a:lnTo>
                  <a:lnTo>
                    <a:pt x="4645482" y="977152"/>
                  </a:lnTo>
                  <a:lnTo>
                    <a:pt x="4645818" y="979807"/>
                  </a:lnTo>
                  <a:lnTo>
                    <a:pt x="4646155" y="982781"/>
                  </a:lnTo>
                  <a:lnTo>
                    <a:pt x="4646491" y="987420"/>
                  </a:lnTo>
                  <a:lnTo>
                    <a:pt x="4646828" y="990499"/>
                  </a:lnTo>
                  <a:lnTo>
                    <a:pt x="4647164" y="993241"/>
                  </a:lnTo>
                  <a:lnTo>
                    <a:pt x="4647501" y="995551"/>
                  </a:lnTo>
                  <a:lnTo>
                    <a:pt x="4647837" y="996895"/>
                  </a:lnTo>
                  <a:lnTo>
                    <a:pt x="4648174" y="1000925"/>
                  </a:lnTo>
                  <a:lnTo>
                    <a:pt x="4648510" y="1004612"/>
                  </a:lnTo>
                  <a:lnTo>
                    <a:pt x="4648846" y="1008286"/>
                  </a:lnTo>
                  <a:lnTo>
                    <a:pt x="4649183" y="1011428"/>
                  </a:lnTo>
                  <a:lnTo>
                    <a:pt x="4649519" y="1014992"/>
                  </a:lnTo>
                  <a:lnTo>
                    <a:pt x="4649856" y="1018461"/>
                  </a:lnTo>
                  <a:lnTo>
                    <a:pt x="4650192" y="1021330"/>
                  </a:lnTo>
                  <a:lnTo>
                    <a:pt x="4650529" y="1024092"/>
                  </a:lnTo>
                  <a:lnTo>
                    <a:pt x="4650865" y="1026527"/>
                  </a:lnTo>
                  <a:lnTo>
                    <a:pt x="4651202" y="1028721"/>
                  </a:lnTo>
                  <a:lnTo>
                    <a:pt x="4651538" y="1032162"/>
                  </a:lnTo>
                  <a:lnTo>
                    <a:pt x="4651875" y="1034876"/>
                  </a:lnTo>
                  <a:lnTo>
                    <a:pt x="4652211" y="1037754"/>
                  </a:lnTo>
                  <a:lnTo>
                    <a:pt x="4652548" y="1042350"/>
                  </a:lnTo>
                  <a:lnTo>
                    <a:pt x="4652884" y="1046511"/>
                  </a:lnTo>
                  <a:lnTo>
                    <a:pt x="4653220" y="1050195"/>
                  </a:lnTo>
                  <a:lnTo>
                    <a:pt x="4653557" y="1054756"/>
                  </a:lnTo>
                  <a:lnTo>
                    <a:pt x="4653893" y="1059827"/>
                  </a:lnTo>
                  <a:lnTo>
                    <a:pt x="4654230" y="1065565"/>
                  </a:lnTo>
                  <a:lnTo>
                    <a:pt x="4654566" y="1067716"/>
                  </a:lnTo>
                  <a:lnTo>
                    <a:pt x="4654903" y="1070236"/>
                  </a:lnTo>
                  <a:lnTo>
                    <a:pt x="4655239" y="1072634"/>
                  </a:lnTo>
                  <a:lnTo>
                    <a:pt x="4655576" y="1075278"/>
                  </a:lnTo>
                  <a:lnTo>
                    <a:pt x="4655912" y="1076571"/>
                  </a:lnTo>
                  <a:lnTo>
                    <a:pt x="4656249" y="1077241"/>
                  </a:lnTo>
                  <a:lnTo>
                    <a:pt x="4656585" y="1077401"/>
                  </a:lnTo>
                  <a:lnTo>
                    <a:pt x="4656921" y="1077618"/>
                  </a:lnTo>
                  <a:lnTo>
                    <a:pt x="4657258" y="1077710"/>
                  </a:lnTo>
                  <a:lnTo>
                    <a:pt x="4657594" y="1077833"/>
                  </a:lnTo>
                  <a:lnTo>
                    <a:pt x="4657931" y="1077679"/>
                  </a:lnTo>
                  <a:lnTo>
                    <a:pt x="4658267" y="1077250"/>
                  </a:lnTo>
                  <a:lnTo>
                    <a:pt x="4658604" y="1076827"/>
                  </a:lnTo>
                  <a:lnTo>
                    <a:pt x="4658940" y="1076456"/>
                  </a:lnTo>
                  <a:lnTo>
                    <a:pt x="4659277" y="1075872"/>
                  </a:lnTo>
                  <a:lnTo>
                    <a:pt x="4659613" y="1075030"/>
                  </a:lnTo>
                  <a:lnTo>
                    <a:pt x="4659950" y="1073801"/>
                  </a:lnTo>
                  <a:lnTo>
                    <a:pt x="4660286" y="1071949"/>
                  </a:lnTo>
                  <a:lnTo>
                    <a:pt x="4660623" y="1069901"/>
                  </a:lnTo>
                  <a:lnTo>
                    <a:pt x="4660959" y="1068316"/>
                  </a:lnTo>
                  <a:lnTo>
                    <a:pt x="4661295" y="1066644"/>
                  </a:lnTo>
                  <a:lnTo>
                    <a:pt x="4661632" y="1064746"/>
                  </a:lnTo>
                  <a:lnTo>
                    <a:pt x="4661968" y="1062628"/>
                  </a:lnTo>
                  <a:lnTo>
                    <a:pt x="4662305" y="1060706"/>
                  </a:lnTo>
                  <a:lnTo>
                    <a:pt x="4662641" y="1059136"/>
                  </a:lnTo>
                  <a:lnTo>
                    <a:pt x="4662978" y="1058216"/>
                  </a:lnTo>
                  <a:lnTo>
                    <a:pt x="4663314" y="1058566"/>
                  </a:lnTo>
                  <a:lnTo>
                    <a:pt x="4663651" y="1059745"/>
                  </a:lnTo>
                  <a:lnTo>
                    <a:pt x="4663987" y="1062540"/>
                  </a:lnTo>
                  <a:lnTo>
                    <a:pt x="4664324" y="1064643"/>
                  </a:lnTo>
                  <a:lnTo>
                    <a:pt x="4664660" y="1066855"/>
                  </a:lnTo>
                  <a:lnTo>
                    <a:pt x="4664997" y="1070102"/>
                  </a:lnTo>
                  <a:lnTo>
                    <a:pt x="4665333" y="1074332"/>
                  </a:lnTo>
                  <a:lnTo>
                    <a:pt x="4665669" y="1079316"/>
                  </a:lnTo>
                  <a:lnTo>
                    <a:pt x="4666006" y="1084265"/>
                  </a:lnTo>
                  <a:lnTo>
                    <a:pt x="4666342" y="1089338"/>
                  </a:lnTo>
                  <a:lnTo>
                    <a:pt x="4666679" y="1093785"/>
                  </a:lnTo>
                  <a:lnTo>
                    <a:pt x="4667015" y="1098602"/>
                  </a:lnTo>
                  <a:lnTo>
                    <a:pt x="4667352" y="1103899"/>
                  </a:lnTo>
                  <a:lnTo>
                    <a:pt x="4667688" y="1106900"/>
                  </a:lnTo>
                  <a:lnTo>
                    <a:pt x="4668025" y="1112225"/>
                  </a:lnTo>
                  <a:lnTo>
                    <a:pt x="4668361" y="1118212"/>
                  </a:lnTo>
                  <a:lnTo>
                    <a:pt x="4668698" y="1124698"/>
                  </a:lnTo>
                  <a:lnTo>
                    <a:pt x="4669034" y="1129961"/>
                  </a:lnTo>
                  <a:lnTo>
                    <a:pt x="4669371" y="1135423"/>
                  </a:lnTo>
                  <a:lnTo>
                    <a:pt x="4669707" y="1141625"/>
                  </a:lnTo>
                  <a:lnTo>
                    <a:pt x="4670043" y="1147740"/>
                  </a:lnTo>
                  <a:lnTo>
                    <a:pt x="4670380" y="1153433"/>
                  </a:lnTo>
                  <a:lnTo>
                    <a:pt x="4670716" y="1157452"/>
                  </a:lnTo>
                  <a:lnTo>
                    <a:pt x="4671053" y="1161028"/>
                  </a:lnTo>
                  <a:lnTo>
                    <a:pt x="4671389" y="1164621"/>
                  </a:lnTo>
                  <a:lnTo>
                    <a:pt x="4671726" y="1168344"/>
                  </a:lnTo>
                  <a:lnTo>
                    <a:pt x="4672062" y="1170891"/>
                  </a:lnTo>
                  <a:lnTo>
                    <a:pt x="4672399" y="1173629"/>
                  </a:lnTo>
                  <a:lnTo>
                    <a:pt x="4672735" y="1176408"/>
                  </a:lnTo>
                  <a:lnTo>
                    <a:pt x="4673072" y="1179834"/>
                  </a:lnTo>
                  <a:lnTo>
                    <a:pt x="4673408" y="1182762"/>
                  </a:lnTo>
                  <a:lnTo>
                    <a:pt x="4673745" y="1185049"/>
                  </a:lnTo>
                  <a:lnTo>
                    <a:pt x="4674081" y="1186552"/>
                  </a:lnTo>
                  <a:lnTo>
                    <a:pt x="4674417" y="1188140"/>
                  </a:lnTo>
                  <a:lnTo>
                    <a:pt x="4674754" y="1189187"/>
                  </a:lnTo>
                  <a:lnTo>
                    <a:pt x="4675090" y="1190399"/>
                  </a:lnTo>
                  <a:lnTo>
                    <a:pt x="4675427" y="1191714"/>
                  </a:lnTo>
                  <a:lnTo>
                    <a:pt x="4675763" y="1192868"/>
                  </a:lnTo>
                  <a:lnTo>
                    <a:pt x="4676100" y="1193402"/>
                  </a:lnTo>
                  <a:lnTo>
                    <a:pt x="4676436" y="1194341"/>
                  </a:lnTo>
                  <a:lnTo>
                    <a:pt x="4676773" y="1194952"/>
                  </a:lnTo>
                  <a:lnTo>
                    <a:pt x="4677109" y="1195017"/>
                  </a:lnTo>
                  <a:lnTo>
                    <a:pt x="4677446" y="1194307"/>
                  </a:lnTo>
                  <a:lnTo>
                    <a:pt x="4677782" y="1193885"/>
                  </a:lnTo>
                  <a:lnTo>
                    <a:pt x="4678119" y="1190937"/>
                  </a:lnTo>
                  <a:lnTo>
                    <a:pt x="4678455" y="1189868"/>
                  </a:lnTo>
                  <a:lnTo>
                    <a:pt x="4678791" y="1190798"/>
                  </a:lnTo>
                  <a:lnTo>
                    <a:pt x="4679128" y="1193638"/>
                  </a:lnTo>
                  <a:lnTo>
                    <a:pt x="4679464" y="1197386"/>
                  </a:lnTo>
                  <a:lnTo>
                    <a:pt x="4679801" y="1201467"/>
                  </a:lnTo>
                  <a:lnTo>
                    <a:pt x="4680137" y="1206468"/>
                  </a:lnTo>
                  <a:lnTo>
                    <a:pt x="4680474" y="1212243"/>
                  </a:lnTo>
                  <a:lnTo>
                    <a:pt x="4680810" y="1218801"/>
                  </a:lnTo>
                  <a:lnTo>
                    <a:pt x="4681147" y="1226055"/>
                  </a:lnTo>
                  <a:lnTo>
                    <a:pt x="4681483" y="1233967"/>
                  </a:lnTo>
                  <a:lnTo>
                    <a:pt x="4681820" y="1241902"/>
                  </a:lnTo>
                  <a:lnTo>
                    <a:pt x="4682156" y="1248710"/>
                  </a:lnTo>
                  <a:lnTo>
                    <a:pt x="4682493" y="1254638"/>
                  </a:lnTo>
                  <a:lnTo>
                    <a:pt x="4682829" y="1262640"/>
                  </a:lnTo>
                  <a:lnTo>
                    <a:pt x="4683165" y="1270239"/>
                  </a:lnTo>
                  <a:lnTo>
                    <a:pt x="4683502" y="1277482"/>
                  </a:lnTo>
                  <a:lnTo>
                    <a:pt x="4683838" y="1284453"/>
                  </a:lnTo>
                  <a:lnTo>
                    <a:pt x="4684175" y="1290906"/>
                  </a:lnTo>
                  <a:lnTo>
                    <a:pt x="4684511" y="1295067"/>
                  </a:lnTo>
                  <a:lnTo>
                    <a:pt x="4684848" y="1302893"/>
                  </a:lnTo>
                  <a:lnTo>
                    <a:pt x="4685184" y="1310340"/>
                  </a:lnTo>
                  <a:lnTo>
                    <a:pt x="4685521" y="1317889"/>
                  </a:lnTo>
                  <a:lnTo>
                    <a:pt x="4685857" y="1324894"/>
                  </a:lnTo>
                  <a:lnTo>
                    <a:pt x="4686194" y="1331940"/>
                  </a:lnTo>
                  <a:lnTo>
                    <a:pt x="4686530" y="1338762"/>
                  </a:lnTo>
                  <a:lnTo>
                    <a:pt x="4686867" y="1345230"/>
                  </a:lnTo>
                  <a:lnTo>
                    <a:pt x="4687203" y="1350435"/>
                  </a:lnTo>
                  <a:lnTo>
                    <a:pt x="4687539" y="1355642"/>
                  </a:lnTo>
                  <a:lnTo>
                    <a:pt x="4687876" y="1360968"/>
                  </a:lnTo>
                  <a:lnTo>
                    <a:pt x="4688212" y="1366288"/>
                  </a:lnTo>
                  <a:lnTo>
                    <a:pt x="4688549" y="1371045"/>
                  </a:lnTo>
                  <a:lnTo>
                    <a:pt x="4688885" y="1375912"/>
                  </a:lnTo>
                  <a:lnTo>
                    <a:pt x="4689222" y="1381070"/>
                  </a:lnTo>
                  <a:lnTo>
                    <a:pt x="4689558" y="1386489"/>
                  </a:lnTo>
                  <a:lnTo>
                    <a:pt x="4689895" y="1392775"/>
                  </a:lnTo>
                  <a:lnTo>
                    <a:pt x="4690231" y="1399329"/>
                  </a:lnTo>
                  <a:lnTo>
                    <a:pt x="4690568" y="1406307"/>
                  </a:lnTo>
                  <a:lnTo>
                    <a:pt x="4690904" y="1410667"/>
                  </a:lnTo>
                  <a:lnTo>
                    <a:pt x="4691240" y="1414432"/>
                  </a:lnTo>
                  <a:lnTo>
                    <a:pt x="4691577" y="1417394"/>
                  </a:lnTo>
                  <a:lnTo>
                    <a:pt x="4691913" y="1420923"/>
                  </a:lnTo>
                  <a:lnTo>
                    <a:pt x="4692250" y="1423875"/>
                  </a:lnTo>
                  <a:lnTo>
                    <a:pt x="4692586" y="1427027"/>
                  </a:lnTo>
                  <a:lnTo>
                    <a:pt x="4692923" y="1429969"/>
                  </a:lnTo>
                  <a:lnTo>
                    <a:pt x="4693259" y="1433319"/>
                  </a:lnTo>
                  <a:lnTo>
                    <a:pt x="4693596" y="1436901"/>
                  </a:lnTo>
                  <a:lnTo>
                    <a:pt x="4693932" y="1439839"/>
                  </a:lnTo>
                  <a:lnTo>
                    <a:pt x="4694269" y="1442315"/>
                  </a:lnTo>
                  <a:lnTo>
                    <a:pt x="4694605" y="1444099"/>
                  </a:lnTo>
                  <a:lnTo>
                    <a:pt x="4694942" y="1445239"/>
                  </a:lnTo>
                  <a:lnTo>
                    <a:pt x="4695278" y="1445852"/>
                  </a:lnTo>
                  <a:lnTo>
                    <a:pt x="4695614" y="1446193"/>
                  </a:lnTo>
                  <a:lnTo>
                    <a:pt x="4695951" y="1446252"/>
                  </a:lnTo>
                  <a:lnTo>
                    <a:pt x="4696287" y="1446553"/>
                  </a:lnTo>
                  <a:lnTo>
                    <a:pt x="4696624" y="1447934"/>
                  </a:lnTo>
                  <a:lnTo>
                    <a:pt x="4696960" y="1450910"/>
                  </a:lnTo>
                  <a:lnTo>
                    <a:pt x="4697297" y="1453303"/>
                  </a:lnTo>
                  <a:lnTo>
                    <a:pt x="4697633" y="1454820"/>
                  </a:lnTo>
                  <a:lnTo>
                    <a:pt x="4697970" y="1456748"/>
                  </a:lnTo>
                  <a:lnTo>
                    <a:pt x="4698306" y="1457203"/>
                  </a:lnTo>
                  <a:lnTo>
                    <a:pt x="4698643" y="1457512"/>
                  </a:lnTo>
                  <a:lnTo>
                    <a:pt x="4698979" y="1458721"/>
                  </a:lnTo>
                  <a:lnTo>
                    <a:pt x="4699316" y="1460155"/>
                  </a:lnTo>
                  <a:lnTo>
                    <a:pt x="4699652" y="1461454"/>
                  </a:lnTo>
                  <a:lnTo>
                    <a:pt x="4699988" y="1462778"/>
                  </a:lnTo>
                  <a:lnTo>
                    <a:pt x="4700325" y="1463925"/>
                  </a:lnTo>
                  <a:lnTo>
                    <a:pt x="4700661" y="1464609"/>
                  </a:lnTo>
                  <a:lnTo>
                    <a:pt x="4700998" y="1466031"/>
                  </a:lnTo>
                  <a:lnTo>
                    <a:pt x="4701334" y="1468149"/>
                  </a:lnTo>
                  <a:lnTo>
                    <a:pt x="4701671" y="1469741"/>
                  </a:lnTo>
                  <a:lnTo>
                    <a:pt x="4702007" y="1471263"/>
                  </a:lnTo>
                  <a:lnTo>
                    <a:pt x="4702344" y="1472274"/>
                  </a:lnTo>
                  <a:lnTo>
                    <a:pt x="4702680" y="1473860"/>
                  </a:lnTo>
                  <a:lnTo>
                    <a:pt x="4703017" y="1475849"/>
                  </a:lnTo>
                  <a:lnTo>
                    <a:pt x="4703353" y="1477781"/>
                  </a:lnTo>
                  <a:lnTo>
                    <a:pt x="4703690" y="1479468"/>
                  </a:lnTo>
                  <a:lnTo>
                    <a:pt x="4704026" y="1482115"/>
                  </a:lnTo>
                  <a:lnTo>
                    <a:pt x="4704362" y="1487257"/>
                  </a:lnTo>
                  <a:lnTo>
                    <a:pt x="4704699" y="1493188"/>
                  </a:lnTo>
                  <a:lnTo>
                    <a:pt x="4705035" y="1499261"/>
                  </a:lnTo>
                  <a:lnTo>
                    <a:pt x="4705372" y="1505216"/>
                  </a:lnTo>
                  <a:lnTo>
                    <a:pt x="4705708" y="1510867"/>
                  </a:lnTo>
                  <a:lnTo>
                    <a:pt x="4706045" y="1515581"/>
                  </a:lnTo>
                  <a:lnTo>
                    <a:pt x="4706381" y="1520754"/>
                  </a:lnTo>
                  <a:lnTo>
                    <a:pt x="4706718" y="1527293"/>
                  </a:lnTo>
                  <a:lnTo>
                    <a:pt x="4707054" y="1534176"/>
                  </a:lnTo>
                  <a:lnTo>
                    <a:pt x="4707391" y="1541914"/>
                  </a:lnTo>
                  <a:lnTo>
                    <a:pt x="4707727" y="1550078"/>
                  </a:lnTo>
                  <a:lnTo>
                    <a:pt x="4708064" y="1558386"/>
                  </a:lnTo>
                  <a:lnTo>
                    <a:pt x="4708400" y="1566534"/>
                  </a:lnTo>
                  <a:lnTo>
                    <a:pt x="4708736" y="1574043"/>
                  </a:lnTo>
                  <a:lnTo>
                    <a:pt x="4709073" y="1579659"/>
                  </a:lnTo>
                  <a:lnTo>
                    <a:pt x="4709409" y="1584362"/>
                  </a:lnTo>
                  <a:lnTo>
                    <a:pt x="4709746" y="1588526"/>
                  </a:lnTo>
                  <a:lnTo>
                    <a:pt x="4710082" y="1592607"/>
                  </a:lnTo>
                  <a:lnTo>
                    <a:pt x="4710419" y="1596815"/>
                  </a:lnTo>
                  <a:lnTo>
                    <a:pt x="4710755" y="1599127"/>
                  </a:lnTo>
                  <a:lnTo>
                    <a:pt x="4711092" y="1601752"/>
                  </a:lnTo>
                  <a:lnTo>
                    <a:pt x="4711428" y="1603849"/>
                  </a:lnTo>
                  <a:lnTo>
                    <a:pt x="4711765" y="1605312"/>
                  </a:lnTo>
                  <a:lnTo>
                    <a:pt x="4712101" y="1606627"/>
                  </a:lnTo>
                  <a:lnTo>
                    <a:pt x="4712438" y="1607740"/>
                  </a:lnTo>
                  <a:lnTo>
                    <a:pt x="4712774" y="1608735"/>
                  </a:lnTo>
                  <a:lnTo>
                    <a:pt x="4713110" y="1609169"/>
                  </a:lnTo>
                  <a:lnTo>
                    <a:pt x="4713447" y="1610005"/>
                  </a:lnTo>
                  <a:lnTo>
                    <a:pt x="4713783" y="1609518"/>
                  </a:lnTo>
                  <a:lnTo>
                    <a:pt x="4714120" y="1609452"/>
                  </a:lnTo>
                  <a:lnTo>
                    <a:pt x="4714456" y="1609563"/>
                  </a:lnTo>
                  <a:lnTo>
                    <a:pt x="4714793" y="1609557"/>
                  </a:lnTo>
                  <a:lnTo>
                    <a:pt x="4715129" y="1608836"/>
                  </a:lnTo>
                  <a:lnTo>
                    <a:pt x="4715466" y="1606273"/>
                  </a:lnTo>
                  <a:lnTo>
                    <a:pt x="4715802" y="1603600"/>
                  </a:lnTo>
                  <a:lnTo>
                    <a:pt x="4716139" y="1600310"/>
                  </a:lnTo>
                  <a:lnTo>
                    <a:pt x="4716475" y="1594382"/>
                  </a:lnTo>
                  <a:lnTo>
                    <a:pt x="4716812" y="1588677"/>
                  </a:lnTo>
                  <a:lnTo>
                    <a:pt x="4717148" y="1582651"/>
                  </a:lnTo>
                  <a:lnTo>
                    <a:pt x="4717484" y="1576541"/>
                  </a:lnTo>
                  <a:lnTo>
                    <a:pt x="4717821" y="1571814"/>
                  </a:lnTo>
                  <a:lnTo>
                    <a:pt x="4718157" y="1566767"/>
                  </a:lnTo>
                  <a:lnTo>
                    <a:pt x="4718494" y="1562660"/>
                  </a:lnTo>
                  <a:lnTo>
                    <a:pt x="4718830" y="1559083"/>
                  </a:lnTo>
                  <a:lnTo>
                    <a:pt x="4719167" y="1556205"/>
                  </a:lnTo>
                  <a:lnTo>
                    <a:pt x="4719503" y="1552630"/>
                  </a:lnTo>
                  <a:lnTo>
                    <a:pt x="4719840" y="1549626"/>
                  </a:lnTo>
                  <a:lnTo>
                    <a:pt x="4720176" y="1546582"/>
                  </a:lnTo>
                  <a:lnTo>
                    <a:pt x="4720513" y="1544718"/>
                  </a:lnTo>
                  <a:lnTo>
                    <a:pt x="4720849" y="1542679"/>
                  </a:lnTo>
                  <a:lnTo>
                    <a:pt x="4721186" y="1540824"/>
                  </a:lnTo>
                  <a:lnTo>
                    <a:pt x="4721522" y="1539512"/>
                  </a:lnTo>
                  <a:lnTo>
                    <a:pt x="4721858" y="1538572"/>
                  </a:lnTo>
                  <a:lnTo>
                    <a:pt x="4722195" y="1536980"/>
                  </a:lnTo>
                  <a:lnTo>
                    <a:pt x="4722531" y="1534744"/>
                  </a:lnTo>
                  <a:lnTo>
                    <a:pt x="4722868" y="1531244"/>
                  </a:lnTo>
                  <a:lnTo>
                    <a:pt x="4723204" y="1527057"/>
                  </a:lnTo>
                  <a:lnTo>
                    <a:pt x="4723541" y="1522715"/>
                  </a:lnTo>
                  <a:lnTo>
                    <a:pt x="4723877" y="1518440"/>
                  </a:lnTo>
                  <a:lnTo>
                    <a:pt x="4724214" y="1514053"/>
                  </a:lnTo>
                  <a:lnTo>
                    <a:pt x="4724550" y="1509046"/>
                  </a:lnTo>
                  <a:lnTo>
                    <a:pt x="4724887" y="1503536"/>
                  </a:lnTo>
                  <a:lnTo>
                    <a:pt x="4725223" y="1497754"/>
                  </a:lnTo>
                  <a:lnTo>
                    <a:pt x="4725559" y="1492151"/>
                  </a:lnTo>
                  <a:lnTo>
                    <a:pt x="4725896" y="1486086"/>
                  </a:lnTo>
                  <a:lnTo>
                    <a:pt x="4726232" y="1479469"/>
                  </a:lnTo>
                  <a:lnTo>
                    <a:pt x="4726569" y="1473455"/>
                  </a:lnTo>
                  <a:lnTo>
                    <a:pt x="4726905" y="1465655"/>
                  </a:lnTo>
                  <a:lnTo>
                    <a:pt x="4727242" y="1458511"/>
                  </a:lnTo>
                  <a:lnTo>
                    <a:pt x="4727578" y="1454269"/>
                  </a:lnTo>
                  <a:lnTo>
                    <a:pt x="4727915" y="1450507"/>
                  </a:lnTo>
                  <a:lnTo>
                    <a:pt x="4728251" y="1447178"/>
                  </a:lnTo>
                  <a:lnTo>
                    <a:pt x="4728588" y="1443986"/>
                  </a:lnTo>
                  <a:lnTo>
                    <a:pt x="4728924" y="1439504"/>
                  </a:lnTo>
                  <a:lnTo>
                    <a:pt x="4729261" y="1434740"/>
                  </a:lnTo>
                  <a:lnTo>
                    <a:pt x="4729597" y="1429935"/>
                  </a:lnTo>
                  <a:lnTo>
                    <a:pt x="4729933" y="1425548"/>
                  </a:lnTo>
                  <a:lnTo>
                    <a:pt x="4730270" y="1420962"/>
                  </a:lnTo>
                  <a:lnTo>
                    <a:pt x="4730606" y="1416533"/>
                  </a:lnTo>
                  <a:lnTo>
                    <a:pt x="4730943" y="1409194"/>
                  </a:lnTo>
                  <a:lnTo>
                    <a:pt x="4731279" y="1402830"/>
                  </a:lnTo>
                  <a:lnTo>
                    <a:pt x="4731616" y="1396864"/>
                  </a:lnTo>
                  <a:lnTo>
                    <a:pt x="4731952" y="1390387"/>
                  </a:lnTo>
                  <a:lnTo>
                    <a:pt x="4732289" y="1383748"/>
                  </a:lnTo>
                  <a:lnTo>
                    <a:pt x="4732625" y="1377290"/>
                  </a:lnTo>
                  <a:lnTo>
                    <a:pt x="4732962" y="1370766"/>
                  </a:lnTo>
                  <a:lnTo>
                    <a:pt x="4733298" y="1360415"/>
                  </a:lnTo>
                  <a:lnTo>
                    <a:pt x="4733635" y="1350785"/>
                  </a:lnTo>
                  <a:lnTo>
                    <a:pt x="4733971" y="1342474"/>
                  </a:lnTo>
                  <a:lnTo>
                    <a:pt x="4734307" y="1335228"/>
                  </a:lnTo>
                  <a:lnTo>
                    <a:pt x="4734644" y="1329299"/>
                  </a:lnTo>
                  <a:lnTo>
                    <a:pt x="4734980" y="1324620"/>
                  </a:lnTo>
                  <a:lnTo>
                    <a:pt x="4735317" y="1320561"/>
                  </a:lnTo>
                  <a:lnTo>
                    <a:pt x="4735653" y="1315988"/>
                  </a:lnTo>
                  <a:lnTo>
                    <a:pt x="4735990" y="1311784"/>
                  </a:lnTo>
                  <a:lnTo>
                    <a:pt x="4736326" y="1308158"/>
                  </a:lnTo>
                  <a:lnTo>
                    <a:pt x="4736663" y="1305166"/>
                  </a:lnTo>
                  <a:lnTo>
                    <a:pt x="4736999" y="1303017"/>
                  </a:lnTo>
                  <a:lnTo>
                    <a:pt x="4737336" y="1301997"/>
                  </a:lnTo>
                  <a:lnTo>
                    <a:pt x="4737672" y="1301436"/>
                  </a:lnTo>
                  <a:lnTo>
                    <a:pt x="4738009" y="1302684"/>
                  </a:lnTo>
                  <a:lnTo>
                    <a:pt x="4738345" y="1303768"/>
                  </a:lnTo>
                  <a:lnTo>
                    <a:pt x="4738681" y="1303641"/>
                  </a:lnTo>
                  <a:lnTo>
                    <a:pt x="4739018" y="1304270"/>
                  </a:lnTo>
                  <a:lnTo>
                    <a:pt x="4739354" y="1304765"/>
                  </a:lnTo>
                  <a:lnTo>
                    <a:pt x="4739691" y="1304493"/>
                  </a:lnTo>
                  <a:lnTo>
                    <a:pt x="4740027" y="1303517"/>
                  </a:lnTo>
                  <a:lnTo>
                    <a:pt x="4740364" y="1301817"/>
                  </a:lnTo>
                  <a:lnTo>
                    <a:pt x="4740700" y="1300043"/>
                  </a:lnTo>
                  <a:lnTo>
                    <a:pt x="4741037" y="1298589"/>
                  </a:lnTo>
                  <a:lnTo>
                    <a:pt x="4741373" y="1296130"/>
                  </a:lnTo>
                  <a:lnTo>
                    <a:pt x="4741710" y="1292608"/>
                  </a:lnTo>
                  <a:lnTo>
                    <a:pt x="4742046" y="1288991"/>
                  </a:lnTo>
                  <a:lnTo>
                    <a:pt x="4742383" y="1284959"/>
                  </a:lnTo>
                  <a:lnTo>
                    <a:pt x="4742719" y="1280619"/>
                  </a:lnTo>
                  <a:lnTo>
                    <a:pt x="4743055" y="1276891"/>
                  </a:lnTo>
                  <a:lnTo>
                    <a:pt x="4743392" y="1272231"/>
                  </a:lnTo>
                  <a:lnTo>
                    <a:pt x="4743728" y="1267405"/>
                  </a:lnTo>
                  <a:lnTo>
                    <a:pt x="4744065" y="1261593"/>
                  </a:lnTo>
                  <a:lnTo>
                    <a:pt x="4744401" y="1257014"/>
                  </a:lnTo>
                  <a:lnTo>
                    <a:pt x="4744738" y="1253452"/>
                  </a:lnTo>
                  <a:lnTo>
                    <a:pt x="4745074" y="1247527"/>
                  </a:lnTo>
                  <a:lnTo>
                    <a:pt x="4745411" y="1244581"/>
                  </a:lnTo>
                  <a:lnTo>
                    <a:pt x="4745747" y="1241579"/>
                  </a:lnTo>
                  <a:lnTo>
                    <a:pt x="4746084" y="1239010"/>
                  </a:lnTo>
                  <a:lnTo>
                    <a:pt x="4746420" y="1233755"/>
                  </a:lnTo>
                  <a:lnTo>
                    <a:pt x="4746757" y="1228580"/>
                  </a:lnTo>
                  <a:lnTo>
                    <a:pt x="4747093" y="1225999"/>
                  </a:lnTo>
                  <a:lnTo>
                    <a:pt x="4747429" y="1222867"/>
                  </a:lnTo>
                  <a:lnTo>
                    <a:pt x="4747766" y="1219017"/>
                  </a:lnTo>
                  <a:lnTo>
                    <a:pt x="4748102" y="1215075"/>
                  </a:lnTo>
                  <a:lnTo>
                    <a:pt x="4748439" y="1212049"/>
                  </a:lnTo>
                  <a:lnTo>
                    <a:pt x="4748775" y="1209725"/>
                  </a:lnTo>
                  <a:lnTo>
                    <a:pt x="4749112" y="1208662"/>
                  </a:lnTo>
                  <a:lnTo>
                    <a:pt x="4749448" y="1207943"/>
                  </a:lnTo>
                  <a:lnTo>
                    <a:pt x="4749785" y="1207640"/>
                  </a:lnTo>
                  <a:lnTo>
                    <a:pt x="4750121" y="1207216"/>
                  </a:lnTo>
                  <a:lnTo>
                    <a:pt x="4750458" y="1207226"/>
                  </a:lnTo>
                  <a:lnTo>
                    <a:pt x="4750794" y="1207478"/>
                  </a:lnTo>
                  <a:lnTo>
                    <a:pt x="4751131" y="1207436"/>
                  </a:lnTo>
                  <a:lnTo>
                    <a:pt x="4751467" y="1208106"/>
                  </a:lnTo>
                  <a:lnTo>
                    <a:pt x="4751803" y="1208083"/>
                  </a:lnTo>
                  <a:lnTo>
                    <a:pt x="4752140" y="1207115"/>
                  </a:lnTo>
                  <a:lnTo>
                    <a:pt x="4752476" y="1205167"/>
                  </a:lnTo>
                  <a:lnTo>
                    <a:pt x="4752813" y="1201847"/>
                  </a:lnTo>
                  <a:lnTo>
                    <a:pt x="4753149" y="1195329"/>
                  </a:lnTo>
                  <a:lnTo>
                    <a:pt x="4753486" y="1188148"/>
                  </a:lnTo>
                  <a:lnTo>
                    <a:pt x="4753822" y="1180822"/>
                  </a:lnTo>
                  <a:lnTo>
                    <a:pt x="4754159" y="1173293"/>
                  </a:lnTo>
                  <a:lnTo>
                    <a:pt x="4754495" y="1165340"/>
                  </a:lnTo>
                  <a:lnTo>
                    <a:pt x="4754832" y="1156506"/>
                  </a:lnTo>
                  <a:lnTo>
                    <a:pt x="4755168" y="1146708"/>
                  </a:lnTo>
                  <a:lnTo>
                    <a:pt x="4755505" y="1136177"/>
                  </a:lnTo>
                  <a:lnTo>
                    <a:pt x="4755841" y="1125251"/>
                  </a:lnTo>
                  <a:lnTo>
                    <a:pt x="4756177" y="1114689"/>
                  </a:lnTo>
                  <a:lnTo>
                    <a:pt x="4756514" y="1104779"/>
                  </a:lnTo>
                  <a:lnTo>
                    <a:pt x="4756850" y="1095678"/>
                  </a:lnTo>
                  <a:lnTo>
                    <a:pt x="4757187" y="1086771"/>
                  </a:lnTo>
                  <a:lnTo>
                    <a:pt x="4757523" y="1078706"/>
                  </a:lnTo>
                  <a:lnTo>
                    <a:pt x="4757860" y="1070954"/>
                  </a:lnTo>
                  <a:lnTo>
                    <a:pt x="4758196" y="1063102"/>
                  </a:lnTo>
                  <a:lnTo>
                    <a:pt x="4758533" y="1054182"/>
                  </a:lnTo>
                  <a:lnTo>
                    <a:pt x="4758869" y="1048139"/>
                  </a:lnTo>
                  <a:lnTo>
                    <a:pt x="4759206" y="1041742"/>
                  </a:lnTo>
                  <a:lnTo>
                    <a:pt x="4759542" y="1035644"/>
                  </a:lnTo>
                  <a:lnTo>
                    <a:pt x="4759878" y="1028967"/>
                  </a:lnTo>
                  <a:lnTo>
                    <a:pt x="4760215" y="1022109"/>
                  </a:lnTo>
                  <a:lnTo>
                    <a:pt x="4760551" y="1015051"/>
                  </a:lnTo>
                  <a:lnTo>
                    <a:pt x="4760888" y="1007325"/>
                  </a:lnTo>
                  <a:lnTo>
                    <a:pt x="4761224" y="998969"/>
                  </a:lnTo>
                  <a:lnTo>
                    <a:pt x="4761561" y="989971"/>
                  </a:lnTo>
                  <a:lnTo>
                    <a:pt x="4761897" y="980243"/>
                  </a:lnTo>
                  <a:lnTo>
                    <a:pt x="4762234" y="970138"/>
                  </a:lnTo>
                  <a:lnTo>
                    <a:pt x="4762570" y="959446"/>
                  </a:lnTo>
                  <a:lnTo>
                    <a:pt x="4762907" y="948560"/>
                  </a:lnTo>
                  <a:lnTo>
                    <a:pt x="4763243" y="937671"/>
                  </a:lnTo>
                  <a:lnTo>
                    <a:pt x="4763580" y="927375"/>
                  </a:lnTo>
                  <a:lnTo>
                    <a:pt x="4763916" y="916396"/>
                  </a:lnTo>
                  <a:lnTo>
                    <a:pt x="4764252" y="905528"/>
                  </a:lnTo>
                  <a:lnTo>
                    <a:pt x="4764589" y="889643"/>
                  </a:lnTo>
                  <a:lnTo>
                    <a:pt x="4764925" y="875100"/>
                  </a:lnTo>
                  <a:lnTo>
                    <a:pt x="4765262" y="860327"/>
                  </a:lnTo>
                  <a:lnTo>
                    <a:pt x="4765598" y="845408"/>
                  </a:lnTo>
                  <a:lnTo>
                    <a:pt x="4765935" y="831889"/>
                  </a:lnTo>
                  <a:lnTo>
                    <a:pt x="4766271" y="818271"/>
                  </a:lnTo>
                  <a:lnTo>
                    <a:pt x="4766608" y="805071"/>
                  </a:lnTo>
                  <a:lnTo>
                    <a:pt x="4766944" y="793021"/>
                  </a:lnTo>
                  <a:lnTo>
                    <a:pt x="4767281" y="781316"/>
                  </a:lnTo>
                  <a:lnTo>
                    <a:pt x="4767617" y="770777"/>
                  </a:lnTo>
                  <a:lnTo>
                    <a:pt x="4767954" y="762033"/>
                  </a:lnTo>
                  <a:lnTo>
                    <a:pt x="4768290" y="753692"/>
                  </a:lnTo>
                  <a:lnTo>
                    <a:pt x="4768626" y="746206"/>
                  </a:lnTo>
                  <a:lnTo>
                    <a:pt x="4768963" y="739617"/>
                  </a:lnTo>
                  <a:lnTo>
                    <a:pt x="4769299" y="733155"/>
                  </a:lnTo>
                  <a:lnTo>
                    <a:pt x="4769636" y="726116"/>
                  </a:lnTo>
                  <a:lnTo>
                    <a:pt x="4769972" y="718494"/>
                  </a:lnTo>
                  <a:lnTo>
                    <a:pt x="4770309" y="711338"/>
                  </a:lnTo>
                  <a:lnTo>
                    <a:pt x="4770645" y="704575"/>
                  </a:lnTo>
                  <a:lnTo>
                    <a:pt x="4770982" y="697109"/>
                  </a:lnTo>
                  <a:lnTo>
                    <a:pt x="4771318" y="689730"/>
                  </a:lnTo>
                  <a:lnTo>
                    <a:pt x="4771655" y="681419"/>
                  </a:lnTo>
                  <a:lnTo>
                    <a:pt x="4771991" y="672140"/>
                  </a:lnTo>
                  <a:lnTo>
                    <a:pt x="4772328" y="662202"/>
                  </a:lnTo>
                  <a:lnTo>
                    <a:pt x="4772664" y="651656"/>
                  </a:lnTo>
                  <a:lnTo>
                    <a:pt x="4773000" y="644087"/>
                  </a:lnTo>
                  <a:lnTo>
                    <a:pt x="4773337" y="637443"/>
                  </a:lnTo>
                  <a:lnTo>
                    <a:pt x="4773673" y="632576"/>
                  </a:lnTo>
                  <a:lnTo>
                    <a:pt x="4774010" y="626402"/>
                  </a:lnTo>
                  <a:lnTo>
                    <a:pt x="4774346" y="619789"/>
                  </a:lnTo>
                  <a:lnTo>
                    <a:pt x="4774683" y="612621"/>
                  </a:lnTo>
                  <a:lnTo>
                    <a:pt x="4775019" y="605139"/>
                  </a:lnTo>
                  <a:lnTo>
                    <a:pt x="4775356" y="597936"/>
                  </a:lnTo>
                  <a:lnTo>
                    <a:pt x="4775692" y="590797"/>
                  </a:lnTo>
                  <a:lnTo>
                    <a:pt x="4776029" y="583766"/>
                  </a:lnTo>
                  <a:lnTo>
                    <a:pt x="4776365" y="576842"/>
                  </a:lnTo>
                  <a:lnTo>
                    <a:pt x="4776702" y="570348"/>
                  </a:lnTo>
                  <a:lnTo>
                    <a:pt x="4777038" y="564057"/>
                  </a:lnTo>
                  <a:lnTo>
                    <a:pt x="4777374" y="557660"/>
                  </a:lnTo>
                  <a:lnTo>
                    <a:pt x="4777711" y="551398"/>
                  </a:lnTo>
                  <a:lnTo>
                    <a:pt x="4778047" y="545455"/>
                  </a:lnTo>
                  <a:lnTo>
                    <a:pt x="4778384" y="536686"/>
                  </a:lnTo>
                  <a:lnTo>
                    <a:pt x="4778720" y="527883"/>
                  </a:lnTo>
                  <a:lnTo>
                    <a:pt x="4779057" y="520077"/>
                  </a:lnTo>
                  <a:lnTo>
                    <a:pt x="4779393" y="513152"/>
                  </a:lnTo>
                  <a:lnTo>
                    <a:pt x="4779730" y="506769"/>
                  </a:lnTo>
                  <a:lnTo>
                    <a:pt x="4780066" y="500436"/>
                  </a:lnTo>
                  <a:lnTo>
                    <a:pt x="4780403" y="494396"/>
                  </a:lnTo>
                  <a:lnTo>
                    <a:pt x="4780739" y="488060"/>
                  </a:lnTo>
                  <a:lnTo>
                    <a:pt x="4781076" y="481766"/>
                  </a:lnTo>
                  <a:lnTo>
                    <a:pt x="4781412" y="475678"/>
                  </a:lnTo>
                  <a:lnTo>
                    <a:pt x="4781748" y="470146"/>
                  </a:lnTo>
                  <a:lnTo>
                    <a:pt x="4782085" y="465840"/>
                  </a:lnTo>
                  <a:lnTo>
                    <a:pt x="4782421" y="464058"/>
                  </a:lnTo>
                  <a:lnTo>
                    <a:pt x="4782758" y="463661"/>
                  </a:lnTo>
                  <a:lnTo>
                    <a:pt x="4783094" y="464417"/>
                  </a:lnTo>
                  <a:lnTo>
                    <a:pt x="4783431" y="465600"/>
                  </a:lnTo>
                  <a:lnTo>
                    <a:pt x="4783767" y="469894"/>
                  </a:lnTo>
                  <a:lnTo>
                    <a:pt x="4784104" y="473621"/>
                  </a:lnTo>
                  <a:lnTo>
                    <a:pt x="4784440" y="475190"/>
                  </a:lnTo>
                  <a:lnTo>
                    <a:pt x="4784777" y="480074"/>
                  </a:lnTo>
                  <a:lnTo>
                    <a:pt x="4785113" y="483439"/>
                  </a:lnTo>
                  <a:lnTo>
                    <a:pt x="4785450" y="488326"/>
                  </a:lnTo>
                  <a:lnTo>
                    <a:pt x="4785786" y="493553"/>
                  </a:lnTo>
                  <a:lnTo>
                    <a:pt x="4786122" y="498896"/>
                  </a:lnTo>
                  <a:lnTo>
                    <a:pt x="4786459" y="504243"/>
                  </a:lnTo>
                  <a:lnTo>
                    <a:pt x="4786795" y="509706"/>
                  </a:lnTo>
                  <a:lnTo>
                    <a:pt x="4787132" y="514765"/>
                  </a:lnTo>
                  <a:lnTo>
                    <a:pt x="4787468" y="519385"/>
                  </a:lnTo>
                  <a:lnTo>
                    <a:pt x="4787805" y="522636"/>
                  </a:lnTo>
                  <a:lnTo>
                    <a:pt x="4788141" y="526439"/>
                  </a:lnTo>
                  <a:lnTo>
                    <a:pt x="4788478" y="530096"/>
                  </a:lnTo>
                  <a:lnTo>
                    <a:pt x="4788814" y="534204"/>
                  </a:lnTo>
                  <a:lnTo>
                    <a:pt x="4789151" y="538410"/>
                  </a:lnTo>
                  <a:lnTo>
                    <a:pt x="4789487" y="542270"/>
                  </a:lnTo>
                  <a:lnTo>
                    <a:pt x="4789823" y="546721"/>
                  </a:lnTo>
                  <a:lnTo>
                    <a:pt x="4790160" y="552451"/>
                  </a:lnTo>
                  <a:lnTo>
                    <a:pt x="4790496" y="558266"/>
                  </a:lnTo>
                  <a:lnTo>
                    <a:pt x="4790833" y="565110"/>
                  </a:lnTo>
                  <a:lnTo>
                    <a:pt x="4791169" y="571731"/>
                  </a:lnTo>
                  <a:lnTo>
                    <a:pt x="4791506" y="577880"/>
                  </a:lnTo>
                  <a:lnTo>
                    <a:pt x="4791842" y="583361"/>
                  </a:lnTo>
                  <a:lnTo>
                    <a:pt x="4792179" y="588742"/>
                  </a:lnTo>
                  <a:lnTo>
                    <a:pt x="4792515" y="593950"/>
                  </a:lnTo>
                  <a:lnTo>
                    <a:pt x="4792852" y="599442"/>
                  </a:lnTo>
                  <a:lnTo>
                    <a:pt x="4793188" y="604644"/>
                  </a:lnTo>
                  <a:lnTo>
                    <a:pt x="4793525" y="610283"/>
                  </a:lnTo>
                  <a:lnTo>
                    <a:pt x="4793861" y="615222"/>
                  </a:lnTo>
                  <a:lnTo>
                    <a:pt x="4794197" y="620477"/>
                  </a:lnTo>
                  <a:lnTo>
                    <a:pt x="4794534" y="625299"/>
                  </a:lnTo>
                  <a:lnTo>
                    <a:pt x="4794870" y="624940"/>
                  </a:lnTo>
                  <a:lnTo>
                    <a:pt x="4795207" y="623824"/>
                  </a:lnTo>
                  <a:lnTo>
                    <a:pt x="4795543" y="622214"/>
                  </a:lnTo>
                  <a:lnTo>
                    <a:pt x="4795880" y="619980"/>
                  </a:lnTo>
                  <a:lnTo>
                    <a:pt x="4796216" y="619341"/>
                  </a:lnTo>
                  <a:lnTo>
                    <a:pt x="4796553" y="618751"/>
                  </a:lnTo>
                  <a:lnTo>
                    <a:pt x="4796889" y="620607"/>
                  </a:lnTo>
                  <a:lnTo>
                    <a:pt x="4797226" y="622333"/>
                  </a:lnTo>
                  <a:lnTo>
                    <a:pt x="4797562" y="623590"/>
                  </a:lnTo>
                  <a:lnTo>
                    <a:pt x="4797899" y="624828"/>
                  </a:lnTo>
                  <a:lnTo>
                    <a:pt x="4798235" y="628744"/>
                  </a:lnTo>
                  <a:lnTo>
                    <a:pt x="4798571" y="631257"/>
                  </a:lnTo>
                  <a:lnTo>
                    <a:pt x="4798908" y="631513"/>
                  </a:lnTo>
                  <a:lnTo>
                    <a:pt x="4799244" y="632617"/>
                  </a:lnTo>
                  <a:lnTo>
                    <a:pt x="4799581" y="636339"/>
                  </a:lnTo>
                  <a:lnTo>
                    <a:pt x="4799917" y="639643"/>
                  </a:lnTo>
                  <a:lnTo>
                    <a:pt x="4800254" y="644057"/>
                  </a:lnTo>
                  <a:lnTo>
                    <a:pt x="4800590" y="652276"/>
                  </a:lnTo>
                  <a:lnTo>
                    <a:pt x="4800927" y="659598"/>
                  </a:lnTo>
                  <a:lnTo>
                    <a:pt x="4801263" y="665211"/>
                  </a:lnTo>
                  <a:lnTo>
                    <a:pt x="4801600" y="669332"/>
                  </a:lnTo>
                  <a:lnTo>
                    <a:pt x="4801936" y="672356"/>
                  </a:lnTo>
                  <a:lnTo>
                    <a:pt x="4802273" y="674502"/>
                  </a:lnTo>
                  <a:lnTo>
                    <a:pt x="4802609" y="676393"/>
                  </a:lnTo>
                  <a:lnTo>
                    <a:pt x="4802945" y="678299"/>
                  </a:lnTo>
                  <a:lnTo>
                    <a:pt x="4803282" y="679717"/>
                  </a:lnTo>
                  <a:lnTo>
                    <a:pt x="4803618" y="680486"/>
                  </a:lnTo>
                  <a:lnTo>
                    <a:pt x="4803955" y="680414"/>
                  </a:lnTo>
                  <a:lnTo>
                    <a:pt x="4804291" y="679531"/>
                  </a:lnTo>
                  <a:lnTo>
                    <a:pt x="4804628" y="678321"/>
                  </a:lnTo>
                  <a:lnTo>
                    <a:pt x="4804964" y="676044"/>
                  </a:lnTo>
                  <a:lnTo>
                    <a:pt x="4805301" y="672614"/>
                  </a:lnTo>
                  <a:lnTo>
                    <a:pt x="4805637" y="667637"/>
                  </a:lnTo>
                  <a:lnTo>
                    <a:pt x="4805974" y="663481"/>
                  </a:lnTo>
                  <a:lnTo>
                    <a:pt x="4806310" y="658351"/>
                  </a:lnTo>
                  <a:lnTo>
                    <a:pt x="4806647" y="653539"/>
                  </a:lnTo>
                  <a:lnTo>
                    <a:pt x="4806983" y="648883"/>
                  </a:lnTo>
                  <a:lnTo>
                    <a:pt x="4807319" y="641452"/>
                  </a:lnTo>
                  <a:lnTo>
                    <a:pt x="4807656" y="634211"/>
                  </a:lnTo>
                  <a:lnTo>
                    <a:pt x="4807992" y="628470"/>
                  </a:lnTo>
                  <a:lnTo>
                    <a:pt x="4808329" y="623508"/>
                  </a:lnTo>
                  <a:lnTo>
                    <a:pt x="4808665" y="620171"/>
                  </a:lnTo>
                  <a:lnTo>
                    <a:pt x="4809002" y="618645"/>
                  </a:lnTo>
                  <a:lnTo>
                    <a:pt x="4809338" y="617158"/>
                  </a:lnTo>
                  <a:lnTo>
                    <a:pt x="4809675" y="614834"/>
                  </a:lnTo>
                  <a:lnTo>
                    <a:pt x="4810011" y="614432"/>
                  </a:lnTo>
                  <a:lnTo>
                    <a:pt x="4810348" y="613477"/>
                  </a:lnTo>
                  <a:lnTo>
                    <a:pt x="4810684" y="613219"/>
                  </a:lnTo>
                  <a:lnTo>
                    <a:pt x="4811021" y="612626"/>
                  </a:lnTo>
                  <a:lnTo>
                    <a:pt x="4811357" y="614008"/>
                  </a:lnTo>
                  <a:lnTo>
                    <a:pt x="4811693" y="615446"/>
                  </a:lnTo>
                  <a:lnTo>
                    <a:pt x="4812030" y="617095"/>
                  </a:lnTo>
                  <a:lnTo>
                    <a:pt x="4812366" y="620324"/>
                  </a:lnTo>
                  <a:lnTo>
                    <a:pt x="4812703" y="622339"/>
                  </a:lnTo>
                  <a:lnTo>
                    <a:pt x="4813039" y="622630"/>
                  </a:lnTo>
                  <a:lnTo>
                    <a:pt x="4813376" y="620400"/>
                  </a:lnTo>
                  <a:lnTo>
                    <a:pt x="4813712" y="619034"/>
                  </a:lnTo>
                  <a:lnTo>
                    <a:pt x="4814049" y="619640"/>
                  </a:lnTo>
                  <a:lnTo>
                    <a:pt x="4814385" y="616863"/>
                  </a:lnTo>
                  <a:lnTo>
                    <a:pt x="4814722" y="613607"/>
                  </a:lnTo>
                  <a:lnTo>
                    <a:pt x="4815058" y="610376"/>
                  </a:lnTo>
                  <a:lnTo>
                    <a:pt x="4815395" y="606766"/>
                  </a:lnTo>
                  <a:lnTo>
                    <a:pt x="4815731" y="598439"/>
                  </a:lnTo>
                  <a:lnTo>
                    <a:pt x="4816067" y="589375"/>
                  </a:lnTo>
                  <a:lnTo>
                    <a:pt x="4816404" y="579227"/>
                  </a:lnTo>
                  <a:lnTo>
                    <a:pt x="4816740" y="569398"/>
                  </a:lnTo>
                  <a:lnTo>
                    <a:pt x="4817077" y="560245"/>
                  </a:lnTo>
                  <a:lnTo>
                    <a:pt x="4817413" y="552342"/>
                  </a:lnTo>
                  <a:lnTo>
                    <a:pt x="4817750" y="547223"/>
                  </a:lnTo>
                  <a:lnTo>
                    <a:pt x="4818086" y="542664"/>
                  </a:lnTo>
                  <a:lnTo>
                    <a:pt x="4818423" y="538578"/>
                  </a:lnTo>
                  <a:lnTo>
                    <a:pt x="4818759" y="534749"/>
                  </a:lnTo>
                  <a:lnTo>
                    <a:pt x="4819096" y="531155"/>
                  </a:lnTo>
                  <a:lnTo>
                    <a:pt x="4819432" y="527075"/>
                  </a:lnTo>
                  <a:lnTo>
                    <a:pt x="4819769" y="521106"/>
                  </a:lnTo>
                  <a:lnTo>
                    <a:pt x="4820105" y="515872"/>
                  </a:lnTo>
                  <a:lnTo>
                    <a:pt x="4820441" y="513365"/>
                  </a:lnTo>
                  <a:lnTo>
                    <a:pt x="4820778" y="511008"/>
                  </a:lnTo>
                  <a:lnTo>
                    <a:pt x="4821114" y="511996"/>
                  </a:lnTo>
                  <a:lnTo>
                    <a:pt x="4821451" y="513593"/>
                  </a:lnTo>
                  <a:lnTo>
                    <a:pt x="4821787" y="514683"/>
                  </a:lnTo>
                  <a:lnTo>
                    <a:pt x="4822124" y="515200"/>
                  </a:lnTo>
                  <a:lnTo>
                    <a:pt x="4822460" y="515371"/>
                  </a:lnTo>
                  <a:lnTo>
                    <a:pt x="4822797" y="511816"/>
                  </a:lnTo>
                  <a:lnTo>
                    <a:pt x="4823133" y="509058"/>
                  </a:lnTo>
                  <a:lnTo>
                    <a:pt x="4823470" y="505502"/>
                  </a:lnTo>
                  <a:lnTo>
                    <a:pt x="4823806" y="501902"/>
                  </a:lnTo>
                  <a:lnTo>
                    <a:pt x="4824142" y="497938"/>
                  </a:lnTo>
                  <a:lnTo>
                    <a:pt x="4824479" y="494611"/>
                  </a:lnTo>
                  <a:lnTo>
                    <a:pt x="4824815" y="490290"/>
                  </a:lnTo>
                  <a:lnTo>
                    <a:pt x="4825152" y="489130"/>
                  </a:lnTo>
                  <a:lnTo>
                    <a:pt x="4825488" y="488801"/>
                  </a:lnTo>
                  <a:lnTo>
                    <a:pt x="4825825" y="488908"/>
                  </a:lnTo>
                  <a:lnTo>
                    <a:pt x="4826161" y="485876"/>
                  </a:lnTo>
                  <a:lnTo>
                    <a:pt x="4826498" y="483132"/>
                  </a:lnTo>
                  <a:lnTo>
                    <a:pt x="4826834" y="480403"/>
                  </a:lnTo>
                  <a:lnTo>
                    <a:pt x="4827171" y="478286"/>
                  </a:lnTo>
                  <a:lnTo>
                    <a:pt x="4827507" y="477345"/>
                  </a:lnTo>
                  <a:lnTo>
                    <a:pt x="4827844" y="477588"/>
                  </a:lnTo>
                  <a:lnTo>
                    <a:pt x="4828180" y="478699"/>
                  </a:lnTo>
                  <a:lnTo>
                    <a:pt x="4828516" y="480947"/>
                  </a:lnTo>
                  <a:lnTo>
                    <a:pt x="4828853" y="483458"/>
                  </a:lnTo>
                  <a:lnTo>
                    <a:pt x="4829189" y="486754"/>
                  </a:lnTo>
                  <a:lnTo>
                    <a:pt x="4829526" y="486581"/>
                  </a:lnTo>
                  <a:lnTo>
                    <a:pt x="4829862" y="486652"/>
                  </a:lnTo>
                  <a:lnTo>
                    <a:pt x="4830199" y="487187"/>
                  </a:lnTo>
                  <a:lnTo>
                    <a:pt x="4830535" y="487961"/>
                  </a:lnTo>
                  <a:lnTo>
                    <a:pt x="4830872" y="489072"/>
                  </a:lnTo>
                  <a:lnTo>
                    <a:pt x="4831208" y="491021"/>
                  </a:lnTo>
                  <a:lnTo>
                    <a:pt x="4831545" y="493311"/>
                  </a:lnTo>
                  <a:lnTo>
                    <a:pt x="4831881" y="501678"/>
                  </a:lnTo>
                  <a:lnTo>
                    <a:pt x="4832218" y="509752"/>
                  </a:lnTo>
                  <a:lnTo>
                    <a:pt x="4832554" y="517365"/>
                  </a:lnTo>
                  <a:lnTo>
                    <a:pt x="4832890" y="524988"/>
                  </a:lnTo>
                  <a:lnTo>
                    <a:pt x="4833227" y="531450"/>
                  </a:lnTo>
                  <a:lnTo>
                    <a:pt x="4833563" y="538003"/>
                  </a:lnTo>
                  <a:lnTo>
                    <a:pt x="4833900" y="544467"/>
                  </a:lnTo>
                  <a:lnTo>
                    <a:pt x="4834236" y="550084"/>
                  </a:lnTo>
                  <a:lnTo>
                    <a:pt x="4834573" y="556147"/>
                  </a:lnTo>
                  <a:lnTo>
                    <a:pt x="4834909" y="562310"/>
                  </a:lnTo>
                  <a:lnTo>
                    <a:pt x="4835246" y="567633"/>
                  </a:lnTo>
                  <a:lnTo>
                    <a:pt x="4835582" y="572710"/>
                  </a:lnTo>
                  <a:lnTo>
                    <a:pt x="4835919" y="578523"/>
                  </a:lnTo>
                  <a:lnTo>
                    <a:pt x="4836255" y="584108"/>
                  </a:lnTo>
                  <a:lnTo>
                    <a:pt x="4836592" y="589878"/>
                  </a:lnTo>
                  <a:lnTo>
                    <a:pt x="4836928" y="596229"/>
                  </a:lnTo>
                  <a:lnTo>
                    <a:pt x="4837264" y="602765"/>
                  </a:lnTo>
                  <a:lnTo>
                    <a:pt x="4837601" y="607814"/>
                  </a:lnTo>
                  <a:lnTo>
                    <a:pt x="4837937" y="611525"/>
                  </a:lnTo>
                  <a:lnTo>
                    <a:pt x="4838274" y="615357"/>
                  </a:lnTo>
                  <a:lnTo>
                    <a:pt x="4838610" y="620000"/>
                  </a:lnTo>
                  <a:lnTo>
                    <a:pt x="4838947" y="625690"/>
                  </a:lnTo>
                  <a:lnTo>
                    <a:pt x="4839283" y="632986"/>
                  </a:lnTo>
                  <a:lnTo>
                    <a:pt x="4839620" y="640937"/>
                  </a:lnTo>
                  <a:lnTo>
                    <a:pt x="4839956" y="650286"/>
                  </a:lnTo>
                  <a:lnTo>
                    <a:pt x="4840293" y="657130"/>
                  </a:lnTo>
                  <a:lnTo>
                    <a:pt x="4840629" y="663211"/>
                  </a:lnTo>
                  <a:lnTo>
                    <a:pt x="4840966" y="667119"/>
                  </a:lnTo>
                  <a:lnTo>
                    <a:pt x="4841302" y="671864"/>
                  </a:lnTo>
                  <a:lnTo>
                    <a:pt x="4841638" y="676875"/>
                  </a:lnTo>
                  <a:lnTo>
                    <a:pt x="4841975" y="682410"/>
                  </a:lnTo>
                  <a:lnTo>
                    <a:pt x="4842311" y="687978"/>
                  </a:lnTo>
                  <a:lnTo>
                    <a:pt x="4842648" y="693028"/>
                  </a:lnTo>
                  <a:lnTo>
                    <a:pt x="4842984" y="698208"/>
                  </a:lnTo>
                  <a:lnTo>
                    <a:pt x="4843321" y="703334"/>
                  </a:lnTo>
                  <a:lnTo>
                    <a:pt x="4843657" y="708648"/>
                  </a:lnTo>
                  <a:lnTo>
                    <a:pt x="4843994" y="714002"/>
                  </a:lnTo>
                  <a:lnTo>
                    <a:pt x="4844330" y="718563"/>
                  </a:lnTo>
                  <a:lnTo>
                    <a:pt x="4844667" y="722624"/>
                  </a:lnTo>
                  <a:lnTo>
                    <a:pt x="4845003" y="726167"/>
                  </a:lnTo>
                  <a:lnTo>
                    <a:pt x="4845340" y="728805"/>
                  </a:lnTo>
                  <a:lnTo>
                    <a:pt x="4845676" y="733938"/>
                  </a:lnTo>
                  <a:lnTo>
                    <a:pt x="4846012" y="738801"/>
                  </a:lnTo>
                  <a:lnTo>
                    <a:pt x="4846349" y="743254"/>
                  </a:lnTo>
                  <a:lnTo>
                    <a:pt x="4846685" y="746190"/>
                  </a:lnTo>
                  <a:lnTo>
                    <a:pt x="4847022" y="748157"/>
                  </a:lnTo>
                  <a:lnTo>
                    <a:pt x="4847358" y="750486"/>
                  </a:lnTo>
                  <a:lnTo>
                    <a:pt x="4847695" y="753420"/>
                  </a:lnTo>
                  <a:lnTo>
                    <a:pt x="4848031" y="757111"/>
                  </a:lnTo>
                  <a:lnTo>
                    <a:pt x="4848368" y="761351"/>
                  </a:lnTo>
                  <a:lnTo>
                    <a:pt x="4848704" y="766012"/>
                  </a:lnTo>
                  <a:lnTo>
                    <a:pt x="4849041" y="770590"/>
                  </a:lnTo>
                  <a:lnTo>
                    <a:pt x="4849377" y="775212"/>
                  </a:lnTo>
                  <a:lnTo>
                    <a:pt x="4849714" y="779498"/>
                  </a:lnTo>
                  <a:lnTo>
                    <a:pt x="4850050" y="783093"/>
                  </a:lnTo>
                  <a:lnTo>
                    <a:pt x="4850386" y="785648"/>
                  </a:lnTo>
                  <a:lnTo>
                    <a:pt x="4850723" y="788610"/>
                  </a:lnTo>
                  <a:lnTo>
                    <a:pt x="4851059" y="790910"/>
                  </a:lnTo>
                  <a:lnTo>
                    <a:pt x="4851396" y="793759"/>
                  </a:lnTo>
                  <a:lnTo>
                    <a:pt x="4851732" y="799459"/>
                  </a:lnTo>
                  <a:lnTo>
                    <a:pt x="4852069" y="802740"/>
                  </a:lnTo>
                  <a:lnTo>
                    <a:pt x="4852405" y="806812"/>
                  </a:lnTo>
                  <a:lnTo>
                    <a:pt x="4852742" y="809226"/>
                  </a:lnTo>
                  <a:lnTo>
                    <a:pt x="4853078" y="810200"/>
                  </a:lnTo>
                  <a:lnTo>
                    <a:pt x="4853415" y="811077"/>
                  </a:lnTo>
                  <a:lnTo>
                    <a:pt x="4853751" y="811850"/>
                  </a:lnTo>
                  <a:lnTo>
                    <a:pt x="4854088" y="812207"/>
                  </a:lnTo>
                  <a:lnTo>
                    <a:pt x="4854424" y="812206"/>
                  </a:lnTo>
                  <a:lnTo>
                    <a:pt x="4854760" y="811786"/>
                  </a:lnTo>
                  <a:lnTo>
                    <a:pt x="4855097" y="811471"/>
                  </a:lnTo>
                  <a:lnTo>
                    <a:pt x="4855433" y="810483"/>
                  </a:lnTo>
                  <a:lnTo>
                    <a:pt x="4855770" y="809441"/>
                  </a:lnTo>
                  <a:lnTo>
                    <a:pt x="4856106" y="807840"/>
                  </a:lnTo>
                  <a:lnTo>
                    <a:pt x="4856443" y="805880"/>
                  </a:lnTo>
                  <a:lnTo>
                    <a:pt x="4856779" y="803749"/>
                  </a:lnTo>
                  <a:lnTo>
                    <a:pt x="4857116" y="801707"/>
                  </a:lnTo>
                  <a:lnTo>
                    <a:pt x="4857452" y="799796"/>
                  </a:lnTo>
                  <a:lnTo>
                    <a:pt x="4857789" y="798356"/>
                  </a:lnTo>
                  <a:lnTo>
                    <a:pt x="4858125" y="796815"/>
                  </a:lnTo>
                  <a:lnTo>
                    <a:pt x="4858461" y="794963"/>
                  </a:lnTo>
                  <a:lnTo>
                    <a:pt x="4858798" y="793536"/>
                  </a:lnTo>
                  <a:lnTo>
                    <a:pt x="4859134" y="792564"/>
                  </a:lnTo>
                  <a:lnTo>
                    <a:pt x="4859471" y="792683"/>
                  </a:lnTo>
                  <a:lnTo>
                    <a:pt x="4859807" y="793841"/>
                  </a:lnTo>
                  <a:lnTo>
                    <a:pt x="4860144" y="795151"/>
                  </a:lnTo>
                  <a:lnTo>
                    <a:pt x="4860480" y="796737"/>
                  </a:lnTo>
                  <a:lnTo>
                    <a:pt x="4860817" y="798567"/>
                  </a:lnTo>
                  <a:lnTo>
                    <a:pt x="4861153" y="800826"/>
                  </a:lnTo>
                  <a:lnTo>
                    <a:pt x="4861490" y="805114"/>
                  </a:lnTo>
                  <a:lnTo>
                    <a:pt x="4861826" y="809358"/>
                  </a:lnTo>
                  <a:lnTo>
                    <a:pt x="4862163" y="816392"/>
                  </a:lnTo>
                  <a:lnTo>
                    <a:pt x="4862499" y="824056"/>
                  </a:lnTo>
                  <a:lnTo>
                    <a:pt x="4862835" y="831632"/>
                  </a:lnTo>
                  <a:lnTo>
                    <a:pt x="4863172" y="839381"/>
                  </a:lnTo>
                  <a:lnTo>
                    <a:pt x="4863508" y="847357"/>
                  </a:lnTo>
                  <a:lnTo>
                    <a:pt x="4863845" y="855342"/>
                  </a:lnTo>
                  <a:lnTo>
                    <a:pt x="4864181" y="861201"/>
                  </a:lnTo>
                  <a:lnTo>
                    <a:pt x="4864518" y="866623"/>
                  </a:lnTo>
                  <a:lnTo>
                    <a:pt x="4864854" y="872444"/>
                  </a:lnTo>
                  <a:lnTo>
                    <a:pt x="4865191" y="878437"/>
                  </a:lnTo>
                  <a:lnTo>
                    <a:pt x="4865527" y="884507"/>
                  </a:lnTo>
                  <a:lnTo>
                    <a:pt x="4865864" y="891185"/>
                  </a:lnTo>
                  <a:lnTo>
                    <a:pt x="4866200" y="900158"/>
                  </a:lnTo>
                  <a:lnTo>
                    <a:pt x="4866537" y="908089"/>
                  </a:lnTo>
                  <a:lnTo>
                    <a:pt x="4866873" y="912838"/>
                  </a:lnTo>
                  <a:lnTo>
                    <a:pt x="4867209" y="917428"/>
                  </a:lnTo>
                  <a:lnTo>
                    <a:pt x="4867546" y="920634"/>
                  </a:lnTo>
                  <a:lnTo>
                    <a:pt x="4867882" y="923381"/>
                  </a:lnTo>
                  <a:lnTo>
                    <a:pt x="4868219" y="926664"/>
                  </a:lnTo>
                  <a:lnTo>
                    <a:pt x="4868555" y="930380"/>
                  </a:lnTo>
                  <a:lnTo>
                    <a:pt x="4868892" y="935396"/>
                  </a:lnTo>
                  <a:lnTo>
                    <a:pt x="4869228" y="939571"/>
                  </a:lnTo>
                  <a:lnTo>
                    <a:pt x="4869565" y="943775"/>
                  </a:lnTo>
                  <a:lnTo>
                    <a:pt x="4869901" y="947854"/>
                  </a:lnTo>
                  <a:lnTo>
                    <a:pt x="4870238" y="952149"/>
                  </a:lnTo>
                  <a:lnTo>
                    <a:pt x="4870574" y="956320"/>
                  </a:lnTo>
                  <a:lnTo>
                    <a:pt x="4870911" y="960250"/>
                  </a:lnTo>
                  <a:lnTo>
                    <a:pt x="4871247" y="964704"/>
                  </a:lnTo>
                  <a:lnTo>
                    <a:pt x="4871583" y="968870"/>
                  </a:lnTo>
                  <a:lnTo>
                    <a:pt x="4871920" y="971912"/>
                  </a:lnTo>
                  <a:lnTo>
                    <a:pt x="4872256" y="975274"/>
                  </a:lnTo>
                  <a:lnTo>
                    <a:pt x="4872593" y="977294"/>
                  </a:lnTo>
                  <a:lnTo>
                    <a:pt x="4872929" y="980732"/>
                  </a:lnTo>
                  <a:lnTo>
                    <a:pt x="4873266" y="984305"/>
                  </a:lnTo>
                  <a:lnTo>
                    <a:pt x="4873602" y="987200"/>
                  </a:lnTo>
                  <a:lnTo>
                    <a:pt x="4873939" y="990199"/>
                  </a:lnTo>
                  <a:lnTo>
                    <a:pt x="4874275" y="993528"/>
                  </a:lnTo>
                  <a:lnTo>
                    <a:pt x="4874612" y="999778"/>
                  </a:lnTo>
                  <a:lnTo>
                    <a:pt x="4874948" y="1005734"/>
                  </a:lnTo>
                  <a:lnTo>
                    <a:pt x="4875285" y="1009671"/>
                  </a:lnTo>
                  <a:lnTo>
                    <a:pt x="4875621" y="1012717"/>
                  </a:lnTo>
                  <a:lnTo>
                    <a:pt x="4875957" y="1015433"/>
                  </a:lnTo>
                  <a:lnTo>
                    <a:pt x="4876294" y="1017272"/>
                  </a:lnTo>
                  <a:lnTo>
                    <a:pt x="4876630" y="1020067"/>
                  </a:lnTo>
                  <a:lnTo>
                    <a:pt x="4876967" y="1024808"/>
                  </a:lnTo>
                  <a:lnTo>
                    <a:pt x="4877303" y="1028670"/>
                  </a:lnTo>
                  <a:lnTo>
                    <a:pt x="4877640" y="1033772"/>
                  </a:lnTo>
                  <a:lnTo>
                    <a:pt x="4877976" y="1039657"/>
                  </a:lnTo>
                  <a:lnTo>
                    <a:pt x="4878313" y="1045825"/>
                  </a:lnTo>
                  <a:lnTo>
                    <a:pt x="4878649" y="1052399"/>
                  </a:lnTo>
                  <a:lnTo>
                    <a:pt x="4878986" y="1058720"/>
                  </a:lnTo>
                  <a:lnTo>
                    <a:pt x="4879322" y="1064852"/>
                  </a:lnTo>
                  <a:lnTo>
                    <a:pt x="4879659" y="1072332"/>
                  </a:lnTo>
                  <a:lnTo>
                    <a:pt x="4879995" y="1081007"/>
                  </a:lnTo>
                  <a:lnTo>
                    <a:pt x="4880331" y="1091685"/>
                  </a:lnTo>
                  <a:lnTo>
                    <a:pt x="4880668" y="1104033"/>
                  </a:lnTo>
                  <a:lnTo>
                    <a:pt x="4881004" y="1116959"/>
                  </a:lnTo>
                  <a:lnTo>
                    <a:pt x="4881341" y="1126770"/>
                  </a:lnTo>
                  <a:lnTo>
                    <a:pt x="4881677" y="1136268"/>
                  </a:lnTo>
                  <a:lnTo>
                    <a:pt x="4882014" y="1145687"/>
                  </a:lnTo>
                  <a:lnTo>
                    <a:pt x="4882350" y="1155305"/>
                  </a:lnTo>
                  <a:lnTo>
                    <a:pt x="4882687" y="1163770"/>
                  </a:lnTo>
                  <a:lnTo>
                    <a:pt x="4883023" y="1174844"/>
                  </a:lnTo>
                  <a:lnTo>
                    <a:pt x="4883360" y="1184725"/>
                  </a:lnTo>
                  <a:lnTo>
                    <a:pt x="4883696" y="1193732"/>
                  </a:lnTo>
                  <a:lnTo>
                    <a:pt x="4884033" y="1201948"/>
                  </a:lnTo>
                  <a:lnTo>
                    <a:pt x="4884369" y="1209176"/>
                  </a:lnTo>
                  <a:lnTo>
                    <a:pt x="4884705" y="1214854"/>
                  </a:lnTo>
                  <a:lnTo>
                    <a:pt x="4885042" y="1217142"/>
                  </a:lnTo>
                  <a:lnTo>
                    <a:pt x="4885378" y="1218781"/>
                  </a:lnTo>
                  <a:lnTo>
                    <a:pt x="4885715" y="1219648"/>
                  </a:lnTo>
                  <a:lnTo>
                    <a:pt x="4886051" y="1219887"/>
                  </a:lnTo>
                  <a:lnTo>
                    <a:pt x="4886388" y="1219393"/>
                  </a:lnTo>
                  <a:lnTo>
                    <a:pt x="4886724" y="1219273"/>
                  </a:lnTo>
                  <a:lnTo>
                    <a:pt x="4887061" y="1220859"/>
                  </a:lnTo>
                  <a:lnTo>
                    <a:pt x="4887397" y="1221606"/>
                  </a:lnTo>
                  <a:lnTo>
                    <a:pt x="4887734" y="1222249"/>
                  </a:lnTo>
                  <a:lnTo>
                    <a:pt x="4888070" y="1219088"/>
                  </a:lnTo>
                  <a:lnTo>
                    <a:pt x="4888406" y="1212727"/>
                  </a:lnTo>
                  <a:lnTo>
                    <a:pt x="4888743" y="1206797"/>
                  </a:lnTo>
                  <a:lnTo>
                    <a:pt x="4889079" y="1202144"/>
                  </a:lnTo>
                  <a:lnTo>
                    <a:pt x="4889416" y="1198803"/>
                  </a:lnTo>
                  <a:lnTo>
                    <a:pt x="4889752" y="1196807"/>
                  </a:lnTo>
                  <a:lnTo>
                    <a:pt x="4890089" y="1199134"/>
                  </a:lnTo>
                  <a:lnTo>
                    <a:pt x="4890425" y="1200570"/>
                  </a:lnTo>
                  <a:lnTo>
                    <a:pt x="4890762" y="1202832"/>
                  </a:lnTo>
                  <a:lnTo>
                    <a:pt x="4891098" y="1205843"/>
                  </a:lnTo>
                  <a:lnTo>
                    <a:pt x="4891435" y="1209398"/>
                  </a:lnTo>
                  <a:lnTo>
                    <a:pt x="4891771" y="1212682"/>
                  </a:lnTo>
                  <a:lnTo>
                    <a:pt x="4892108" y="1216981"/>
                  </a:lnTo>
                  <a:lnTo>
                    <a:pt x="4892444" y="1218400"/>
                  </a:lnTo>
                  <a:lnTo>
                    <a:pt x="4892780" y="1220101"/>
                  </a:lnTo>
                  <a:lnTo>
                    <a:pt x="4893117" y="1223328"/>
                  </a:lnTo>
                  <a:lnTo>
                    <a:pt x="4893453" y="1228364"/>
                  </a:lnTo>
                  <a:lnTo>
                    <a:pt x="4893790" y="1233439"/>
                  </a:lnTo>
                  <a:lnTo>
                    <a:pt x="4894126" y="1238096"/>
                  </a:lnTo>
                  <a:lnTo>
                    <a:pt x="4894463" y="1244292"/>
                  </a:lnTo>
                  <a:lnTo>
                    <a:pt x="4894799" y="1251175"/>
                  </a:lnTo>
                  <a:lnTo>
                    <a:pt x="4895136" y="1258477"/>
                  </a:lnTo>
                  <a:lnTo>
                    <a:pt x="4895472" y="1265596"/>
                  </a:lnTo>
                  <a:lnTo>
                    <a:pt x="4895809" y="1272629"/>
                  </a:lnTo>
                  <a:lnTo>
                    <a:pt x="4896145" y="1279542"/>
                  </a:lnTo>
                  <a:lnTo>
                    <a:pt x="4896482" y="1285827"/>
                  </a:lnTo>
                  <a:lnTo>
                    <a:pt x="4896818" y="1295585"/>
                  </a:lnTo>
                  <a:lnTo>
                    <a:pt x="4897154" y="1305383"/>
                  </a:lnTo>
                  <a:lnTo>
                    <a:pt x="4897491" y="1315532"/>
                  </a:lnTo>
                  <a:lnTo>
                    <a:pt x="4897827" y="1325286"/>
                  </a:lnTo>
                  <a:lnTo>
                    <a:pt x="4898164" y="1334611"/>
                  </a:lnTo>
                  <a:lnTo>
                    <a:pt x="4898500" y="1343489"/>
                  </a:lnTo>
                  <a:lnTo>
                    <a:pt x="4898837" y="1352545"/>
                  </a:lnTo>
                  <a:lnTo>
                    <a:pt x="4899173" y="1360583"/>
                  </a:lnTo>
                  <a:lnTo>
                    <a:pt x="4899510" y="1367939"/>
                  </a:lnTo>
                  <a:lnTo>
                    <a:pt x="4899846" y="1375629"/>
                  </a:lnTo>
                  <a:lnTo>
                    <a:pt x="4900183" y="1383149"/>
                  </a:lnTo>
                  <a:lnTo>
                    <a:pt x="4900519" y="1390675"/>
                  </a:lnTo>
                  <a:lnTo>
                    <a:pt x="4900856" y="1397592"/>
                  </a:lnTo>
                  <a:lnTo>
                    <a:pt x="4901192" y="1404127"/>
                  </a:lnTo>
                  <a:lnTo>
                    <a:pt x="4901528" y="1410121"/>
                  </a:lnTo>
                  <a:lnTo>
                    <a:pt x="4901865" y="1414924"/>
                  </a:lnTo>
                  <a:lnTo>
                    <a:pt x="4902201" y="1418316"/>
                  </a:lnTo>
                  <a:lnTo>
                    <a:pt x="4902538" y="1421200"/>
                  </a:lnTo>
                  <a:lnTo>
                    <a:pt x="4902874" y="1423878"/>
                  </a:lnTo>
                  <a:lnTo>
                    <a:pt x="4903211" y="1424220"/>
                  </a:lnTo>
                  <a:lnTo>
                    <a:pt x="4903547" y="1424590"/>
                  </a:lnTo>
                  <a:lnTo>
                    <a:pt x="4903884" y="1424641"/>
                  </a:lnTo>
                  <a:lnTo>
                    <a:pt x="4904220" y="1424543"/>
                  </a:lnTo>
                  <a:lnTo>
                    <a:pt x="4904557" y="1423695"/>
                  </a:lnTo>
                  <a:lnTo>
                    <a:pt x="4904893" y="1422229"/>
                  </a:lnTo>
                  <a:lnTo>
                    <a:pt x="4905230" y="1420871"/>
                  </a:lnTo>
                  <a:lnTo>
                    <a:pt x="4905566" y="1418338"/>
                  </a:lnTo>
                  <a:lnTo>
                    <a:pt x="4905902" y="1414066"/>
                  </a:lnTo>
                  <a:lnTo>
                    <a:pt x="4906239" y="1409064"/>
                  </a:lnTo>
                  <a:lnTo>
                    <a:pt x="4906575" y="1403956"/>
                  </a:lnTo>
                  <a:lnTo>
                    <a:pt x="4906912" y="1397562"/>
                  </a:lnTo>
                  <a:lnTo>
                    <a:pt x="4907248" y="1390272"/>
                  </a:lnTo>
                  <a:lnTo>
                    <a:pt x="4907585" y="1379274"/>
                  </a:lnTo>
                  <a:lnTo>
                    <a:pt x="4907921" y="1367546"/>
                  </a:lnTo>
                  <a:lnTo>
                    <a:pt x="4908258" y="1355098"/>
                  </a:lnTo>
                  <a:lnTo>
                    <a:pt x="4908594" y="1344516"/>
                  </a:lnTo>
                  <a:lnTo>
                    <a:pt x="4908931" y="1337752"/>
                  </a:lnTo>
                  <a:lnTo>
                    <a:pt x="4909267" y="1332894"/>
                  </a:lnTo>
                  <a:lnTo>
                    <a:pt x="4909604" y="1328094"/>
                  </a:lnTo>
                  <a:lnTo>
                    <a:pt x="4909940" y="1324287"/>
                  </a:lnTo>
                  <a:lnTo>
                    <a:pt x="4910276" y="1321137"/>
                  </a:lnTo>
                  <a:lnTo>
                    <a:pt x="4910613" y="1317942"/>
                  </a:lnTo>
                  <a:lnTo>
                    <a:pt x="4910949" y="1314539"/>
                  </a:lnTo>
                  <a:lnTo>
                    <a:pt x="4911286" y="1310686"/>
                  </a:lnTo>
                  <a:lnTo>
                    <a:pt x="4911622" y="1307426"/>
                  </a:lnTo>
                  <a:lnTo>
                    <a:pt x="4911959" y="1304540"/>
                  </a:lnTo>
                  <a:lnTo>
                    <a:pt x="4912295" y="1302125"/>
                  </a:lnTo>
                  <a:lnTo>
                    <a:pt x="4912632" y="1301003"/>
                  </a:lnTo>
                  <a:lnTo>
                    <a:pt x="4912968" y="1300526"/>
                  </a:lnTo>
                  <a:lnTo>
                    <a:pt x="4913305" y="1300570"/>
                  </a:lnTo>
                  <a:lnTo>
                    <a:pt x="4913641" y="1298296"/>
                  </a:lnTo>
                  <a:lnTo>
                    <a:pt x="4913978" y="1293837"/>
                  </a:lnTo>
                  <a:lnTo>
                    <a:pt x="4914314" y="1289472"/>
                  </a:lnTo>
                  <a:lnTo>
                    <a:pt x="4914650" y="1280167"/>
                  </a:lnTo>
                  <a:lnTo>
                    <a:pt x="4914987" y="1274747"/>
                  </a:lnTo>
                  <a:lnTo>
                    <a:pt x="4915323" y="1269150"/>
                  </a:lnTo>
                  <a:lnTo>
                    <a:pt x="4915660" y="1264377"/>
                  </a:lnTo>
                  <a:lnTo>
                    <a:pt x="4915996" y="1259825"/>
                  </a:lnTo>
                  <a:lnTo>
                    <a:pt x="4916333" y="1255619"/>
                  </a:lnTo>
                  <a:lnTo>
                    <a:pt x="4916669" y="1250541"/>
                  </a:lnTo>
                  <a:lnTo>
                    <a:pt x="4917006" y="1244659"/>
                  </a:lnTo>
                  <a:lnTo>
                    <a:pt x="4917342" y="1239070"/>
                  </a:lnTo>
                  <a:lnTo>
                    <a:pt x="4917679" y="1233878"/>
                  </a:lnTo>
                  <a:lnTo>
                    <a:pt x="4918015" y="1228832"/>
                  </a:lnTo>
                  <a:lnTo>
                    <a:pt x="4918352" y="1225119"/>
                  </a:lnTo>
                  <a:lnTo>
                    <a:pt x="4918688" y="1222042"/>
                  </a:lnTo>
                  <a:lnTo>
                    <a:pt x="4919024" y="1218617"/>
                  </a:lnTo>
                  <a:lnTo>
                    <a:pt x="4919361" y="1216191"/>
                  </a:lnTo>
                  <a:lnTo>
                    <a:pt x="4919697" y="1213512"/>
                  </a:lnTo>
                  <a:lnTo>
                    <a:pt x="4920034" y="1210668"/>
                  </a:lnTo>
                  <a:lnTo>
                    <a:pt x="4920370" y="1206244"/>
                  </a:lnTo>
                  <a:lnTo>
                    <a:pt x="4920707" y="1201736"/>
                  </a:lnTo>
                  <a:lnTo>
                    <a:pt x="4921043" y="1196718"/>
                  </a:lnTo>
                  <a:lnTo>
                    <a:pt x="4921380" y="1191974"/>
                  </a:lnTo>
                  <a:lnTo>
                    <a:pt x="4921716" y="1190346"/>
                  </a:lnTo>
                  <a:lnTo>
                    <a:pt x="4922053" y="1189279"/>
                  </a:lnTo>
                  <a:lnTo>
                    <a:pt x="4922389" y="1189536"/>
                  </a:lnTo>
                  <a:lnTo>
                    <a:pt x="4922725" y="1189559"/>
                  </a:lnTo>
                  <a:lnTo>
                    <a:pt x="4923062" y="1189033"/>
                  </a:lnTo>
                  <a:lnTo>
                    <a:pt x="4923398" y="1187839"/>
                  </a:lnTo>
                  <a:lnTo>
                    <a:pt x="4923735" y="1186358"/>
                  </a:lnTo>
                  <a:lnTo>
                    <a:pt x="4924071" y="1185406"/>
                  </a:lnTo>
                  <a:lnTo>
                    <a:pt x="4924408" y="1184585"/>
                  </a:lnTo>
                  <a:lnTo>
                    <a:pt x="4924744" y="1183373"/>
                  </a:lnTo>
                  <a:lnTo>
                    <a:pt x="4925081" y="1181556"/>
                  </a:lnTo>
                  <a:lnTo>
                    <a:pt x="4925417" y="1180580"/>
                  </a:lnTo>
                  <a:lnTo>
                    <a:pt x="4925754" y="1179964"/>
                  </a:lnTo>
                  <a:lnTo>
                    <a:pt x="4926090" y="1178900"/>
                  </a:lnTo>
                  <a:lnTo>
                    <a:pt x="4926427" y="1178665"/>
                  </a:lnTo>
                  <a:lnTo>
                    <a:pt x="4926763" y="1177950"/>
                  </a:lnTo>
                  <a:lnTo>
                    <a:pt x="4927099" y="1176238"/>
                  </a:lnTo>
                  <a:lnTo>
                    <a:pt x="4927436" y="1174052"/>
                  </a:lnTo>
                  <a:lnTo>
                    <a:pt x="4927772" y="1171763"/>
                  </a:lnTo>
                  <a:lnTo>
                    <a:pt x="4928109" y="1169324"/>
                  </a:lnTo>
                  <a:lnTo>
                    <a:pt x="4928445" y="1166654"/>
                  </a:lnTo>
                  <a:lnTo>
                    <a:pt x="4928782" y="1163469"/>
                  </a:lnTo>
                  <a:lnTo>
                    <a:pt x="4929118" y="1160184"/>
                  </a:lnTo>
                  <a:lnTo>
                    <a:pt x="4929455" y="1157370"/>
                  </a:lnTo>
                  <a:lnTo>
                    <a:pt x="4929791" y="1153857"/>
                  </a:lnTo>
                  <a:lnTo>
                    <a:pt x="4930128" y="1150025"/>
                  </a:lnTo>
                  <a:lnTo>
                    <a:pt x="4930464" y="1145920"/>
                  </a:lnTo>
                  <a:lnTo>
                    <a:pt x="4930801" y="1141480"/>
                  </a:lnTo>
                  <a:lnTo>
                    <a:pt x="4931137" y="1136942"/>
                  </a:lnTo>
                  <a:lnTo>
                    <a:pt x="4931473" y="1131361"/>
                  </a:lnTo>
                  <a:lnTo>
                    <a:pt x="4931810" y="1125203"/>
                  </a:lnTo>
                  <a:lnTo>
                    <a:pt x="4932146" y="1119478"/>
                  </a:lnTo>
                  <a:lnTo>
                    <a:pt x="4932483" y="1114542"/>
                  </a:lnTo>
                  <a:lnTo>
                    <a:pt x="4932819" y="1109367"/>
                  </a:lnTo>
                  <a:lnTo>
                    <a:pt x="4933156" y="1104805"/>
                  </a:lnTo>
                  <a:lnTo>
                    <a:pt x="4933492" y="1099835"/>
                  </a:lnTo>
                  <a:lnTo>
                    <a:pt x="4933829" y="1094575"/>
                  </a:lnTo>
                  <a:lnTo>
                    <a:pt x="4934165" y="1089182"/>
                  </a:lnTo>
                  <a:lnTo>
                    <a:pt x="4934502" y="1084067"/>
                  </a:lnTo>
                  <a:lnTo>
                    <a:pt x="4934838" y="1079227"/>
                  </a:lnTo>
                  <a:lnTo>
                    <a:pt x="4935175" y="1076081"/>
                  </a:lnTo>
                  <a:lnTo>
                    <a:pt x="4935511" y="1072767"/>
                  </a:lnTo>
                  <a:lnTo>
                    <a:pt x="4935847" y="1069127"/>
                  </a:lnTo>
                  <a:lnTo>
                    <a:pt x="4936184" y="1064796"/>
                  </a:lnTo>
                  <a:lnTo>
                    <a:pt x="4936520" y="1061344"/>
                  </a:lnTo>
                  <a:lnTo>
                    <a:pt x="4936857" y="1057105"/>
                  </a:lnTo>
                  <a:lnTo>
                    <a:pt x="4937193" y="1053008"/>
                  </a:lnTo>
                  <a:lnTo>
                    <a:pt x="4937530" y="1047748"/>
                  </a:lnTo>
                  <a:lnTo>
                    <a:pt x="4937866" y="1042845"/>
                  </a:lnTo>
                  <a:lnTo>
                    <a:pt x="4938203" y="1038193"/>
                  </a:lnTo>
                  <a:lnTo>
                    <a:pt x="4938539" y="1033378"/>
                  </a:lnTo>
                  <a:lnTo>
                    <a:pt x="4938876" y="1028771"/>
                  </a:lnTo>
                  <a:lnTo>
                    <a:pt x="4939212" y="1025885"/>
                  </a:lnTo>
                  <a:lnTo>
                    <a:pt x="4939549" y="1023167"/>
                  </a:lnTo>
                  <a:lnTo>
                    <a:pt x="4939885" y="1022199"/>
                  </a:lnTo>
                  <a:lnTo>
                    <a:pt x="4940221" y="1021154"/>
                  </a:lnTo>
                  <a:lnTo>
                    <a:pt x="4940558" y="1019723"/>
                  </a:lnTo>
                  <a:lnTo>
                    <a:pt x="4940894" y="1018884"/>
                  </a:lnTo>
                  <a:lnTo>
                    <a:pt x="4941231" y="1018651"/>
                  </a:lnTo>
                  <a:lnTo>
                    <a:pt x="4941567" y="1019235"/>
                  </a:lnTo>
                  <a:lnTo>
                    <a:pt x="4941904" y="1020929"/>
                  </a:lnTo>
                  <a:lnTo>
                    <a:pt x="4942240" y="1023447"/>
                  </a:lnTo>
                  <a:lnTo>
                    <a:pt x="4942577" y="1027027"/>
                  </a:lnTo>
                  <a:lnTo>
                    <a:pt x="4942913" y="1030614"/>
                  </a:lnTo>
                  <a:lnTo>
                    <a:pt x="4943250" y="1034322"/>
                  </a:lnTo>
                  <a:lnTo>
                    <a:pt x="4943586" y="1038243"/>
                  </a:lnTo>
                  <a:lnTo>
                    <a:pt x="4943923" y="1042177"/>
                  </a:lnTo>
                  <a:lnTo>
                    <a:pt x="4944259" y="1045108"/>
                  </a:lnTo>
                  <a:lnTo>
                    <a:pt x="4944595" y="1047922"/>
                  </a:lnTo>
                  <a:lnTo>
                    <a:pt x="4944932" y="1047534"/>
                  </a:lnTo>
                  <a:lnTo>
                    <a:pt x="4945268" y="1047419"/>
                  </a:lnTo>
                  <a:lnTo>
                    <a:pt x="4945605" y="1048037"/>
                  </a:lnTo>
                  <a:lnTo>
                    <a:pt x="4945941" y="1048683"/>
                  </a:lnTo>
                  <a:lnTo>
                    <a:pt x="4946278" y="1049402"/>
                  </a:lnTo>
                  <a:lnTo>
                    <a:pt x="4946614" y="1050063"/>
                  </a:lnTo>
                  <a:lnTo>
                    <a:pt x="4946951" y="1049423"/>
                  </a:lnTo>
                  <a:lnTo>
                    <a:pt x="4947287" y="1046937"/>
                  </a:lnTo>
                  <a:lnTo>
                    <a:pt x="4947624" y="1042713"/>
                  </a:lnTo>
                  <a:lnTo>
                    <a:pt x="4947960" y="1037756"/>
                  </a:lnTo>
                  <a:lnTo>
                    <a:pt x="4948297" y="1033754"/>
                  </a:lnTo>
                  <a:lnTo>
                    <a:pt x="4948633" y="1030299"/>
                  </a:lnTo>
                  <a:lnTo>
                    <a:pt x="4948969" y="1027231"/>
                  </a:lnTo>
                  <a:lnTo>
                    <a:pt x="4949306" y="1024544"/>
                  </a:lnTo>
                  <a:lnTo>
                    <a:pt x="4949642" y="1021085"/>
                  </a:lnTo>
                  <a:lnTo>
                    <a:pt x="4949979" y="1018463"/>
                  </a:lnTo>
                  <a:lnTo>
                    <a:pt x="4950315" y="1016749"/>
                  </a:lnTo>
                  <a:lnTo>
                    <a:pt x="4950652" y="1016042"/>
                  </a:lnTo>
                  <a:lnTo>
                    <a:pt x="4950988" y="1016370"/>
                  </a:lnTo>
                  <a:lnTo>
                    <a:pt x="4951325" y="1016922"/>
                  </a:lnTo>
                  <a:lnTo>
                    <a:pt x="4951661" y="1017611"/>
                  </a:lnTo>
                  <a:lnTo>
                    <a:pt x="4951998" y="1019244"/>
                  </a:lnTo>
                  <a:lnTo>
                    <a:pt x="4952334" y="1022637"/>
                  </a:lnTo>
                  <a:lnTo>
                    <a:pt x="4952671" y="1027370"/>
                  </a:lnTo>
                  <a:lnTo>
                    <a:pt x="4953007" y="1033863"/>
                  </a:lnTo>
                  <a:lnTo>
                    <a:pt x="4953343" y="1041152"/>
                  </a:lnTo>
                  <a:lnTo>
                    <a:pt x="4953680" y="1049177"/>
                  </a:lnTo>
                  <a:lnTo>
                    <a:pt x="4954016" y="1057949"/>
                  </a:lnTo>
                  <a:lnTo>
                    <a:pt x="4954353" y="1067993"/>
                  </a:lnTo>
                  <a:lnTo>
                    <a:pt x="4954689" y="1079012"/>
                  </a:lnTo>
                  <a:lnTo>
                    <a:pt x="4955026" y="1090977"/>
                  </a:lnTo>
                  <a:lnTo>
                    <a:pt x="4955362" y="1107328"/>
                  </a:lnTo>
                  <a:lnTo>
                    <a:pt x="4955699" y="1123565"/>
                  </a:lnTo>
                  <a:lnTo>
                    <a:pt x="4956035" y="1139076"/>
                  </a:lnTo>
                  <a:lnTo>
                    <a:pt x="4956372" y="1154012"/>
                  </a:lnTo>
                  <a:lnTo>
                    <a:pt x="4956708" y="1168632"/>
                  </a:lnTo>
                  <a:lnTo>
                    <a:pt x="4957044" y="1183073"/>
                  </a:lnTo>
                  <a:lnTo>
                    <a:pt x="4957381" y="1197743"/>
                  </a:lnTo>
                  <a:lnTo>
                    <a:pt x="4957717" y="1213168"/>
                  </a:lnTo>
                  <a:lnTo>
                    <a:pt x="4958054" y="1228082"/>
                  </a:lnTo>
                  <a:lnTo>
                    <a:pt x="4958390" y="1241675"/>
                  </a:lnTo>
                  <a:lnTo>
                    <a:pt x="4958727" y="1254010"/>
                  </a:lnTo>
                  <a:lnTo>
                    <a:pt x="4959063" y="1265376"/>
                  </a:lnTo>
                  <a:lnTo>
                    <a:pt x="4959400" y="1275700"/>
                  </a:lnTo>
                  <a:lnTo>
                    <a:pt x="4959736" y="1284774"/>
                  </a:lnTo>
                  <a:lnTo>
                    <a:pt x="4960073" y="1292770"/>
                  </a:lnTo>
                  <a:lnTo>
                    <a:pt x="4960409" y="1299221"/>
                  </a:lnTo>
                  <a:lnTo>
                    <a:pt x="4960746" y="1302821"/>
                  </a:lnTo>
                  <a:lnTo>
                    <a:pt x="4961082" y="1305213"/>
                  </a:lnTo>
                  <a:lnTo>
                    <a:pt x="4961418" y="1307253"/>
                  </a:lnTo>
                  <a:lnTo>
                    <a:pt x="4961755" y="1307080"/>
                  </a:lnTo>
                  <a:lnTo>
                    <a:pt x="4962091" y="1304932"/>
                  </a:lnTo>
                  <a:lnTo>
                    <a:pt x="4962428" y="1300485"/>
                  </a:lnTo>
                  <a:lnTo>
                    <a:pt x="4962764" y="1295395"/>
                  </a:lnTo>
                  <a:lnTo>
                    <a:pt x="4963101" y="1288839"/>
                  </a:lnTo>
                  <a:lnTo>
                    <a:pt x="4963437" y="1281415"/>
                  </a:lnTo>
                  <a:lnTo>
                    <a:pt x="4963774" y="1276870"/>
                  </a:lnTo>
                  <a:lnTo>
                    <a:pt x="4964110" y="1272864"/>
                  </a:lnTo>
                  <a:lnTo>
                    <a:pt x="4964447" y="1271364"/>
                  </a:lnTo>
                  <a:lnTo>
                    <a:pt x="4964783" y="1269291"/>
                  </a:lnTo>
                  <a:lnTo>
                    <a:pt x="4965120" y="1267317"/>
                  </a:lnTo>
                  <a:lnTo>
                    <a:pt x="4965456" y="1266860"/>
                  </a:lnTo>
                  <a:lnTo>
                    <a:pt x="4965792" y="1266695"/>
                  </a:lnTo>
                  <a:lnTo>
                    <a:pt x="4966129" y="1266163"/>
                  </a:lnTo>
                  <a:lnTo>
                    <a:pt x="4966465" y="1265000"/>
                  </a:lnTo>
                  <a:lnTo>
                    <a:pt x="4966802" y="1263671"/>
                  </a:lnTo>
                  <a:lnTo>
                    <a:pt x="4967138" y="1261931"/>
                  </a:lnTo>
                  <a:lnTo>
                    <a:pt x="4967475" y="1260515"/>
                  </a:lnTo>
                  <a:lnTo>
                    <a:pt x="4967811" y="1258859"/>
                  </a:lnTo>
                  <a:lnTo>
                    <a:pt x="4968148" y="1257507"/>
                  </a:lnTo>
                  <a:lnTo>
                    <a:pt x="4968484" y="1255976"/>
                  </a:lnTo>
                  <a:lnTo>
                    <a:pt x="4968821" y="1255387"/>
                  </a:lnTo>
                  <a:lnTo>
                    <a:pt x="4969157" y="1253131"/>
                  </a:lnTo>
                  <a:lnTo>
                    <a:pt x="4969494" y="1250289"/>
                  </a:lnTo>
                  <a:lnTo>
                    <a:pt x="4969830" y="1245128"/>
                  </a:lnTo>
                  <a:lnTo>
                    <a:pt x="4970166" y="1239731"/>
                  </a:lnTo>
                  <a:lnTo>
                    <a:pt x="4970503" y="1234865"/>
                  </a:lnTo>
                  <a:lnTo>
                    <a:pt x="4970839" y="1229974"/>
                  </a:lnTo>
                  <a:lnTo>
                    <a:pt x="4971176" y="1225156"/>
                  </a:lnTo>
                  <a:lnTo>
                    <a:pt x="4971512" y="1217882"/>
                  </a:lnTo>
                  <a:lnTo>
                    <a:pt x="4971849" y="1212057"/>
                  </a:lnTo>
                  <a:lnTo>
                    <a:pt x="4972185" y="1207224"/>
                  </a:lnTo>
                  <a:lnTo>
                    <a:pt x="4972522" y="1201947"/>
                  </a:lnTo>
                  <a:lnTo>
                    <a:pt x="4972858" y="1197983"/>
                  </a:lnTo>
                  <a:lnTo>
                    <a:pt x="4973195" y="1194739"/>
                  </a:lnTo>
                  <a:lnTo>
                    <a:pt x="4973531" y="1192319"/>
                  </a:lnTo>
                  <a:lnTo>
                    <a:pt x="4973868" y="1189097"/>
                  </a:lnTo>
                  <a:lnTo>
                    <a:pt x="4974204" y="1188481"/>
                  </a:lnTo>
                  <a:lnTo>
                    <a:pt x="4974540" y="1189246"/>
                  </a:lnTo>
                  <a:lnTo>
                    <a:pt x="4974877" y="1194419"/>
                  </a:lnTo>
                  <a:lnTo>
                    <a:pt x="4975213" y="1201429"/>
                  </a:lnTo>
                  <a:lnTo>
                    <a:pt x="4975550" y="1209470"/>
                  </a:lnTo>
                  <a:lnTo>
                    <a:pt x="4975886" y="1215672"/>
                  </a:lnTo>
                  <a:lnTo>
                    <a:pt x="4976223" y="1218443"/>
                  </a:lnTo>
                  <a:lnTo>
                    <a:pt x="4976559" y="1218862"/>
                  </a:lnTo>
                  <a:lnTo>
                    <a:pt x="4976896" y="1219461"/>
                  </a:lnTo>
                  <a:lnTo>
                    <a:pt x="4977232" y="1220143"/>
                  </a:lnTo>
                  <a:lnTo>
                    <a:pt x="4977569" y="1221293"/>
                  </a:lnTo>
                  <a:lnTo>
                    <a:pt x="4977905" y="1223440"/>
                  </a:lnTo>
                  <a:lnTo>
                    <a:pt x="4978242" y="1226579"/>
                  </a:lnTo>
                  <a:lnTo>
                    <a:pt x="4978578" y="1230656"/>
                  </a:lnTo>
                  <a:lnTo>
                    <a:pt x="4978914" y="1235210"/>
                  </a:lnTo>
                  <a:lnTo>
                    <a:pt x="4979251" y="1239160"/>
                  </a:lnTo>
                  <a:lnTo>
                    <a:pt x="4979587" y="1242737"/>
                  </a:lnTo>
                  <a:lnTo>
                    <a:pt x="4979924" y="1245462"/>
                  </a:lnTo>
                  <a:lnTo>
                    <a:pt x="4980260" y="1247129"/>
                  </a:lnTo>
                  <a:lnTo>
                    <a:pt x="4980597" y="1248966"/>
                  </a:lnTo>
                  <a:lnTo>
                    <a:pt x="4980933" y="1253938"/>
                  </a:lnTo>
                  <a:lnTo>
                    <a:pt x="4981270" y="1262110"/>
                  </a:lnTo>
                  <a:lnTo>
                    <a:pt x="4981606" y="1271328"/>
                  </a:lnTo>
                  <a:lnTo>
                    <a:pt x="4981943" y="1284482"/>
                  </a:lnTo>
                  <a:lnTo>
                    <a:pt x="4982279" y="1293135"/>
                  </a:lnTo>
                  <a:lnTo>
                    <a:pt x="4982616" y="1301316"/>
                  </a:lnTo>
                  <a:lnTo>
                    <a:pt x="4982952" y="1307873"/>
                  </a:lnTo>
                  <a:lnTo>
                    <a:pt x="4983288" y="1313404"/>
                  </a:lnTo>
                  <a:lnTo>
                    <a:pt x="4983625" y="1318123"/>
                  </a:lnTo>
                  <a:lnTo>
                    <a:pt x="4983961" y="1323070"/>
                  </a:lnTo>
                  <a:lnTo>
                    <a:pt x="4984298" y="1328488"/>
                  </a:lnTo>
                  <a:lnTo>
                    <a:pt x="4984634" y="1334088"/>
                  </a:lnTo>
                  <a:lnTo>
                    <a:pt x="4984971" y="1339732"/>
                  </a:lnTo>
                  <a:lnTo>
                    <a:pt x="4985307" y="1345267"/>
                  </a:lnTo>
                  <a:lnTo>
                    <a:pt x="4985644" y="1349344"/>
                  </a:lnTo>
                  <a:lnTo>
                    <a:pt x="4985980" y="1351165"/>
                  </a:lnTo>
                  <a:lnTo>
                    <a:pt x="4986317" y="1352187"/>
                  </a:lnTo>
                  <a:lnTo>
                    <a:pt x="4986653" y="1351443"/>
                  </a:lnTo>
                  <a:lnTo>
                    <a:pt x="4986990" y="1350440"/>
                  </a:lnTo>
                  <a:lnTo>
                    <a:pt x="4987326" y="1350132"/>
                  </a:lnTo>
                  <a:lnTo>
                    <a:pt x="4987662" y="1351529"/>
                  </a:lnTo>
                  <a:lnTo>
                    <a:pt x="4987999" y="1354481"/>
                  </a:lnTo>
                  <a:lnTo>
                    <a:pt x="4988335" y="1357289"/>
                  </a:lnTo>
                  <a:lnTo>
                    <a:pt x="4988672" y="1359817"/>
                  </a:lnTo>
                  <a:lnTo>
                    <a:pt x="4989008" y="1358781"/>
                  </a:lnTo>
                  <a:lnTo>
                    <a:pt x="4989345" y="1358713"/>
                  </a:lnTo>
                  <a:lnTo>
                    <a:pt x="4989681" y="1356917"/>
                  </a:lnTo>
                  <a:lnTo>
                    <a:pt x="4990018" y="1354412"/>
                  </a:lnTo>
                  <a:lnTo>
                    <a:pt x="4990354" y="1352470"/>
                  </a:lnTo>
                  <a:lnTo>
                    <a:pt x="4990691" y="1351203"/>
                  </a:lnTo>
                  <a:lnTo>
                    <a:pt x="4991027" y="1350937"/>
                  </a:lnTo>
                  <a:lnTo>
                    <a:pt x="4991363" y="1350867"/>
                  </a:lnTo>
                  <a:lnTo>
                    <a:pt x="4991700" y="1350068"/>
                  </a:lnTo>
                  <a:lnTo>
                    <a:pt x="4992036" y="1349227"/>
                  </a:lnTo>
                  <a:lnTo>
                    <a:pt x="4992373" y="1348015"/>
                  </a:lnTo>
                  <a:lnTo>
                    <a:pt x="4992709" y="1345442"/>
                  </a:lnTo>
                  <a:lnTo>
                    <a:pt x="4993046" y="1342579"/>
                  </a:lnTo>
                  <a:lnTo>
                    <a:pt x="4993382" y="1339483"/>
                  </a:lnTo>
                  <a:lnTo>
                    <a:pt x="4993719" y="1333490"/>
                  </a:lnTo>
                  <a:lnTo>
                    <a:pt x="4994055" y="1328232"/>
                  </a:lnTo>
                  <a:lnTo>
                    <a:pt x="4994392" y="1324010"/>
                  </a:lnTo>
                  <a:lnTo>
                    <a:pt x="4994728" y="1320845"/>
                  </a:lnTo>
                  <a:lnTo>
                    <a:pt x="4995065" y="1318487"/>
                  </a:lnTo>
                  <a:lnTo>
                    <a:pt x="4995401" y="1316083"/>
                  </a:lnTo>
                  <a:lnTo>
                    <a:pt x="4995737" y="1313504"/>
                  </a:lnTo>
                  <a:lnTo>
                    <a:pt x="4996074" y="1312458"/>
                  </a:lnTo>
                  <a:lnTo>
                    <a:pt x="4996410" y="1310581"/>
                  </a:lnTo>
                  <a:lnTo>
                    <a:pt x="4996747" y="1308338"/>
                  </a:lnTo>
                  <a:lnTo>
                    <a:pt x="4997083" y="1306820"/>
                  </a:lnTo>
                  <a:lnTo>
                    <a:pt x="4997420" y="1305563"/>
                  </a:lnTo>
                  <a:lnTo>
                    <a:pt x="4997756" y="1305310"/>
                  </a:lnTo>
                  <a:lnTo>
                    <a:pt x="4998093" y="1305928"/>
                  </a:lnTo>
                  <a:lnTo>
                    <a:pt x="4998429" y="1306999"/>
                  </a:lnTo>
                  <a:lnTo>
                    <a:pt x="4998766" y="1308696"/>
                  </a:lnTo>
                  <a:lnTo>
                    <a:pt x="4999102" y="1310348"/>
                  </a:lnTo>
                  <a:lnTo>
                    <a:pt x="4999439" y="1311251"/>
                  </a:lnTo>
                  <a:lnTo>
                    <a:pt x="4999775" y="1311284"/>
                  </a:lnTo>
                  <a:lnTo>
                    <a:pt x="5000111" y="1311300"/>
                  </a:lnTo>
                  <a:lnTo>
                    <a:pt x="5000448" y="1310785"/>
                  </a:lnTo>
                  <a:lnTo>
                    <a:pt x="5000784" y="1308718"/>
                  </a:lnTo>
                  <a:lnTo>
                    <a:pt x="5001121" y="1308163"/>
                  </a:lnTo>
                  <a:lnTo>
                    <a:pt x="5001457" y="1309702"/>
                  </a:lnTo>
                  <a:lnTo>
                    <a:pt x="5001794" y="1312196"/>
                  </a:lnTo>
                  <a:lnTo>
                    <a:pt x="5002130" y="1314843"/>
                  </a:lnTo>
                  <a:lnTo>
                    <a:pt x="5002467" y="1315879"/>
                  </a:lnTo>
                  <a:lnTo>
                    <a:pt x="5002803" y="1317499"/>
                  </a:lnTo>
                  <a:lnTo>
                    <a:pt x="5003140" y="1320192"/>
                  </a:lnTo>
                  <a:lnTo>
                    <a:pt x="5003476" y="1323369"/>
                  </a:lnTo>
                  <a:lnTo>
                    <a:pt x="5003813" y="1327015"/>
                  </a:lnTo>
                  <a:lnTo>
                    <a:pt x="5004149" y="1332188"/>
                  </a:lnTo>
                  <a:lnTo>
                    <a:pt x="5004485" y="1337470"/>
                  </a:lnTo>
                  <a:lnTo>
                    <a:pt x="5004822" y="1344145"/>
                  </a:lnTo>
                  <a:lnTo>
                    <a:pt x="5005158" y="1351226"/>
                  </a:lnTo>
                  <a:lnTo>
                    <a:pt x="5005495" y="1358305"/>
                  </a:lnTo>
                  <a:lnTo>
                    <a:pt x="5005831" y="1365247"/>
                  </a:lnTo>
                  <a:lnTo>
                    <a:pt x="5006168" y="1372477"/>
                  </a:lnTo>
                  <a:lnTo>
                    <a:pt x="5006504" y="1378049"/>
                  </a:lnTo>
                  <a:lnTo>
                    <a:pt x="5006841" y="1383339"/>
                  </a:lnTo>
                  <a:lnTo>
                    <a:pt x="5007177" y="1387881"/>
                  </a:lnTo>
                  <a:lnTo>
                    <a:pt x="5007514" y="1392109"/>
                  </a:lnTo>
                  <a:lnTo>
                    <a:pt x="5007850" y="1396304"/>
                  </a:lnTo>
                  <a:lnTo>
                    <a:pt x="5008187" y="1399314"/>
                  </a:lnTo>
                  <a:lnTo>
                    <a:pt x="5008523" y="1400619"/>
                  </a:lnTo>
                  <a:lnTo>
                    <a:pt x="5008859" y="1400217"/>
                  </a:lnTo>
                  <a:lnTo>
                    <a:pt x="5009196" y="1398599"/>
                  </a:lnTo>
                  <a:lnTo>
                    <a:pt x="5009532" y="1395764"/>
                  </a:lnTo>
                  <a:lnTo>
                    <a:pt x="5009869" y="1391680"/>
                  </a:lnTo>
                  <a:lnTo>
                    <a:pt x="5010205" y="1387237"/>
                  </a:lnTo>
                  <a:lnTo>
                    <a:pt x="5010542" y="1382663"/>
                  </a:lnTo>
                  <a:lnTo>
                    <a:pt x="5010878" y="1377383"/>
                  </a:lnTo>
                  <a:lnTo>
                    <a:pt x="5011215" y="1370176"/>
                  </a:lnTo>
                  <a:lnTo>
                    <a:pt x="5011551" y="1362386"/>
                  </a:lnTo>
                  <a:lnTo>
                    <a:pt x="5011888" y="1353626"/>
                  </a:lnTo>
                  <a:lnTo>
                    <a:pt x="5012224" y="1346863"/>
                  </a:lnTo>
                  <a:lnTo>
                    <a:pt x="5012561" y="1338817"/>
                  </a:lnTo>
                  <a:lnTo>
                    <a:pt x="5012897" y="1329489"/>
                  </a:lnTo>
                  <a:lnTo>
                    <a:pt x="5013233" y="1319244"/>
                  </a:lnTo>
                  <a:lnTo>
                    <a:pt x="5013570" y="1304976"/>
                  </a:lnTo>
                  <a:lnTo>
                    <a:pt x="5013906" y="1291441"/>
                  </a:lnTo>
                  <a:lnTo>
                    <a:pt x="5014243" y="1278444"/>
                  </a:lnTo>
                  <a:lnTo>
                    <a:pt x="5014579" y="1267266"/>
                  </a:lnTo>
                  <a:lnTo>
                    <a:pt x="5014916" y="1258393"/>
                  </a:lnTo>
                  <a:lnTo>
                    <a:pt x="5015252" y="1249635"/>
                  </a:lnTo>
                  <a:lnTo>
                    <a:pt x="5015589" y="1239606"/>
                  </a:lnTo>
                  <a:lnTo>
                    <a:pt x="5015925" y="1229569"/>
                  </a:lnTo>
                  <a:lnTo>
                    <a:pt x="5016262" y="1220582"/>
                  </a:lnTo>
                  <a:lnTo>
                    <a:pt x="5016598" y="1215790"/>
                  </a:lnTo>
                  <a:lnTo>
                    <a:pt x="5016935" y="1211878"/>
                  </a:lnTo>
                  <a:lnTo>
                    <a:pt x="5017271" y="1208270"/>
                  </a:lnTo>
                  <a:lnTo>
                    <a:pt x="5017607" y="1205709"/>
                  </a:lnTo>
                  <a:lnTo>
                    <a:pt x="5017944" y="1204824"/>
                  </a:lnTo>
                  <a:lnTo>
                    <a:pt x="5018280" y="1203680"/>
                  </a:lnTo>
                  <a:lnTo>
                    <a:pt x="5018617" y="1204511"/>
                  </a:lnTo>
                  <a:lnTo>
                    <a:pt x="5018953" y="1205068"/>
                  </a:lnTo>
                  <a:lnTo>
                    <a:pt x="5019290" y="1206131"/>
                  </a:lnTo>
                  <a:lnTo>
                    <a:pt x="5019626" y="1205949"/>
                  </a:lnTo>
                  <a:lnTo>
                    <a:pt x="5019963" y="1204531"/>
                  </a:lnTo>
                  <a:lnTo>
                    <a:pt x="5020299" y="1201844"/>
                  </a:lnTo>
                  <a:lnTo>
                    <a:pt x="5020636" y="1198709"/>
                  </a:lnTo>
                  <a:lnTo>
                    <a:pt x="5020972" y="1195149"/>
                  </a:lnTo>
                  <a:lnTo>
                    <a:pt x="5021308" y="1190973"/>
                  </a:lnTo>
                  <a:lnTo>
                    <a:pt x="5021645" y="1186377"/>
                  </a:lnTo>
                  <a:lnTo>
                    <a:pt x="5021981" y="1181055"/>
                  </a:lnTo>
                  <a:lnTo>
                    <a:pt x="5022318" y="1175630"/>
                  </a:lnTo>
                  <a:lnTo>
                    <a:pt x="5022654" y="1169872"/>
                  </a:lnTo>
                  <a:lnTo>
                    <a:pt x="5022991" y="1164777"/>
                  </a:lnTo>
                  <a:lnTo>
                    <a:pt x="5023327" y="1159498"/>
                  </a:lnTo>
                  <a:lnTo>
                    <a:pt x="5023664" y="1153995"/>
                  </a:lnTo>
                  <a:lnTo>
                    <a:pt x="5024000" y="1147947"/>
                  </a:lnTo>
                  <a:lnTo>
                    <a:pt x="5024337" y="1141899"/>
                  </a:lnTo>
                  <a:lnTo>
                    <a:pt x="5024673" y="1135956"/>
                  </a:lnTo>
                  <a:lnTo>
                    <a:pt x="5025010" y="1128978"/>
                  </a:lnTo>
                  <a:lnTo>
                    <a:pt x="5025346" y="1122783"/>
                  </a:lnTo>
                  <a:lnTo>
                    <a:pt x="5025682" y="1118426"/>
                  </a:lnTo>
                  <a:lnTo>
                    <a:pt x="5026019" y="1112663"/>
                  </a:lnTo>
                  <a:lnTo>
                    <a:pt x="5026355" y="1109092"/>
                  </a:lnTo>
                  <a:lnTo>
                    <a:pt x="5026692" y="1105452"/>
                  </a:lnTo>
                  <a:lnTo>
                    <a:pt x="5027028" y="1101851"/>
                  </a:lnTo>
                  <a:lnTo>
                    <a:pt x="5027365" y="1099022"/>
                  </a:lnTo>
                  <a:lnTo>
                    <a:pt x="5027701" y="1096333"/>
                  </a:lnTo>
                  <a:lnTo>
                    <a:pt x="5028038" y="1096141"/>
                  </a:lnTo>
                  <a:lnTo>
                    <a:pt x="5028374" y="1097831"/>
                  </a:lnTo>
                  <a:lnTo>
                    <a:pt x="5028711" y="1100728"/>
                  </a:lnTo>
                  <a:lnTo>
                    <a:pt x="5029047" y="1103825"/>
                  </a:lnTo>
                  <a:lnTo>
                    <a:pt x="5029384" y="1107564"/>
                  </a:lnTo>
                  <a:lnTo>
                    <a:pt x="5029720" y="1111861"/>
                  </a:lnTo>
                  <a:lnTo>
                    <a:pt x="5030056" y="1116694"/>
                  </a:lnTo>
                  <a:lnTo>
                    <a:pt x="5030393" y="1122882"/>
                  </a:lnTo>
                  <a:lnTo>
                    <a:pt x="5030729" y="1130711"/>
                  </a:lnTo>
                  <a:lnTo>
                    <a:pt x="5031066" y="1136132"/>
                  </a:lnTo>
                  <a:lnTo>
                    <a:pt x="5031402" y="1141242"/>
                  </a:lnTo>
                  <a:lnTo>
                    <a:pt x="5031739" y="1144743"/>
                  </a:lnTo>
                  <a:lnTo>
                    <a:pt x="5032075" y="1148493"/>
                  </a:lnTo>
                  <a:lnTo>
                    <a:pt x="5032412" y="1152833"/>
                  </a:lnTo>
                  <a:lnTo>
                    <a:pt x="5032748" y="1155843"/>
                  </a:lnTo>
                  <a:lnTo>
                    <a:pt x="5033085" y="1158014"/>
                  </a:lnTo>
                  <a:lnTo>
                    <a:pt x="5033421" y="1159686"/>
                  </a:lnTo>
                  <a:lnTo>
                    <a:pt x="5033758" y="1161178"/>
                  </a:lnTo>
                  <a:lnTo>
                    <a:pt x="5034094" y="1163319"/>
                  </a:lnTo>
                  <a:lnTo>
                    <a:pt x="5034430" y="1165792"/>
                  </a:lnTo>
                  <a:lnTo>
                    <a:pt x="5034767" y="1168351"/>
                  </a:lnTo>
                  <a:lnTo>
                    <a:pt x="5035103" y="1170929"/>
                  </a:lnTo>
                  <a:lnTo>
                    <a:pt x="5035440" y="1173013"/>
                  </a:lnTo>
                  <a:lnTo>
                    <a:pt x="5035776" y="1175098"/>
                  </a:lnTo>
                  <a:lnTo>
                    <a:pt x="5036113" y="1175584"/>
                  </a:lnTo>
                  <a:lnTo>
                    <a:pt x="5036449" y="1177917"/>
                  </a:lnTo>
                  <a:lnTo>
                    <a:pt x="5036786" y="1179465"/>
                  </a:lnTo>
                  <a:lnTo>
                    <a:pt x="5037122" y="1181930"/>
                  </a:lnTo>
                  <a:lnTo>
                    <a:pt x="5037459" y="1184456"/>
                  </a:lnTo>
                  <a:lnTo>
                    <a:pt x="5037795" y="1187077"/>
                  </a:lnTo>
                  <a:lnTo>
                    <a:pt x="5038132" y="1189882"/>
                  </a:lnTo>
                  <a:lnTo>
                    <a:pt x="5038468" y="1192279"/>
                  </a:lnTo>
                  <a:lnTo>
                    <a:pt x="5038804" y="1197307"/>
                  </a:lnTo>
                  <a:lnTo>
                    <a:pt x="5039141" y="1202357"/>
                  </a:lnTo>
                  <a:lnTo>
                    <a:pt x="5039477" y="1208210"/>
                  </a:lnTo>
                  <a:lnTo>
                    <a:pt x="5039814" y="1214516"/>
                  </a:lnTo>
                  <a:lnTo>
                    <a:pt x="5040150" y="1221207"/>
                  </a:lnTo>
                  <a:lnTo>
                    <a:pt x="5040487" y="1228845"/>
                  </a:lnTo>
                  <a:lnTo>
                    <a:pt x="5040823" y="1236912"/>
                  </a:lnTo>
                  <a:lnTo>
                    <a:pt x="5041160" y="1245368"/>
                  </a:lnTo>
                  <a:lnTo>
                    <a:pt x="5041496" y="1252857"/>
                  </a:lnTo>
                  <a:lnTo>
                    <a:pt x="5041833" y="1258924"/>
                  </a:lnTo>
                  <a:lnTo>
                    <a:pt x="5042169" y="1264222"/>
                  </a:lnTo>
                  <a:lnTo>
                    <a:pt x="5042506" y="1269009"/>
                  </a:lnTo>
                  <a:lnTo>
                    <a:pt x="5042842" y="1273879"/>
                  </a:lnTo>
                  <a:lnTo>
                    <a:pt x="5043178" y="1278799"/>
                  </a:lnTo>
                  <a:lnTo>
                    <a:pt x="5043515" y="1283224"/>
                  </a:lnTo>
                  <a:lnTo>
                    <a:pt x="5043851" y="1288339"/>
                  </a:lnTo>
                  <a:lnTo>
                    <a:pt x="5044188" y="1293667"/>
                  </a:lnTo>
                  <a:lnTo>
                    <a:pt x="5044524" y="1298551"/>
                  </a:lnTo>
                  <a:lnTo>
                    <a:pt x="5044861" y="1302478"/>
                  </a:lnTo>
                  <a:lnTo>
                    <a:pt x="5045197" y="1305360"/>
                  </a:lnTo>
                  <a:lnTo>
                    <a:pt x="5045534" y="1307277"/>
                  </a:lnTo>
                  <a:lnTo>
                    <a:pt x="5045870" y="1308383"/>
                  </a:lnTo>
                  <a:lnTo>
                    <a:pt x="5046207" y="1308883"/>
                  </a:lnTo>
                  <a:lnTo>
                    <a:pt x="5046543" y="1310170"/>
                  </a:lnTo>
                  <a:lnTo>
                    <a:pt x="5046880" y="1311987"/>
                  </a:lnTo>
                  <a:lnTo>
                    <a:pt x="5047216" y="1314070"/>
                  </a:lnTo>
                  <a:lnTo>
                    <a:pt x="5047552" y="1316496"/>
                  </a:lnTo>
                  <a:lnTo>
                    <a:pt x="5047889" y="1318191"/>
                  </a:lnTo>
                  <a:lnTo>
                    <a:pt x="5048225" y="1318868"/>
                  </a:lnTo>
                  <a:lnTo>
                    <a:pt x="5048562" y="1319244"/>
                  </a:lnTo>
                  <a:lnTo>
                    <a:pt x="5048898" y="1318339"/>
                  </a:lnTo>
                  <a:lnTo>
                    <a:pt x="5049235" y="1317735"/>
                  </a:lnTo>
                  <a:lnTo>
                    <a:pt x="5049571" y="1317002"/>
                  </a:lnTo>
                  <a:lnTo>
                    <a:pt x="5049908" y="1316190"/>
                  </a:lnTo>
                  <a:lnTo>
                    <a:pt x="5050244" y="1316263"/>
                  </a:lnTo>
                  <a:lnTo>
                    <a:pt x="5050581" y="1316609"/>
                  </a:lnTo>
                  <a:lnTo>
                    <a:pt x="5050917" y="1318231"/>
                  </a:lnTo>
                  <a:lnTo>
                    <a:pt x="5051254" y="1320051"/>
                  </a:lnTo>
                  <a:lnTo>
                    <a:pt x="5051590" y="1321559"/>
                  </a:lnTo>
                  <a:lnTo>
                    <a:pt x="5051926" y="1322678"/>
                  </a:lnTo>
                  <a:lnTo>
                    <a:pt x="5052263" y="1323686"/>
                  </a:lnTo>
                  <a:lnTo>
                    <a:pt x="5052599" y="1324462"/>
                  </a:lnTo>
                  <a:lnTo>
                    <a:pt x="5052936" y="1325861"/>
                  </a:lnTo>
                  <a:lnTo>
                    <a:pt x="5053272" y="1328447"/>
                  </a:lnTo>
                  <a:lnTo>
                    <a:pt x="5053609" y="1331658"/>
                  </a:lnTo>
                  <a:lnTo>
                    <a:pt x="5053945" y="1335515"/>
                  </a:lnTo>
                  <a:lnTo>
                    <a:pt x="5054282" y="1339264"/>
                  </a:lnTo>
                  <a:lnTo>
                    <a:pt x="5054618" y="1342862"/>
                  </a:lnTo>
                  <a:lnTo>
                    <a:pt x="5054955" y="1346753"/>
                  </a:lnTo>
                  <a:lnTo>
                    <a:pt x="5055291" y="1349314"/>
                  </a:lnTo>
                  <a:lnTo>
                    <a:pt x="5055627" y="1352348"/>
                  </a:lnTo>
                  <a:lnTo>
                    <a:pt x="5055964" y="1355464"/>
                  </a:lnTo>
                  <a:lnTo>
                    <a:pt x="5056300" y="1358856"/>
                  </a:lnTo>
                  <a:lnTo>
                    <a:pt x="5056637" y="1361301"/>
                  </a:lnTo>
                  <a:lnTo>
                    <a:pt x="5056973" y="1364159"/>
                  </a:lnTo>
                  <a:lnTo>
                    <a:pt x="5057310" y="1368397"/>
                  </a:lnTo>
                  <a:lnTo>
                    <a:pt x="5057646" y="1373057"/>
                  </a:lnTo>
                  <a:lnTo>
                    <a:pt x="5057983" y="1377762"/>
                  </a:lnTo>
                  <a:lnTo>
                    <a:pt x="5058319" y="1382355"/>
                  </a:lnTo>
                  <a:lnTo>
                    <a:pt x="5058656" y="1386762"/>
                  </a:lnTo>
                  <a:lnTo>
                    <a:pt x="5058992" y="1391708"/>
                  </a:lnTo>
                  <a:lnTo>
                    <a:pt x="5059329" y="1397255"/>
                  </a:lnTo>
                  <a:lnTo>
                    <a:pt x="5059665" y="1403737"/>
                  </a:lnTo>
                  <a:lnTo>
                    <a:pt x="5060001" y="1411523"/>
                  </a:lnTo>
                  <a:lnTo>
                    <a:pt x="5060338" y="1419730"/>
                  </a:lnTo>
                  <a:lnTo>
                    <a:pt x="5060674" y="1428777"/>
                  </a:lnTo>
                  <a:lnTo>
                    <a:pt x="5061011" y="1439884"/>
                  </a:lnTo>
                  <a:lnTo>
                    <a:pt x="5061347" y="1450761"/>
                  </a:lnTo>
                  <a:lnTo>
                    <a:pt x="5061684" y="1461144"/>
                  </a:lnTo>
                  <a:lnTo>
                    <a:pt x="5062020" y="1470540"/>
                  </a:lnTo>
                  <a:lnTo>
                    <a:pt x="5062357" y="1479386"/>
                  </a:lnTo>
                  <a:lnTo>
                    <a:pt x="5062693" y="1487492"/>
                  </a:lnTo>
                  <a:lnTo>
                    <a:pt x="5063030" y="1495208"/>
                  </a:lnTo>
                  <a:lnTo>
                    <a:pt x="5063366" y="1500773"/>
                  </a:lnTo>
                  <a:lnTo>
                    <a:pt x="5063703" y="1506148"/>
                  </a:lnTo>
                  <a:lnTo>
                    <a:pt x="5064039" y="1510471"/>
                  </a:lnTo>
                  <a:lnTo>
                    <a:pt x="5064375" y="1513223"/>
                  </a:lnTo>
                  <a:lnTo>
                    <a:pt x="5064712" y="1514651"/>
                  </a:lnTo>
                  <a:lnTo>
                    <a:pt x="5065048" y="1516791"/>
                  </a:lnTo>
                  <a:lnTo>
                    <a:pt x="5065385" y="1518222"/>
                  </a:lnTo>
                  <a:lnTo>
                    <a:pt x="5065721" y="1519341"/>
                  </a:lnTo>
                  <a:lnTo>
                    <a:pt x="5066058" y="1520183"/>
                  </a:lnTo>
                  <a:lnTo>
                    <a:pt x="5066394" y="1521359"/>
                  </a:lnTo>
                  <a:lnTo>
                    <a:pt x="5066731" y="1522299"/>
                  </a:lnTo>
                  <a:lnTo>
                    <a:pt x="5067067" y="1522913"/>
                  </a:lnTo>
                  <a:lnTo>
                    <a:pt x="5067404" y="1523044"/>
                  </a:lnTo>
                  <a:lnTo>
                    <a:pt x="5067740" y="1523116"/>
                  </a:lnTo>
                  <a:lnTo>
                    <a:pt x="5068077" y="1526795"/>
                  </a:lnTo>
                  <a:lnTo>
                    <a:pt x="5068413" y="1529103"/>
                  </a:lnTo>
                  <a:lnTo>
                    <a:pt x="5068749" y="1530838"/>
                  </a:lnTo>
                  <a:lnTo>
                    <a:pt x="5069086" y="1533518"/>
                  </a:lnTo>
                  <a:lnTo>
                    <a:pt x="5069422" y="1537058"/>
                  </a:lnTo>
                  <a:lnTo>
                    <a:pt x="5069759" y="1541928"/>
                  </a:lnTo>
                  <a:lnTo>
                    <a:pt x="5070095" y="1545930"/>
                  </a:lnTo>
                  <a:lnTo>
                    <a:pt x="5070432" y="1549147"/>
                  </a:lnTo>
                  <a:lnTo>
                    <a:pt x="5070768" y="1551322"/>
                  </a:lnTo>
                  <a:lnTo>
                    <a:pt x="5071105" y="1552481"/>
                  </a:lnTo>
                  <a:lnTo>
                    <a:pt x="5071441" y="1552452"/>
                  </a:lnTo>
                  <a:lnTo>
                    <a:pt x="5071778" y="1552004"/>
                  </a:lnTo>
                  <a:lnTo>
                    <a:pt x="5072114" y="1551332"/>
                  </a:lnTo>
                  <a:lnTo>
                    <a:pt x="5072451" y="1550254"/>
                  </a:lnTo>
                  <a:lnTo>
                    <a:pt x="5072787" y="1549119"/>
                  </a:lnTo>
                  <a:lnTo>
                    <a:pt x="5073123" y="1547823"/>
                  </a:lnTo>
                  <a:lnTo>
                    <a:pt x="5073460" y="1546506"/>
                  </a:lnTo>
                  <a:lnTo>
                    <a:pt x="5073796" y="1545503"/>
                  </a:lnTo>
                  <a:lnTo>
                    <a:pt x="5074133" y="1545314"/>
                  </a:lnTo>
                  <a:lnTo>
                    <a:pt x="5074469" y="1544850"/>
                  </a:lnTo>
                  <a:lnTo>
                    <a:pt x="5074806" y="1544848"/>
                  </a:lnTo>
                  <a:lnTo>
                    <a:pt x="5075142" y="1545340"/>
                  </a:lnTo>
                  <a:lnTo>
                    <a:pt x="5075479" y="1546949"/>
                  </a:lnTo>
                  <a:lnTo>
                    <a:pt x="5075815" y="1549886"/>
                  </a:lnTo>
                  <a:lnTo>
                    <a:pt x="5076152" y="1554002"/>
                  </a:lnTo>
                  <a:lnTo>
                    <a:pt x="5076488" y="1558432"/>
                  </a:lnTo>
                  <a:lnTo>
                    <a:pt x="5076825" y="1563191"/>
                  </a:lnTo>
                  <a:lnTo>
                    <a:pt x="5077161" y="1568744"/>
                  </a:lnTo>
                  <a:lnTo>
                    <a:pt x="5077497" y="1574258"/>
                  </a:lnTo>
                  <a:lnTo>
                    <a:pt x="5077834" y="1579017"/>
                  </a:lnTo>
                  <a:lnTo>
                    <a:pt x="5078170" y="1583858"/>
                  </a:lnTo>
                  <a:lnTo>
                    <a:pt x="5078507" y="1589399"/>
                  </a:lnTo>
                  <a:lnTo>
                    <a:pt x="5078843" y="1596264"/>
                  </a:lnTo>
                  <a:lnTo>
                    <a:pt x="5079180" y="1603211"/>
                  </a:lnTo>
                  <a:lnTo>
                    <a:pt x="5079516" y="1610235"/>
                  </a:lnTo>
                  <a:lnTo>
                    <a:pt x="5079853" y="1617471"/>
                  </a:lnTo>
                  <a:lnTo>
                    <a:pt x="5080189" y="1624956"/>
                  </a:lnTo>
                  <a:lnTo>
                    <a:pt x="5080526" y="1632448"/>
                  </a:lnTo>
                  <a:lnTo>
                    <a:pt x="5080862" y="1643819"/>
                  </a:lnTo>
                  <a:lnTo>
                    <a:pt x="5081199" y="1654828"/>
                  </a:lnTo>
                  <a:lnTo>
                    <a:pt x="5081535" y="1665894"/>
                  </a:lnTo>
                  <a:lnTo>
                    <a:pt x="5081871" y="1676299"/>
                  </a:lnTo>
                  <a:lnTo>
                    <a:pt x="5082208" y="1685045"/>
                  </a:lnTo>
                  <a:lnTo>
                    <a:pt x="5082544" y="1694821"/>
                  </a:lnTo>
                  <a:lnTo>
                    <a:pt x="5082881" y="1705364"/>
                  </a:lnTo>
                  <a:lnTo>
                    <a:pt x="5083217" y="1714023"/>
                  </a:lnTo>
                  <a:lnTo>
                    <a:pt x="5083554" y="1721436"/>
                  </a:lnTo>
                  <a:lnTo>
                    <a:pt x="5083890" y="1724596"/>
                  </a:lnTo>
                  <a:lnTo>
                    <a:pt x="5084227" y="1727984"/>
                  </a:lnTo>
                  <a:lnTo>
                    <a:pt x="5084563" y="1731877"/>
                  </a:lnTo>
                  <a:lnTo>
                    <a:pt x="5084900" y="1734237"/>
                  </a:lnTo>
                  <a:lnTo>
                    <a:pt x="5085236" y="1736164"/>
                  </a:lnTo>
                  <a:lnTo>
                    <a:pt x="5085573" y="1739061"/>
                  </a:lnTo>
                  <a:lnTo>
                    <a:pt x="5085909" y="1741010"/>
                  </a:lnTo>
                  <a:lnTo>
                    <a:pt x="5086245" y="1743930"/>
                  </a:lnTo>
                  <a:lnTo>
                    <a:pt x="5086582" y="1746186"/>
                  </a:lnTo>
                  <a:lnTo>
                    <a:pt x="5086918" y="1748976"/>
                  </a:lnTo>
                  <a:lnTo>
                    <a:pt x="5087255" y="1751960"/>
                  </a:lnTo>
                  <a:lnTo>
                    <a:pt x="5087591" y="1755380"/>
                  </a:lnTo>
                  <a:lnTo>
                    <a:pt x="5087928" y="1759212"/>
                  </a:lnTo>
                  <a:lnTo>
                    <a:pt x="5088264" y="1763850"/>
                  </a:lnTo>
                  <a:lnTo>
                    <a:pt x="5088601" y="1769347"/>
                  </a:lnTo>
                  <a:lnTo>
                    <a:pt x="5088937" y="1775028"/>
                  </a:lnTo>
                  <a:lnTo>
                    <a:pt x="5089274" y="1781385"/>
                  </a:lnTo>
                  <a:lnTo>
                    <a:pt x="5089610" y="1787766"/>
                  </a:lnTo>
                  <a:lnTo>
                    <a:pt x="5089946" y="1794120"/>
                  </a:lnTo>
                  <a:lnTo>
                    <a:pt x="5090283" y="1799876"/>
                  </a:lnTo>
                  <a:lnTo>
                    <a:pt x="5090619" y="1805751"/>
                  </a:lnTo>
                  <a:lnTo>
                    <a:pt x="5090956" y="1811743"/>
                  </a:lnTo>
                  <a:lnTo>
                    <a:pt x="5091292" y="1818732"/>
                  </a:lnTo>
                  <a:lnTo>
                    <a:pt x="5091629" y="1825886"/>
                  </a:lnTo>
                  <a:lnTo>
                    <a:pt x="5091965" y="1833122"/>
                  </a:lnTo>
                  <a:lnTo>
                    <a:pt x="5092302" y="1841394"/>
                  </a:lnTo>
                  <a:lnTo>
                    <a:pt x="5092638" y="1848882"/>
                  </a:lnTo>
                  <a:lnTo>
                    <a:pt x="5092975" y="1854719"/>
                  </a:lnTo>
                  <a:lnTo>
                    <a:pt x="5093311" y="1862055"/>
                  </a:lnTo>
                  <a:lnTo>
                    <a:pt x="5093648" y="1867256"/>
                  </a:lnTo>
                  <a:lnTo>
                    <a:pt x="5093984" y="1872685"/>
                  </a:lnTo>
                  <a:lnTo>
                    <a:pt x="5094320" y="1878744"/>
                  </a:lnTo>
                  <a:lnTo>
                    <a:pt x="5094657" y="1884425"/>
                  </a:lnTo>
                  <a:lnTo>
                    <a:pt x="5094993" y="1890318"/>
                  </a:lnTo>
                  <a:lnTo>
                    <a:pt x="5095330" y="1894713"/>
                  </a:lnTo>
                  <a:lnTo>
                    <a:pt x="5095666" y="1897600"/>
                  </a:lnTo>
                  <a:lnTo>
                    <a:pt x="5096003" y="1899731"/>
                  </a:lnTo>
                  <a:lnTo>
                    <a:pt x="5096339" y="1901347"/>
                  </a:lnTo>
                  <a:lnTo>
                    <a:pt x="5096676" y="1901754"/>
                  </a:lnTo>
                  <a:lnTo>
                    <a:pt x="5097012" y="1901990"/>
                  </a:lnTo>
                  <a:lnTo>
                    <a:pt x="5097349" y="1901913"/>
                  </a:lnTo>
                  <a:lnTo>
                    <a:pt x="5097685" y="1901731"/>
                  </a:lnTo>
                  <a:lnTo>
                    <a:pt x="5098022" y="1901151"/>
                  </a:lnTo>
                  <a:lnTo>
                    <a:pt x="5098358" y="1900493"/>
                  </a:lnTo>
                  <a:lnTo>
                    <a:pt x="5098694" y="1899739"/>
                  </a:lnTo>
                  <a:lnTo>
                    <a:pt x="5099031" y="1898009"/>
                  </a:lnTo>
                  <a:lnTo>
                    <a:pt x="5099367" y="1895681"/>
                  </a:lnTo>
                  <a:lnTo>
                    <a:pt x="5099704" y="1892655"/>
                  </a:lnTo>
                  <a:lnTo>
                    <a:pt x="5100040" y="1888614"/>
                  </a:lnTo>
                  <a:lnTo>
                    <a:pt x="5100377" y="1885089"/>
                  </a:lnTo>
                  <a:lnTo>
                    <a:pt x="5100713" y="1881932"/>
                  </a:lnTo>
                  <a:lnTo>
                    <a:pt x="5101050" y="1879560"/>
                  </a:lnTo>
                  <a:lnTo>
                    <a:pt x="5101386" y="1876595"/>
                  </a:lnTo>
                  <a:lnTo>
                    <a:pt x="5101723" y="1873246"/>
                  </a:lnTo>
                  <a:lnTo>
                    <a:pt x="5102059" y="1868721"/>
                  </a:lnTo>
                  <a:lnTo>
                    <a:pt x="5102396" y="1863295"/>
                  </a:lnTo>
                  <a:lnTo>
                    <a:pt x="5102732" y="1857404"/>
                  </a:lnTo>
                  <a:lnTo>
                    <a:pt x="5103068" y="1850950"/>
                  </a:lnTo>
                  <a:lnTo>
                    <a:pt x="5103405" y="1845433"/>
                  </a:lnTo>
                  <a:lnTo>
                    <a:pt x="5103741" y="1840202"/>
                  </a:lnTo>
                  <a:lnTo>
                    <a:pt x="5104078" y="1836805"/>
                  </a:lnTo>
                  <a:lnTo>
                    <a:pt x="5104414" y="1835317"/>
                  </a:lnTo>
                  <a:lnTo>
                    <a:pt x="5104751" y="1833867"/>
                  </a:lnTo>
                  <a:lnTo>
                    <a:pt x="5105087" y="1832938"/>
                  </a:lnTo>
                  <a:lnTo>
                    <a:pt x="5105424" y="1831591"/>
                  </a:lnTo>
                  <a:lnTo>
                    <a:pt x="5105760" y="1830297"/>
                  </a:lnTo>
                  <a:lnTo>
                    <a:pt x="5106097" y="1828243"/>
                  </a:lnTo>
                  <a:lnTo>
                    <a:pt x="5106433" y="1825506"/>
                  </a:lnTo>
                  <a:lnTo>
                    <a:pt x="5106770" y="1822807"/>
                  </a:lnTo>
                  <a:lnTo>
                    <a:pt x="5107106" y="1821157"/>
                  </a:lnTo>
                  <a:lnTo>
                    <a:pt x="5107442" y="1820041"/>
                  </a:lnTo>
                  <a:lnTo>
                    <a:pt x="5107779" y="1818574"/>
                  </a:lnTo>
                  <a:lnTo>
                    <a:pt x="5108115" y="1816643"/>
                  </a:lnTo>
                  <a:lnTo>
                    <a:pt x="5108452" y="1814379"/>
                  </a:lnTo>
                  <a:lnTo>
                    <a:pt x="5108788" y="1812307"/>
                  </a:lnTo>
                  <a:lnTo>
                    <a:pt x="5109125" y="1810450"/>
                  </a:lnTo>
                  <a:lnTo>
                    <a:pt x="5109461" y="1808234"/>
                  </a:lnTo>
                  <a:lnTo>
                    <a:pt x="5109798" y="1805983"/>
                  </a:lnTo>
                  <a:lnTo>
                    <a:pt x="5110134" y="1803936"/>
                  </a:lnTo>
                  <a:lnTo>
                    <a:pt x="5110471" y="1802602"/>
                  </a:lnTo>
                  <a:lnTo>
                    <a:pt x="5110807" y="1802387"/>
                  </a:lnTo>
                  <a:lnTo>
                    <a:pt x="5111144" y="1802280"/>
                  </a:lnTo>
                  <a:lnTo>
                    <a:pt x="5111480" y="1801707"/>
                  </a:lnTo>
                  <a:lnTo>
                    <a:pt x="5111816" y="1800911"/>
                  </a:lnTo>
                  <a:lnTo>
                    <a:pt x="5112153" y="1800296"/>
                  </a:lnTo>
                  <a:lnTo>
                    <a:pt x="5112489" y="1800014"/>
                  </a:lnTo>
                  <a:lnTo>
                    <a:pt x="5112826" y="1799858"/>
                  </a:lnTo>
                  <a:lnTo>
                    <a:pt x="5113162" y="1799987"/>
                  </a:lnTo>
                  <a:lnTo>
                    <a:pt x="5113499" y="1800429"/>
                  </a:lnTo>
                  <a:lnTo>
                    <a:pt x="5113835" y="1799996"/>
                  </a:lnTo>
                  <a:lnTo>
                    <a:pt x="5114172" y="1799401"/>
                  </a:lnTo>
                  <a:lnTo>
                    <a:pt x="5114508" y="1798668"/>
                  </a:lnTo>
                  <a:lnTo>
                    <a:pt x="5114845" y="1797393"/>
                  </a:lnTo>
                  <a:lnTo>
                    <a:pt x="5115181" y="1796236"/>
                  </a:lnTo>
                  <a:lnTo>
                    <a:pt x="5115518" y="1794546"/>
                  </a:lnTo>
                  <a:lnTo>
                    <a:pt x="5115854" y="1792518"/>
                  </a:lnTo>
                  <a:lnTo>
                    <a:pt x="5116190" y="1790865"/>
                  </a:lnTo>
                  <a:lnTo>
                    <a:pt x="5116527" y="1789752"/>
                  </a:lnTo>
                  <a:lnTo>
                    <a:pt x="5116863" y="1789163"/>
                  </a:lnTo>
                  <a:lnTo>
                    <a:pt x="5117200" y="1788222"/>
                  </a:lnTo>
                  <a:lnTo>
                    <a:pt x="5117536" y="1786583"/>
                  </a:lnTo>
                  <a:lnTo>
                    <a:pt x="5117873" y="1784032"/>
                  </a:lnTo>
                  <a:lnTo>
                    <a:pt x="5118209" y="1779665"/>
                  </a:lnTo>
                  <a:lnTo>
                    <a:pt x="5118546" y="1775058"/>
                  </a:lnTo>
                  <a:lnTo>
                    <a:pt x="5118882" y="1770051"/>
                  </a:lnTo>
                  <a:lnTo>
                    <a:pt x="5119219" y="1763752"/>
                  </a:lnTo>
                  <a:lnTo>
                    <a:pt x="5119555" y="1756329"/>
                  </a:lnTo>
                  <a:lnTo>
                    <a:pt x="5119892" y="1748691"/>
                  </a:lnTo>
                  <a:lnTo>
                    <a:pt x="5120228" y="1740948"/>
                  </a:lnTo>
                  <a:lnTo>
                    <a:pt x="5120564" y="1733061"/>
                  </a:lnTo>
                  <a:lnTo>
                    <a:pt x="5120901" y="1724504"/>
                  </a:lnTo>
                  <a:lnTo>
                    <a:pt x="5121237" y="1715453"/>
                  </a:lnTo>
                  <a:lnTo>
                    <a:pt x="5121574" y="1705705"/>
                  </a:lnTo>
                  <a:lnTo>
                    <a:pt x="5121910" y="1695016"/>
                  </a:lnTo>
                  <a:lnTo>
                    <a:pt x="5122247" y="1683819"/>
                  </a:lnTo>
                  <a:lnTo>
                    <a:pt x="5122583" y="1672275"/>
                  </a:lnTo>
                  <a:lnTo>
                    <a:pt x="5122920" y="1661089"/>
                  </a:lnTo>
                  <a:lnTo>
                    <a:pt x="5123256" y="1650673"/>
                  </a:lnTo>
                  <a:lnTo>
                    <a:pt x="5123593" y="1640643"/>
                  </a:lnTo>
                  <a:lnTo>
                    <a:pt x="5123929" y="1631308"/>
                  </a:lnTo>
                  <a:lnTo>
                    <a:pt x="5124265" y="1623754"/>
                  </a:lnTo>
                  <a:lnTo>
                    <a:pt x="5124602" y="1616402"/>
                  </a:lnTo>
                  <a:lnTo>
                    <a:pt x="5124938" y="1609075"/>
                  </a:lnTo>
                  <a:lnTo>
                    <a:pt x="5125275" y="1602076"/>
                  </a:lnTo>
                  <a:lnTo>
                    <a:pt x="5125611" y="1595343"/>
                  </a:lnTo>
                  <a:lnTo>
                    <a:pt x="5125948" y="1589774"/>
                  </a:lnTo>
                  <a:lnTo>
                    <a:pt x="5126284" y="1585240"/>
                  </a:lnTo>
                  <a:lnTo>
                    <a:pt x="5126621" y="1581282"/>
                  </a:lnTo>
                  <a:lnTo>
                    <a:pt x="5126957" y="1577931"/>
                  </a:lnTo>
                  <a:lnTo>
                    <a:pt x="5127294" y="1574852"/>
                  </a:lnTo>
                  <a:lnTo>
                    <a:pt x="5127630" y="1571654"/>
                  </a:lnTo>
                  <a:lnTo>
                    <a:pt x="5127967" y="1568853"/>
                  </a:lnTo>
                  <a:lnTo>
                    <a:pt x="5128303" y="1566445"/>
                  </a:lnTo>
                  <a:lnTo>
                    <a:pt x="5128639" y="1563468"/>
                  </a:lnTo>
                  <a:lnTo>
                    <a:pt x="5128976" y="1560457"/>
                  </a:lnTo>
                  <a:lnTo>
                    <a:pt x="5129312" y="1557562"/>
                  </a:lnTo>
                  <a:lnTo>
                    <a:pt x="5129649" y="1555436"/>
                  </a:lnTo>
                  <a:lnTo>
                    <a:pt x="5129985" y="1554703"/>
                  </a:lnTo>
                  <a:lnTo>
                    <a:pt x="5130322" y="1554516"/>
                  </a:lnTo>
                  <a:lnTo>
                    <a:pt x="5130658" y="1555170"/>
                  </a:lnTo>
                  <a:lnTo>
                    <a:pt x="5130995" y="1556966"/>
                  </a:lnTo>
                  <a:lnTo>
                    <a:pt x="5131331" y="1559775"/>
                  </a:lnTo>
                  <a:lnTo>
                    <a:pt x="5131668" y="1563920"/>
                  </a:lnTo>
                  <a:lnTo>
                    <a:pt x="5132004" y="1569546"/>
                  </a:lnTo>
                  <a:lnTo>
                    <a:pt x="5132341" y="1574434"/>
                  </a:lnTo>
                  <a:lnTo>
                    <a:pt x="5132677" y="1579946"/>
                  </a:lnTo>
                  <a:lnTo>
                    <a:pt x="5133013" y="1585469"/>
                  </a:lnTo>
                  <a:lnTo>
                    <a:pt x="5133350" y="1591724"/>
                  </a:lnTo>
                  <a:lnTo>
                    <a:pt x="5133686" y="1598413"/>
                  </a:lnTo>
                  <a:lnTo>
                    <a:pt x="5134023" y="1604738"/>
                  </a:lnTo>
                  <a:lnTo>
                    <a:pt x="5134359" y="1610628"/>
                  </a:lnTo>
                  <a:lnTo>
                    <a:pt x="5134696" y="1615893"/>
                  </a:lnTo>
                  <a:lnTo>
                    <a:pt x="5135032" y="1620137"/>
                  </a:lnTo>
                  <a:lnTo>
                    <a:pt x="5135369" y="1622706"/>
                  </a:lnTo>
                  <a:lnTo>
                    <a:pt x="5135705" y="1625028"/>
                  </a:lnTo>
                  <a:lnTo>
                    <a:pt x="5136042" y="1625731"/>
                  </a:lnTo>
                  <a:lnTo>
                    <a:pt x="5136378" y="1624200"/>
                  </a:lnTo>
                  <a:lnTo>
                    <a:pt x="5136715" y="1622670"/>
                  </a:lnTo>
                  <a:lnTo>
                    <a:pt x="5137051" y="1620324"/>
                  </a:lnTo>
                  <a:lnTo>
                    <a:pt x="5137387" y="1617477"/>
                  </a:lnTo>
                  <a:lnTo>
                    <a:pt x="5137724" y="1614597"/>
                  </a:lnTo>
                  <a:lnTo>
                    <a:pt x="5138060" y="1611804"/>
                  </a:lnTo>
                  <a:lnTo>
                    <a:pt x="5138397" y="1609248"/>
                  </a:lnTo>
                  <a:lnTo>
                    <a:pt x="5138733" y="1606918"/>
                  </a:lnTo>
                  <a:lnTo>
                    <a:pt x="5139070" y="1605056"/>
                  </a:lnTo>
                  <a:lnTo>
                    <a:pt x="5139406" y="1603687"/>
                  </a:lnTo>
                  <a:lnTo>
                    <a:pt x="5139743" y="1603153"/>
                  </a:lnTo>
                  <a:lnTo>
                    <a:pt x="5140079" y="1603245"/>
                  </a:lnTo>
                  <a:lnTo>
                    <a:pt x="5140416" y="1603529"/>
                  </a:lnTo>
                  <a:lnTo>
                    <a:pt x="5140752" y="1604010"/>
                  </a:lnTo>
                  <a:lnTo>
                    <a:pt x="5141089" y="1604882"/>
                  </a:lnTo>
                  <a:lnTo>
                    <a:pt x="5141425" y="1605726"/>
                  </a:lnTo>
                  <a:lnTo>
                    <a:pt x="5141761" y="1606703"/>
                  </a:lnTo>
                  <a:lnTo>
                    <a:pt x="5142098" y="1607880"/>
                  </a:lnTo>
                  <a:lnTo>
                    <a:pt x="5142434" y="1608612"/>
                  </a:lnTo>
                  <a:lnTo>
                    <a:pt x="5142771" y="1609243"/>
                  </a:lnTo>
                  <a:lnTo>
                    <a:pt x="5143107" y="1609450"/>
                  </a:lnTo>
                  <a:lnTo>
                    <a:pt x="5143444" y="1609665"/>
                  </a:lnTo>
                  <a:lnTo>
                    <a:pt x="5143780" y="1610497"/>
                  </a:lnTo>
                  <a:lnTo>
                    <a:pt x="5144117" y="1611565"/>
                  </a:lnTo>
                  <a:lnTo>
                    <a:pt x="5144453" y="1612234"/>
                  </a:lnTo>
                  <a:lnTo>
                    <a:pt x="5144790" y="1612923"/>
                  </a:lnTo>
                  <a:lnTo>
                    <a:pt x="5145126" y="1613469"/>
                  </a:lnTo>
                  <a:lnTo>
                    <a:pt x="5145463" y="1613320"/>
                  </a:lnTo>
                  <a:lnTo>
                    <a:pt x="5145799" y="1613000"/>
                  </a:lnTo>
                  <a:lnTo>
                    <a:pt x="5146135" y="1611776"/>
                  </a:lnTo>
                  <a:lnTo>
                    <a:pt x="5146472" y="1610704"/>
                  </a:lnTo>
                  <a:lnTo>
                    <a:pt x="5146808" y="1610256"/>
                  </a:lnTo>
                  <a:lnTo>
                    <a:pt x="5147145" y="1610627"/>
                  </a:lnTo>
                  <a:lnTo>
                    <a:pt x="5147481" y="1611236"/>
                  </a:lnTo>
                  <a:lnTo>
                    <a:pt x="5147818" y="1611977"/>
                  </a:lnTo>
                  <a:lnTo>
                    <a:pt x="5148154" y="1612683"/>
                  </a:lnTo>
                  <a:lnTo>
                    <a:pt x="5148491" y="1612399"/>
                  </a:lnTo>
                  <a:lnTo>
                    <a:pt x="5148827" y="1611370"/>
                  </a:lnTo>
                  <a:lnTo>
                    <a:pt x="5149164" y="1610197"/>
                  </a:lnTo>
                  <a:lnTo>
                    <a:pt x="5149500" y="1609792"/>
                  </a:lnTo>
                  <a:lnTo>
                    <a:pt x="5149837" y="1609111"/>
                  </a:lnTo>
                  <a:lnTo>
                    <a:pt x="5150173" y="1609330"/>
                  </a:lnTo>
                  <a:lnTo>
                    <a:pt x="5150509" y="1612346"/>
                  </a:lnTo>
                  <a:lnTo>
                    <a:pt x="5150846" y="1616572"/>
                  </a:lnTo>
                  <a:lnTo>
                    <a:pt x="5151182" y="1621364"/>
                  </a:lnTo>
                  <a:lnTo>
                    <a:pt x="5151519" y="1625704"/>
                  </a:lnTo>
                  <a:lnTo>
                    <a:pt x="5151855" y="1629233"/>
                  </a:lnTo>
                  <a:lnTo>
                    <a:pt x="5152192" y="1633235"/>
                  </a:lnTo>
                  <a:lnTo>
                    <a:pt x="5152528" y="1635800"/>
                  </a:lnTo>
                  <a:lnTo>
                    <a:pt x="5152865" y="1637696"/>
                  </a:lnTo>
                  <a:lnTo>
                    <a:pt x="5153201" y="1639068"/>
                  </a:lnTo>
                  <a:lnTo>
                    <a:pt x="5153538" y="1640261"/>
                  </a:lnTo>
                  <a:lnTo>
                    <a:pt x="5153874" y="1641755"/>
                  </a:lnTo>
                  <a:lnTo>
                    <a:pt x="5154210" y="1643056"/>
                  </a:lnTo>
                  <a:lnTo>
                    <a:pt x="5154547" y="1643925"/>
                  </a:lnTo>
                  <a:lnTo>
                    <a:pt x="5154883" y="1644004"/>
                  </a:lnTo>
                  <a:lnTo>
                    <a:pt x="5155220" y="1643049"/>
                  </a:lnTo>
                  <a:lnTo>
                    <a:pt x="5155556" y="1641080"/>
                  </a:lnTo>
                  <a:lnTo>
                    <a:pt x="5155893" y="1637596"/>
                  </a:lnTo>
                  <a:lnTo>
                    <a:pt x="5156229" y="1633278"/>
                  </a:lnTo>
                  <a:lnTo>
                    <a:pt x="5156566" y="1627847"/>
                  </a:lnTo>
                  <a:lnTo>
                    <a:pt x="5156902" y="1621970"/>
                  </a:lnTo>
                  <a:lnTo>
                    <a:pt x="5157239" y="1616115"/>
                  </a:lnTo>
                  <a:lnTo>
                    <a:pt x="5157575" y="1609764"/>
                  </a:lnTo>
                  <a:lnTo>
                    <a:pt x="5157912" y="1602716"/>
                  </a:lnTo>
                  <a:lnTo>
                    <a:pt x="5158248" y="1594705"/>
                  </a:lnTo>
                  <a:lnTo>
                    <a:pt x="5158584" y="1585179"/>
                  </a:lnTo>
                  <a:lnTo>
                    <a:pt x="5158921" y="1574855"/>
                  </a:lnTo>
                  <a:lnTo>
                    <a:pt x="5159257" y="1563921"/>
                  </a:lnTo>
                  <a:lnTo>
                    <a:pt x="5159594" y="1552850"/>
                  </a:lnTo>
                  <a:lnTo>
                    <a:pt x="5159930" y="1542475"/>
                  </a:lnTo>
                  <a:lnTo>
                    <a:pt x="5160267" y="1532446"/>
                  </a:lnTo>
                  <a:lnTo>
                    <a:pt x="5160603" y="1522568"/>
                  </a:lnTo>
                  <a:lnTo>
                    <a:pt x="5160940" y="1513127"/>
                  </a:lnTo>
                  <a:lnTo>
                    <a:pt x="5161276" y="1503486"/>
                  </a:lnTo>
                  <a:lnTo>
                    <a:pt x="5161613" y="1493924"/>
                  </a:lnTo>
                  <a:lnTo>
                    <a:pt x="5161949" y="1483959"/>
                  </a:lnTo>
                  <a:lnTo>
                    <a:pt x="5162286" y="1474196"/>
                  </a:lnTo>
                  <a:lnTo>
                    <a:pt x="5162622" y="1465697"/>
                  </a:lnTo>
                  <a:lnTo>
                    <a:pt x="5162958" y="1458383"/>
                  </a:lnTo>
                  <a:lnTo>
                    <a:pt x="5163295" y="1452707"/>
                  </a:lnTo>
                  <a:lnTo>
                    <a:pt x="5163631" y="1449245"/>
                  </a:lnTo>
                  <a:lnTo>
                    <a:pt x="5163968" y="1447578"/>
                  </a:lnTo>
                  <a:lnTo>
                    <a:pt x="5164304" y="1446924"/>
                  </a:lnTo>
                  <a:lnTo>
                    <a:pt x="5164641" y="1446938"/>
                  </a:lnTo>
                  <a:lnTo>
                    <a:pt x="5164977" y="1446903"/>
                  </a:lnTo>
                  <a:lnTo>
                    <a:pt x="5165314" y="1446823"/>
                  </a:lnTo>
                  <a:lnTo>
                    <a:pt x="5165650" y="1446910"/>
                  </a:lnTo>
                  <a:lnTo>
                    <a:pt x="5165987" y="1447872"/>
                  </a:lnTo>
                  <a:lnTo>
                    <a:pt x="5166323" y="1450243"/>
                  </a:lnTo>
                  <a:lnTo>
                    <a:pt x="5166660" y="1453965"/>
                  </a:lnTo>
                  <a:lnTo>
                    <a:pt x="5166996" y="1459094"/>
                  </a:lnTo>
                  <a:lnTo>
                    <a:pt x="5167332" y="1465359"/>
                  </a:lnTo>
                  <a:lnTo>
                    <a:pt x="5167669" y="1471717"/>
                  </a:lnTo>
                  <a:lnTo>
                    <a:pt x="5168005" y="1478169"/>
                  </a:lnTo>
                  <a:lnTo>
                    <a:pt x="5168342" y="1483974"/>
                  </a:lnTo>
                  <a:lnTo>
                    <a:pt x="5168678" y="1489477"/>
                  </a:lnTo>
                  <a:lnTo>
                    <a:pt x="5169015" y="1494930"/>
                  </a:lnTo>
                  <a:lnTo>
                    <a:pt x="5169351" y="1501202"/>
                  </a:lnTo>
                  <a:lnTo>
                    <a:pt x="5169688" y="1508515"/>
                  </a:lnTo>
                  <a:lnTo>
                    <a:pt x="5170024" y="1516583"/>
                  </a:lnTo>
                  <a:lnTo>
                    <a:pt x="5170361" y="1524795"/>
                  </a:lnTo>
                  <a:lnTo>
                    <a:pt x="5170697" y="1532827"/>
                  </a:lnTo>
                  <a:lnTo>
                    <a:pt x="5171034" y="1540105"/>
                  </a:lnTo>
                  <a:lnTo>
                    <a:pt x="5171370" y="1546585"/>
                  </a:lnTo>
                  <a:lnTo>
                    <a:pt x="5171706" y="1551959"/>
                  </a:lnTo>
                  <a:lnTo>
                    <a:pt x="5172043" y="1556463"/>
                  </a:lnTo>
                  <a:lnTo>
                    <a:pt x="5172379" y="1560070"/>
                  </a:lnTo>
                  <a:lnTo>
                    <a:pt x="5172716" y="1563554"/>
                  </a:lnTo>
                  <a:lnTo>
                    <a:pt x="5173052" y="1567649"/>
                  </a:lnTo>
                  <a:lnTo>
                    <a:pt x="5173389" y="1572836"/>
                  </a:lnTo>
                  <a:lnTo>
                    <a:pt x="5173725" y="1577908"/>
                  </a:lnTo>
                  <a:lnTo>
                    <a:pt x="5174062" y="1582197"/>
                  </a:lnTo>
                  <a:lnTo>
                    <a:pt x="5174398" y="1585948"/>
                  </a:lnTo>
                  <a:lnTo>
                    <a:pt x="5174735" y="1589123"/>
                  </a:lnTo>
                  <a:lnTo>
                    <a:pt x="5175071" y="1592004"/>
                  </a:lnTo>
                  <a:lnTo>
                    <a:pt x="5175408" y="1595488"/>
                  </a:lnTo>
                  <a:lnTo>
                    <a:pt x="5175744" y="1599059"/>
                  </a:lnTo>
                  <a:lnTo>
                    <a:pt x="5176080" y="1602529"/>
                  </a:lnTo>
                  <a:lnTo>
                    <a:pt x="5176417" y="1606265"/>
                  </a:lnTo>
                  <a:lnTo>
                    <a:pt x="5176753" y="1610417"/>
                  </a:lnTo>
                  <a:lnTo>
                    <a:pt x="5177090" y="1614857"/>
                  </a:lnTo>
                  <a:lnTo>
                    <a:pt x="5177426" y="1619089"/>
                  </a:lnTo>
                  <a:lnTo>
                    <a:pt x="5177763" y="1622839"/>
                  </a:lnTo>
                  <a:lnTo>
                    <a:pt x="5178099" y="1625928"/>
                  </a:lnTo>
                  <a:lnTo>
                    <a:pt x="5178436" y="1628622"/>
                  </a:lnTo>
                  <a:lnTo>
                    <a:pt x="5178772" y="1631740"/>
                  </a:lnTo>
                  <a:lnTo>
                    <a:pt x="5179109" y="1635110"/>
                  </a:lnTo>
                  <a:lnTo>
                    <a:pt x="5179445" y="1638336"/>
                  </a:lnTo>
                  <a:lnTo>
                    <a:pt x="5179782" y="1641296"/>
                  </a:lnTo>
                  <a:lnTo>
                    <a:pt x="5180118" y="1644119"/>
                  </a:lnTo>
                  <a:lnTo>
                    <a:pt x="5180454" y="1646619"/>
                  </a:lnTo>
                  <a:lnTo>
                    <a:pt x="5180791" y="1649572"/>
                  </a:lnTo>
                  <a:lnTo>
                    <a:pt x="5181127" y="1653480"/>
                  </a:lnTo>
                  <a:lnTo>
                    <a:pt x="5181464" y="1657539"/>
                  </a:lnTo>
                  <a:lnTo>
                    <a:pt x="5181800" y="1662001"/>
                  </a:lnTo>
                  <a:lnTo>
                    <a:pt x="5182137" y="1667145"/>
                  </a:lnTo>
                  <a:lnTo>
                    <a:pt x="5182473" y="1672648"/>
                  </a:lnTo>
                  <a:lnTo>
                    <a:pt x="5182810" y="1679049"/>
                  </a:lnTo>
                  <a:lnTo>
                    <a:pt x="5183146" y="1685810"/>
                  </a:lnTo>
                  <a:lnTo>
                    <a:pt x="5183483" y="1692620"/>
                  </a:lnTo>
                  <a:lnTo>
                    <a:pt x="5183819" y="1698899"/>
                  </a:lnTo>
                  <a:lnTo>
                    <a:pt x="5184156" y="1704654"/>
                  </a:lnTo>
                  <a:lnTo>
                    <a:pt x="5184492" y="1710703"/>
                  </a:lnTo>
                  <a:lnTo>
                    <a:pt x="5184828" y="1716709"/>
                  </a:lnTo>
                  <a:lnTo>
                    <a:pt x="5185165" y="1723053"/>
                  </a:lnTo>
                  <a:lnTo>
                    <a:pt x="5185501" y="1730180"/>
                  </a:lnTo>
                  <a:lnTo>
                    <a:pt x="5185838" y="1737041"/>
                  </a:lnTo>
                  <a:lnTo>
                    <a:pt x="5186174" y="1744017"/>
                  </a:lnTo>
                  <a:lnTo>
                    <a:pt x="5186511" y="1752106"/>
                  </a:lnTo>
                  <a:lnTo>
                    <a:pt x="5186847" y="1760771"/>
                  </a:lnTo>
                  <a:lnTo>
                    <a:pt x="5187184" y="1769133"/>
                  </a:lnTo>
                  <a:lnTo>
                    <a:pt x="5187520" y="1777043"/>
                  </a:lnTo>
                  <a:lnTo>
                    <a:pt x="5187857" y="1783919"/>
                  </a:lnTo>
                  <a:lnTo>
                    <a:pt x="5188193" y="1791024"/>
                  </a:lnTo>
                  <a:lnTo>
                    <a:pt x="5188529" y="1798539"/>
                  </a:lnTo>
                  <a:lnTo>
                    <a:pt x="5188866" y="1806750"/>
                  </a:lnTo>
                  <a:lnTo>
                    <a:pt x="5189202" y="1815386"/>
                  </a:lnTo>
                  <a:lnTo>
                    <a:pt x="5189539" y="1824668"/>
                  </a:lnTo>
                  <a:lnTo>
                    <a:pt x="5189875" y="1834008"/>
                  </a:lnTo>
                  <a:lnTo>
                    <a:pt x="5190212" y="1843405"/>
                  </a:lnTo>
                  <a:lnTo>
                    <a:pt x="5190548" y="1852184"/>
                  </a:lnTo>
                  <a:lnTo>
                    <a:pt x="5190885" y="1861222"/>
                  </a:lnTo>
                  <a:lnTo>
                    <a:pt x="5191221" y="1869886"/>
                  </a:lnTo>
                  <a:lnTo>
                    <a:pt x="5191558" y="1877279"/>
                  </a:lnTo>
                  <a:lnTo>
                    <a:pt x="5191894" y="1884168"/>
                  </a:lnTo>
                  <a:lnTo>
                    <a:pt x="5192231" y="1891878"/>
                  </a:lnTo>
                  <a:lnTo>
                    <a:pt x="5192567" y="1899174"/>
                  </a:lnTo>
                  <a:lnTo>
                    <a:pt x="5192903" y="1906268"/>
                  </a:lnTo>
                  <a:lnTo>
                    <a:pt x="5193240" y="1912172"/>
                  </a:lnTo>
                  <a:lnTo>
                    <a:pt x="5193576" y="1916980"/>
                  </a:lnTo>
                  <a:lnTo>
                    <a:pt x="5193913" y="1921069"/>
                  </a:lnTo>
                  <a:lnTo>
                    <a:pt x="5194249" y="1924739"/>
                  </a:lnTo>
                  <a:lnTo>
                    <a:pt x="5194586" y="1927317"/>
                  </a:lnTo>
                  <a:lnTo>
                    <a:pt x="5194922" y="1929481"/>
                  </a:lnTo>
                  <a:lnTo>
                    <a:pt x="5195259" y="1930842"/>
                  </a:lnTo>
                  <a:lnTo>
                    <a:pt x="5195595" y="1931904"/>
                  </a:lnTo>
                  <a:lnTo>
                    <a:pt x="5195932" y="1932639"/>
                  </a:lnTo>
                  <a:lnTo>
                    <a:pt x="5196268" y="1932578"/>
                  </a:lnTo>
                  <a:lnTo>
                    <a:pt x="5196605" y="1932067"/>
                  </a:lnTo>
                  <a:lnTo>
                    <a:pt x="5196941" y="1930783"/>
                  </a:lnTo>
                  <a:lnTo>
                    <a:pt x="5197277" y="1928721"/>
                  </a:lnTo>
                  <a:lnTo>
                    <a:pt x="5197614" y="1926625"/>
                  </a:lnTo>
                  <a:lnTo>
                    <a:pt x="5197950" y="1923277"/>
                  </a:lnTo>
                  <a:lnTo>
                    <a:pt x="5198287" y="1920080"/>
                  </a:lnTo>
                  <a:lnTo>
                    <a:pt x="5198623" y="1916531"/>
                  </a:lnTo>
                  <a:lnTo>
                    <a:pt x="5198960" y="1912321"/>
                  </a:lnTo>
                  <a:lnTo>
                    <a:pt x="5199296" y="1907860"/>
                  </a:lnTo>
                  <a:lnTo>
                    <a:pt x="5199633" y="1903089"/>
                  </a:lnTo>
                  <a:lnTo>
                    <a:pt x="5199969" y="1898305"/>
                  </a:lnTo>
                  <a:lnTo>
                    <a:pt x="5200306" y="1893807"/>
                  </a:lnTo>
                  <a:lnTo>
                    <a:pt x="5200642" y="1890783"/>
                  </a:lnTo>
                  <a:lnTo>
                    <a:pt x="5200979" y="1888075"/>
                  </a:lnTo>
                  <a:lnTo>
                    <a:pt x="5201315" y="1886497"/>
                  </a:lnTo>
                  <a:lnTo>
                    <a:pt x="5201651" y="1885976"/>
                  </a:lnTo>
                  <a:lnTo>
                    <a:pt x="5201988" y="1886562"/>
                  </a:lnTo>
                  <a:lnTo>
                    <a:pt x="5202324" y="1888499"/>
                  </a:lnTo>
                  <a:lnTo>
                    <a:pt x="5202661" y="1890782"/>
                  </a:lnTo>
                  <a:lnTo>
                    <a:pt x="5202997" y="1893478"/>
                  </a:lnTo>
                  <a:lnTo>
                    <a:pt x="5203334" y="1896900"/>
                  </a:lnTo>
                  <a:lnTo>
                    <a:pt x="5203670" y="1901118"/>
                  </a:lnTo>
                  <a:lnTo>
                    <a:pt x="5204007" y="1904616"/>
                  </a:lnTo>
                  <a:lnTo>
                    <a:pt x="5204343" y="1908663"/>
                  </a:lnTo>
                  <a:lnTo>
                    <a:pt x="5204680" y="1913216"/>
                  </a:lnTo>
                  <a:lnTo>
                    <a:pt x="5205016" y="1918020"/>
                  </a:lnTo>
                  <a:lnTo>
                    <a:pt x="5205353" y="1922631"/>
                  </a:lnTo>
                  <a:lnTo>
                    <a:pt x="5205689" y="1927204"/>
                  </a:lnTo>
                  <a:lnTo>
                    <a:pt x="5206025" y="1931922"/>
                  </a:lnTo>
                  <a:lnTo>
                    <a:pt x="5206362" y="1936372"/>
                  </a:lnTo>
                  <a:lnTo>
                    <a:pt x="5206698" y="1940074"/>
                  </a:lnTo>
                  <a:lnTo>
                    <a:pt x="5207035" y="1943331"/>
                  </a:lnTo>
                  <a:lnTo>
                    <a:pt x="5207371" y="1946019"/>
                  </a:lnTo>
                  <a:lnTo>
                    <a:pt x="5207708" y="1948612"/>
                  </a:lnTo>
                  <a:lnTo>
                    <a:pt x="5208044" y="1951049"/>
                  </a:lnTo>
                  <a:lnTo>
                    <a:pt x="5208381" y="1953135"/>
                  </a:lnTo>
                  <a:lnTo>
                    <a:pt x="5208717" y="1955210"/>
                  </a:lnTo>
                  <a:lnTo>
                    <a:pt x="5209054" y="1956943"/>
                  </a:lnTo>
                  <a:lnTo>
                    <a:pt x="5209390" y="1958195"/>
                  </a:lnTo>
                  <a:lnTo>
                    <a:pt x="5209727" y="1959589"/>
                  </a:lnTo>
                  <a:lnTo>
                    <a:pt x="5210063" y="1960724"/>
                  </a:lnTo>
                  <a:lnTo>
                    <a:pt x="5210399" y="1962656"/>
                  </a:lnTo>
                  <a:lnTo>
                    <a:pt x="5210736" y="1964445"/>
                  </a:lnTo>
                  <a:lnTo>
                    <a:pt x="5211072" y="1965940"/>
                  </a:lnTo>
                  <a:lnTo>
                    <a:pt x="5211409" y="1967283"/>
                  </a:lnTo>
                  <a:lnTo>
                    <a:pt x="5211745" y="1968310"/>
                  </a:lnTo>
                  <a:lnTo>
                    <a:pt x="5212082" y="1969144"/>
                  </a:lnTo>
                  <a:lnTo>
                    <a:pt x="5212418" y="1969855"/>
                  </a:lnTo>
                  <a:lnTo>
                    <a:pt x="5212755" y="1971342"/>
                  </a:lnTo>
                  <a:lnTo>
                    <a:pt x="5213091" y="1973253"/>
                  </a:lnTo>
                  <a:lnTo>
                    <a:pt x="5213428" y="1975222"/>
                  </a:lnTo>
                  <a:lnTo>
                    <a:pt x="5213764" y="1977032"/>
                  </a:lnTo>
                  <a:lnTo>
                    <a:pt x="5214101" y="1978721"/>
                  </a:lnTo>
                  <a:lnTo>
                    <a:pt x="5214437" y="1980107"/>
                  </a:lnTo>
                  <a:lnTo>
                    <a:pt x="5214773" y="1982725"/>
                  </a:lnTo>
                  <a:lnTo>
                    <a:pt x="5215110" y="1985382"/>
                  </a:lnTo>
                  <a:lnTo>
                    <a:pt x="5215446" y="1987578"/>
                  </a:lnTo>
                  <a:lnTo>
                    <a:pt x="5215783" y="1990246"/>
                  </a:lnTo>
                  <a:lnTo>
                    <a:pt x="5216119" y="1993389"/>
                  </a:lnTo>
                  <a:lnTo>
                    <a:pt x="5216456" y="1996798"/>
                  </a:lnTo>
                  <a:lnTo>
                    <a:pt x="5216792" y="2000191"/>
                  </a:lnTo>
                  <a:lnTo>
                    <a:pt x="5217129" y="2003579"/>
                  </a:lnTo>
                  <a:lnTo>
                    <a:pt x="5217465" y="2006744"/>
                  </a:lnTo>
                  <a:lnTo>
                    <a:pt x="5217802" y="2008815"/>
                  </a:lnTo>
                  <a:lnTo>
                    <a:pt x="5218138" y="2010069"/>
                  </a:lnTo>
                  <a:lnTo>
                    <a:pt x="5218475" y="2011008"/>
                  </a:lnTo>
                  <a:lnTo>
                    <a:pt x="5218811" y="2011748"/>
                  </a:lnTo>
                  <a:lnTo>
                    <a:pt x="5219147" y="2012626"/>
                  </a:lnTo>
                  <a:lnTo>
                    <a:pt x="5219484" y="2013717"/>
                  </a:lnTo>
                  <a:lnTo>
                    <a:pt x="5219820" y="2015123"/>
                  </a:lnTo>
                  <a:lnTo>
                    <a:pt x="5220157" y="2016242"/>
                  </a:lnTo>
                  <a:lnTo>
                    <a:pt x="5220493" y="2015933"/>
                  </a:lnTo>
                  <a:lnTo>
                    <a:pt x="5220830" y="2015501"/>
                  </a:lnTo>
                  <a:lnTo>
                    <a:pt x="5221166" y="2014230"/>
                  </a:lnTo>
                  <a:lnTo>
                    <a:pt x="5221503" y="2012450"/>
                  </a:lnTo>
                  <a:lnTo>
                    <a:pt x="5221839" y="2010881"/>
                  </a:lnTo>
                  <a:lnTo>
                    <a:pt x="5222176" y="2009983"/>
                  </a:lnTo>
                  <a:lnTo>
                    <a:pt x="5222512" y="2009583"/>
                  </a:lnTo>
                  <a:lnTo>
                    <a:pt x="5222848" y="2009300"/>
                  </a:lnTo>
                  <a:lnTo>
                    <a:pt x="5223185" y="2009562"/>
                  </a:lnTo>
                  <a:lnTo>
                    <a:pt x="5223521" y="2009831"/>
                  </a:lnTo>
                  <a:lnTo>
                    <a:pt x="5223858" y="2010371"/>
                  </a:lnTo>
                  <a:lnTo>
                    <a:pt x="5224194" y="2010770"/>
                  </a:lnTo>
                  <a:lnTo>
                    <a:pt x="5224531" y="2010845"/>
                  </a:lnTo>
                  <a:lnTo>
                    <a:pt x="5224867" y="2011202"/>
                  </a:lnTo>
                  <a:lnTo>
                    <a:pt x="5225204" y="2012569"/>
                  </a:lnTo>
                  <a:lnTo>
                    <a:pt x="5225540" y="2015549"/>
                  </a:lnTo>
                  <a:lnTo>
                    <a:pt x="5225877" y="2021462"/>
                  </a:lnTo>
                  <a:lnTo>
                    <a:pt x="5226213" y="2028402"/>
                  </a:lnTo>
                  <a:lnTo>
                    <a:pt x="5226550" y="2036353"/>
                  </a:lnTo>
                  <a:lnTo>
                    <a:pt x="5226886" y="2044915"/>
                  </a:lnTo>
                  <a:lnTo>
                    <a:pt x="5227222" y="2052492"/>
                  </a:lnTo>
                  <a:lnTo>
                    <a:pt x="5227559" y="2059727"/>
                  </a:lnTo>
                  <a:lnTo>
                    <a:pt x="5227895" y="2066746"/>
                  </a:lnTo>
                  <a:lnTo>
                    <a:pt x="5228232" y="2073007"/>
                  </a:lnTo>
                  <a:lnTo>
                    <a:pt x="5228568" y="2079544"/>
                  </a:lnTo>
                  <a:lnTo>
                    <a:pt x="5228905" y="2085855"/>
                  </a:lnTo>
                  <a:lnTo>
                    <a:pt x="5229241" y="2092535"/>
                  </a:lnTo>
                  <a:lnTo>
                    <a:pt x="5229578" y="2099507"/>
                  </a:lnTo>
                  <a:lnTo>
                    <a:pt x="5229914" y="2105918"/>
                  </a:lnTo>
                  <a:lnTo>
                    <a:pt x="5230251" y="2111589"/>
                  </a:lnTo>
                  <a:lnTo>
                    <a:pt x="5230587" y="2116129"/>
                  </a:lnTo>
                  <a:lnTo>
                    <a:pt x="5230924" y="2119072"/>
                  </a:lnTo>
                  <a:lnTo>
                    <a:pt x="5231260" y="2121224"/>
                  </a:lnTo>
                  <a:lnTo>
                    <a:pt x="5231596" y="2122676"/>
                  </a:lnTo>
                  <a:lnTo>
                    <a:pt x="5231933" y="2123710"/>
                  </a:lnTo>
                  <a:lnTo>
                    <a:pt x="5232269" y="2125083"/>
                  </a:lnTo>
                  <a:lnTo>
                    <a:pt x="5232606" y="2126488"/>
                  </a:lnTo>
                  <a:lnTo>
                    <a:pt x="5232942" y="2127906"/>
                  </a:lnTo>
                  <a:lnTo>
                    <a:pt x="5233279" y="2129343"/>
                  </a:lnTo>
                  <a:lnTo>
                    <a:pt x="5233615" y="2129934"/>
                  </a:lnTo>
                  <a:lnTo>
                    <a:pt x="5233952" y="2130117"/>
                  </a:lnTo>
                  <a:lnTo>
                    <a:pt x="5234288" y="2129339"/>
                  </a:lnTo>
                  <a:lnTo>
                    <a:pt x="5234625" y="2128364"/>
                  </a:lnTo>
                  <a:lnTo>
                    <a:pt x="5234961" y="2127099"/>
                  </a:lnTo>
                  <a:lnTo>
                    <a:pt x="5235298" y="2126038"/>
                  </a:lnTo>
                  <a:lnTo>
                    <a:pt x="5235634" y="2124765"/>
                  </a:lnTo>
                  <a:lnTo>
                    <a:pt x="5235970" y="2124084"/>
                  </a:lnTo>
                  <a:lnTo>
                    <a:pt x="5236307" y="2123148"/>
                  </a:lnTo>
                  <a:lnTo>
                    <a:pt x="5236643" y="2121964"/>
                  </a:lnTo>
                  <a:lnTo>
                    <a:pt x="5236980" y="2120667"/>
                  </a:lnTo>
                  <a:lnTo>
                    <a:pt x="5237316" y="2118770"/>
                  </a:lnTo>
                  <a:lnTo>
                    <a:pt x="5237653" y="2117419"/>
                  </a:lnTo>
                  <a:lnTo>
                    <a:pt x="5237989" y="2116258"/>
                  </a:lnTo>
                  <a:lnTo>
                    <a:pt x="5238326" y="2113967"/>
                  </a:lnTo>
                  <a:lnTo>
                    <a:pt x="5238662" y="2112630"/>
                  </a:lnTo>
                  <a:lnTo>
                    <a:pt x="5238999" y="2112415"/>
                  </a:lnTo>
                  <a:lnTo>
                    <a:pt x="5239335" y="2113500"/>
                  </a:lnTo>
                  <a:lnTo>
                    <a:pt x="5239672" y="2115181"/>
                  </a:lnTo>
                  <a:lnTo>
                    <a:pt x="5240008" y="2117896"/>
                  </a:lnTo>
                  <a:lnTo>
                    <a:pt x="5240344" y="2120871"/>
                  </a:lnTo>
                  <a:lnTo>
                    <a:pt x="5240681" y="2123565"/>
                  </a:lnTo>
                  <a:lnTo>
                    <a:pt x="5241017" y="2125533"/>
                  </a:lnTo>
                  <a:lnTo>
                    <a:pt x="5241354" y="2127832"/>
                  </a:lnTo>
                  <a:lnTo>
                    <a:pt x="5241690" y="2130354"/>
                  </a:lnTo>
                  <a:lnTo>
                    <a:pt x="5242027" y="2132840"/>
                  </a:lnTo>
                  <a:lnTo>
                    <a:pt x="5242363" y="2135060"/>
                  </a:lnTo>
                  <a:lnTo>
                    <a:pt x="5242700" y="2136461"/>
                  </a:lnTo>
                  <a:lnTo>
                    <a:pt x="5243036" y="2137926"/>
                  </a:lnTo>
                  <a:lnTo>
                    <a:pt x="5243373" y="2138954"/>
                  </a:lnTo>
                  <a:lnTo>
                    <a:pt x="5243709" y="2139298"/>
                  </a:lnTo>
                  <a:lnTo>
                    <a:pt x="5244046" y="2138774"/>
                  </a:lnTo>
                  <a:lnTo>
                    <a:pt x="5244382" y="2136935"/>
                  </a:lnTo>
                  <a:lnTo>
                    <a:pt x="5244718" y="2134399"/>
                  </a:lnTo>
                  <a:lnTo>
                    <a:pt x="5245055" y="2131424"/>
                  </a:lnTo>
                  <a:lnTo>
                    <a:pt x="5245391" y="2127883"/>
                  </a:lnTo>
                  <a:lnTo>
                    <a:pt x="5245728" y="2123759"/>
                  </a:lnTo>
                  <a:lnTo>
                    <a:pt x="5246064" y="2119290"/>
                  </a:lnTo>
                  <a:lnTo>
                    <a:pt x="5246401" y="2115993"/>
                  </a:lnTo>
                  <a:lnTo>
                    <a:pt x="5246737" y="2111735"/>
                  </a:lnTo>
                  <a:lnTo>
                    <a:pt x="5247074" y="2106977"/>
                  </a:lnTo>
                  <a:lnTo>
                    <a:pt x="5247410" y="2101582"/>
                  </a:lnTo>
                  <a:lnTo>
                    <a:pt x="5247747" y="2096047"/>
                  </a:lnTo>
                  <a:lnTo>
                    <a:pt x="5248083" y="2089944"/>
                  </a:lnTo>
                  <a:lnTo>
                    <a:pt x="5248420" y="2083967"/>
                  </a:lnTo>
                  <a:lnTo>
                    <a:pt x="5248756" y="2077964"/>
                  </a:lnTo>
                  <a:lnTo>
                    <a:pt x="5249092" y="2071720"/>
                  </a:lnTo>
                  <a:lnTo>
                    <a:pt x="5249429" y="2065283"/>
                  </a:lnTo>
                  <a:lnTo>
                    <a:pt x="5249765" y="2058483"/>
                  </a:lnTo>
                  <a:lnTo>
                    <a:pt x="5250102" y="2050836"/>
                  </a:lnTo>
                  <a:lnTo>
                    <a:pt x="5250438" y="2042931"/>
                  </a:lnTo>
                  <a:lnTo>
                    <a:pt x="5250775" y="2035668"/>
                  </a:lnTo>
                  <a:lnTo>
                    <a:pt x="5251111" y="2028643"/>
                  </a:lnTo>
                  <a:lnTo>
                    <a:pt x="5251448" y="2021177"/>
                  </a:lnTo>
                  <a:lnTo>
                    <a:pt x="5251784" y="2013359"/>
                  </a:lnTo>
                  <a:lnTo>
                    <a:pt x="5252121" y="2005651"/>
                  </a:lnTo>
                  <a:lnTo>
                    <a:pt x="5252457" y="1998402"/>
                  </a:lnTo>
                  <a:lnTo>
                    <a:pt x="5252794" y="1991535"/>
                  </a:lnTo>
                  <a:lnTo>
                    <a:pt x="5253130" y="1985131"/>
                  </a:lnTo>
                  <a:lnTo>
                    <a:pt x="5253466" y="1978215"/>
                  </a:lnTo>
                  <a:lnTo>
                    <a:pt x="5253803" y="1971620"/>
                  </a:lnTo>
                  <a:lnTo>
                    <a:pt x="5254139" y="1965496"/>
                  </a:lnTo>
                  <a:lnTo>
                    <a:pt x="5254476" y="1959805"/>
                  </a:lnTo>
                  <a:lnTo>
                    <a:pt x="5254812" y="1954822"/>
                  </a:lnTo>
                  <a:lnTo>
                    <a:pt x="5255149" y="1951741"/>
                  </a:lnTo>
                  <a:lnTo>
                    <a:pt x="5255485" y="1949148"/>
                  </a:lnTo>
                  <a:lnTo>
                    <a:pt x="5255822" y="1947336"/>
                  </a:lnTo>
                  <a:lnTo>
                    <a:pt x="5256158" y="1945075"/>
                  </a:lnTo>
                  <a:lnTo>
                    <a:pt x="5256495" y="1942910"/>
                  </a:lnTo>
                  <a:lnTo>
                    <a:pt x="5256831" y="1942033"/>
                  </a:lnTo>
                  <a:lnTo>
                    <a:pt x="5257167" y="1941724"/>
                  </a:lnTo>
                  <a:lnTo>
                    <a:pt x="5257504" y="1942274"/>
                  </a:lnTo>
                  <a:lnTo>
                    <a:pt x="5257840" y="1942349"/>
                  </a:lnTo>
                  <a:lnTo>
                    <a:pt x="5258177" y="1942262"/>
                  </a:lnTo>
                  <a:lnTo>
                    <a:pt x="5258513" y="1941736"/>
                  </a:lnTo>
                  <a:lnTo>
                    <a:pt x="5258850" y="1941174"/>
                  </a:lnTo>
                  <a:lnTo>
                    <a:pt x="5259186" y="1940167"/>
                  </a:lnTo>
                  <a:lnTo>
                    <a:pt x="5259523" y="1937770"/>
                  </a:lnTo>
                  <a:lnTo>
                    <a:pt x="5259859" y="1934938"/>
                  </a:lnTo>
                  <a:lnTo>
                    <a:pt x="5260196" y="1931079"/>
                  </a:lnTo>
                  <a:lnTo>
                    <a:pt x="5260532" y="1927039"/>
                  </a:lnTo>
                  <a:lnTo>
                    <a:pt x="5260869" y="1923291"/>
                  </a:lnTo>
                  <a:lnTo>
                    <a:pt x="5261205" y="1919657"/>
                  </a:lnTo>
                  <a:lnTo>
                    <a:pt x="5261541" y="1915598"/>
                  </a:lnTo>
                  <a:lnTo>
                    <a:pt x="5261878" y="1911658"/>
                  </a:lnTo>
                  <a:lnTo>
                    <a:pt x="5262214" y="1907086"/>
                  </a:lnTo>
                  <a:lnTo>
                    <a:pt x="5262551" y="1901820"/>
                  </a:lnTo>
                  <a:lnTo>
                    <a:pt x="5262887" y="1896554"/>
                  </a:lnTo>
                  <a:lnTo>
                    <a:pt x="5263224" y="1890877"/>
                  </a:lnTo>
                  <a:lnTo>
                    <a:pt x="5263560" y="1885649"/>
                  </a:lnTo>
                  <a:lnTo>
                    <a:pt x="5263897" y="1880119"/>
                  </a:lnTo>
                  <a:lnTo>
                    <a:pt x="5264233" y="1874763"/>
                  </a:lnTo>
                  <a:lnTo>
                    <a:pt x="5264570" y="1870531"/>
                  </a:lnTo>
                  <a:lnTo>
                    <a:pt x="5264906" y="1867362"/>
                  </a:lnTo>
                  <a:lnTo>
                    <a:pt x="5265243" y="1865418"/>
                  </a:lnTo>
                  <a:lnTo>
                    <a:pt x="5265579" y="1863467"/>
                  </a:lnTo>
                  <a:lnTo>
                    <a:pt x="5265915" y="1861857"/>
                  </a:lnTo>
                  <a:lnTo>
                    <a:pt x="5266252" y="1860381"/>
                  </a:lnTo>
                  <a:lnTo>
                    <a:pt x="5266588" y="1859432"/>
                  </a:lnTo>
                  <a:lnTo>
                    <a:pt x="5266925" y="1859022"/>
                  </a:lnTo>
                  <a:lnTo>
                    <a:pt x="5267261" y="1858318"/>
                  </a:lnTo>
                  <a:lnTo>
                    <a:pt x="5267598" y="1857326"/>
                  </a:lnTo>
                  <a:lnTo>
                    <a:pt x="5267934" y="1854669"/>
                  </a:lnTo>
                  <a:lnTo>
                    <a:pt x="5268271" y="1851294"/>
                  </a:lnTo>
                  <a:lnTo>
                    <a:pt x="5268607" y="1847540"/>
                  </a:lnTo>
                  <a:lnTo>
                    <a:pt x="5268944" y="1843359"/>
                  </a:lnTo>
                  <a:lnTo>
                    <a:pt x="5269280" y="1838988"/>
                  </a:lnTo>
                  <a:lnTo>
                    <a:pt x="5269617" y="1834069"/>
                  </a:lnTo>
                  <a:lnTo>
                    <a:pt x="5269953" y="1828459"/>
                  </a:lnTo>
                  <a:lnTo>
                    <a:pt x="5270289" y="1822474"/>
                  </a:lnTo>
                  <a:lnTo>
                    <a:pt x="5270626" y="1815891"/>
                  </a:lnTo>
                  <a:lnTo>
                    <a:pt x="5270962" y="1808592"/>
                  </a:lnTo>
                  <a:lnTo>
                    <a:pt x="5271299" y="1801273"/>
                  </a:lnTo>
                  <a:lnTo>
                    <a:pt x="5271635" y="1793389"/>
                  </a:lnTo>
                  <a:lnTo>
                    <a:pt x="5271972" y="1784579"/>
                  </a:lnTo>
                  <a:lnTo>
                    <a:pt x="5272308" y="1776153"/>
                  </a:lnTo>
                  <a:lnTo>
                    <a:pt x="5272645" y="1767268"/>
                  </a:lnTo>
                  <a:lnTo>
                    <a:pt x="5272981" y="1758510"/>
                  </a:lnTo>
                  <a:lnTo>
                    <a:pt x="5273318" y="1749289"/>
                  </a:lnTo>
                  <a:lnTo>
                    <a:pt x="5273654" y="1739239"/>
                  </a:lnTo>
                  <a:lnTo>
                    <a:pt x="5273991" y="1729904"/>
                  </a:lnTo>
                  <a:lnTo>
                    <a:pt x="5274327" y="1718785"/>
                  </a:lnTo>
                  <a:lnTo>
                    <a:pt x="5274663" y="1707735"/>
                  </a:lnTo>
                  <a:lnTo>
                    <a:pt x="5275000" y="1696805"/>
                  </a:lnTo>
                  <a:lnTo>
                    <a:pt x="5275336" y="1688443"/>
                  </a:lnTo>
                  <a:lnTo>
                    <a:pt x="5275673" y="1680496"/>
                  </a:lnTo>
                  <a:lnTo>
                    <a:pt x="5276009" y="1673113"/>
                  </a:lnTo>
                  <a:lnTo>
                    <a:pt x="5276346" y="1665491"/>
                  </a:lnTo>
                  <a:lnTo>
                    <a:pt x="5276682" y="1658453"/>
                  </a:lnTo>
                  <a:lnTo>
                    <a:pt x="5277019" y="1652685"/>
                  </a:lnTo>
                  <a:lnTo>
                    <a:pt x="5277355" y="1647056"/>
                  </a:lnTo>
                  <a:lnTo>
                    <a:pt x="5277692" y="1641594"/>
                  </a:lnTo>
                  <a:lnTo>
                    <a:pt x="5278028" y="1636728"/>
                  </a:lnTo>
                  <a:lnTo>
                    <a:pt x="5278365" y="1632431"/>
                  </a:lnTo>
                  <a:lnTo>
                    <a:pt x="5278701" y="1628308"/>
                  </a:lnTo>
                  <a:lnTo>
                    <a:pt x="5279037" y="1624847"/>
                  </a:lnTo>
                  <a:lnTo>
                    <a:pt x="5279374" y="1621642"/>
                  </a:lnTo>
                  <a:lnTo>
                    <a:pt x="5279710" y="1619208"/>
                  </a:lnTo>
                  <a:lnTo>
                    <a:pt x="5280047" y="1617714"/>
                  </a:lnTo>
                  <a:lnTo>
                    <a:pt x="5280383" y="1616227"/>
                  </a:lnTo>
                  <a:lnTo>
                    <a:pt x="5280720" y="1615209"/>
                  </a:lnTo>
                  <a:lnTo>
                    <a:pt x="5281056" y="1613961"/>
                  </a:lnTo>
                  <a:lnTo>
                    <a:pt x="5281393" y="1612749"/>
                  </a:lnTo>
                  <a:lnTo>
                    <a:pt x="5281729" y="1611045"/>
                  </a:lnTo>
                  <a:lnTo>
                    <a:pt x="5282066" y="1607770"/>
                  </a:lnTo>
                  <a:lnTo>
                    <a:pt x="5282402" y="1603495"/>
                  </a:lnTo>
                  <a:lnTo>
                    <a:pt x="5282739" y="1599447"/>
                  </a:lnTo>
                  <a:lnTo>
                    <a:pt x="5283075" y="1595372"/>
                  </a:lnTo>
                  <a:lnTo>
                    <a:pt x="5283411" y="1591544"/>
                  </a:lnTo>
                  <a:lnTo>
                    <a:pt x="5283748" y="1585760"/>
                  </a:lnTo>
                  <a:lnTo>
                    <a:pt x="5284084" y="1581326"/>
                  </a:lnTo>
                  <a:lnTo>
                    <a:pt x="5284421" y="1577631"/>
                  </a:lnTo>
                  <a:lnTo>
                    <a:pt x="5284757" y="1573716"/>
                  </a:lnTo>
                  <a:lnTo>
                    <a:pt x="5285094" y="1569495"/>
                  </a:lnTo>
                  <a:lnTo>
                    <a:pt x="5285430" y="1564986"/>
                  </a:lnTo>
                  <a:lnTo>
                    <a:pt x="5285767" y="1560166"/>
                  </a:lnTo>
                  <a:lnTo>
                    <a:pt x="5286103" y="1555039"/>
                  </a:lnTo>
                  <a:lnTo>
                    <a:pt x="5286440" y="1549804"/>
                  </a:lnTo>
                  <a:lnTo>
                    <a:pt x="5286776" y="1544442"/>
                  </a:lnTo>
                  <a:lnTo>
                    <a:pt x="5287112" y="1538016"/>
                  </a:lnTo>
                  <a:lnTo>
                    <a:pt x="5287449" y="1531816"/>
                  </a:lnTo>
                  <a:lnTo>
                    <a:pt x="5287785" y="1526664"/>
                  </a:lnTo>
                  <a:lnTo>
                    <a:pt x="5288122" y="1519592"/>
                  </a:lnTo>
                  <a:lnTo>
                    <a:pt x="5288458" y="1512835"/>
                  </a:lnTo>
                  <a:lnTo>
                    <a:pt x="5288795" y="1506330"/>
                  </a:lnTo>
                  <a:lnTo>
                    <a:pt x="5289131" y="1497090"/>
                  </a:lnTo>
                  <a:lnTo>
                    <a:pt x="5289468" y="1483454"/>
                  </a:lnTo>
                  <a:lnTo>
                    <a:pt x="5289804" y="1469967"/>
                  </a:lnTo>
                  <a:lnTo>
                    <a:pt x="5290141" y="1456636"/>
                  </a:lnTo>
                  <a:lnTo>
                    <a:pt x="5290477" y="1443384"/>
                  </a:lnTo>
                  <a:lnTo>
                    <a:pt x="5290814" y="1431210"/>
                  </a:lnTo>
                  <a:lnTo>
                    <a:pt x="5291150" y="1420958"/>
                  </a:lnTo>
                  <a:lnTo>
                    <a:pt x="5291486" y="1412505"/>
                  </a:lnTo>
                  <a:lnTo>
                    <a:pt x="5291823" y="1405827"/>
                  </a:lnTo>
                  <a:lnTo>
                    <a:pt x="5292159" y="1401103"/>
                  </a:lnTo>
                  <a:lnTo>
                    <a:pt x="5292496" y="1397285"/>
                  </a:lnTo>
                  <a:lnTo>
                    <a:pt x="5292832" y="1393810"/>
                  </a:lnTo>
                  <a:lnTo>
                    <a:pt x="5293169" y="1389729"/>
                  </a:lnTo>
                  <a:lnTo>
                    <a:pt x="5293505" y="1385412"/>
                  </a:lnTo>
                  <a:lnTo>
                    <a:pt x="5293842" y="1382904"/>
                  </a:lnTo>
                  <a:lnTo>
                    <a:pt x="5294178" y="1380423"/>
                  </a:lnTo>
                  <a:lnTo>
                    <a:pt x="5294515" y="1378653"/>
                  </a:lnTo>
                  <a:lnTo>
                    <a:pt x="5294851" y="1377094"/>
                  </a:lnTo>
                  <a:lnTo>
                    <a:pt x="5295188" y="1376224"/>
                  </a:lnTo>
                  <a:lnTo>
                    <a:pt x="5295524" y="1376096"/>
                  </a:lnTo>
                  <a:lnTo>
                    <a:pt x="5295860" y="1375994"/>
                  </a:lnTo>
                  <a:lnTo>
                    <a:pt x="5296197" y="1376106"/>
                  </a:lnTo>
                  <a:lnTo>
                    <a:pt x="5296533" y="1376136"/>
                  </a:lnTo>
                  <a:lnTo>
                    <a:pt x="5296870" y="1375477"/>
                  </a:lnTo>
                  <a:lnTo>
                    <a:pt x="5297206" y="1374325"/>
                  </a:lnTo>
                  <a:lnTo>
                    <a:pt x="5297543" y="1372924"/>
                  </a:lnTo>
                  <a:lnTo>
                    <a:pt x="5297879" y="1371082"/>
                  </a:lnTo>
                  <a:lnTo>
                    <a:pt x="5298216" y="1368666"/>
                  </a:lnTo>
                  <a:lnTo>
                    <a:pt x="5298552" y="1366114"/>
                  </a:lnTo>
                  <a:lnTo>
                    <a:pt x="5298889" y="1363518"/>
                  </a:lnTo>
                  <a:lnTo>
                    <a:pt x="5299225" y="1361293"/>
                  </a:lnTo>
                  <a:lnTo>
                    <a:pt x="5299562" y="1358614"/>
                  </a:lnTo>
                  <a:lnTo>
                    <a:pt x="5299898" y="1353826"/>
                  </a:lnTo>
                  <a:lnTo>
                    <a:pt x="5300234" y="1348535"/>
                  </a:lnTo>
                  <a:lnTo>
                    <a:pt x="5300571" y="1342845"/>
                  </a:lnTo>
                  <a:lnTo>
                    <a:pt x="5300907" y="1337821"/>
                  </a:lnTo>
                  <a:lnTo>
                    <a:pt x="5301244" y="1332631"/>
                  </a:lnTo>
                  <a:lnTo>
                    <a:pt x="5301580" y="1327697"/>
                  </a:lnTo>
                  <a:lnTo>
                    <a:pt x="5301917" y="1323047"/>
                  </a:lnTo>
                  <a:lnTo>
                    <a:pt x="5302253" y="1317983"/>
                  </a:lnTo>
                  <a:lnTo>
                    <a:pt x="5302590" y="1312276"/>
                  </a:lnTo>
                  <a:lnTo>
                    <a:pt x="5302926" y="1306595"/>
                  </a:lnTo>
                  <a:lnTo>
                    <a:pt x="5303263" y="1300666"/>
                  </a:lnTo>
                  <a:lnTo>
                    <a:pt x="5303599" y="1294360"/>
                  </a:lnTo>
                  <a:lnTo>
                    <a:pt x="5303936" y="1288094"/>
                  </a:lnTo>
                  <a:lnTo>
                    <a:pt x="5304272" y="1281719"/>
                  </a:lnTo>
                  <a:lnTo>
                    <a:pt x="5304608" y="1276330"/>
                  </a:lnTo>
                  <a:lnTo>
                    <a:pt x="5304945" y="1270792"/>
                  </a:lnTo>
                  <a:lnTo>
                    <a:pt x="5305281" y="1265803"/>
                  </a:lnTo>
                  <a:lnTo>
                    <a:pt x="5305618" y="1262519"/>
                  </a:lnTo>
                  <a:lnTo>
                    <a:pt x="5305954" y="1257857"/>
                  </a:lnTo>
                  <a:lnTo>
                    <a:pt x="5306291" y="1252598"/>
                  </a:lnTo>
                  <a:lnTo>
                    <a:pt x="5306627" y="1246477"/>
                  </a:lnTo>
                  <a:lnTo>
                    <a:pt x="5306964" y="1239975"/>
                  </a:lnTo>
                  <a:lnTo>
                    <a:pt x="5307300" y="1233150"/>
                  </a:lnTo>
                  <a:lnTo>
                    <a:pt x="5307637" y="1226397"/>
                  </a:lnTo>
                  <a:lnTo>
                    <a:pt x="5307973" y="1220664"/>
                  </a:lnTo>
                  <a:lnTo>
                    <a:pt x="5308310" y="1216058"/>
                  </a:lnTo>
                  <a:lnTo>
                    <a:pt x="5308646" y="1211906"/>
                  </a:lnTo>
                  <a:lnTo>
                    <a:pt x="5308982" y="1207294"/>
                  </a:lnTo>
                  <a:lnTo>
                    <a:pt x="5309319" y="1204372"/>
                  </a:lnTo>
                  <a:lnTo>
                    <a:pt x="5309655" y="1201038"/>
                  </a:lnTo>
                  <a:lnTo>
                    <a:pt x="5309992" y="1198775"/>
                  </a:lnTo>
                  <a:lnTo>
                    <a:pt x="5310328" y="1197138"/>
                  </a:lnTo>
                  <a:lnTo>
                    <a:pt x="5310665" y="1195428"/>
                  </a:lnTo>
                  <a:lnTo>
                    <a:pt x="5311001" y="1193821"/>
                  </a:lnTo>
                  <a:lnTo>
                    <a:pt x="5311338" y="1192194"/>
                  </a:lnTo>
                  <a:lnTo>
                    <a:pt x="5311674" y="1190995"/>
                  </a:lnTo>
                  <a:lnTo>
                    <a:pt x="5312011" y="1189970"/>
                  </a:lnTo>
                  <a:lnTo>
                    <a:pt x="5312347" y="1188953"/>
                  </a:lnTo>
                  <a:lnTo>
                    <a:pt x="5312684" y="1187659"/>
                  </a:lnTo>
                  <a:lnTo>
                    <a:pt x="5313020" y="1186266"/>
                  </a:lnTo>
                  <a:lnTo>
                    <a:pt x="5313356" y="1184902"/>
                  </a:lnTo>
                  <a:lnTo>
                    <a:pt x="5313693" y="1182915"/>
                  </a:lnTo>
                  <a:lnTo>
                    <a:pt x="5314029" y="1181152"/>
                  </a:lnTo>
                  <a:lnTo>
                    <a:pt x="5314366" y="1179775"/>
                  </a:lnTo>
                  <a:lnTo>
                    <a:pt x="5314702" y="1178750"/>
                  </a:lnTo>
                  <a:lnTo>
                    <a:pt x="5315039" y="1177838"/>
                  </a:lnTo>
                  <a:lnTo>
                    <a:pt x="5315375" y="1176786"/>
                  </a:lnTo>
                  <a:lnTo>
                    <a:pt x="5315712" y="1175918"/>
                  </a:lnTo>
                  <a:lnTo>
                    <a:pt x="5316048" y="1175963"/>
                  </a:lnTo>
                  <a:lnTo>
                    <a:pt x="5316385" y="1176590"/>
                  </a:lnTo>
                  <a:lnTo>
                    <a:pt x="5316721" y="1177840"/>
                  </a:lnTo>
                  <a:lnTo>
                    <a:pt x="5317058" y="1179668"/>
                  </a:lnTo>
                  <a:lnTo>
                    <a:pt x="5317394" y="1182565"/>
                  </a:lnTo>
                  <a:lnTo>
                    <a:pt x="5317730" y="1185866"/>
                  </a:lnTo>
                  <a:lnTo>
                    <a:pt x="5318067" y="1189265"/>
                  </a:lnTo>
                  <a:lnTo>
                    <a:pt x="5318403" y="1192474"/>
                  </a:lnTo>
                  <a:lnTo>
                    <a:pt x="5318740" y="1195826"/>
                  </a:lnTo>
                  <a:lnTo>
                    <a:pt x="5319076" y="1199848"/>
                  </a:lnTo>
                  <a:lnTo>
                    <a:pt x="5319413" y="1204007"/>
                  </a:lnTo>
                  <a:lnTo>
                    <a:pt x="5319749" y="1208644"/>
                  </a:lnTo>
                  <a:lnTo>
                    <a:pt x="5320086" y="1213549"/>
                  </a:lnTo>
                  <a:lnTo>
                    <a:pt x="5320422" y="1218244"/>
                  </a:lnTo>
                  <a:lnTo>
                    <a:pt x="5320759" y="1223476"/>
                  </a:lnTo>
                  <a:lnTo>
                    <a:pt x="5321095" y="1228752"/>
                  </a:lnTo>
                  <a:lnTo>
                    <a:pt x="5321431" y="1233567"/>
                  </a:lnTo>
                  <a:lnTo>
                    <a:pt x="5321768" y="1238035"/>
                  </a:lnTo>
                  <a:lnTo>
                    <a:pt x="5322104" y="1241676"/>
                  </a:lnTo>
                  <a:lnTo>
                    <a:pt x="5322441" y="1244262"/>
                  </a:lnTo>
                  <a:lnTo>
                    <a:pt x="5322777" y="1247455"/>
                  </a:lnTo>
                  <a:lnTo>
                    <a:pt x="5323114" y="1248513"/>
                  </a:lnTo>
                  <a:lnTo>
                    <a:pt x="5323450" y="1249998"/>
                  </a:lnTo>
                  <a:lnTo>
                    <a:pt x="5323787" y="1253376"/>
                  </a:lnTo>
                  <a:lnTo>
                    <a:pt x="5324123" y="1255774"/>
                  </a:lnTo>
                  <a:lnTo>
                    <a:pt x="5324460" y="1258184"/>
                  </a:lnTo>
                  <a:lnTo>
                    <a:pt x="5324796" y="1259016"/>
                  </a:lnTo>
                  <a:lnTo>
                    <a:pt x="5325133" y="1258430"/>
                  </a:lnTo>
                  <a:lnTo>
                    <a:pt x="5325469" y="1257091"/>
                  </a:lnTo>
                  <a:lnTo>
                    <a:pt x="5325805" y="1255641"/>
                  </a:lnTo>
                  <a:lnTo>
                    <a:pt x="5326142" y="1253131"/>
                  </a:lnTo>
                  <a:lnTo>
                    <a:pt x="5326478" y="1252002"/>
                  </a:lnTo>
                  <a:lnTo>
                    <a:pt x="5326815" y="1250518"/>
                  </a:lnTo>
                  <a:lnTo>
                    <a:pt x="5327151" y="1250511"/>
                  </a:lnTo>
                  <a:lnTo>
                    <a:pt x="5327488" y="1250251"/>
                  </a:lnTo>
                  <a:lnTo>
                    <a:pt x="5327824" y="1249807"/>
                  </a:lnTo>
                  <a:lnTo>
                    <a:pt x="5328161" y="1249146"/>
                  </a:lnTo>
                  <a:lnTo>
                    <a:pt x="5328497" y="1248552"/>
                  </a:lnTo>
                  <a:lnTo>
                    <a:pt x="5328834" y="1247970"/>
                  </a:lnTo>
                  <a:lnTo>
                    <a:pt x="5329170" y="1246959"/>
                  </a:lnTo>
                  <a:lnTo>
                    <a:pt x="5329507" y="1244951"/>
                  </a:lnTo>
                  <a:lnTo>
                    <a:pt x="5329843" y="1244086"/>
                  </a:lnTo>
                  <a:lnTo>
                    <a:pt x="5330179" y="1243465"/>
                  </a:lnTo>
                  <a:lnTo>
                    <a:pt x="5330516" y="1243618"/>
                  </a:lnTo>
                  <a:lnTo>
                    <a:pt x="5330852" y="1244271"/>
                  </a:lnTo>
                  <a:lnTo>
                    <a:pt x="5331189" y="1246394"/>
                  </a:lnTo>
                  <a:lnTo>
                    <a:pt x="5331525" y="1249391"/>
                  </a:lnTo>
                  <a:lnTo>
                    <a:pt x="5331862" y="1249663"/>
                  </a:lnTo>
                  <a:lnTo>
                    <a:pt x="5332198" y="1249252"/>
                  </a:lnTo>
                  <a:lnTo>
                    <a:pt x="5332535" y="1246936"/>
                  </a:lnTo>
                  <a:lnTo>
                    <a:pt x="5332871" y="1245043"/>
                  </a:lnTo>
                  <a:lnTo>
                    <a:pt x="5333208" y="1243399"/>
                  </a:lnTo>
                  <a:lnTo>
                    <a:pt x="5333544" y="1242576"/>
                  </a:lnTo>
                  <a:lnTo>
                    <a:pt x="5333881" y="1242849"/>
                  </a:lnTo>
                  <a:lnTo>
                    <a:pt x="5334217" y="1243331"/>
                  </a:lnTo>
                  <a:lnTo>
                    <a:pt x="5334553" y="1243920"/>
                  </a:lnTo>
                  <a:lnTo>
                    <a:pt x="5334890" y="1244660"/>
                  </a:lnTo>
                  <a:lnTo>
                    <a:pt x="5335226" y="1245312"/>
                  </a:lnTo>
                  <a:lnTo>
                    <a:pt x="5335563" y="1246726"/>
                  </a:lnTo>
                  <a:lnTo>
                    <a:pt x="5335899" y="1247841"/>
                  </a:lnTo>
                  <a:lnTo>
                    <a:pt x="5336236" y="1249015"/>
                  </a:lnTo>
                  <a:lnTo>
                    <a:pt x="5336572" y="1250286"/>
                  </a:lnTo>
                  <a:lnTo>
                    <a:pt x="5336909" y="1252405"/>
                  </a:lnTo>
                  <a:lnTo>
                    <a:pt x="5337245" y="1255107"/>
                  </a:lnTo>
                  <a:lnTo>
                    <a:pt x="5337582" y="1257592"/>
                  </a:lnTo>
                  <a:lnTo>
                    <a:pt x="5337918" y="1259696"/>
                  </a:lnTo>
                  <a:lnTo>
                    <a:pt x="5338255" y="1261462"/>
                  </a:lnTo>
                  <a:lnTo>
                    <a:pt x="5338591" y="1262132"/>
                  </a:lnTo>
                  <a:lnTo>
                    <a:pt x="5338927" y="1262044"/>
                  </a:lnTo>
                  <a:lnTo>
                    <a:pt x="5339264" y="1262287"/>
                  </a:lnTo>
                  <a:lnTo>
                    <a:pt x="5339600" y="1261879"/>
                  </a:lnTo>
                  <a:lnTo>
                    <a:pt x="5339937" y="1261512"/>
                  </a:lnTo>
                  <a:lnTo>
                    <a:pt x="5340273" y="1261404"/>
                  </a:lnTo>
                  <a:lnTo>
                    <a:pt x="5340610" y="1262403"/>
                  </a:lnTo>
                  <a:lnTo>
                    <a:pt x="5340946" y="1264493"/>
                  </a:lnTo>
                  <a:lnTo>
                    <a:pt x="5341283" y="1265918"/>
                  </a:lnTo>
                  <a:lnTo>
                    <a:pt x="5341619" y="1268746"/>
                  </a:lnTo>
                  <a:lnTo>
                    <a:pt x="5341956" y="1270909"/>
                  </a:lnTo>
                  <a:lnTo>
                    <a:pt x="5342292" y="1272348"/>
                  </a:lnTo>
                  <a:lnTo>
                    <a:pt x="5342629" y="1271005"/>
                  </a:lnTo>
                  <a:lnTo>
                    <a:pt x="5342965" y="1269418"/>
                  </a:lnTo>
                  <a:lnTo>
                    <a:pt x="5343301" y="1266930"/>
                  </a:lnTo>
                  <a:lnTo>
                    <a:pt x="5343638" y="1265005"/>
                  </a:lnTo>
                  <a:lnTo>
                    <a:pt x="5343974" y="1262975"/>
                  </a:lnTo>
                  <a:lnTo>
                    <a:pt x="5344311" y="1259253"/>
                  </a:lnTo>
                  <a:lnTo>
                    <a:pt x="5344647" y="1256010"/>
                  </a:lnTo>
                  <a:lnTo>
                    <a:pt x="5344984" y="1252519"/>
                  </a:lnTo>
                  <a:lnTo>
                    <a:pt x="5345320" y="1248276"/>
                  </a:lnTo>
                  <a:lnTo>
                    <a:pt x="5345657" y="1242896"/>
                  </a:lnTo>
                  <a:lnTo>
                    <a:pt x="5345993" y="1237040"/>
                  </a:lnTo>
                  <a:lnTo>
                    <a:pt x="5346330" y="1231147"/>
                  </a:lnTo>
                  <a:lnTo>
                    <a:pt x="5346666" y="1225371"/>
                  </a:lnTo>
                  <a:lnTo>
                    <a:pt x="5347003" y="1219838"/>
                  </a:lnTo>
                  <a:lnTo>
                    <a:pt x="5347339" y="1214327"/>
                  </a:lnTo>
                  <a:lnTo>
                    <a:pt x="5347675" y="1210017"/>
                  </a:lnTo>
                  <a:lnTo>
                    <a:pt x="5348012" y="1206300"/>
                  </a:lnTo>
                  <a:lnTo>
                    <a:pt x="5348348" y="1203547"/>
                  </a:lnTo>
                  <a:lnTo>
                    <a:pt x="5348685" y="1202839"/>
                  </a:lnTo>
                  <a:lnTo>
                    <a:pt x="5349021" y="1202645"/>
                  </a:lnTo>
                  <a:lnTo>
                    <a:pt x="5349358" y="1203177"/>
                  </a:lnTo>
                  <a:lnTo>
                    <a:pt x="5349694" y="1204349"/>
                  </a:lnTo>
                  <a:lnTo>
                    <a:pt x="5350031" y="1205190"/>
                  </a:lnTo>
                  <a:lnTo>
                    <a:pt x="5350367" y="1205868"/>
                  </a:lnTo>
                  <a:lnTo>
                    <a:pt x="5350704" y="1206336"/>
                  </a:lnTo>
                  <a:lnTo>
                    <a:pt x="5351040" y="1209226"/>
                  </a:lnTo>
                  <a:lnTo>
                    <a:pt x="5351377" y="1210693"/>
                  </a:lnTo>
                  <a:lnTo>
                    <a:pt x="5351713" y="1211174"/>
                  </a:lnTo>
                  <a:lnTo>
                    <a:pt x="5352049" y="1210908"/>
                  </a:lnTo>
                  <a:lnTo>
                    <a:pt x="5352386" y="1209984"/>
                  </a:lnTo>
                  <a:lnTo>
                    <a:pt x="5352722" y="1208506"/>
                  </a:lnTo>
                  <a:lnTo>
                    <a:pt x="5353059" y="1206815"/>
                  </a:lnTo>
                  <a:lnTo>
                    <a:pt x="5353395" y="1205715"/>
                  </a:lnTo>
                  <a:lnTo>
                    <a:pt x="5353732" y="1205045"/>
                  </a:lnTo>
                  <a:lnTo>
                    <a:pt x="5354068" y="1204818"/>
                  </a:lnTo>
                  <a:lnTo>
                    <a:pt x="5354405" y="1205642"/>
                  </a:lnTo>
                  <a:lnTo>
                    <a:pt x="5354741" y="1204055"/>
                  </a:lnTo>
                  <a:lnTo>
                    <a:pt x="5355078" y="1205431"/>
                  </a:lnTo>
                  <a:lnTo>
                    <a:pt x="5355414" y="1208900"/>
                  </a:lnTo>
                  <a:lnTo>
                    <a:pt x="5355750" y="1212561"/>
                  </a:lnTo>
                  <a:lnTo>
                    <a:pt x="5356087" y="1215743"/>
                  </a:lnTo>
                  <a:lnTo>
                    <a:pt x="5356423" y="1221283"/>
                  </a:lnTo>
                  <a:lnTo>
                    <a:pt x="5356760" y="1231192"/>
                  </a:lnTo>
                  <a:lnTo>
                    <a:pt x="5357096" y="1241854"/>
                  </a:lnTo>
                  <a:lnTo>
                    <a:pt x="5357433" y="1253348"/>
                  </a:lnTo>
                  <a:lnTo>
                    <a:pt x="5357769" y="1265353"/>
                  </a:lnTo>
                  <a:lnTo>
                    <a:pt x="5358106" y="1277124"/>
                  </a:lnTo>
                  <a:lnTo>
                    <a:pt x="5358442" y="1287424"/>
                  </a:lnTo>
                  <a:lnTo>
                    <a:pt x="5358779" y="1296008"/>
                  </a:lnTo>
                  <a:lnTo>
                    <a:pt x="5359115" y="1303067"/>
                  </a:lnTo>
                  <a:lnTo>
                    <a:pt x="5359452" y="1308258"/>
                  </a:lnTo>
                  <a:lnTo>
                    <a:pt x="5359788" y="1312347"/>
                  </a:lnTo>
                  <a:lnTo>
                    <a:pt x="5360124" y="1315657"/>
                  </a:lnTo>
                  <a:lnTo>
                    <a:pt x="5360461" y="1317941"/>
                  </a:lnTo>
                  <a:lnTo>
                    <a:pt x="5360797" y="1320280"/>
                  </a:lnTo>
                  <a:lnTo>
                    <a:pt x="5361134" y="1318564"/>
                  </a:lnTo>
                  <a:lnTo>
                    <a:pt x="5361470" y="1315932"/>
                  </a:lnTo>
                  <a:lnTo>
                    <a:pt x="5361807" y="1312481"/>
                  </a:lnTo>
                  <a:lnTo>
                    <a:pt x="5362143" y="1307424"/>
                  </a:lnTo>
                  <a:lnTo>
                    <a:pt x="5362480" y="1300908"/>
                  </a:lnTo>
                  <a:lnTo>
                    <a:pt x="5362816" y="1293532"/>
                  </a:lnTo>
                  <a:lnTo>
                    <a:pt x="5363153" y="1285108"/>
                  </a:lnTo>
                  <a:lnTo>
                    <a:pt x="5363489" y="1275919"/>
                  </a:lnTo>
                  <a:lnTo>
                    <a:pt x="5363826" y="1266385"/>
                  </a:lnTo>
                  <a:lnTo>
                    <a:pt x="5364162" y="1257593"/>
                  </a:lnTo>
                  <a:lnTo>
                    <a:pt x="5364498" y="1249000"/>
                  </a:lnTo>
                  <a:lnTo>
                    <a:pt x="5364835" y="1241296"/>
                  </a:lnTo>
                  <a:lnTo>
                    <a:pt x="5365171" y="1233908"/>
                  </a:lnTo>
                  <a:lnTo>
                    <a:pt x="5365508" y="1227036"/>
                  </a:lnTo>
                  <a:lnTo>
                    <a:pt x="5365844" y="1220152"/>
                  </a:lnTo>
                  <a:lnTo>
                    <a:pt x="5366181" y="1213565"/>
                  </a:lnTo>
                  <a:lnTo>
                    <a:pt x="5366517" y="1207650"/>
                  </a:lnTo>
                  <a:lnTo>
                    <a:pt x="5366854" y="1202893"/>
                  </a:lnTo>
                  <a:lnTo>
                    <a:pt x="5367190" y="1201664"/>
                  </a:lnTo>
                  <a:lnTo>
                    <a:pt x="5367527" y="1201844"/>
                  </a:lnTo>
                  <a:lnTo>
                    <a:pt x="5367863" y="1202886"/>
                  </a:lnTo>
                  <a:lnTo>
                    <a:pt x="5368200" y="1204236"/>
                  </a:lnTo>
                  <a:lnTo>
                    <a:pt x="5368536" y="1206313"/>
                  </a:lnTo>
                  <a:lnTo>
                    <a:pt x="5368872" y="1209129"/>
                  </a:lnTo>
                  <a:lnTo>
                    <a:pt x="5369209" y="1212153"/>
                  </a:lnTo>
                  <a:lnTo>
                    <a:pt x="5369545" y="1216694"/>
                  </a:lnTo>
                  <a:lnTo>
                    <a:pt x="5369882" y="1222118"/>
                  </a:lnTo>
                  <a:lnTo>
                    <a:pt x="5370218" y="1228333"/>
                  </a:lnTo>
                  <a:lnTo>
                    <a:pt x="5370555" y="1234928"/>
                  </a:lnTo>
                  <a:lnTo>
                    <a:pt x="5370891" y="1242457"/>
                  </a:lnTo>
                  <a:lnTo>
                    <a:pt x="5371228" y="1250611"/>
                  </a:lnTo>
                  <a:lnTo>
                    <a:pt x="5371564" y="1258916"/>
                  </a:lnTo>
                  <a:lnTo>
                    <a:pt x="5371901" y="1266532"/>
                  </a:lnTo>
                  <a:lnTo>
                    <a:pt x="5372237" y="1273802"/>
                  </a:lnTo>
                  <a:lnTo>
                    <a:pt x="5372574" y="1281015"/>
                  </a:lnTo>
                  <a:lnTo>
                    <a:pt x="5372910" y="1287554"/>
                  </a:lnTo>
                  <a:lnTo>
                    <a:pt x="5373246" y="1295090"/>
                  </a:lnTo>
                  <a:lnTo>
                    <a:pt x="5373583" y="1301552"/>
                  </a:lnTo>
                  <a:lnTo>
                    <a:pt x="5373919" y="1308268"/>
                  </a:lnTo>
                  <a:lnTo>
                    <a:pt x="5374256" y="1313903"/>
                  </a:lnTo>
                  <a:lnTo>
                    <a:pt x="5374592" y="1318086"/>
                  </a:lnTo>
                  <a:lnTo>
                    <a:pt x="5374929" y="1321302"/>
                  </a:lnTo>
                  <a:lnTo>
                    <a:pt x="5375265" y="1323089"/>
                  </a:lnTo>
                  <a:lnTo>
                    <a:pt x="5375602" y="1323766"/>
                  </a:lnTo>
                  <a:lnTo>
                    <a:pt x="5375938" y="1323311"/>
                  </a:lnTo>
                  <a:lnTo>
                    <a:pt x="5376275" y="1322506"/>
                  </a:lnTo>
                  <a:lnTo>
                    <a:pt x="5376611" y="1319504"/>
                  </a:lnTo>
                  <a:lnTo>
                    <a:pt x="5376948" y="1316909"/>
                  </a:lnTo>
                  <a:lnTo>
                    <a:pt x="5377284" y="1313003"/>
                  </a:lnTo>
                  <a:lnTo>
                    <a:pt x="5377620" y="1308157"/>
                  </a:lnTo>
                  <a:lnTo>
                    <a:pt x="5377957" y="1302518"/>
                  </a:lnTo>
                  <a:lnTo>
                    <a:pt x="5378293" y="1297397"/>
                  </a:lnTo>
                  <a:lnTo>
                    <a:pt x="5378630" y="1293058"/>
                  </a:lnTo>
                  <a:lnTo>
                    <a:pt x="5378966" y="1289163"/>
                  </a:lnTo>
                  <a:lnTo>
                    <a:pt x="5379303" y="1285606"/>
                  </a:lnTo>
                  <a:lnTo>
                    <a:pt x="5379639" y="1282669"/>
                  </a:lnTo>
                  <a:lnTo>
                    <a:pt x="5379976" y="1281084"/>
                  </a:lnTo>
                  <a:lnTo>
                    <a:pt x="5380312" y="1280572"/>
                  </a:lnTo>
                  <a:lnTo>
                    <a:pt x="5380649" y="1280536"/>
                  </a:lnTo>
                  <a:lnTo>
                    <a:pt x="5380985" y="1279971"/>
                  </a:lnTo>
                  <a:lnTo>
                    <a:pt x="5381322" y="1280226"/>
                  </a:lnTo>
                  <a:lnTo>
                    <a:pt x="5381658" y="1280617"/>
                  </a:lnTo>
                  <a:lnTo>
                    <a:pt x="5381994" y="1281276"/>
                  </a:lnTo>
                  <a:lnTo>
                    <a:pt x="5382331" y="1282550"/>
                  </a:lnTo>
                  <a:lnTo>
                    <a:pt x="5382667" y="1284657"/>
                  </a:lnTo>
                  <a:lnTo>
                    <a:pt x="5383004" y="1286815"/>
                  </a:lnTo>
                  <a:lnTo>
                    <a:pt x="5383340" y="1288661"/>
                  </a:lnTo>
                  <a:lnTo>
                    <a:pt x="5383677" y="1289657"/>
                  </a:lnTo>
                  <a:lnTo>
                    <a:pt x="5384013" y="1290675"/>
                  </a:lnTo>
                  <a:lnTo>
                    <a:pt x="5384350" y="1290772"/>
                  </a:lnTo>
                  <a:lnTo>
                    <a:pt x="5384686" y="1291299"/>
                  </a:lnTo>
                  <a:lnTo>
                    <a:pt x="5385023" y="1291900"/>
                  </a:lnTo>
                  <a:lnTo>
                    <a:pt x="5385359" y="1290485"/>
                  </a:lnTo>
                  <a:lnTo>
                    <a:pt x="5385696" y="1291151"/>
                  </a:lnTo>
                  <a:lnTo>
                    <a:pt x="5386032" y="1292830"/>
                  </a:lnTo>
                  <a:lnTo>
                    <a:pt x="5386368" y="1294875"/>
                  </a:lnTo>
                  <a:lnTo>
                    <a:pt x="5386705" y="1297329"/>
                  </a:lnTo>
                  <a:lnTo>
                    <a:pt x="5387041" y="1299770"/>
                  </a:lnTo>
                  <a:lnTo>
                    <a:pt x="5387378" y="1301842"/>
                  </a:lnTo>
                  <a:lnTo>
                    <a:pt x="5387714" y="1303595"/>
                  </a:lnTo>
                  <a:lnTo>
                    <a:pt x="5388051" y="1305302"/>
                  </a:lnTo>
                  <a:lnTo>
                    <a:pt x="5388387" y="1307039"/>
                  </a:lnTo>
                  <a:lnTo>
                    <a:pt x="5388724" y="1309300"/>
                  </a:lnTo>
                  <a:lnTo>
                    <a:pt x="5389060" y="1311982"/>
                  </a:lnTo>
                  <a:lnTo>
                    <a:pt x="5389397" y="1314825"/>
                  </a:lnTo>
                  <a:lnTo>
                    <a:pt x="5389733" y="1317185"/>
                  </a:lnTo>
                  <a:lnTo>
                    <a:pt x="5390069" y="1318356"/>
                  </a:lnTo>
                  <a:lnTo>
                    <a:pt x="5390406" y="1320162"/>
                  </a:lnTo>
                  <a:lnTo>
                    <a:pt x="5390742" y="1321483"/>
                  </a:lnTo>
                  <a:lnTo>
                    <a:pt x="5391079" y="1320959"/>
                  </a:lnTo>
                  <a:lnTo>
                    <a:pt x="5391415" y="1319588"/>
                  </a:lnTo>
                  <a:lnTo>
                    <a:pt x="5391752" y="1315784"/>
                  </a:lnTo>
                  <a:lnTo>
                    <a:pt x="5392088" y="1311931"/>
                  </a:lnTo>
                  <a:lnTo>
                    <a:pt x="5392425" y="1309676"/>
                  </a:lnTo>
                  <a:lnTo>
                    <a:pt x="5392761" y="1308379"/>
                  </a:lnTo>
                  <a:lnTo>
                    <a:pt x="5393098" y="1306706"/>
                  </a:lnTo>
                  <a:lnTo>
                    <a:pt x="5393434" y="1304870"/>
                  </a:lnTo>
                  <a:lnTo>
                    <a:pt x="5393771" y="1301295"/>
                  </a:lnTo>
                  <a:lnTo>
                    <a:pt x="5394107" y="1298157"/>
                  </a:lnTo>
                  <a:lnTo>
                    <a:pt x="5394443" y="1294590"/>
                  </a:lnTo>
                  <a:lnTo>
                    <a:pt x="5394780" y="1292441"/>
                  </a:lnTo>
                  <a:lnTo>
                    <a:pt x="5395116" y="1291243"/>
                  </a:lnTo>
                  <a:lnTo>
                    <a:pt x="5395453" y="1290357"/>
                  </a:lnTo>
                  <a:lnTo>
                    <a:pt x="5395789" y="1289431"/>
                  </a:lnTo>
                  <a:lnTo>
                    <a:pt x="5396126" y="1288132"/>
                  </a:lnTo>
                  <a:lnTo>
                    <a:pt x="5396462" y="1287094"/>
                  </a:lnTo>
                  <a:lnTo>
                    <a:pt x="5396799" y="1287982"/>
                  </a:lnTo>
                  <a:lnTo>
                    <a:pt x="5397135" y="1288966"/>
                  </a:lnTo>
                  <a:lnTo>
                    <a:pt x="5397472" y="1290120"/>
                  </a:lnTo>
                  <a:lnTo>
                    <a:pt x="5397808" y="1291589"/>
                  </a:lnTo>
                  <a:lnTo>
                    <a:pt x="5398145" y="1293373"/>
                  </a:lnTo>
                  <a:lnTo>
                    <a:pt x="5398481" y="1295178"/>
                  </a:lnTo>
                  <a:lnTo>
                    <a:pt x="5398817" y="1296687"/>
                  </a:lnTo>
                  <a:lnTo>
                    <a:pt x="5399154" y="1300195"/>
                  </a:lnTo>
                  <a:lnTo>
                    <a:pt x="5399490" y="1303214"/>
                  </a:lnTo>
                  <a:lnTo>
                    <a:pt x="5399827" y="1307919"/>
                  </a:lnTo>
                  <a:lnTo>
                    <a:pt x="5400163" y="1312180"/>
                  </a:lnTo>
                  <a:lnTo>
                    <a:pt x="5400500" y="1316426"/>
                  </a:lnTo>
                  <a:lnTo>
                    <a:pt x="5400836" y="1320686"/>
                  </a:lnTo>
                  <a:lnTo>
                    <a:pt x="5401173" y="1324407"/>
                  </a:lnTo>
                  <a:lnTo>
                    <a:pt x="5401509" y="1328057"/>
                  </a:lnTo>
                  <a:lnTo>
                    <a:pt x="5401846" y="1331584"/>
                  </a:lnTo>
                  <a:lnTo>
                    <a:pt x="5402182" y="1334839"/>
                  </a:lnTo>
                  <a:lnTo>
                    <a:pt x="5402519" y="1338007"/>
                  </a:lnTo>
                  <a:lnTo>
                    <a:pt x="5402855" y="1340443"/>
                  </a:lnTo>
                  <a:lnTo>
                    <a:pt x="5403191" y="1342627"/>
                  </a:lnTo>
                  <a:lnTo>
                    <a:pt x="5403528" y="1344480"/>
                  </a:lnTo>
                  <a:lnTo>
                    <a:pt x="5403864" y="1345781"/>
                  </a:lnTo>
                  <a:lnTo>
                    <a:pt x="5404201" y="1346104"/>
                  </a:lnTo>
                  <a:lnTo>
                    <a:pt x="5404537" y="1346334"/>
                  </a:lnTo>
                  <a:lnTo>
                    <a:pt x="5404874" y="1347462"/>
                  </a:lnTo>
                  <a:lnTo>
                    <a:pt x="5405210" y="1349107"/>
                  </a:lnTo>
                  <a:lnTo>
                    <a:pt x="5405547" y="1350939"/>
                  </a:lnTo>
                  <a:lnTo>
                    <a:pt x="5405883" y="1353066"/>
                  </a:lnTo>
                  <a:lnTo>
                    <a:pt x="5406220" y="1355645"/>
                  </a:lnTo>
                  <a:lnTo>
                    <a:pt x="5406556" y="1358181"/>
                  </a:lnTo>
                  <a:lnTo>
                    <a:pt x="5406893" y="1360243"/>
                  </a:lnTo>
                  <a:lnTo>
                    <a:pt x="5407229" y="1362441"/>
                  </a:lnTo>
                  <a:lnTo>
                    <a:pt x="5407565" y="1364273"/>
                  </a:lnTo>
                  <a:lnTo>
                    <a:pt x="5407902" y="1365645"/>
                  </a:lnTo>
                  <a:lnTo>
                    <a:pt x="5408238" y="1367283"/>
                  </a:lnTo>
                  <a:lnTo>
                    <a:pt x="5408575" y="1371619"/>
                  </a:lnTo>
                  <a:lnTo>
                    <a:pt x="5408911" y="1376367"/>
                  </a:lnTo>
                  <a:lnTo>
                    <a:pt x="5409248" y="1382596"/>
                  </a:lnTo>
                  <a:lnTo>
                    <a:pt x="5409584" y="1388904"/>
                  </a:lnTo>
                  <a:lnTo>
                    <a:pt x="5409921" y="1394782"/>
                  </a:lnTo>
                  <a:lnTo>
                    <a:pt x="5410257" y="1401023"/>
                  </a:lnTo>
                  <a:lnTo>
                    <a:pt x="5410594" y="1407578"/>
                  </a:lnTo>
                  <a:lnTo>
                    <a:pt x="5410930" y="1413967"/>
                  </a:lnTo>
                  <a:lnTo>
                    <a:pt x="5411267" y="1420333"/>
                  </a:lnTo>
                  <a:lnTo>
                    <a:pt x="5411603" y="1427604"/>
                  </a:lnTo>
                  <a:lnTo>
                    <a:pt x="5411939" y="1434501"/>
                  </a:lnTo>
                  <a:lnTo>
                    <a:pt x="5412276" y="1441257"/>
                  </a:lnTo>
                  <a:lnTo>
                    <a:pt x="5412612" y="1448337"/>
                  </a:lnTo>
                  <a:lnTo>
                    <a:pt x="5412949" y="1455487"/>
                  </a:lnTo>
                  <a:lnTo>
                    <a:pt x="5413285" y="1462986"/>
                  </a:lnTo>
                  <a:lnTo>
                    <a:pt x="5413622" y="1470490"/>
                  </a:lnTo>
                  <a:lnTo>
                    <a:pt x="5413958" y="1477594"/>
                  </a:lnTo>
                  <a:lnTo>
                    <a:pt x="5414295" y="1484375"/>
                  </a:lnTo>
                  <a:lnTo>
                    <a:pt x="5414631" y="1490725"/>
                  </a:lnTo>
                  <a:lnTo>
                    <a:pt x="5414968" y="1495980"/>
                  </a:lnTo>
                  <a:lnTo>
                    <a:pt x="5415304" y="1500250"/>
                  </a:lnTo>
                  <a:lnTo>
                    <a:pt x="5415641" y="1503509"/>
                  </a:lnTo>
                  <a:lnTo>
                    <a:pt x="5415977" y="1504449"/>
                  </a:lnTo>
                  <a:lnTo>
                    <a:pt x="5416313" y="1505687"/>
                  </a:lnTo>
                  <a:lnTo>
                    <a:pt x="5416650" y="1506461"/>
                  </a:lnTo>
                  <a:lnTo>
                    <a:pt x="5416986" y="1507958"/>
                  </a:lnTo>
                  <a:lnTo>
                    <a:pt x="5417323" y="1509777"/>
                  </a:lnTo>
                  <a:lnTo>
                    <a:pt x="5417659" y="1511649"/>
                  </a:lnTo>
                  <a:lnTo>
                    <a:pt x="5417996" y="1513585"/>
                  </a:lnTo>
                  <a:lnTo>
                    <a:pt x="5418332" y="1514727"/>
                  </a:lnTo>
                  <a:lnTo>
                    <a:pt x="5418669" y="1514866"/>
                  </a:lnTo>
                  <a:lnTo>
                    <a:pt x="5419005" y="1514478"/>
                  </a:lnTo>
                  <a:lnTo>
                    <a:pt x="5419342" y="1514794"/>
                  </a:lnTo>
                  <a:lnTo>
                    <a:pt x="5419678" y="1516235"/>
                  </a:lnTo>
                  <a:lnTo>
                    <a:pt x="5420014" y="1518508"/>
                  </a:lnTo>
                  <a:lnTo>
                    <a:pt x="5420351" y="1521674"/>
                  </a:lnTo>
                  <a:lnTo>
                    <a:pt x="5420687" y="1524623"/>
                  </a:lnTo>
                  <a:lnTo>
                    <a:pt x="5421024" y="1527716"/>
                  </a:lnTo>
                  <a:lnTo>
                    <a:pt x="5421360" y="1530990"/>
                  </a:lnTo>
                  <a:lnTo>
                    <a:pt x="5421697" y="1533560"/>
                  </a:lnTo>
                  <a:lnTo>
                    <a:pt x="5422033" y="1537327"/>
                  </a:lnTo>
                  <a:lnTo>
                    <a:pt x="5422370" y="1538682"/>
                  </a:lnTo>
                  <a:lnTo>
                    <a:pt x="5422706" y="1540063"/>
                  </a:lnTo>
                  <a:lnTo>
                    <a:pt x="5423043" y="1541520"/>
                  </a:lnTo>
                  <a:lnTo>
                    <a:pt x="5423379" y="1543624"/>
                  </a:lnTo>
                  <a:lnTo>
                    <a:pt x="5423716" y="1546887"/>
                  </a:lnTo>
                  <a:lnTo>
                    <a:pt x="5424052" y="1551175"/>
                  </a:lnTo>
                  <a:lnTo>
                    <a:pt x="5424388" y="1555258"/>
                  </a:lnTo>
                  <a:lnTo>
                    <a:pt x="5424725" y="1558896"/>
                  </a:lnTo>
                  <a:lnTo>
                    <a:pt x="5425061" y="1562292"/>
                  </a:lnTo>
                  <a:lnTo>
                    <a:pt x="5425398" y="1565495"/>
                  </a:lnTo>
                  <a:lnTo>
                    <a:pt x="5425734" y="1568719"/>
                  </a:lnTo>
                  <a:lnTo>
                    <a:pt x="5426071" y="1572042"/>
                  </a:lnTo>
                  <a:lnTo>
                    <a:pt x="5426407" y="1575371"/>
                  </a:lnTo>
                  <a:lnTo>
                    <a:pt x="5426744" y="1578951"/>
                  </a:lnTo>
                  <a:lnTo>
                    <a:pt x="5427080" y="1582572"/>
                  </a:lnTo>
                  <a:lnTo>
                    <a:pt x="5427417" y="1586176"/>
                  </a:lnTo>
                  <a:lnTo>
                    <a:pt x="5427753" y="1590468"/>
                  </a:lnTo>
                  <a:lnTo>
                    <a:pt x="5428090" y="1594994"/>
                  </a:lnTo>
                  <a:lnTo>
                    <a:pt x="5428426" y="1601573"/>
                  </a:lnTo>
                  <a:lnTo>
                    <a:pt x="5428762" y="1608610"/>
                  </a:lnTo>
                  <a:lnTo>
                    <a:pt x="5429099" y="1615908"/>
                  </a:lnTo>
                  <a:lnTo>
                    <a:pt x="5429435" y="1624437"/>
                  </a:lnTo>
                  <a:lnTo>
                    <a:pt x="5429772" y="1632972"/>
                  </a:lnTo>
                  <a:lnTo>
                    <a:pt x="5430108" y="1642297"/>
                  </a:lnTo>
                  <a:lnTo>
                    <a:pt x="5430445" y="1652513"/>
                  </a:lnTo>
                  <a:lnTo>
                    <a:pt x="5430781" y="1663045"/>
                  </a:lnTo>
                  <a:lnTo>
                    <a:pt x="5431118" y="1674102"/>
                  </a:lnTo>
                  <a:lnTo>
                    <a:pt x="5431454" y="1685065"/>
                  </a:lnTo>
                  <a:lnTo>
                    <a:pt x="5431791" y="1696265"/>
                  </a:lnTo>
                  <a:lnTo>
                    <a:pt x="5432127" y="1706841"/>
                  </a:lnTo>
                  <a:lnTo>
                    <a:pt x="5432464" y="1717703"/>
                  </a:lnTo>
                  <a:lnTo>
                    <a:pt x="5432800" y="1728631"/>
                  </a:lnTo>
                  <a:lnTo>
                    <a:pt x="5433136" y="1739565"/>
                  </a:lnTo>
                  <a:lnTo>
                    <a:pt x="5433473" y="1750220"/>
                  </a:lnTo>
                  <a:lnTo>
                    <a:pt x="5433809" y="1759875"/>
                  </a:lnTo>
                  <a:lnTo>
                    <a:pt x="5434146" y="1768719"/>
                  </a:lnTo>
                  <a:lnTo>
                    <a:pt x="5434482" y="1775781"/>
                  </a:lnTo>
                  <a:lnTo>
                    <a:pt x="5434819" y="1781960"/>
                  </a:lnTo>
                  <a:lnTo>
                    <a:pt x="5435155" y="1787219"/>
                  </a:lnTo>
                  <a:lnTo>
                    <a:pt x="5435492" y="1791723"/>
                  </a:lnTo>
                  <a:lnTo>
                    <a:pt x="5435828" y="1795430"/>
                  </a:lnTo>
                  <a:lnTo>
                    <a:pt x="5436165" y="1797794"/>
                  </a:lnTo>
                  <a:lnTo>
                    <a:pt x="5436501" y="1799296"/>
                  </a:lnTo>
                  <a:lnTo>
                    <a:pt x="5436838" y="1799655"/>
                  </a:lnTo>
                  <a:lnTo>
                    <a:pt x="5437174" y="1800014"/>
                  </a:lnTo>
                  <a:lnTo>
                    <a:pt x="5437510" y="1800107"/>
                  </a:lnTo>
                  <a:lnTo>
                    <a:pt x="5437847" y="1799992"/>
                  </a:lnTo>
                  <a:lnTo>
                    <a:pt x="5438183" y="1799662"/>
                  </a:lnTo>
                  <a:lnTo>
                    <a:pt x="5438520" y="1798692"/>
                  </a:lnTo>
                  <a:lnTo>
                    <a:pt x="5438856" y="1797492"/>
                  </a:lnTo>
                  <a:lnTo>
                    <a:pt x="5439193" y="1795876"/>
                  </a:lnTo>
                  <a:lnTo>
                    <a:pt x="5439529" y="1794130"/>
                  </a:lnTo>
                  <a:lnTo>
                    <a:pt x="5439866" y="1790983"/>
                  </a:lnTo>
                  <a:lnTo>
                    <a:pt x="5440202" y="1787397"/>
                  </a:lnTo>
                  <a:lnTo>
                    <a:pt x="5440539" y="1782655"/>
                  </a:lnTo>
                  <a:lnTo>
                    <a:pt x="5440875" y="1778363"/>
                  </a:lnTo>
                  <a:lnTo>
                    <a:pt x="5441212" y="1774047"/>
                  </a:lnTo>
                  <a:lnTo>
                    <a:pt x="5441548" y="1770245"/>
                  </a:lnTo>
                  <a:lnTo>
                    <a:pt x="5441884" y="1766966"/>
                  </a:lnTo>
                  <a:lnTo>
                    <a:pt x="5442221" y="1763865"/>
                  </a:lnTo>
                  <a:lnTo>
                    <a:pt x="5442557" y="1761259"/>
                  </a:lnTo>
                  <a:lnTo>
                    <a:pt x="5442894" y="1759109"/>
                  </a:lnTo>
                  <a:lnTo>
                    <a:pt x="5443230" y="1757574"/>
                  </a:lnTo>
                  <a:lnTo>
                    <a:pt x="5443567" y="1757101"/>
                  </a:lnTo>
                  <a:lnTo>
                    <a:pt x="5443903" y="1757434"/>
                  </a:lnTo>
                  <a:lnTo>
                    <a:pt x="5444240" y="1758600"/>
                  </a:lnTo>
                  <a:lnTo>
                    <a:pt x="5444576" y="1761019"/>
                  </a:lnTo>
                  <a:lnTo>
                    <a:pt x="5444913" y="1764693"/>
                  </a:lnTo>
                  <a:lnTo>
                    <a:pt x="5445249" y="1770109"/>
                  </a:lnTo>
                  <a:lnTo>
                    <a:pt x="5445586" y="1776192"/>
                  </a:lnTo>
                  <a:lnTo>
                    <a:pt x="5445922" y="1782718"/>
                  </a:lnTo>
                  <a:lnTo>
                    <a:pt x="5446258" y="1789062"/>
                  </a:lnTo>
                  <a:lnTo>
                    <a:pt x="5446595" y="1795590"/>
                  </a:lnTo>
                  <a:lnTo>
                    <a:pt x="5446931" y="1802210"/>
                  </a:lnTo>
                  <a:lnTo>
                    <a:pt x="5447268" y="1807927"/>
                  </a:lnTo>
                  <a:lnTo>
                    <a:pt x="5447604" y="1812835"/>
                  </a:lnTo>
                  <a:lnTo>
                    <a:pt x="5447941" y="1817381"/>
                  </a:lnTo>
                  <a:lnTo>
                    <a:pt x="5448277" y="1821765"/>
                  </a:lnTo>
                  <a:lnTo>
                    <a:pt x="5448614" y="1825663"/>
                  </a:lnTo>
                  <a:lnTo>
                    <a:pt x="5448950" y="1829539"/>
                  </a:lnTo>
                  <a:lnTo>
                    <a:pt x="5449287" y="1833232"/>
                  </a:lnTo>
                  <a:lnTo>
                    <a:pt x="5449623" y="1835638"/>
                  </a:lnTo>
                  <a:lnTo>
                    <a:pt x="5449960" y="1837382"/>
                  </a:lnTo>
                  <a:lnTo>
                    <a:pt x="5450296" y="1838813"/>
                  </a:lnTo>
                  <a:lnTo>
                    <a:pt x="5450632" y="1839521"/>
                  </a:lnTo>
                  <a:lnTo>
                    <a:pt x="5450969" y="1840363"/>
                  </a:lnTo>
                  <a:lnTo>
                    <a:pt x="5451305" y="1841040"/>
                  </a:lnTo>
                  <a:lnTo>
                    <a:pt x="5451642" y="1842732"/>
                  </a:lnTo>
                  <a:lnTo>
                    <a:pt x="5451978" y="1843342"/>
                  </a:lnTo>
                  <a:lnTo>
                    <a:pt x="5452315" y="1843550"/>
                  </a:lnTo>
                  <a:lnTo>
                    <a:pt x="5452651" y="1845145"/>
                  </a:lnTo>
                  <a:lnTo>
                    <a:pt x="5452988" y="1844436"/>
                  </a:lnTo>
                  <a:lnTo>
                    <a:pt x="5453324" y="1842604"/>
                  </a:lnTo>
                  <a:lnTo>
                    <a:pt x="5453661" y="1840080"/>
                  </a:lnTo>
                  <a:lnTo>
                    <a:pt x="5453997" y="1836879"/>
                  </a:lnTo>
                  <a:lnTo>
                    <a:pt x="5454333" y="1833163"/>
                  </a:lnTo>
                  <a:lnTo>
                    <a:pt x="5454670" y="1829749"/>
                  </a:lnTo>
                  <a:lnTo>
                    <a:pt x="5455006" y="1826774"/>
                  </a:lnTo>
                  <a:lnTo>
                    <a:pt x="5455343" y="1824113"/>
                  </a:lnTo>
                  <a:lnTo>
                    <a:pt x="5455679" y="1821540"/>
                  </a:lnTo>
                  <a:lnTo>
                    <a:pt x="5456016" y="1819094"/>
                  </a:lnTo>
                  <a:lnTo>
                    <a:pt x="5456352" y="1816429"/>
                  </a:lnTo>
                  <a:lnTo>
                    <a:pt x="5456689" y="1814432"/>
                  </a:lnTo>
                  <a:lnTo>
                    <a:pt x="5457025" y="1813429"/>
                  </a:lnTo>
                  <a:lnTo>
                    <a:pt x="5457362" y="1813476"/>
                  </a:lnTo>
                  <a:lnTo>
                    <a:pt x="5457698" y="1814370"/>
                  </a:lnTo>
                  <a:lnTo>
                    <a:pt x="5458035" y="1816081"/>
                  </a:lnTo>
                  <a:lnTo>
                    <a:pt x="5458371" y="1818560"/>
                  </a:lnTo>
                  <a:lnTo>
                    <a:pt x="5458707" y="1821751"/>
                  </a:lnTo>
                  <a:lnTo>
                    <a:pt x="5459044" y="1827082"/>
                  </a:lnTo>
                  <a:lnTo>
                    <a:pt x="5459380" y="1833009"/>
                  </a:lnTo>
                  <a:lnTo>
                    <a:pt x="5459717" y="1839331"/>
                  </a:lnTo>
                  <a:lnTo>
                    <a:pt x="5460053" y="1845201"/>
                  </a:lnTo>
                  <a:lnTo>
                    <a:pt x="5460390" y="1851487"/>
                  </a:lnTo>
                  <a:lnTo>
                    <a:pt x="5460726" y="1858980"/>
                  </a:lnTo>
                  <a:lnTo>
                    <a:pt x="5461063" y="1867487"/>
                  </a:lnTo>
                  <a:lnTo>
                    <a:pt x="5461399" y="1876474"/>
                  </a:lnTo>
                  <a:lnTo>
                    <a:pt x="5461736" y="1885002"/>
                  </a:lnTo>
                  <a:lnTo>
                    <a:pt x="5462072" y="1893070"/>
                  </a:lnTo>
                  <a:lnTo>
                    <a:pt x="5462409" y="1900456"/>
                  </a:lnTo>
                  <a:lnTo>
                    <a:pt x="5462745" y="1907532"/>
                  </a:lnTo>
                  <a:lnTo>
                    <a:pt x="5463081" y="1914314"/>
                  </a:lnTo>
                  <a:lnTo>
                    <a:pt x="5463418" y="1921599"/>
                  </a:lnTo>
                  <a:lnTo>
                    <a:pt x="5463754" y="1929142"/>
                  </a:lnTo>
                  <a:lnTo>
                    <a:pt x="5464091" y="1936564"/>
                  </a:lnTo>
                  <a:lnTo>
                    <a:pt x="5464427" y="1943734"/>
                  </a:lnTo>
                  <a:lnTo>
                    <a:pt x="5464764" y="1950760"/>
                  </a:lnTo>
                  <a:lnTo>
                    <a:pt x="5465100" y="1957758"/>
                  </a:lnTo>
                  <a:lnTo>
                    <a:pt x="5465437" y="1964195"/>
                  </a:lnTo>
                  <a:lnTo>
                    <a:pt x="5465773" y="1969612"/>
                  </a:lnTo>
                  <a:lnTo>
                    <a:pt x="5466110" y="1973901"/>
                  </a:lnTo>
                  <a:lnTo>
                    <a:pt x="5466446" y="1977637"/>
                  </a:lnTo>
                  <a:lnTo>
                    <a:pt x="5466783" y="1981322"/>
                  </a:lnTo>
                  <a:lnTo>
                    <a:pt x="5467119" y="1985029"/>
                  </a:lnTo>
                  <a:lnTo>
                    <a:pt x="5467455" y="1988672"/>
                  </a:lnTo>
                  <a:lnTo>
                    <a:pt x="5467792" y="1992214"/>
                  </a:lnTo>
                  <a:lnTo>
                    <a:pt x="5468128" y="1995389"/>
                  </a:lnTo>
                  <a:lnTo>
                    <a:pt x="5468465" y="1997451"/>
                  </a:lnTo>
                  <a:lnTo>
                    <a:pt x="5468801" y="1998406"/>
                  </a:lnTo>
                  <a:lnTo>
                    <a:pt x="5469138" y="1999269"/>
                  </a:lnTo>
                  <a:lnTo>
                    <a:pt x="5469474" y="2000123"/>
                  </a:lnTo>
                  <a:lnTo>
                    <a:pt x="5469811" y="2001093"/>
                  </a:lnTo>
                  <a:lnTo>
                    <a:pt x="5470147" y="2002307"/>
                  </a:lnTo>
                  <a:lnTo>
                    <a:pt x="5470484" y="2004060"/>
                  </a:lnTo>
                  <a:lnTo>
                    <a:pt x="5470820" y="2006417"/>
                  </a:lnTo>
                  <a:lnTo>
                    <a:pt x="5471157" y="2009729"/>
                  </a:lnTo>
                  <a:lnTo>
                    <a:pt x="5471493" y="2013565"/>
                  </a:lnTo>
                  <a:lnTo>
                    <a:pt x="5471829" y="2017330"/>
                  </a:lnTo>
                  <a:lnTo>
                    <a:pt x="5472166" y="2020742"/>
                  </a:lnTo>
                  <a:lnTo>
                    <a:pt x="5472502" y="2024212"/>
                  </a:lnTo>
                  <a:lnTo>
                    <a:pt x="5472839" y="2027453"/>
                  </a:lnTo>
                  <a:lnTo>
                    <a:pt x="5473175" y="2030951"/>
                  </a:lnTo>
                  <a:lnTo>
                    <a:pt x="5473512" y="2035140"/>
                  </a:lnTo>
                  <a:lnTo>
                    <a:pt x="5473848" y="2039975"/>
                  </a:lnTo>
                  <a:lnTo>
                    <a:pt x="5474185" y="2045557"/>
                  </a:lnTo>
                  <a:lnTo>
                    <a:pt x="5474521" y="2051736"/>
                  </a:lnTo>
                  <a:lnTo>
                    <a:pt x="5474858" y="2058022"/>
                  </a:lnTo>
                  <a:lnTo>
                    <a:pt x="5475194" y="2064078"/>
                  </a:lnTo>
                  <a:lnTo>
                    <a:pt x="5475531" y="2069416"/>
                  </a:lnTo>
                  <a:lnTo>
                    <a:pt x="5475867" y="2072050"/>
                  </a:lnTo>
                  <a:lnTo>
                    <a:pt x="5476203" y="2074227"/>
                  </a:lnTo>
                  <a:lnTo>
                    <a:pt x="5476540" y="2075448"/>
                  </a:lnTo>
                  <a:lnTo>
                    <a:pt x="5476876" y="2077071"/>
                  </a:lnTo>
                  <a:lnTo>
                    <a:pt x="5477213" y="2079168"/>
                  </a:lnTo>
                  <a:lnTo>
                    <a:pt x="5477549" y="2080937"/>
                  </a:lnTo>
                  <a:lnTo>
                    <a:pt x="5477886" y="2083155"/>
                  </a:lnTo>
                  <a:lnTo>
                    <a:pt x="5478222" y="2085488"/>
                  </a:lnTo>
                  <a:lnTo>
                    <a:pt x="5478559" y="2087462"/>
                  </a:lnTo>
                  <a:lnTo>
                    <a:pt x="5478895" y="2089811"/>
                  </a:lnTo>
                  <a:lnTo>
                    <a:pt x="5479232" y="2091663"/>
                  </a:lnTo>
                  <a:lnTo>
                    <a:pt x="5479568" y="2093162"/>
                  </a:lnTo>
                  <a:lnTo>
                    <a:pt x="5479905" y="2094443"/>
                  </a:lnTo>
                  <a:lnTo>
                    <a:pt x="5480241" y="2096195"/>
                  </a:lnTo>
                  <a:lnTo>
                    <a:pt x="5480577" y="2098287"/>
                  </a:lnTo>
                  <a:lnTo>
                    <a:pt x="5480914" y="2100670"/>
                  </a:lnTo>
                  <a:lnTo>
                    <a:pt x="5481250" y="2103660"/>
                  </a:lnTo>
                  <a:lnTo>
                    <a:pt x="5481587" y="2106784"/>
                  </a:lnTo>
                  <a:lnTo>
                    <a:pt x="5481923" y="2109963"/>
                  </a:lnTo>
                  <a:lnTo>
                    <a:pt x="5482260" y="2113700"/>
                  </a:lnTo>
                  <a:lnTo>
                    <a:pt x="5482596" y="2117785"/>
                  </a:lnTo>
                  <a:lnTo>
                    <a:pt x="5482933" y="2122373"/>
                  </a:lnTo>
                  <a:lnTo>
                    <a:pt x="5483269" y="2127118"/>
                  </a:lnTo>
                  <a:lnTo>
                    <a:pt x="5483606" y="2131775"/>
                  </a:lnTo>
                  <a:lnTo>
                    <a:pt x="5483942" y="2136838"/>
                  </a:lnTo>
                  <a:lnTo>
                    <a:pt x="5484279" y="2141698"/>
                  </a:lnTo>
                  <a:lnTo>
                    <a:pt x="5484615" y="2145748"/>
                  </a:lnTo>
                  <a:lnTo>
                    <a:pt x="5484951" y="2150153"/>
                  </a:lnTo>
                  <a:lnTo>
                    <a:pt x="5485288" y="2153989"/>
                  </a:lnTo>
                  <a:lnTo>
                    <a:pt x="5485624" y="2158075"/>
                  </a:lnTo>
                  <a:lnTo>
                    <a:pt x="5485961" y="2162423"/>
                  </a:lnTo>
                  <a:lnTo>
                    <a:pt x="5486297" y="2167023"/>
                  </a:lnTo>
                  <a:lnTo>
                    <a:pt x="5486634" y="2171378"/>
                  </a:lnTo>
                  <a:lnTo>
                    <a:pt x="5486970" y="2175346"/>
                  </a:lnTo>
                  <a:lnTo>
                    <a:pt x="5487307" y="2179091"/>
                  </a:lnTo>
                  <a:lnTo>
                    <a:pt x="5487643" y="2182213"/>
                  </a:lnTo>
                  <a:lnTo>
                    <a:pt x="5487980" y="2185317"/>
                  </a:lnTo>
                  <a:lnTo>
                    <a:pt x="5488316" y="2188087"/>
                  </a:lnTo>
                  <a:lnTo>
                    <a:pt x="5488652" y="2190300"/>
                  </a:lnTo>
                  <a:lnTo>
                    <a:pt x="5488989" y="2193002"/>
                  </a:lnTo>
                  <a:lnTo>
                    <a:pt x="5489325" y="2197131"/>
                  </a:lnTo>
                  <a:lnTo>
                    <a:pt x="5489662" y="2201256"/>
                  </a:lnTo>
                  <a:lnTo>
                    <a:pt x="5489998" y="2204490"/>
                  </a:lnTo>
                  <a:lnTo>
                    <a:pt x="5490335" y="2207694"/>
                  </a:lnTo>
                  <a:lnTo>
                    <a:pt x="5490671" y="2210773"/>
                  </a:lnTo>
                  <a:lnTo>
                    <a:pt x="5491008" y="2212390"/>
                  </a:lnTo>
                  <a:lnTo>
                    <a:pt x="5491344" y="2212778"/>
                  </a:lnTo>
                  <a:lnTo>
                    <a:pt x="5491681" y="2212387"/>
                  </a:lnTo>
                  <a:lnTo>
                    <a:pt x="5492017" y="2212308"/>
                  </a:lnTo>
                  <a:lnTo>
                    <a:pt x="5492354" y="2212083"/>
                  </a:lnTo>
                  <a:lnTo>
                    <a:pt x="5492690" y="2211806"/>
                  </a:lnTo>
                  <a:lnTo>
                    <a:pt x="5493026" y="2211455"/>
                  </a:lnTo>
                  <a:lnTo>
                    <a:pt x="5493363" y="2210864"/>
                  </a:lnTo>
                  <a:lnTo>
                    <a:pt x="5493699" y="2210005"/>
                  </a:lnTo>
                  <a:lnTo>
                    <a:pt x="5494036" y="2208707"/>
                  </a:lnTo>
                  <a:lnTo>
                    <a:pt x="5494372" y="2207122"/>
                  </a:lnTo>
                  <a:lnTo>
                    <a:pt x="5494709" y="2205248"/>
                  </a:lnTo>
                  <a:lnTo>
                    <a:pt x="5495045" y="2203003"/>
                  </a:lnTo>
                  <a:lnTo>
                    <a:pt x="5495382" y="2200731"/>
                  </a:lnTo>
                  <a:lnTo>
                    <a:pt x="5495718" y="2198554"/>
                  </a:lnTo>
                  <a:lnTo>
                    <a:pt x="5496055" y="2196361"/>
                  </a:lnTo>
                  <a:lnTo>
                    <a:pt x="5496391" y="2194596"/>
                  </a:lnTo>
                  <a:lnTo>
                    <a:pt x="5496728" y="2192868"/>
                  </a:lnTo>
                  <a:lnTo>
                    <a:pt x="5497064" y="2192207"/>
                  </a:lnTo>
                  <a:lnTo>
                    <a:pt x="5497400" y="2190030"/>
                  </a:lnTo>
                  <a:lnTo>
                    <a:pt x="5497737" y="2187408"/>
                  </a:lnTo>
                  <a:lnTo>
                    <a:pt x="5498073" y="2185087"/>
                  </a:lnTo>
                  <a:lnTo>
                    <a:pt x="5498410" y="2183169"/>
                  </a:lnTo>
                  <a:lnTo>
                    <a:pt x="5498746" y="2181459"/>
                  </a:lnTo>
                  <a:lnTo>
                    <a:pt x="5499083" y="2180159"/>
                  </a:lnTo>
                  <a:lnTo>
                    <a:pt x="5499419" y="2179210"/>
                  </a:lnTo>
                  <a:lnTo>
                    <a:pt x="5499756" y="2178363"/>
                  </a:lnTo>
                  <a:lnTo>
                    <a:pt x="5500092" y="2177314"/>
                  </a:lnTo>
                  <a:lnTo>
                    <a:pt x="5500429" y="2176344"/>
                  </a:lnTo>
                  <a:lnTo>
                    <a:pt x="5500765" y="2175403"/>
                  </a:lnTo>
                  <a:lnTo>
                    <a:pt x="5501102" y="2174663"/>
                  </a:lnTo>
                  <a:lnTo>
                    <a:pt x="5501438" y="2173851"/>
                  </a:lnTo>
                  <a:lnTo>
                    <a:pt x="5501774" y="2173377"/>
                  </a:lnTo>
                  <a:lnTo>
                    <a:pt x="5502111" y="2172177"/>
                  </a:lnTo>
                  <a:lnTo>
                    <a:pt x="5502447" y="2170754"/>
                  </a:lnTo>
                  <a:lnTo>
                    <a:pt x="5502784" y="2169016"/>
                  </a:lnTo>
                  <a:lnTo>
                    <a:pt x="5503120" y="2166099"/>
                  </a:lnTo>
                  <a:lnTo>
                    <a:pt x="5503457" y="2163046"/>
                  </a:lnTo>
                  <a:lnTo>
                    <a:pt x="5503793" y="2160294"/>
                  </a:lnTo>
                  <a:lnTo>
                    <a:pt x="5504130" y="2157097"/>
                  </a:lnTo>
                  <a:lnTo>
                    <a:pt x="5504466" y="2154436"/>
                  </a:lnTo>
                  <a:lnTo>
                    <a:pt x="5504803" y="2151472"/>
                  </a:lnTo>
                  <a:lnTo>
                    <a:pt x="5505139" y="2148437"/>
                  </a:lnTo>
                  <a:lnTo>
                    <a:pt x="5505476" y="2144666"/>
                  </a:lnTo>
                  <a:lnTo>
                    <a:pt x="5505812" y="2140389"/>
                  </a:lnTo>
                  <a:lnTo>
                    <a:pt x="5506148" y="2135986"/>
                  </a:lnTo>
                  <a:lnTo>
                    <a:pt x="5506485" y="2131637"/>
                  </a:lnTo>
                  <a:lnTo>
                    <a:pt x="5506821" y="2127270"/>
                  </a:lnTo>
                  <a:lnTo>
                    <a:pt x="5507158" y="2124161"/>
                  </a:lnTo>
                  <a:lnTo>
                    <a:pt x="5507494" y="2122290"/>
                  </a:lnTo>
                  <a:lnTo>
                    <a:pt x="5507831" y="2121172"/>
                  </a:lnTo>
                  <a:lnTo>
                    <a:pt x="5508167" y="2120836"/>
                  </a:lnTo>
                  <a:lnTo>
                    <a:pt x="5508504" y="2120512"/>
                  </a:lnTo>
                  <a:lnTo>
                    <a:pt x="5508840" y="2120302"/>
                  </a:lnTo>
                  <a:lnTo>
                    <a:pt x="5509177" y="2120225"/>
                  </a:lnTo>
                  <a:lnTo>
                    <a:pt x="5509513" y="2120471"/>
                  </a:lnTo>
                  <a:lnTo>
                    <a:pt x="5509850" y="2120477"/>
                  </a:lnTo>
                  <a:lnTo>
                    <a:pt x="5510186" y="2120536"/>
                  </a:lnTo>
                  <a:lnTo>
                    <a:pt x="5510522" y="2121104"/>
                  </a:lnTo>
                  <a:lnTo>
                    <a:pt x="5510859" y="2122191"/>
                  </a:lnTo>
                  <a:lnTo>
                    <a:pt x="5511195" y="2123431"/>
                  </a:lnTo>
                  <a:lnTo>
                    <a:pt x="5511532" y="2124515"/>
                  </a:lnTo>
                  <a:lnTo>
                    <a:pt x="5511868" y="2125071"/>
                  </a:lnTo>
                  <a:lnTo>
                    <a:pt x="5512205" y="2124467"/>
                  </a:lnTo>
                  <a:lnTo>
                    <a:pt x="5512541" y="2123321"/>
                  </a:lnTo>
                  <a:lnTo>
                    <a:pt x="5512878" y="2121932"/>
                  </a:lnTo>
                  <a:lnTo>
                    <a:pt x="5513214" y="2120338"/>
                  </a:lnTo>
                  <a:lnTo>
                    <a:pt x="5513551" y="2118943"/>
                  </a:lnTo>
                  <a:lnTo>
                    <a:pt x="5513887" y="2117773"/>
                  </a:lnTo>
                  <a:lnTo>
                    <a:pt x="5514224" y="2116901"/>
                  </a:lnTo>
                  <a:lnTo>
                    <a:pt x="5514560" y="2116522"/>
                  </a:lnTo>
                  <a:lnTo>
                    <a:pt x="5514896" y="2116453"/>
                  </a:lnTo>
                  <a:lnTo>
                    <a:pt x="5515233" y="2116286"/>
                  </a:lnTo>
                  <a:lnTo>
                    <a:pt x="5515569" y="2116211"/>
                  </a:lnTo>
                  <a:lnTo>
                    <a:pt x="5515906" y="2116318"/>
                  </a:lnTo>
                  <a:lnTo>
                    <a:pt x="5516242" y="2114558"/>
                  </a:lnTo>
                  <a:lnTo>
                    <a:pt x="5516579" y="2112633"/>
                  </a:lnTo>
                  <a:lnTo>
                    <a:pt x="5516915" y="2111641"/>
                  </a:lnTo>
                  <a:lnTo>
                    <a:pt x="5517252" y="2111282"/>
                  </a:lnTo>
                  <a:lnTo>
                    <a:pt x="5517588" y="2110908"/>
                  </a:lnTo>
                  <a:lnTo>
                    <a:pt x="5517925" y="2110204"/>
                  </a:lnTo>
                  <a:lnTo>
                    <a:pt x="5518261" y="2109651"/>
                  </a:lnTo>
                  <a:lnTo>
                    <a:pt x="5518598" y="2108767"/>
                  </a:lnTo>
                  <a:lnTo>
                    <a:pt x="5518934" y="2107661"/>
                  </a:lnTo>
                  <a:lnTo>
                    <a:pt x="5519270" y="2106892"/>
                  </a:lnTo>
                  <a:lnTo>
                    <a:pt x="5519607" y="2106741"/>
                  </a:lnTo>
                  <a:lnTo>
                    <a:pt x="5519943" y="2107352"/>
                  </a:lnTo>
                  <a:lnTo>
                    <a:pt x="5520280" y="2109748"/>
                  </a:lnTo>
                  <a:lnTo>
                    <a:pt x="5520616" y="2113118"/>
                  </a:lnTo>
                  <a:lnTo>
                    <a:pt x="5520953" y="2116631"/>
                  </a:lnTo>
                  <a:lnTo>
                    <a:pt x="5521289" y="2120480"/>
                  </a:lnTo>
                  <a:lnTo>
                    <a:pt x="5521626" y="2124830"/>
                  </a:lnTo>
                  <a:lnTo>
                    <a:pt x="5521962" y="2128872"/>
                  </a:lnTo>
                  <a:lnTo>
                    <a:pt x="5522299" y="2132706"/>
                  </a:lnTo>
                  <a:lnTo>
                    <a:pt x="5522635" y="2136245"/>
                  </a:lnTo>
                  <a:lnTo>
                    <a:pt x="5522971" y="2139866"/>
                  </a:lnTo>
                  <a:lnTo>
                    <a:pt x="5523308" y="2143605"/>
                  </a:lnTo>
                  <a:lnTo>
                    <a:pt x="5523644" y="2147687"/>
                  </a:lnTo>
                  <a:lnTo>
                    <a:pt x="5523981" y="2151558"/>
                  </a:lnTo>
                  <a:lnTo>
                    <a:pt x="5524317" y="2155177"/>
                  </a:lnTo>
                  <a:lnTo>
                    <a:pt x="5524654" y="2158130"/>
                  </a:lnTo>
                  <a:lnTo>
                    <a:pt x="5524990" y="2160548"/>
                  </a:lnTo>
                  <a:lnTo>
                    <a:pt x="5525327" y="2162396"/>
                  </a:lnTo>
                  <a:lnTo>
                    <a:pt x="5525663" y="2163418"/>
                  </a:lnTo>
                  <a:lnTo>
                    <a:pt x="5526000" y="2163289"/>
                  </a:lnTo>
                  <a:lnTo>
                    <a:pt x="5526336" y="2163317"/>
                  </a:lnTo>
                  <a:lnTo>
                    <a:pt x="5526673" y="2163210"/>
                  </a:lnTo>
                  <a:lnTo>
                    <a:pt x="5527009" y="2163181"/>
                  </a:lnTo>
                  <a:lnTo>
                    <a:pt x="5527345" y="2163540"/>
                  </a:lnTo>
                  <a:lnTo>
                    <a:pt x="5527682" y="2164043"/>
                  </a:lnTo>
                  <a:lnTo>
                    <a:pt x="5528018" y="2164381"/>
                  </a:lnTo>
                  <a:lnTo>
                    <a:pt x="5528355" y="2164417"/>
                  </a:lnTo>
                  <a:lnTo>
                    <a:pt x="5528691" y="2163906"/>
                  </a:lnTo>
                  <a:lnTo>
                    <a:pt x="5529028" y="2162714"/>
                  </a:lnTo>
                  <a:lnTo>
                    <a:pt x="5529364" y="2160544"/>
                  </a:lnTo>
                  <a:lnTo>
                    <a:pt x="5529701" y="2159264"/>
                  </a:lnTo>
                  <a:lnTo>
                    <a:pt x="5530037" y="2157844"/>
                  </a:lnTo>
                  <a:lnTo>
                    <a:pt x="5530374" y="2156503"/>
                  </a:lnTo>
                  <a:lnTo>
                    <a:pt x="5530710" y="2155111"/>
                  </a:lnTo>
                  <a:lnTo>
                    <a:pt x="5531047" y="2153636"/>
                  </a:lnTo>
                  <a:lnTo>
                    <a:pt x="5531383" y="2151995"/>
                  </a:lnTo>
                  <a:lnTo>
                    <a:pt x="5531719" y="2149841"/>
                  </a:lnTo>
                  <a:lnTo>
                    <a:pt x="5532056" y="2147172"/>
                  </a:lnTo>
                  <a:lnTo>
                    <a:pt x="5532392" y="2143804"/>
                  </a:lnTo>
                  <a:lnTo>
                    <a:pt x="5532729" y="2140122"/>
                  </a:lnTo>
                  <a:lnTo>
                    <a:pt x="5533065" y="2136348"/>
                  </a:lnTo>
                  <a:lnTo>
                    <a:pt x="5533402" y="2132794"/>
                  </a:lnTo>
                  <a:lnTo>
                    <a:pt x="5533738" y="2129130"/>
                  </a:lnTo>
                  <a:lnTo>
                    <a:pt x="5534075" y="2125476"/>
                  </a:lnTo>
                  <a:lnTo>
                    <a:pt x="5534411" y="2122162"/>
                  </a:lnTo>
                  <a:lnTo>
                    <a:pt x="5534748" y="2119068"/>
                  </a:lnTo>
                  <a:lnTo>
                    <a:pt x="5535084" y="2115721"/>
                  </a:lnTo>
                  <a:lnTo>
                    <a:pt x="5535421" y="2110556"/>
                  </a:lnTo>
                  <a:lnTo>
                    <a:pt x="5535757" y="2105340"/>
                  </a:lnTo>
                  <a:lnTo>
                    <a:pt x="5536093" y="2099722"/>
                  </a:lnTo>
                  <a:lnTo>
                    <a:pt x="5536430" y="2094075"/>
                  </a:lnTo>
                  <a:lnTo>
                    <a:pt x="5536766" y="2089068"/>
                  </a:lnTo>
                  <a:lnTo>
                    <a:pt x="5537103" y="2084046"/>
                  </a:lnTo>
                  <a:lnTo>
                    <a:pt x="5537439" y="2079318"/>
                  </a:lnTo>
                  <a:lnTo>
                    <a:pt x="5537776" y="2074972"/>
                  </a:lnTo>
                  <a:lnTo>
                    <a:pt x="5538112" y="2070561"/>
                  </a:lnTo>
                  <a:lnTo>
                    <a:pt x="5538449" y="2065553"/>
                  </a:lnTo>
                  <a:lnTo>
                    <a:pt x="5538785" y="2060072"/>
                  </a:lnTo>
                  <a:lnTo>
                    <a:pt x="5539122" y="2054777"/>
                  </a:lnTo>
                  <a:lnTo>
                    <a:pt x="5539458" y="2049971"/>
                  </a:lnTo>
                  <a:lnTo>
                    <a:pt x="5539795" y="2045186"/>
                  </a:lnTo>
                  <a:lnTo>
                    <a:pt x="5540131" y="2041213"/>
                  </a:lnTo>
                  <a:lnTo>
                    <a:pt x="5540467" y="2037118"/>
                  </a:lnTo>
                  <a:lnTo>
                    <a:pt x="5540804" y="2032484"/>
                  </a:lnTo>
                  <a:lnTo>
                    <a:pt x="5541140" y="2027951"/>
                  </a:lnTo>
                  <a:lnTo>
                    <a:pt x="5541477" y="2023195"/>
                  </a:lnTo>
                  <a:lnTo>
                    <a:pt x="5541813" y="2017828"/>
                  </a:lnTo>
                  <a:lnTo>
                    <a:pt x="5542150" y="2011922"/>
                  </a:lnTo>
                  <a:lnTo>
                    <a:pt x="5542486" y="2005471"/>
                  </a:lnTo>
                  <a:lnTo>
                    <a:pt x="5542823" y="1998330"/>
                  </a:lnTo>
                  <a:lnTo>
                    <a:pt x="5543159" y="1990923"/>
                  </a:lnTo>
                  <a:lnTo>
                    <a:pt x="5543496" y="1982840"/>
                  </a:lnTo>
                  <a:lnTo>
                    <a:pt x="5543832" y="1975268"/>
                  </a:lnTo>
                  <a:lnTo>
                    <a:pt x="5544169" y="1968041"/>
                  </a:lnTo>
                  <a:lnTo>
                    <a:pt x="5544505" y="1960404"/>
                  </a:lnTo>
                  <a:lnTo>
                    <a:pt x="5544841" y="1952070"/>
                  </a:lnTo>
                  <a:lnTo>
                    <a:pt x="5545178" y="1945089"/>
                  </a:lnTo>
                  <a:lnTo>
                    <a:pt x="5545514" y="1938620"/>
                  </a:lnTo>
                  <a:lnTo>
                    <a:pt x="5545851" y="1933113"/>
                  </a:lnTo>
                  <a:lnTo>
                    <a:pt x="5546187" y="1927400"/>
                  </a:lnTo>
                  <a:lnTo>
                    <a:pt x="5546524" y="1921956"/>
                  </a:lnTo>
                  <a:lnTo>
                    <a:pt x="5546860" y="1916466"/>
                  </a:lnTo>
                  <a:lnTo>
                    <a:pt x="5547197" y="1911400"/>
                  </a:lnTo>
                  <a:lnTo>
                    <a:pt x="5547533" y="1906689"/>
                  </a:lnTo>
                  <a:lnTo>
                    <a:pt x="5547870" y="1902387"/>
                  </a:lnTo>
                  <a:lnTo>
                    <a:pt x="5548206" y="1898295"/>
                  </a:lnTo>
                  <a:lnTo>
                    <a:pt x="5548543" y="1894359"/>
                  </a:lnTo>
                  <a:lnTo>
                    <a:pt x="5548879" y="1890392"/>
                  </a:lnTo>
                  <a:lnTo>
                    <a:pt x="5549215" y="1886163"/>
                  </a:lnTo>
                  <a:lnTo>
                    <a:pt x="5549552" y="1881903"/>
                  </a:lnTo>
                  <a:lnTo>
                    <a:pt x="5549888" y="1877957"/>
                  </a:lnTo>
                  <a:lnTo>
                    <a:pt x="5550225" y="1874510"/>
                  </a:lnTo>
                  <a:lnTo>
                    <a:pt x="5550561" y="1870853"/>
                  </a:lnTo>
                  <a:lnTo>
                    <a:pt x="5550898" y="1866861"/>
                  </a:lnTo>
                  <a:lnTo>
                    <a:pt x="5551234" y="1861305"/>
                  </a:lnTo>
                  <a:lnTo>
                    <a:pt x="5551571" y="1856156"/>
                  </a:lnTo>
                  <a:lnTo>
                    <a:pt x="5551907" y="1852427"/>
                  </a:lnTo>
                  <a:lnTo>
                    <a:pt x="5552244" y="1848739"/>
                  </a:lnTo>
                  <a:lnTo>
                    <a:pt x="5552580" y="1845662"/>
                  </a:lnTo>
                  <a:lnTo>
                    <a:pt x="5552916" y="1841953"/>
                  </a:lnTo>
                  <a:lnTo>
                    <a:pt x="5553253" y="1837709"/>
                  </a:lnTo>
                  <a:lnTo>
                    <a:pt x="5553589" y="1833609"/>
                  </a:lnTo>
                  <a:lnTo>
                    <a:pt x="5553926" y="1829459"/>
                  </a:lnTo>
                  <a:lnTo>
                    <a:pt x="5554262" y="1825205"/>
                  </a:lnTo>
                  <a:lnTo>
                    <a:pt x="5554599" y="1820672"/>
                  </a:lnTo>
                  <a:lnTo>
                    <a:pt x="5554935" y="1817786"/>
                  </a:lnTo>
                  <a:lnTo>
                    <a:pt x="5555272" y="1815173"/>
                  </a:lnTo>
                  <a:lnTo>
                    <a:pt x="5555608" y="1813353"/>
                  </a:lnTo>
                  <a:lnTo>
                    <a:pt x="5555945" y="1811187"/>
                  </a:lnTo>
                  <a:lnTo>
                    <a:pt x="5556281" y="1808292"/>
                  </a:lnTo>
                  <a:lnTo>
                    <a:pt x="5556618" y="1805417"/>
                  </a:lnTo>
                  <a:lnTo>
                    <a:pt x="5556954" y="1802032"/>
                  </a:lnTo>
                  <a:lnTo>
                    <a:pt x="5557290" y="1799087"/>
                  </a:lnTo>
                  <a:lnTo>
                    <a:pt x="5557627" y="1795935"/>
                  </a:lnTo>
                  <a:lnTo>
                    <a:pt x="5557963" y="1792990"/>
                  </a:lnTo>
                  <a:lnTo>
                    <a:pt x="5558300" y="1791222"/>
                  </a:lnTo>
                  <a:lnTo>
                    <a:pt x="5558636" y="1789941"/>
                  </a:lnTo>
                  <a:lnTo>
                    <a:pt x="5558973" y="1788812"/>
                  </a:lnTo>
                  <a:lnTo>
                    <a:pt x="5559309" y="1787485"/>
                  </a:lnTo>
                  <a:lnTo>
                    <a:pt x="5559646" y="1786276"/>
                  </a:lnTo>
                  <a:lnTo>
                    <a:pt x="5559982" y="1784766"/>
                  </a:lnTo>
                  <a:lnTo>
                    <a:pt x="5560319" y="1782996"/>
                  </a:lnTo>
                  <a:lnTo>
                    <a:pt x="5560655" y="1781165"/>
                  </a:lnTo>
                  <a:lnTo>
                    <a:pt x="5560992" y="1779822"/>
                  </a:lnTo>
                  <a:lnTo>
                    <a:pt x="5561328" y="1778523"/>
                  </a:lnTo>
                  <a:lnTo>
                    <a:pt x="5561664" y="1778010"/>
                  </a:lnTo>
                  <a:lnTo>
                    <a:pt x="5562001" y="1776509"/>
                  </a:lnTo>
                  <a:lnTo>
                    <a:pt x="5562337" y="1774739"/>
                  </a:lnTo>
                  <a:lnTo>
                    <a:pt x="5562674" y="1772630"/>
                  </a:lnTo>
                  <a:lnTo>
                    <a:pt x="5563010" y="1769930"/>
                  </a:lnTo>
                  <a:lnTo>
                    <a:pt x="5563347" y="1766771"/>
                  </a:lnTo>
                  <a:lnTo>
                    <a:pt x="5563683" y="1764194"/>
                  </a:lnTo>
                  <a:lnTo>
                    <a:pt x="5564020" y="1761459"/>
                  </a:lnTo>
                  <a:lnTo>
                    <a:pt x="5564356" y="1758387"/>
                  </a:lnTo>
                  <a:lnTo>
                    <a:pt x="5564693" y="1756016"/>
                  </a:lnTo>
                  <a:lnTo>
                    <a:pt x="5565029" y="1754637"/>
                  </a:lnTo>
                  <a:lnTo>
                    <a:pt x="5565366" y="1752255"/>
                  </a:lnTo>
                  <a:lnTo>
                    <a:pt x="5565702" y="1749940"/>
                  </a:lnTo>
                  <a:lnTo>
                    <a:pt x="5566038" y="1747615"/>
                  </a:lnTo>
                  <a:lnTo>
                    <a:pt x="5566375" y="1745313"/>
                  </a:lnTo>
                  <a:lnTo>
                    <a:pt x="5566711" y="1742903"/>
                  </a:lnTo>
                  <a:lnTo>
                    <a:pt x="5567048" y="1740413"/>
                  </a:lnTo>
                  <a:lnTo>
                    <a:pt x="5567384" y="1737888"/>
                  </a:lnTo>
                  <a:lnTo>
                    <a:pt x="5567721" y="1735158"/>
                  </a:lnTo>
                  <a:lnTo>
                    <a:pt x="5568057" y="1732644"/>
                  </a:lnTo>
                  <a:lnTo>
                    <a:pt x="5568394" y="1730284"/>
                  </a:lnTo>
                  <a:lnTo>
                    <a:pt x="5568730" y="1728173"/>
                  </a:lnTo>
                  <a:lnTo>
                    <a:pt x="5569067" y="1726714"/>
                  </a:lnTo>
                  <a:lnTo>
                    <a:pt x="5569403" y="1725479"/>
                  </a:lnTo>
                  <a:lnTo>
                    <a:pt x="5569740" y="1724983"/>
                  </a:lnTo>
                  <a:lnTo>
                    <a:pt x="5570076" y="1724494"/>
                  </a:lnTo>
                  <a:lnTo>
                    <a:pt x="5570412" y="1724818"/>
                  </a:lnTo>
                  <a:lnTo>
                    <a:pt x="5570749" y="1725665"/>
                  </a:lnTo>
                  <a:lnTo>
                    <a:pt x="5571085" y="1726549"/>
                  </a:lnTo>
                  <a:lnTo>
                    <a:pt x="5571422" y="1727914"/>
                  </a:lnTo>
                  <a:lnTo>
                    <a:pt x="5571758" y="1728413"/>
                  </a:lnTo>
                  <a:lnTo>
                    <a:pt x="5572095" y="1729243"/>
                  </a:lnTo>
                  <a:lnTo>
                    <a:pt x="5572431" y="1730561"/>
                  </a:lnTo>
                  <a:lnTo>
                    <a:pt x="5572768" y="1733247"/>
                  </a:lnTo>
                  <a:lnTo>
                    <a:pt x="5573104" y="1736877"/>
                  </a:lnTo>
                  <a:lnTo>
                    <a:pt x="5573441" y="1741532"/>
                  </a:lnTo>
                  <a:lnTo>
                    <a:pt x="5573777" y="1747067"/>
                  </a:lnTo>
                  <a:lnTo>
                    <a:pt x="5574114" y="1752870"/>
                  </a:lnTo>
                  <a:lnTo>
                    <a:pt x="5574450" y="1758020"/>
                  </a:lnTo>
                  <a:lnTo>
                    <a:pt x="5574786" y="1763008"/>
                  </a:lnTo>
                  <a:lnTo>
                    <a:pt x="5575123" y="1768624"/>
                  </a:lnTo>
                  <a:lnTo>
                    <a:pt x="5575459" y="1774362"/>
                  </a:lnTo>
                  <a:lnTo>
                    <a:pt x="5575796" y="1780391"/>
                  </a:lnTo>
                  <a:lnTo>
                    <a:pt x="5576132" y="1787095"/>
                  </a:lnTo>
                  <a:lnTo>
                    <a:pt x="5576469" y="1794313"/>
                  </a:lnTo>
                  <a:lnTo>
                    <a:pt x="5576805" y="1801460"/>
                  </a:lnTo>
                  <a:lnTo>
                    <a:pt x="5577142" y="1808905"/>
                  </a:lnTo>
                  <a:lnTo>
                    <a:pt x="5577478" y="1816360"/>
                  </a:lnTo>
                  <a:lnTo>
                    <a:pt x="5577815" y="1823156"/>
                  </a:lnTo>
                  <a:lnTo>
                    <a:pt x="5578151" y="1829397"/>
                  </a:lnTo>
                  <a:lnTo>
                    <a:pt x="5578488" y="1835133"/>
                  </a:lnTo>
                  <a:lnTo>
                    <a:pt x="5578824" y="1840472"/>
                  </a:lnTo>
                  <a:lnTo>
                    <a:pt x="5579160" y="1845850"/>
                  </a:lnTo>
                  <a:lnTo>
                    <a:pt x="5579497" y="1851720"/>
                  </a:lnTo>
                  <a:lnTo>
                    <a:pt x="5579833" y="1857637"/>
                  </a:lnTo>
                  <a:lnTo>
                    <a:pt x="5580170" y="1863020"/>
                  </a:lnTo>
                  <a:lnTo>
                    <a:pt x="5580506" y="1867969"/>
                  </a:lnTo>
                  <a:lnTo>
                    <a:pt x="5580843" y="1872590"/>
                  </a:lnTo>
                  <a:lnTo>
                    <a:pt x="5581179" y="1876683"/>
                  </a:lnTo>
                  <a:lnTo>
                    <a:pt x="5581516" y="1880178"/>
                  </a:lnTo>
                  <a:lnTo>
                    <a:pt x="5581852" y="1883359"/>
                  </a:lnTo>
                  <a:lnTo>
                    <a:pt x="5582189" y="1886675"/>
                  </a:lnTo>
                  <a:lnTo>
                    <a:pt x="5582525" y="1890370"/>
                  </a:lnTo>
                  <a:lnTo>
                    <a:pt x="5582862" y="1893901"/>
                  </a:lnTo>
                  <a:lnTo>
                    <a:pt x="5583198" y="1897034"/>
                  </a:lnTo>
                  <a:lnTo>
                    <a:pt x="5583534" y="1901912"/>
                  </a:lnTo>
                  <a:lnTo>
                    <a:pt x="5583871" y="1906783"/>
                  </a:lnTo>
                  <a:lnTo>
                    <a:pt x="5584207" y="1911029"/>
                  </a:lnTo>
                  <a:lnTo>
                    <a:pt x="5584544" y="1914477"/>
                  </a:lnTo>
                  <a:lnTo>
                    <a:pt x="5584880" y="1917351"/>
                  </a:lnTo>
                  <a:lnTo>
                    <a:pt x="5585217" y="1920354"/>
                  </a:lnTo>
                  <a:lnTo>
                    <a:pt x="5585553" y="1923206"/>
                  </a:lnTo>
                  <a:lnTo>
                    <a:pt x="5585890" y="1926065"/>
                  </a:lnTo>
                  <a:lnTo>
                    <a:pt x="5586226" y="1928795"/>
                  </a:lnTo>
                  <a:lnTo>
                    <a:pt x="5586563" y="1931238"/>
                  </a:lnTo>
                  <a:lnTo>
                    <a:pt x="5586899" y="1933278"/>
                  </a:lnTo>
                  <a:lnTo>
                    <a:pt x="5587235" y="1934442"/>
                  </a:lnTo>
                  <a:lnTo>
                    <a:pt x="5587572" y="1933684"/>
                  </a:lnTo>
                  <a:lnTo>
                    <a:pt x="5587908" y="1932247"/>
                  </a:lnTo>
                  <a:lnTo>
                    <a:pt x="5588245" y="1930695"/>
                  </a:lnTo>
                  <a:lnTo>
                    <a:pt x="5588581" y="1928620"/>
                  </a:lnTo>
                  <a:lnTo>
                    <a:pt x="5588918" y="1925901"/>
                  </a:lnTo>
                  <a:lnTo>
                    <a:pt x="5589254" y="1923159"/>
                  </a:lnTo>
                  <a:lnTo>
                    <a:pt x="5589591" y="1920504"/>
                  </a:lnTo>
                  <a:lnTo>
                    <a:pt x="5589927" y="1918121"/>
                  </a:lnTo>
                  <a:lnTo>
                    <a:pt x="5590264" y="1915687"/>
                  </a:lnTo>
                  <a:lnTo>
                    <a:pt x="5590600" y="1913076"/>
                  </a:lnTo>
                  <a:lnTo>
                    <a:pt x="5590937" y="1909956"/>
                  </a:lnTo>
                  <a:lnTo>
                    <a:pt x="5591273" y="1906954"/>
                  </a:lnTo>
                  <a:lnTo>
                    <a:pt x="5591609" y="1904175"/>
                  </a:lnTo>
                  <a:lnTo>
                    <a:pt x="5591946" y="1901424"/>
                  </a:lnTo>
                  <a:lnTo>
                    <a:pt x="5592282" y="1898668"/>
                  </a:lnTo>
                  <a:lnTo>
                    <a:pt x="5592619" y="1896037"/>
                  </a:lnTo>
                  <a:lnTo>
                    <a:pt x="5592955" y="1893729"/>
                  </a:lnTo>
                  <a:lnTo>
                    <a:pt x="5593292" y="1892335"/>
                  </a:lnTo>
                  <a:lnTo>
                    <a:pt x="5593628" y="1890726"/>
                  </a:lnTo>
                  <a:lnTo>
                    <a:pt x="5593965" y="1889476"/>
                  </a:lnTo>
                  <a:lnTo>
                    <a:pt x="5594301" y="1888370"/>
                  </a:lnTo>
                  <a:lnTo>
                    <a:pt x="5594638" y="1887256"/>
                  </a:lnTo>
                  <a:lnTo>
                    <a:pt x="5594974" y="1886078"/>
                  </a:lnTo>
                  <a:lnTo>
                    <a:pt x="5595311" y="1884785"/>
                  </a:lnTo>
                  <a:lnTo>
                    <a:pt x="5595647" y="1884358"/>
                  </a:lnTo>
                  <a:lnTo>
                    <a:pt x="5595983" y="1884331"/>
                  </a:lnTo>
                  <a:lnTo>
                    <a:pt x="5596320" y="1884803"/>
                  </a:lnTo>
                  <a:lnTo>
                    <a:pt x="5596656" y="1886041"/>
                  </a:lnTo>
                  <a:lnTo>
                    <a:pt x="5596993" y="1886596"/>
                  </a:lnTo>
                  <a:lnTo>
                    <a:pt x="5597329" y="1887748"/>
                  </a:lnTo>
                  <a:lnTo>
                    <a:pt x="5597666" y="1889329"/>
                  </a:lnTo>
                  <a:lnTo>
                    <a:pt x="5598002" y="1891182"/>
                  </a:lnTo>
                  <a:lnTo>
                    <a:pt x="5598339" y="1893401"/>
                  </a:lnTo>
                  <a:lnTo>
                    <a:pt x="5598675" y="1896017"/>
                  </a:lnTo>
                  <a:lnTo>
                    <a:pt x="5599012" y="1899152"/>
                  </a:lnTo>
                  <a:lnTo>
                    <a:pt x="5599348" y="1902502"/>
                  </a:lnTo>
                  <a:lnTo>
                    <a:pt x="5599685" y="1906254"/>
                  </a:lnTo>
                  <a:lnTo>
                    <a:pt x="5600021" y="1910336"/>
                  </a:lnTo>
                  <a:lnTo>
                    <a:pt x="5600357" y="1914759"/>
                  </a:lnTo>
                  <a:lnTo>
                    <a:pt x="5600694" y="1919500"/>
                  </a:lnTo>
                  <a:lnTo>
                    <a:pt x="5601030" y="1924938"/>
                  </a:lnTo>
                  <a:lnTo>
                    <a:pt x="5601367" y="1930622"/>
                  </a:lnTo>
                  <a:lnTo>
                    <a:pt x="5601703" y="1935941"/>
                  </a:lnTo>
                  <a:lnTo>
                    <a:pt x="5602040" y="1941046"/>
                  </a:lnTo>
                  <a:lnTo>
                    <a:pt x="5602376" y="1946182"/>
                  </a:lnTo>
                  <a:lnTo>
                    <a:pt x="5602713" y="1952993"/>
                  </a:lnTo>
                  <a:lnTo>
                    <a:pt x="5603049" y="1959976"/>
                  </a:lnTo>
                  <a:lnTo>
                    <a:pt x="5603386" y="1967606"/>
                  </a:lnTo>
                  <a:lnTo>
                    <a:pt x="5603722" y="1975336"/>
                  </a:lnTo>
                  <a:lnTo>
                    <a:pt x="5604059" y="1982563"/>
                  </a:lnTo>
                  <a:lnTo>
                    <a:pt x="5604395" y="1989884"/>
                  </a:lnTo>
                  <a:lnTo>
                    <a:pt x="5604731" y="1996946"/>
                  </a:lnTo>
                  <a:lnTo>
                    <a:pt x="5605068" y="2003592"/>
                  </a:lnTo>
                  <a:lnTo>
                    <a:pt x="5605404" y="2010187"/>
                  </a:lnTo>
                  <a:lnTo>
                    <a:pt x="5605741" y="2016833"/>
                  </a:lnTo>
                  <a:lnTo>
                    <a:pt x="5606077" y="2023564"/>
                  </a:lnTo>
                  <a:lnTo>
                    <a:pt x="5606414" y="2029527"/>
                  </a:lnTo>
                  <a:lnTo>
                    <a:pt x="5606750" y="2034707"/>
                  </a:lnTo>
                  <a:lnTo>
                    <a:pt x="5607087" y="2039722"/>
                  </a:lnTo>
                  <a:lnTo>
                    <a:pt x="5607423" y="2044320"/>
                  </a:lnTo>
                  <a:lnTo>
                    <a:pt x="5607760" y="2048716"/>
                  </a:lnTo>
                  <a:lnTo>
                    <a:pt x="5608096" y="2053559"/>
                  </a:lnTo>
                  <a:lnTo>
                    <a:pt x="5608433" y="2058092"/>
                  </a:lnTo>
                  <a:lnTo>
                    <a:pt x="5608769" y="2062546"/>
                  </a:lnTo>
                  <a:lnTo>
                    <a:pt x="5609105" y="2067417"/>
                  </a:lnTo>
                  <a:lnTo>
                    <a:pt x="5609442" y="2072741"/>
                  </a:lnTo>
                  <a:lnTo>
                    <a:pt x="5609778" y="2078244"/>
                  </a:lnTo>
                  <a:lnTo>
                    <a:pt x="5610115" y="2084250"/>
                  </a:lnTo>
                  <a:lnTo>
                    <a:pt x="5610451" y="2090579"/>
                  </a:lnTo>
                  <a:lnTo>
                    <a:pt x="5610788" y="2097634"/>
                  </a:lnTo>
                  <a:lnTo>
                    <a:pt x="5611124" y="2104050"/>
                  </a:lnTo>
                  <a:lnTo>
                    <a:pt x="5611461" y="2110487"/>
                  </a:lnTo>
                  <a:lnTo>
                    <a:pt x="5611797" y="2117636"/>
                  </a:lnTo>
                  <a:lnTo>
                    <a:pt x="5612134" y="2125474"/>
                  </a:lnTo>
                  <a:lnTo>
                    <a:pt x="5612470" y="2131628"/>
                  </a:lnTo>
                  <a:lnTo>
                    <a:pt x="5612807" y="2137429"/>
                  </a:lnTo>
                  <a:lnTo>
                    <a:pt x="5613143" y="2142167"/>
                  </a:lnTo>
                  <a:lnTo>
                    <a:pt x="5613479" y="2146314"/>
                  </a:lnTo>
                  <a:lnTo>
                    <a:pt x="5613816" y="2150639"/>
                  </a:lnTo>
                  <a:lnTo>
                    <a:pt x="5614152" y="2155101"/>
                  </a:lnTo>
                  <a:lnTo>
                    <a:pt x="5614489" y="2158941"/>
                  </a:lnTo>
                  <a:lnTo>
                    <a:pt x="5614825" y="2163370"/>
                  </a:lnTo>
                  <a:lnTo>
                    <a:pt x="5615162" y="2167284"/>
                  </a:lnTo>
                  <a:lnTo>
                    <a:pt x="5615498" y="2170646"/>
                  </a:lnTo>
                  <a:lnTo>
                    <a:pt x="5615835" y="2173656"/>
                  </a:lnTo>
                  <a:lnTo>
                    <a:pt x="5616171" y="2176466"/>
                  </a:lnTo>
                  <a:lnTo>
                    <a:pt x="5616508" y="2179339"/>
                  </a:lnTo>
                  <a:lnTo>
                    <a:pt x="5616844" y="2181998"/>
                  </a:lnTo>
                  <a:lnTo>
                    <a:pt x="5617181" y="2184358"/>
                  </a:lnTo>
                  <a:lnTo>
                    <a:pt x="5617517" y="2186105"/>
                  </a:lnTo>
                  <a:lnTo>
                    <a:pt x="5617853" y="2187925"/>
                  </a:lnTo>
                  <a:lnTo>
                    <a:pt x="5618190" y="2190096"/>
                  </a:lnTo>
                  <a:lnTo>
                    <a:pt x="5618526" y="2193923"/>
                  </a:lnTo>
                  <a:lnTo>
                    <a:pt x="5618863" y="2197399"/>
                  </a:lnTo>
                  <a:lnTo>
                    <a:pt x="5619199" y="2200675"/>
                  </a:lnTo>
                  <a:lnTo>
                    <a:pt x="5619536" y="2204021"/>
                  </a:lnTo>
                  <a:lnTo>
                    <a:pt x="5619872" y="2207524"/>
                  </a:lnTo>
                  <a:lnTo>
                    <a:pt x="5620209" y="2211735"/>
                  </a:lnTo>
                  <a:lnTo>
                    <a:pt x="5620545" y="2216922"/>
                  </a:lnTo>
                  <a:lnTo>
                    <a:pt x="5620882" y="2221456"/>
                  </a:lnTo>
                  <a:lnTo>
                    <a:pt x="5621218" y="2226348"/>
                  </a:lnTo>
                  <a:lnTo>
                    <a:pt x="5621554" y="2231664"/>
                  </a:lnTo>
                  <a:lnTo>
                    <a:pt x="5621891" y="2237354"/>
                  </a:lnTo>
                  <a:lnTo>
                    <a:pt x="5622227" y="2241357"/>
                  </a:lnTo>
                  <a:lnTo>
                    <a:pt x="5622564" y="2245180"/>
                  </a:lnTo>
                  <a:lnTo>
                    <a:pt x="5622900" y="2248497"/>
                  </a:lnTo>
                  <a:lnTo>
                    <a:pt x="5623237" y="2252138"/>
                  </a:lnTo>
                  <a:lnTo>
                    <a:pt x="5623573" y="2256042"/>
                  </a:lnTo>
                  <a:lnTo>
                    <a:pt x="5623910" y="2259391"/>
                  </a:lnTo>
                  <a:lnTo>
                    <a:pt x="5624246" y="2262617"/>
                  </a:lnTo>
                  <a:lnTo>
                    <a:pt x="5624583" y="2265614"/>
                  </a:lnTo>
                  <a:lnTo>
                    <a:pt x="5624919" y="2268429"/>
                  </a:lnTo>
                  <a:lnTo>
                    <a:pt x="5625256" y="2270993"/>
                  </a:lnTo>
                  <a:lnTo>
                    <a:pt x="5625592" y="2273249"/>
                  </a:lnTo>
                  <a:lnTo>
                    <a:pt x="5625928" y="2275665"/>
                  </a:lnTo>
                  <a:lnTo>
                    <a:pt x="5626265" y="2278167"/>
                  </a:lnTo>
                  <a:lnTo>
                    <a:pt x="5626601" y="2280305"/>
                  </a:lnTo>
                  <a:lnTo>
                    <a:pt x="5626938" y="2282550"/>
                  </a:lnTo>
                  <a:lnTo>
                    <a:pt x="5627274" y="2285177"/>
                  </a:lnTo>
                  <a:lnTo>
                    <a:pt x="5627611" y="2288100"/>
                  </a:lnTo>
                  <a:lnTo>
                    <a:pt x="5627947" y="2291324"/>
                  </a:lnTo>
                  <a:lnTo>
                    <a:pt x="5628284" y="2294373"/>
                  </a:lnTo>
                  <a:lnTo>
                    <a:pt x="5628620" y="2298165"/>
                  </a:lnTo>
                  <a:lnTo>
                    <a:pt x="5628957" y="2301597"/>
                  </a:lnTo>
                  <a:lnTo>
                    <a:pt x="5629293" y="2306540"/>
                  </a:lnTo>
                  <a:lnTo>
                    <a:pt x="5629630" y="2311660"/>
                  </a:lnTo>
                  <a:lnTo>
                    <a:pt x="5629966" y="2316978"/>
                  </a:lnTo>
                  <a:lnTo>
                    <a:pt x="5630302" y="2322650"/>
                  </a:lnTo>
                  <a:lnTo>
                    <a:pt x="5630639" y="2328756"/>
                  </a:lnTo>
                  <a:lnTo>
                    <a:pt x="5630975" y="2333997"/>
                  </a:lnTo>
                  <a:lnTo>
                    <a:pt x="5631312" y="2339526"/>
                  </a:lnTo>
                  <a:lnTo>
                    <a:pt x="5631648" y="2345254"/>
                  </a:lnTo>
                  <a:lnTo>
                    <a:pt x="5631985" y="2351538"/>
                  </a:lnTo>
                  <a:lnTo>
                    <a:pt x="5632321" y="2357332"/>
                  </a:lnTo>
                  <a:lnTo>
                    <a:pt x="5632658" y="2364204"/>
                  </a:lnTo>
                  <a:lnTo>
                    <a:pt x="5632994" y="2370578"/>
                  </a:lnTo>
                  <a:lnTo>
                    <a:pt x="5633331" y="2376670"/>
                  </a:lnTo>
                  <a:lnTo>
                    <a:pt x="5633667" y="2382196"/>
                  </a:lnTo>
                  <a:lnTo>
                    <a:pt x="5634004" y="2387645"/>
                  </a:lnTo>
                  <a:lnTo>
                    <a:pt x="5634340" y="2392931"/>
                  </a:lnTo>
                  <a:lnTo>
                    <a:pt x="5634676" y="2398523"/>
                  </a:lnTo>
                  <a:lnTo>
                    <a:pt x="5635013" y="2404342"/>
                  </a:lnTo>
                  <a:lnTo>
                    <a:pt x="5635349" y="2409758"/>
                  </a:lnTo>
                  <a:lnTo>
                    <a:pt x="5635686" y="2414985"/>
                  </a:lnTo>
                  <a:lnTo>
                    <a:pt x="5636022" y="2420049"/>
                  </a:lnTo>
                  <a:lnTo>
                    <a:pt x="5636359" y="2424633"/>
                  </a:lnTo>
                  <a:lnTo>
                    <a:pt x="5636695" y="2429626"/>
                  </a:lnTo>
                  <a:lnTo>
                    <a:pt x="5637032" y="2433936"/>
                  </a:lnTo>
                  <a:lnTo>
                    <a:pt x="5637368" y="2438348"/>
                  </a:lnTo>
                  <a:lnTo>
                    <a:pt x="5637705" y="2443161"/>
                  </a:lnTo>
                  <a:lnTo>
                    <a:pt x="5638041" y="2448111"/>
                  </a:lnTo>
                  <a:lnTo>
                    <a:pt x="5638378" y="2453255"/>
                  </a:lnTo>
                  <a:lnTo>
                    <a:pt x="5638714" y="2458780"/>
                  </a:lnTo>
                  <a:lnTo>
                    <a:pt x="5639050" y="2464312"/>
                  </a:lnTo>
                  <a:lnTo>
                    <a:pt x="5639387" y="2469786"/>
                  </a:lnTo>
                  <a:lnTo>
                    <a:pt x="5639723" y="2474837"/>
                  </a:lnTo>
                  <a:lnTo>
                    <a:pt x="5640060" y="2479269"/>
                  </a:lnTo>
                  <a:lnTo>
                    <a:pt x="5640396" y="2483393"/>
                  </a:lnTo>
                  <a:lnTo>
                    <a:pt x="5640733" y="2486806"/>
                  </a:lnTo>
                  <a:lnTo>
                    <a:pt x="5641069" y="2489888"/>
                  </a:lnTo>
                  <a:lnTo>
                    <a:pt x="5641406" y="2492905"/>
                  </a:lnTo>
                  <a:lnTo>
                    <a:pt x="5641742" y="2496239"/>
                  </a:lnTo>
                  <a:lnTo>
                    <a:pt x="5642079" y="2499608"/>
                  </a:lnTo>
                  <a:lnTo>
                    <a:pt x="5642415" y="2502525"/>
                  </a:lnTo>
                  <a:lnTo>
                    <a:pt x="5642752" y="2505068"/>
                  </a:lnTo>
                  <a:lnTo>
                    <a:pt x="5643088" y="2507288"/>
                  </a:lnTo>
                  <a:lnTo>
                    <a:pt x="5643424" y="2509135"/>
                  </a:lnTo>
                  <a:lnTo>
                    <a:pt x="5643761" y="2510787"/>
                  </a:lnTo>
                  <a:lnTo>
                    <a:pt x="5644097" y="2512324"/>
                  </a:lnTo>
                  <a:lnTo>
                    <a:pt x="5644434" y="2513689"/>
                  </a:lnTo>
                  <a:lnTo>
                    <a:pt x="5644770" y="2514939"/>
                  </a:lnTo>
                  <a:lnTo>
                    <a:pt x="5645107" y="2516190"/>
                  </a:lnTo>
                  <a:lnTo>
                    <a:pt x="5645443" y="2517217"/>
                  </a:lnTo>
                  <a:lnTo>
                    <a:pt x="5645780" y="2518158"/>
                  </a:lnTo>
                  <a:lnTo>
                    <a:pt x="5646116" y="2518733"/>
                  </a:lnTo>
                  <a:lnTo>
                    <a:pt x="5646453" y="2519269"/>
                  </a:lnTo>
                  <a:lnTo>
                    <a:pt x="5646789" y="2519311"/>
                  </a:lnTo>
                  <a:lnTo>
                    <a:pt x="5647126" y="2518992"/>
                  </a:lnTo>
                  <a:lnTo>
                    <a:pt x="5647462" y="2517961"/>
                  </a:lnTo>
                  <a:lnTo>
                    <a:pt x="5647798" y="2516277"/>
                  </a:lnTo>
                  <a:lnTo>
                    <a:pt x="5648135" y="2514587"/>
                  </a:lnTo>
                  <a:lnTo>
                    <a:pt x="5648471" y="2513139"/>
                  </a:lnTo>
                  <a:lnTo>
                    <a:pt x="5648808" y="2510836"/>
                  </a:lnTo>
                  <a:lnTo>
                    <a:pt x="5649144" y="2507819"/>
                  </a:lnTo>
                  <a:lnTo>
                    <a:pt x="5649481" y="2504272"/>
                  </a:lnTo>
                  <a:lnTo>
                    <a:pt x="5649817" y="2500381"/>
                  </a:lnTo>
                  <a:lnTo>
                    <a:pt x="5650154" y="2497205"/>
                  </a:lnTo>
                  <a:lnTo>
                    <a:pt x="5650490" y="2494037"/>
                  </a:lnTo>
                  <a:lnTo>
                    <a:pt x="5650827" y="2490814"/>
                  </a:lnTo>
                  <a:lnTo>
                    <a:pt x="5651163" y="2487836"/>
                  </a:lnTo>
                  <a:lnTo>
                    <a:pt x="5651500" y="2485322"/>
                  </a:lnTo>
                  <a:lnTo>
                    <a:pt x="5651836" y="2483069"/>
                  </a:lnTo>
                  <a:lnTo>
                    <a:pt x="5652172" y="2481073"/>
                  </a:lnTo>
                  <a:lnTo>
                    <a:pt x="5652509" y="2478654"/>
                  </a:lnTo>
                  <a:lnTo>
                    <a:pt x="5652845" y="2476829"/>
                  </a:lnTo>
                  <a:lnTo>
                    <a:pt x="5653182" y="2475073"/>
                  </a:lnTo>
                  <a:lnTo>
                    <a:pt x="5653518" y="2473950"/>
                  </a:lnTo>
                  <a:lnTo>
                    <a:pt x="5653855" y="2473688"/>
                  </a:lnTo>
                  <a:lnTo>
                    <a:pt x="5654191" y="2473193"/>
                  </a:lnTo>
                  <a:lnTo>
                    <a:pt x="5654528" y="2473456"/>
                  </a:lnTo>
                  <a:lnTo>
                    <a:pt x="5654864" y="2474335"/>
                  </a:lnTo>
                  <a:lnTo>
                    <a:pt x="5655201" y="2475680"/>
                  </a:lnTo>
                  <a:lnTo>
                    <a:pt x="5655537" y="2477578"/>
                  </a:lnTo>
                  <a:lnTo>
                    <a:pt x="5655873" y="2479152"/>
                  </a:lnTo>
                  <a:lnTo>
                    <a:pt x="5656210" y="2481580"/>
                  </a:lnTo>
                  <a:lnTo>
                    <a:pt x="5656546" y="2484267"/>
                  </a:lnTo>
                  <a:lnTo>
                    <a:pt x="5656883" y="2486997"/>
                  </a:lnTo>
                  <a:lnTo>
                    <a:pt x="5657219" y="2489619"/>
                  </a:lnTo>
                  <a:lnTo>
                    <a:pt x="5657556" y="2492457"/>
                  </a:lnTo>
                  <a:lnTo>
                    <a:pt x="5657892" y="2495403"/>
                  </a:lnTo>
                  <a:lnTo>
                    <a:pt x="5658229" y="2498700"/>
                  </a:lnTo>
                  <a:lnTo>
                    <a:pt x="5658565" y="2502005"/>
                  </a:lnTo>
                  <a:lnTo>
                    <a:pt x="5658902" y="2505166"/>
                  </a:lnTo>
                  <a:lnTo>
                    <a:pt x="5659238" y="2508456"/>
                  </a:lnTo>
                  <a:lnTo>
                    <a:pt x="5659575" y="2511898"/>
                  </a:lnTo>
                  <a:lnTo>
                    <a:pt x="5659911" y="2515353"/>
                  </a:lnTo>
                  <a:lnTo>
                    <a:pt x="5660247" y="2518780"/>
                  </a:lnTo>
                  <a:lnTo>
                    <a:pt x="5660584" y="2522351"/>
                  </a:lnTo>
                  <a:lnTo>
                    <a:pt x="5660920" y="2526051"/>
                  </a:lnTo>
                  <a:lnTo>
                    <a:pt x="5661257" y="2529176"/>
                  </a:lnTo>
                  <a:lnTo>
                    <a:pt x="5661593" y="2531978"/>
                  </a:lnTo>
                  <a:lnTo>
                    <a:pt x="5661930" y="2534701"/>
                  </a:lnTo>
                  <a:lnTo>
                    <a:pt x="5662266" y="2537840"/>
                  </a:lnTo>
                  <a:lnTo>
                    <a:pt x="5662603" y="2541001"/>
                  </a:lnTo>
                  <a:lnTo>
                    <a:pt x="5662939" y="2543188"/>
                  </a:lnTo>
                  <a:lnTo>
                    <a:pt x="5663276" y="2544954"/>
                  </a:lnTo>
                  <a:lnTo>
                    <a:pt x="5663612" y="2546716"/>
                  </a:lnTo>
                  <a:lnTo>
                    <a:pt x="5663949" y="2548381"/>
                  </a:lnTo>
                  <a:lnTo>
                    <a:pt x="5664285" y="2549881"/>
                  </a:lnTo>
                  <a:lnTo>
                    <a:pt x="5664621" y="2550774"/>
                  </a:lnTo>
                  <a:lnTo>
                    <a:pt x="5664958" y="2551124"/>
                  </a:lnTo>
                  <a:lnTo>
                    <a:pt x="5665294" y="2550894"/>
                  </a:lnTo>
                  <a:lnTo>
                    <a:pt x="5665631" y="2549956"/>
                  </a:lnTo>
                  <a:lnTo>
                    <a:pt x="5665967" y="2548053"/>
                  </a:lnTo>
                  <a:lnTo>
                    <a:pt x="5666304" y="2545541"/>
                  </a:lnTo>
                  <a:lnTo>
                    <a:pt x="5666640" y="2542972"/>
                  </a:lnTo>
                  <a:lnTo>
                    <a:pt x="5666977" y="2540116"/>
                  </a:lnTo>
                  <a:lnTo>
                    <a:pt x="5667313" y="2537029"/>
                  </a:lnTo>
                  <a:lnTo>
                    <a:pt x="5667650" y="2534752"/>
                  </a:lnTo>
                  <a:lnTo>
                    <a:pt x="5667986" y="2532362"/>
                  </a:lnTo>
                  <a:lnTo>
                    <a:pt x="5668323" y="2529817"/>
                  </a:lnTo>
                  <a:lnTo>
                    <a:pt x="5668659" y="2526845"/>
                  </a:lnTo>
                  <a:lnTo>
                    <a:pt x="5668995" y="2523797"/>
                  </a:lnTo>
                  <a:lnTo>
                    <a:pt x="5669332" y="2520635"/>
                  </a:lnTo>
                  <a:lnTo>
                    <a:pt x="5669668" y="2517645"/>
                  </a:lnTo>
                  <a:lnTo>
                    <a:pt x="5670005" y="2514833"/>
                  </a:lnTo>
                  <a:lnTo>
                    <a:pt x="5670341" y="2512220"/>
                  </a:lnTo>
                  <a:lnTo>
                    <a:pt x="5670678" y="2509770"/>
                  </a:lnTo>
                  <a:lnTo>
                    <a:pt x="5671014" y="2507502"/>
                  </a:lnTo>
                  <a:lnTo>
                    <a:pt x="5671351" y="2505496"/>
                  </a:lnTo>
                  <a:lnTo>
                    <a:pt x="5671687" y="2503161"/>
                  </a:lnTo>
                  <a:lnTo>
                    <a:pt x="5672024" y="2500898"/>
                  </a:lnTo>
                  <a:lnTo>
                    <a:pt x="5672360" y="2498348"/>
                  </a:lnTo>
                  <a:lnTo>
                    <a:pt x="5672697" y="2495632"/>
                  </a:lnTo>
                  <a:lnTo>
                    <a:pt x="5673033" y="2493052"/>
                  </a:lnTo>
                  <a:lnTo>
                    <a:pt x="5673369" y="2490375"/>
                  </a:lnTo>
                  <a:lnTo>
                    <a:pt x="5673706" y="2488296"/>
                  </a:lnTo>
                  <a:lnTo>
                    <a:pt x="5674042" y="2485566"/>
                  </a:lnTo>
                  <a:lnTo>
                    <a:pt x="5674379" y="2483001"/>
                  </a:lnTo>
                  <a:lnTo>
                    <a:pt x="5674715" y="2481768"/>
                  </a:lnTo>
                  <a:lnTo>
                    <a:pt x="5675052" y="2480591"/>
                  </a:lnTo>
                  <a:lnTo>
                    <a:pt x="5675388" y="2479133"/>
                  </a:lnTo>
                  <a:lnTo>
                    <a:pt x="5675725" y="2477372"/>
                  </a:lnTo>
                  <a:lnTo>
                    <a:pt x="5676061" y="2475718"/>
                  </a:lnTo>
                  <a:lnTo>
                    <a:pt x="5676398" y="2473661"/>
                  </a:lnTo>
                  <a:lnTo>
                    <a:pt x="5676734" y="2471768"/>
                  </a:lnTo>
                  <a:lnTo>
                    <a:pt x="5677071" y="2470188"/>
                  </a:lnTo>
                  <a:lnTo>
                    <a:pt x="5677407" y="2468956"/>
                  </a:lnTo>
                  <a:lnTo>
                    <a:pt x="5677743" y="2468710"/>
                  </a:lnTo>
                  <a:lnTo>
                    <a:pt x="5678080" y="2468512"/>
                  </a:lnTo>
                  <a:lnTo>
                    <a:pt x="5678416" y="2468208"/>
                  </a:lnTo>
                  <a:lnTo>
                    <a:pt x="5678753" y="2467901"/>
                  </a:lnTo>
                  <a:lnTo>
                    <a:pt x="5679089" y="2467580"/>
                  </a:lnTo>
                  <a:lnTo>
                    <a:pt x="5679426" y="2467230"/>
                  </a:lnTo>
                  <a:lnTo>
                    <a:pt x="5679762" y="2466834"/>
                  </a:lnTo>
                  <a:lnTo>
                    <a:pt x="5680099" y="2466526"/>
                  </a:lnTo>
                  <a:lnTo>
                    <a:pt x="5680435" y="2466493"/>
                  </a:lnTo>
                  <a:lnTo>
                    <a:pt x="5680772" y="2466783"/>
                  </a:lnTo>
                  <a:lnTo>
                    <a:pt x="5681108" y="2466803"/>
                  </a:lnTo>
                  <a:lnTo>
                    <a:pt x="5681445" y="2467042"/>
                  </a:lnTo>
                  <a:lnTo>
                    <a:pt x="5681781" y="2467638"/>
                  </a:lnTo>
                  <a:lnTo>
                    <a:pt x="5682117" y="2467328"/>
                  </a:lnTo>
                  <a:lnTo>
                    <a:pt x="5682454" y="2467081"/>
                  </a:lnTo>
                  <a:lnTo>
                    <a:pt x="5682790" y="2467216"/>
                  </a:lnTo>
                  <a:lnTo>
                    <a:pt x="5683127" y="2467613"/>
                  </a:lnTo>
                  <a:lnTo>
                    <a:pt x="5683463" y="2468424"/>
                  </a:lnTo>
                  <a:lnTo>
                    <a:pt x="5683800" y="2469366"/>
                  </a:lnTo>
                  <a:lnTo>
                    <a:pt x="5684136" y="2470398"/>
                  </a:lnTo>
                  <a:lnTo>
                    <a:pt x="5684473" y="2471188"/>
                  </a:lnTo>
                  <a:lnTo>
                    <a:pt x="5684809" y="2471800"/>
                  </a:lnTo>
                  <a:lnTo>
                    <a:pt x="5685146" y="2472224"/>
                  </a:lnTo>
                  <a:lnTo>
                    <a:pt x="5685482" y="2472295"/>
                  </a:lnTo>
                  <a:lnTo>
                    <a:pt x="5685818" y="2472057"/>
                  </a:lnTo>
                  <a:lnTo>
                    <a:pt x="5686155" y="2472280"/>
                  </a:lnTo>
                  <a:lnTo>
                    <a:pt x="5686491" y="2472556"/>
                  </a:lnTo>
                  <a:lnTo>
                    <a:pt x="5686828" y="2472329"/>
                  </a:lnTo>
                  <a:lnTo>
                    <a:pt x="5687164" y="2471390"/>
                  </a:lnTo>
                  <a:lnTo>
                    <a:pt x="5687501" y="2470054"/>
                  </a:lnTo>
                  <a:lnTo>
                    <a:pt x="5687837" y="2468507"/>
                  </a:lnTo>
                  <a:lnTo>
                    <a:pt x="5688174" y="2467628"/>
                  </a:lnTo>
                  <a:lnTo>
                    <a:pt x="5688510" y="2466623"/>
                  </a:lnTo>
                  <a:lnTo>
                    <a:pt x="5688847" y="2465453"/>
                  </a:lnTo>
                  <a:lnTo>
                    <a:pt x="5689183" y="2463532"/>
                  </a:lnTo>
                  <a:lnTo>
                    <a:pt x="5689520" y="2461616"/>
                  </a:lnTo>
                  <a:lnTo>
                    <a:pt x="5689856" y="2459378"/>
                  </a:lnTo>
                  <a:lnTo>
                    <a:pt x="5690192" y="2455772"/>
                  </a:lnTo>
                  <a:lnTo>
                    <a:pt x="5690529" y="2452043"/>
                  </a:lnTo>
                  <a:lnTo>
                    <a:pt x="5690865" y="2448738"/>
                  </a:lnTo>
                  <a:lnTo>
                    <a:pt x="5691202" y="2446860"/>
                  </a:lnTo>
                  <a:lnTo>
                    <a:pt x="5691538" y="2445021"/>
                  </a:lnTo>
                  <a:lnTo>
                    <a:pt x="5691875" y="2444411"/>
                  </a:lnTo>
                  <a:lnTo>
                    <a:pt x="5692211" y="2444405"/>
                  </a:lnTo>
                  <a:lnTo>
                    <a:pt x="5692548" y="2444403"/>
                  </a:lnTo>
                  <a:lnTo>
                    <a:pt x="5692884" y="2444104"/>
                  </a:lnTo>
                  <a:lnTo>
                    <a:pt x="5693221" y="2443235"/>
                  </a:lnTo>
                  <a:lnTo>
                    <a:pt x="5693557" y="2442278"/>
                  </a:lnTo>
                  <a:lnTo>
                    <a:pt x="5693894" y="2441462"/>
                  </a:lnTo>
                  <a:lnTo>
                    <a:pt x="5694230" y="2440717"/>
                  </a:lnTo>
                  <a:lnTo>
                    <a:pt x="5694566" y="2440136"/>
                  </a:lnTo>
                  <a:lnTo>
                    <a:pt x="5694903" y="2439576"/>
                  </a:lnTo>
                  <a:lnTo>
                    <a:pt x="5695239" y="2438778"/>
                  </a:lnTo>
                  <a:lnTo>
                    <a:pt x="5695576" y="2437634"/>
                  </a:lnTo>
                  <a:lnTo>
                    <a:pt x="5695912" y="2435860"/>
                  </a:lnTo>
                  <a:lnTo>
                    <a:pt x="5696249" y="2433812"/>
                  </a:lnTo>
                  <a:lnTo>
                    <a:pt x="5696585" y="2431325"/>
                  </a:lnTo>
                  <a:lnTo>
                    <a:pt x="5696922" y="2427819"/>
                  </a:lnTo>
                  <a:lnTo>
                    <a:pt x="5697258" y="2424340"/>
                  </a:lnTo>
                  <a:lnTo>
                    <a:pt x="5697595" y="2421231"/>
                  </a:lnTo>
                  <a:lnTo>
                    <a:pt x="5697931" y="2418224"/>
                  </a:lnTo>
                  <a:lnTo>
                    <a:pt x="5698268" y="2415221"/>
                  </a:lnTo>
                  <a:lnTo>
                    <a:pt x="5698604" y="2410705"/>
                  </a:lnTo>
                  <a:lnTo>
                    <a:pt x="5698940" y="2405693"/>
                  </a:lnTo>
                  <a:lnTo>
                    <a:pt x="5699277" y="2400150"/>
                  </a:lnTo>
                  <a:lnTo>
                    <a:pt x="5699613" y="2394513"/>
                  </a:lnTo>
                  <a:lnTo>
                    <a:pt x="5699950" y="2389112"/>
                  </a:lnTo>
                  <a:lnTo>
                    <a:pt x="5700286" y="2384097"/>
                  </a:lnTo>
                  <a:lnTo>
                    <a:pt x="5700623" y="2379547"/>
                  </a:lnTo>
                  <a:lnTo>
                    <a:pt x="5700959" y="2375481"/>
                  </a:lnTo>
                  <a:lnTo>
                    <a:pt x="5701296" y="2371753"/>
                  </a:lnTo>
                  <a:lnTo>
                    <a:pt x="5701632" y="2368268"/>
                  </a:lnTo>
                  <a:lnTo>
                    <a:pt x="5701969" y="2364935"/>
                  </a:lnTo>
                  <a:lnTo>
                    <a:pt x="5702305" y="2361458"/>
                  </a:lnTo>
                  <a:lnTo>
                    <a:pt x="5702642" y="2358110"/>
                  </a:lnTo>
                  <a:lnTo>
                    <a:pt x="5702978" y="2354891"/>
                  </a:lnTo>
                  <a:lnTo>
                    <a:pt x="5703314" y="2351716"/>
                  </a:lnTo>
                  <a:lnTo>
                    <a:pt x="5703651" y="2348871"/>
                  </a:lnTo>
                  <a:lnTo>
                    <a:pt x="5703987" y="2346392"/>
                  </a:lnTo>
                  <a:lnTo>
                    <a:pt x="5704324" y="2344646"/>
                  </a:lnTo>
                  <a:lnTo>
                    <a:pt x="5704660" y="2343066"/>
                  </a:lnTo>
                  <a:lnTo>
                    <a:pt x="5704997" y="2341787"/>
                  </a:lnTo>
                  <a:lnTo>
                    <a:pt x="5705333" y="2340875"/>
                  </a:lnTo>
                  <a:lnTo>
                    <a:pt x="5705670" y="2340365"/>
                  </a:lnTo>
                  <a:lnTo>
                    <a:pt x="5706006" y="2339307"/>
                  </a:lnTo>
                  <a:lnTo>
                    <a:pt x="5706343" y="2338193"/>
                  </a:lnTo>
                  <a:lnTo>
                    <a:pt x="5706679" y="2337042"/>
                  </a:lnTo>
                  <a:lnTo>
                    <a:pt x="5707016" y="2335980"/>
                  </a:lnTo>
                  <a:lnTo>
                    <a:pt x="5707352" y="2335096"/>
                  </a:lnTo>
                  <a:lnTo>
                    <a:pt x="5707688" y="2334370"/>
                  </a:lnTo>
                  <a:lnTo>
                    <a:pt x="5708025" y="2333609"/>
                  </a:lnTo>
                  <a:lnTo>
                    <a:pt x="5708361" y="2332853"/>
                  </a:lnTo>
                  <a:lnTo>
                    <a:pt x="5708698" y="2332092"/>
                  </a:lnTo>
                  <a:lnTo>
                    <a:pt x="5709034" y="2331208"/>
                  </a:lnTo>
                  <a:lnTo>
                    <a:pt x="5709371" y="2329863"/>
                  </a:lnTo>
                  <a:lnTo>
                    <a:pt x="5709707" y="2328589"/>
                  </a:lnTo>
                  <a:lnTo>
                    <a:pt x="5710044" y="2327153"/>
                  </a:lnTo>
                  <a:lnTo>
                    <a:pt x="5710380" y="2325719"/>
                  </a:lnTo>
                  <a:lnTo>
                    <a:pt x="5710717" y="2324348"/>
                  </a:lnTo>
                  <a:lnTo>
                    <a:pt x="5711053" y="2323296"/>
                  </a:lnTo>
                  <a:lnTo>
                    <a:pt x="5711390" y="2321715"/>
                  </a:lnTo>
                  <a:lnTo>
                    <a:pt x="5711726" y="2320386"/>
                  </a:lnTo>
                  <a:lnTo>
                    <a:pt x="5712062" y="2319093"/>
                  </a:lnTo>
                  <a:lnTo>
                    <a:pt x="5712399" y="2317800"/>
                  </a:lnTo>
                  <a:lnTo>
                    <a:pt x="5712735" y="2316485"/>
                  </a:lnTo>
                  <a:lnTo>
                    <a:pt x="5713072" y="2315393"/>
                  </a:lnTo>
                  <a:lnTo>
                    <a:pt x="5713408" y="2314617"/>
                  </a:lnTo>
                  <a:lnTo>
                    <a:pt x="5713745" y="2313793"/>
                  </a:lnTo>
                  <a:lnTo>
                    <a:pt x="5714081" y="2313406"/>
                  </a:lnTo>
                  <a:lnTo>
                    <a:pt x="5714418" y="2313841"/>
                  </a:lnTo>
                  <a:lnTo>
                    <a:pt x="5714754" y="2315023"/>
                  </a:lnTo>
                  <a:lnTo>
                    <a:pt x="5715091" y="2317131"/>
                  </a:lnTo>
                  <a:lnTo>
                    <a:pt x="5715427" y="2319410"/>
                  </a:lnTo>
                  <a:lnTo>
                    <a:pt x="5715764" y="2321655"/>
                  </a:lnTo>
                  <a:lnTo>
                    <a:pt x="5716100" y="2324604"/>
                  </a:lnTo>
                  <a:lnTo>
                    <a:pt x="5716436" y="2328232"/>
                  </a:lnTo>
                  <a:lnTo>
                    <a:pt x="5716773" y="2332397"/>
                  </a:lnTo>
                  <a:lnTo>
                    <a:pt x="5717109" y="2336719"/>
                  </a:lnTo>
                  <a:lnTo>
                    <a:pt x="5717446" y="2340350"/>
                  </a:lnTo>
                  <a:lnTo>
                    <a:pt x="5717782" y="2344261"/>
                  </a:lnTo>
                  <a:lnTo>
                    <a:pt x="5718119" y="2348264"/>
                  </a:lnTo>
                  <a:lnTo>
                    <a:pt x="5718455" y="2352292"/>
                  </a:lnTo>
                  <a:lnTo>
                    <a:pt x="5718792" y="2356193"/>
                  </a:lnTo>
                  <a:lnTo>
                    <a:pt x="5719128" y="2359986"/>
                  </a:lnTo>
                  <a:lnTo>
                    <a:pt x="5719465" y="2363736"/>
                  </a:lnTo>
                  <a:lnTo>
                    <a:pt x="5719801" y="2368102"/>
                  </a:lnTo>
                  <a:lnTo>
                    <a:pt x="5720137" y="2372019"/>
                  </a:lnTo>
                  <a:lnTo>
                    <a:pt x="5720474" y="2375800"/>
                  </a:lnTo>
                  <a:lnTo>
                    <a:pt x="5720810" y="2379077"/>
                  </a:lnTo>
                  <a:lnTo>
                    <a:pt x="5721147" y="2381675"/>
                  </a:lnTo>
                  <a:lnTo>
                    <a:pt x="5721483" y="2384360"/>
                  </a:lnTo>
                  <a:lnTo>
                    <a:pt x="5721820" y="2386544"/>
                  </a:lnTo>
                  <a:lnTo>
                    <a:pt x="5722156" y="2388389"/>
                  </a:lnTo>
                  <a:lnTo>
                    <a:pt x="5722493" y="2390046"/>
                  </a:lnTo>
                  <a:lnTo>
                    <a:pt x="5722829" y="2390820"/>
                  </a:lnTo>
                  <a:lnTo>
                    <a:pt x="5723166" y="2392607"/>
                  </a:lnTo>
                  <a:lnTo>
                    <a:pt x="5723502" y="2393969"/>
                  </a:lnTo>
                  <a:lnTo>
                    <a:pt x="5723839" y="2394846"/>
                  </a:lnTo>
                  <a:lnTo>
                    <a:pt x="5724175" y="2395733"/>
                  </a:lnTo>
                  <a:lnTo>
                    <a:pt x="5724511" y="2396327"/>
                  </a:lnTo>
                  <a:lnTo>
                    <a:pt x="5724848" y="2396332"/>
                  </a:lnTo>
                  <a:lnTo>
                    <a:pt x="5725184" y="2395732"/>
                  </a:lnTo>
                  <a:lnTo>
                    <a:pt x="5725521" y="2394546"/>
                  </a:lnTo>
                  <a:lnTo>
                    <a:pt x="5725857" y="2393525"/>
                  </a:lnTo>
                  <a:lnTo>
                    <a:pt x="5726194" y="2392452"/>
                  </a:lnTo>
                  <a:lnTo>
                    <a:pt x="5726530" y="2391431"/>
                  </a:lnTo>
                  <a:lnTo>
                    <a:pt x="5726867" y="2390420"/>
                  </a:lnTo>
                  <a:lnTo>
                    <a:pt x="5727203" y="2389516"/>
                  </a:lnTo>
                  <a:lnTo>
                    <a:pt x="5727540" y="2388592"/>
                  </a:lnTo>
                  <a:lnTo>
                    <a:pt x="5727876" y="2387635"/>
                  </a:lnTo>
                  <a:lnTo>
                    <a:pt x="5728213" y="2386678"/>
                  </a:lnTo>
                  <a:lnTo>
                    <a:pt x="5728549" y="2385333"/>
                  </a:lnTo>
                  <a:lnTo>
                    <a:pt x="5728885" y="2384095"/>
                  </a:lnTo>
                  <a:lnTo>
                    <a:pt x="5729222" y="2382979"/>
                  </a:lnTo>
                  <a:lnTo>
                    <a:pt x="5729558" y="2381822"/>
                  </a:lnTo>
                  <a:lnTo>
                    <a:pt x="5729895" y="2380460"/>
                  </a:lnTo>
                  <a:lnTo>
                    <a:pt x="5730231" y="2379685"/>
                  </a:lnTo>
                  <a:lnTo>
                    <a:pt x="5730568" y="2379719"/>
                  </a:lnTo>
                  <a:lnTo>
                    <a:pt x="5730904" y="2380005"/>
                  </a:lnTo>
                  <a:lnTo>
                    <a:pt x="5731241" y="2380389"/>
                  </a:lnTo>
                  <a:lnTo>
                    <a:pt x="5731577" y="2380826"/>
                  </a:lnTo>
                  <a:lnTo>
                    <a:pt x="5731914" y="2381537"/>
                  </a:lnTo>
                  <a:lnTo>
                    <a:pt x="5732250" y="2382460"/>
                  </a:lnTo>
                  <a:lnTo>
                    <a:pt x="5732587" y="2383330"/>
                  </a:lnTo>
                  <a:lnTo>
                    <a:pt x="5732923" y="2384666"/>
                  </a:lnTo>
                  <a:lnTo>
                    <a:pt x="5733259" y="2386613"/>
                  </a:lnTo>
                  <a:lnTo>
                    <a:pt x="5733596" y="2389113"/>
                  </a:lnTo>
                  <a:lnTo>
                    <a:pt x="5733932" y="2391635"/>
                  </a:lnTo>
                  <a:lnTo>
                    <a:pt x="5734269" y="2394516"/>
                  </a:lnTo>
                  <a:lnTo>
                    <a:pt x="5734605" y="2397598"/>
                  </a:lnTo>
                  <a:lnTo>
                    <a:pt x="5734942" y="2399571"/>
                  </a:lnTo>
                  <a:lnTo>
                    <a:pt x="5735278" y="2401441"/>
                  </a:lnTo>
                  <a:lnTo>
                    <a:pt x="5735615" y="2403269"/>
                  </a:lnTo>
                  <a:lnTo>
                    <a:pt x="5735951" y="2405173"/>
                  </a:lnTo>
                  <a:lnTo>
                    <a:pt x="5736288" y="2406892"/>
                  </a:lnTo>
                  <a:lnTo>
                    <a:pt x="5736624" y="2408474"/>
                  </a:lnTo>
                  <a:lnTo>
                    <a:pt x="5736961" y="2409739"/>
                  </a:lnTo>
                  <a:lnTo>
                    <a:pt x="5737297" y="2410611"/>
                  </a:lnTo>
                  <a:lnTo>
                    <a:pt x="5737633" y="2411169"/>
                  </a:lnTo>
                  <a:lnTo>
                    <a:pt x="5737970" y="2411321"/>
                  </a:lnTo>
                  <a:lnTo>
                    <a:pt x="5738306" y="2411103"/>
                  </a:lnTo>
                  <a:lnTo>
                    <a:pt x="5738643" y="2410242"/>
                  </a:lnTo>
                  <a:lnTo>
                    <a:pt x="5738979" y="2409230"/>
                  </a:lnTo>
                  <a:lnTo>
                    <a:pt x="5739316" y="2407426"/>
                  </a:lnTo>
                  <a:lnTo>
                    <a:pt x="5739652" y="2405292"/>
                  </a:lnTo>
                  <a:lnTo>
                    <a:pt x="5739989" y="2403058"/>
                  </a:lnTo>
                  <a:lnTo>
                    <a:pt x="5740325" y="2400609"/>
                  </a:lnTo>
                  <a:lnTo>
                    <a:pt x="5740662" y="2398379"/>
                  </a:lnTo>
                  <a:lnTo>
                    <a:pt x="5740998" y="2396033"/>
                  </a:lnTo>
                  <a:lnTo>
                    <a:pt x="5741335" y="2394962"/>
                  </a:lnTo>
                  <a:lnTo>
                    <a:pt x="5741671" y="2393885"/>
                  </a:lnTo>
                  <a:lnTo>
                    <a:pt x="5742007" y="2391389"/>
                  </a:lnTo>
                  <a:lnTo>
                    <a:pt x="5742344" y="2389312"/>
                  </a:lnTo>
                  <a:lnTo>
                    <a:pt x="5742680" y="2387142"/>
                  </a:lnTo>
                  <a:lnTo>
                    <a:pt x="5743017" y="2385433"/>
                  </a:lnTo>
                  <a:lnTo>
                    <a:pt x="5743353" y="2383854"/>
                  </a:lnTo>
                  <a:lnTo>
                    <a:pt x="5743690" y="2383174"/>
                  </a:lnTo>
                  <a:lnTo>
                    <a:pt x="5744026" y="2382803"/>
                  </a:lnTo>
                  <a:lnTo>
                    <a:pt x="5744363" y="2382968"/>
                  </a:lnTo>
                  <a:lnTo>
                    <a:pt x="5744699" y="2383611"/>
                  </a:lnTo>
                  <a:lnTo>
                    <a:pt x="5745036" y="2383763"/>
                  </a:lnTo>
                  <a:lnTo>
                    <a:pt x="5745372" y="2384170"/>
                  </a:lnTo>
                  <a:lnTo>
                    <a:pt x="5745709" y="2384646"/>
                  </a:lnTo>
                  <a:lnTo>
                    <a:pt x="5746045" y="2385089"/>
                  </a:lnTo>
                  <a:lnTo>
                    <a:pt x="5746381" y="2385453"/>
                  </a:lnTo>
                  <a:lnTo>
                    <a:pt x="5746718" y="2385954"/>
                  </a:lnTo>
                  <a:lnTo>
                    <a:pt x="5747054" y="2386746"/>
                  </a:lnTo>
                  <a:lnTo>
                    <a:pt x="5747391" y="2387082"/>
                  </a:lnTo>
                  <a:lnTo>
                    <a:pt x="5747727" y="2387568"/>
                  </a:lnTo>
                  <a:lnTo>
                    <a:pt x="5748064" y="2387968"/>
                  </a:lnTo>
                  <a:lnTo>
                    <a:pt x="5748400" y="2388624"/>
                  </a:lnTo>
                  <a:lnTo>
                    <a:pt x="5748737" y="2389074"/>
                  </a:lnTo>
                  <a:lnTo>
                    <a:pt x="5749073" y="2389433"/>
                  </a:lnTo>
                  <a:lnTo>
                    <a:pt x="5749410" y="2390003"/>
                  </a:lnTo>
                  <a:lnTo>
                    <a:pt x="5749746" y="2390507"/>
                  </a:lnTo>
                  <a:lnTo>
                    <a:pt x="5750083" y="2390807"/>
                  </a:lnTo>
                  <a:lnTo>
                    <a:pt x="5750419" y="2390755"/>
                  </a:lnTo>
                  <a:lnTo>
                    <a:pt x="5750755" y="2390219"/>
                  </a:lnTo>
                  <a:lnTo>
                    <a:pt x="5751092" y="2389553"/>
                  </a:lnTo>
                  <a:lnTo>
                    <a:pt x="5751428" y="2388845"/>
                  </a:lnTo>
                  <a:lnTo>
                    <a:pt x="5751765" y="2388319"/>
                  </a:lnTo>
                  <a:lnTo>
                    <a:pt x="5752101" y="2387718"/>
                  </a:lnTo>
                  <a:lnTo>
                    <a:pt x="5752438" y="2387162"/>
                  </a:lnTo>
                  <a:lnTo>
                    <a:pt x="5752774" y="2387072"/>
                  </a:lnTo>
                  <a:lnTo>
                    <a:pt x="5753111" y="2387053"/>
                  </a:lnTo>
                  <a:lnTo>
                    <a:pt x="5753447" y="2386270"/>
                  </a:lnTo>
                  <a:lnTo>
                    <a:pt x="5753784" y="2384939"/>
                  </a:lnTo>
                  <a:lnTo>
                    <a:pt x="5754120" y="2383896"/>
                  </a:lnTo>
                  <a:lnTo>
                    <a:pt x="5754456" y="2383294"/>
                  </a:lnTo>
                  <a:lnTo>
                    <a:pt x="5754793" y="2382854"/>
                  </a:lnTo>
                  <a:lnTo>
                    <a:pt x="5755129" y="2382066"/>
                  </a:lnTo>
                  <a:lnTo>
                    <a:pt x="5755466" y="2381429"/>
                  </a:lnTo>
                  <a:lnTo>
                    <a:pt x="5755802" y="2381127"/>
                  </a:lnTo>
                  <a:lnTo>
                    <a:pt x="5756139" y="2381451"/>
                  </a:lnTo>
                  <a:lnTo>
                    <a:pt x="5756475" y="2382132"/>
                  </a:lnTo>
                  <a:lnTo>
                    <a:pt x="5756812" y="2382940"/>
                  </a:lnTo>
                  <a:lnTo>
                    <a:pt x="5757148" y="2384097"/>
                  </a:lnTo>
                  <a:lnTo>
                    <a:pt x="5757485" y="2386492"/>
                  </a:lnTo>
                  <a:lnTo>
                    <a:pt x="5757821" y="2388994"/>
                  </a:lnTo>
                  <a:lnTo>
                    <a:pt x="5758158" y="2391602"/>
                  </a:lnTo>
                  <a:lnTo>
                    <a:pt x="5758494" y="2393227"/>
                  </a:lnTo>
                  <a:lnTo>
                    <a:pt x="5758830" y="2395139"/>
                  </a:lnTo>
                  <a:lnTo>
                    <a:pt x="5759167" y="2395944"/>
                  </a:lnTo>
                  <a:lnTo>
                    <a:pt x="5759503" y="2396283"/>
                  </a:lnTo>
                  <a:lnTo>
                    <a:pt x="5759840" y="2396617"/>
                  </a:lnTo>
                  <a:lnTo>
                    <a:pt x="5760176" y="2397434"/>
                  </a:lnTo>
                  <a:lnTo>
                    <a:pt x="5760513" y="2398522"/>
                  </a:lnTo>
                  <a:lnTo>
                    <a:pt x="5760849" y="2399626"/>
                  </a:lnTo>
                  <a:lnTo>
                    <a:pt x="5761186" y="2400727"/>
                  </a:lnTo>
                  <a:lnTo>
                    <a:pt x="5761522" y="2402029"/>
                  </a:lnTo>
                  <a:lnTo>
                    <a:pt x="5761859" y="2402639"/>
                  </a:lnTo>
                  <a:lnTo>
                    <a:pt x="5762195" y="2403279"/>
                  </a:lnTo>
                  <a:lnTo>
                    <a:pt x="5762532" y="2404436"/>
                  </a:lnTo>
                  <a:lnTo>
                    <a:pt x="5762868" y="2405997"/>
                  </a:lnTo>
                  <a:lnTo>
                    <a:pt x="5763204" y="2407806"/>
                  </a:lnTo>
                  <a:lnTo>
                    <a:pt x="5763541" y="2409710"/>
                  </a:lnTo>
                  <a:lnTo>
                    <a:pt x="5763877" y="2411770"/>
                  </a:lnTo>
                  <a:lnTo>
                    <a:pt x="5764214" y="2414858"/>
                  </a:lnTo>
                  <a:lnTo>
                    <a:pt x="5764550" y="2417834"/>
                  </a:lnTo>
                  <a:lnTo>
                    <a:pt x="5764887" y="2420452"/>
                  </a:lnTo>
                  <a:lnTo>
                    <a:pt x="5765223" y="2422852"/>
                  </a:lnTo>
                  <a:lnTo>
                    <a:pt x="5765560" y="2425030"/>
                  </a:lnTo>
                  <a:lnTo>
                    <a:pt x="5765896" y="2428636"/>
                  </a:lnTo>
                  <a:lnTo>
                    <a:pt x="5766233" y="2432839"/>
                  </a:lnTo>
                  <a:lnTo>
                    <a:pt x="5766569" y="2437574"/>
                  </a:lnTo>
                  <a:lnTo>
                    <a:pt x="5766906" y="2442402"/>
                  </a:lnTo>
                  <a:lnTo>
                    <a:pt x="5767242" y="2447035"/>
                  </a:lnTo>
                  <a:lnTo>
                    <a:pt x="5767578" y="2451346"/>
                  </a:lnTo>
                  <a:lnTo>
                    <a:pt x="5767915" y="2455182"/>
                  </a:lnTo>
                  <a:lnTo>
                    <a:pt x="5768251" y="2458466"/>
                  </a:lnTo>
                  <a:lnTo>
                    <a:pt x="5768588" y="2461411"/>
                  </a:lnTo>
                  <a:lnTo>
                    <a:pt x="5768924" y="2464120"/>
                  </a:lnTo>
                  <a:lnTo>
                    <a:pt x="5769261" y="2467026"/>
                  </a:lnTo>
                  <a:lnTo>
                    <a:pt x="5769597" y="2469849"/>
                  </a:lnTo>
                  <a:lnTo>
                    <a:pt x="5769934" y="2472543"/>
                  </a:lnTo>
                  <a:lnTo>
                    <a:pt x="5770270" y="2474878"/>
                  </a:lnTo>
                  <a:lnTo>
                    <a:pt x="5770607" y="2476971"/>
                  </a:lnTo>
                  <a:lnTo>
                    <a:pt x="5770943" y="2478523"/>
                  </a:lnTo>
                  <a:lnTo>
                    <a:pt x="5771280" y="2479691"/>
                  </a:lnTo>
                  <a:lnTo>
                    <a:pt x="5771616" y="2479954"/>
                  </a:lnTo>
                  <a:lnTo>
                    <a:pt x="5771952" y="2479959"/>
                  </a:lnTo>
                  <a:lnTo>
                    <a:pt x="5772289" y="2479598"/>
                  </a:lnTo>
                  <a:lnTo>
                    <a:pt x="5772625" y="2478792"/>
                  </a:lnTo>
                  <a:lnTo>
                    <a:pt x="5772962" y="2477355"/>
                  </a:lnTo>
                  <a:lnTo>
                    <a:pt x="5773298" y="2476357"/>
                  </a:lnTo>
                  <a:lnTo>
                    <a:pt x="5773635" y="2475305"/>
                  </a:lnTo>
                  <a:lnTo>
                    <a:pt x="5773971" y="2474080"/>
                  </a:lnTo>
                  <a:lnTo>
                    <a:pt x="5774308" y="2472636"/>
                  </a:lnTo>
                  <a:lnTo>
                    <a:pt x="5774644" y="2471006"/>
                  </a:lnTo>
                  <a:lnTo>
                    <a:pt x="5774981" y="2469463"/>
                  </a:lnTo>
                  <a:lnTo>
                    <a:pt x="5775317" y="2467027"/>
                  </a:lnTo>
                  <a:lnTo>
                    <a:pt x="5775654" y="2464938"/>
                  </a:lnTo>
                  <a:lnTo>
                    <a:pt x="5775990" y="2463214"/>
                  </a:lnTo>
                  <a:lnTo>
                    <a:pt x="5776326" y="2461648"/>
                  </a:lnTo>
                  <a:lnTo>
                    <a:pt x="5776663" y="2460852"/>
                  </a:lnTo>
                  <a:lnTo>
                    <a:pt x="5776999" y="2460100"/>
                  </a:lnTo>
                  <a:lnTo>
                    <a:pt x="5777336" y="2459574"/>
                  </a:lnTo>
                  <a:lnTo>
                    <a:pt x="5777672" y="2459133"/>
                  </a:lnTo>
                  <a:lnTo>
                    <a:pt x="5778009" y="2458701"/>
                  </a:lnTo>
                  <a:lnTo>
                    <a:pt x="5778345" y="2457799"/>
                  </a:lnTo>
                  <a:lnTo>
                    <a:pt x="5778682" y="2457454"/>
                  </a:lnTo>
                  <a:lnTo>
                    <a:pt x="5779018" y="2457203"/>
                  </a:lnTo>
                  <a:lnTo>
                    <a:pt x="5779355" y="2457145"/>
                  </a:lnTo>
                  <a:lnTo>
                    <a:pt x="5779691" y="2457390"/>
                  </a:lnTo>
                  <a:lnTo>
                    <a:pt x="5780028" y="2457526"/>
                  </a:lnTo>
                  <a:lnTo>
                    <a:pt x="5780364" y="2457569"/>
                  </a:lnTo>
                  <a:lnTo>
                    <a:pt x="5780700" y="2457627"/>
                  </a:lnTo>
                  <a:lnTo>
                    <a:pt x="5781037" y="2457627"/>
                  </a:lnTo>
                  <a:lnTo>
                    <a:pt x="5781373" y="2457174"/>
                  </a:lnTo>
                  <a:lnTo>
                    <a:pt x="5781710" y="2455989"/>
                  </a:lnTo>
                  <a:lnTo>
                    <a:pt x="5782046" y="2454329"/>
                  </a:lnTo>
                  <a:lnTo>
                    <a:pt x="5782383" y="2452339"/>
                  </a:lnTo>
                  <a:lnTo>
                    <a:pt x="5782719" y="2450320"/>
                  </a:lnTo>
                  <a:lnTo>
                    <a:pt x="5783056" y="2448093"/>
                  </a:lnTo>
                  <a:lnTo>
                    <a:pt x="5783392" y="2445773"/>
                  </a:lnTo>
                  <a:lnTo>
                    <a:pt x="5783729" y="2443531"/>
                  </a:lnTo>
                  <a:lnTo>
                    <a:pt x="5784065" y="2440844"/>
                  </a:lnTo>
                  <a:lnTo>
                    <a:pt x="5784402" y="2437906"/>
                  </a:lnTo>
                  <a:lnTo>
                    <a:pt x="5784738" y="2434548"/>
                  </a:lnTo>
                  <a:lnTo>
                    <a:pt x="5785074" y="2431126"/>
                  </a:lnTo>
                  <a:lnTo>
                    <a:pt x="5785411" y="2427982"/>
                  </a:lnTo>
                  <a:lnTo>
                    <a:pt x="5785747" y="2424762"/>
                  </a:lnTo>
                  <a:lnTo>
                    <a:pt x="5786084" y="2421428"/>
                  </a:lnTo>
                  <a:lnTo>
                    <a:pt x="5786420" y="2418107"/>
                  </a:lnTo>
                  <a:lnTo>
                    <a:pt x="5786757" y="2414830"/>
                  </a:lnTo>
                  <a:lnTo>
                    <a:pt x="5787093" y="2412390"/>
                  </a:lnTo>
                  <a:lnTo>
                    <a:pt x="5787430" y="2410412"/>
                  </a:lnTo>
                  <a:lnTo>
                    <a:pt x="5787766" y="2407998"/>
                  </a:lnTo>
                  <a:lnTo>
                    <a:pt x="5788103" y="2405664"/>
                  </a:lnTo>
                  <a:lnTo>
                    <a:pt x="5788439" y="2403516"/>
                  </a:lnTo>
                  <a:lnTo>
                    <a:pt x="5788775" y="2401428"/>
                  </a:lnTo>
                  <a:lnTo>
                    <a:pt x="5789112" y="2399487"/>
                  </a:lnTo>
                  <a:lnTo>
                    <a:pt x="5789448" y="2397635"/>
                  </a:lnTo>
                  <a:lnTo>
                    <a:pt x="5789785" y="2396035"/>
                  </a:lnTo>
                  <a:lnTo>
                    <a:pt x="5790121" y="2394729"/>
                  </a:lnTo>
                  <a:lnTo>
                    <a:pt x="5790458" y="2393031"/>
                  </a:lnTo>
                  <a:lnTo>
                    <a:pt x="5790794" y="2391407"/>
                  </a:lnTo>
                  <a:lnTo>
                    <a:pt x="5791131" y="2389916"/>
                  </a:lnTo>
                  <a:lnTo>
                    <a:pt x="5791467" y="2388532"/>
                  </a:lnTo>
                  <a:lnTo>
                    <a:pt x="5791804" y="2387505"/>
                  </a:lnTo>
                  <a:lnTo>
                    <a:pt x="5792140" y="2386675"/>
                  </a:lnTo>
                  <a:lnTo>
                    <a:pt x="5792477" y="2386055"/>
                  </a:lnTo>
                  <a:lnTo>
                    <a:pt x="5792813" y="2386006"/>
                  </a:lnTo>
                  <a:lnTo>
                    <a:pt x="5793149" y="2385692"/>
                  </a:lnTo>
                  <a:lnTo>
                    <a:pt x="5793486" y="2385595"/>
                  </a:lnTo>
                  <a:lnTo>
                    <a:pt x="5793822" y="2385368"/>
                  </a:lnTo>
                  <a:lnTo>
                    <a:pt x="5794159" y="2385108"/>
                  </a:lnTo>
                  <a:lnTo>
                    <a:pt x="5794495" y="2384732"/>
                  </a:lnTo>
                  <a:lnTo>
                    <a:pt x="5794832" y="2384289"/>
                  </a:lnTo>
                  <a:lnTo>
                    <a:pt x="5795168" y="2383654"/>
                  </a:lnTo>
                  <a:lnTo>
                    <a:pt x="5795505" y="2382728"/>
                  </a:lnTo>
                  <a:lnTo>
                    <a:pt x="5795841" y="2382201"/>
                  </a:lnTo>
                  <a:lnTo>
                    <a:pt x="5796178" y="2381523"/>
                  </a:lnTo>
                  <a:lnTo>
                    <a:pt x="5796514" y="2380515"/>
                  </a:lnTo>
                  <a:lnTo>
                    <a:pt x="5796851" y="2379450"/>
                  </a:lnTo>
                  <a:lnTo>
                    <a:pt x="5797187" y="2378899"/>
                  </a:lnTo>
                  <a:lnTo>
                    <a:pt x="5797523" y="2377978"/>
                  </a:lnTo>
                  <a:lnTo>
                    <a:pt x="5797860" y="2376682"/>
                  </a:lnTo>
                  <a:lnTo>
                    <a:pt x="5798196" y="2375390"/>
                  </a:lnTo>
                  <a:lnTo>
                    <a:pt x="5798533" y="2373968"/>
                  </a:lnTo>
                  <a:lnTo>
                    <a:pt x="5798869" y="2372750"/>
                  </a:lnTo>
                  <a:lnTo>
                    <a:pt x="5799206" y="2371358"/>
                  </a:lnTo>
                  <a:lnTo>
                    <a:pt x="5799542" y="2369405"/>
                  </a:lnTo>
                  <a:lnTo>
                    <a:pt x="5799879" y="2368112"/>
                  </a:lnTo>
                  <a:lnTo>
                    <a:pt x="5800215" y="2367017"/>
                  </a:lnTo>
                  <a:lnTo>
                    <a:pt x="5800552" y="2365717"/>
                  </a:lnTo>
                  <a:lnTo>
                    <a:pt x="5800888" y="2363957"/>
                  </a:lnTo>
                  <a:lnTo>
                    <a:pt x="5801225" y="2362075"/>
                  </a:lnTo>
                  <a:lnTo>
                    <a:pt x="5801561" y="2360243"/>
                  </a:lnTo>
                  <a:lnTo>
                    <a:pt x="5801897" y="2358109"/>
                  </a:lnTo>
                  <a:lnTo>
                    <a:pt x="5802234" y="2356011"/>
                  </a:lnTo>
                  <a:lnTo>
                    <a:pt x="5802570" y="2353769"/>
                  </a:lnTo>
                  <a:lnTo>
                    <a:pt x="5802907" y="2351277"/>
                  </a:lnTo>
                  <a:lnTo>
                    <a:pt x="5803243" y="2348410"/>
                  </a:lnTo>
                  <a:lnTo>
                    <a:pt x="5803580" y="2346974"/>
                  </a:lnTo>
                  <a:lnTo>
                    <a:pt x="5803916" y="2346213"/>
                  </a:lnTo>
                  <a:lnTo>
                    <a:pt x="5804253" y="2345635"/>
                  </a:lnTo>
                  <a:lnTo>
                    <a:pt x="5804589" y="2345489"/>
                  </a:lnTo>
                  <a:lnTo>
                    <a:pt x="5804926" y="2345145"/>
                  </a:lnTo>
                  <a:lnTo>
                    <a:pt x="5805262" y="2344964"/>
                  </a:lnTo>
                  <a:lnTo>
                    <a:pt x="5805599" y="2344744"/>
                  </a:lnTo>
                  <a:lnTo>
                    <a:pt x="5805935" y="2344858"/>
                  </a:lnTo>
                  <a:lnTo>
                    <a:pt x="5806271" y="2345668"/>
                  </a:lnTo>
                  <a:lnTo>
                    <a:pt x="5806608" y="2347213"/>
                  </a:lnTo>
                  <a:lnTo>
                    <a:pt x="5806944" y="2349412"/>
                  </a:lnTo>
                  <a:lnTo>
                    <a:pt x="5807281" y="2351816"/>
                  </a:lnTo>
                  <a:lnTo>
                    <a:pt x="5807617" y="2354452"/>
                  </a:lnTo>
                  <a:lnTo>
                    <a:pt x="5807954" y="2356999"/>
                  </a:lnTo>
                  <a:lnTo>
                    <a:pt x="5808290" y="2359617"/>
                  </a:lnTo>
                  <a:lnTo>
                    <a:pt x="5808627" y="2362140"/>
                  </a:lnTo>
                  <a:lnTo>
                    <a:pt x="5808963" y="2365119"/>
                  </a:lnTo>
                  <a:lnTo>
                    <a:pt x="5809300" y="2368374"/>
                  </a:lnTo>
                  <a:lnTo>
                    <a:pt x="5809636" y="2371537"/>
                  </a:lnTo>
                  <a:lnTo>
                    <a:pt x="5809973" y="2375187"/>
                  </a:lnTo>
                  <a:lnTo>
                    <a:pt x="5810309" y="2379096"/>
                  </a:lnTo>
                  <a:lnTo>
                    <a:pt x="5810645" y="2383161"/>
                  </a:lnTo>
                  <a:lnTo>
                    <a:pt x="5810982" y="2387454"/>
                  </a:lnTo>
                  <a:lnTo>
                    <a:pt x="5811318" y="2391618"/>
                  </a:lnTo>
                  <a:lnTo>
                    <a:pt x="5811655" y="2394556"/>
                  </a:lnTo>
                  <a:lnTo>
                    <a:pt x="5811991" y="2396733"/>
                  </a:lnTo>
                  <a:lnTo>
                    <a:pt x="5812328" y="2398314"/>
                  </a:lnTo>
                  <a:lnTo>
                    <a:pt x="5812664" y="2399456"/>
                  </a:lnTo>
                  <a:lnTo>
                    <a:pt x="5813001" y="2400663"/>
                  </a:lnTo>
                  <a:lnTo>
                    <a:pt x="5813337" y="2401273"/>
                  </a:lnTo>
                  <a:lnTo>
                    <a:pt x="5813674" y="2401654"/>
                  </a:lnTo>
                  <a:lnTo>
                    <a:pt x="5814010" y="2401309"/>
                  </a:lnTo>
                  <a:lnTo>
                    <a:pt x="5814347" y="2400167"/>
                  </a:lnTo>
                  <a:lnTo>
                    <a:pt x="5814683" y="2398587"/>
                  </a:lnTo>
                  <a:lnTo>
                    <a:pt x="5815019" y="2396676"/>
                  </a:lnTo>
                  <a:lnTo>
                    <a:pt x="5815356" y="2394506"/>
                  </a:lnTo>
                  <a:lnTo>
                    <a:pt x="5815692" y="2392149"/>
                  </a:lnTo>
                  <a:lnTo>
                    <a:pt x="5816029" y="2389678"/>
                  </a:lnTo>
                  <a:lnTo>
                    <a:pt x="5816365" y="2387178"/>
                  </a:lnTo>
                  <a:lnTo>
                    <a:pt x="5816702" y="2384484"/>
                  </a:lnTo>
                  <a:lnTo>
                    <a:pt x="5817038" y="2381976"/>
                  </a:lnTo>
                  <a:lnTo>
                    <a:pt x="5817375" y="2379986"/>
                  </a:lnTo>
                  <a:lnTo>
                    <a:pt x="5817711" y="2379314"/>
                  </a:lnTo>
                  <a:lnTo>
                    <a:pt x="5818048" y="2379114"/>
                  </a:lnTo>
                  <a:lnTo>
                    <a:pt x="5818384" y="2379248"/>
                  </a:lnTo>
                  <a:lnTo>
                    <a:pt x="5818720" y="2379368"/>
                  </a:lnTo>
                  <a:lnTo>
                    <a:pt x="5819057" y="2379665"/>
                  </a:lnTo>
                  <a:lnTo>
                    <a:pt x="5819393" y="2380428"/>
                  </a:lnTo>
                  <a:lnTo>
                    <a:pt x="5819730" y="2381424"/>
                  </a:lnTo>
                  <a:lnTo>
                    <a:pt x="5820066" y="2381935"/>
                  </a:lnTo>
                  <a:lnTo>
                    <a:pt x="5820403" y="2382542"/>
                  </a:lnTo>
                  <a:lnTo>
                    <a:pt x="5820739" y="2383405"/>
                  </a:lnTo>
                  <a:lnTo>
                    <a:pt x="5821076" y="2384660"/>
                  </a:lnTo>
                  <a:lnTo>
                    <a:pt x="5821412" y="2385972"/>
                  </a:lnTo>
                  <a:lnTo>
                    <a:pt x="5821749" y="2387522"/>
                  </a:lnTo>
                  <a:lnTo>
                    <a:pt x="5822085" y="2389084"/>
                  </a:lnTo>
                  <a:lnTo>
                    <a:pt x="5822422" y="2390846"/>
                  </a:lnTo>
                  <a:lnTo>
                    <a:pt x="5822758" y="2392678"/>
                  </a:lnTo>
                  <a:lnTo>
                    <a:pt x="5823094" y="2393925"/>
                  </a:lnTo>
                  <a:lnTo>
                    <a:pt x="5823431" y="2394211"/>
                  </a:lnTo>
                  <a:lnTo>
                    <a:pt x="5823767" y="2394043"/>
                  </a:lnTo>
                  <a:lnTo>
                    <a:pt x="5824104" y="2393844"/>
                  </a:lnTo>
                  <a:lnTo>
                    <a:pt x="5824440" y="2393193"/>
                  </a:lnTo>
                  <a:lnTo>
                    <a:pt x="5824777" y="2392839"/>
                  </a:lnTo>
                  <a:lnTo>
                    <a:pt x="5825113" y="2392779"/>
                  </a:lnTo>
                  <a:lnTo>
                    <a:pt x="5825450" y="2392765"/>
                  </a:lnTo>
                  <a:lnTo>
                    <a:pt x="5825786" y="2392228"/>
                  </a:lnTo>
                  <a:lnTo>
                    <a:pt x="5826123" y="2390919"/>
                  </a:lnTo>
                  <a:lnTo>
                    <a:pt x="5826459" y="2390036"/>
                  </a:lnTo>
                  <a:lnTo>
                    <a:pt x="5826796" y="2389020"/>
                  </a:lnTo>
                  <a:lnTo>
                    <a:pt x="5827132" y="2387785"/>
                  </a:lnTo>
                  <a:lnTo>
                    <a:pt x="5827468" y="2386181"/>
                  </a:lnTo>
                  <a:lnTo>
                    <a:pt x="5827805" y="2383820"/>
                  </a:lnTo>
                  <a:lnTo>
                    <a:pt x="5828141" y="2381424"/>
                  </a:lnTo>
                  <a:lnTo>
                    <a:pt x="5828478" y="2379175"/>
                  </a:lnTo>
                  <a:lnTo>
                    <a:pt x="5828814" y="2376497"/>
                  </a:lnTo>
                  <a:lnTo>
                    <a:pt x="5829151" y="2374236"/>
                  </a:lnTo>
                  <a:lnTo>
                    <a:pt x="5829487" y="2371941"/>
                  </a:lnTo>
                  <a:lnTo>
                    <a:pt x="5829824" y="2369171"/>
                  </a:lnTo>
                  <a:lnTo>
                    <a:pt x="5830160" y="2365981"/>
                  </a:lnTo>
                  <a:lnTo>
                    <a:pt x="5830497" y="2362338"/>
                  </a:lnTo>
                  <a:lnTo>
                    <a:pt x="5830833" y="2358698"/>
                  </a:lnTo>
                  <a:lnTo>
                    <a:pt x="5831170" y="2355334"/>
                  </a:lnTo>
                  <a:lnTo>
                    <a:pt x="5831506" y="2352231"/>
                  </a:lnTo>
                  <a:lnTo>
                    <a:pt x="5831842" y="2349169"/>
                  </a:lnTo>
                  <a:lnTo>
                    <a:pt x="5832179" y="2345855"/>
                  </a:lnTo>
                  <a:lnTo>
                    <a:pt x="5832515" y="2342409"/>
                  </a:lnTo>
                  <a:lnTo>
                    <a:pt x="5832852" y="2339570"/>
                  </a:lnTo>
                  <a:lnTo>
                    <a:pt x="5833188" y="2336700"/>
                  </a:lnTo>
                  <a:lnTo>
                    <a:pt x="5833525" y="2333338"/>
                  </a:lnTo>
                  <a:lnTo>
                    <a:pt x="5833861" y="2329599"/>
                  </a:lnTo>
                  <a:lnTo>
                    <a:pt x="5834198" y="2325444"/>
                  </a:lnTo>
                  <a:lnTo>
                    <a:pt x="5834534" y="2321151"/>
                  </a:lnTo>
                  <a:lnTo>
                    <a:pt x="5834871" y="2316474"/>
                  </a:lnTo>
                  <a:lnTo>
                    <a:pt x="5835207" y="2312205"/>
                  </a:lnTo>
                  <a:lnTo>
                    <a:pt x="5835544" y="2308366"/>
                  </a:lnTo>
                  <a:lnTo>
                    <a:pt x="5835880" y="2305510"/>
                  </a:lnTo>
                  <a:lnTo>
                    <a:pt x="5836216" y="2302830"/>
                  </a:lnTo>
                  <a:lnTo>
                    <a:pt x="5836553" y="2300534"/>
                  </a:lnTo>
                  <a:lnTo>
                    <a:pt x="5836889" y="2298299"/>
                  </a:lnTo>
                  <a:lnTo>
                    <a:pt x="5837226" y="2296708"/>
                  </a:lnTo>
                  <a:lnTo>
                    <a:pt x="5837562" y="2295743"/>
                  </a:lnTo>
                  <a:lnTo>
                    <a:pt x="5837899" y="2295023"/>
                  </a:lnTo>
                  <a:lnTo>
                    <a:pt x="5838235" y="2294509"/>
                  </a:lnTo>
                  <a:lnTo>
                    <a:pt x="5838572" y="2293962"/>
                  </a:lnTo>
                  <a:lnTo>
                    <a:pt x="5838908" y="2293781"/>
                  </a:lnTo>
                  <a:lnTo>
                    <a:pt x="5839245" y="2293748"/>
                  </a:lnTo>
                  <a:lnTo>
                    <a:pt x="5839581" y="2293786"/>
                  </a:lnTo>
                  <a:lnTo>
                    <a:pt x="5839918" y="2293797"/>
                  </a:lnTo>
                  <a:lnTo>
                    <a:pt x="5840254" y="2293874"/>
                  </a:lnTo>
                  <a:lnTo>
                    <a:pt x="5840590" y="2293842"/>
                  </a:lnTo>
                  <a:lnTo>
                    <a:pt x="5840927" y="2294000"/>
                  </a:lnTo>
                  <a:lnTo>
                    <a:pt x="5841263" y="2294273"/>
                  </a:lnTo>
                  <a:lnTo>
                    <a:pt x="5841600" y="2294523"/>
                  </a:lnTo>
                  <a:lnTo>
                    <a:pt x="5841936" y="2295162"/>
                  </a:lnTo>
                  <a:lnTo>
                    <a:pt x="5842273" y="2295710"/>
                  </a:lnTo>
                  <a:lnTo>
                    <a:pt x="5842609" y="2296879"/>
                  </a:lnTo>
                  <a:lnTo>
                    <a:pt x="5842946" y="2297278"/>
                  </a:lnTo>
                  <a:lnTo>
                    <a:pt x="5843282" y="2297048"/>
                  </a:lnTo>
                  <a:lnTo>
                    <a:pt x="5843619" y="2297306"/>
                  </a:lnTo>
                  <a:lnTo>
                    <a:pt x="5843955" y="2296525"/>
                  </a:lnTo>
                  <a:lnTo>
                    <a:pt x="5844292" y="2296018"/>
                  </a:lnTo>
                  <a:lnTo>
                    <a:pt x="5844628" y="2295734"/>
                  </a:lnTo>
                  <a:lnTo>
                    <a:pt x="5844964" y="2295547"/>
                  </a:lnTo>
                  <a:lnTo>
                    <a:pt x="5845301" y="2296129"/>
                  </a:lnTo>
                  <a:lnTo>
                    <a:pt x="5845637" y="2296934"/>
                  </a:lnTo>
                  <a:lnTo>
                    <a:pt x="5845974" y="2297753"/>
                  </a:lnTo>
                  <a:lnTo>
                    <a:pt x="5846310" y="2298449"/>
                  </a:lnTo>
                  <a:lnTo>
                    <a:pt x="5846647" y="2299182"/>
                  </a:lnTo>
                  <a:lnTo>
                    <a:pt x="5846983" y="2299656"/>
                  </a:lnTo>
                  <a:lnTo>
                    <a:pt x="5847320" y="2300159"/>
                  </a:lnTo>
                  <a:lnTo>
                    <a:pt x="5847656" y="2300547"/>
                  </a:lnTo>
                  <a:lnTo>
                    <a:pt x="5847993" y="2300727"/>
                  </a:lnTo>
                  <a:lnTo>
                    <a:pt x="5848329" y="2300871"/>
                  </a:lnTo>
                  <a:lnTo>
                    <a:pt x="5848666" y="2301215"/>
                  </a:lnTo>
                  <a:lnTo>
                    <a:pt x="5849002" y="2301711"/>
                  </a:lnTo>
                  <a:lnTo>
                    <a:pt x="5849338" y="2302437"/>
                  </a:lnTo>
                  <a:lnTo>
                    <a:pt x="5849675" y="2303098"/>
                  </a:lnTo>
                  <a:lnTo>
                    <a:pt x="5850011" y="2303773"/>
                  </a:lnTo>
                  <a:lnTo>
                    <a:pt x="5850348" y="2304520"/>
                  </a:lnTo>
                  <a:lnTo>
                    <a:pt x="5850684" y="2305519"/>
                  </a:lnTo>
                  <a:lnTo>
                    <a:pt x="5851021" y="2306654"/>
                  </a:lnTo>
                  <a:lnTo>
                    <a:pt x="5851357" y="2307933"/>
                  </a:lnTo>
                  <a:lnTo>
                    <a:pt x="5851694" y="2309621"/>
                  </a:lnTo>
                  <a:lnTo>
                    <a:pt x="5852030" y="2311683"/>
                  </a:lnTo>
                  <a:lnTo>
                    <a:pt x="5852367" y="2313853"/>
                  </a:lnTo>
                  <a:lnTo>
                    <a:pt x="5852703" y="2315828"/>
                  </a:lnTo>
                  <a:lnTo>
                    <a:pt x="5853039" y="2318041"/>
                  </a:lnTo>
                  <a:lnTo>
                    <a:pt x="5853376" y="2320311"/>
                  </a:lnTo>
                  <a:lnTo>
                    <a:pt x="5853712" y="2322265"/>
                  </a:lnTo>
                  <a:lnTo>
                    <a:pt x="5854049" y="2323983"/>
                  </a:lnTo>
                  <a:lnTo>
                    <a:pt x="5854385" y="2324992"/>
                  </a:lnTo>
                  <a:lnTo>
                    <a:pt x="5854722" y="2325388"/>
                  </a:lnTo>
                  <a:lnTo>
                    <a:pt x="5855058" y="2326158"/>
                  </a:lnTo>
                  <a:lnTo>
                    <a:pt x="5855395" y="2326877"/>
                  </a:lnTo>
                  <a:lnTo>
                    <a:pt x="5855731" y="2327543"/>
                  </a:lnTo>
                  <a:lnTo>
                    <a:pt x="5856068" y="2328161"/>
                  </a:lnTo>
                  <a:lnTo>
                    <a:pt x="5856404" y="2328495"/>
                  </a:lnTo>
                  <a:lnTo>
                    <a:pt x="5856741" y="2328428"/>
                  </a:lnTo>
                  <a:lnTo>
                    <a:pt x="5857077" y="2328146"/>
                  </a:lnTo>
                  <a:lnTo>
                    <a:pt x="5857413" y="2327944"/>
                  </a:lnTo>
                  <a:lnTo>
                    <a:pt x="5857750" y="2327812"/>
                  </a:lnTo>
                  <a:lnTo>
                    <a:pt x="5858086" y="2327470"/>
                  </a:lnTo>
                  <a:lnTo>
                    <a:pt x="5858423" y="2327403"/>
                  </a:lnTo>
                  <a:lnTo>
                    <a:pt x="5858759" y="2327539"/>
                  </a:lnTo>
                  <a:lnTo>
                    <a:pt x="5859096" y="2327492"/>
                  </a:lnTo>
                  <a:lnTo>
                    <a:pt x="5859432" y="2327483"/>
                  </a:lnTo>
                  <a:lnTo>
                    <a:pt x="5859769" y="2327776"/>
                  </a:lnTo>
                  <a:lnTo>
                    <a:pt x="5860105" y="2327854"/>
                  </a:lnTo>
                  <a:lnTo>
                    <a:pt x="5860442" y="2327135"/>
                  </a:lnTo>
                  <a:lnTo>
                    <a:pt x="5860778" y="2325905"/>
                  </a:lnTo>
                  <a:lnTo>
                    <a:pt x="5861115" y="2324797"/>
                  </a:lnTo>
                  <a:lnTo>
                    <a:pt x="5861451" y="2323991"/>
                  </a:lnTo>
                  <a:lnTo>
                    <a:pt x="5861787" y="2323627"/>
                  </a:lnTo>
                  <a:lnTo>
                    <a:pt x="5862124" y="2323414"/>
                  </a:lnTo>
                  <a:lnTo>
                    <a:pt x="5862460" y="2323424"/>
                  </a:lnTo>
                  <a:lnTo>
                    <a:pt x="5862797" y="2323582"/>
                  </a:lnTo>
                  <a:lnTo>
                    <a:pt x="5863133" y="2324398"/>
                  </a:lnTo>
                  <a:lnTo>
                    <a:pt x="5863470" y="2324965"/>
                  </a:lnTo>
                  <a:lnTo>
                    <a:pt x="5863806" y="2325731"/>
                  </a:lnTo>
                  <a:lnTo>
                    <a:pt x="5864143" y="2326360"/>
                  </a:lnTo>
                  <a:lnTo>
                    <a:pt x="5864479" y="2326653"/>
                  </a:lnTo>
                  <a:lnTo>
                    <a:pt x="5864816" y="2326962"/>
                  </a:lnTo>
                  <a:lnTo>
                    <a:pt x="5865152" y="2326957"/>
                  </a:lnTo>
                  <a:lnTo>
                    <a:pt x="5865489" y="2327074"/>
                  </a:lnTo>
                  <a:lnTo>
                    <a:pt x="5865825" y="2327431"/>
                  </a:lnTo>
                  <a:lnTo>
                    <a:pt x="5866161" y="2327403"/>
                  </a:lnTo>
                  <a:lnTo>
                    <a:pt x="5866498" y="2327527"/>
                  </a:lnTo>
                  <a:lnTo>
                    <a:pt x="5866834" y="2328150"/>
                  </a:lnTo>
                  <a:lnTo>
                    <a:pt x="5867171" y="2328172"/>
                  </a:lnTo>
                  <a:lnTo>
                    <a:pt x="5867507" y="2327465"/>
                  </a:lnTo>
                  <a:lnTo>
                    <a:pt x="5867844" y="2326836"/>
                  </a:lnTo>
                  <a:lnTo>
                    <a:pt x="5868180" y="2325899"/>
                  </a:lnTo>
                  <a:lnTo>
                    <a:pt x="5868517" y="2325178"/>
                  </a:lnTo>
                  <a:lnTo>
                    <a:pt x="5868853" y="2324718"/>
                  </a:lnTo>
                  <a:lnTo>
                    <a:pt x="5869190" y="2323726"/>
                  </a:lnTo>
                  <a:lnTo>
                    <a:pt x="5869526" y="2322718"/>
                  </a:lnTo>
                  <a:lnTo>
                    <a:pt x="5869863" y="2320807"/>
                  </a:lnTo>
                  <a:lnTo>
                    <a:pt x="5870199" y="2319061"/>
                  </a:lnTo>
                  <a:lnTo>
                    <a:pt x="5870535" y="2317861"/>
                  </a:lnTo>
                  <a:lnTo>
                    <a:pt x="5870872" y="2315561"/>
                  </a:lnTo>
                  <a:lnTo>
                    <a:pt x="5871208" y="2312845"/>
                  </a:lnTo>
                  <a:lnTo>
                    <a:pt x="5871545" y="2309874"/>
                  </a:lnTo>
                  <a:lnTo>
                    <a:pt x="5871881" y="2306716"/>
                  </a:lnTo>
                  <a:lnTo>
                    <a:pt x="5872218" y="2304300"/>
                  </a:lnTo>
                  <a:lnTo>
                    <a:pt x="5872554" y="2302542"/>
                  </a:lnTo>
                  <a:lnTo>
                    <a:pt x="5872891" y="2301253"/>
                  </a:lnTo>
                  <a:lnTo>
                    <a:pt x="5873227" y="2300169"/>
                  </a:lnTo>
                  <a:lnTo>
                    <a:pt x="5873564" y="2298799"/>
                  </a:lnTo>
                  <a:lnTo>
                    <a:pt x="5873900" y="2297297"/>
                  </a:lnTo>
                  <a:lnTo>
                    <a:pt x="5874237" y="2295881"/>
                  </a:lnTo>
                  <a:lnTo>
                    <a:pt x="5874573" y="2295079"/>
                  </a:lnTo>
                  <a:lnTo>
                    <a:pt x="5874909" y="2294375"/>
                  </a:lnTo>
                  <a:lnTo>
                    <a:pt x="5875246" y="2293927"/>
                  </a:lnTo>
                  <a:lnTo>
                    <a:pt x="5875582" y="2293449"/>
                  </a:lnTo>
                  <a:lnTo>
                    <a:pt x="5875919" y="2292729"/>
                  </a:lnTo>
                  <a:lnTo>
                    <a:pt x="5876255" y="2291748"/>
                  </a:lnTo>
                  <a:lnTo>
                    <a:pt x="5876592" y="2290569"/>
                  </a:lnTo>
                  <a:lnTo>
                    <a:pt x="5876928" y="2289368"/>
                  </a:lnTo>
                  <a:lnTo>
                    <a:pt x="5877265" y="2287973"/>
                  </a:lnTo>
                  <a:lnTo>
                    <a:pt x="5877601" y="2286364"/>
                  </a:lnTo>
                  <a:lnTo>
                    <a:pt x="5877938" y="2284562"/>
                  </a:lnTo>
                  <a:lnTo>
                    <a:pt x="5878274" y="2282467"/>
                  </a:lnTo>
                  <a:lnTo>
                    <a:pt x="5878611" y="2280286"/>
                  </a:lnTo>
                  <a:lnTo>
                    <a:pt x="5878947" y="2278950"/>
                  </a:lnTo>
                  <a:lnTo>
                    <a:pt x="5879283" y="2277793"/>
                  </a:lnTo>
                  <a:lnTo>
                    <a:pt x="5879620" y="2276665"/>
                  </a:lnTo>
                  <a:lnTo>
                    <a:pt x="5879956" y="2275666"/>
                  </a:lnTo>
                  <a:lnTo>
                    <a:pt x="5880293" y="2274869"/>
                  </a:lnTo>
                  <a:lnTo>
                    <a:pt x="5880629" y="2274488"/>
                  </a:lnTo>
                  <a:lnTo>
                    <a:pt x="5880966" y="2274330"/>
                  </a:lnTo>
                  <a:lnTo>
                    <a:pt x="5881302" y="2275727"/>
                  </a:lnTo>
                  <a:lnTo>
                    <a:pt x="5881639" y="2277909"/>
                  </a:lnTo>
                  <a:lnTo>
                    <a:pt x="5881975" y="2280776"/>
                  </a:lnTo>
                  <a:lnTo>
                    <a:pt x="5882312" y="2283995"/>
                  </a:lnTo>
                  <a:lnTo>
                    <a:pt x="5882648" y="2287435"/>
                  </a:lnTo>
                  <a:lnTo>
                    <a:pt x="5882985" y="2291040"/>
                  </a:lnTo>
                  <a:lnTo>
                    <a:pt x="5883321" y="2294933"/>
                  </a:lnTo>
                  <a:lnTo>
                    <a:pt x="5883657" y="2298934"/>
                  </a:lnTo>
                  <a:lnTo>
                    <a:pt x="5883994" y="2302807"/>
                  </a:lnTo>
                  <a:lnTo>
                    <a:pt x="5884330" y="2306480"/>
                  </a:lnTo>
                  <a:lnTo>
                    <a:pt x="5884667" y="2309813"/>
                  </a:lnTo>
                  <a:lnTo>
                    <a:pt x="5885003" y="2312155"/>
                  </a:lnTo>
                  <a:lnTo>
                    <a:pt x="5885340" y="2314389"/>
                  </a:lnTo>
                  <a:lnTo>
                    <a:pt x="5885676" y="2316464"/>
                  </a:lnTo>
                  <a:lnTo>
                    <a:pt x="5886013" y="2318662"/>
                  </a:lnTo>
                  <a:lnTo>
                    <a:pt x="5886349" y="2320630"/>
                  </a:lnTo>
                  <a:lnTo>
                    <a:pt x="5886686" y="2322378"/>
                  </a:lnTo>
                  <a:lnTo>
                    <a:pt x="5887022" y="2323803"/>
                  </a:lnTo>
                  <a:lnTo>
                    <a:pt x="5887358" y="2325109"/>
                  </a:lnTo>
                  <a:lnTo>
                    <a:pt x="5887695" y="2325997"/>
                  </a:lnTo>
                  <a:lnTo>
                    <a:pt x="5888031" y="2326650"/>
                  </a:lnTo>
                  <a:lnTo>
                    <a:pt x="5888368" y="2327097"/>
                  </a:lnTo>
                  <a:lnTo>
                    <a:pt x="5888704" y="2327043"/>
                  </a:lnTo>
                  <a:lnTo>
                    <a:pt x="5889041" y="2326743"/>
                  </a:lnTo>
                  <a:lnTo>
                    <a:pt x="5889377" y="2326914"/>
                  </a:lnTo>
                  <a:lnTo>
                    <a:pt x="5889714" y="2326860"/>
                  </a:lnTo>
                  <a:lnTo>
                    <a:pt x="5890050" y="2326283"/>
                  </a:lnTo>
                  <a:lnTo>
                    <a:pt x="5890387" y="2325668"/>
                  </a:lnTo>
                  <a:lnTo>
                    <a:pt x="5890723" y="2325072"/>
                  </a:lnTo>
                  <a:lnTo>
                    <a:pt x="5891060" y="2324811"/>
                  </a:lnTo>
                  <a:lnTo>
                    <a:pt x="5891396" y="2324335"/>
                  </a:lnTo>
                  <a:lnTo>
                    <a:pt x="5891732" y="2324085"/>
                  </a:lnTo>
                  <a:lnTo>
                    <a:pt x="5892069" y="2323116"/>
                  </a:lnTo>
                  <a:lnTo>
                    <a:pt x="5892405" y="2321898"/>
                  </a:lnTo>
                  <a:lnTo>
                    <a:pt x="5892742" y="2320426"/>
                  </a:lnTo>
                  <a:lnTo>
                    <a:pt x="5893078" y="2319042"/>
                  </a:lnTo>
                  <a:lnTo>
                    <a:pt x="5893415" y="2318059"/>
                  </a:lnTo>
                  <a:lnTo>
                    <a:pt x="5893751" y="2316875"/>
                  </a:lnTo>
                  <a:lnTo>
                    <a:pt x="5894088" y="2315897"/>
                  </a:lnTo>
                  <a:lnTo>
                    <a:pt x="5894424" y="2315117"/>
                  </a:lnTo>
                  <a:lnTo>
                    <a:pt x="5894761" y="2314559"/>
                  </a:lnTo>
                  <a:lnTo>
                    <a:pt x="5895097" y="2313548"/>
                  </a:lnTo>
                  <a:lnTo>
                    <a:pt x="5895434" y="2312391"/>
                  </a:lnTo>
                  <a:lnTo>
                    <a:pt x="5895770" y="2310670"/>
                  </a:lnTo>
                  <a:lnTo>
                    <a:pt x="5896106" y="2309184"/>
                  </a:lnTo>
                  <a:lnTo>
                    <a:pt x="5896443" y="2307127"/>
                  </a:lnTo>
                  <a:lnTo>
                    <a:pt x="5896779" y="2304415"/>
                  </a:lnTo>
                  <a:lnTo>
                    <a:pt x="5897116" y="2301889"/>
                  </a:lnTo>
                  <a:lnTo>
                    <a:pt x="5897452" y="2299735"/>
                  </a:lnTo>
                  <a:lnTo>
                    <a:pt x="5897789" y="2298234"/>
                  </a:lnTo>
                  <a:lnTo>
                    <a:pt x="5898125" y="2296815"/>
                  </a:lnTo>
                  <a:lnTo>
                    <a:pt x="5898462" y="2295223"/>
                  </a:lnTo>
                  <a:lnTo>
                    <a:pt x="5898798" y="2292959"/>
                  </a:lnTo>
                  <a:lnTo>
                    <a:pt x="5899135" y="2290008"/>
                  </a:lnTo>
                  <a:lnTo>
                    <a:pt x="5899471" y="2286978"/>
                  </a:lnTo>
                  <a:lnTo>
                    <a:pt x="5899808" y="2283628"/>
                  </a:lnTo>
                  <a:lnTo>
                    <a:pt x="5900144" y="2281438"/>
                  </a:lnTo>
                  <a:lnTo>
                    <a:pt x="5900480" y="2279701"/>
                  </a:lnTo>
                  <a:lnTo>
                    <a:pt x="5900817" y="2278597"/>
                  </a:lnTo>
                  <a:lnTo>
                    <a:pt x="5901153" y="2277875"/>
                  </a:lnTo>
                  <a:lnTo>
                    <a:pt x="5901490" y="2277804"/>
                  </a:lnTo>
                  <a:lnTo>
                    <a:pt x="5901826" y="2278107"/>
                  </a:lnTo>
                  <a:lnTo>
                    <a:pt x="5902163" y="2278726"/>
                  </a:lnTo>
                  <a:lnTo>
                    <a:pt x="5902499" y="2278805"/>
                  </a:lnTo>
                  <a:lnTo>
                    <a:pt x="5902836" y="2278805"/>
                  </a:lnTo>
                  <a:lnTo>
                    <a:pt x="5903172" y="2277885"/>
                  </a:lnTo>
                  <a:lnTo>
                    <a:pt x="5903509" y="2276658"/>
                  </a:lnTo>
                  <a:lnTo>
                    <a:pt x="5903845" y="2274839"/>
                  </a:lnTo>
                  <a:lnTo>
                    <a:pt x="5904182" y="2273156"/>
                  </a:lnTo>
                  <a:lnTo>
                    <a:pt x="5904518" y="2271277"/>
                  </a:lnTo>
                  <a:lnTo>
                    <a:pt x="5904854" y="2269122"/>
                  </a:lnTo>
                  <a:lnTo>
                    <a:pt x="5905191" y="2267304"/>
                  </a:lnTo>
                  <a:lnTo>
                    <a:pt x="5905527" y="2265152"/>
                  </a:lnTo>
                  <a:lnTo>
                    <a:pt x="5905864" y="2261743"/>
                  </a:lnTo>
                  <a:lnTo>
                    <a:pt x="5906200" y="2258271"/>
                  </a:lnTo>
                  <a:lnTo>
                    <a:pt x="5906537" y="2254864"/>
                  </a:lnTo>
                  <a:lnTo>
                    <a:pt x="5906873" y="2251150"/>
                  </a:lnTo>
                  <a:lnTo>
                    <a:pt x="5907210" y="2247039"/>
                  </a:lnTo>
                  <a:lnTo>
                    <a:pt x="5907546" y="2242600"/>
                  </a:lnTo>
                  <a:lnTo>
                    <a:pt x="5907883" y="2237469"/>
                  </a:lnTo>
                  <a:lnTo>
                    <a:pt x="5908219" y="2232364"/>
                  </a:lnTo>
                  <a:lnTo>
                    <a:pt x="5908556" y="2227376"/>
                  </a:lnTo>
                  <a:lnTo>
                    <a:pt x="5908892" y="2222382"/>
                  </a:lnTo>
                  <a:lnTo>
                    <a:pt x="5909228" y="2219506"/>
                  </a:lnTo>
                  <a:lnTo>
                    <a:pt x="5909565" y="2216340"/>
                  </a:lnTo>
                  <a:lnTo>
                    <a:pt x="5909901" y="2213533"/>
                  </a:lnTo>
                  <a:lnTo>
                    <a:pt x="5910238" y="2211151"/>
                  </a:lnTo>
                  <a:lnTo>
                    <a:pt x="5910574" y="2209165"/>
                  </a:lnTo>
                  <a:lnTo>
                    <a:pt x="5910911" y="2206710"/>
                  </a:lnTo>
                  <a:lnTo>
                    <a:pt x="5911247" y="2204817"/>
                  </a:lnTo>
                  <a:lnTo>
                    <a:pt x="5911584" y="2202230"/>
                  </a:lnTo>
                  <a:lnTo>
                    <a:pt x="5911920" y="2199622"/>
                  </a:lnTo>
                  <a:lnTo>
                    <a:pt x="5912257" y="2197277"/>
                  </a:lnTo>
                  <a:lnTo>
                    <a:pt x="5912593" y="2194631"/>
                  </a:lnTo>
                  <a:lnTo>
                    <a:pt x="5912930" y="2192337"/>
                  </a:lnTo>
                  <a:lnTo>
                    <a:pt x="5913266" y="2189896"/>
                  </a:lnTo>
                  <a:lnTo>
                    <a:pt x="5913602" y="2187515"/>
                  </a:lnTo>
                  <a:lnTo>
                    <a:pt x="5913939" y="2185111"/>
                  </a:lnTo>
                  <a:lnTo>
                    <a:pt x="5914275" y="2182614"/>
                  </a:lnTo>
                  <a:lnTo>
                    <a:pt x="5914612" y="2180480"/>
                  </a:lnTo>
                  <a:lnTo>
                    <a:pt x="5914948" y="2178233"/>
                  </a:lnTo>
                  <a:lnTo>
                    <a:pt x="5915285" y="2175064"/>
                  </a:lnTo>
                  <a:lnTo>
                    <a:pt x="5915621" y="2171580"/>
                  </a:lnTo>
                  <a:lnTo>
                    <a:pt x="5915958" y="2167830"/>
                  </a:lnTo>
                  <a:lnTo>
                    <a:pt x="5916294" y="2164072"/>
                  </a:lnTo>
                  <a:lnTo>
                    <a:pt x="5916631" y="2160861"/>
                  </a:lnTo>
                  <a:lnTo>
                    <a:pt x="5916967" y="2157427"/>
                  </a:lnTo>
                  <a:lnTo>
                    <a:pt x="5917303" y="2153490"/>
                  </a:lnTo>
                  <a:lnTo>
                    <a:pt x="5917640" y="2149352"/>
                  </a:lnTo>
                  <a:lnTo>
                    <a:pt x="5917976" y="2146897"/>
                  </a:lnTo>
                  <a:lnTo>
                    <a:pt x="5918313" y="2144127"/>
                  </a:lnTo>
                  <a:lnTo>
                    <a:pt x="5918649" y="2141222"/>
                  </a:lnTo>
                  <a:lnTo>
                    <a:pt x="5918986" y="2138762"/>
                  </a:lnTo>
                  <a:lnTo>
                    <a:pt x="5919322" y="2136464"/>
                  </a:lnTo>
                  <a:lnTo>
                    <a:pt x="5919659" y="2133750"/>
                  </a:lnTo>
                  <a:lnTo>
                    <a:pt x="5919995" y="2130645"/>
                  </a:lnTo>
                  <a:lnTo>
                    <a:pt x="5920332" y="2126847"/>
                  </a:lnTo>
                  <a:lnTo>
                    <a:pt x="5920668" y="2122862"/>
                  </a:lnTo>
                  <a:lnTo>
                    <a:pt x="5921005" y="2118799"/>
                  </a:lnTo>
                  <a:lnTo>
                    <a:pt x="5921341" y="2115126"/>
                  </a:lnTo>
                  <a:lnTo>
                    <a:pt x="5921677" y="2111283"/>
                  </a:lnTo>
                  <a:lnTo>
                    <a:pt x="5922014" y="2107710"/>
                  </a:lnTo>
                  <a:lnTo>
                    <a:pt x="5922350" y="2104262"/>
                  </a:lnTo>
                  <a:lnTo>
                    <a:pt x="5922687" y="2100584"/>
                  </a:lnTo>
                  <a:lnTo>
                    <a:pt x="5923023" y="2096164"/>
                  </a:lnTo>
                  <a:lnTo>
                    <a:pt x="5923360" y="2091594"/>
                  </a:lnTo>
                  <a:lnTo>
                    <a:pt x="5923696" y="2085260"/>
                  </a:lnTo>
                  <a:lnTo>
                    <a:pt x="5924033" y="2079276"/>
                  </a:lnTo>
                  <a:lnTo>
                    <a:pt x="5924369" y="2072749"/>
                  </a:lnTo>
                  <a:lnTo>
                    <a:pt x="5924706" y="2066582"/>
                  </a:lnTo>
                  <a:lnTo>
                    <a:pt x="5925042" y="2060229"/>
                  </a:lnTo>
                  <a:lnTo>
                    <a:pt x="5925379" y="2051845"/>
                  </a:lnTo>
                  <a:lnTo>
                    <a:pt x="5925715" y="2045945"/>
                  </a:lnTo>
                  <a:lnTo>
                    <a:pt x="5926051" y="2040620"/>
                  </a:lnTo>
                  <a:lnTo>
                    <a:pt x="5926388" y="2035185"/>
                  </a:lnTo>
                  <a:lnTo>
                    <a:pt x="5926724" y="2029262"/>
                  </a:lnTo>
                  <a:lnTo>
                    <a:pt x="5927061" y="2022616"/>
                  </a:lnTo>
                  <a:lnTo>
                    <a:pt x="5927397" y="2016027"/>
                  </a:lnTo>
                  <a:lnTo>
                    <a:pt x="5927734" y="2009787"/>
                  </a:lnTo>
                  <a:lnTo>
                    <a:pt x="5928070" y="2004158"/>
                  </a:lnTo>
                  <a:lnTo>
                    <a:pt x="5928407" y="1998800"/>
                  </a:lnTo>
                  <a:lnTo>
                    <a:pt x="5928743" y="1993503"/>
                  </a:lnTo>
                  <a:lnTo>
                    <a:pt x="5929080" y="1988088"/>
                  </a:lnTo>
                  <a:lnTo>
                    <a:pt x="5929416" y="1982980"/>
                  </a:lnTo>
                  <a:lnTo>
                    <a:pt x="5929753" y="1978034"/>
                  </a:lnTo>
                  <a:lnTo>
                    <a:pt x="5930089" y="1973277"/>
                  </a:lnTo>
                  <a:lnTo>
                    <a:pt x="5930425" y="1969155"/>
                  </a:lnTo>
                  <a:lnTo>
                    <a:pt x="5930762" y="1965693"/>
                  </a:lnTo>
                  <a:lnTo>
                    <a:pt x="5931098" y="1960793"/>
                  </a:lnTo>
                  <a:lnTo>
                    <a:pt x="5931435" y="1955533"/>
                  </a:lnTo>
                  <a:lnTo>
                    <a:pt x="5931771" y="1950738"/>
                  </a:lnTo>
                  <a:lnTo>
                    <a:pt x="5932108" y="1945902"/>
                  </a:lnTo>
                  <a:lnTo>
                    <a:pt x="5932444" y="1940841"/>
                  </a:lnTo>
                  <a:lnTo>
                    <a:pt x="5932781" y="1935590"/>
                  </a:lnTo>
                  <a:lnTo>
                    <a:pt x="5933117" y="1930001"/>
                  </a:lnTo>
                  <a:lnTo>
                    <a:pt x="5933454" y="1924380"/>
                  </a:lnTo>
                  <a:lnTo>
                    <a:pt x="5933790" y="1918534"/>
                  </a:lnTo>
                  <a:lnTo>
                    <a:pt x="5934127" y="1912650"/>
                  </a:lnTo>
                  <a:lnTo>
                    <a:pt x="5934463" y="1907117"/>
                  </a:lnTo>
                  <a:lnTo>
                    <a:pt x="5934799" y="1901805"/>
                  </a:lnTo>
                  <a:lnTo>
                    <a:pt x="5935136" y="1896757"/>
                  </a:lnTo>
                  <a:lnTo>
                    <a:pt x="5935472" y="1892032"/>
                  </a:lnTo>
                  <a:lnTo>
                    <a:pt x="5935809" y="1886704"/>
                  </a:lnTo>
                  <a:lnTo>
                    <a:pt x="5936145" y="1880848"/>
                  </a:lnTo>
                  <a:lnTo>
                    <a:pt x="5936482" y="1876042"/>
                  </a:lnTo>
                  <a:lnTo>
                    <a:pt x="5936818" y="1871888"/>
                  </a:lnTo>
                  <a:lnTo>
                    <a:pt x="5937155" y="1869738"/>
                  </a:lnTo>
                  <a:lnTo>
                    <a:pt x="5937491" y="1868720"/>
                  </a:lnTo>
                  <a:lnTo>
                    <a:pt x="5937828" y="1866809"/>
                  </a:lnTo>
                  <a:lnTo>
                    <a:pt x="5938164" y="1865566"/>
                  </a:lnTo>
                  <a:lnTo>
                    <a:pt x="5938501" y="1865013"/>
                  </a:lnTo>
                  <a:lnTo>
                    <a:pt x="5938837" y="1865063"/>
                  </a:lnTo>
                  <a:lnTo>
                    <a:pt x="5939173" y="1865336"/>
                  </a:lnTo>
                  <a:lnTo>
                    <a:pt x="5939510" y="1866153"/>
                  </a:lnTo>
                  <a:lnTo>
                    <a:pt x="5939846" y="1866155"/>
                  </a:lnTo>
                  <a:lnTo>
                    <a:pt x="5940183" y="1865987"/>
                  </a:lnTo>
                  <a:lnTo>
                    <a:pt x="5940519" y="1866101"/>
                  </a:lnTo>
                  <a:lnTo>
                    <a:pt x="5940856" y="1866879"/>
                  </a:lnTo>
                  <a:lnTo>
                    <a:pt x="5941192" y="1868453"/>
                  </a:lnTo>
                  <a:lnTo>
                    <a:pt x="5941529" y="1870090"/>
                  </a:lnTo>
                  <a:lnTo>
                    <a:pt x="5941865" y="1871014"/>
                  </a:lnTo>
                  <a:lnTo>
                    <a:pt x="5942202" y="1871064"/>
                  </a:lnTo>
                  <a:lnTo>
                    <a:pt x="5942538" y="1870836"/>
                  </a:lnTo>
                  <a:lnTo>
                    <a:pt x="5942875" y="1870178"/>
                  </a:lnTo>
                  <a:lnTo>
                    <a:pt x="5943211" y="1869492"/>
                  </a:lnTo>
                  <a:lnTo>
                    <a:pt x="5943547" y="1868516"/>
                  </a:lnTo>
                  <a:lnTo>
                    <a:pt x="5943884" y="1867605"/>
                  </a:lnTo>
                  <a:lnTo>
                    <a:pt x="5944220" y="1866709"/>
                  </a:lnTo>
                  <a:lnTo>
                    <a:pt x="5944557" y="1866360"/>
                  </a:lnTo>
                  <a:lnTo>
                    <a:pt x="5944893" y="1865222"/>
                  </a:lnTo>
                  <a:lnTo>
                    <a:pt x="5945230" y="1864153"/>
                  </a:lnTo>
                  <a:lnTo>
                    <a:pt x="5945566" y="1862713"/>
                  </a:lnTo>
                  <a:lnTo>
                    <a:pt x="5945903" y="1860797"/>
                  </a:lnTo>
                  <a:lnTo>
                    <a:pt x="5946239" y="1858833"/>
                  </a:lnTo>
                  <a:lnTo>
                    <a:pt x="5946576" y="1856699"/>
                  </a:lnTo>
                  <a:lnTo>
                    <a:pt x="5946912" y="1853150"/>
                  </a:lnTo>
                  <a:lnTo>
                    <a:pt x="5947249" y="1850111"/>
                  </a:lnTo>
                  <a:lnTo>
                    <a:pt x="5947585" y="1847031"/>
                  </a:lnTo>
                  <a:lnTo>
                    <a:pt x="5947921" y="1841779"/>
                  </a:lnTo>
                  <a:lnTo>
                    <a:pt x="5948258" y="1836384"/>
                  </a:lnTo>
                  <a:lnTo>
                    <a:pt x="5948594" y="1829598"/>
                  </a:lnTo>
                  <a:lnTo>
                    <a:pt x="5948931" y="1821921"/>
                  </a:lnTo>
                  <a:lnTo>
                    <a:pt x="5949267" y="1813859"/>
                  </a:lnTo>
                  <a:lnTo>
                    <a:pt x="5949604" y="1804850"/>
                  </a:lnTo>
                  <a:lnTo>
                    <a:pt x="5949940" y="1795152"/>
                  </a:lnTo>
                  <a:lnTo>
                    <a:pt x="5950277" y="1784535"/>
                  </a:lnTo>
                  <a:lnTo>
                    <a:pt x="5950613" y="1773357"/>
                  </a:lnTo>
                  <a:lnTo>
                    <a:pt x="5950950" y="1762538"/>
                  </a:lnTo>
                  <a:lnTo>
                    <a:pt x="5951286" y="1751610"/>
                  </a:lnTo>
                  <a:lnTo>
                    <a:pt x="5951622" y="1740544"/>
                  </a:lnTo>
                  <a:lnTo>
                    <a:pt x="5951959" y="1729402"/>
                  </a:lnTo>
                  <a:lnTo>
                    <a:pt x="5952295" y="1718494"/>
                  </a:lnTo>
                  <a:lnTo>
                    <a:pt x="5952632" y="1707221"/>
                  </a:lnTo>
                  <a:lnTo>
                    <a:pt x="5952968" y="1695456"/>
                  </a:lnTo>
                  <a:lnTo>
                    <a:pt x="5953305" y="1683152"/>
                  </a:lnTo>
                  <a:lnTo>
                    <a:pt x="5953641" y="1670413"/>
                  </a:lnTo>
                  <a:lnTo>
                    <a:pt x="5953978" y="1657614"/>
                  </a:lnTo>
                  <a:lnTo>
                    <a:pt x="5954314" y="1644330"/>
                  </a:lnTo>
                  <a:lnTo>
                    <a:pt x="5954651" y="1631327"/>
                  </a:lnTo>
                  <a:lnTo>
                    <a:pt x="5954987" y="1618905"/>
                  </a:lnTo>
                  <a:lnTo>
                    <a:pt x="5955324" y="1607180"/>
                  </a:lnTo>
                  <a:lnTo>
                    <a:pt x="5955660" y="1595333"/>
                  </a:lnTo>
                  <a:lnTo>
                    <a:pt x="5955996" y="1582753"/>
                  </a:lnTo>
                  <a:lnTo>
                    <a:pt x="5956333" y="1569958"/>
                  </a:lnTo>
                  <a:lnTo>
                    <a:pt x="5956669" y="1556442"/>
                  </a:lnTo>
                  <a:lnTo>
                    <a:pt x="5957006" y="1542801"/>
                  </a:lnTo>
                  <a:lnTo>
                    <a:pt x="5957342" y="1528995"/>
                  </a:lnTo>
                  <a:lnTo>
                    <a:pt x="5957679" y="1514742"/>
                  </a:lnTo>
                  <a:lnTo>
                    <a:pt x="5958015" y="1504323"/>
                  </a:lnTo>
                  <a:lnTo>
                    <a:pt x="5958352" y="1494212"/>
                  </a:lnTo>
                  <a:lnTo>
                    <a:pt x="5958688" y="1485006"/>
                  </a:lnTo>
                  <a:lnTo>
                    <a:pt x="5959025" y="1476496"/>
                  </a:lnTo>
                  <a:lnTo>
                    <a:pt x="5959361" y="1468955"/>
                  </a:lnTo>
                  <a:lnTo>
                    <a:pt x="5959698" y="1461554"/>
                  </a:lnTo>
                  <a:lnTo>
                    <a:pt x="5960034" y="1454651"/>
                  </a:lnTo>
                  <a:lnTo>
                    <a:pt x="5960370" y="1447853"/>
                  </a:lnTo>
                  <a:lnTo>
                    <a:pt x="5960707" y="1440835"/>
                  </a:lnTo>
                  <a:lnTo>
                    <a:pt x="5961043" y="1435434"/>
                  </a:lnTo>
                  <a:lnTo>
                    <a:pt x="5961380" y="1430074"/>
                  </a:lnTo>
                  <a:lnTo>
                    <a:pt x="5961716" y="1424496"/>
                  </a:lnTo>
                  <a:lnTo>
                    <a:pt x="5962053" y="1418462"/>
                  </a:lnTo>
                  <a:lnTo>
                    <a:pt x="5962389" y="1415149"/>
                  </a:lnTo>
                  <a:lnTo>
                    <a:pt x="5962726" y="1412292"/>
                  </a:lnTo>
                  <a:lnTo>
                    <a:pt x="5963062" y="1410371"/>
                  </a:lnTo>
                  <a:lnTo>
                    <a:pt x="5963399" y="1408707"/>
                  </a:lnTo>
                  <a:lnTo>
                    <a:pt x="5963735" y="1407936"/>
                  </a:lnTo>
                  <a:lnTo>
                    <a:pt x="5964072" y="1407217"/>
                  </a:lnTo>
                  <a:lnTo>
                    <a:pt x="5964408" y="1406447"/>
                  </a:lnTo>
                  <a:lnTo>
                    <a:pt x="5964744" y="1405955"/>
                  </a:lnTo>
                  <a:lnTo>
                    <a:pt x="5965081" y="1405084"/>
                  </a:lnTo>
                  <a:lnTo>
                    <a:pt x="5965417" y="1404008"/>
                  </a:lnTo>
                  <a:lnTo>
                    <a:pt x="5965754" y="1403033"/>
                  </a:lnTo>
                  <a:lnTo>
                    <a:pt x="5966090" y="1402904"/>
                  </a:lnTo>
                  <a:lnTo>
                    <a:pt x="5966427" y="1403741"/>
                  </a:lnTo>
                  <a:lnTo>
                    <a:pt x="5966763" y="1405025"/>
                  </a:lnTo>
                  <a:lnTo>
                    <a:pt x="5967100" y="1406935"/>
                  </a:lnTo>
                  <a:lnTo>
                    <a:pt x="5967436" y="1406913"/>
                  </a:lnTo>
                  <a:lnTo>
                    <a:pt x="5967773" y="1406093"/>
                  </a:lnTo>
                  <a:lnTo>
                    <a:pt x="5968109" y="1404924"/>
                  </a:lnTo>
                  <a:lnTo>
                    <a:pt x="5968446" y="1403434"/>
                  </a:lnTo>
                  <a:lnTo>
                    <a:pt x="5968782" y="1401737"/>
                  </a:lnTo>
                  <a:lnTo>
                    <a:pt x="5969118" y="1399773"/>
                  </a:lnTo>
                  <a:lnTo>
                    <a:pt x="5969455" y="1397833"/>
                  </a:lnTo>
                  <a:lnTo>
                    <a:pt x="5969791" y="1396594"/>
                  </a:lnTo>
                  <a:lnTo>
                    <a:pt x="5970128" y="1395045"/>
                  </a:lnTo>
                  <a:lnTo>
                    <a:pt x="5970464" y="1393844"/>
                  </a:lnTo>
                  <a:lnTo>
                    <a:pt x="5970801" y="1392691"/>
                  </a:lnTo>
                  <a:lnTo>
                    <a:pt x="5971137" y="1391923"/>
                  </a:lnTo>
                  <a:lnTo>
                    <a:pt x="5971474" y="1391163"/>
                  </a:lnTo>
                  <a:lnTo>
                    <a:pt x="5971810" y="1390122"/>
                  </a:lnTo>
                  <a:lnTo>
                    <a:pt x="5972147" y="1389011"/>
                  </a:lnTo>
                  <a:lnTo>
                    <a:pt x="5972483" y="1387848"/>
                  </a:lnTo>
                  <a:lnTo>
                    <a:pt x="5972820" y="1386773"/>
                  </a:lnTo>
                  <a:lnTo>
                    <a:pt x="5973156" y="1387382"/>
                  </a:lnTo>
                  <a:lnTo>
                    <a:pt x="5973492" y="1388431"/>
                  </a:lnTo>
                  <a:lnTo>
                    <a:pt x="5973829" y="1389339"/>
                  </a:lnTo>
                  <a:lnTo>
                    <a:pt x="5974165" y="1390793"/>
                  </a:lnTo>
                  <a:lnTo>
                    <a:pt x="5974502" y="1393399"/>
                  </a:lnTo>
                  <a:lnTo>
                    <a:pt x="5974838" y="1396373"/>
                  </a:lnTo>
                  <a:lnTo>
                    <a:pt x="5975175" y="1400104"/>
                  </a:lnTo>
                  <a:lnTo>
                    <a:pt x="5975511" y="1403286"/>
                  </a:lnTo>
                  <a:lnTo>
                    <a:pt x="5975848" y="1405556"/>
                  </a:lnTo>
                  <a:lnTo>
                    <a:pt x="5976184" y="1408030"/>
                  </a:lnTo>
                  <a:lnTo>
                    <a:pt x="5976521" y="1408070"/>
                  </a:lnTo>
                  <a:lnTo>
                    <a:pt x="5976857" y="1407568"/>
                  </a:lnTo>
                  <a:lnTo>
                    <a:pt x="5977194" y="1407207"/>
                  </a:lnTo>
                  <a:lnTo>
                    <a:pt x="5977530" y="1407186"/>
                  </a:lnTo>
                  <a:lnTo>
                    <a:pt x="5977866" y="1408522"/>
                  </a:lnTo>
                  <a:lnTo>
                    <a:pt x="5978203" y="1410166"/>
                  </a:lnTo>
                  <a:lnTo>
                    <a:pt x="5978539" y="1412257"/>
                  </a:lnTo>
                  <a:lnTo>
                    <a:pt x="5978876" y="1414280"/>
                  </a:lnTo>
                  <a:lnTo>
                    <a:pt x="5979212" y="1416019"/>
                  </a:lnTo>
                  <a:lnTo>
                    <a:pt x="5979549" y="1417486"/>
                  </a:lnTo>
                  <a:lnTo>
                    <a:pt x="5979885" y="1418521"/>
                  </a:lnTo>
                  <a:lnTo>
                    <a:pt x="5980222" y="1419315"/>
                  </a:lnTo>
                  <a:lnTo>
                    <a:pt x="5980558" y="1420503"/>
                  </a:lnTo>
                  <a:lnTo>
                    <a:pt x="5980895" y="1421888"/>
                  </a:lnTo>
                  <a:lnTo>
                    <a:pt x="5981231" y="1423284"/>
                  </a:lnTo>
                  <a:lnTo>
                    <a:pt x="5981568" y="1424593"/>
                  </a:lnTo>
                  <a:lnTo>
                    <a:pt x="5981904" y="1425880"/>
                  </a:lnTo>
                  <a:lnTo>
                    <a:pt x="5982240" y="1427091"/>
                  </a:lnTo>
                  <a:lnTo>
                    <a:pt x="5982577" y="1428987"/>
                  </a:lnTo>
                  <a:lnTo>
                    <a:pt x="5982913" y="1431104"/>
                  </a:lnTo>
                  <a:lnTo>
                    <a:pt x="5983250" y="1433442"/>
                  </a:lnTo>
                  <a:lnTo>
                    <a:pt x="5983586" y="1435350"/>
                  </a:lnTo>
                  <a:lnTo>
                    <a:pt x="5983923" y="1436034"/>
                  </a:lnTo>
                  <a:lnTo>
                    <a:pt x="5984259" y="1437250"/>
                  </a:lnTo>
                  <a:lnTo>
                    <a:pt x="5984596" y="1438546"/>
                  </a:lnTo>
                  <a:lnTo>
                    <a:pt x="5984932" y="1439561"/>
                  </a:lnTo>
                  <a:lnTo>
                    <a:pt x="5985269" y="1437909"/>
                  </a:lnTo>
                  <a:lnTo>
                    <a:pt x="5985605" y="1436110"/>
                  </a:lnTo>
                  <a:lnTo>
                    <a:pt x="5985941" y="1434390"/>
                  </a:lnTo>
                  <a:lnTo>
                    <a:pt x="5986278" y="1431642"/>
                  </a:lnTo>
                  <a:lnTo>
                    <a:pt x="5986614" y="1428627"/>
                  </a:lnTo>
                  <a:lnTo>
                    <a:pt x="5986951" y="1425401"/>
                  </a:lnTo>
                  <a:lnTo>
                    <a:pt x="5987287" y="1420338"/>
                  </a:lnTo>
                  <a:lnTo>
                    <a:pt x="5987624" y="1418294"/>
                  </a:lnTo>
                  <a:lnTo>
                    <a:pt x="5987960" y="1416593"/>
                  </a:lnTo>
                  <a:lnTo>
                    <a:pt x="5988297" y="1414998"/>
                  </a:lnTo>
                  <a:lnTo>
                    <a:pt x="5988633" y="1413580"/>
                  </a:lnTo>
                  <a:lnTo>
                    <a:pt x="5988970" y="1412684"/>
                  </a:lnTo>
                  <a:lnTo>
                    <a:pt x="5989306" y="1411699"/>
                  </a:lnTo>
                  <a:lnTo>
                    <a:pt x="5989643" y="1412300"/>
                  </a:lnTo>
                  <a:lnTo>
                    <a:pt x="5989979" y="1413071"/>
                  </a:lnTo>
                  <a:lnTo>
                    <a:pt x="5990315" y="1414655"/>
                  </a:lnTo>
                  <a:lnTo>
                    <a:pt x="5990652" y="1416274"/>
                  </a:lnTo>
                  <a:lnTo>
                    <a:pt x="5990988" y="1419932"/>
                  </a:lnTo>
                  <a:lnTo>
                    <a:pt x="5991325" y="1423975"/>
                  </a:lnTo>
                  <a:lnTo>
                    <a:pt x="5991661" y="1428894"/>
                  </a:lnTo>
                  <a:lnTo>
                    <a:pt x="5991998" y="1433790"/>
                  </a:lnTo>
                  <a:lnTo>
                    <a:pt x="5992334" y="1439182"/>
                  </a:lnTo>
                  <a:lnTo>
                    <a:pt x="5992671" y="1447113"/>
                  </a:lnTo>
                  <a:lnTo>
                    <a:pt x="5993007" y="1451803"/>
                  </a:lnTo>
                  <a:lnTo>
                    <a:pt x="5993344" y="1455901"/>
                  </a:lnTo>
                  <a:lnTo>
                    <a:pt x="5993680" y="1460222"/>
                  </a:lnTo>
                  <a:lnTo>
                    <a:pt x="5994017" y="1464880"/>
                  </a:lnTo>
                  <a:lnTo>
                    <a:pt x="5994353" y="1470166"/>
                  </a:lnTo>
                  <a:lnTo>
                    <a:pt x="5994689" y="1475746"/>
                  </a:lnTo>
                  <a:lnTo>
                    <a:pt x="5995026" y="1481931"/>
                  </a:lnTo>
                  <a:lnTo>
                    <a:pt x="5995362" y="1487236"/>
                  </a:lnTo>
                  <a:lnTo>
                    <a:pt x="5995699" y="1492702"/>
                  </a:lnTo>
                  <a:lnTo>
                    <a:pt x="5996035" y="1497497"/>
                  </a:lnTo>
                  <a:lnTo>
                    <a:pt x="5996372" y="1502668"/>
                  </a:lnTo>
                  <a:lnTo>
                    <a:pt x="5996708" y="1507179"/>
                  </a:lnTo>
                  <a:lnTo>
                    <a:pt x="5997045" y="1511929"/>
                  </a:lnTo>
                  <a:lnTo>
                    <a:pt x="5997381" y="1516341"/>
                  </a:lnTo>
                  <a:lnTo>
                    <a:pt x="5997718" y="1519538"/>
                  </a:lnTo>
                  <a:lnTo>
                    <a:pt x="5998054" y="1522185"/>
                  </a:lnTo>
                  <a:lnTo>
                    <a:pt x="5998391" y="1526165"/>
                  </a:lnTo>
                  <a:lnTo>
                    <a:pt x="5998727" y="1530396"/>
                  </a:lnTo>
                  <a:lnTo>
                    <a:pt x="5999063" y="1534395"/>
                  </a:lnTo>
                  <a:lnTo>
                    <a:pt x="5999400" y="1538383"/>
                  </a:lnTo>
                  <a:lnTo>
                    <a:pt x="5999736" y="1542611"/>
                  </a:lnTo>
                  <a:lnTo>
                    <a:pt x="6000073" y="1546682"/>
                  </a:lnTo>
                  <a:lnTo>
                    <a:pt x="6000409" y="1550813"/>
                  </a:lnTo>
                  <a:lnTo>
                    <a:pt x="6000746" y="1555181"/>
                  </a:lnTo>
                  <a:lnTo>
                    <a:pt x="6001082" y="1559879"/>
                  </a:lnTo>
                  <a:lnTo>
                    <a:pt x="6001419" y="1564924"/>
                  </a:lnTo>
                  <a:lnTo>
                    <a:pt x="6001755" y="1569373"/>
                  </a:lnTo>
                  <a:lnTo>
                    <a:pt x="6002092" y="1574081"/>
                  </a:lnTo>
                  <a:lnTo>
                    <a:pt x="6002428" y="1577510"/>
                  </a:lnTo>
                  <a:lnTo>
                    <a:pt x="6002765" y="1580780"/>
                  </a:lnTo>
                  <a:lnTo>
                    <a:pt x="6003101" y="1584831"/>
                  </a:lnTo>
                  <a:lnTo>
                    <a:pt x="6003437" y="1588863"/>
                  </a:lnTo>
                  <a:lnTo>
                    <a:pt x="6003774" y="1592303"/>
                  </a:lnTo>
                  <a:lnTo>
                    <a:pt x="6004110" y="1595002"/>
                  </a:lnTo>
                  <a:lnTo>
                    <a:pt x="6004447" y="1596419"/>
                  </a:lnTo>
                  <a:lnTo>
                    <a:pt x="6004783" y="1596360"/>
                  </a:lnTo>
                  <a:lnTo>
                    <a:pt x="6005120" y="1597258"/>
                  </a:lnTo>
                  <a:lnTo>
                    <a:pt x="6005456" y="1597459"/>
                  </a:lnTo>
                  <a:lnTo>
                    <a:pt x="6005793" y="1596561"/>
                  </a:lnTo>
                  <a:lnTo>
                    <a:pt x="6006129" y="1594973"/>
                  </a:lnTo>
                  <a:lnTo>
                    <a:pt x="6006466" y="1593191"/>
                  </a:lnTo>
                  <a:lnTo>
                    <a:pt x="6006802" y="1590485"/>
                  </a:lnTo>
                  <a:lnTo>
                    <a:pt x="6007139" y="1588076"/>
                  </a:lnTo>
                  <a:lnTo>
                    <a:pt x="6007475" y="1585313"/>
                  </a:lnTo>
                  <a:lnTo>
                    <a:pt x="6007811" y="1582260"/>
                  </a:lnTo>
                  <a:lnTo>
                    <a:pt x="6008148" y="1578387"/>
                  </a:lnTo>
                  <a:lnTo>
                    <a:pt x="6008484" y="1573794"/>
                  </a:lnTo>
                  <a:lnTo>
                    <a:pt x="6008821" y="1569198"/>
                  </a:lnTo>
                  <a:lnTo>
                    <a:pt x="6009157" y="1564545"/>
                  </a:lnTo>
                  <a:lnTo>
                    <a:pt x="6009494" y="1560846"/>
                  </a:lnTo>
                  <a:lnTo>
                    <a:pt x="6009830" y="1557841"/>
                  </a:lnTo>
                  <a:lnTo>
                    <a:pt x="6010167" y="1555302"/>
                  </a:lnTo>
                  <a:lnTo>
                    <a:pt x="6010503" y="1552971"/>
                  </a:lnTo>
                  <a:lnTo>
                    <a:pt x="6010840" y="1551303"/>
                  </a:lnTo>
                  <a:lnTo>
                    <a:pt x="6011176" y="1550281"/>
                  </a:lnTo>
                  <a:lnTo>
                    <a:pt x="6011513" y="1549072"/>
                  </a:lnTo>
                  <a:lnTo>
                    <a:pt x="6011849" y="1547416"/>
                  </a:lnTo>
                  <a:lnTo>
                    <a:pt x="6012185" y="1546558"/>
                  </a:lnTo>
                  <a:lnTo>
                    <a:pt x="6012522" y="1545780"/>
                  </a:lnTo>
                  <a:lnTo>
                    <a:pt x="6012858" y="1545093"/>
                  </a:lnTo>
                  <a:lnTo>
                    <a:pt x="6013195" y="1544796"/>
                  </a:lnTo>
                  <a:lnTo>
                    <a:pt x="6013531" y="1544591"/>
                  </a:lnTo>
                  <a:lnTo>
                    <a:pt x="6013868" y="1544102"/>
                  </a:lnTo>
                  <a:lnTo>
                    <a:pt x="6014204" y="1545116"/>
                  </a:lnTo>
                  <a:lnTo>
                    <a:pt x="6014541" y="1545273"/>
                  </a:lnTo>
                  <a:lnTo>
                    <a:pt x="6014877" y="1544668"/>
                  </a:lnTo>
                  <a:lnTo>
                    <a:pt x="6015214" y="1547615"/>
                  </a:lnTo>
                  <a:lnTo>
                    <a:pt x="6015550" y="1550655"/>
                  </a:lnTo>
                  <a:lnTo>
                    <a:pt x="6015887" y="1553715"/>
                  </a:lnTo>
                  <a:lnTo>
                    <a:pt x="6016223" y="1557045"/>
                  </a:lnTo>
                  <a:lnTo>
                    <a:pt x="6016559" y="1560249"/>
                  </a:lnTo>
                  <a:lnTo>
                    <a:pt x="6016896" y="1563837"/>
                  </a:lnTo>
                  <a:lnTo>
                    <a:pt x="6017232" y="1567496"/>
                  </a:lnTo>
                  <a:lnTo>
                    <a:pt x="6017569" y="1571958"/>
                  </a:lnTo>
                  <a:lnTo>
                    <a:pt x="6017905" y="1576473"/>
                  </a:lnTo>
                  <a:lnTo>
                    <a:pt x="6018242" y="1580154"/>
                  </a:lnTo>
                  <a:lnTo>
                    <a:pt x="6018578" y="1584042"/>
                  </a:lnTo>
                  <a:lnTo>
                    <a:pt x="6018915" y="1588195"/>
                  </a:lnTo>
                  <a:lnTo>
                    <a:pt x="6019251" y="1592402"/>
                  </a:lnTo>
                  <a:lnTo>
                    <a:pt x="6019588" y="1596293"/>
                  </a:lnTo>
                  <a:lnTo>
                    <a:pt x="6019924" y="1600468"/>
                  </a:lnTo>
                  <a:lnTo>
                    <a:pt x="6020260" y="1604928"/>
                  </a:lnTo>
                  <a:lnTo>
                    <a:pt x="6020597" y="1609656"/>
                  </a:lnTo>
                  <a:lnTo>
                    <a:pt x="6020933" y="1614927"/>
                  </a:lnTo>
                  <a:lnTo>
                    <a:pt x="6021270" y="1618016"/>
                  </a:lnTo>
                  <a:lnTo>
                    <a:pt x="6021606" y="1621917"/>
                  </a:lnTo>
                  <a:lnTo>
                    <a:pt x="6021943" y="1626371"/>
                  </a:lnTo>
                  <a:lnTo>
                    <a:pt x="6022279" y="1631451"/>
                  </a:lnTo>
                  <a:lnTo>
                    <a:pt x="6022616" y="1636566"/>
                  </a:lnTo>
                  <a:lnTo>
                    <a:pt x="6022952" y="1642285"/>
                  </a:lnTo>
                  <a:lnTo>
                    <a:pt x="6023289" y="1649591"/>
                  </a:lnTo>
                  <a:lnTo>
                    <a:pt x="6023625" y="1656969"/>
                  </a:lnTo>
                  <a:lnTo>
                    <a:pt x="6023962" y="1664649"/>
                  </a:lnTo>
                  <a:lnTo>
                    <a:pt x="6024298" y="1672581"/>
                  </a:lnTo>
                  <a:lnTo>
                    <a:pt x="6024634" y="1681303"/>
                  </a:lnTo>
                  <a:lnTo>
                    <a:pt x="6024971" y="1691109"/>
                  </a:lnTo>
                  <a:lnTo>
                    <a:pt x="6025307" y="1697517"/>
                  </a:lnTo>
                  <a:lnTo>
                    <a:pt x="6025644" y="1703882"/>
                  </a:lnTo>
                  <a:lnTo>
                    <a:pt x="6025980" y="1709540"/>
                  </a:lnTo>
                  <a:lnTo>
                    <a:pt x="6026317" y="1713939"/>
                  </a:lnTo>
                  <a:lnTo>
                    <a:pt x="6026653" y="1717579"/>
                  </a:lnTo>
                  <a:lnTo>
                    <a:pt x="6026990" y="1720844"/>
                  </a:lnTo>
                  <a:lnTo>
                    <a:pt x="6027326" y="1723285"/>
                  </a:lnTo>
                  <a:lnTo>
                    <a:pt x="6027663" y="1725813"/>
                  </a:lnTo>
                  <a:lnTo>
                    <a:pt x="6027999" y="1729022"/>
                  </a:lnTo>
                  <a:lnTo>
                    <a:pt x="6028336" y="1730290"/>
                  </a:lnTo>
                  <a:lnTo>
                    <a:pt x="6028672" y="1731915"/>
                  </a:lnTo>
                  <a:lnTo>
                    <a:pt x="6029008" y="1734319"/>
                  </a:lnTo>
                  <a:lnTo>
                    <a:pt x="6029345" y="1737643"/>
                  </a:lnTo>
                  <a:lnTo>
                    <a:pt x="6029681" y="1739613"/>
                  </a:lnTo>
                  <a:lnTo>
                    <a:pt x="6030018" y="1741521"/>
                  </a:lnTo>
                  <a:lnTo>
                    <a:pt x="6030354" y="1742932"/>
                  </a:lnTo>
                  <a:lnTo>
                    <a:pt x="6030691" y="1744295"/>
                  </a:lnTo>
                  <a:lnTo>
                    <a:pt x="6031027" y="1745518"/>
                  </a:lnTo>
                  <a:lnTo>
                    <a:pt x="6031364" y="1747832"/>
                  </a:lnTo>
                  <a:lnTo>
                    <a:pt x="6031700" y="1750556"/>
                  </a:lnTo>
                  <a:lnTo>
                    <a:pt x="6032037" y="1752514"/>
                  </a:lnTo>
                  <a:lnTo>
                    <a:pt x="6032373" y="1754635"/>
                  </a:lnTo>
                  <a:lnTo>
                    <a:pt x="6032710" y="1756537"/>
                  </a:lnTo>
                  <a:lnTo>
                    <a:pt x="6033046" y="1757246"/>
                  </a:lnTo>
                  <a:lnTo>
                    <a:pt x="6033382" y="1757375"/>
                  </a:lnTo>
                  <a:lnTo>
                    <a:pt x="6033719" y="1756819"/>
                  </a:lnTo>
                  <a:lnTo>
                    <a:pt x="6034055" y="1755692"/>
                  </a:lnTo>
                  <a:lnTo>
                    <a:pt x="6034392" y="1754264"/>
                  </a:lnTo>
                  <a:lnTo>
                    <a:pt x="6034728" y="1752985"/>
                  </a:lnTo>
                  <a:lnTo>
                    <a:pt x="6035065" y="1751651"/>
                  </a:lnTo>
                  <a:lnTo>
                    <a:pt x="6035401" y="1750066"/>
                  </a:lnTo>
                  <a:lnTo>
                    <a:pt x="6035738" y="1747798"/>
                  </a:lnTo>
                  <a:lnTo>
                    <a:pt x="6036074" y="1744949"/>
                  </a:lnTo>
                  <a:lnTo>
                    <a:pt x="6036411" y="1741506"/>
                  </a:lnTo>
                  <a:lnTo>
                    <a:pt x="6036747" y="1738402"/>
                  </a:lnTo>
                  <a:lnTo>
                    <a:pt x="6037084" y="1735634"/>
                  </a:lnTo>
                  <a:lnTo>
                    <a:pt x="6037420" y="1733385"/>
                  </a:lnTo>
                  <a:lnTo>
                    <a:pt x="6037756" y="1731157"/>
                  </a:lnTo>
                  <a:lnTo>
                    <a:pt x="6038093" y="1730160"/>
                  </a:lnTo>
                  <a:lnTo>
                    <a:pt x="6038429" y="1729125"/>
                  </a:lnTo>
                  <a:lnTo>
                    <a:pt x="6038766" y="1729693"/>
                  </a:lnTo>
                  <a:lnTo>
                    <a:pt x="6039102" y="1729653"/>
                  </a:lnTo>
                  <a:lnTo>
                    <a:pt x="6039439" y="1728269"/>
                  </a:lnTo>
                  <a:lnTo>
                    <a:pt x="6039775" y="1725591"/>
                  </a:lnTo>
                  <a:lnTo>
                    <a:pt x="6040112" y="1724667"/>
                  </a:lnTo>
                  <a:lnTo>
                    <a:pt x="6040448" y="1724012"/>
                  </a:lnTo>
                  <a:lnTo>
                    <a:pt x="6040785" y="1722925"/>
                  </a:lnTo>
                  <a:lnTo>
                    <a:pt x="6041121" y="1722384"/>
                  </a:lnTo>
                  <a:lnTo>
                    <a:pt x="6041458" y="1721682"/>
                  </a:lnTo>
                  <a:lnTo>
                    <a:pt x="6041794" y="1720425"/>
                  </a:lnTo>
                  <a:lnTo>
                    <a:pt x="6042130" y="1719181"/>
                  </a:lnTo>
                  <a:lnTo>
                    <a:pt x="6042467" y="1717926"/>
                  </a:lnTo>
                  <a:lnTo>
                    <a:pt x="6042803" y="1717084"/>
                  </a:lnTo>
                  <a:lnTo>
                    <a:pt x="6043140" y="1716901"/>
                  </a:lnTo>
                  <a:lnTo>
                    <a:pt x="6043476" y="1716487"/>
                  </a:lnTo>
                  <a:lnTo>
                    <a:pt x="6043813" y="1716146"/>
                  </a:lnTo>
                  <a:lnTo>
                    <a:pt x="6044149" y="1717207"/>
                  </a:lnTo>
                  <a:lnTo>
                    <a:pt x="6044486" y="1718940"/>
                  </a:lnTo>
                  <a:lnTo>
                    <a:pt x="6044822" y="1720331"/>
                  </a:lnTo>
                  <a:lnTo>
                    <a:pt x="6045159" y="1720190"/>
                  </a:lnTo>
                  <a:lnTo>
                    <a:pt x="6045495" y="1720243"/>
                  </a:lnTo>
                  <a:lnTo>
                    <a:pt x="6045832" y="1719317"/>
                  </a:lnTo>
                  <a:lnTo>
                    <a:pt x="6046168" y="1719005"/>
                  </a:lnTo>
                  <a:lnTo>
                    <a:pt x="6046504" y="1719061"/>
                  </a:lnTo>
                  <a:lnTo>
                    <a:pt x="6046841" y="1719449"/>
                  </a:lnTo>
                  <a:lnTo>
                    <a:pt x="6047177" y="1719342"/>
                  </a:lnTo>
                  <a:lnTo>
                    <a:pt x="6047514" y="1718808"/>
                  </a:lnTo>
                  <a:lnTo>
                    <a:pt x="6047850" y="1717463"/>
                  </a:lnTo>
                  <a:lnTo>
                    <a:pt x="6048187" y="1715932"/>
                  </a:lnTo>
                  <a:lnTo>
                    <a:pt x="6048523" y="1714372"/>
                  </a:lnTo>
                  <a:lnTo>
                    <a:pt x="6048860" y="1713072"/>
                  </a:lnTo>
                  <a:lnTo>
                    <a:pt x="6049196" y="1711521"/>
                  </a:lnTo>
                  <a:lnTo>
                    <a:pt x="6049533" y="1710124"/>
                  </a:lnTo>
                  <a:lnTo>
                    <a:pt x="6049869" y="1709218"/>
                  </a:lnTo>
                  <a:lnTo>
                    <a:pt x="6050205" y="1708026"/>
                  </a:lnTo>
                  <a:lnTo>
                    <a:pt x="6050542" y="1706646"/>
                  </a:lnTo>
                  <a:lnTo>
                    <a:pt x="6050878" y="1705808"/>
                  </a:lnTo>
                  <a:lnTo>
                    <a:pt x="6051215" y="1705954"/>
                  </a:lnTo>
                  <a:lnTo>
                    <a:pt x="6051551" y="1704760"/>
                  </a:lnTo>
                  <a:lnTo>
                    <a:pt x="6051888" y="1703703"/>
                  </a:lnTo>
                  <a:lnTo>
                    <a:pt x="6052224" y="1701294"/>
                  </a:lnTo>
                  <a:lnTo>
                    <a:pt x="6052561" y="1700049"/>
                  </a:lnTo>
                  <a:lnTo>
                    <a:pt x="6052897" y="1699639"/>
                  </a:lnTo>
                  <a:lnTo>
                    <a:pt x="6053234" y="1698948"/>
                  </a:lnTo>
                  <a:lnTo>
                    <a:pt x="6053570" y="1698473"/>
                  </a:lnTo>
                  <a:lnTo>
                    <a:pt x="6053907" y="1698132"/>
                  </a:lnTo>
                  <a:lnTo>
                    <a:pt x="6054243" y="1697878"/>
                  </a:lnTo>
                  <a:lnTo>
                    <a:pt x="6054579" y="1699452"/>
                  </a:lnTo>
                  <a:lnTo>
                    <a:pt x="6054916" y="1698475"/>
                  </a:lnTo>
                  <a:lnTo>
                    <a:pt x="6055252" y="1698055"/>
                  </a:lnTo>
                  <a:lnTo>
                    <a:pt x="6055589" y="1698346"/>
                  </a:lnTo>
                  <a:lnTo>
                    <a:pt x="6055925" y="1697596"/>
                  </a:lnTo>
                  <a:lnTo>
                    <a:pt x="6056262" y="1696488"/>
                  </a:lnTo>
                  <a:lnTo>
                    <a:pt x="6056598" y="1695333"/>
                  </a:lnTo>
                  <a:lnTo>
                    <a:pt x="6056935" y="1693073"/>
                  </a:lnTo>
                  <a:lnTo>
                    <a:pt x="6057271" y="1691245"/>
                  </a:lnTo>
                  <a:lnTo>
                    <a:pt x="6057608" y="1690623"/>
                  </a:lnTo>
                  <a:lnTo>
                    <a:pt x="6057944" y="1690534"/>
                  </a:lnTo>
                  <a:lnTo>
                    <a:pt x="6058281" y="1690547"/>
                  </a:lnTo>
                  <a:lnTo>
                    <a:pt x="6058617" y="1690180"/>
                  </a:lnTo>
                  <a:lnTo>
                    <a:pt x="6058953" y="1689143"/>
                  </a:lnTo>
                  <a:lnTo>
                    <a:pt x="6059290" y="1687802"/>
                  </a:lnTo>
                  <a:lnTo>
                    <a:pt x="6059626" y="1686263"/>
                  </a:lnTo>
                  <a:lnTo>
                    <a:pt x="6059963" y="1684250"/>
                  </a:lnTo>
                  <a:lnTo>
                    <a:pt x="6060299" y="1682831"/>
                  </a:lnTo>
                  <a:lnTo>
                    <a:pt x="6060636" y="1681230"/>
                  </a:lnTo>
                  <a:lnTo>
                    <a:pt x="6060972" y="1680110"/>
                  </a:lnTo>
                  <a:lnTo>
                    <a:pt x="6061309" y="1679262"/>
                  </a:lnTo>
                  <a:lnTo>
                    <a:pt x="6061645" y="1678493"/>
                  </a:lnTo>
                  <a:lnTo>
                    <a:pt x="6061982" y="1677351"/>
                  </a:lnTo>
                  <a:lnTo>
                    <a:pt x="6062318" y="1675630"/>
                  </a:lnTo>
                  <a:lnTo>
                    <a:pt x="6062655" y="1674513"/>
                  </a:lnTo>
                  <a:lnTo>
                    <a:pt x="6062991" y="1672212"/>
                  </a:lnTo>
                  <a:lnTo>
                    <a:pt x="6063327" y="1669751"/>
                  </a:lnTo>
                  <a:lnTo>
                    <a:pt x="6063664" y="1664477"/>
                  </a:lnTo>
                  <a:lnTo>
                    <a:pt x="6064000" y="1659858"/>
                  </a:lnTo>
                  <a:lnTo>
                    <a:pt x="6064337" y="1655025"/>
                  </a:lnTo>
                  <a:lnTo>
                    <a:pt x="6064673" y="1650205"/>
                  </a:lnTo>
                  <a:lnTo>
                    <a:pt x="6065010" y="1645047"/>
                  </a:lnTo>
                  <a:lnTo>
                    <a:pt x="6065346" y="1639615"/>
                  </a:lnTo>
                  <a:lnTo>
                    <a:pt x="6065683" y="1633230"/>
                  </a:lnTo>
                  <a:lnTo>
                    <a:pt x="6066019" y="1626260"/>
                  </a:lnTo>
                  <a:lnTo>
                    <a:pt x="6066356" y="1618503"/>
                  </a:lnTo>
                  <a:lnTo>
                    <a:pt x="6066692" y="1610458"/>
                  </a:lnTo>
                  <a:lnTo>
                    <a:pt x="6067029" y="1602730"/>
                  </a:lnTo>
                  <a:lnTo>
                    <a:pt x="6067365" y="1595221"/>
                  </a:lnTo>
                  <a:lnTo>
                    <a:pt x="6067701" y="1587697"/>
                  </a:lnTo>
                  <a:lnTo>
                    <a:pt x="6068038" y="1580966"/>
                  </a:lnTo>
                  <a:lnTo>
                    <a:pt x="6068374" y="1576564"/>
                  </a:lnTo>
                  <a:lnTo>
                    <a:pt x="6068711" y="1571953"/>
                  </a:lnTo>
                  <a:lnTo>
                    <a:pt x="6069047" y="1567618"/>
                  </a:lnTo>
                  <a:lnTo>
                    <a:pt x="6069384" y="1563428"/>
                  </a:lnTo>
                  <a:lnTo>
                    <a:pt x="6069720" y="1560574"/>
                  </a:lnTo>
                  <a:lnTo>
                    <a:pt x="6070057" y="1558625"/>
                  </a:lnTo>
                  <a:lnTo>
                    <a:pt x="6070393" y="1556748"/>
                  </a:lnTo>
                  <a:lnTo>
                    <a:pt x="6070730" y="1555774"/>
                  </a:lnTo>
                  <a:lnTo>
                    <a:pt x="6071066" y="1555684"/>
                  </a:lnTo>
                  <a:lnTo>
                    <a:pt x="6071403" y="1556421"/>
                  </a:lnTo>
                  <a:lnTo>
                    <a:pt x="6071739" y="1557607"/>
                  </a:lnTo>
                  <a:lnTo>
                    <a:pt x="6072075" y="1559225"/>
                  </a:lnTo>
                  <a:lnTo>
                    <a:pt x="6072412" y="1560864"/>
                  </a:lnTo>
                  <a:lnTo>
                    <a:pt x="6072748" y="1562500"/>
                  </a:lnTo>
                  <a:lnTo>
                    <a:pt x="6073085" y="1563994"/>
                  </a:lnTo>
                  <a:lnTo>
                    <a:pt x="6073421" y="1565721"/>
                  </a:lnTo>
                  <a:lnTo>
                    <a:pt x="6073758" y="1567507"/>
                  </a:lnTo>
                  <a:lnTo>
                    <a:pt x="6074094" y="1569233"/>
                  </a:lnTo>
                  <a:lnTo>
                    <a:pt x="6074431" y="1568169"/>
                  </a:lnTo>
                  <a:lnTo>
                    <a:pt x="6074767" y="1567070"/>
                  </a:lnTo>
                  <a:lnTo>
                    <a:pt x="6075104" y="1564599"/>
                  </a:lnTo>
                  <a:lnTo>
                    <a:pt x="6075440" y="1561316"/>
                  </a:lnTo>
                  <a:lnTo>
                    <a:pt x="6075777" y="1557264"/>
                  </a:lnTo>
                  <a:lnTo>
                    <a:pt x="6076113" y="1552120"/>
                  </a:lnTo>
                  <a:lnTo>
                    <a:pt x="6076449" y="1546918"/>
                  </a:lnTo>
                  <a:lnTo>
                    <a:pt x="6076786" y="1541616"/>
                  </a:lnTo>
                  <a:lnTo>
                    <a:pt x="6077122" y="1535308"/>
                  </a:lnTo>
                  <a:lnTo>
                    <a:pt x="6077459" y="1528807"/>
                  </a:lnTo>
                  <a:lnTo>
                    <a:pt x="6077795" y="1522168"/>
                  </a:lnTo>
                  <a:lnTo>
                    <a:pt x="6078132" y="1515437"/>
                  </a:lnTo>
                  <a:lnTo>
                    <a:pt x="6078468" y="1508252"/>
                  </a:lnTo>
                  <a:lnTo>
                    <a:pt x="6078805" y="1501341"/>
                  </a:lnTo>
                  <a:lnTo>
                    <a:pt x="6079141" y="1494609"/>
                  </a:lnTo>
                  <a:lnTo>
                    <a:pt x="6079478" y="1489049"/>
                  </a:lnTo>
                  <a:lnTo>
                    <a:pt x="6079814" y="1484185"/>
                  </a:lnTo>
                  <a:lnTo>
                    <a:pt x="6080151" y="1480722"/>
                  </a:lnTo>
                  <a:lnTo>
                    <a:pt x="6080487" y="1478193"/>
                  </a:lnTo>
                  <a:lnTo>
                    <a:pt x="6080823" y="1476052"/>
                  </a:lnTo>
                  <a:lnTo>
                    <a:pt x="6081160" y="1474860"/>
                  </a:lnTo>
                  <a:lnTo>
                    <a:pt x="6081496" y="1473825"/>
                  </a:lnTo>
                  <a:lnTo>
                    <a:pt x="6081833" y="1473207"/>
                  </a:lnTo>
                  <a:lnTo>
                    <a:pt x="6082169" y="1473653"/>
                  </a:lnTo>
                  <a:lnTo>
                    <a:pt x="6082506" y="1473220"/>
                  </a:lnTo>
                  <a:lnTo>
                    <a:pt x="6082842" y="1473586"/>
                  </a:lnTo>
                  <a:lnTo>
                    <a:pt x="6083179" y="1474564"/>
                  </a:lnTo>
                  <a:lnTo>
                    <a:pt x="6083515" y="1476026"/>
                  </a:lnTo>
                  <a:lnTo>
                    <a:pt x="6083852" y="1478468"/>
                  </a:lnTo>
                  <a:lnTo>
                    <a:pt x="6084188" y="1481483"/>
                  </a:lnTo>
                  <a:lnTo>
                    <a:pt x="6084524" y="1484628"/>
                  </a:lnTo>
                  <a:lnTo>
                    <a:pt x="6084861" y="1487580"/>
                  </a:lnTo>
                  <a:lnTo>
                    <a:pt x="6085197" y="1490967"/>
                  </a:lnTo>
                  <a:lnTo>
                    <a:pt x="6085534" y="1494880"/>
                  </a:lnTo>
                  <a:lnTo>
                    <a:pt x="6085870" y="1498693"/>
                  </a:lnTo>
                  <a:lnTo>
                    <a:pt x="6086207" y="1502285"/>
                  </a:lnTo>
                  <a:lnTo>
                    <a:pt x="6086543" y="1505887"/>
                  </a:lnTo>
                  <a:lnTo>
                    <a:pt x="6086880" y="1509583"/>
                  </a:lnTo>
                  <a:lnTo>
                    <a:pt x="6087216" y="1513081"/>
                  </a:lnTo>
                  <a:lnTo>
                    <a:pt x="6087553" y="1516165"/>
                  </a:lnTo>
                  <a:lnTo>
                    <a:pt x="6087889" y="1518470"/>
                  </a:lnTo>
                  <a:lnTo>
                    <a:pt x="6088226" y="1520139"/>
                  </a:lnTo>
                  <a:lnTo>
                    <a:pt x="6088562" y="1524421"/>
                  </a:lnTo>
                  <a:lnTo>
                    <a:pt x="6088898" y="1528552"/>
                  </a:lnTo>
                  <a:lnTo>
                    <a:pt x="6089235" y="1531821"/>
                  </a:lnTo>
                  <a:lnTo>
                    <a:pt x="6089571" y="1534177"/>
                  </a:lnTo>
                  <a:lnTo>
                    <a:pt x="6089908" y="1535442"/>
                  </a:lnTo>
                  <a:lnTo>
                    <a:pt x="6090244" y="1535736"/>
                  </a:lnTo>
                  <a:lnTo>
                    <a:pt x="6090581" y="1534975"/>
                  </a:lnTo>
                  <a:lnTo>
                    <a:pt x="6090917" y="1533926"/>
                  </a:lnTo>
                  <a:lnTo>
                    <a:pt x="6091254" y="1532712"/>
                  </a:lnTo>
                  <a:lnTo>
                    <a:pt x="6091590" y="1533417"/>
                  </a:lnTo>
                  <a:lnTo>
                    <a:pt x="6091927" y="1533303"/>
                  </a:lnTo>
                  <a:lnTo>
                    <a:pt x="6092263" y="1532530"/>
                  </a:lnTo>
                  <a:lnTo>
                    <a:pt x="6092600" y="1531784"/>
                  </a:lnTo>
                  <a:lnTo>
                    <a:pt x="6092936" y="1531239"/>
                  </a:lnTo>
                  <a:lnTo>
                    <a:pt x="6093272" y="1530967"/>
                  </a:lnTo>
                  <a:lnTo>
                    <a:pt x="6093609" y="1531414"/>
                  </a:lnTo>
                  <a:lnTo>
                    <a:pt x="6093945" y="1531380"/>
                  </a:lnTo>
                  <a:lnTo>
                    <a:pt x="6094282" y="1531124"/>
                  </a:lnTo>
                  <a:lnTo>
                    <a:pt x="6094618" y="1531101"/>
                  </a:lnTo>
                  <a:lnTo>
                    <a:pt x="6094955" y="1531237"/>
                  </a:lnTo>
                  <a:lnTo>
                    <a:pt x="6095291" y="1531466"/>
                  </a:lnTo>
                  <a:lnTo>
                    <a:pt x="6095628" y="1531837"/>
                  </a:lnTo>
                  <a:lnTo>
                    <a:pt x="6095964" y="1533746"/>
                  </a:lnTo>
                  <a:lnTo>
                    <a:pt x="6096301" y="1535725"/>
                  </a:lnTo>
                  <a:lnTo>
                    <a:pt x="6096637" y="1536033"/>
                  </a:lnTo>
                  <a:lnTo>
                    <a:pt x="6096974" y="1536401"/>
                  </a:lnTo>
                  <a:lnTo>
                    <a:pt x="6097310" y="1537945"/>
                  </a:lnTo>
                  <a:lnTo>
                    <a:pt x="6097646" y="1538489"/>
                  </a:lnTo>
                  <a:lnTo>
                    <a:pt x="6097983" y="1539161"/>
                  </a:lnTo>
                  <a:lnTo>
                    <a:pt x="6098319" y="1539877"/>
                  </a:lnTo>
                  <a:lnTo>
                    <a:pt x="6098656" y="1540153"/>
                  </a:lnTo>
                  <a:lnTo>
                    <a:pt x="6098992" y="1540401"/>
                  </a:lnTo>
                  <a:lnTo>
                    <a:pt x="6099329" y="1541509"/>
                  </a:lnTo>
                  <a:lnTo>
                    <a:pt x="6099665" y="1542780"/>
                  </a:lnTo>
                  <a:lnTo>
                    <a:pt x="6100002" y="1544477"/>
                  </a:lnTo>
                  <a:lnTo>
                    <a:pt x="6100338" y="1546764"/>
                  </a:lnTo>
                  <a:lnTo>
                    <a:pt x="6100675" y="1549470"/>
                  </a:lnTo>
                  <a:lnTo>
                    <a:pt x="6101011" y="1552580"/>
                  </a:lnTo>
                  <a:lnTo>
                    <a:pt x="6101348" y="1555755"/>
                  </a:lnTo>
                  <a:lnTo>
                    <a:pt x="6101684" y="1558806"/>
                  </a:lnTo>
                  <a:lnTo>
                    <a:pt x="6102020" y="1562352"/>
                  </a:lnTo>
                  <a:lnTo>
                    <a:pt x="6102357" y="1564837"/>
                  </a:lnTo>
                  <a:lnTo>
                    <a:pt x="6102693" y="1566727"/>
                  </a:lnTo>
                  <a:lnTo>
                    <a:pt x="6103030" y="1570617"/>
                  </a:lnTo>
                  <a:lnTo>
                    <a:pt x="6103366" y="1574658"/>
                  </a:lnTo>
                  <a:lnTo>
                    <a:pt x="6103703" y="1579883"/>
                  </a:lnTo>
                  <a:lnTo>
                    <a:pt x="6104039" y="1585451"/>
                  </a:lnTo>
                  <a:lnTo>
                    <a:pt x="6104376" y="1589611"/>
                  </a:lnTo>
                  <a:lnTo>
                    <a:pt x="6104712" y="1593748"/>
                  </a:lnTo>
                  <a:lnTo>
                    <a:pt x="6105049" y="1597372"/>
                  </a:lnTo>
                  <a:lnTo>
                    <a:pt x="6105385" y="1599353"/>
                  </a:lnTo>
                  <a:lnTo>
                    <a:pt x="6105722" y="1600334"/>
                  </a:lnTo>
                  <a:lnTo>
                    <a:pt x="6106058" y="1599561"/>
                  </a:lnTo>
                  <a:lnTo>
                    <a:pt x="6106394" y="1599641"/>
                  </a:lnTo>
                  <a:lnTo>
                    <a:pt x="6106731" y="1601094"/>
                  </a:lnTo>
                  <a:lnTo>
                    <a:pt x="6107067" y="1603082"/>
                  </a:lnTo>
                  <a:lnTo>
                    <a:pt x="6107404" y="1603443"/>
                  </a:lnTo>
                  <a:lnTo>
                    <a:pt x="6107740" y="1603153"/>
                  </a:lnTo>
                  <a:lnTo>
                    <a:pt x="6108077" y="1602458"/>
                  </a:lnTo>
                  <a:lnTo>
                    <a:pt x="6108413" y="1601230"/>
                  </a:lnTo>
                  <a:lnTo>
                    <a:pt x="6108750" y="1600272"/>
                  </a:lnTo>
                  <a:lnTo>
                    <a:pt x="6109086" y="1598591"/>
                  </a:lnTo>
                  <a:lnTo>
                    <a:pt x="6109423" y="1597486"/>
                  </a:lnTo>
                  <a:lnTo>
                    <a:pt x="6109759" y="1595472"/>
                  </a:lnTo>
                  <a:lnTo>
                    <a:pt x="6110096" y="1593670"/>
                  </a:lnTo>
                  <a:lnTo>
                    <a:pt x="6110432" y="1592853"/>
                  </a:lnTo>
                  <a:lnTo>
                    <a:pt x="6110768" y="1592875"/>
                  </a:lnTo>
                  <a:lnTo>
                    <a:pt x="6111105" y="1592952"/>
                  </a:lnTo>
                  <a:lnTo>
                    <a:pt x="6111441" y="1591814"/>
                  </a:lnTo>
                  <a:lnTo>
                    <a:pt x="6111778" y="1589804"/>
                  </a:lnTo>
                  <a:lnTo>
                    <a:pt x="6112114" y="1588247"/>
                  </a:lnTo>
                  <a:lnTo>
                    <a:pt x="6112451" y="1586831"/>
                  </a:lnTo>
                  <a:lnTo>
                    <a:pt x="6112787" y="1585183"/>
                  </a:lnTo>
                  <a:lnTo>
                    <a:pt x="6113124" y="1584931"/>
                  </a:lnTo>
                  <a:lnTo>
                    <a:pt x="6113460" y="1584435"/>
                  </a:lnTo>
                  <a:lnTo>
                    <a:pt x="6113797" y="1582726"/>
                  </a:lnTo>
                  <a:lnTo>
                    <a:pt x="6114133" y="1580899"/>
                  </a:lnTo>
                  <a:lnTo>
                    <a:pt x="6114470" y="1579460"/>
                  </a:lnTo>
                  <a:lnTo>
                    <a:pt x="6114806" y="1576724"/>
                  </a:lnTo>
                  <a:lnTo>
                    <a:pt x="6115142" y="1573970"/>
                  </a:lnTo>
                  <a:lnTo>
                    <a:pt x="6115479" y="1570469"/>
                  </a:lnTo>
                  <a:lnTo>
                    <a:pt x="6115815" y="1566615"/>
                  </a:lnTo>
                  <a:lnTo>
                    <a:pt x="6116152" y="1562557"/>
                  </a:lnTo>
                  <a:lnTo>
                    <a:pt x="6116488" y="1559259"/>
                  </a:lnTo>
                  <a:lnTo>
                    <a:pt x="6116825" y="1556454"/>
                  </a:lnTo>
                  <a:lnTo>
                    <a:pt x="6117161" y="1553719"/>
                  </a:lnTo>
                  <a:lnTo>
                    <a:pt x="6117498" y="1552047"/>
                  </a:lnTo>
                  <a:lnTo>
                    <a:pt x="6117834" y="1550844"/>
                  </a:lnTo>
                  <a:lnTo>
                    <a:pt x="6118171" y="1549694"/>
                  </a:lnTo>
                  <a:lnTo>
                    <a:pt x="6118507" y="1548570"/>
                  </a:lnTo>
                  <a:lnTo>
                    <a:pt x="6118843" y="1548196"/>
                  </a:lnTo>
                  <a:lnTo>
                    <a:pt x="6119180" y="1548037"/>
                  </a:lnTo>
                  <a:lnTo>
                    <a:pt x="6119516" y="1549919"/>
                  </a:lnTo>
                  <a:lnTo>
                    <a:pt x="6119853" y="1551887"/>
                  </a:lnTo>
                  <a:lnTo>
                    <a:pt x="6120189" y="1553870"/>
                  </a:lnTo>
                  <a:lnTo>
                    <a:pt x="6120526" y="1556895"/>
                  </a:lnTo>
                  <a:lnTo>
                    <a:pt x="6120862" y="1560164"/>
                  </a:lnTo>
                  <a:lnTo>
                    <a:pt x="6121199" y="1563361"/>
                  </a:lnTo>
                  <a:lnTo>
                    <a:pt x="6121535" y="1566687"/>
                  </a:lnTo>
                  <a:lnTo>
                    <a:pt x="6121872" y="1569697"/>
                  </a:lnTo>
                  <a:lnTo>
                    <a:pt x="6122208" y="1572262"/>
                  </a:lnTo>
                  <a:lnTo>
                    <a:pt x="6122545" y="1573713"/>
                  </a:lnTo>
                  <a:lnTo>
                    <a:pt x="6122881" y="1574432"/>
                  </a:lnTo>
                  <a:lnTo>
                    <a:pt x="6123217" y="1575588"/>
                  </a:lnTo>
                  <a:lnTo>
                    <a:pt x="6123554" y="1576946"/>
                  </a:lnTo>
                  <a:lnTo>
                    <a:pt x="6123890" y="1578778"/>
                  </a:lnTo>
                  <a:lnTo>
                    <a:pt x="6124227" y="1579935"/>
                  </a:lnTo>
                  <a:lnTo>
                    <a:pt x="6124563" y="1579863"/>
                  </a:lnTo>
                  <a:lnTo>
                    <a:pt x="6124900" y="1577876"/>
                  </a:lnTo>
                  <a:lnTo>
                    <a:pt x="6125236" y="1575211"/>
                  </a:lnTo>
                  <a:lnTo>
                    <a:pt x="6125573" y="1571840"/>
                  </a:lnTo>
                  <a:lnTo>
                    <a:pt x="6125909" y="1568249"/>
                  </a:lnTo>
                  <a:lnTo>
                    <a:pt x="6126246" y="1565161"/>
                  </a:lnTo>
                  <a:lnTo>
                    <a:pt x="6126582" y="1562176"/>
                  </a:lnTo>
                  <a:lnTo>
                    <a:pt x="6126919" y="1559102"/>
                  </a:lnTo>
                  <a:lnTo>
                    <a:pt x="6127255" y="1555993"/>
                  </a:lnTo>
                  <a:lnTo>
                    <a:pt x="6127591" y="1554699"/>
                  </a:lnTo>
                  <a:lnTo>
                    <a:pt x="6127928" y="1553701"/>
                  </a:lnTo>
                  <a:lnTo>
                    <a:pt x="6128264" y="1552242"/>
                  </a:lnTo>
                  <a:lnTo>
                    <a:pt x="6128601" y="1550248"/>
                  </a:lnTo>
                  <a:lnTo>
                    <a:pt x="6128937" y="1547809"/>
                  </a:lnTo>
                  <a:lnTo>
                    <a:pt x="6129274" y="1546984"/>
                  </a:lnTo>
                  <a:lnTo>
                    <a:pt x="6129610" y="1546444"/>
                  </a:lnTo>
                  <a:lnTo>
                    <a:pt x="6129947" y="1545479"/>
                  </a:lnTo>
                  <a:lnTo>
                    <a:pt x="6130283" y="1545332"/>
                  </a:lnTo>
                  <a:lnTo>
                    <a:pt x="6130620" y="1545322"/>
                  </a:lnTo>
                  <a:lnTo>
                    <a:pt x="6130956" y="1546976"/>
                  </a:lnTo>
                  <a:lnTo>
                    <a:pt x="6131293" y="1547610"/>
                  </a:lnTo>
                  <a:lnTo>
                    <a:pt x="6131629" y="1547595"/>
                  </a:lnTo>
                  <a:lnTo>
                    <a:pt x="6131965" y="1547917"/>
                  </a:lnTo>
                  <a:lnTo>
                    <a:pt x="6132302" y="1548848"/>
                  </a:lnTo>
                  <a:lnTo>
                    <a:pt x="6132638" y="1550520"/>
                  </a:lnTo>
                  <a:lnTo>
                    <a:pt x="6132975" y="1553051"/>
                  </a:lnTo>
                  <a:lnTo>
                    <a:pt x="6133311" y="1556324"/>
                  </a:lnTo>
                  <a:lnTo>
                    <a:pt x="6133648" y="1560067"/>
                  </a:lnTo>
                  <a:lnTo>
                    <a:pt x="6133984" y="1563622"/>
                  </a:lnTo>
                  <a:lnTo>
                    <a:pt x="6134321" y="1566826"/>
                  </a:lnTo>
                  <a:lnTo>
                    <a:pt x="6134657" y="1569887"/>
                  </a:lnTo>
                  <a:lnTo>
                    <a:pt x="6134994" y="1574556"/>
                  </a:lnTo>
                  <a:lnTo>
                    <a:pt x="6135330" y="1578350"/>
                  </a:lnTo>
                  <a:lnTo>
                    <a:pt x="6135667" y="1578858"/>
                  </a:lnTo>
                  <a:lnTo>
                    <a:pt x="6136003" y="1579857"/>
                  </a:lnTo>
                  <a:lnTo>
                    <a:pt x="6136339" y="1581694"/>
                  </a:lnTo>
                  <a:lnTo>
                    <a:pt x="6136676" y="1583935"/>
                  </a:lnTo>
                  <a:lnTo>
                    <a:pt x="6137012" y="1586148"/>
                  </a:lnTo>
                  <a:lnTo>
                    <a:pt x="6137349" y="1587969"/>
                  </a:lnTo>
                  <a:lnTo>
                    <a:pt x="6137685" y="1589411"/>
                  </a:lnTo>
                  <a:lnTo>
                    <a:pt x="6138022" y="1590374"/>
                  </a:lnTo>
                  <a:lnTo>
                    <a:pt x="6138358" y="1591059"/>
                  </a:lnTo>
                  <a:lnTo>
                    <a:pt x="6138695" y="1590394"/>
                  </a:lnTo>
                  <a:lnTo>
                    <a:pt x="6139031" y="1590478"/>
                  </a:lnTo>
                  <a:lnTo>
                    <a:pt x="6139368" y="1590964"/>
                  </a:lnTo>
                  <a:lnTo>
                    <a:pt x="6139704" y="1591593"/>
                  </a:lnTo>
                  <a:lnTo>
                    <a:pt x="6140041" y="1591509"/>
                  </a:lnTo>
                  <a:lnTo>
                    <a:pt x="6140377" y="1592055"/>
                  </a:lnTo>
                  <a:lnTo>
                    <a:pt x="6140713" y="1592872"/>
                  </a:lnTo>
                  <a:lnTo>
                    <a:pt x="6141050" y="1593571"/>
                  </a:lnTo>
                  <a:lnTo>
                    <a:pt x="6141386" y="1594367"/>
                  </a:lnTo>
                  <a:lnTo>
                    <a:pt x="6141723" y="1597758"/>
                  </a:lnTo>
                  <a:lnTo>
                    <a:pt x="6142059" y="1600876"/>
                  </a:lnTo>
                  <a:lnTo>
                    <a:pt x="6142396" y="1605036"/>
                  </a:lnTo>
                  <a:lnTo>
                    <a:pt x="6142732" y="1610496"/>
                  </a:lnTo>
                  <a:lnTo>
                    <a:pt x="6143069" y="1616682"/>
                  </a:lnTo>
                  <a:lnTo>
                    <a:pt x="6143405" y="1623370"/>
                  </a:lnTo>
                  <a:lnTo>
                    <a:pt x="6143742" y="1629520"/>
                  </a:lnTo>
                  <a:lnTo>
                    <a:pt x="6144078" y="1635181"/>
                  </a:lnTo>
                  <a:lnTo>
                    <a:pt x="6144415" y="1640828"/>
                  </a:lnTo>
                  <a:lnTo>
                    <a:pt x="6144751" y="1646669"/>
                  </a:lnTo>
                  <a:lnTo>
                    <a:pt x="6145087" y="1651935"/>
                  </a:lnTo>
                  <a:lnTo>
                    <a:pt x="6145424" y="1656533"/>
                  </a:lnTo>
                  <a:lnTo>
                    <a:pt x="6145760" y="1660650"/>
                  </a:lnTo>
                  <a:lnTo>
                    <a:pt x="6146097" y="1664414"/>
                  </a:lnTo>
                  <a:lnTo>
                    <a:pt x="6146433" y="1667575"/>
                  </a:lnTo>
                  <a:lnTo>
                    <a:pt x="6146770" y="1669178"/>
                  </a:lnTo>
                  <a:lnTo>
                    <a:pt x="6147106" y="1670262"/>
                  </a:lnTo>
                  <a:lnTo>
                    <a:pt x="6147443" y="1670133"/>
                  </a:lnTo>
                  <a:lnTo>
                    <a:pt x="6147779" y="1668926"/>
                  </a:lnTo>
                  <a:lnTo>
                    <a:pt x="6148116" y="1666943"/>
                  </a:lnTo>
                  <a:lnTo>
                    <a:pt x="6148452" y="1664256"/>
                  </a:lnTo>
                  <a:lnTo>
                    <a:pt x="6148789" y="1662281"/>
                  </a:lnTo>
                  <a:lnTo>
                    <a:pt x="6149125" y="1660837"/>
                  </a:lnTo>
                  <a:lnTo>
                    <a:pt x="6149461" y="1659364"/>
                  </a:lnTo>
                  <a:lnTo>
                    <a:pt x="6149798" y="1657711"/>
                  </a:lnTo>
                  <a:lnTo>
                    <a:pt x="6150134" y="1656066"/>
                  </a:lnTo>
                  <a:lnTo>
                    <a:pt x="6150471" y="1654809"/>
                  </a:lnTo>
                  <a:lnTo>
                    <a:pt x="6150807" y="1653825"/>
                  </a:lnTo>
                  <a:lnTo>
                    <a:pt x="6151144" y="1652668"/>
                  </a:lnTo>
                  <a:lnTo>
                    <a:pt x="6151480" y="1651863"/>
                  </a:lnTo>
                  <a:lnTo>
                    <a:pt x="6151817" y="1652029"/>
                  </a:lnTo>
                  <a:lnTo>
                    <a:pt x="6152153" y="1652575"/>
                  </a:lnTo>
                  <a:lnTo>
                    <a:pt x="6152490" y="1653228"/>
                  </a:lnTo>
                  <a:lnTo>
                    <a:pt x="6152826" y="1653688"/>
                  </a:lnTo>
                  <a:lnTo>
                    <a:pt x="6153162" y="1654658"/>
                  </a:lnTo>
                  <a:lnTo>
                    <a:pt x="6153499" y="1656440"/>
                  </a:lnTo>
                  <a:lnTo>
                    <a:pt x="6153835" y="1658286"/>
                  </a:lnTo>
                  <a:lnTo>
                    <a:pt x="6154172" y="1660104"/>
                  </a:lnTo>
                  <a:lnTo>
                    <a:pt x="6154508" y="1662374"/>
                  </a:lnTo>
                  <a:lnTo>
                    <a:pt x="6154845" y="1665298"/>
                  </a:lnTo>
                  <a:lnTo>
                    <a:pt x="6155181" y="1668876"/>
                  </a:lnTo>
                  <a:lnTo>
                    <a:pt x="6155518" y="1672640"/>
                  </a:lnTo>
                  <a:lnTo>
                    <a:pt x="6155854" y="1676268"/>
                  </a:lnTo>
                  <a:lnTo>
                    <a:pt x="6156191" y="1680241"/>
                  </a:lnTo>
                  <a:lnTo>
                    <a:pt x="6156527" y="1684574"/>
                  </a:lnTo>
                  <a:lnTo>
                    <a:pt x="6156864" y="1688618"/>
                  </a:lnTo>
                  <a:lnTo>
                    <a:pt x="6157200" y="1692915"/>
                  </a:lnTo>
                  <a:lnTo>
                    <a:pt x="6157536" y="1697577"/>
                  </a:lnTo>
                  <a:lnTo>
                    <a:pt x="6157873" y="1702656"/>
                  </a:lnTo>
                  <a:lnTo>
                    <a:pt x="6158209" y="1707355"/>
                  </a:lnTo>
                  <a:lnTo>
                    <a:pt x="6158546" y="1711967"/>
                  </a:lnTo>
                  <a:lnTo>
                    <a:pt x="6158882" y="1714287"/>
                  </a:lnTo>
                  <a:lnTo>
                    <a:pt x="6159219" y="1716606"/>
                  </a:lnTo>
                  <a:lnTo>
                    <a:pt x="6159555" y="1718844"/>
                  </a:lnTo>
                  <a:lnTo>
                    <a:pt x="6159892" y="1720546"/>
                  </a:lnTo>
                  <a:lnTo>
                    <a:pt x="6160228" y="1722205"/>
                  </a:lnTo>
                  <a:lnTo>
                    <a:pt x="6160565" y="1723706"/>
                  </a:lnTo>
                  <a:lnTo>
                    <a:pt x="6160901" y="1725148"/>
                  </a:lnTo>
                  <a:lnTo>
                    <a:pt x="6161238" y="1727093"/>
                  </a:lnTo>
                  <a:lnTo>
                    <a:pt x="6161574" y="1729634"/>
                  </a:lnTo>
                  <a:lnTo>
                    <a:pt x="6161910" y="1732695"/>
                  </a:lnTo>
                  <a:lnTo>
                    <a:pt x="6162247" y="1735973"/>
                  </a:lnTo>
                  <a:lnTo>
                    <a:pt x="6162583" y="1738753"/>
                  </a:lnTo>
                  <a:lnTo>
                    <a:pt x="6162920" y="1741659"/>
                  </a:lnTo>
                  <a:lnTo>
                    <a:pt x="6163256" y="1743421"/>
                  </a:lnTo>
                  <a:lnTo>
                    <a:pt x="6163593" y="1744767"/>
                  </a:lnTo>
                  <a:lnTo>
                    <a:pt x="6163929" y="1747678"/>
                  </a:lnTo>
                  <a:lnTo>
                    <a:pt x="6164266" y="1750616"/>
                  </a:lnTo>
                  <a:lnTo>
                    <a:pt x="6164602" y="1752390"/>
                  </a:lnTo>
                  <a:lnTo>
                    <a:pt x="6164939" y="1755424"/>
                  </a:lnTo>
                  <a:lnTo>
                    <a:pt x="6165275" y="1757913"/>
                  </a:lnTo>
                  <a:lnTo>
                    <a:pt x="6165612" y="1759640"/>
                  </a:lnTo>
                  <a:lnTo>
                    <a:pt x="6165948" y="1761103"/>
                  </a:lnTo>
                  <a:lnTo>
                    <a:pt x="6166284" y="1762133"/>
                  </a:lnTo>
                  <a:lnTo>
                    <a:pt x="6166621" y="1762513"/>
                  </a:lnTo>
                  <a:lnTo>
                    <a:pt x="6166957" y="1762549"/>
                  </a:lnTo>
                  <a:lnTo>
                    <a:pt x="6167294" y="1762569"/>
                  </a:lnTo>
                  <a:lnTo>
                    <a:pt x="6167630" y="1763048"/>
                  </a:lnTo>
                  <a:lnTo>
                    <a:pt x="6167967" y="1763086"/>
                  </a:lnTo>
                  <a:lnTo>
                    <a:pt x="6168303" y="1762893"/>
                  </a:lnTo>
                  <a:lnTo>
                    <a:pt x="6168640" y="1762830"/>
                  </a:lnTo>
                  <a:lnTo>
                    <a:pt x="6168976" y="1762759"/>
                  </a:lnTo>
                  <a:lnTo>
                    <a:pt x="6169313" y="1762476"/>
                  </a:lnTo>
                  <a:lnTo>
                    <a:pt x="6169649" y="1763604"/>
                  </a:lnTo>
                  <a:lnTo>
                    <a:pt x="6169986" y="1765630"/>
                  </a:lnTo>
                  <a:lnTo>
                    <a:pt x="6170322" y="1766934"/>
                  </a:lnTo>
                  <a:lnTo>
                    <a:pt x="6170658" y="1769395"/>
                  </a:lnTo>
                  <a:lnTo>
                    <a:pt x="6170995" y="1771476"/>
                  </a:lnTo>
                  <a:lnTo>
                    <a:pt x="6171331" y="1773099"/>
                  </a:lnTo>
                  <a:lnTo>
                    <a:pt x="6171668" y="1775405"/>
                  </a:lnTo>
                  <a:lnTo>
                    <a:pt x="6172004" y="1777447"/>
                  </a:lnTo>
                  <a:lnTo>
                    <a:pt x="6172341" y="1779304"/>
                  </a:lnTo>
                  <a:lnTo>
                    <a:pt x="6172677" y="1781749"/>
                  </a:lnTo>
                  <a:lnTo>
                    <a:pt x="6173014" y="1784734"/>
                  </a:lnTo>
                  <a:lnTo>
                    <a:pt x="6173350" y="1787894"/>
                  </a:lnTo>
                  <a:lnTo>
                    <a:pt x="6173687" y="1790898"/>
                  </a:lnTo>
                  <a:lnTo>
                    <a:pt x="6174023" y="1794270"/>
                  </a:lnTo>
                  <a:lnTo>
                    <a:pt x="6174360" y="1798179"/>
                  </a:lnTo>
                  <a:lnTo>
                    <a:pt x="6174696" y="1802301"/>
                  </a:lnTo>
                  <a:lnTo>
                    <a:pt x="6175032" y="1806151"/>
                  </a:lnTo>
                  <a:lnTo>
                    <a:pt x="6175369" y="1809965"/>
                  </a:lnTo>
                  <a:lnTo>
                    <a:pt x="6175705" y="1812874"/>
                  </a:lnTo>
                  <a:lnTo>
                    <a:pt x="6176042" y="1814661"/>
                  </a:lnTo>
                  <a:lnTo>
                    <a:pt x="6176378" y="1816150"/>
                  </a:lnTo>
                  <a:lnTo>
                    <a:pt x="6176715" y="1816660"/>
                  </a:lnTo>
                  <a:lnTo>
                    <a:pt x="6177051" y="1817599"/>
                  </a:lnTo>
                  <a:lnTo>
                    <a:pt x="6177388" y="1818124"/>
                  </a:lnTo>
                  <a:lnTo>
                    <a:pt x="6177724" y="1817853"/>
                  </a:lnTo>
                  <a:lnTo>
                    <a:pt x="6178061" y="1817064"/>
                  </a:lnTo>
                  <a:lnTo>
                    <a:pt x="6178397" y="1816277"/>
                  </a:lnTo>
                  <a:lnTo>
                    <a:pt x="6178734" y="1816211"/>
                  </a:lnTo>
                  <a:lnTo>
                    <a:pt x="6179070" y="1815944"/>
                  </a:lnTo>
                  <a:lnTo>
                    <a:pt x="6179406" y="1814938"/>
                  </a:lnTo>
                  <a:lnTo>
                    <a:pt x="6179743" y="1813862"/>
                  </a:lnTo>
                  <a:lnTo>
                    <a:pt x="6180079" y="1812641"/>
                  </a:lnTo>
                  <a:lnTo>
                    <a:pt x="6180416" y="1810932"/>
                  </a:lnTo>
                  <a:lnTo>
                    <a:pt x="6180752" y="1811289"/>
                  </a:lnTo>
                  <a:lnTo>
                    <a:pt x="6181089" y="1813057"/>
                  </a:lnTo>
                  <a:lnTo>
                    <a:pt x="6181425" y="1814946"/>
                  </a:lnTo>
                  <a:lnTo>
                    <a:pt x="6181762" y="1817021"/>
                  </a:lnTo>
                  <a:lnTo>
                    <a:pt x="6182098" y="1821057"/>
                  </a:lnTo>
                  <a:lnTo>
                    <a:pt x="6182435" y="1826051"/>
                  </a:lnTo>
                  <a:lnTo>
                    <a:pt x="6182771" y="1831759"/>
                  </a:lnTo>
                  <a:lnTo>
                    <a:pt x="6183107" y="1837620"/>
                  </a:lnTo>
                  <a:lnTo>
                    <a:pt x="6183444" y="1843403"/>
                  </a:lnTo>
                  <a:lnTo>
                    <a:pt x="6183780" y="1848170"/>
                  </a:lnTo>
                  <a:lnTo>
                    <a:pt x="6184117" y="1852337"/>
                  </a:lnTo>
                  <a:lnTo>
                    <a:pt x="6184453" y="1856220"/>
                  </a:lnTo>
                  <a:lnTo>
                    <a:pt x="6184790" y="1858624"/>
                  </a:lnTo>
                  <a:lnTo>
                    <a:pt x="6185126" y="1860535"/>
                  </a:lnTo>
                  <a:lnTo>
                    <a:pt x="6185463" y="1862133"/>
                  </a:lnTo>
                  <a:lnTo>
                    <a:pt x="6185799" y="1863247"/>
                  </a:lnTo>
                  <a:lnTo>
                    <a:pt x="6186136" y="1864702"/>
                  </a:lnTo>
                  <a:lnTo>
                    <a:pt x="6186472" y="1866206"/>
                  </a:lnTo>
                  <a:lnTo>
                    <a:pt x="6186809" y="1866357"/>
                  </a:lnTo>
                  <a:lnTo>
                    <a:pt x="6187145" y="1865854"/>
                  </a:lnTo>
                  <a:lnTo>
                    <a:pt x="6187481" y="1863914"/>
                  </a:lnTo>
                  <a:lnTo>
                    <a:pt x="6187818" y="1860495"/>
                  </a:lnTo>
                  <a:lnTo>
                    <a:pt x="6188154" y="1856047"/>
                  </a:lnTo>
                  <a:lnTo>
                    <a:pt x="6188491" y="1851521"/>
                  </a:lnTo>
                  <a:lnTo>
                    <a:pt x="6188827" y="1846966"/>
                  </a:lnTo>
                  <a:lnTo>
                    <a:pt x="6189164" y="1842491"/>
                  </a:lnTo>
                  <a:lnTo>
                    <a:pt x="6189500" y="1838611"/>
                  </a:lnTo>
                  <a:lnTo>
                    <a:pt x="6189837" y="1835809"/>
                  </a:lnTo>
                  <a:lnTo>
                    <a:pt x="6190173" y="1833108"/>
                  </a:lnTo>
                  <a:lnTo>
                    <a:pt x="6190510" y="1830816"/>
                  </a:lnTo>
                  <a:lnTo>
                    <a:pt x="6190846" y="1828417"/>
                  </a:lnTo>
                  <a:lnTo>
                    <a:pt x="6191183" y="1827346"/>
                  </a:lnTo>
                  <a:lnTo>
                    <a:pt x="6191519" y="1826267"/>
                  </a:lnTo>
                  <a:lnTo>
                    <a:pt x="6191855" y="1825830"/>
                  </a:lnTo>
                  <a:lnTo>
                    <a:pt x="6192192" y="1825802"/>
                  </a:lnTo>
                  <a:lnTo>
                    <a:pt x="6192528" y="1826598"/>
                  </a:lnTo>
                  <a:lnTo>
                    <a:pt x="6192865" y="1828402"/>
                  </a:lnTo>
                  <a:lnTo>
                    <a:pt x="6193201" y="1831187"/>
                  </a:lnTo>
                  <a:lnTo>
                    <a:pt x="6193538" y="1833741"/>
                  </a:lnTo>
                  <a:lnTo>
                    <a:pt x="6193874" y="1836548"/>
                  </a:lnTo>
                  <a:lnTo>
                    <a:pt x="6194211" y="1839915"/>
                  </a:lnTo>
                  <a:lnTo>
                    <a:pt x="6194547" y="1843459"/>
                  </a:lnTo>
                  <a:lnTo>
                    <a:pt x="6194884" y="1845386"/>
                  </a:lnTo>
                  <a:lnTo>
                    <a:pt x="6195220" y="1848262"/>
                  </a:lnTo>
                  <a:lnTo>
                    <a:pt x="6195557" y="1850756"/>
                  </a:lnTo>
                  <a:lnTo>
                    <a:pt x="6195893" y="1853420"/>
                  </a:lnTo>
                  <a:lnTo>
                    <a:pt x="6196229" y="1856570"/>
                  </a:lnTo>
                  <a:lnTo>
                    <a:pt x="6196566" y="1858609"/>
                  </a:lnTo>
                  <a:lnTo>
                    <a:pt x="6196902" y="1859694"/>
                  </a:lnTo>
                  <a:lnTo>
                    <a:pt x="6197239" y="1861138"/>
                  </a:lnTo>
                  <a:lnTo>
                    <a:pt x="6197575" y="1862391"/>
                  </a:lnTo>
                  <a:lnTo>
                    <a:pt x="6197912" y="1864029"/>
                  </a:lnTo>
                  <a:lnTo>
                    <a:pt x="6198248" y="1865848"/>
                  </a:lnTo>
                  <a:lnTo>
                    <a:pt x="6198585" y="1869517"/>
                  </a:lnTo>
                  <a:lnTo>
                    <a:pt x="6198921" y="1873409"/>
                  </a:lnTo>
                  <a:lnTo>
                    <a:pt x="6199258" y="1877536"/>
                  </a:lnTo>
                  <a:lnTo>
                    <a:pt x="6199594" y="1881101"/>
                  </a:lnTo>
                  <a:lnTo>
                    <a:pt x="6199931" y="1884411"/>
                  </a:lnTo>
                  <a:lnTo>
                    <a:pt x="6200267" y="1887326"/>
                  </a:lnTo>
                  <a:lnTo>
                    <a:pt x="6200603" y="1889637"/>
                  </a:lnTo>
                  <a:lnTo>
                    <a:pt x="6200940" y="1893028"/>
                  </a:lnTo>
                  <a:lnTo>
                    <a:pt x="6201276" y="1896525"/>
                  </a:lnTo>
                  <a:lnTo>
                    <a:pt x="6201613" y="1899952"/>
                  </a:lnTo>
                  <a:lnTo>
                    <a:pt x="6201949" y="1903426"/>
                  </a:lnTo>
                  <a:lnTo>
                    <a:pt x="6202286" y="1905452"/>
                  </a:lnTo>
                  <a:lnTo>
                    <a:pt x="6202622" y="1907643"/>
                  </a:lnTo>
                  <a:lnTo>
                    <a:pt x="6202959" y="1910709"/>
                  </a:lnTo>
                  <a:lnTo>
                    <a:pt x="6203295" y="1913451"/>
                  </a:lnTo>
                  <a:lnTo>
                    <a:pt x="6203632" y="1915724"/>
                  </a:lnTo>
                  <a:lnTo>
                    <a:pt x="6203968" y="1917125"/>
                  </a:lnTo>
                  <a:lnTo>
                    <a:pt x="6204305" y="1918008"/>
                  </a:lnTo>
                  <a:lnTo>
                    <a:pt x="6204641" y="1919129"/>
                  </a:lnTo>
                  <a:lnTo>
                    <a:pt x="6204977" y="1919916"/>
                  </a:lnTo>
                  <a:lnTo>
                    <a:pt x="6205314" y="1921088"/>
                  </a:lnTo>
                  <a:lnTo>
                    <a:pt x="6205650" y="1922196"/>
                  </a:lnTo>
                  <a:lnTo>
                    <a:pt x="6205987" y="1922955"/>
                  </a:lnTo>
                  <a:lnTo>
                    <a:pt x="6206323" y="1923541"/>
                  </a:lnTo>
                  <a:lnTo>
                    <a:pt x="6206660" y="1923929"/>
                  </a:lnTo>
                  <a:lnTo>
                    <a:pt x="6206996" y="1923918"/>
                  </a:lnTo>
                  <a:lnTo>
                    <a:pt x="6207333" y="1924887"/>
                  </a:lnTo>
                  <a:lnTo>
                    <a:pt x="6207669" y="1925356"/>
                  </a:lnTo>
                  <a:lnTo>
                    <a:pt x="6208006" y="1925445"/>
                  </a:lnTo>
                  <a:lnTo>
                    <a:pt x="6208342" y="1925320"/>
                  </a:lnTo>
                  <a:lnTo>
                    <a:pt x="6208679" y="1924811"/>
                  </a:lnTo>
                  <a:lnTo>
                    <a:pt x="6209015" y="1924182"/>
                  </a:lnTo>
                  <a:lnTo>
                    <a:pt x="6209351" y="1924157"/>
                  </a:lnTo>
                  <a:lnTo>
                    <a:pt x="6209688" y="1924239"/>
                  </a:lnTo>
                  <a:lnTo>
                    <a:pt x="6210024" y="1923790"/>
                  </a:lnTo>
                  <a:lnTo>
                    <a:pt x="6210361" y="1923357"/>
                  </a:lnTo>
                  <a:lnTo>
                    <a:pt x="6210697" y="1923481"/>
                  </a:lnTo>
                  <a:lnTo>
                    <a:pt x="6211034" y="1924874"/>
                  </a:lnTo>
                  <a:lnTo>
                    <a:pt x="6211370" y="1926669"/>
                  </a:lnTo>
                  <a:lnTo>
                    <a:pt x="6211707" y="1927509"/>
                  </a:lnTo>
                  <a:lnTo>
                    <a:pt x="6212043" y="1928680"/>
                  </a:lnTo>
                  <a:lnTo>
                    <a:pt x="6212380" y="1930484"/>
                  </a:lnTo>
                  <a:lnTo>
                    <a:pt x="6212716" y="1932969"/>
                  </a:lnTo>
                  <a:lnTo>
                    <a:pt x="6213053" y="1935980"/>
                  </a:lnTo>
                  <a:lnTo>
                    <a:pt x="6213389" y="1939723"/>
                  </a:lnTo>
                  <a:lnTo>
                    <a:pt x="6213725" y="1944493"/>
                  </a:lnTo>
                  <a:lnTo>
                    <a:pt x="6214062" y="1950219"/>
                  </a:lnTo>
                  <a:lnTo>
                    <a:pt x="6214398" y="1956045"/>
                  </a:lnTo>
                  <a:lnTo>
                    <a:pt x="6214735" y="1962835"/>
                  </a:lnTo>
                  <a:lnTo>
                    <a:pt x="6215071" y="1969921"/>
                  </a:lnTo>
                  <a:lnTo>
                    <a:pt x="6215408" y="1977299"/>
                  </a:lnTo>
                  <a:lnTo>
                    <a:pt x="6215744" y="1984949"/>
                  </a:lnTo>
                  <a:lnTo>
                    <a:pt x="6216081" y="1991719"/>
                  </a:lnTo>
                  <a:lnTo>
                    <a:pt x="6216417" y="1998412"/>
                  </a:lnTo>
                  <a:lnTo>
                    <a:pt x="6216754" y="2004884"/>
                  </a:lnTo>
                  <a:lnTo>
                    <a:pt x="6217090" y="2010765"/>
                  </a:lnTo>
                  <a:lnTo>
                    <a:pt x="6217426" y="2016060"/>
                  </a:lnTo>
                  <a:lnTo>
                    <a:pt x="6217763" y="2020752"/>
                  </a:lnTo>
                  <a:lnTo>
                    <a:pt x="6218099" y="2024973"/>
                  </a:lnTo>
                  <a:lnTo>
                    <a:pt x="6218436" y="2028606"/>
                  </a:lnTo>
                  <a:lnTo>
                    <a:pt x="6218772" y="2031632"/>
                  </a:lnTo>
                  <a:lnTo>
                    <a:pt x="6219109" y="2034165"/>
                  </a:lnTo>
                  <a:lnTo>
                    <a:pt x="6219445" y="2036484"/>
                  </a:lnTo>
                  <a:lnTo>
                    <a:pt x="6219782" y="2038655"/>
                  </a:lnTo>
                  <a:lnTo>
                    <a:pt x="6220118" y="2041041"/>
                  </a:lnTo>
                  <a:lnTo>
                    <a:pt x="6220455" y="2043054"/>
                  </a:lnTo>
                  <a:lnTo>
                    <a:pt x="6220791" y="2044037"/>
                  </a:lnTo>
                  <a:lnTo>
                    <a:pt x="6221128" y="2044782"/>
                  </a:lnTo>
                  <a:lnTo>
                    <a:pt x="6221464" y="2045496"/>
                  </a:lnTo>
                  <a:lnTo>
                    <a:pt x="6221800" y="2045889"/>
                  </a:lnTo>
                  <a:lnTo>
                    <a:pt x="6222137" y="2045769"/>
                  </a:lnTo>
                  <a:lnTo>
                    <a:pt x="6222473" y="2045963"/>
                  </a:lnTo>
                  <a:lnTo>
                    <a:pt x="6222810" y="2046066"/>
                  </a:lnTo>
                  <a:lnTo>
                    <a:pt x="6223146" y="2045075"/>
                  </a:lnTo>
                  <a:lnTo>
                    <a:pt x="6223483" y="2044105"/>
                  </a:lnTo>
                  <a:lnTo>
                    <a:pt x="6223819" y="2043006"/>
                  </a:lnTo>
                  <a:lnTo>
                    <a:pt x="6224156" y="2042251"/>
                  </a:lnTo>
                  <a:lnTo>
                    <a:pt x="6224492" y="2041842"/>
                  </a:lnTo>
                  <a:lnTo>
                    <a:pt x="6224829" y="2041741"/>
                  </a:lnTo>
                  <a:lnTo>
                    <a:pt x="6225165" y="2041863"/>
                  </a:lnTo>
                  <a:lnTo>
                    <a:pt x="6225502" y="2042797"/>
                  </a:lnTo>
                  <a:lnTo>
                    <a:pt x="6225838" y="2044083"/>
                  </a:lnTo>
                  <a:lnTo>
                    <a:pt x="6226174" y="2045779"/>
                  </a:lnTo>
                  <a:lnTo>
                    <a:pt x="6226511" y="2047711"/>
                  </a:lnTo>
                  <a:lnTo>
                    <a:pt x="6226847" y="2050140"/>
                  </a:lnTo>
                  <a:lnTo>
                    <a:pt x="6227184" y="2052719"/>
                  </a:lnTo>
                  <a:lnTo>
                    <a:pt x="6227520" y="2055104"/>
                  </a:lnTo>
                  <a:lnTo>
                    <a:pt x="6227857" y="2057597"/>
                  </a:lnTo>
                  <a:lnTo>
                    <a:pt x="6228193" y="2060154"/>
                  </a:lnTo>
                  <a:lnTo>
                    <a:pt x="6228530" y="2062805"/>
                  </a:lnTo>
                  <a:lnTo>
                    <a:pt x="6228866" y="2065492"/>
                  </a:lnTo>
                  <a:lnTo>
                    <a:pt x="6229203" y="2067978"/>
                  </a:lnTo>
                  <a:lnTo>
                    <a:pt x="6229539" y="2070327"/>
                  </a:lnTo>
                  <a:lnTo>
                    <a:pt x="6229876" y="2072914"/>
                  </a:lnTo>
                  <a:lnTo>
                    <a:pt x="6230212" y="2075407"/>
                  </a:lnTo>
                  <a:lnTo>
                    <a:pt x="6230548" y="2077203"/>
                  </a:lnTo>
                  <a:lnTo>
                    <a:pt x="6230885" y="2078877"/>
                  </a:lnTo>
                  <a:lnTo>
                    <a:pt x="6231221" y="2080500"/>
                  </a:lnTo>
                  <a:lnTo>
                    <a:pt x="6231558" y="2082131"/>
                  </a:lnTo>
                  <a:lnTo>
                    <a:pt x="6231894" y="2083719"/>
                  </a:lnTo>
                  <a:lnTo>
                    <a:pt x="6232231" y="2085335"/>
                  </a:lnTo>
                  <a:lnTo>
                    <a:pt x="6232567" y="2087361"/>
                  </a:lnTo>
                  <a:lnTo>
                    <a:pt x="6232904" y="2090048"/>
                  </a:lnTo>
                  <a:lnTo>
                    <a:pt x="6233240" y="2093023"/>
                  </a:lnTo>
                  <a:lnTo>
                    <a:pt x="6233577" y="2096162"/>
                  </a:lnTo>
                  <a:lnTo>
                    <a:pt x="6233913" y="2099503"/>
                  </a:lnTo>
                  <a:lnTo>
                    <a:pt x="6234250" y="2102951"/>
                  </a:lnTo>
                  <a:lnTo>
                    <a:pt x="6234586" y="2106206"/>
                  </a:lnTo>
                  <a:lnTo>
                    <a:pt x="6234922" y="2109202"/>
                  </a:lnTo>
                  <a:lnTo>
                    <a:pt x="6235259" y="2112190"/>
                  </a:lnTo>
                  <a:lnTo>
                    <a:pt x="6235595" y="2115258"/>
                  </a:lnTo>
                  <a:lnTo>
                    <a:pt x="6235932" y="2118369"/>
                  </a:lnTo>
                  <a:lnTo>
                    <a:pt x="6236268" y="2121422"/>
                  </a:lnTo>
                  <a:lnTo>
                    <a:pt x="6236605" y="2124009"/>
                  </a:lnTo>
                  <a:lnTo>
                    <a:pt x="6236941" y="2126595"/>
                  </a:lnTo>
                  <a:lnTo>
                    <a:pt x="6237278" y="2129181"/>
                  </a:lnTo>
                  <a:lnTo>
                    <a:pt x="6237614" y="2131523"/>
                  </a:lnTo>
                  <a:lnTo>
                    <a:pt x="6237951" y="2133219"/>
                  </a:lnTo>
                  <a:lnTo>
                    <a:pt x="6238287" y="2134699"/>
                  </a:lnTo>
                  <a:lnTo>
                    <a:pt x="6238624" y="2136035"/>
                  </a:lnTo>
                  <a:lnTo>
                    <a:pt x="6238960" y="2136869"/>
                  </a:lnTo>
                  <a:lnTo>
                    <a:pt x="6239296" y="2137321"/>
                  </a:lnTo>
                  <a:lnTo>
                    <a:pt x="6239633" y="2138040"/>
                  </a:lnTo>
                  <a:lnTo>
                    <a:pt x="6239969" y="2138636"/>
                  </a:lnTo>
                  <a:lnTo>
                    <a:pt x="6240306" y="2139175"/>
                  </a:lnTo>
                  <a:lnTo>
                    <a:pt x="6240642" y="2139836"/>
                  </a:lnTo>
                  <a:lnTo>
                    <a:pt x="6240979" y="2140662"/>
                  </a:lnTo>
                  <a:lnTo>
                    <a:pt x="6241315" y="2141373"/>
                  </a:lnTo>
                  <a:lnTo>
                    <a:pt x="6241652" y="2142343"/>
                  </a:lnTo>
                  <a:lnTo>
                    <a:pt x="6241988" y="2143241"/>
                  </a:lnTo>
                  <a:lnTo>
                    <a:pt x="6242325" y="2144448"/>
                  </a:lnTo>
                  <a:lnTo>
                    <a:pt x="6242661" y="2146064"/>
                  </a:lnTo>
                  <a:lnTo>
                    <a:pt x="6242998" y="2148442"/>
                  </a:lnTo>
                  <a:lnTo>
                    <a:pt x="6243334" y="2151453"/>
                  </a:lnTo>
                  <a:lnTo>
                    <a:pt x="6243670" y="2155275"/>
                  </a:lnTo>
                  <a:lnTo>
                    <a:pt x="6244007" y="2159887"/>
                  </a:lnTo>
                  <a:lnTo>
                    <a:pt x="6244343" y="2165275"/>
                  </a:lnTo>
                  <a:lnTo>
                    <a:pt x="6244680" y="2170893"/>
                  </a:lnTo>
                  <a:lnTo>
                    <a:pt x="6245016" y="2176547"/>
                  </a:lnTo>
                  <a:lnTo>
                    <a:pt x="6245353" y="2182072"/>
                  </a:lnTo>
                  <a:lnTo>
                    <a:pt x="6245689" y="2187367"/>
                  </a:lnTo>
                  <a:lnTo>
                    <a:pt x="6246026" y="2192425"/>
                  </a:lnTo>
                  <a:lnTo>
                    <a:pt x="6246362" y="2197835"/>
                  </a:lnTo>
                  <a:lnTo>
                    <a:pt x="6246699" y="2203568"/>
                  </a:lnTo>
                  <a:lnTo>
                    <a:pt x="6247035" y="2209265"/>
                  </a:lnTo>
                  <a:lnTo>
                    <a:pt x="6247372" y="2214624"/>
                  </a:lnTo>
                  <a:lnTo>
                    <a:pt x="6247708" y="2219668"/>
                  </a:lnTo>
                  <a:lnTo>
                    <a:pt x="6248044" y="2222800"/>
                  </a:lnTo>
                  <a:lnTo>
                    <a:pt x="6248381" y="2225569"/>
                  </a:lnTo>
                  <a:lnTo>
                    <a:pt x="6248717" y="2228009"/>
                  </a:lnTo>
                  <a:lnTo>
                    <a:pt x="6249054" y="2230312"/>
                  </a:lnTo>
                  <a:lnTo>
                    <a:pt x="6249390" y="2232195"/>
                  </a:lnTo>
                  <a:lnTo>
                    <a:pt x="6249727" y="2233660"/>
                  </a:lnTo>
                  <a:lnTo>
                    <a:pt x="6250063" y="2235035"/>
                  </a:lnTo>
                  <a:lnTo>
                    <a:pt x="6250400" y="2236503"/>
                  </a:lnTo>
                  <a:lnTo>
                    <a:pt x="6250736" y="2238163"/>
                  </a:lnTo>
                  <a:lnTo>
                    <a:pt x="6251073" y="2240098"/>
                  </a:lnTo>
                  <a:lnTo>
                    <a:pt x="6251409" y="2242175"/>
                  </a:lnTo>
                  <a:lnTo>
                    <a:pt x="6251745" y="2244320"/>
                  </a:lnTo>
                  <a:lnTo>
                    <a:pt x="6252082" y="2247311"/>
                  </a:lnTo>
                  <a:lnTo>
                    <a:pt x="6252418" y="2250709"/>
                  </a:lnTo>
                  <a:lnTo>
                    <a:pt x="6252755" y="2254262"/>
                  </a:lnTo>
                  <a:lnTo>
                    <a:pt x="6253091" y="2258005"/>
                  </a:lnTo>
                  <a:lnTo>
                    <a:pt x="6253428" y="2261629"/>
                  </a:lnTo>
                  <a:lnTo>
                    <a:pt x="6253764" y="2265219"/>
                  </a:lnTo>
                  <a:lnTo>
                    <a:pt x="6254101" y="2269975"/>
                  </a:lnTo>
                  <a:lnTo>
                    <a:pt x="6254437" y="2274982"/>
                  </a:lnTo>
                  <a:lnTo>
                    <a:pt x="6254774" y="2280845"/>
                  </a:lnTo>
                  <a:lnTo>
                    <a:pt x="6255110" y="2287418"/>
                  </a:lnTo>
                  <a:lnTo>
                    <a:pt x="6255447" y="2294990"/>
                  </a:lnTo>
                  <a:lnTo>
                    <a:pt x="6255783" y="2302584"/>
                  </a:lnTo>
                  <a:lnTo>
                    <a:pt x="6256119" y="2310473"/>
                  </a:lnTo>
                  <a:lnTo>
                    <a:pt x="6256456" y="2319302"/>
                  </a:lnTo>
                  <a:lnTo>
                    <a:pt x="6256792" y="2327945"/>
                  </a:lnTo>
                  <a:lnTo>
                    <a:pt x="6257129" y="2336183"/>
                  </a:lnTo>
                  <a:lnTo>
                    <a:pt x="6257465" y="2344634"/>
                  </a:lnTo>
                  <a:lnTo>
                    <a:pt x="6257802" y="2353028"/>
                  </a:lnTo>
                  <a:lnTo>
                    <a:pt x="6258138" y="2361001"/>
                  </a:lnTo>
                  <a:lnTo>
                    <a:pt x="6258475" y="2366885"/>
                  </a:lnTo>
                  <a:lnTo>
                    <a:pt x="6258811" y="2372744"/>
                  </a:lnTo>
                  <a:lnTo>
                    <a:pt x="6259148" y="2378617"/>
                  </a:lnTo>
                  <a:lnTo>
                    <a:pt x="6259484" y="2384530"/>
                  </a:lnTo>
                  <a:lnTo>
                    <a:pt x="6259821" y="2389839"/>
                  </a:lnTo>
                  <a:lnTo>
                    <a:pt x="6260157" y="2394578"/>
                  </a:lnTo>
                  <a:lnTo>
                    <a:pt x="6260493" y="2398507"/>
                  </a:lnTo>
                  <a:lnTo>
                    <a:pt x="6260830" y="2402721"/>
                  </a:lnTo>
                  <a:lnTo>
                    <a:pt x="6261166" y="2406386"/>
                  </a:lnTo>
                  <a:lnTo>
                    <a:pt x="6261503" y="2409318"/>
                  </a:lnTo>
                  <a:lnTo>
                    <a:pt x="6261839" y="2412193"/>
                  </a:lnTo>
                  <a:lnTo>
                    <a:pt x="6262176" y="2414700"/>
                  </a:lnTo>
                  <a:lnTo>
                    <a:pt x="6262512" y="2415570"/>
                  </a:lnTo>
                  <a:lnTo>
                    <a:pt x="6262849" y="2416428"/>
                  </a:lnTo>
                  <a:lnTo>
                    <a:pt x="6263185" y="2417580"/>
                  </a:lnTo>
                  <a:lnTo>
                    <a:pt x="6263522" y="2418432"/>
                  </a:lnTo>
                  <a:lnTo>
                    <a:pt x="6263858" y="2418892"/>
                  </a:lnTo>
                  <a:lnTo>
                    <a:pt x="6264195" y="2420348"/>
                  </a:lnTo>
                  <a:lnTo>
                    <a:pt x="6264531" y="2421782"/>
                  </a:lnTo>
                  <a:lnTo>
                    <a:pt x="6264867" y="2423242"/>
                  </a:lnTo>
                  <a:lnTo>
                    <a:pt x="6265204" y="2424661"/>
                  </a:lnTo>
                  <a:lnTo>
                    <a:pt x="6265540" y="2426418"/>
                  </a:lnTo>
                  <a:lnTo>
                    <a:pt x="6265877" y="2427074"/>
                  </a:lnTo>
                  <a:lnTo>
                    <a:pt x="6266213" y="2428027"/>
                  </a:lnTo>
                  <a:lnTo>
                    <a:pt x="6266550" y="2428661"/>
                  </a:lnTo>
                  <a:lnTo>
                    <a:pt x="6266886" y="2429537"/>
                  </a:lnTo>
                  <a:lnTo>
                    <a:pt x="6267223" y="2430340"/>
                  </a:lnTo>
                  <a:lnTo>
                    <a:pt x="6267559" y="2431736"/>
                  </a:lnTo>
                  <a:lnTo>
                    <a:pt x="6267896" y="2433901"/>
                  </a:lnTo>
                  <a:lnTo>
                    <a:pt x="6268232" y="2435090"/>
                  </a:lnTo>
                  <a:lnTo>
                    <a:pt x="6268569" y="2436591"/>
                  </a:lnTo>
                  <a:lnTo>
                    <a:pt x="6268905" y="2438353"/>
                  </a:lnTo>
                  <a:lnTo>
                    <a:pt x="6269241" y="2440023"/>
                  </a:lnTo>
                  <a:lnTo>
                    <a:pt x="6269578" y="2441231"/>
                  </a:lnTo>
                  <a:lnTo>
                    <a:pt x="6269914" y="2442984"/>
                  </a:lnTo>
                  <a:lnTo>
                    <a:pt x="6270251" y="2444221"/>
                  </a:lnTo>
                  <a:lnTo>
                    <a:pt x="6270587" y="2445498"/>
                  </a:lnTo>
                  <a:lnTo>
                    <a:pt x="6270924" y="2446857"/>
                  </a:lnTo>
                  <a:lnTo>
                    <a:pt x="6271260" y="2448437"/>
                  </a:lnTo>
                  <a:lnTo>
                    <a:pt x="6271597" y="2451034"/>
                  </a:lnTo>
                  <a:lnTo>
                    <a:pt x="6271933" y="2453116"/>
                  </a:lnTo>
                  <a:lnTo>
                    <a:pt x="6272270" y="2455803"/>
                  </a:lnTo>
                  <a:lnTo>
                    <a:pt x="6272606" y="2458200"/>
                  </a:lnTo>
                  <a:lnTo>
                    <a:pt x="6272943" y="2460038"/>
                  </a:lnTo>
                  <a:lnTo>
                    <a:pt x="6273279" y="2463151"/>
                  </a:lnTo>
                  <a:lnTo>
                    <a:pt x="6273615" y="2465760"/>
                  </a:lnTo>
                  <a:lnTo>
                    <a:pt x="6273952" y="2468203"/>
                  </a:lnTo>
                  <a:lnTo>
                    <a:pt x="6274288" y="2470861"/>
                  </a:lnTo>
                  <a:lnTo>
                    <a:pt x="6274625" y="2473308"/>
                  </a:lnTo>
                  <a:lnTo>
                    <a:pt x="6274961" y="2475318"/>
                  </a:lnTo>
                  <a:lnTo>
                    <a:pt x="6275298" y="2477369"/>
                  </a:lnTo>
                  <a:lnTo>
                    <a:pt x="6275634" y="2479415"/>
                  </a:lnTo>
                  <a:lnTo>
                    <a:pt x="6275971" y="2481718"/>
                  </a:lnTo>
                  <a:lnTo>
                    <a:pt x="6276307" y="2484238"/>
                  </a:lnTo>
                  <a:lnTo>
                    <a:pt x="6276644" y="2486522"/>
                  </a:lnTo>
                  <a:lnTo>
                    <a:pt x="6276980" y="2488911"/>
                  </a:lnTo>
                  <a:lnTo>
                    <a:pt x="6277317" y="2491599"/>
                  </a:lnTo>
                  <a:lnTo>
                    <a:pt x="6277653" y="2492836"/>
                  </a:lnTo>
                  <a:lnTo>
                    <a:pt x="6277989" y="2493525"/>
                  </a:lnTo>
                  <a:lnTo>
                    <a:pt x="6278326" y="2493381"/>
                  </a:lnTo>
                  <a:lnTo>
                    <a:pt x="6278662" y="2493074"/>
                  </a:lnTo>
                  <a:lnTo>
                    <a:pt x="6278999" y="2493792"/>
                  </a:lnTo>
                  <a:lnTo>
                    <a:pt x="6279335" y="2494130"/>
                  </a:lnTo>
                  <a:lnTo>
                    <a:pt x="6279672" y="2494704"/>
                  </a:lnTo>
                  <a:lnTo>
                    <a:pt x="6280008" y="2495358"/>
                  </a:lnTo>
                  <a:lnTo>
                    <a:pt x="6280345" y="2496357"/>
                  </a:lnTo>
                  <a:lnTo>
                    <a:pt x="6280681" y="2497255"/>
                  </a:lnTo>
                  <a:lnTo>
                    <a:pt x="6281018" y="2497542"/>
                  </a:lnTo>
                  <a:lnTo>
                    <a:pt x="6281354" y="2497499"/>
                  </a:lnTo>
                  <a:lnTo>
                    <a:pt x="6281691" y="2497413"/>
                  </a:lnTo>
                  <a:lnTo>
                    <a:pt x="6282027" y="2496442"/>
                  </a:lnTo>
                  <a:lnTo>
                    <a:pt x="6282363" y="2495313"/>
                  </a:lnTo>
                  <a:lnTo>
                    <a:pt x="6282700" y="2494537"/>
                  </a:lnTo>
                  <a:lnTo>
                    <a:pt x="6283036" y="2493913"/>
                  </a:lnTo>
                  <a:lnTo>
                    <a:pt x="6283373" y="2493688"/>
                  </a:lnTo>
                  <a:lnTo>
                    <a:pt x="6283709" y="2493173"/>
                  </a:lnTo>
                  <a:lnTo>
                    <a:pt x="6284046" y="2493251"/>
                  </a:lnTo>
                  <a:lnTo>
                    <a:pt x="6284382" y="2493634"/>
                  </a:lnTo>
                  <a:lnTo>
                    <a:pt x="6284719" y="2493971"/>
                  </a:lnTo>
                  <a:lnTo>
                    <a:pt x="6285055" y="2494353"/>
                  </a:lnTo>
                  <a:lnTo>
                    <a:pt x="6285392" y="2494653"/>
                  </a:lnTo>
                  <a:lnTo>
                    <a:pt x="6285728" y="2495036"/>
                  </a:lnTo>
                  <a:lnTo>
                    <a:pt x="6286064" y="2495625"/>
                  </a:lnTo>
                  <a:lnTo>
                    <a:pt x="6286401" y="2496224"/>
                  </a:lnTo>
                  <a:lnTo>
                    <a:pt x="6286737" y="2496996"/>
                  </a:lnTo>
                  <a:lnTo>
                    <a:pt x="6287074" y="2497761"/>
                  </a:lnTo>
                  <a:lnTo>
                    <a:pt x="6287410" y="2498422"/>
                  </a:lnTo>
                  <a:lnTo>
                    <a:pt x="6287747" y="2498875"/>
                  </a:lnTo>
                  <a:lnTo>
                    <a:pt x="6288083" y="2499803"/>
                  </a:lnTo>
                  <a:lnTo>
                    <a:pt x="6288420" y="2500770"/>
                  </a:lnTo>
                  <a:lnTo>
                    <a:pt x="6288756" y="2501336"/>
                  </a:lnTo>
                  <a:lnTo>
                    <a:pt x="6289093" y="2501703"/>
                  </a:lnTo>
                  <a:lnTo>
                    <a:pt x="6289429" y="2502311"/>
                  </a:lnTo>
                  <a:lnTo>
                    <a:pt x="6289766" y="2502727"/>
                  </a:lnTo>
                  <a:lnTo>
                    <a:pt x="6290102" y="2503541"/>
                  </a:lnTo>
                  <a:lnTo>
                    <a:pt x="6290438" y="2505126"/>
                  </a:lnTo>
                  <a:lnTo>
                    <a:pt x="6290775" y="2506562"/>
                  </a:lnTo>
                  <a:lnTo>
                    <a:pt x="6291111" y="2508001"/>
                  </a:lnTo>
                  <a:lnTo>
                    <a:pt x="6291448" y="2509329"/>
                  </a:lnTo>
                  <a:lnTo>
                    <a:pt x="6291784" y="2510586"/>
                  </a:lnTo>
                  <a:lnTo>
                    <a:pt x="6292121" y="2511616"/>
                  </a:lnTo>
                  <a:lnTo>
                    <a:pt x="6292457" y="2512461"/>
                  </a:lnTo>
                  <a:lnTo>
                    <a:pt x="6292794" y="2513380"/>
                  </a:lnTo>
                  <a:lnTo>
                    <a:pt x="6293130" y="2514386"/>
                  </a:lnTo>
                  <a:lnTo>
                    <a:pt x="6293467" y="2515430"/>
                  </a:lnTo>
                  <a:lnTo>
                    <a:pt x="6293803" y="2516834"/>
                  </a:lnTo>
                  <a:lnTo>
                    <a:pt x="6294140" y="2518247"/>
                  </a:lnTo>
                  <a:lnTo>
                    <a:pt x="6294476" y="2519888"/>
                  </a:lnTo>
                  <a:lnTo>
                    <a:pt x="6294812" y="2521772"/>
                  </a:lnTo>
                  <a:lnTo>
                    <a:pt x="6295149" y="2523412"/>
                  </a:lnTo>
                  <a:lnTo>
                    <a:pt x="6295485" y="2525063"/>
                  </a:lnTo>
                  <a:lnTo>
                    <a:pt x="6295822" y="2526534"/>
                  </a:lnTo>
                  <a:lnTo>
                    <a:pt x="6296158" y="2527958"/>
                  </a:lnTo>
                  <a:lnTo>
                    <a:pt x="6296495" y="2528932"/>
                  </a:lnTo>
                  <a:lnTo>
                    <a:pt x="6296831" y="2530404"/>
                  </a:lnTo>
                  <a:lnTo>
                    <a:pt x="6297168" y="2531713"/>
                  </a:lnTo>
                  <a:lnTo>
                    <a:pt x="6297504" y="2533183"/>
                  </a:lnTo>
                  <a:lnTo>
                    <a:pt x="6297841" y="2534603"/>
                  </a:lnTo>
                  <a:lnTo>
                    <a:pt x="6298177" y="2535949"/>
                  </a:lnTo>
                  <a:lnTo>
                    <a:pt x="6298514" y="2537004"/>
                  </a:lnTo>
                  <a:lnTo>
                    <a:pt x="6298850" y="2537837"/>
                  </a:lnTo>
                  <a:lnTo>
                    <a:pt x="6299186" y="2538564"/>
                  </a:lnTo>
                  <a:lnTo>
                    <a:pt x="6299523" y="2538943"/>
                  </a:lnTo>
                  <a:lnTo>
                    <a:pt x="6299859" y="2538999"/>
                  </a:lnTo>
                  <a:lnTo>
                    <a:pt x="6300196" y="2539015"/>
                  </a:lnTo>
                  <a:lnTo>
                    <a:pt x="6300532" y="2539102"/>
                  </a:lnTo>
                  <a:lnTo>
                    <a:pt x="6300869" y="2539202"/>
                  </a:lnTo>
                  <a:lnTo>
                    <a:pt x="6301205" y="2539267"/>
                  </a:lnTo>
                  <a:lnTo>
                    <a:pt x="6301542" y="2539184"/>
                  </a:lnTo>
                  <a:lnTo>
                    <a:pt x="6301878" y="2539182"/>
                  </a:lnTo>
                  <a:lnTo>
                    <a:pt x="6302215" y="2539266"/>
                  </a:lnTo>
                  <a:lnTo>
                    <a:pt x="6302551" y="2539330"/>
                  </a:lnTo>
                  <a:lnTo>
                    <a:pt x="6302888" y="2539481"/>
                  </a:lnTo>
                  <a:lnTo>
                    <a:pt x="6303224" y="2539769"/>
                  </a:lnTo>
                  <a:lnTo>
                    <a:pt x="6303560" y="2540422"/>
                  </a:lnTo>
                  <a:lnTo>
                    <a:pt x="6303897" y="2541407"/>
                  </a:lnTo>
                  <a:lnTo>
                    <a:pt x="6304233" y="2542412"/>
                  </a:lnTo>
                  <a:lnTo>
                    <a:pt x="6304570" y="2543418"/>
                  </a:lnTo>
                  <a:lnTo>
                    <a:pt x="6304906" y="2544388"/>
                  </a:lnTo>
                  <a:lnTo>
                    <a:pt x="6305243" y="2545448"/>
                  </a:lnTo>
                  <a:lnTo>
                    <a:pt x="6305579" y="2546489"/>
                  </a:lnTo>
                  <a:lnTo>
                    <a:pt x="6305916" y="2547553"/>
                  </a:lnTo>
                  <a:lnTo>
                    <a:pt x="6306252" y="2549055"/>
                  </a:lnTo>
                  <a:lnTo>
                    <a:pt x="6306589" y="2550948"/>
                  </a:lnTo>
                  <a:lnTo>
                    <a:pt x="6306925" y="2552788"/>
                  </a:lnTo>
                  <a:lnTo>
                    <a:pt x="6307262" y="2554605"/>
                  </a:lnTo>
                  <a:lnTo>
                    <a:pt x="6307598" y="2556472"/>
                  </a:lnTo>
                  <a:lnTo>
                    <a:pt x="6307934" y="2558143"/>
                  </a:lnTo>
                  <a:lnTo>
                    <a:pt x="6308271" y="2559515"/>
                  </a:lnTo>
                  <a:lnTo>
                    <a:pt x="6308607" y="2560562"/>
                  </a:lnTo>
                  <a:lnTo>
                    <a:pt x="6308944" y="2561300"/>
                  </a:lnTo>
                  <a:lnTo>
                    <a:pt x="6309280" y="2562017"/>
                  </a:lnTo>
                  <a:lnTo>
                    <a:pt x="6309617" y="2562707"/>
                  </a:lnTo>
                  <a:lnTo>
                    <a:pt x="6309953" y="2563405"/>
                  </a:lnTo>
                  <a:lnTo>
                    <a:pt x="6310290" y="2564254"/>
                  </a:lnTo>
                  <a:lnTo>
                    <a:pt x="6310626" y="2565108"/>
                  </a:lnTo>
                  <a:lnTo>
                    <a:pt x="6310963" y="2565723"/>
                  </a:lnTo>
                  <a:lnTo>
                    <a:pt x="6311299" y="2564911"/>
                  </a:lnTo>
                  <a:lnTo>
                    <a:pt x="6311636" y="2563625"/>
                  </a:lnTo>
                  <a:lnTo>
                    <a:pt x="6311972" y="2561764"/>
                  </a:lnTo>
                  <a:lnTo>
                    <a:pt x="6312308" y="2559537"/>
                  </a:lnTo>
                  <a:lnTo>
                    <a:pt x="6312645" y="2557931"/>
                  </a:lnTo>
                  <a:lnTo>
                    <a:pt x="6312981" y="2556407"/>
                  </a:lnTo>
                  <a:lnTo>
                    <a:pt x="6313318" y="2554967"/>
                  </a:lnTo>
                  <a:lnTo>
                    <a:pt x="6313654" y="2553254"/>
                  </a:lnTo>
                  <a:lnTo>
                    <a:pt x="6313991" y="2551357"/>
                  </a:lnTo>
                  <a:lnTo>
                    <a:pt x="6314327" y="2549244"/>
                  </a:lnTo>
                  <a:lnTo>
                    <a:pt x="6314664" y="2546914"/>
                  </a:lnTo>
                  <a:lnTo>
                    <a:pt x="6315000" y="2544211"/>
                  </a:lnTo>
                  <a:lnTo>
                    <a:pt x="6315337" y="2541161"/>
                  </a:lnTo>
                  <a:lnTo>
                    <a:pt x="6315673" y="2538689"/>
                  </a:lnTo>
                  <a:lnTo>
                    <a:pt x="6316009" y="2536245"/>
                  </a:lnTo>
                  <a:lnTo>
                    <a:pt x="6316346" y="2534269"/>
                  </a:lnTo>
                  <a:lnTo>
                    <a:pt x="6316682" y="2532128"/>
                  </a:lnTo>
                  <a:lnTo>
                    <a:pt x="6317019" y="2530305"/>
                  </a:lnTo>
                  <a:lnTo>
                    <a:pt x="6317355" y="2528667"/>
                  </a:lnTo>
                  <a:lnTo>
                    <a:pt x="6317692" y="2527036"/>
                  </a:lnTo>
                  <a:lnTo>
                    <a:pt x="6318028" y="2524855"/>
                  </a:lnTo>
                  <a:lnTo>
                    <a:pt x="6318365" y="2522712"/>
                  </a:lnTo>
                  <a:lnTo>
                    <a:pt x="6318701" y="2520661"/>
                  </a:lnTo>
                  <a:lnTo>
                    <a:pt x="6319038" y="2518718"/>
                  </a:lnTo>
                  <a:lnTo>
                    <a:pt x="6319374" y="2516873"/>
                  </a:lnTo>
                  <a:lnTo>
                    <a:pt x="6319711" y="2515182"/>
                  </a:lnTo>
                  <a:lnTo>
                    <a:pt x="6320047" y="2513904"/>
                  </a:lnTo>
                  <a:lnTo>
                    <a:pt x="6320383" y="2512995"/>
                  </a:lnTo>
                  <a:lnTo>
                    <a:pt x="6320720" y="2512464"/>
                  </a:lnTo>
                  <a:lnTo>
                    <a:pt x="6321056" y="2511590"/>
                  </a:lnTo>
                  <a:lnTo>
                    <a:pt x="6321393" y="2511124"/>
                  </a:lnTo>
                  <a:lnTo>
                    <a:pt x="6321729" y="2510513"/>
                  </a:lnTo>
                  <a:lnTo>
                    <a:pt x="6322066" y="2509830"/>
                  </a:lnTo>
                  <a:lnTo>
                    <a:pt x="6322402" y="2509256"/>
                  </a:lnTo>
                  <a:lnTo>
                    <a:pt x="6322739" y="2508925"/>
                  </a:lnTo>
                  <a:lnTo>
                    <a:pt x="6323075" y="2509112"/>
                  </a:lnTo>
                  <a:lnTo>
                    <a:pt x="6323412" y="2509363"/>
                  </a:lnTo>
                  <a:lnTo>
                    <a:pt x="6323748" y="2509450"/>
                  </a:lnTo>
                  <a:lnTo>
                    <a:pt x="6324085" y="2509745"/>
                  </a:lnTo>
                  <a:lnTo>
                    <a:pt x="6324421" y="2509883"/>
                  </a:lnTo>
                  <a:lnTo>
                    <a:pt x="6324757" y="2509966"/>
                  </a:lnTo>
                  <a:lnTo>
                    <a:pt x="6325094" y="2509929"/>
                  </a:lnTo>
                  <a:lnTo>
                    <a:pt x="6325430" y="2510095"/>
                  </a:lnTo>
                  <a:lnTo>
                    <a:pt x="6325767" y="2510533"/>
                  </a:lnTo>
                  <a:lnTo>
                    <a:pt x="6326103" y="2510977"/>
                  </a:lnTo>
                  <a:lnTo>
                    <a:pt x="6326440" y="2511267"/>
                  </a:lnTo>
                  <a:lnTo>
                    <a:pt x="6326776" y="2511193"/>
                  </a:lnTo>
                  <a:lnTo>
                    <a:pt x="6327113" y="2510865"/>
                  </a:lnTo>
                  <a:lnTo>
                    <a:pt x="6327449" y="2510435"/>
                  </a:lnTo>
                  <a:lnTo>
                    <a:pt x="6327786" y="2509799"/>
                  </a:lnTo>
                  <a:lnTo>
                    <a:pt x="6328122" y="2508456"/>
                  </a:lnTo>
                  <a:lnTo>
                    <a:pt x="6328459" y="2507171"/>
                  </a:lnTo>
                  <a:lnTo>
                    <a:pt x="6328795" y="2505885"/>
                  </a:lnTo>
                  <a:lnTo>
                    <a:pt x="6329131" y="2504295"/>
                  </a:lnTo>
                  <a:lnTo>
                    <a:pt x="6329468" y="2502841"/>
                  </a:lnTo>
                  <a:lnTo>
                    <a:pt x="6329804" y="2501758"/>
                  </a:lnTo>
                  <a:lnTo>
                    <a:pt x="6330141" y="2500972"/>
                  </a:lnTo>
                  <a:lnTo>
                    <a:pt x="6330477" y="2500078"/>
                  </a:lnTo>
                  <a:lnTo>
                    <a:pt x="6330814" y="2499372"/>
                  </a:lnTo>
                  <a:lnTo>
                    <a:pt x="6331150" y="2498864"/>
                  </a:lnTo>
                  <a:lnTo>
                    <a:pt x="6331487" y="2498511"/>
                  </a:lnTo>
                  <a:lnTo>
                    <a:pt x="6331823" y="2498167"/>
                  </a:lnTo>
                  <a:lnTo>
                    <a:pt x="6332160" y="2497966"/>
                  </a:lnTo>
                  <a:lnTo>
                    <a:pt x="6332496" y="2497890"/>
                  </a:lnTo>
                  <a:lnTo>
                    <a:pt x="6332833" y="2497970"/>
                  </a:lnTo>
                  <a:lnTo>
                    <a:pt x="6333169" y="2498283"/>
                  </a:lnTo>
                  <a:lnTo>
                    <a:pt x="6333505" y="2498561"/>
                  </a:lnTo>
                  <a:lnTo>
                    <a:pt x="6333842" y="2498573"/>
                  </a:lnTo>
                  <a:lnTo>
                    <a:pt x="6334178" y="2498740"/>
                  </a:lnTo>
                  <a:lnTo>
                    <a:pt x="6334515" y="2499011"/>
                  </a:lnTo>
                  <a:lnTo>
                    <a:pt x="6334851" y="2499137"/>
                  </a:lnTo>
                  <a:lnTo>
                    <a:pt x="6335188" y="2498881"/>
                  </a:lnTo>
                  <a:lnTo>
                    <a:pt x="6335524" y="2499244"/>
                  </a:lnTo>
                  <a:lnTo>
                    <a:pt x="6335861" y="2499527"/>
                  </a:lnTo>
                  <a:lnTo>
                    <a:pt x="6336197" y="2499453"/>
                  </a:lnTo>
                  <a:lnTo>
                    <a:pt x="6336534" y="2499291"/>
                  </a:lnTo>
                  <a:lnTo>
                    <a:pt x="6336870" y="2499701"/>
                  </a:lnTo>
                  <a:lnTo>
                    <a:pt x="6337207" y="2499621"/>
                  </a:lnTo>
                  <a:lnTo>
                    <a:pt x="6337543" y="2499854"/>
                  </a:lnTo>
                  <a:lnTo>
                    <a:pt x="6337879" y="2499587"/>
                  </a:lnTo>
                  <a:lnTo>
                    <a:pt x="6338216" y="2499041"/>
                  </a:lnTo>
                  <a:lnTo>
                    <a:pt x="6338552" y="2498402"/>
                  </a:lnTo>
                  <a:lnTo>
                    <a:pt x="6338889" y="2497436"/>
                  </a:lnTo>
                  <a:lnTo>
                    <a:pt x="6339225" y="2496524"/>
                  </a:lnTo>
                  <a:lnTo>
                    <a:pt x="6339562" y="2494837"/>
                  </a:lnTo>
                  <a:lnTo>
                    <a:pt x="6339898" y="2492709"/>
                  </a:lnTo>
                  <a:lnTo>
                    <a:pt x="6340235" y="2490814"/>
                  </a:lnTo>
                  <a:lnTo>
                    <a:pt x="6340571" y="2488878"/>
                  </a:lnTo>
                  <a:lnTo>
                    <a:pt x="6340908" y="2486962"/>
                  </a:lnTo>
                  <a:lnTo>
                    <a:pt x="6341244" y="2485323"/>
                  </a:lnTo>
                  <a:lnTo>
                    <a:pt x="6341581" y="2483068"/>
                  </a:lnTo>
                  <a:lnTo>
                    <a:pt x="6341917" y="2480705"/>
                  </a:lnTo>
                  <a:lnTo>
                    <a:pt x="6342253" y="2478758"/>
                  </a:lnTo>
                  <a:lnTo>
                    <a:pt x="6342590" y="2477726"/>
                  </a:lnTo>
                  <a:lnTo>
                    <a:pt x="6342926" y="2477037"/>
                  </a:lnTo>
                  <a:lnTo>
                    <a:pt x="6343263" y="2476353"/>
                  </a:lnTo>
                  <a:lnTo>
                    <a:pt x="6343599" y="2475836"/>
                  </a:lnTo>
                  <a:lnTo>
                    <a:pt x="6343936" y="2476046"/>
                  </a:lnTo>
                  <a:lnTo>
                    <a:pt x="6344272" y="2476513"/>
                  </a:lnTo>
                  <a:lnTo>
                    <a:pt x="6344609" y="2476861"/>
                  </a:lnTo>
                  <a:lnTo>
                    <a:pt x="6344945" y="2478606"/>
                  </a:lnTo>
                  <a:lnTo>
                    <a:pt x="6345282" y="2480451"/>
                  </a:lnTo>
                  <a:lnTo>
                    <a:pt x="6345618" y="2482851"/>
                  </a:lnTo>
                  <a:lnTo>
                    <a:pt x="6345955" y="2485086"/>
                  </a:lnTo>
                  <a:lnTo>
                    <a:pt x="6346291" y="2487167"/>
                  </a:lnTo>
                  <a:lnTo>
                    <a:pt x="6346627" y="2489066"/>
                  </a:lnTo>
                  <a:lnTo>
                    <a:pt x="6346964" y="2490950"/>
                  </a:lnTo>
                  <a:lnTo>
                    <a:pt x="6347300" y="2492873"/>
                  </a:lnTo>
                  <a:lnTo>
                    <a:pt x="6347637" y="2494598"/>
                  </a:lnTo>
                  <a:lnTo>
                    <a:pt x="6347973" y="2496191"/>
                  </a:lnTo>
                  <a:lnTo>
                    <a:pt x="6348310" y="2497141"/>
                  </a:lnTo>
                  <a:lnTo>
                    <a:pt x="6348646" y="2497672"/>
                  </a:lnTo>
                  <a:lnTo>
                    <a:pt x="6348983" y="2497548"/>
                  </a:lnTo>
                  <a:lnTo>
                    <a:pt x="6349319" y="2496839"/>
                  </a:lnTo>
                  <a:lnTo>
                    <a:pt x="6349656" y="2496057"/>
                  </a:lnTo>
                  <a:lnTo>
                    <a:pt x="6349992" y="2495054"/>
                  </a:lnTo>
                  <a:lnTo>
                    <a:pt x="6350328" y="2494301"/>
                  </a:lnTo>
                  <a:lnTo>
                    <a:pt x="6350665" y="2493886"/>
                  </a:lnTo>
                  <a:lnTo>
                    <a:pt x="6351001" y="2493736"/>
                  </a:lnTo>
                  <a:lnTo>
                    <a:pt x="6351338" y="2492740"/>
                  </a:lnTo>
                  <a:lnTo>
                    <a:pt x="6351674" y="2491836"/>
                  </a:lnTo>
                  <a:lnTo>
                    <a:pt x="6352011" y="2490837"/>
                  </a:lnTo>
                  <a:lnTo>
                    <a:pt x="6352347" y="2489297"/>
                  </a:lnTo>
                  <a:lnTo>
                    <a:pt x="6352684" y="2487802"/>
                  </a:lnTo>
                  <a:lnTo>
                    <a:pt x="6353020" y="2486451"/>
                  </a:lnTo>
                  <a:lnTo>
                    <a:pt x="6353357" y="2484898"/>
                  </a:lnTo>
                  <a:lnTo>
                    <a:pt x="6353693" y="2483253"/>
                  </a:lnTo>
                  <a:lnTo>
                    <a:pt x="6354030" y="2481865"/>
                  </a:lnTo>
                  <a:lnTo>
                    <a:pt x="6354366" y="2480912"/>
                  </a:lnTo>
                  <a:lnTo>
                    <a:pt x="6354702" y="2480005"/>
                  </a:lnTo>
                  <a:lnTo>
                    <a:pt x="6355039" y="2479271"/>
                  </a:lnTo>
                  <a:lnTo>
                    <a:pt x="6355375" y="2478280"/>
                  </a:lnTo>
                  <a:lnTo>
                    <a:pt x="6355712" y="2477157"/>
                  </a:lnTo>
                  <a:lnTo>
                    <a:pt x="6356048" y="2476057"/>
                  </a:lnTo>
                  <a:lnTo>
                    <a:pt x="6356385" y="2475016"/>
                  </a:lnTo>
                  <a:lnTo>
                    <a:pt x="6356721" y="2474047"/>
                  </a:lnTo>
                  <a:lnTo>
                    <a:pt x="6357058" y="2473164"/>
                  </a:lnTo>
                  <a:lnTo>
                    <a:pt x="6357394" y="2472657"/>
                  </a:lnTo>
                  <a:lnTo>
                    <a:pt x="6357731" y="2472479"/>
                  </a:lnTo>
                  <a:lnTo>
                    <a:pt x="6358067" y="2472330"/>
                  </a:lnTo>
                  <a:lnTo>
                    <a:pt x="6358404" y="2471989"/>
                  </a:lnTo>
                  <a:lnTo>
                    <a:pt x="6358740" y="2471689"/>
                  </a:lnTo>
                  <a:lnTo>
                    <a:pt x="6359076" y="2471273"/>
                  </a:lnTo>
                  <a:lnTo>
                    <a:pt x="6359413" y="2470760"/>
                  </a:lnTo>
                  <a:lnTo>
                    <a:pt x="6359749" y="2470288"/>
                  </a:lnTo>
                  <a:lnTo>
                    <a:pt x="6360086" y="2469671"/>
                  </a:lnTo>
                  <a:lnTo>
                    <a:pt x="6360422" y="2468967"/>
                  </a:lnTo>
                  <a:lnTo>
                    <a:pt x="6360759" y="2468504"/>
                  </a:lnTo>
                  <a:lnTo>
                    <a:pt x="6361095" y="2468236"/>
                  </a:lnTo>
                  <a:lnTo>
                    <a:pt x="6361432" y="2467786"/>
                  </a:lnTo>
                  <a:lnTo>
                    <a:pt x="6361768" y="2467337"/>
                  </a:lnTo>
                  <a:lnTo>
                    <a:pt x="6362105" y="2466869"/>
                  </a:lnTo>
                  <a:lnTo>
                    <a:pt x="6362441" y="2466407"/>
                  </a:lnTo>
                  <a:lnTo>
                    <a:pt x="6362778" y="2465876"/>
                  </a:lnTo>
                  <a:lnTo>
                    <a:pt x="6363114" y="2465526"/>
                  </a:lnTo>
                  <a:lnTo>
                    <a:pt x="6363450" y="2465453"/>
                  </a:lnTo>
                  <a:lnTo>
                    <a:pt x="6363787" y="2465908"/>
                  </a:lnTo>
                  <a:lnTo>
                    <a:pt x="6364123" y="2465716"/>
                  </a:lnTo>
                  <a:lnTo>
                    <a:pt x="6364460" y="2465893"/>
                  </a:lnTo>
                  <a:lnTo>
                    <a:pt x="6364796" y="2465767"/>
                  </a:lnTo>
                  <a:lnTo>
                    <a:pt x="6365133" y="2465374"/>
                  </a:lnTo>
                  <a:lnTo>
                    <a:pt x="6365469" y="2464884"/>
                  </a:lnTo>
                  <a:lnTo>
                    <a:pt x="6365806" y="2464188"/>
                  </a:lnTo>
                  <a:lnTo>
                    <a:pt x="6366142" y="2463289"/>
                  </a:lnTo>
                  <a:lnTo>
                    <a:pt x="6366479" y="2462527"/>
                  </a:lnTo>
                  <a:lnTo>
                    <a:pt x="6366815" y="2461623"/>
                  </a:lnTo>
                  <a:lnTo>
                    <a:pt x="6367152" y="2460346"/>
                  </a:lnTo>
                  <a:lnTo>
                    <a:pt x="6367488" y="2458843"/>
                  </a:lnTo>
                  <a:lnTo>
                    <a:pt x="6367824" y="2456952"/>
                  </a:lnTo>
                  <a:lnTo>
                    <a:pt x="6368161" y="2454683"/>
                  </a:lnTo>
                  <a:lnTo>
                    <a:pt x="6368497" y="2452262"/>
                  </a:lnTo>
                  <a:lnTo>
                    <a:pt x="6368834" y="2449923"/>
                  </a:lnTo>
                  <a:lnTo>
                    <a:pt x="6369170" y="2447483"/>
                  </a:lnTo>
                  <a:lnTo>
                    <a:pt x="6369507" y="2444935"/>
                  </a:lnTo>
                  <a:lnTo>
                    <a:pt x="6369843" y="2442485"/>
                  </a:lnTo>
                  <a:lnTo>
                    <a:pt x="6370180" y="2440272"/>
                  </a:lnTo>
                  <a:lnTo>
                    <a:pt x="6370516" y="2437966"/>
                  </a:lnTo>
                  <a:lnTo>
                    <a:pt x="6370853" y="2435502"/>
                  </a:lnTo>
                  <a:lnTo>
                    <a:pt x="6371189" y="2433203"/>
                  </a:lnTo>
                  <a:lnTo>
                    <a:pt x="6371526" y="2430753"/>
                  </a:lnTo>
                  <a:lnTo>
                    <a:pt x="6371862" y="2428138"/>
                  </a:lnTo>
                  <a:lnTo>
                    <a:pt x="6372198" y="2425839"/>
                  </a:lnTo>
                  <a:lnTo>
                    <a:pt x="6372535" y="2423536"/>
                  </a:lnTo>
                  <a:lnTo>
                    <a:pt x="6372871" y="2421482"/>
                  </a:lnTo>
                  <a:lnTo>
                    <a:pt x="6373208" y="2419714"/>
                  </a:lnTo>
                  <a:lnTo>
                    <a:pt x="6373544" y="2418162"/>
                  </a:lnTo>
                  <a:lnTo>
                    <a:pt x="6373881" y="2416736"/>
                  </a:lnTo>
                  <a:lnTo>
                    <a:pt x="6374217" y="2415614"/>
                  </a:lnTo>
                  <a:lnTo>
                    <a:pt x="6374554" y="2414566"/>
                  </a:lnTo>
                  <a:lnTo>
                    <a:pt x="6374890" y="2413640"/>
                  </a:lnTo>
                  <a:lnTo>
                    <a:pt x="6375227" y="2412645"/>
                  </a:lnTo>
                  <a:lnTo>
                    <a:pt x="6375563" y="2411782"/>
                  </a:lnTo>
                  <a:lnTo>
                    <a:pt x="6375900" y="2411159"/>
                  </a:lnTo>
                  <a:lnTo>
                    <a:pt x="6376236" y="2410048"/>
                  </a:lnTo>
                  <a:lnTo>
                    <a:pt x="6376572" y="2408713"/>
                  </a:lnTo>
                  <a:lnTo>
                    <a:pt x="6376909" y="2407312"/>
                  </a:lnTo>
                  <a:lnTo>
                    <a:pt x="6377245" y="2405486"/>
                  </a:lnTo>
                  <a:lnTo>
                    <a:pt x="6377582" y="2403502"/>
                  </a:lnTo>
                  <a:lnTo>
                    <a:pt x="6377918" y="2401642"/>
                  </a:lnTo>
                  <a:lnTo>
                    <a:pt x="6378255" y="2399921"/>
                  </a:lnTo>
                  <a:lnTo>
                    <a:pt x="6378591" y="2398857"/>
                  </a:lnTo>
                  <a:lnTo>
                    <a:pt x="6378928" y="2397787"/>
                  </a:lnTo>
                  <a:lnTo>
                    <a:pt x="6379264" y="2396989"/>
                  </a:lnTo>
                  <a:lnTo>
                    <a:pt x="6379601" y="2396235"/>
                  </a:lnTo>
                  <a:lnTo>
                    <a:pt x="6379937" y="2394594"/>
                  </a:lnTo>
                  <a:lnTo>
                    <a:pt x="6380274" y="2394096"/>
                  </a:lnTo>
                  <a:lnTo>
                    <a:pt x="6380610" y="2393597"/>
                  </a:lnTo>
                  <a:lnTo>
                    <a:pt x="6380946" y="2392941"/>
                  </a:lnTo>
                  <a:lnTo>
                    <a:pt x="6381283" y="2392319"/>
                  </a:lnTo>
                  <a:lnTo>
                    <a:pt x="6381619" y="2391782"/>
                  </a:lnTo>
                  <a:lnTo>
                    <a:pt x="6381956" y="2391777"/>
                  </a:lnTo>
                  <a:lnTo>
                    <a:pt x="6382292" y="2392306"/>
                  </a:lnTo>
                  <a:lnTo>
                    <a:pt x="6382629" y="2393049"/>
                  </a:lnTo>
                  <a:lnTo>
                    <a:pt x="6382965" y="2392824"/>
                  </a:lnTo>
                  <a:lnTo>
                    <a:pt x="6383302" y="2392454"/>
                  </a:lnTo>
                  <a:lnTo>
                    <a:pt x="6383638" y="2391783"/>
                  </a:lnTo>
                  <a:lnTo>
                    <a:pt x="6383975" y="2391209"/>
                  </a:lnTo>
                  <a:lnTo>
                    <a:pt x="6384311" y="2390457"/>
                  </a:lnTo>
                  <a:lnTo>
                    <a:pt x="6384647" y="2389662"/>
                  </a:lnTo>
                  <a:lnTo>
                    <a:pt x="6384984" y="2388811"/>
                  </a:lnTo>
                  <a:lnTo>
                    <a:pt x="6385320" y="2388448"/>
                  </a:lnTo>
                  <a:lnTo>
                    <a:pt x="6385657" y="2388173"/>
                  </a:lnTo>
                  <a:lnTo>
                    <a:pt x="6385993" y="2388216"/>
                  </a:lnTo>
                  <a:lnTo>
                    <a:pt x="6386330" y="2388587"/>
                  </a:lnTo>
                  <a:lnTo>
                    <a:pt x="6386666" y="2389216"/>
                  </a:lnTo>
                  <a:lnTo>
                    <a:pt x="6387003" y="2389183"/>
                  </a:lnTo>
                  <a:lnTo>
                    <a:pt x="6387339" y="2389038"/>
                  </a:lnTo>
                  <a:lnTo>
                    <a:pt x="6387676" y="2388647"/>
                  </a:lnTo>
                  <a:lnTo>
                    <a:pt x="6388012" y="2388108"/>
                  </a:lnTo>
                  <a:lnTo>
                    <a:pt x="6388349" y="2388026"/>
                  </a:lnTo>
                  <a:lnTo>
                    <a:pt x="6388685" y="2387544"/>
                  </a:lnTo>
                  <a:lnTo>
                    <a:pt x="6389021" y="2387192"/>
                  </a:lnTo>
                  <a:lnTo>
                    <a:pt x="6389358" y="2386811"/>
                  </a:lnTo>
                  <a:lnTo>
                    <a:pt x="6389694" y="2386387"/>
                  </a:lnTo>
                  <a:lnTo>
                    <a:pt x="6390031" y="2385690"/>
                  </a:lnTo>
                  <a:lnTo>
                    <a:pt x="6390367" y="2384376"/>
                  </a:lnTo>
                  <a:lnTo>
                    <a:pt x="6390704" y="2382838"/>
                  </a:lnTo>
                  <a:lnTo>
                    <a:pt x="6391040" y="2380812"/>
                  </a:lnTo>
                  <a:lnTo>
                    <a:pt x="6391377" y="2378650"/>
                  </a:lnTo>
                  <a:lnTo>
                    <a:pt x="6391713" y="2376250"/>
                  </a:lnTo>
                  <a:lnTo>
                    <a:pt x="6392050" y="2373506"/>
                  </a:lnTo>
                  <a:lnTo>
                    <a:pt x="6392386" y="2370438"/>
                  </a:lnTo>
                  <a:lnTo>
                    <a:pt x="6392723" y="2367241"/>
                  </a:lnTo>
                  <a:lnTo>
                    <a:pt x="6393059" y="2365003"/>
                  </a:lnTo>
                  <a:lnTo>
                    <a:pt x="6393395" y="2362917"/>
                  </a:lnTo>
                  <a:lnTo>
                    <a:pt x="6393732" y="2361140"/>
                  </a:lnTo>
                  <a:lnTo>
                    <a:pt x="6394068" y="2360034"/>
                  </a:lnTo>
                  <a:lnTo>
                    <a:pt x="6394405" y="2359429"/>
                  </a:lnTo>
                  <a:lnTo>
                    <a:pt x="6394741" y="2358814"/>
                  </a:lnTo>
                  <a:lnTo>
                    <a:pt x="6395078" y="2358578"/>
                  </a:lnTo>
                  <a:lnTo>
                    <a:pt x="6395414" y="2358868"/>
                  </a:lnTo>
                  <a:lnTo>
                    <a:pt x="6395751" y="2359058"/>
                  </a:lnTo>
                  <a:lnTo>
                    <a:pt x="6396087" y="2359677"/>
                  </a:lnTo>
                  <a:lnTo>
                    <a:pt x="6396424" y="2360570"/>
                  </a:lnTo>
                  <a:lnTo>
                    <a:pt x="6396760" y="2361453"/>
                  </a:lnTo>
                  <a:lnTo>
                    <a:pt x="6397097" y="2362330"/>
                  </a:lnTo>
                  <a:lnTo>
                    <a:pt x="6397433" y="2363355"/>
                  </a:lnTo>
                  <a:lnTo>
                    <a:pt x="6397769" y="2364500"/>
                  </a:lnTo>
                  <a:lnTo>
                    <a:pt x="6398106" y="2365852"/>
                  </a:lnTo>
                  <a:lnTo>
                    <a:pt x="6398442" y="2367213"/>
                  </a:lnTo>
                  <a:lnTo>
                    <a:pt x="6398779" y="2368498"/>
                  </a:lnTo>
                  <a:lnTo>
                    <a:pt x="6399115" y="2369788"/>
                  </a:lnTo>
                  <a:lnTo>
                    <a:pt x="6399452" y="2370176"/>
                  </a:lnTo>
                  <a:lnTo>
                    <a:pt x="6399788" y="2371292"/>
                  </a:lnTo>
                  <a:lnTo>
                    <a:pt x="6400125" y="2372354"/>
                  </a:lnTo>
                  <a:lnTo>
                    <a:pt x="6400461" y="2373306"/>
                  </a:lnTo>
                  <a:lnTo>
                    <a:pt x="6400798" y="2374704"/>
                  </a:lnTo>
                  <a:lnTo>
                    <a:pt x="6401134" y="2376158"/>
                  </a:lnTo>
                  <a:lnTo>
                    <a:pt x="6401471" y="2377480"/>
                  </a:lnTo>
                  <a:lnTo>
                    <a:pt x="6401807" y="2378758"/>
                  </a:lnTo>
                  <a:lnTo>
                    <a:pt x="6402143" y="2380182"/>
                  </a:lnTo>
                  <a:lnTo>
                    <a:pt x="6402480" y="2381896"/>
                  </a:lnTo>
                  <a:lnTo>
                    <a:pt x="6402816" y="2383261"/>
                  </a:lnTo>
                  <a:lnTo>
                    <a:pt x="6403153" y="2384723"/>
                  </a:lnTo>
                  <a:lnTo>
                    <a:pt x="6403489" y="2386497"/>
                  </a:lnTo>
                  <a:lnTo>
                    <a:pt x="6403826" y="2388340"/>
                  </a:lnTo>
                  <a:lnTo>
                    <a:pt x="6404162" y="2389910"/>
                  </a:lnTo>
                  <a:lnTo>
                    <a:pt x="6404499" y="2391386"/>
                  </a:lnTo>
                  <a:lnTo>
                    <a:pt x="6404835" y="2393201"/>
                  </a:lnTo>
                  <a:lnTo>
                    <a:pt x="6405172" y="2395260"/>
                  </a:lnTo>
                  <a:lnTo>
                    <a:pt x="6405508" y="2397423"/>
                  </a:lnTo>
                  <a:lnTo>
                    <a:pt x="6405845" y="2399619"/>
                  </a:lnTo>
                  <a:lnTo>
                    <a:pt x="6406181" y="2401152"/>
                  </a:lnTo>
                  <a:lnTo>
                    <a:pt x="6406517" y="2402954"/>
                  </a:lnTo>
                  <a:lnTo>
                    <a:pt x="6406854" y="2405489"/>
                  </a:lnTo>
                  <a:lnTo>
                    <a:pt x="6407190" y="2408220"/>
                  </a:lnTo>
                  <a:lnTo>
                    <a:pt x="6407527" y="2410891"/>
                  </a:lnTo>
                  <a:lnTo>
                    <a:pt x="6407863" y="2413359"/>
                  </a:lnTo>
                  <a:lnTo>
                    <a:pt x="6408200" y="2415572"/>
                  </a:lnTo>
                  <a:lnTo>
                    <a:pt x="6408536" y="2417206"/>
                  </a:lnTo>
                  <a:lnTo>
                    <a:pt x="6408873" y="2419510"/>
                  </a:lnTo>
                  <a:lnTo>
                    <a:pt x="6409209" y="2422150"/>
                  </a:lnTo>
                  <a:lnTo>
                    <a:pt x="6409546" y="2425225"/>
                  </a:lnTo>
                  <a:lnTo>
                    <a:pt x="6409882" y="2427608"/>
                  </a:lnTo>
                  <a:lnTo>
                    <a:pt x="6410219" y="2429845"/>
                  </a:lnTo>
                  <a:lnTo>
                    <a:pt x="6410555" y="2432054"/>
                  </a:lnTo>
                  <a:lnTo>
                    <a:pt x="6410891" y="2434180"/>
                  </a:lnTo>
                  <a:lnTo>
                    <a:pt x="6411228" y="2435877"/>
                  </a:lnTo>
                  <a:lnTo>
                    <a:pt x="6411564" y="2437150"/>
                  </a:lnTo>
                  <a:lnTo>
                    <a:pt x="6411901" y="2438385"/>
                  </a:lnTo>
                  <a:lnTo>
                    <a:pt x="6412237" y="2439736"/>
                  </a:lnTo>
                  <a:lnTo>
                    <a:pt x="6412574" y="2441462"/>
                  </a:lnTo>
                  <a:lnTo>
                    <a:pt x="6412910" y="2443078"/>
                  </a:lnTo>
                  <a:lnTo>
                    <a:pt x="6413247" y="2445139"/>
                  </a:lnTo>
                  <a:lnTo>
                    <a:pt x="6413583" y="2447865"/>
                  </a:lnTo>
                  <a:lnTo>
                    <a:pt x="6413920" y="2450707"/>
                  </a:lnTo>
                  <a:lnTo>
                    <a:pt x="6414256" y="2453292"/>
                  </a:lnTo>
                  <a:lnTo>
                    <a:pt x="6414593" y="2455485"/>
                  </a:lnTo>
                  <a:lnTo>
                    <a:pt x="6414929" y="2457424"/>
                  </a:lnTo>
                  <a:lnTo>
                    <a:pt x="6415265" y="2459172"/>
                  </a:lnTo>
                  <a:lnTo>
                    <a:pt x="6415602" y="2461700"/>
                  </a:lnTo>
                  <a:lnTo>
                    <a:pt x="6415938" y="2464251"/>
                  </a:lnTo>
                  <a:lnTo>
                    <a:pt x="6416275" y="2467090"/>
                  </a:lnTo>
                  <a:lnTo>
                    <a:pt x="6416611" y="2470241"/>
                  </a:lnTo>
                  <a:lnTo>
                    <a:pt x="6416948" y="2473316"/>
                  </a:lnTo>
                  <a:lnTo>
                    <a:pt x="6417284" y="2476050"/>
                  </a:lnTo>
                  <a:lnTo>
                    <a:pt x="6417621" y="2478290"/>
                  </a:lnTo>
                  <a:lnTo>
                    <a:pt x="6417957" y="2479862"/>
                  </a:lnTo>
                  <a:lnTo>
                    <a:pt x="6418294" y="2481003"/>
                  </a:lnTo>
                  <a:lnTo>
                    <a:pt x="6418630" y="2482318"/>
                  </a:lnTo>
                  <a:lnTo>
                    <a:pt x="6418966" y="2483403"/>
                  </a:lnTo>
                  <a:lnTo>
                    <a:pt x="6419303" y="2484243"/>
                  </a:lnTo>
                  <a:lnTo>
                    <a:pt x="6419639" y="2485386"/>
                  </a:lnTo>
                  <a:lnTo>
                    <a:pt x="6419976" y="2486628"/>
                  </a:lnTo>
                  <a:lnTo>
                    <a:pt x="6420312" y="2487893"/>
                  </a:lnTo>
                  <a:lnTo>
                    <a:pt x="6420649" y="2489208"/>
                  </a:lnTo>
                  <a:lnTo>
                    <a:pt x="6420985" y="2490680"/>
                  </a:lnTo>
                  <a:lnTo>
                    <a:pt x="6421322" y="2491880"/>
                  </a:lnTo>
                  <a:lnTo>
                    <a:pt x="6421658" y="2492706"/>
                  </a:lnTo>
                  <a:lnTo>
                    <a:pt x="6421995" y="2493568"/>
                  </a:lnTo>
                  <a:lnTo>
                    <a:pt x="6422331" y="2494546"/>
                  </a:lnTo>
                  <a:lnTo>
                    <a:pt x="6422668" y="2495652"/>
                  </a:lnTo>
                  <a:lnTo>
                    <a:pt x="6423004" y="2496931"/>
                  </a:lnTo>
                  <a:lnTo>
                    <a:pt x="6423340" y="2498281"/>
                  </a:lnTo>
                  <a:lnTo>
                    <a:pt x="6423677" y="2499668"/>
                  </a:lnTo>
                  <a:lnTo>
                    <a:pt x="6424013" y="2501033"/>
                  </a:lnTo>
                  <a:lnTo>
                    <a:pt x="6424350" y="2502614"/>
                  </a:lnTo>
                  <a:lnTo>
                    <a:pt x="6424686" y="2503914"/>
                  </a:lnTo>
                  <a:lnTo>
                    <a:pt x="6425023" y="2504941"/>
                  </a:lnTo>
                  <a:lnTo>
                    <a:pt x="6425359" y="2505861"/>
                  </a:lnTo>
                  <a:lnTo>
                    <a:pt x="6425696" y="2507046"/>
                  </a:lnTo>
                  <a:lnTo>
                    <a:pt x="6426032" y="2508282"/>
                  </a:lnTo>
                  <a:lnTo>
                    <a:pt x="6426369" y="2509288"/>
                  </a:lnTo>
                  <a:lnTo>
                    <a:pt x="6426705" y="2510416"/>
                  </a:lnTo>
                  <a:lnTo>
                    <a:pt x="6427042" y="2511687"/>
                  </a:lnTo>
                  <a:lnTo>
                    <a:pt x="6427378" y="2512980"/>
                  </a:lnTo>
                  <a:lnTo>
                    <a:pt x="6427714" y="2514231"/>
                  </a:lnTo>
                  <a:lnTo>
                    <a:pt x="6428051" y="2515287"/>
                  </a:lnTo>
                  <a:lnTo>
                    <a:pt x="6428387" y="2516120"/>
                  </a:lnTo>
                  <a:lnTo>
                    <a:pt x="6428724" y="2516896"/>
                  </a:lnTo>
                  <a:lnTo>
                    <a:pt x="6429060" y="2517492"/>
                  </a:lnTo>
                  <a:lnTo>
                    <a:pt x="6429397" y="2517787"/>
                  </a:lnTo>
                  <a:lnTo>
                    <a:pt x="6429733" y="2517708"/>
                  </a:lnTo>
                  <a:lnTo>
                    <a:pt x="6430070" y="2517535"/>
                  </a:lnTo>
                  <a:lnTo>
                    <a:pt x="6430406" y="2517190"/>
                  </a:lnTo>
                  <a:lnTo>
                    <a:pt x="6430743" y="2516429"/>
                  </a:lnTo>
                  <a:lnTo>
                    <a:pt x="6431079" y="2515509"/>
                  </a:lnTo>
                  <a:lnTo>
                    <a:pt x="6431416" y="2514935"/>
                  </a:lnTo>
                  <a:lnTo>
                    <a:pt x="6431752" y="2514310"/>
                  </a:lnTo>
                  <a:lnTo>
                    <a:pt x="6432088" y="2513606"/>
                  </a:lnTo>
                  <a:lnTo>
                    <a:pt x="6432425" y="2513139"/>
                  </a:lnTo>
                  <a:lnTo>
                    <a:pt x="6432761" y="2512715"/>
                  </a:lnTo>
                  <a:lnTo>
                    <a:pt x="6433098" y="2512327"/>
                  </a:lnTo>
                  <a:lnTo>
                    <a:pt x="6433434" y="2512154"/>
                  </a:lnTo>
                  <a:lnTo>
                    <a:pt x="6433771" y="2512003"/>
                  </a:lnTo>
                  <a:lnTo>
                    <a:pt x="6434107" y="2512226"/>
                  </a:lnTo>
                  <a:lnTo>
                    <a:pt x="6434444" y="2512923"/>
                  </a:lnTo>
                  <a:lnTo>
                    <a:pt x="6434780" y="2514029"/>
                  </a:lnTo>
                  <a:lnTo>
                    <a:pt x="6435117" y="2515344"/>
                  </a:lnTo>
                  <a:lnTo>
                    <a:pt x="6435453" y="2517040"/>
                  </a:lnTo>
                  <a:lnTo>
                    <a:pt x="6435790" y="2518821"/>
                  </a:lnTo>
                  <a:lnTo>
                    <a:pt x="6436126" y="2520632"/>
                  </a:lnTo>
                  <a:lnTo>
                    <a:pt x="6436462" y="2522356"/>
                  </a:lnTo>
                  <a:lnTo>
                    <a:pt x="6436799" y="2524102"/>
                  </a:lnTo>
                  <a:lnTo>
                    <a:pt x="6437135" y="2525977"/>
                  </a:lnTo>
                  <a:lnTo>
                    <a:pt x="6437472" y="2527486"/>
                  </a:lnTo>
                  <a:lnTo>
                    <a:pt x="6437808" y="2528951"/>
                  </a:lnTo>
                  <a:lnTo>
                    <a:pt x="6438145" y="2531128"/>
                  </a:lnTo>
                  <a:lnTo>
                    <a:pt x="6438481" y="2533215"/>
                  </a:lnTo>
                  <a:lnTo>
                    <a:pt x="6438818" y="2535732"/>
                  </a:lnTo>
                  <a:lnTo>
                    <a:pt x="6439154" y="2538487"/>
                  </a:lnTo>
                  <a:lnTo>
                    <a:pt x="6439491" y="2540870"/>
                  </a:lnTo>
                  <a:lnTo>
                    <a:pt x="6439827" y="2543084"/>
                  </a:lnTo>
                  <a:lnTo>
                    <a:pt x="6440164" y="2545124"/>
                  </a:lnTo>
                  <a:lnTo>
                    <a:pt x="6440500" y="2546839"/>
                  </a:lnTo>
                  <a:lnTo>
                    <a:pt x="6440836" y="2548396"/>
                  </a:lnTo>
                  <a:lnTo>
                    <a:pt x="6441173" y="2549678"/>
                  </a:lnTo>
                  <a:lnTo>
                    <a:pt x="6441509" y="2550751"/>
                  </a:lnTo>
                  <a:lnTo>
                    <a:pt x="6441846" y="2551802"/>
                  </a:lnTo>
                  <a:lnTo>
                    <a:pt x="6442182" y="2552730"/>
                  </a:lnTo>
                  <a:lnTo>
                    <a:pt x="6442519" y="2553889"/>
                  </a:lnTo>
                  <a:lnTo>
                    <a:pt x="6442855" y="2555128"/>
                  </a:lnTo>
                  <a:lnTo>
                    <a:pt x="6443192" y="2556131"/>
                  </a:lnTo>
                  <a:lnTo>
                    <a:pt x="6443528" y="2557556"/>
                  </a:lnTo>
                  <a:lnTo>
                    <a:pt x="6443865" y="2559132"/>
                  </a:lnTo>
                  <a:lnTo>
                    <a:pt x="6444201" y="2560806"/>
                  </a:lnTo>
                  <a:lnTo>
                    <a:pt x="6444538" y="2563076"/>
                  </a:lnTo>
                  <a:lnTo>
                    <a:pt x="6444874" y="2565564"/>
                  </a:lnTo>
                  <a:lnTo>
                    <a:pt x="6445210" y="2568138"/>
                  </a:lnTo>
                  <a:lnTo>
                    <a:pt x="6445547" y="2570821"/>
                  </a:lnTo>
                  <a:lnTo>
                    <a:pt x="6445883" y="2573673"/>
                  </a:lnTo>
                  <a:lnTo>
                    <a:pt x="6446220" y="2576892"/>
                  </a:lnTo>
                  <a:lnTo>
                    <a:pt x="6446556" y="2580412"/>
                  </a:lnTo>
                  <a:lnTo>
                    <a:pt x="6446893" y="2584155"/>
                  </a:lnTo>
                  <a:lnTo>
                    <a:pt x="6447229" y="2588121"/>
                  </a:lnTo>
                  <a:lnTo>
                    <a:pt x="6447566" y="2590897"/>
                  </a:lnTo>
                  <a:lnTo>
                    <a:pt x="6447902" y="2593698"/>
                  </a:lnTo>
                  <a:lnTo>
                    <a:pt x="6448239" y="2596828"/>
                  </a:lnTo>
                  <a:lnTo>
                    <a:pt x="6448575" y="2600051"/>
                  </a:lnTo>
                  <a:lnTo>
                    <a:pt x="6448911" y="2603291"/>
                  </a:lnTo>
                  <a:lnTo>
                    <a:pt x="6449248" y="2606469"/>
                  </a:lnTo>
                  <a:lnTo>
                    <a:pt x="6449584" y="2609191"/>
                  </a:lnTo>
                  <a:lnTo>
                    <a:pt x="6449921" y="2611645"/>
                  </a:lnTo>
                  <a:lnTo>
                    <a:pt x="6450257" y="2614220"/>
                  </a:lnTo>
                  <a:lnTo>
                    <a:pt x="6450594" y="2616785"/>
                  </a:lnTo>
                  <a:lnTo>
                    <a:pt x="6450930" y="2619056"/>
                  </a:lnTo>
                  <a:lnTo>
                    <a:pt x="6451267" y="2621566"/>
                  </a:lnTo>
                  <a:lnTo>
                    <a:pt x="6451603" y="2623981"/>
                  </a:lnTo>
                  <a:lnTo>
                    <a:pt x="6451940" y="2626290"/>
                  </a:lnTo>
                  <a:lnTo>
                    <a:pt x="6452276" y="2628504"/>
                  </a:lnTo>
                  <a:lnTo>
                    <a:pt x="6452613" y="2630651"/>
                  </a:lnTo>
                  <a:lnTo>
                    <a:pt x="6452949" y="2632471"/>
                  </a:lnTo>
                  <a:lnTo>
                    <a:pt x="6453285" y="2633575"/>
                  </a:lnTo>
                  <a:lnTo>
                    <a:pt x="6453622" y="2634141"/>
                  </a:lnTo>
                  <a:lnTo>
                    <a:pt x="6453958" y="2634179"/>
                  </a:lnTo>
                  <a:lnTo>
                    <a:pt x="6454295" y="2634268"/>
                  </a:lnTo>
                  <a:lnTo>
                    <a:pt x="6454631" y="2634104"/>
                  </a:lnTo>
                  <a:lnTo>
                    <a:pt x="6454968" y="2633962"/>
                  </a:lnTo>
                  <a:lnTo>
                    <a:pt x="6455304" y="2633743"/>
                  </a:lnTo>
                  <a:lnTo>
                    <a:pt x="6455641" y="2633400"/>
                  </a:lnTo>
                  <a:lnTo>
                    <a:pt x="6455977" y="2633075"/>
                  </a:lnTo>
                  <a:lnTo>
                    <a:pt x="6456314" y="2632801"/>
                  </a:lnTo>
                  <a:lnTo>
                    <a:pt x="6456650" y="2632735"/>
                  </a:lnTo>
                  <a:lnTo>
                    <a:pt x="6456987" y="2632798"/>
                  </a:lnTo>
                  <a:lnTo>
                    <a:pt x="6457323" y="2632879"/>
                  </a:lnTo>
                  <a:lnTo>
                    <a:pt x="6457659" y="2633303"/>
                  </a:lnTo>
                  <a:lnTo>
                    <a:pt x="6457996" y="2634054"/>
                  </a:lnTo>
                  <a:lnTo>
                    <a:pt x="6458332" y="2635356"/>
                  </a:lnTo>
                  <a:lnTo>
                    <a:pt x="6458669" y="2636787"/>
                  </a:lnTo>
                  <a:lnTo>
                    <a:pt x="6459005" y="2638247"/>
                  </a:lnTo>
                  <a:lnTo>
                    <a:pt x="6459342" y="2640727"/>
                  </a:lnTo>
                  <a:lnTo>
                    <a:pt x="6459678" y="2643516"/>
                  </a:lnTo>
                  <a:lnTo>
                    <a:pt x="6460015" y="2646681"/>
                  </a:lnTo>
                  <a:lnTo>
                    <a:pt x="6460351" y="2648596"/>
                  </a:lnTo>
                  <a:lnTo>
                    <a:pt x="6460688" y="2650560"/>
                  </a:lnTo>
                  <a:lnTo>
                    <a:pt x="6461024" y="2652466"/>
                  </a:lnTo>
                  <a:lnTo>
                    <a:pt x="6461361" y="2654211"/>
                  </a:lnTo>
                  <a:lnTo>
                    <a:pt x="6461697" y="2655722"/>
                  </a:lnTo>
                  <a:lnTo>
                    <a:pt x="6462033" y="2657342"/>
                  </a:lnTo>
                  <a:lnTo>
                    <a:pt x="6462370" y="2658943"/>
                  </a:lnTo>
                  <a:lnTo>
                    <a:pt x="6462706" y="2660571"/>
                  </a:lnTo>
                  <a:lnTo>
                    <a:pt x="6463043" y="2662371"/>
                  </a:lnTo>
                  <a:lnTo>
                    <a:pt x="6463379" y="2664001"/>
                  </a:lnTo>
                  <a:lnTo>
                    <a:pt x="6463716" y="2665788"/>
                  </a:lnTo>
                  <a:lnTo>
                    <a:pt x="6464052" y="2667693"/>
                  </a:lnTo>
                  <a:lnTo>
                    <a:pt x="6464389" y="2669624"/>
                  </a:lnTo>
                  <a:lnTo>
                    <a:pt x="6464725" y="2671473"/>
                  </a:lnTo>
                  <a:lnTo>
                    <a:pt x="6465062" y="2673202"/>
                  </a:lnTo>
                  <a:lnTo>
                    <a:pt x="6465398" y="2674673"/>
                  </a:lnTo>
                  <a:lnTo>
                    <a:pt x="6465735" y="2676020"/>
                  </a:lnTo>
                  <a:lnTo>
                    <a:pt x="6466071" y="2677351"/>
                  </a:lnTo>
                  <a:lnTo>
                    <a:pt x="6466407" y="2678763"/>
                  </a:lnTo>
                  <a:lnTo>
                    <a:pt x="6466744" y="2681054"/>
                  </a:lnTo>
                  <a:lnTo>
                    <a:pt x="6467080" y="2682581"/>
                  </a:lnTo>
                  <a:lnTo>
                    <a:pt x="6467417" y="2683991"/>
                  </a:lnTo>
                  <a:lnTo>
                    <a:pt x="6467753" y="2685280"/>
                  </a:lnTo>
                  <a:lnTo>
                    <a:pt x="6468090" y="2686102"/>
                  </a:lnTo>
                  <a:lnTo>
                    <a:pt x="6468426" y="2687020"/>
                  </a:lnTo>
                  <a:lnTo>
                    <a:pt x="6468763" y="2687773"/>
                  </a:lnTo>
                  <a:lnTo>
                    <a:pt x="6469099" y="2688364"/>
                  </a:lnTo>
                  <a:lnTo>
                    <a:pt x="6469436" y="2688808"/>
                  </a:lnTo>
                  <a:lnTo>
                    <a:pt x="6469772" y="2689163"/>
                  </a:lnTo>
                  <a:lnTo>
                    <a:pt x="6470109" y="2689314"/>
                  </a:lnTo>
                  <a:lnTo>
                    <a:pt x="6470445" y="2689320"/>
                  </a:lnTo>
                  <a:lnTo>
                    <a:pt x="6470781" y="2689475"/>
                  </a:lnTo>
                  <a:lnTo>
                    <a:pt x="6471118" y="2689469"/>
                  </a:lnTo>
                  <a:lnTo>
                    <a:pt x="6471454" y="2689567"/>
                  </a:lnTo>
                  <a:lnTo>
                    <a:pt x="6471791" y="2689530"/>
                  </a:lnTo>
                  <a:lnTo>
                    <a:pt x="6472127" y="2689212"/>
                  </a:lnTo>
                  <a:lnTo>
                    <a:pt x="6472464" y="2688839"/>
                  </a:lnTo>
                  <a:lnTo>
                    <a:pt x="6472800" y="2688256"/>
                  </a:lnTo>
                  <a:lnTo>
                    <a:pt x="6473137" y="2687562"/>
                  </a:lnTo>
                  <a:lnTo>
                    <a:pt x="6473473" y="2687532"/>
                  </a:lnTo>
                  <a:lnTo>
                    <a:pt x="6473810" y="2687501"/>
                  </a:lnTo>
                  <a:lnTo>
                    <a:pt x="6474146" y="2687319"/>
                  </a:lnTo>
                  <a:lnTo>
                    <a:pt x="6474483" y="2687030"/>
                  </a:lnTo>
                  <a:lnTo>
                    <a:pt x="6474819" y="2686812"/>
                  </a:lnTo>
                  <a:lnTo>
                    <a:pt x="6475155" y="2686670"/>
                  </a:lnTo>
                  <a:lnTo>
                    <a:pt x="6475492" y="2686698"/>
                  </a:lnTo>
                  <a:lnTo>
                    <a:pt x="6475828" y="2687102"/>
                  </a:lnTo>
                  <a:lnTo>
                    <a:pt x="6476165" y="2687701"/>
                  </a:lnTo>
                  <a:lnTo>
                    <a:pt x="6476501" y="2687855"/>
                  </a:lnTo>
                  <a:lnTo>
                    <a:pt x="6476838" y="2688072"/>
                  </a:lnTo>
                  <a:lnTo>
                    <a:pt x="6477174" y="2688129"/>
                  </a:lnTo>
                  <a:lnTo>
                    <a:pt x="6477511" y="2688135"/>
                  </a:lnTo>
                  <a:lnTo>
                    <a:pt x="6477847" y="2688253"/>
                  </a:lnTo>
                  <a:lnTo>
                    <a:pt x="6478184" y="2688432"/>
                  </a:lnTo>
                  <a:lnTo>
                    <a:pt x="6478520" y="2688583"/>
                  </a:lnTo>
                  <a:lnTo>
                    <a:pt x="6478857" y="2688869"/>
                  </a:lnTo>
                  <a:lnTo>
                    <a:pt x="6479193" y="2688869"/>
                  </a:lnTo>
                  <a:lnTo>
                    <a:pt x="6479529" y="2688869"/>
                  </a:lnTo>
                  <a:lnTo>
                    <a:pt x="6479866" y="2688740"/>
                  </a:lnTo>
                  <a:lnTo>
                    <a:pt x="6480202" y="2688438"/>
                  </a:lnTo>
                  <a:lnTo>
                    <a:pt x="6480539" y="2687914"/>
                  </a:lnTo>
                  <a:lnTo>
                    <a:pt x="6480875" y="2686815"/>
                  </a:lnTo>
                  <a:lnTo>
                    <a:pt x="6481212" y="2685536"/>
                  </a:lnTo>
                  <a:lnTo>
                    <a:pt x="6481548" y="2684243"/>
                  </a:lnTo>
                  <a:lnTo>
                    <a:pt x="6481885" y="2682950"/>
                  </a:lnTo>
                  <a:lnTo>
                    <a:pt x="6482221" y="2682008"/>
                  </a:lnTo>
                  <a:lnTo>
                    <a:pt x="6482558" y="2681189"/>
                  </a:lnTo>
                  <a:lnTo>
                    <a:pt x="6482894" y="2680507"/>
                  </a:lnTo>
                  <a:lnTo>
                    <a:pt x="6483230" y="2680294"/>
                  </a:lnTo>
                  <a:lnTo>
                    <a:pt x="6483567" y="2679984"/>
                  </a:lnTo>
                  <a:lnTo>
                    <a:pt x="6483903" y="2679570"/>
                  </a:lnTo>
                  <a:lnTo>
                    <a:pt x="6484240" y="2679071"/>
                  </a:lnTo>
                  <a:lnTo>
                    <a:pt x="6484576" y="2678634"/>
                  </a:lnTo>
                  <a:lnTo>
                    <a:pt x="6484913" y="2678252"/>
                  </a:lnTo>
                  <a:lnTo>
                    <a:pt x="6485249" y="2677932"/>
                  </a:lnTo>
                  <a:lnTo>
                    <a:pt x="6485586" y="2677577"/>
                  </a:lnTo>
                  <a:lnTo>
                    <a:pt x="6485922" y="2677263"/>
                  </a:lnTo>
                  <a:lnTo>
                    <a:pt x="6486259" y="2677020"/>
                  </a:lnTo>
                  <a:lnTo>
                    <a:pt x="6486595" y="2676755"/>
                  </a:lnTo>
                  <a:lnTo>
                    <a:pt x="6486932" y="2676242"/>
                  </a:lnTo>
                  <a:lnTo>
                    <a:pt x="6487268" y="2675652"/>
                  </a:lnTo>
                  <a:lnTo>
                    <a:pt x="6487604" y="2675058"/>
                  </a:lnTo>
                  <a:lnTo>
                    <a:pt x="6487941" y="2674479"/>
                  </a:lnTo>
                  <a:lnTo>
                    <a:pt x="6488277" y="2673933"/>
                  </a:lnTo>
                  <a:lnTo>
                    <a:pt x="6488614" y="2673362"/>
                  </a:lnTo>
                  <a:lnTo>
                    <a:pt x="6488950" y="2672945"/>
                  </a:lnTo>
                  <a:lnTo>
                    <a:pt x="6489287" y="2672462"/>
                  </a:lnTo>
                  <a:lnTo>
                    <a:pt x="6489623" y="2671682"/>
                  </a:lnTo>
                  <a:lnTo>
                    <a:pt x="6489960" y="2670744"/>
                  </a:lnTo>
                  <a:lnTo>
                    <a:pt x="6490296" y="2669703"/>
                  </a:lnTo>
                  <a:lnTo>
                    <a:pt x="6490633" y="2668577"/>
                  </a:lnTo>
                  <a:lnTo>
                    <a:pt x="6490969" y="2667742"/>
                  </a:lnTo>
                  <a:lnTo>
                    <a:pt x="6491306" y="2666849"/>
                  </a:lnTo>
                  <a:lnTo>
                    <a:pt x="6491642" y="2665777"/>
                  </a:lnTo>
                  <a:lnTo>
                    <a:pt x="6491978" y="2664557"/>
                  </a:lnTo>
                  <a:lnTo>
                    <a:pt x="6492315" y="2663128"/>
                  </a:lnTo>
                  <a:lnTo>
                    <a:pt x="6492651" y="2661742"/>
                  </a:lnTo>
                  <a:lnTo>
                    <a:pt x="6492988" y="2660278"/>
                  </a:lnTo>
                  <a:lnTo>
                    <a:pt x="6493324" y="2658782"/>
                  </a:lnTo>
                  <a:lnTo>
                    <a:pt x="6493661" y="2657585"/>
                  </a:lnTo>
                  <a:lnTo>
                    <a:pt x="6493997" y="2656551"/>
                  </a:lnTo>
                  <a:lnTo>
                    <a:pt x="6494334" y="2655359"/>
                  </a:lnTo>
                  <a:lnTo>
                    <a:pt x="6494670" y="2654521"/>
                  </a:lnTo>
                  <a:lnTo>
                    <a:pt x="6495007" y="2653839"/>
                  </a:lnTo>
                  <a:lnTo>
                    <a:pt x="6495343" y="2653504"/>
                  </a:lnTo>
                  <a:lnTo>
                    <a:pt x="6495680" y="2653409"/>
                  </a:lnTo>
                  <a:lnTo>
                    <a:pt x="6496016" y="2653437"/>
                  </a:lnTo>
                  <a:lnTo>
                    <a:pt x="6496352" y="2653409"/>
                  </a:lnTo>
                  <a:lnTo>
                    <a:pt x="6496689" y="2653681"/>
                  </a:lnTo>
                  <a:lnTo>
                    <a:pt x="6497025" y="2654335"/>
                  </a:lnTo>
                  <a:lnTo>
                    <a:pt x="6497362" y="2655046"/>
                  </a:lnTo>
                  <a:lnTo>
                    <a:pt x="6497698" y="2655896"/>
                  </a:lnTo>
                  <a:lnTo>
                    <a:pt x="6498035" y="2656716"/>
                  </a:lnTo>
                  <a:lnTo>
                    <a:pt x="6498371" y="2657164"/>
                  </a:lnTo>
                  <a:lnTo>
                    <a:pt x="6498708" y="2657364"/>
                  </a:lnTo>
                  <a:lnTo>
                    <a:pt x="6499044" y="2657691"/>
                  </a:lnTo>
                  <a:lnTo>
                    <a:pt x="6499381" y="2658488"/>
                  </a:lnTo>
                  <a:lnTo>
                    <a:pt x="6499717" y="2658882"/>
                  </a:lnTo>
                  <a:lnTo>
                    <a:pt x="6500054" y="2658537"/>
                  </a:lnTo>
                  <a:lnTo>
                    <a:pt x="6500390" y="2657826"/>
                  </a:lnTo>
                  <a:lnTo>
                    <a:pt x="6500726" y="2656576"/>
                  </a:lnTo>
                  <a:lnTo>
                    <a:pt x="6501063" y="2654715"/>
                  </a:lnTo>
                  <a:lnTo>
                    <a:pt x="6501399" y="2652509"/>
                  </a:lnTo>
                  <a:lnTo>
                    <a:pt x="6501736" y="2650411"/>
                  </a:lnTo>
                  <a:lnTo>
                    <a:pt x="6502072" y="2648206"/>
                  </a:lnTo>
                  <a:lnTo>
                    <a:pt x="6502409" y="2646022"/>
                  </a:lnTo>
                  <a:lnTo>
                    <a:pt x="6502745" y="2643924"/>
                  </a:lnTo>
                  <a:lnTo>
                    <a:pt x="6503082" y="2642020"/>
                  </a:lnTo>
                  <a:lnTo>
                    <a:pt x="6503418" y="2639807"/>
                  </a:lnTo>
                  <a:lnTo>
                    <a:pt x="6503755" y="2637199"/>
                  </a:lnTo>
                  <a:lnTo>
                    <a:pt x="6504091" y="2635328"/>
                  </a:lnTo>
                  <a:lnTo>
                    <a:pt x="6504428" y="2633425"/>
                  </a:lnTo>
                  <a:lnTo>
                    <a:pt x="6504764" y="2631683"/>
                  </a:lnTo>
                  <a:lnTo>
                    <a:pt x="6505100" y="2630431"/>
                  </a:lnTo>
                  <a:lnTo>
                    <a:pt x="6505437" y="2628879"/>
                  </a:lnTo>
                  <a:lnTo>
                    <a:pt x="6505773" y="2627592"/>
                  </a:lnTo>
                  <a:lnTo>
                    <a:pt x="6506110" y="2626304"/>
                  </a:lnTo>
                  <a:lnTo>
                    <a:pt x="6506446" y="2624905"/>
                  </a:lnTo>
                  <a:lnTo>
                    <a:pt x="6506783" y="2623460"/>
                  </a:lnTo>
                  <a:lnTo>
                    <a:pt x="6507119" y="2621987"/>
                  </a:lnTo>
                  <a:lnTo>
                    <a:pt x="6507456" y="2620460"/>
                  </a:lnTo>
                  <a:lnTo>
                    <a:pt x="6507792" y="2618948"/>
                  </a:lnTo>
                  <a:lnTo>
                    <a:pt x="6508129" y="2617385"/>
                  </a:lnTo>
                  <a:lnTo>
                    <a:pt x="6508465" y="2616220"/>
                  </a:lnTo>
                  <a:lnTo>
                    <a:pt x="6508802" y="2615447"/>
                  </a:lnTo>
                  <a:lnTo>
                    <a:pt x="6509138" y="2614860"/>
                  </a:lnTo>
                  <a:lnTo>
                    <a:pt x="6509474" y="2614257"/>
                  </a:lnTo>
                  <a:lnTo>
                    <a:pt x="6509811" y="2613666"/>
                  </a:lnTo>
                  <a:lnTo>
                    <a:pt x="6510147" y="2612491"/>
                  </a:lnTo>
                  <a:lnTo>
                    <a:pt x="6510484" y="2611423"/>
                  </a:lnTo>
                  <a:lnTo>
                    <a:pt x="6510820" y="2610817"/>
                  </a:lnTo>
                  <a:lnTo>
                    <a:pt x="6511157" y="2610306"/>
                  </a:lnTo>
                  <a:lnTo>
                    <a:pt x="6511493" y="2609866"/>
                  </a:lnTo>
                  <a:lnTo>
                    <a:pt x="6511830" y="2609208"/>
                  </a:lnTo>
                  <a:lnTo>
                    <a:pt x="6512166" y="2608376"/>
                  </a:lnTo>
                  <a:lnTo>
                    <a:pt x="6512503" y="2607432"/>
                  </a:lnTo>
                  <a:lnTo>
                    <a:pt x="6512839" y="2606595"/>
                  </a:lnTo>
                  <a:lnTo>
                    <a:pt x="6513176" y="2605969"/>
                  </a:lnTo>
                  <a:lnTo>
                    <a:pt x="6513512" y="2605157"/>
                  </a:lnTo>
                  <a:lnTo>
                    <a:pt x="6513848" y="2604641"/>
                  </a:lnTo>
                  <a:lnTo>
                    <a:pt x="6514185" y="2604231"/>
                  </a:lnTo>
                  <a:lnTo>
                    <a:pt x="6514521" y="2603871"/>
                  </a:lnTo>
                  <a:lnTo>
                    <a:pt x="6514858" y="2603452"/>
                  </a:lnTo>
                  <a:lnTo>
                    <a:pt x="6515194" y="2603263"/>
                  </a:lnTo>
                  <a:lnTo>
                    <a:pt x="6515531" y="2603052"/>
                  </a:lnTo>
                  <a:lnTo>
                    <a:pt x="6515867" y="2602891"/>
                  </a:lnTo>
                  <a:lnTo>
                    <a:pt x="6516204" y="2602787"/>
                  </a:lnTo>
                  <a:lnTo>
                    <a:pt x="6516540" y="2602633"/>
                  </a:lnTo>
                  <a:lnTo>
                    <a:pt x="6516877" y="2602835"/>
                  </a:lnTo>
                  <a:lnTo>
                    <a:pt x="6517213" y="2603232"/>
                  </a:lnTo>
                  <a:lnTo>
                    <a:pt x="6517549" y="2603722"/>
                  </a:lnTo>
                  <a:lnTo>
                    <a:pt x="6517886" y="2604209"/>
                  </a:lnTo>
                  <a:lnTo>
                    <a:pt x="6518222" y="2604795"/>
                  </a:lnTo>
                  <a:lnTo>
                    <a:pt x="6518559" y="2605212"/>
                  </a:lnTo>
                  <a:lnTo>
                    <a:pt x="6518895" y="2605601"/>
                  </a:lnTo>
                  <a:lnTo>
                    <a:pt x="6519232" y="2606002"/>
                  </a:lnTo>
                  <a:lnTo>
                    <a:pt x="6519568" y="2606311"/>
                  </a:lnTo>
                  <a:lnTo>
                    <a:pt x="6519905" y="2606811"/>
                  </a:lnTo>
                  <a:lnTo>
                    <a:pt x="6520241" y="2607445"/>
                  </a:lnTo>
                  <a:lnTo>
                    <a:pt x="6520578" y="2608061"/>
                  </a:lnTo>
                  <a:lnTo>
                    <a:pt x="6520914" y="2608780"/>
                  </a:lnTo>
                  <a:lnTo>
                    <a:pt x="6521251" y="2609562"/>
                  </a:lnTo>
                  <a:lnTo>
                    <a:pt x="6521587" y="2610623"/>
                  </a:lnTo>
                  <a:lnTo>
                    <a:pt x="6521923" y="2611821"/>
                  </a:lnTo>
                  <a:lnTo>
                    <a:pt x="6522260" y="2613271"/>
                  </a:lnTo>
                  <a:lnTo>
                    <a:pt x="6522596" y="2614826"/>
                  </a:lnTo>
                  <a:lnTo>
                    <a:pt x="6522933" y="2616384"/>
                  </a:lnTo>
                  <a:lnTo>
                    <a:pt x="6523269" y="2617801"/>
                  </a:lnTo>
                  <a:lnTo>
                    <a:pt x="6523606" y="2619181"/>
                  </a:lnTo>
                  <a:lnTo>
                    <a:pt x="6523942" y="2620490"/>
                  </a:lnTo>
                  <a:lnTo>
                    <a:pt x="6524279" y="2621713"/>
                  </a:lnTo>
                  <a:lnTo>
                    <a:pt x="6524615" y="2622954"/>
                  </a:lnTo>
                  <a:lnTo>
                    <a:pt x="6524952" y="2624168"/>
                  </a:lnTo>
                  <a:lnTo>
                    <a:pt x="6525288" y="2625386"/>
                  </a:lnTo>
                  <a:lnTo>
                    <a:pt x="6525625" y="2626404"/>
                  </a:lnTo>
                  <a:lnTo>
                    <a:pt x="6525961" y="2627423"/>
                  </a:lnTo>
                  <a:lnTo>
                    <a:pt x="6526297" y="2628707"/>
                  </a:lnTo>
                  <a:lnTo>
                    <a:pt x="6526634" y="2629402"/>
                  </a:lnTo>
                  <a:lnTo>
                    <a:pt x="6526970" y="2630112"/>
                  </a:lnTo>
                  <a:lnTo>
                    <a:pt x="6527307" y="2630576"/>
                  </a:lnTo>
                  <a:lnTo>
                    <a:pt x="6527643" y="2631359"/>
                  </a:lnTo>
                  <a:lnTo>
                    <a:pt x="6527980" y="2632106"/>
                  </a:lnTo>
                  <a:lnTo>
                    <a:pt x="6528316" y="2632961"/>
                  </a:lnTo>
                  <a:lnTo>
                    <a:pt x="6528653" y="2633679"/>
                  </a:lnTo>
                  <a:lnTo>
                    <a:pt x="6528989" y="2634462"/>
                  </a:lnTo>
                  <a:lnTo>
                    <a:pt x="6529326" y="2635325"/>
                  </a:lnTo>
                  <a:lnTo>
                    <a:pt x="6529662" y="2636158"/>
                  </a:lnTo>
                  <a:lnTo>
                    <a:pt x="6529999" y="2636876"/>
                  </a:lnTo>
                  <a:lnTo>
                    <a:pt x="6530335" y="2637595"/>
                  </a:lnTo>
                  <a:lnTo>
                    <a:pt x="6530671" y="2638227"/>
                  </a:lnTo>
                  <a:lnTo>
                    <a:pt x="6531008" y="2638687"/>
                  </a:lnTo>
                  <a:lnTo>
                    <a:pt x="6531344" y="2639010"/>
                  </a:lnTo>
                  <a:lnTo>
                    <a:pt x="6531681" y="2639442"/>
                  </a:lnTo>
                  <a:lnTo>
                    <a:pt x="6532017" y="2639837"/>
                  </a:lnTo>
                  <a:lnTo>
                    <a:pt x="6532354" y="2640207"/>
                  </a:lnTo>
                  <a:lnTo>
                    <a:pt x="6532690" y="2640520"/>
                  </a:lnTo>
                  <a:lnTo>
                    <a:pt x="6533027" y="2640832"/>
                  </a:lnTo>
                  <a:lnTo>
                    <a:pt x="6533363" y="2641144"/>
                  </a:lnTo>
                  <a:lnTo>
                    <a:pt x="6533700" y="2641210"/>
                  </a:lnTo>
                  <a:lnTo>
                    <a:pt x="6534036" y="2641060"/>
                  </a:lnTo>
                  <a:lnTo>
                    <a:pt x="6534373" y="2640495"/>
                  </a:lnTo>
                  <a:lnTo>
                    <a:pt x="6534709" y="2639637"/>
                  </a:lnTo>
                  <a:lnTo>
                    <a:pt x="6535045" y="2638578"/>
                  </a:lnTo>
                  <a:lnTo>
                    <a:pt x="6535382" y="2637452"/>
                  </a:lnTo>
                  <a:lnTo>
                    <a:pt x="6535718" y="2636325"/>
                  </a:lnTo>
                  <a:lnTo>
                    <a:pt x="6536055" y="2635231"/>
                  </a:lnTo>
                  <a:lnTo>
                    <a:pt x="6536391" y="2634112"/>
                  </a:lnTo>
                  <a:lnTo>
                    <a:pt x="6536728" y="2632908"/>
                  </a:lnTo>
                  <a:lnTo>
                    <a:pt x="6537064" y="2631611"/>
                  </a:lnTo>
                  <a:lnTo>
                    <a:pt x="6537401" y="2630160"/>
                  </a:lnTo>
                  <a:lnTo>
                    <a:pt x="6537737" y="2628019"/>
                  </a:lnTo>
                  <a:lnTo>
                    <a:pt x="6538074" y="2625362"/>
                  </a:lnTo>
                  <a:lnTo>
                    <a:pt x="6538410" y="2623378"/>
                  </a:lnTo>
                  <a:lnTo>
                    <a:pt x="6538747" y="2621562"/>
                  </a:lnTo>
                  <a:lnTo>
                    <a:pt x="6539083" y="2619756"/>
                  </a:lnTo>
                  <a:lnTo>
                    <a:pt x="6539419" y="2618349"/>
                  </a:lnTo>
                  <a:lnTo>
                    <a:pt x="6539756" y="2617229"/>
                  </a:lnTo>
                  <a:lnTo>
                    <a:pt x="6540092" y="2616328"/>
                  </a:lnTo>
                  <a:lnTo>
                    <a:pt x="6540429" y="2615664"/>
                  </a:lnTo>
                  <a:lnTo>
                    <a:pt x="6540765" y="2614642"/>
                  </a:lnTo>
                  <a:lnTo>
                    <a:pt x="6541102" y="2614090"/>
                  </a:lnTo>
                  <a:lnTo>
                    <a:pt x="6541438" y="2613617"/>
                  </a:lnTo>
                  <a:lnTo>
                    <a:pt x="6541775" y="2613142"/>
                  </a:lnTo>
                  <a:lnTo>
                    <a:pt x="6542111" y="2612588"/>
                  </a:lnTo>
                  <a:lnTo>
                    <a:pt x="6542448" y="2612147"/>
                  </a:lnTo>
                  <a:lnTo>
                    <a:pt x="6542784" y="2611864"/>
                  </a:lnTo>
                  <a:lnTo>
                    <a:pt x="6543121" y="2611534"/>
                  </a:lnTo>
                  <a:lnTo>
                    <a:pt x="6543457" y="2611158"/>
                  </a:lnTo>
                  <a:lnTo>
                    <a:pt x="6543793" y="2611142"/>
                  </a:lnTo>
                  <a:lnTo>
                    <a:pt x="6544130" y="2610917"/>
                  </a:lnTo>
                  <a:lnTo>
                    <a:pt x="6544466" y="2610581"/>
                  </a:lnTo>
                  <a:lnTo>
                    <a:pt x="6544803" y="2610269"/>
                  </a:lnTo>
                  <a:lnTo>
                    <a:pt x="6545139" y="2609864"/>
                  </a:lnTo>
                  <a:lnTo>
                    <a:pt x="6545476" y="2609367"/>
                  </a:lnTo>
                  <a:lnTo>
                    <a:pt x="6545812" y="2608831"/>
                  </a:lnTo>
                  <a:lnTo>
                    <a:pt x="6546149" y="2608442"/>
                  </a:lnTo>
                  <a:lnTo>
                    <a:pt x="6546485" y="2608428"/>
                  </a:lnTo>
                  <a:lnTo>
                    <a:pt x="6546822" y="2608066"/>
                  </a:lnTo>
                  <a:lnTo>
                    <a:pt x="6547158" y="2607898"/>
                  </a:lnTo>
                  <a:lnTo>
                    <a:pt x="6547495" y="2607910"/>
                  </a:lnTo>
                  <a:lnTo>
                    <a:pt x="6547831" y="2608242"/>
                  </a:lnTo>
                  <a:lnTo>
                    <a:pt x="6548167" y="2609062"/>
                  </a:lnTo>
                  <a:lnTo>
                    <a:pt x="6548504" y="2610114"/>
                  </a:lnTo>
                  <a:lnTo>
                    <a:pt x="6548840" y="2610898"/>
                  </a:lnTo>
                  <a:lnTo>
                    <a:pt x="6549177" y="2611824"/>
                  </a:lnTo>
                  <a:lnTo>
                    <a:pt x="6549513" y="2612880"/>
                  </a:lnTo>
                  <a:lnTo>
                    <a:pt x="6549850" y="2613994"/>
                  </a:lnTo>
                  <a:lnTo>
                    <a:pt x="6550186" y="2615108"/>
                  </a:lnTo>
                  <a:lnTo>
                    <a:pt x="6550523" y="2615780"/>
                  </a:lnTo>
                  <a:lnTo>
                    <a:pt x="6550859" y="2616500"/>
                  </a:lnTo>
                  <a:lnTo>
                    <a:pt x="6551196" y="2617352"/>
                  </a:lnTo>
                  <a:lnTo>
                    <a:pt x="6551532" y="2618110"/>
                  </a:lnTo>
                  <a:lnTo>
                    <a:pt x="6551868" y="2618770"/>
                  </a:lnTo>
                  <a:lnTo>
                    <a:pt x="6552205" y="2619245"/>
                  </a:lnTo>
                  <a:lnTo>
                    <a:pt x="6552541" y="2619500"/>
                  </a:lnTo>
                  <a:lnTo>
                    <a:pt x="6552878" y="2619583"/>
                  </a:lnTo>
                  <a:lnTo>
                    <a:pt x="6553214" y="2619588"/>
                  </a:lnTo>
                  <a:lnTo>
                    <a:pt x="6553551" y="2619327"/>
                  </a:lnTo>
                  <a:lnTo>
                    <a:pt x="6553887" y="2619161"/>
                  </a:lnTo>
                  <a:lnTo>
                    <a:pt x="6554224" y="2618985"/>
                  </a:lnTo>
                  <a:lnTo>
                    <a:pt x="6554560" y="2618806"/>
                  </a:lnTo>
                  <a:lnTo>
                    <a:pt x="6554897" y="2618301"/>
                  </a:lnTo>
                  <a:lnTo>
                    <a:pt x="6555233" y="2617507"/>
                  </a:lnTo>
                  <a:lnTo>
                    <a:pt x="6555570" y="2616408"/>
                  </a:lnTo>
                  <a:lnTo>
                    <a:pt x="6555906" y="2615241"/>
                  </a:lnTo>
                  <a:lnTo>
                    <a:pt x="6556242" y="2613624"/>
                  </a:lnTo>
                  <a:lnTo>
                    <a:pt x="6556579" y="2611988"/>
                  </a:lnTo>
                  <a:lnTo>
                    <a:pt x="6556915" y="2610605"/>
                  </a:lnTo>
                  <a:lnTo>
                    <a:pt x="6557252" y="2609403"/>
                  </a:lnTo>
                  <a:lnTo>
                    <a:pt x="6557588" y="2608353"/>
                  </a:lnTo>
                  <a:lnTo>
                    <a:pt x="6557925" y="2607611"/>
                  </a:lnTo>
                  <a:lnTo>
                    <a:pt x="6558261" y="2606708"/>
                  </a:lnTo>
                  <a:lnTo>
                    <a:pt x="6558598" y="2605962"/>
                  </a:lnTo>
                  <a:lnTo>
                    <a:pt x="6558934" y="2604829"/>
                  </a:lnTo>
                  <a:lnTo>
                    <a:pt x="6559271" y="2603865"/>
                  </a:lnTo>
                  <a:lnTo>
                    <a:pt x="6559607" y="2602944"/>
                  </a:lnTo>
                  <a:lnTo>
                    <a:pt x="6559944" y="2601974"/>
                  </a:lnTo>
                  <a:lnTo>
                    <a:pt x="6560280" y="2601189"/>
                  </a:lnTo>
                  <a:lnTo>
                    <a:pt x="6560616" y="2600566"/>
                  </a:lnTo>
                  <a:lnTo>
                    <a:pt x="6560953" y="2600067"/>
                  </a:lnTo>
                  <a:lnTo>
                    <a:pt x="6561289" y="2599665"/>
                  </a:lnTo>
                  <a:lnTo>
                    <a:pt x="6561626" y="2599499"/>
                  </a:lnTo>
                  <a:lnTo>
                    <a:pt x="6561962" y="2598878"/>
                  </a:lnTo>
                  <a:lnTo>
                    <a:pt x="6562299" y="2598159"/>
                  </a:lnTo>
                  <a:lnTo>
                    <a:pt x="6562635" y="2597215"/>
                  </a:lnTo>
                  <a:lnTo>
                    <a:pt x="6562972" y="2595859"/>
                  </a:lnTo>
                  <a:lnTo>
                    <a:pt x="6563308" y="2594352"/>
                  </a:lnTo>
                  <a:lnTo>
                    <a:pt x="6563645" y="2593195"/>
                  </a:lnTo>
                  <a:lnTo>
                    <a:pt x="6563981" y="2592456"/>
                  </a:lnTo>
                  <a:lnTo>
                    <a:pt x="6564318" y="2591794"/>
                  </a:lnTo>
                  <a:lnTo>
                    <a:pt x="6564654" y="2591198"/>
                  </a:lnTo>
                  <a:lnTo>
                    <a:pt x="6564990" y="2590348"/>
                  </a:lnTo>
                  <a:lnTo>
                    <a:pt x="6565327" y="2589557"/>
                  </a:lnTo>
                  <a:lnTo>
                    <a:pt x="6565663" y="2589253"/>
                  </a:lnTo>
                  <a:lnTo>
                    <a:pt x="6566000" y="2588779"/>
                  </a:lnTo>
                  <a:lnTo>
                    <a:pt x="6566336" y="2588021"/>
                  </a:lnTo>
                  <a:lnTo>
                    <a:pt x="6566673" y="2586923"/>
                  </a:lnTo>
                  <a:lnTo>
                    <a:pt x="6567009" y="2586033"/>
                  </a:lnTo>
                  <a:lnTo>
                    <a:pt x="6567346" y="2585746"/>
                  </a:lnTo>
                  <a:lnTo>
                    <a:pt x="6567682" y="2585774"/>
                  </a:lnTo>
                  <a:lnTo>
                    <a:pt x="6568019" y="2586385"/>
                  </a:lnTo>
                  <a:lnTo>
                    <a:pt x="6568355" y="2587326"/>
                  </a:lnTo>
                  <a:lnTo>
                    <a:pt x="6568692" y="2588404"/>
                  </a:lnTo>
                  <a:lnTo>
                    <a:pt x="6569028" y="2589187"/>
                  </a:lnTo>
                  <a:lnTo>
                    <a:pt x="6569364" y="2589740"/>
                  </a:lnTo>
                  <a:lnTo>
                    <a:pt x="6569701" y="2590394"/>
                  </a:lnTo>
                  <a:lnTo>
                    <a:pt x="6570037" y="2591234"/>
                  </a:lnTo>
                  <a:lnTo>
                    <a:pt x="6570374" y="2591989"/>
                  </a:lnTo>
                  <a:lnTo>
                    <a:pt x="6570710" y="2593088"/>
                  </a:lnTo>
                  <a:lnTo>
                    <a:pt x="6571047" y="2594697"/>
                  </a:lnTo>
                  <a:lnTo>
                    <a:pt x="6571383" y="2595563"/>
                  </a:lnTo>
                  <a:lnTo>
                    <a:pt x="6571720" y="2596896"/>
                  </a:lnTo>
                  <a:lnTo>
                    <a:pt x="6572056" y="2598418"/>
                  </a:lnTo>
                  <a:lnTo>
                    <a:pt x="6572393" y="2599715"/>
                  </a:lnTo>
                  <a:lnTo>
                    <a:pt x="6572729" y="2600892"/>
                  </a:lnTo>
                  <a:lnTo>
                    <a:pt x="6573066" y="2601871"/>
                  </a:lnTo>
                  <a:lnTo>
                    <a:pt x="6573402" y="2602593"/>
                  </a:lnTo>
                  <a:lnTo>
                    <a:pt x="6573738" y="2603049"/>
                  </a:lnTo>
                  <a:lnTo>
                    <a:pt x="6574075" y="2603603"/>
                  </a:lnTo>
                  <a:lnTo>
                    <a:pt x="6574411" y="2604310"/>
                  </a:lnTo>
                  <a:lnTo>
                    <a:pt x="6574748" y="2605064"/>
                  </a:lnTo>
                  <a:lnTo>
                    <a:pt x="6575084" y="2605911"/>
                  </a:lnTo>
                  <a:lnTo>
                    <a:pt x="6575421" y="2606827"/>
                  </a:lnTo>
                  <a:lnTo>
                    <a:pt x="6575757" y="2607335"/>
                  </a:lnTo>
                  <a:lnTo>
                    <a:pt x="6576094" y="2607220"/>
                  </a:lnTo>
                  <a:lnTo>
                    <a:pt x="6576430" y="2606391"/>
                  </a:lnTo>
                  <a:lnTo>
                    <a:pt x="6576767" y="2605591"/>
                  </a:lnTo>
                  <a:lnTo>
                    <a:pt x="6577103" y="2604807"/>
                  </a:lnTo>
                  <a:lnTo>
                    <a:pt x="6577440" y="2604506"/>
                  </a:lnTo>
                  <a:lnTo>
                    <a:pt x="6577776" y="2603421"/>
                  </a:lnTo>
                  <a:lnTo>
                    <a:pt x="6578112" y="2601762"/>
                  </a:lnTo>
                  <a:lnTo>
                    <a:pt x="6578449" y="2600072"/>
                  </a:lnTo>
                  <a:lnTo>
                    <a:pt x="6578785" y="2598522"/>
                  </a:lnTo>
                  <a:lnTo>
                    <a:pt x="6579122" y="2596939"/>
                  </a:lnTo>
                  <a:lnTo>
                    <a:pt x="6579458" y="2595261"/>
                  </a:lnTo>
                  <a:lnTo>
                    <a:pt x="6579795" y="2593344"/>
                  </a:lnTo>
                  <a:lnTo>
                    <a:pt x="6580131" y="2591426"/>
                  </a:lnTo>
                  <a:lnTo>
                    <a:pt x="6580468" y="2589502"/>
                  </a:lnTo>
                  <a:lnTo>
                    <a:pt x="6580804" y="2587318"/>
                  </a:lnTo>
                  <a:lnTo>
                    <a:pt x="6581141" y="2584830"/>
                  </a:lnTo>
                  <a:lnTo>
                    <a:pt x="6581477" y="2582798"/>
                  </a:lnTo>
                  <a:lnTo>
                    <a:pt x="6581813" y="2580442"/>
                  </a:lnTo>
                  <a:lnTo>
                    <a:pt x="6582150" y="2577987"/>
                  </a:lnTo>
                  <a:lnTo>
                    <a:pt x="6582486" y="2575138"/>
                  </a:lnTo>
                  <a:lnTo>
                    <a:pt x="6582823" y="2571943"/>
                  </a:lnTo>
                  <a:lnTo>
                    <a:pt x="6583159" y="2568483"/>
                  </a:lnTo>
                  <a:lnTo>
                    <a:pt x="6583496" y="2566039"/>
                  </a:lnTo>
                  <a:lnTo>
                    <a:pt x="6583832" y="2563438"/>
                  </a:lnTo>
                  <a:lnTo>
                    <a:pt x="6584169" y="2560583"/>
                  </a:lnTo>
                  <a:lnTo>
                    <a:pt x="6584505" y="2557737"/>
                  </a:lnTo>
                  <a:lnTo>
                    <a:pt x="6584842" y="2554979"/>
                  </a:lnTo>
                  <a:lnTo>
                    <a:pt x="6585178" y="2552189"/>
                  </a:lnTo>
                  <a:lnTo>
                    <a:pt x="6585515" y="2549399"/>
                  </a:lnTo>
                  <a:lnTo>
                    <a:pt x="6585851" y="2546767"/>
                  </a:lnTo>
                  <a:lnTo>
                    <a:pt x="6586187" y="2544386"/>
                  </a:lnTo>
                  <a:lnTo>
                    <a:pt x="6586524" y="2542146"/>
                  </a:lnTo>
                  <a:lnTo>
                    <a:pt x="6586860" y="2540315"/>
                  </a:lnTo>
                  <a:lnTo>
                    <a:pt x="6587197" y="2538499"/>
                  </a:lnTo>
                  <a:lnTo>
                    <a:pt x="6587533" y="2536763"/>
                  </a:lnTo>
                  <a:lnTo>
                    <a:pt x="6587870" y="2535696"/>
                  </a:lnTo>
                  <a:lnTo>
                    <a:pt x="6588206" y="2534927"/>
                  </a:lnTo>
                  <a:lnTo>
                    <a:pt x="6588543" y="2534467"/>
                  </a:lnTo>
                  <a:lnTo>
                    <a:pt x="6588879" y="2534378"/>
                  </a:lnTo>
                  <a:lnTo>
                    <a:pt x="6589216" y="2534488"/>
                  </a:lnTo>
                  <a:lnTo>
                    <a:pt x="6589552" y="2534559"/>
                  </a:lnTo>
                  <a:lnTo>
                    <a:pt x="6589889" y="2534692"/>
                  </a:lnTo>
                  <a:lnTo>
                    <a:pt x="6590225" y="2534972"/>
                  </a:lnTo>
                  <a:lnTo>
                    <a:pt x="6590561" y="2535289"/>
                  </a:lnTo>
                  <a:lnTo>
                    <a:pt x="6590898" y="2535706"/>
                  </a:lnTo>
                  <a:lnTo>
                    <a:pt x="6591234" y="2536123"/>
                  </a:lnTo>
                  <a:lnTo>
                    <a:pt x="6591571" y="2536540"/>
                  </a:lnTo>
                  <a:lnTo>
                    <a:pt x="6591907" y="2536867"/>
                  </a:lnTo>
                  <a:lnTo>
                    <a:pt x="6592244" y="2537169"/>
                  </a:lnTo>
                  <a:lnTo>
                    <a:pt x="6592580" y="2537246"/>
                  </a:lnTo>
                  <a:lnTo>
                    <a:pt x="6592917" y="2537097"/>
                  </a:lnTo>
                  <a:lnTo>
                    <a:pt x="6593253" y="2536781"/>
                  </a:lnTo>
                  <a:lnTo>
                    <a:pt x="6593590" y="2536372"/>
                  </a:lnTo>
                  <a:lnTo>
                    <a:pt x="6593926" y="2535912"/>
                  </a:lnTo>
                  <a:lnTo>
                    <a:pt x="6594263" y="2535453"/>
                  </a:lnTo>
                  <a:lnTo>
                    <a:pt x="6594599" y="2534993"/>
                  </a:lnTo>
                  <a:lnTo>
                    <a:pt x="6594935" y="2534489"/>
                  </a:lnTo>
                  <a:lnTo>
                    <a:pt x="6595272" y="2533957"/>
                  </a:lnTo>
                  <a:lnTo>
                    <a:pt x="6595608" y="2532951"/>
                  </a:lnTo>
                  <a:lnTo>
                    <a:pt x="6595945" y="2531945"/>
                  </a:lnTo>
                  <a:lnTo>
                    <a:pt x="6596281" y="2530939"/>
                  </a:lnTo>
                  <a:lnTo>
                    <a:pt x="6596618" y="2529833"/>
                  </a:lnTo>
                  <a:lnTo>
                    <a:pt x="6596954" y="2528590"/>
                  </a:lnTo>
                  <a:lnTo>
                    <a:pt x="6597291" y="2527175"/>
                  </a:lnTo>
                  <a:lnTo>
                    <a:pt x="6597627" y="2525867"/>
                  </a:lnTo>
                  <a:lnTo>
                    <a:pt x="6597964" y="2524732"/>
                  </a:lnTo>
                  <a:lnTo>
                    <a:pt x="6598300" y="2523633"/>
                  </a:lnTo>
                  <a:lnTo>
                    <a:pt x="6598637" y="2522246"/>
                  </a:lnTo>
                  <a:lnTo>
                    <a:pt x="6598973" y="2520392"/>
                  </a:lnTo>
                  <a:lnTo>
                    <a:pt x="6599309" y="2518309"/>
                  </a:lnTo>
                  <a:lnTo>
                    <a:pt x="6599646" y="2516214"/>
                  </a:lnTo>
                  <a:lnTo>
                    <a:pt x="6599982" y="2513919"/>
                  </a:lnTo>
                  <a:lnTo>
                    <a:pt x="6600319" y="2511595"/>
                  </a:lnTo>
                  <a:lnTo>
                    <a:pt x="6600655" y="2509113"/>
                  </a:lnTo>
                  <a:lnTo>
                    <a:pt x="6600992" y="2506554"/>
                  </a:lnTo>
                  <a:lnTo>
                    <a:pt x="6601328" y="2503903"/>
                  </a:lnTo>
                  <a:lnTo>
                    <a:pt x="6601665" y="2501414"/>
                  </a:lnTo>
                  <a:lnTo>
                    <a:pt x="6602001" y="2499427"/>
                  </a:lnTo>
                  <a:lnTo>
                    <a:pt x="6602338" y="2497749"/>
                  </a:lnTo>
                  <a:lnTo>
                    <a:pt x="6602674" y="2496339"/>
                  </a:lnTo>
                  <a:lnTo>
                    <a:pt x="6603011" y="2495066"/>
                  </a:lnTo>
                  <a:lnTo>
                    <a:pt x="6603347" y="2494055"/>
                  </a:lnTo>
                  <a:lnTo>
                    <a:pt x="6603683" y="2493508"/>
                  </a:lnTo>
                  <a:lnTo>
                    <a:pt x="6604020" y="2493325"/>
                  </a:lnTo>
                  <a:lnTo>
                    <a:pt x="6604356" y="2493436"/>
                  </a:lnTo>
                  <a:lnTo>
                    <a:pt x="6604693" y="2493853"/>
                  </a:lnTo>
                  <a:lnTo>
                    <a:pt x="6605029" y="2495347"/>
                  </a:lnTo>
                  <a:lnTo>
                    <a:pt x="6605366" y="2497237"/>
                  </a:lnTo>
                  <a:lnTo>
                    <a:pt x="6605702" y="2498789"/>
                  </a:lnTo>
                  <a:lnTo>
                    <a:pt x="6606039" y="2500800"/>
                  </a:lnTo>
                  <a:lnTo>
                    <a:pt x="6606375" y="2503062"/>
                  </a:lnTo>
                  <a:lnTo>
                    <a:pt x="6606712" y="2505045"/>
                  </a:lnTo>
                  <a:lnTo>
                    <a:pt x="6607048" y="2506620"/>
                  </a:lnTo>
                  <a:lnTo>
                    <a:pt x="6607385" y="2508022"/>
                  </a:lnTo>
                  <a:lnTo>
                    <a:pt x="6607721" y="2509344"/>
                  </a:lnTo>
                  <a:lnTo>
                    <a:pt x="6608057" y="2510575"/>
                  </a:lnTo>
                  <a:lnTo>
                    <a:pt x="6608394" y="2511293"/>
                  </a:lnTo>
                  <a:lnTo>
                    <a:pt x="6608730" y="2511752"/>
                  </a:lnTo>
                  <a:lnTo>
                    <a:pt x="6609067" y="2511926"/>
                  </a:lnTo>
                  <a:lnTo>
                    <a:pt x="6609403" y="2512037"/>
                  </a:lnTo>
                  <a:lnTo>
                    <a:pt x="6609740" y="2511859"/>
                  </a:lnTo>
                  <a:lnTo>
                    <a:pt x="6610076" y="2511468"/>
                  </a:lnTo>
                  <a:lnTo>
                    <a:pt x="6610413" y="2511014"/>
                  </a:lnTo>
                  <a:lnTo>
                    <a:pt x="6610749" y="2510440"/>
                  </a:lnTo>
                  <a:lnTo>
                    <a:pt x="6611086" y="2509760"/>
                  </a:lnTo>
                  <a:lnTo>
                    <a:pt x="6611422" y="2509137"/>
                  </a:lnTo>
                  <a:lnTo>
                    <a:pt x="6611759" y="2508766"/>
                  </a:lnTo>
                  <a:lnTo>
                    <a:pt x="6612095" y="2508603"/>
                  </a:lnTo>
                  <a:lnTo>
                    <a:pt x="6612431" y="2508646"/>
                  </a:lnTo>
                  <a:lnTo>
                    <a:pt x="6612768" y="2508586"/>
                  </a:lnTo>
                  <a:lnTo>
                    <a:pt x="6613104" y="2508421"/>
                  </a:lnTo>
                  <a:lnTo>
                    <a:pt x="6613441" y="2508071"/>
                  </a:lnTo>
                  <a:lnTo>
                    <a:pt x="6613777" y="2507403"/>
                  </a:lnTo>
                  <a:lnTo>
                    <a:pt x="6614114" y="2507477"/>
                  </a:lnTo>
                  <a:lnTo>
                    <a:pt x="6614450" y="2507587"/>
                  </a:lnTo>
                  <a:lnTo>
                    <a:pt x="6614787" y="2507734"/>
                  </a:lnTo>
                  <a:lnTo>
                    <a:pt x="6615123" y="2507445"/>
                  </a:lnTo>
                  <a:lnTo>
                    <a:pt x="6615460" y="2506647"/>
                  </a:lnTo>
                  <a:lnTo>
                    <a:pt x="6615796" y="2505486"/>
                  </a:lnTo>
                  <a:lnTo>
                    <a:pt x="6616132" y="2504423"/>
                  </a:lnTo>
                  <a:lnTo>
                    <a:pt x="6616469" y="2503338"/>
                  </a:lnTo>
                  <a:lnTo>
                    <a:pt x="6616805" y="2502038"/>
                  </a:lnTo>
                  <a:lnTo>
                    <a:pt x="6617142" y="2500544"/>
                  </a:lnTo>
                  <a:lnTo>
                    <a:pt x="6617478" y="2498819"/>
                  </a:lnTo>
                  <a:lnTo>
                    <a:pt x="6617815" y="2497066"/>
                  </a:lnTo>
                  <a:lnTo>
                    <a:pt x="6618151" y="2494911"/>
                  </a:lnTo>
                  <a:lnTo>
                    <a:pt x="6618488" y="2491736"/>
                  </a:lnTo>
                  <a:lnTo>
                    <a:pt x="6618824" y="2487712"/>
                  </a:lnTo>
                  <a:lnTo>
                    <a:pt x="6619161" y="2483078"/>
                  </a:lnTo>
                  <a:lnTo>
                    <a:pt x="6619497" y="2478236"/>
                  </a:lnTo>
                  <a:lnTo>
                    <a:pt x="6619834" y="2473523"/>
                  </a:lnTo>
                  <a:lnTo>
                    <a:pt x="6620170" y="2468990"/>
                  </a:lnTo>
                  <a:lnTo>
                    <a:pt x="6620506" y="2464306"/>
                  </a:lnTo>
                  <a:lnTo>
                    <a:pt x="6620843" y="2459737"/>
                  </a:lnTo>
                  <a:lnTo>
                    <a:pt x="6621179" y="2455225"/>
                  </a:lnTo>
                  <a:lnTo>
                    <a:pt x="6621516" y="2451029"/>
                  </a:lnTo>
                  <a:lnTo>
                    <a:pt x="6621852" y="2446697"/>
                  </a:lnTo>
                  <a:lnTo>
                    <a:pt x="6622189" y="2442573"/>
                  </a:lnTo>
                  <a:lnTo>
                    <a:pt x="6622525" y="2438414"/>
                  </a:lnTo>
                  <a:lnTo>
                    <a:pt x="6622862" y="2434613"/>
                  </a:lnTo>
                  <a:lnTo>
                    <a:pt x="6623198" y="2431524"/>
                  </a:lnTo>
                  <a:lnTo>
                    <a:pt x="6623535" y="2429139"/>
                  </a:lnTo>
                  <a:lnTo>
                    <a:pt x="6623871" y="2427551"/>
                  </a:lnTo>
                  <a:lnTo>
                    <a:pt x="6624208" y="2426617"/>
                  </a:lnTo>
                  <a:lnTo>
                    <a:pt x="6624544" y="2425913"/>
                  </a:lnTo>
                  <a:lnTo>
                    <a:pt x="6624880" y="2425238"/>
                  </a:lnTo>
                  <a:lnTo>
                    <a:pt x="6625217" y="2424605"/>
                  </a:lnTo>
                  <a:lnTo>
                    <a:pt x="6625553" y="2423822"/>
                  </a:lnTo>
                  <a:lnTo>
                    <a:pt x="6625890" y="2423032"/>
                  </a:lnTo>
                  <a:lnTo>
                    <a:pt x="6626226" y="2423361"/>
                  </a:lnTo>
                  <a:lnTo>
                    <a:pt x="6626563" y="2423672"/>
                  </a:lnTo>
                  <a:lnTo>
                    <a:pt x="6626899" y="2424195"/>
                  </a:lnTo>
                  <a:lnTo>
                    <a:pt x="6627236" y="2425333"/>
                  </a:lnTo>
                  <a:lnTo>
                    <a:pt x="6627572" y="2426538"/>
                  </a:lnTo>
                  <a:lnTo>
                    <a:pt x="6627909" y="2427535"/>
                  </a:lnTo>
                  <a:lnTo>
                    <a:pt x="6628245" y="2428397"/>
                  </a:lnTo>
                  <a:lnTo>
                    <a:pt x="6628582" y="2429122"/>
                  </a:lnTo>
                  <a:lnTo>
                    <a:pt x="6628918" y="2429470"/>
                  </a:lnTo>
                  <a:lnTo>
                    <a:pt x="6629254" y="2429931"/>
                  </a:lnTo>
                  <a:lnTo>
                    <a:pt x="6629591" y="2430309"/>
                  </a:lnTo>
                  <a:lnTo>
                    <a:pt x="6629927" y="2430644"/>
                  </a:lnTo>
                  <a:lnTo>
                    <a:pt x="6630264" y="2430996"/>
                  </a:lnTo>
                  <a:lnTo>
                    <a:pt x="6630600" y="2431645"/>
                  </a:lnTo>
                  <a:lnTo>
                    <a:pt x="6630937" y="2432188"/>
                  </a:lnTo>
                  <a:lnTo>
                    <a:pt x="6631273" y="2432441"/>
                  </a:lnTo>
                  <a:lnTo>
                    <a:pt x="6631610" y="2431630"/>
                  </a:lnTo>
                  <a:lnTo>
                    <a:pt x="6631946" y="2430608"/>
                  </a:lnTo>
                  <a:lnTo>
                    <a:pt x="6632283" y="2428560"/>
                  </a:lnTo>
                  <a:lnTo>
                    <a:pt x="6632619" y="2426110"/>
                  </a:lnTo>
                  <a:lnTo>
                    <a:pt x="6632956" y="2423078"/>
                  </a:lnTo>
                  <a:lnTo>
                    <a:pt x="6633292" y="2419946"/>
                  </a:lnTo>
                  <a:lnTo>
                    <a:pt x="6633628" y="2417180"/>
                  </a:lnTo>
                  <a:lnTo>
                    <a:pt x="6633965" y="2415104"/>
                  </a:lnTo>
                  <a:lnTo>
                    <a:pt x="6634301" y="2413315"/>
                  </a:lnTo>
                  <a:lnTo>
                    <a:pt x="6634638" y="2411641"/>
                  </a:lnTo>
                  <a:lnTo>
                    <a:pt x="6634974" y="2409902"/>
                  </a:lnTo>
                  <a:lnTo>
                    <a:pt x="6635311" y="2408250"/>
                  </a:lnTo>
                  <a:lnTo>
                    <a:pt x="6635647" y="2406749"/>
                  </a:lnTo>
                  <a:lnTo>
                    <a:pt x="6635984" y="2405283"/>
                  </a:lnTo>
                  <a:lnTo>
                    <a:pt x="6636320" y="2403868"/>
                  </a:lnTo>
                  <a:lnTo>
                    <a:pt x="6636657" y="2402754"/>
                  </a:lnTo>
                  <a:lnTo>
                    <a:pt x="6636993" y="2401547"/>
                  </a:lnTo>
                  <a:lnTo>
                    <a:pt x="6637330" y="2400647"/>
                  </a:lnTo>
                  <a:lnTo>
                    <a:pt x="6637666" y="2399932"/>
                  </a:lnTo>
                  <a:lnTo>
                    <a:pt x="6638002" y="2399427"/>
                  </a:lnTo>
                  <a:lnTo>
                    <a:pt x="6638339" y="2398837"/>
                  </a:lnTo>
                  <a:lnTo>
                    <a:pt x="6638675" y="2398008"/>
                  </a:lnTo>
                  <a:lnTo>
                    <a:pt x="6639012" y="2396857"/>
                  </a:lnTo>
                  <a:lnTo>
                    <a:pt x="6639348" y="2395347"/>
                  </a:lnTo>
                  <a:lnTo>
                    <a:pt x="6639685" y="2393449"/>
                  </a:lnTo>
                  <a:lnTo>
                    <a:pt x="6640021" y="2391504"/>
                  </a:lnTo>
                  <a:lnTo>
                    <a:pt x="6640358" y="2389350"/>
                  </a:lnTo>
                  <a:lnTo>
                    <a:pt x="6640694" y="2387179"/>
                  </a:lnTo>
                  <a:lnTo>
                    <a:pt x="6641031" y="2385229"/>
                  </a:lnTo>
                  <a:lnTo>
                    <a:pt x="6641367" y="2383138"/>
                  </a:lnTo>
                  <a:lnTo>
                    <a:pt x="6641704" y="2380907"/>
                  </a:lnTo>
                  <a:lnTo>
                    <a:pt x="6642040" y="2378676"/>
                  </a:lnTo>
                  <a:lnTo>
                    <a:pt x="6642376" y="2376480"/>
                  </a:lnTo>
                  <a:lnTo>
                    <a:pt x="6642713" y="2374216"/>
                  </a:lnTo>
                  <a:lnTo>
                    <a:pt x="6643049" y="2371966"/>
                  </a:lnTo>
                  <a:lnTo>
                    <a:pt x="6643386" y="2369360"/>
                  </a:lnTo>
                  <a:lnTo>
                    <a:pt x="6643722" y="2367297"/>
                  </a:lnTo>
                  <a:lnTo>
                    <a:pt x="6644059" y="2365087"/>
                  </a:lnTo>
                  <a:lnTo>
                    <a:pt x="6644395" y="2362542"/>
                  </a:lnTo>
                  <a:lnTo>
                    <a:pt x="6644732" y="2359956"/>
                  </a:lnTo>
                  <a:lnTo>
                    <a:pt x="6645068" y="2358592"/>
                  </a:lnTo>
                  <a:lnTo>
                    <a:pt x="6645405" y="2357326"/>
                  </a:lnTo>
                  <a:lnTo>
                    <a:pt x="6645741" y="2355951"/>
                  </a:lnTo>
                  <a:lnTo>
                    <a:pt x="6646078" y="2355021"/>
                  </a:lnTo>
                  <a:lnTo>
                    <a:pt x="6646414" y="2354260"/>
                  </a:lnTo>
                  <a:lnTo>
                    <a:pt x="6646750" y="2353667"/>
                  </a:lnTo>
                  <a:lnTo>
                    <a:pt x="6647087" y="2353135"/>
                  </a:lnTo>
                  <a:lnTo>
                    <a:pt x="6647423" y="2352266"/>
                  </a:lnTo>
                  <a:lnTo>
                    <a:pt x="6647760" y="2350996"/>
                  </a:lnTo>
                  <a:lnTo>
                    <a:pt x="6648096" y="2350140"/>
                  </a:lnTo>
                  <a:lnTo>
                    <a:pt x="6648433" y="2349295"/>
                  </a:lnTo>
                  <a:lnTo>
                    <a:pt x="6648769" y="2347895"/>
                  </a:lnTo>
                  <a:lnTo>
                    <a:pt x="6649106" y="2347195"/>
                  </a:lnTo>
                  <a:lnTo>
                    <a:pt x="6649442" y="2346752"/>
                  </a:lnTo>
                  <a:lnTo>
                    <a:pt x="6649779" y="2346365"/>
                  </a:lnTo>
                  <a:lnTo>
                    <a:pt x="6650115" y="2346515"/>
                  </a:lnTo>
                  <a:lnTo>
                    <a:pt x="6650451" y="2346764"/>
                  </a:lnTo>
                  <a:lnTo>
                    <a:pt x="6650788" y="2345504"/>
                  </a:lnTo>
                  <a:lnTo>
                    <a:pt x="6651124" y="2344221"/>
                  </a:lnTo>
                  <a:lnTo>
                    <a:pt x="6651461" y="2343161"/>
                  </a:lnTo>
                  <a:lnTo>
                    <a:pt x="6651797" y="2342091"/>
                  </a:lnTo>
                  <a:lnTo>
                    <a:pt x="6652134" y="2341169"/>
                  </a:lnTo>
                  <a:lnTo>
                    <a:pt x="6652470" y="2340461"/>
                  </a:lnTo>
                  <a:lnTo>
                    <a:pt x="6652807" y="2339536"/>
                  </a:lnTo>
                  <a:lnTo>
                    <a:pt x="6653143" y="2338522"/>
                  </a:lnTo>
                  <a:lnTo>
                    <a:pt x="6653480" y="2337482"/>
                  </a:lnTo>
                  <a:lnTo>
                    <a:pt x="6653816" y="2336322"/>
                  </a:lnTo>
                  <a:lnTo>
                    <a:pt x="6654153" y="2335318"/>
                  </a:lnTo>
                  <a:lnTo>
                    <a:pt x="6654489" y="2333659"/>
                  </a:lnTo>
                  <a:lnTo>
                    <a:pt x="6654825" y="2332062"/>
                  </a:lnTo>
                  <a:lnTo>
                    <a:pt x="6655162" y="2330257"/>
                  </a:lnTo>
                  <a:lnTo>
                    <a:pt x="6655498" y="2328662"/>
                  </a:lnTo>
                  <a:lnTo>
                    <a:pt x="6655835" y="2327261"/>
                  </a:lnTo>
                  <a:lnTo>
                    <a:pt x="6656171" y="2325892"/>
                  </a:lnTo>
                  <a:lnTo>
                    <a:pt x="6656508" y="2324372"/>
                  </a:lnTo>
                  <a:lnTo>
                    <a:pt x="6656844" y="2322926"/>
                  </a:lnTo>
                  <a:lnTo>
                    <a:pt x="6657181" y="2321438"/>
                  </a:lnTo>
                  <a:lnTo>
                    <a:pt x="6657517" y="2320245"/>
                  </a:lnTo>
                  <a:lnTo>
                    <a:pt x="6657854" y="2319384"/>
                  </a:lnTo>
                  <a:lnTo>
                    <a:pt x="6658190" y="2318510"/>
                  </a:lnTo>
                  <a:lnTo>
                    <a:pt x="6658527" y="2317937"/>
                  </a:lnTo>
                  <a:lnTo>
                    <a:pt x="6658863" y="2317484"/>
                  </a:lnTo>
                  <a:lnTo>
                    <a:pt x="6659199" y="2317156"/>
                  </a:lnTo>
                  <a:lnTo>
                    <a:pt x="6659536" y="2316855"/>
                  </a:lnTo>
                  <a:lnTo>
                    <a:pt x="6659872" y="2316785"/>
                  </a:lnTo>
                  <a:lnTo>
                    <a:pt x="6660209" y="2317070"/>
                  </a:lnTo>
                  <a:lnTo>
                    <a:pt x="6660545" y="2317501"/>
                  </a:lnTo>
                  <a:lnTo>
                    <a:pt x="6660882" y="2317961"/>
                  </a:lnTo>
                  <a:lnTo>
                    <a:pt x="6661218" y="2318420"/>
                  </a:lnTo>
                  <a:lnTo>
                    <a:pt x="6661555" y="2318880"/>
                  </a:lnTo>
                  <a:lnTo>
                    <a:pt x="6661891" y="2319339"/>
                  </a:lnTo>
                  <a:lnTo>
                    <a:pt x="6662228" y="2319815"/>
                  </a:lnTo>
                  <a:lnTo>
                    <a:pt x="6662564" y="2320334"/>
                  </a:lnTo>
                  <a:lnTo>
                    <a:pt x="6662901" y="2321255"/>
                  </a:lnTo>
                  <a:lnTo>
                    <a:pt x="6663237" y="2322065"/>
                  </a:lnTo>
                  <a:lnTo>
                    <a:pt x="6663573" y="2322730"/>
                  </a:lnTo>
                  <a:lnTo>
                    <a:pt x="6663910" y="2323369"/>
                  </a:lnTo>
                  <a:lnTo>
                    <a:pt x="6664246" y="2323883"/>
                  </a:lnTo>
                  <a:lnTo>
                    <a:pt x="6664583" y="2324485"/>
                  </a:lnTo>
                  <a:lnTo>
                    <a:pt x="6664919" y="2324980"/>
                  </a:lnTo>
                  <a:lnTo>
                    <a:pt x="6665256" y="2325146"/>
                  </a:lnTo>
                  <a:lnTo>
                    <a:pt x="6665592" y="2325223"/>
                  </a:lnTo>
                  <a:lnTo>
                    <a:pt x="6665929" y="2325617"/>
                  </a:lnTo>
                  <a:lnTo>
                    <a:pt x="6666265" y="2326061"/>
                  </a:lnTo>
                  <a:lnTo>
                    <a:pt x="6666602" y="2326617"/>
                  </a:lnTo>
                  <a:lnTo>
                    <a:pt x="6666938" y="2327083"/>
                  </a:lnTo>
                  <a:lnTo>
                    <a:pt x="6667275" y="2327646"/>
                  </a:lnTo>
                  <a:lnTo>
                    <a:pt x="6667611" y="2327998"/>
                  </a:lnTo>
                  <a:lnTo>
                    <a:pt x="6667947" y="2328010"/>
                  </a:lnTo>
                  <a:lnTo>
                    <a:pt x="6668284" y="2327378"/>
                  </a:lnTo>
                  <a:lnTo>
                    <a:pt x="6668620" y="2327098"/>
                  </a:lnTo>
                  <a:lnTo>
                    <a:pt x="6668957" y="2326990"/>
                  </a:lnTo>
                  <a:lnTo>
                    <a:pt x="6669293" y="2327725"/>
                  </a:lnTo>
                  <a:lnTo>
                    <a:pt x="6669630" y="2328251"/>
                  </a:lnTo>
                  <a:lnTo>
                    <a:pt x="6669966" y="2328386"/>
                  </a:lnTo>
                  <a:lnTo>
                    <a:pt x="6670303" y="2328199"/>
                  </a:lnTo>
                  <a:lnTo>
                    <a:pt x="6670639" y="2327624"/>
                  </a:lnTo>
                  <a:lnTo>
                    <a:pt x="6670976" y="2326461"/>
                  </a:lnTo>
                  <a:lnTo>
                    <a:pt x="6671312" y="2325069"/>
                  </a:lnTo>
                  <a:lnTo>
                    <a:pt x="6671649" y="2323471"/>
                  </a:lnTo>
                  <a:lnTo>
                    <a:pt x="6671985" y="2321848"/>
                  </a:lnTo>
                  <a:lnTo>
                    <a:pt x="6672321" y="2319992"/>
                  </a:lnTo>
                  <a:lnTo>
                    <a:pt x="6672658" y="2318364"/>
                  </a:lnTo>
                  <a:lnTo>
                    <a:pt x="6672994" y="2316798"/>
                  </a:lnTo>
                  <a:lnTo>
                    <a:pt x="6673331" y="2314255"/>
                  </a:lnTo>
                  <a:lnTo>
                    <a:pt x="6673667" y="2311396"/>
                  </a:lnTo>
                  <a:lnTo>
                    <a:pt x="6674004" y="2308591"/>
                  </a:lnTo>
                  <a:lnTo>
                    <a:pt x="6674340" y="2306060"/>
                  </a:lnTo>
                  <a:lnTo>
                    <a:pt x="6674677" y="2303715"/>
                  </a:lnTo>
                  <a:lnTo>
                    <a:pt x="6675013" y="2301452"/>
                  </a:lnTo>
                  <a:lnTo>
                    <a:pt x="6675350" y="2298758"/>
                  </a:lnTo>
                  <a:lnTo>
                    <a:pt x="6675686" y="2296561"/>
                  </a:lnTo>
                  <a:lnTo>
                    <a:pt x="6676023" y="2294910"/>
                  </a:lnTo>
                  <a:lnTo>
                    <a:pt x="6676359" y="2293791"/>
                  </a:lnTo>
                  <a:lnTo>
                    <a:pt x="6676695" y="2292943"/>
                  </a:lnTo>
                  <a:lnTo>
                    <a:pt x="6677032" y="2292425"/>
                  </a:lnTo>
                  <a:lnTo>
                    <a:pt x="6677368" y="2292123"/>
                  </a:lnTo>
                  <a:lnTo>
                    <a:pt x="6677705" y="2291792"/>
                  </a:lnTo>
                  <a:lnTo>
                    <a:pt x="6678041" y="2291447"/>
                  </a:lnTo>
                  <a:lnTo>
                    <a:pt x="6678378" y="2291556"/>
                  </a:lnTo>
                  <a:lnTo>
                    <a:pt x="6678714" y="2291908"/>
                  </a:lnTo>
                  <a:lnTo>
                    <a:pt x="6679051" y="2292327"/>
                  </a:lnTo>
                  <a:lnTo>
                    <a:pt x="6679387" y="2292624"/>
                  </a:lnTo>
                  <a:lnTo>
                    <a:pt x="6679724" y="2292868"/>
                  </a:lnTo>
                  <a:lnTo>
                    <a:pt x="6680060" y="2293340"/>
                  </a:lnTo>
                  <a:lnTo>
                    <a:pt x="6680397" y="2293911"/>
                  </a:lnTo>
                  <a:lnTo>
                    <a:pt x="6680733" y="2294522"/>
                  </a:lnTo>
                  <a:lnTo>
                    <a:pt x="6681069" y="2295420"/>
                  </a:lnTo>
                  <a:lnTo>
                    <a:pt x="6681406" y="2295851"/>
                  </a:lnTo>
                  <a:lnTo>
                    <a:pt x="6681742" y="2296030"/>
                  </a:lnTo>
                  <a:lnTo>
                    <a:pt x="6682079" y="2296030"/>
                  </a:lnTo>
                  <a:lnTo>
                    <a:pt x="6682415" y="2296253"/>
                  </a:lnTo>
                  <a:lnTo>
                    <a:pt x="6682752" y="2296950"/>
                  </a:lnTo>
                  <a:lnTo>
                    <a:pt x="6683088" y="2298150"/>
                  </a:lnTo>
                  <a:lnTo>
                    <a:pt x="6683425" y="2299709"/>
                  </a:lnTo>
                  <a:lnTo>
                    <a:pt x="6683761" y="2301160"/>
                  </a:lnTo>
                  <a:lnTo>
                    <a:pt x="6684098" y="2302396"/>
                  </a:lnTo>
                  <a:lnTo>
                    <a:pt x="6684434" y="2303552"/>
                  </a:lnTo>
                  <a:lnTo>
                    <a:pt x="6684770" y="2304558"/>
                  </a:lnTo>
                  <a:lnTo>
                    <a:pt x="6685107" y="2305629"/>
                  </a:lnTo>
                  <a:lnTo>
                    <a:pt x="6685443" y="2306836"/>
                  </a:lnTo>
                  <a:lnTo>
                    <a:pt x="6685780" y="2308862"/>
                  </a:lnTo>
                  <a:lnTo>
                    <a:pt x="6686116" y="2311979"/>
                  </a:lnTo>
                  <a:lnTo>
                    <a:pt x="6686453" y="2315766"/>
                  </a:lnTo>
                  <a:lnTo>
                    <a:pt x="6686789" y="2319516"/>
                  </a:lnTo>
                  <a:lnTo>
                    <a:pt x="6687126" y="2323051"/>
                  </a:lnTo>
                  <a:lnTo>
                    <a:pt x="6687462" y="2326470"/>
                  </a:lnTo>
                  <a:lnTo>
                    <a:pt x="6687799" y="2330026"/>
                  </a:lnTo>
                  <a:lnTo>
                    <a:pt x="6688135" y="2333331"/>
                  </a:lnTo>
                  <a:lnTo>
                    <a:pt x="6688472" y="2336277"/>
                  </a:lnTo>
                  <a:lnTo>
                    <a:pt x="6688808" y="2339251"/>
                  </a:lnTo>
                  <a:lnTo>
                    <a:pt x="6689144" y="2342204"/>
                  </a:lnTo>
                  <a:lnTo>
                    <a:pt x="6689481" y="2345236"/>
                  </a:lnTo>
                  <a:lnTo>
                    <a:pt x="6689817" y="2348698"/>
                  </a:lnTo>
                  <a:lnTo>
                    <a:pt x="6690154" y="2351314"/>
                  </a:lnTo>
                  <a:lnTo>
                    <a:pt x="6690490" y="2353426"/>
                  </a:lnTo>
                  <a:lnTo>
                    <a:pt x="6690827" y="2355164"/>
                  </a:lnTo>
                  <a:lnTo>
                    <a:pt x="6691163" y="2356141"/>
                  </a:lnTo>
                  <a:lnTo>
                    <a:pt x="6691500" y="2356558"/>
                  </a:lnTo>
                  <a:lnTo>
                    <a:pt x="6691836" y="2357176"/>
                  </a:lnTo>
                  <a:lnTo>
                    <a:pt x="6692173" y="2358024"/>
                  </a:lnTo>
                  <a:lnTo>
                    <a:pt x="6692509" y="2358943"/>
                  </a:lnTo>
                  <a:lnTo>
                    <a:pt x="6692846" y="2359949"/>
                  </a:lnTo>
                  <a:lnTo>
                    <a:pt x="6693182" y="2360718"/>
                  </a:lnTo>
                  <a:lnTo>
                    <a:pt x="6693518" y="2360705"/>
                  </a:lnTo>
                  <a:lnTo>
                    <a:pt x="6693855" y="2360545"/>
                  </a:lnTo>
                  <a:lnTo>
                    <a:pt x="6694191" y="2360446"/>
                  </a:lnTo>
                  <a:lnTo>
                    <a:pt x="6694528" y="2359797"/>
                  </a:lnTo>
                  <a:lnTo>
                    <a:pt x="6694864" y="2359030"/>
                  </a:lnTo>
                  <a:lnTo>
                    <a:pt x="6695201" y="2359039"/>
                  </a:lnTo>
                  <a:lnTo>
                    <a:pt x="6695537" y="2359847"/>
                  </a:lnTo>
                  <a:lnTo>
                    <a:pt x="6695874" y="2360800"/>
                  </a:lnTo>
                  <a:lnTo>
                    <a:pt x="6696210" y="2361900"/>
                  </a:lnTo>
                  <a:lnTo>
                    <a:pt x="6696547" y="2362891"/>
                  </a:lnTo>
                  <a:lnTo>
                    <a:pt x="6696883" y="2363777"/>
                  </a:lnTo>
                  <a:lnTo>
                    <a:pt x="6697220" y="2364681"/>
                  </a:lnTo>
                  <a:lnTo>
                    <a:pt x="6697556" y="2365695"/>
                  </a:lnTo>
                  <a:lnTo>
                    <a:pt x="6697892" y="2366544"/>
                  </a:lnTo>
                  <a:lnTo>
                    <a:pt x="6698229" y="2367773"/>
                  </a:lnTo>
                  <a:lnTo>
                    <a:pt x="6698565" y="2369179"/>
                  </a:lnTo>
                  <a:lnTo>
                    <a:pt x="6698902" y="2371461"/>
                  </a:lnTo>
                  <a:lnTo>
                    <a:pt x="6699238" y="2373910"/>
                  </a:lnTo>
                  <a:lnTo>
                    <a:pt x="6699575" y="2377614"/>
                  </a:lnTo>
                  <a:lnTo>
                    <a:pt x="6699911" y="2381692"/>
                  </a:lnTo>
                  <a:lnTo>
                    <a:pt x="6700248" y="2386179"/>
                  </a:lnTo>
                  <a:lnTo>
                    <a:pt x="6700584" y="2390659"/>
                  </a:lnTo>
                  <a:lnTo>
                    <a:pt x="6700921" y="2394568"/>
                  </a:lnTo>
                  <a:lnTo>
                    <a:pt x="6701257" y="2397168"/>
                  </a:lnTo>
                  <a:lnTo>
                    <a:pt x="6701594" y="2399546"/>
                  </a:lnTo>
                  <a:lnTo>
                    <a:pt x="6701930" y="2402011"/>
                  </a:lnTo>
                  <a:lnTo>
                    <a:pt x="6702266" y="2404460"/>
                  </a:lnTo>
                  <a:lnTo>
                    <a:pt x="6702603" y="2406494"/>
                  </a:lnTo>
                  <a:lnTo>
                    <a:pt x="6702939" y="2408340"/>
                  </a:lnTo>
                  <a:lnTo>
                    <a:pt x="6703276" y="2409949"/>
                  </a:lnTo>
                  <a:lnTo>
                    <a:pt x="6703612" y="2411544"/>
                  </a:lnTo>
                  <a:lnTo>
                    <a:pt x="6703949" y="2413010"/>
                  </a:lnTo>
                  <a:lnTo>
                    <a:pt x="6704285" y="2414482"/>
                  </a:lnTo>
                  <a:lnTo>
                    <a:pt x="6704622" y="2415231"/>
                  </a:lnTo>
                  <a:lnTo>
                    <a:pt x="6704958" y="2415659"/>
                  </a:lnTo>
                  <a:lnTo>
                    <a:pt x="6705295" y="2415956"/>
                  </a:lnTo>
                  <a:lnTo>
                    <a:pt x="6705631" y="2416532"/>
                  </a:lnTo>
                  <a:lnTo>
                    <a:pt x="6705968" y="2417511"/>
                  </a:lnTo>
                  <a:lnTo>
                    <a:pt x="6706304" y="2418500"/>
                  </a:lnTo>
                  <a:lnTo>
                    <a:pt x="6706640" y="2419821"/>
                  </a:lnTo>
                  <a:lnTo>
                    <a:pt x="6706977" y="2421371"/>
                  </a:lnTo>
                  <a:lnTo>
                    <a:pt x="6707313" y="2422815"/>
                  </a:lnTo>
                  <a:lnTo>
                    <a:pt x="6707650" y="2424433"/>
                  </a:lnTo>
                  <a:lnTo>
                    <a:pt x="6707986" y="2425989"/>
                  </a:lnTo>
                  <a:lnTo>
                    <a:pt x="6708323" y="2427736"/>
                  </a:lnTo>
                  <a:lnTo>
                    <a:pt x="6708659" y="2429637"/>
                  </a:lnTo>
                  <a:lnTo>
                    <a:pt x="6708996" y="2431582"/>
                  </a:lnTo>
                  <a:lnTo>
                    <a:pt x="6709332" y="2433503"/>
                  </a:lnTo>
                  <a:lnTo>
                    <a:pt x="6709669" y="2435257"/>
                  </a:lnTo>
                  <a:lnTo>
                    <a:pt x="6710005" y="2436750"/>
                  </a:lnTo>
                  <a:lnTo>
                    <a:pt x="6710342" y="2438195"/>
                  </a:lnTo>
                  <a:lnTo>
                    <a:pt x="6710678" y="2440186"/>
                  </a:lnTo>
                  <a:lnTo>
                    <a:pt x="6711014" y="2442009"/>
                  </a:lnTo>
                  <a:lnTo>
                    <a:pt x="6711351" y="2443824"/>
                  </a:lnTo>
                  <a:lnTo>
                    <a:pt x="6711687" y="2445674"/>
                  </a:lnTo>
                  <a:lnTo>
                    <a:pt x="6712024" y="2447490"/>
                  </a:lnTo>
                  <a:lnTo>
                    <a:pt x="6712360" y="2448833"/>
                  </a:lnTo>
                  <a:lnTo>
                    <a:pt x="6712697" y="2449711"/>
                  </a:lnTo>
                  <a:lnTo>
                    <a:pt x="6713033" y="2450454"/>
                  </a:lnTo>
                  <a:lnTo>
                    <a:pt x="6713370" y="2450457"/>
                  </a:lnTo>
                  <a:lnTo>
                    <a:pt x="6713706" y="2450075"/>
                  </a:lnTo>
                  <a:lnTo>
                    <a:pt x="6714043" y="2449562"/>
                  </a:lnTo>
                  <a:lnTo>
                    <a:pt x="6714379" y="2449182"/>
                  </a:lnTo>
                  <a:lnTo>
                    <a:pt x="6714715" y="2448980"/>
                  </a:lnTo>
                  <a:lnTo>
                    <a:pt x="6715052" y="2449086"/>
                  </a:lnTo>
                  <a:lnTo>
                    <a:pt x="6715388" y="2448801"/>
                  </a:lnTo>
                  <a:lnTo>
                    <a:pt x="6715725" y="2448209"/>
                  </a:lnTo>
                  <a:lnTo>
                    <a:pt x="6716061" y="2447719"/>
                  </a:lnTo>
                  <a:lnTo>
                    <a:pt x="6716398" y="2446932"/>
                  </a:lnTo>
                  <a:lnTo>
                    <a:pt x="6716734" y="2446146"/>
                  </a:lnTo>
                  <a:lnTo>
                    <a:pt x="6717071" y="2445721"/>
                  </a:lnTo>
                  <a:lnTo>
                    <a:pt x="6717407" y="2444982"/>
                  </a:lnTo>
                  <a:lnTo>
                    <a:pt x="6717744" y="2444604"/>
                  </a:lnTo>
                  <a:lnTo>
                    <a:pt x="6718080" y="2444943"/>
                  </a:lnTo>
                  <a:lnTo>
                    <a:pt x="6718417" y="2445314"/>
                  </a:lnTo>
                  <a:lnTo>
                    <a:pt x="6718753" y="2445621"/>
                  </a:lnTo>
                  <a:lnTo>
                    <a:pt x="6719089" y="2446160"/>
                  </a:lnTo>
                  <a:lnTo>
                    <a:pt x="6719426" y="2446650"/>
                  </a:lnTo>
                  <a:lnTo>
                    <a:pt x="6719762" y="2447208"/>
                  </a:lnTo>
                  <a:lnTo>
                    <a:pt x="6720099" y="2448961"/>
                  </a:lnTo>
                  <a:lnTo>
                    <a:pt x="6720435" y="2450802"/>
                  </a:lnTo>
                  <a:lnTo>
                    <a:pt x="6720772" y="2452495"/>
                  </a:lnTo>
                  <a:lnTo>
                    <a:pt x="6721108" y="2454148"/>
                  </a:lnTo>
                  <a:lnTo>
                    <a:pt x="6721445" y="2455209"/>
                  </a:lnTo>
                  <a:lnTo>
                    <a:pt x="6721781" y="2456586"/>
                  </a:lnTo>
                  <a:lnTo>
                    <a:pt x="6722118" y="2457664"/>
                  </a:lnTo>
                  <a:lnTo>
                    <a:pt x="6722454" y="2458804"/>
                  </a:lnTo>
                  <a:lnTo>
                    <a:pt x="6722791" y="2459719"/>
                  </a:lnTo>
                  <a:lnTo>
                    <a:pt x="6723127" y="2460356"/>
                  </a:lnTo>
                  <a:lnTo>
                    <a:pt x="6723463" y="2460660"/>
                  </a:lnTo>
                  <a:lnTo>
                    <a:pt x="6723800" y="2461087"/>
                  </a:lnTo>
                  <a:lnTo>
                    <a:pt x="6724136" y="2461204"/>
                  </a:lnTo>
                  <a:lnTo>
                    <a:pt x="6724473" y="2461074"/>
                  </a:lnTo>
                  <a:lnTo>
                    <a:pt x="6724809" y="2460448"/>
                  </a:lnTo>
                  <a:lnTo>
                    <a:pt x="6725146" y="2459455"/>
                  </a:lnTo>
                  <a:lnTo>
                    <a:pt x="6725482" y="2458529"/>
                  </a:lnTo>
                  <a:lnTo>
                    <a:pt x="6725819" y="2456753"/>
                  </a:lnTo>
                  <a:lnTo>
                    <a:pt x="6726155" y="2454921"/>
                  </a:lnTo>
                  <a:lnTo>
                    <a:pt x="6726492" y="2453240"/>
                  </a:lnTo>
                  <a:lnTo>
                    <a:pt x="6726828" y="2452033"/>
                  </a:lnTo>
                  <a:lnTo>
                    <a:pt x="6727165" y="2450718"/>
                  </a:lnTo>
                  <a:lnTo>
                    <a:pt x="6727501" y="2449008"/>
                  </a:lnTo>
                  <a:lnTo>
                    <a:pt x="6727837" y="2447313"/>
                  </a:lnTo>
                  <a:lnTo>
                    <a:pt x="6728174" y="2445531"/>
                  </a:lnTo>
                  <a:lnTo>
                    <a:pt x="6728510" y="2443807"/>
                  </a:lnTo>
                  <a:lnTo>
                    <a:pt x="6728847" y="2442011"/>
                  </a:lnTo>
                  <a:lnTo>
                    <a:pt x="6729183" y="2440143"/>
                  </a:lnTo>
                  <a:lnTo>
                    <a:pt x="6729520" y="2438447"/>
                  </a:lnTo>
                  <a:lnTo>
                    <a:pt x="6729856" y="2436823"/>
                  </a:lnTo>
                  <a:lnTo>
                    <a:pt x="6730193" y="2435571"/>
                  </a:lnTo>
                  <a:lnTo>
                    <a:pt x="6730529" y="2434473"/>
                  </a:lnTo>
                  <a:lnTo>
                    <a:pt x="6730866" y="2433522"/>
                  </a:lnTo>
                  <a:lnTo>
                    <a:pt x="6731202" y="2433191"/>
                  </a:lnTo>
                  <a:lnTo>
                    <a:pt x="6731539" y="2433181"/>
                  </a:lnTo>
                  <a:lnTo>
                    <a:pt x="6731875" y="2433102"/>
                  </a:lnTo>
                  <a:lnTo>
                    <a:pt x="6732211" y="2432856"/>
                  </a:lnTo>
                  <a:lnTo>
                    <a:pt x="6732548" y="2432485"/>
                  </a:lnTo>
                  <a:lnTo>
                    <a:pt x="6732884" y="2431883"/>
                  </a:lnTo>
                  <a:lnTo>
                    <a:pt x="6733221" y="2431459"/>
                  </a:lnTo>
                  <a:lnTo>
                    <a:pt x="6733557" y="2431244"/>
                  </a:lnTo>
                  <a:lnTo>
                    <a:pt x="6733894" y="2431082"/>
                  </a:lnTo>
                  <a:lnTo>
                    <a:pt x="6734230" y="2431187"/>
                  </a:lnTo>
                  <a:lnTo>
                    <a:pt x="6734567" y="2431417"/>
                  </a:lnTo>
                  <a:lnTo>
                    <a:pt x="6734903" y="2431714"/>
                  </a:lnTo>
                  <a:lnTo>
                    <a:pt x="6735240" y="2432388"/>
                  </a:lnTo>
                  <a:lnTo>
                    <a:pt x="6735576" y="2433664"/>
                  </a:lnTo>
                  <a:lnTo>
                    <a:pt x="6735913" y="2434586"/>
                  </a:lnTo>
                  <a:lnTo>
                    <a:pt x="6736249" y="2435399"/>
                  </a:lnTo>
                  <a:lnTo>
                    <a:pt x="6736585" y="2434942"/>
                  </a:lnTo>
                  <a:lnTo>
                    <a:pt x="6736922" y="2433669"/>
                  </a:lnTo>
                  <a:lnTo>
                    <a:pt x="6737258" y="2433088"/>
                  </a:lnTo>
                  <a:lnTo>
                    <a:pt x="6737595" y="2433275"/>
                  </a:lnTo>
                  <a:lnTo>
                    <a:pt x="6737931" y="2433670"/>
                  </a:lnTo>
                  <a:lnTo>
                    <a:pt x="6738268" y="2433634"/>
                  </a:lnTo>
                  <a:lnTo>
                    <a:pt x="6738604" y="2433538"/>
                  </a:lnTo>
                  <a:lnTo>
                    <a:pt x="6738941" y="2433570"/>
                  </a:lnTo>
                  <a:lnTo>
                    <a:pt x="6739277" y="2433613"/>
                  </a:lnTo>
                  <a:lnTo>
                    <a:pt x="6739614" y="2433680"/>
                  </a:lnTo>
                  <a:lnTo>
                    <a:pt x="6739950" y="2434383"/>
                  </a:lnTo>
                  <a:lnTo>
                    <a:pt x="6740287" y="2435049"/>
                  </a:lnTo>
                  <a:lnTo>
                    <a:pt x="6740623" y="2436315"/>
                  </a:lnTo>
                  <a:lnTo>
                    <a:pt x="6740959" y="2437686"/>
                  </a:lnTo>
                  <a:lnTo>
                    <a:pt x="6741296" y="2438879"/>
                  </a:lnTo>
                  <a:lnTo>
                    <a:pt x="6741632" y="2440035"/>
                  </a:lnTo>
                  <a:lnTo>
                    <a:pt x="6741969" y="2441240"/>
                  </a:lnTo>
                  <a:lnTo>
                    <a:pt x="6742305" y="2442332"/>
                  </a:lnTo>
                  <a:lnTo>
                    <a:pt x="6742642" y="2443988"/>
                  </a:lnTo>
                  <a:lnTo>
                    <a:pt x="6742978" y="2445437"/>
                  </a:lnTo>
                  <a:lnTo>
                    <a:pt x="6743315" y="2446884"/>
                  </a:lnTo>
                  <a:lnTo>
                    <a:pt x="6743651" y="2447967"/>
                  </a:lnTo>
                  <a:lnTo>
                    <a:pt x="6743988" y="2448789"/>
                  </a:lnTo>
                  <a:lnTo>
                    <a:pt x="6744324" y="2449306"/>
                  </a:lnTo>
                  <a:lnTo>
                    <a:pt x="6744661" y="2449514"/>
                  </a:lnTo>
                  <a:lnTo>
                    <a:pt x="6744997" y="2449633"/>
                  </a:lnTo>
                  <a:lnTo>
                    <a:pt x="6745333" y="2449453"/>
                  </a:lnTo>
                  <a:lnTo>
                    <a:pt x="6745670" y="2448956"/>
                  </a:lnTo>
                  <a:lnTo>
                    <a:pt x="6746006" y="2447864"/>
                  </a:lnTo>
                  <a:lnTo>
                    <a:pt x="6746343" y="2446693"/>
                  </a:lnTo>
                  <a:lnTo>
                    <a:pt x="6746679" y="2445864"/>
                  </a:lnTo>
                  <a:lnTo>
                    <a:pt x="6747016" y="2445063"/>
                  </a:lnTo>
                  <a:lnTo>
                    <a:pt x="6747352" y="2444324"/>
                  </a:lnTo>
                  <a:lnTo>
                    <a:pt x="6747689" y="2443667"/>
                  </a:lnTo>
                  <a:lnTo>
                    <a:pt x="6748025" y="2442817"/>
                  </a:lnTo>
                  <a:lnTo>
                    <a:pt x="6748362" y="2442103"/>
                  </a:lnTo>
                  <a:lnTo>
                    <a:pt x="6748698" y="2441329"/>
                  </a:lnTo>
                  <a:lnTo>
                    <a:pt x="6749034" y="2440367"/>
                  </a:lnTo>
                  <a:lnTo>
                    <a:pt x="6749371" y="2439248"/>
                  </a:lnTo>
                  <a:lnTo>
                    <a:pt x="6749707" y="2438038"/>
                  </a:lnTo>
                  <a:lnTo>
                    <a:pt x="6750044" y="2436739"/>
                  </a:lnTo>
                  <a:lnTo>
                    <a:pt x="6750380" y="2435317"/>
                  </a:lnTo>
                  <a:lnTo>
                    <a:pt x="6750717" y="2433739"/>
                  </a:lnTo>
                  <a:lnTo>
                    <a:pt x="6751053" y="2432147"/>
                  </a:lnTo>
                  <a:lnTo>
                    <a:pt x="6751390" y="2430556"/>
                  </a:lnTo>
                  <a:lnTo>
                    <a:pt x="6751726" y="2429189"/>
                  </a:lnTo>
                  <a:lnTo>
                    <a:pt x="6752063" y="2427908"/>
                  </a:lnTo>
                  <a:lnTo>
                    <a:pt x="6752399" y="2426660"/>
                  </a:lnTo>
                  <a:lnTo>
                    <a:pt x="6752736" y="2425599"/>
                  </a:lnTo>
                  <a:lnTo>
                    <a:pt x="6753072" y="2424358"/>
                  </a:lnTo>
                  <a:lnTo>
                    <a:pt x="6753408" y="2422602"/>
                  </a:lnTo>
                  <a:lnTo>
                    <a:pt x="6753745" y="2421133"/>
                  </a:lnTo>
                  <a:lnTo>
                    <a:pt x="6754081" y="2419962"/>
                  </a:lnTo>
                  <a:lnTo>
                    <a:pt x="6754418" y="2419912"/>
                  </a:lnTo>
                  <a:lnTo>
                    <a:pt x="6754754" y="2420235"/>
                  </a:lnTo>
                  <a:lnTo>
                    <a:pt x="6755091" y="2420537"/>
                  </a:lnTo>
                  <a:lnTo>
                    <a:pt x="6755427" y="2421205"/>
                  </a:lnTo>
                  <a:lnTo>
                    <a:pt x="6755764" y="2422125"/>
                  </a:lnTo>
                  <a:lnTo>
                    <a:pt x="6756100" y="2422886"/>
                  </a:lnTo>
                  <a:lnTo>
                    <a:pt x="6756437" y="2424000"/>
                  </a:lnTo>
                  <a:lnTo>
                    <a:pt x="6756773" y="2425221"/>
                  </a:lnTo>
                  <a:lnTo>
                    <a:pt x="6757110" y="2426737"/>
                  </a:lnTo>
                  <a:lnTo>
                    <a:pt x="6757446" y="2428899"/>
                  </a:lnTo>
                  <a:lnTo>
                    <a:pt x="6757782" y="2430343"/>
                  </a:lnTo>
                  <a:lnTo>
                    <a:pt x="6758119" y="2431364"/>
                  </a:lnTo>
                  <a:lnTo>
                    <a:pt x="6758455" y="2432168"/>
                  </a:lnTo>
                  <a:lnTo>
                    <a:pt x="6758792" y="2432829"/>
                  </a:lnTo>
                  <a:lnTo>
                    <a:pt x="6759128" y="2432865"/>
                  </a:lnTo>
                  <a:lnTo>
                    <a:pt x="6759465" y="2432527"/>
                  </a:lnTo>
                  <a:lnTo>
                    <a:pt x="6759801" y="2432139"/>
                  </a:lnTo>
                  <a:lnTo>
                    <a:pt x="6760138" y="2431895"/>
                  </a:lnTo>
                  <a:lnTo>
                    <a:pt x="6760474" y="2431795"/>
                  </a:lnTo>
                  <a:lnTo>
                    <a:pt x="6760811" y="2431874"/>
                  </a:lnTo>
                  <a:lnTo>
                    <a:pt x="6761147" y="2431737"/>
                  </a:lnTo>
                  <a:lnTo>
                    <a:pt x="6761484" y="2431263"/>
                  </a:lnTo>
                  <a:lnTo>
                    <a:pt x="6761820" y="2430351"/>
                  </a:lnTo>
                  <a:lnTo>
                    <a:pt x="6762156" y="2429000"/>
                  </a:lnTo>
                  <a:lnTo>
                    <a:pt x="6762493" y="2426830"/>
                  </a:lnTo>
                  <a:lnTo>
                    <a:pt x="6762829" y="2424435"/>
                  </a:lnTo>
                  <a:lnTo>
                    <a:pt x="6763166" y="2422239"/>
                  </a:lnTo>
                  <a:lnTo>
                    <a:pt x="6763502" y="2420403"/>
                  </a:lnTo>
                  <a:lnTo>
                    <a:pt x="6763839" y="2418994"/>
                  </a:lnTo>
                  <a:lnTo>
                    <a:pt x="6764175" y="2417780"/>
                  </a:lnTo>
                  <a:lnTo>
                    <a:pt x="6764512" y="2416354"/>
                  </a:lnTo>
                  <a:lnTo>
                    <a:pt x="6764848" y="2415031"/>
                  </a:lnTo>
                  <a:lnTo>
                    <a:pt x="6765185" y="2413735"/>
                  </a:lnTo>
                  <a:lnTo>
                    <a:pt x="6765521" y="2411920"/>
                  </a:lnTo>
                  <a:lnTo>
                    <a:pt x="6765858" y="2409650"/>
                  </a:lnTo>
                  <a:lnTo>
                    <a:pt x="6766194" y="2407849"/>
                  </a:lnTo>
                  <a:lnTo>
                    <a:pt x="6766530" y="2406293"/>
                  </a:lnTo>
                  <a:lnTo>
                    <a:pt x="6766867" y="2405103"/>
                  </a:lnTo>
                  <a:lnTo>
                    <a:pt x="6767203" y="2404251"/>
                  </a:lnTo>
                  <a:lnTo>
                    <a:pt x="6767540" y="2403485"/>
                  </a:lnTo>
                  <a:lnTo>
                    <a:pt x="6767876" y="2402719"/>
                  </a:lnTo>
                  <a:lnTo>
                    <a:pt x="6768213" y="2401548"/>
                  </a:lnTo>
                  <a:lnTo>
                    <a:pt x="6768549" y="2400722"/>
                  </a:lnTo>
                  <a:lnTo>
                    <a:pt x="6768886" y="2399867"/>
                  </a:lnTo>
                  <a:lnTo>
                    <a:pt x="6769222" y="2399084"/>
                  </a:lnTo>
                  <a:lnTo>
                    <a:pt x="6769559" y="2398768"/>
                  </a:lnTo>
                  <a:lnTo>
                    <a:pt x="6769895" y="2398617"/>
                  </a:lnTo>
                  <a:lnTo>
                    <a:pt x="6770232" y="2398531"/>
                  </a:lnTo>
                  <a:lnTo>
                    <a:pt x="6770568" y="2398567"/>
                  </a:lnTo>
                  <a:lnTo>
                    <a:pt x="6770904" y="2398409"/>
                  </a:lnTo>
                  <a:lnTo>
                    <a:pt x="6771241" y="2397927"/>
                  </a:lnTo>
                  <a:lnTo>
                    <a:pt x="6771577" y="2396957"/>
                  </a:lnTo>
                  <a:lnTo>
                    <a:pt x="6771914" y="2395355"/>
                  </a:lnTo>
                  <a:lnTo>
                    <a:pt x="6772250" y="2393660"/>
                  </a:lnTo>
                  <a:lnTo>
                    <a:pt x="6772587" y="2391677"/>
                  </a:lnTo>
                  <a:lnTo>
                    <a:pt x="6772923" y="2389349"/>
                  </a:lnTo>
                  <a:lnTo>
                    <a:pt x="6773260" y="2387359"/>
                  </a:lnTo>
                  <a:lnTo>
                    <a:pt x="6773596" y="2385168"/>
                  </a:lnTo>
                  <a:lnTo>
                    <a:pt x="6773933" y="2382316"/>
                  </a:lnTo>
                  <a:lnTo>
                    <a:pt x="6774269" y="2378996"/>
                  </a:lnTo>
                  <a:lnTo>
                    <a:pt x="6774606" y="2375469"/>
                  </a:lnTo>
                  <a:lnTo>
                    <a:pt x="6774942" y="2371582"/>
                  </a:lnTo>
                  <a:lnTo>
                    <a:pt x="6775278" y="2367724"/>
                  </a:lnTo>
                  <a:lnTo>
                    <a:pt x="6775615" y="2363852"/>
                  </a:lnTo>
                  <a:lnTo>
                    <a:pt x="6775951" y="2360044"/>
                  </a:lnTo>
                  <a:lnTo>
                    <a:pt x="6776288" y="2356172"/>
                  </a:lnTo>
                  <a:lnTo>
                    <a:pt x="6776624" y="2352364"/>
                  </a:lnTo>
                  <a:lnTo>
                    <a:pt x="6776961" y="2348966"/>
                  </a:lnTo>
                  <a:lnTo>
                    <a:pt x="6777297" y="2345561"/>
                  </a:lnTo>
                  <a:lnTo>
                    <a:pt x="6777634" y="2343868"/>
                  </a:lnTo>
                  <a:lnTo>
                    <a:pt x="6777970" y="2342407"/>
                  </a:lnTo>
                  <a:lnTo>
                    <a:pt x="6778307" y="2341085"/>
                  </a:lnTo>
                  <a:lnTo>
                    <a:pt x="6778643" y="2339981"/>
                  </a:lnTo>
                  <a:lnTo>
                    <a:pt x="6778980" y="2339524"/>
                  </a:lnTo>
                  <a:lnTo>
                    <a:pt x="6779316" y="2339864"/>
                  </a:lnTo>
                  <a:lnTo>
                    <a:pt x="6779652" y="2340301"/>
                  </a:lnTo>
                  <a:lnTo>
                    <a:pt x="6779989" y="2341354"/>
                  </a:lnTo>
                  <a:lnTo>
                    <a:pt x="6780325" y="2342665"/>
                  </a:lnTo>
                  <a:lnTo>
                    <a:pt x="6780662" y="2343996"/>
                  </a:lnTo>
                  <a:lnTo>
                    <a:pt x="6780998" y="2345826"/>
                  </a:lnTo>
                  <a:lnTo>
                    <a:pt x="6781335" y="2347851"/>
                  </a:lnTo>
                  <a:lnTo>
                    <a:pt x="6781671" y="2349757"/>
                  </a:lnTo>
                  <a:lnTo>
                    <a:pt x="6782008" y="2351746"/>
                  </a:lnTo>
                  <a:lnTo>
                    <a:pt x="6782344" y="2354001"/>
                  </a:lnTo>
                  <a:lnTo>
                    <a:pt x="6782681" y="2356580"/>
                  </a:lnTo>
                  <a:lnTo>
                    <a:pt x="6783017" y="2359315"/>
                  </a:lnTo>
                  <a:lnTo>
                    <a:pt x="6783353" y="2361624"/>
                  </a:lnTo>
                  <a:lnTo>
                    <a:pt x="6783690" y="2363902"/>
                  </a:lnTo>
                  <a:lnTo>
                    <a:pt x="6784026" y="2366000"/>
                  </a:lnTo>
                  <a:lnTo>
                    <a:pt x="6784363" y="2367897"/>
                  </a:lnTo>
                  <a:lnTo>
                    <a:pt x="6784699" y="2369845"/>
                  </a:lnTo>
                  <a:lnTo>
                    <a:pt x="6785036" y="2371264"/>
                  </a:lnTo>
                  <a:lnTo>
                    <a:pt x="6785372" y="2371544"/>
                  </a:lnTo>
                  <a:lnTo>
                    <a:pt x="6785709" y="2371882"/>
                  </a:lnTo>
                  <a:lnTo>
                    <a:pt x="6786045" y="2371953"/>
                  </a:lnTo>
                  <a:lnTo>
                    <a:pt x="6786382" y="2371953"/>
                  </a:lnTo>
                  <a:lnTo>
                    <a:pt x="6786718" y="2372349"/>
                  </a:lnTo>
                  <a:lnTo>
                    <a:pt x="6787055" y="2372413"/>
                  </a:lnTo>
                  <a:lnTo>
                    <a:pt x="6787391" y="2371399"/>
                  </a:lnTo>
                  <a:lnTo>
                    <a:pt x="6787727" y="2370215"/>
                  </a:lnTo>
                  <a:lnTo>
                    <a:pt x="6788064" y="2368665"/>
                  </a:lnTo>
                  <a:lnTo>
                    <a:pt x="6788400" y="2366499"/>
                  </a:lnTo>
                  <a:lnTo>
                    <a:pt x="6788737" y="2364239"/>
                  </a:lnTo>
                  <a:lnTo>
                    <a:pt x="6789073" y="2362967"/>
                  </a:lnTo>
                  <a:lnTo>
                    <a:pt x="6789410" y="2361565"/>
                  </a:lnTo>
                  <a:lnTo>
                    <a:pt x="6789746" y="2359748"/>
                  </a:lnTo>
                  <a:lnTo>
                    <a:pt x="6790083" y="2358585"/>
                  </a:lnTo>
                  <a:lnTo>
                    <a:pt x="6790419" y="2357261"/>
                  </a:lnTo>
                  <a:lnTo>
                    <a:pt x="6790756" y="2355945"/>
                  </a:lnTo>
                  <a:lnTo>
                    <a:pt x="6791092" y="2354715"/>
                  </a:lnTo>
                  <a:lnTo>
                    <a:pt x="6791429" y="2353247"/>
                  </a:lnTo>
                  <a:lnTo>
                    <a:pt x="6791765" y="2351627"/>
                  </a:lnTo>
                  <a:lnTo>
                    <a:pt x="6792101" y="2350488"/>
                  </a:lnTo>
                  <a:lnTo>
                    <a:pt x="6792438" y="2349385"/>
                  </a:lnTo>
                  <a:lnTo>
                    <a:pt x="6792774" y="2347986"/>
                  </a:lnTo>
                  <a:lnTo>
                    <a:pt x="6793111" y="2347221"/>
                  </a:lnTo>
                  <a:lnTo>
                    <a:pt x="6793447" y="2346603"/>
                  </a:lnTo>
                  <a:lnTo>
                    <a:pt x="6793784" y="2345863"/>
                  </a:lnTo>
                  <a:lnTo>
                    <a:pt x="6794120" y="2344827"/>
                  </a:lnTo>
                  <a:lnTo>
                    <a:pt x="6794457" y="2343999"/>
                  </a:lnTo>
                  <a:lnTo>
                    <a:pt x="6794793" y="2343176"/>
                  </a:lnTo>
                  <a:lnTo>
                    <a:pt x="6795130" y="2342595"/>
                  </a:lnTo>
                  <a:lnTo>
                    <a:pt x="6795466" y="2341417"/>
                  </a:lnTo>
                  <a:lnTo>
                    <a:pt x="6795803" y="2340170"/>
                  </a:lnTo>
                  <a:lnTo>
                    <a:pt x="6796139" y="2338324"/>
                  </a:lnTo>
                  <a:lnTo>
                    <a:pt x="6796475" y="2337051"/>
                  </a:lnTo>
                  <a:lnTo>
                    <a:pt x="6796812" y="2336017"/>
                  </a:lnTo>
                  <a:lnTo>
                    <a:pt x="6797148" y="2335081"/>
                  </a:lnTo>
                  <a:lnTo>
                    <a:pt x="6797485" y="2332954"/>
                  </a:lnTo>
                  <a:lnTo>
                    <a:pt x="6797821" y="2330792"/>
                  </a:lnTo>
                  <a:lnTo>
                    <a:pt x="6798158" y="2328694"/>
                  </a:lnTo>
                  <a:lnTo>
                    <a:pt x="6798494" y="2326187"/>
                  </a:lnTo>
                  <a:lnTo>
                    <a:pt x="6798831" y="2323686"/>
                  </a:lnTo>
                  <a:lnTo>
                    <a:pt x="6799167" y="2322366"/>
                  </a:lnTo>
                  <a:lnTo>
                    <a:pt x="6799504" y="2321699"/>
                  </a:lnTo>
                  <a:lnTo>
                    <a:pt x="6799840" y="2321704"/>
                  </a:lnTo>
                  <a:lnTo>
                    <a:pt x="6800177" y="2321893"/>
                  </a:lnTo>
                  <a:lnTo>
                    <a:pt x="6800513" y="2322039"/>
                  </a:lnTo>
                  <a:lnTo>
                    <a:pt x="6800849" y="2321976"/>
                  </a:lnTo>
                  <a:lnTo>
                    <a:pt x="6801186" y="2321631"/>
                  </a:lnTo>
                  <a:lnTo>
                    <a:pt x="6801522" y="2321071"/>
                  </a:lnTo>
                  <a:lnTo>
                    <a:pt x="6801859" y="2320689"/>
                  </a:lnTo>
                  <a:lnTo>
                    <a:pt x="6802195" y="2320516"/>
                  </a:lnTo>
                  <a:lnTo>
                    <a:pt x="6802532" y="2320694"/>
                  </a:lnTo>
                  <a:lnTo>
                    <a:pt x="6802868" y="2321521"/>
                  </a:lnTo>
                  <a:lnTo>
                    <a:pt x="6803205" y="2322672"/>
                  </a:lnTo>
                  <a:lnTo>
                    <a:pt x="6803541" y="2323917"/>
                  </a:lnTo>
                  <a:lnTo>
                    <a:pt x="6803878" y="2325228"/>
                  </a:lnTo>
                  <a:lnTo>
                    <a:pt x="6804214" y="2327364"/>
                  </a:lnTo>
                  <a:lnTo>
                    <a:pt x="6804551" y="2328911"/>
                  </a:lnTo>
                  <a:lnTo>
                    <a:pt x="6804887" y="2329012"/>
                  </a:lnTo>
                  <a:lnTo>
                    <a:pt x="6805223" y="2329342"/>
                  </a:lnTo>
                  <a:lnTo>
                    <a:pt x="6805560" y="2330614"/>
                  </a:lnTo>
                  <a:lnTo>
                    <a:pt x="6805896" y="2332360"/>
                  </a:lnTo>
                  <a:lnTo>
                    <a:pt x="6806233" y="2334342"/>
                  </a:lnTo>
                  <a:lnTo>
                    <a:pt x="6806569" y="2336390"/>
                  </a:lnTo>
                  <a:lnTo>
                    <a:pt x="6806906" y="2338208"/>
                  </a:lnTo>
                  <a:lnTo>
                    <a:pt x="6807242" y="2339133"/>
                  </a:lnTo>
                  <a:lnTo>
                    <a:pt x="6807579" y="2339860"/>
                  </a:lnTo>
                  <a:lnTo>
                    <a:pt x="6807915" y="2340302"/>
                  </a:lnTo>
                  <a:lnTo>
                    <a:pt x="6808252" y="2340784"/>
                  </a:lnTo>
                  <a:lnTo>
                    <a:pt x="6808588" y="2341425"/>
                  </a:lnTo>
                  <a:lnTo>
                    <a:pt x="6808925" y="2342088"/>
                  </a:lnTo>
                  <a:lnTo>
                    <a:pt x="6809261" y="2342398"/>
                  </a:lnTo>
                  <a:lnTo>
                    <a:pt x="6809597" y="2342549"/>
                  </a:lnTo>
                  <a:lnTo>
                    <a:pt x="6809934" y="2342545"/>
                  </a:lnTo>
                  <a:lnTo>
                    <a:pt x="6810270" y="2342701"/>
                  </a:lnTo>
                  <a:lnTo>
                    <a:pt x="6810607" y="2342412"/>
                  </a:lnTo>
                  <a:lnTo>
                    <a:pt x="6810943" y="2342213"/>
                  </a:lnTo>
                  <a:lnTo>
                    <a:pt x="6811280" y="2342025"/>
                  </a:lnTo>
                  <a:lnTo>
                    <a:pt x="6811616" y="2341951"/>
                  </a:lnTo>
                  <a:lnTo>
                    <a:pt x="6811953" y="2341978"/>
                  </a:lnTo>
                  <a:lnTo>
                    <a:pt x="6812289" y="2341902"/>
                  </a:lnTo>
                  <a:lnTo>
                    <a:pt x="6812626" y="2342029"/>
                  </a:lnTo>
                  <a:lnTo>
                    <a:pt x="6812962" y="2341829"/>
                  </a:lnTo>
                  <a:lnTo>
                    <a:pt x="6813299" y="2341932"/>
                  </a:lnTo>
                  <a:lnTo>
                    <a:pt x="6813635" y="2341789"/>
                  </a:lnTo>
                  <a:lnTo>
                    <a:pt x="6813971" y="2341289"/>
                  </a:lnTo>
                  <a:lnTo>
                    <a:pt x="6814308" y="2340664"/>
                  </a:lnTo>
                  <a:lnTo>
                    <a:pt x="6814644" y="2339876"/>
                  </a:lnTo>
                  <a:lnTo>
                    <a:pt x="6814981" y="2339078"/>
                  </a:lnTo>
                  <a:lnTo>
                    <a:pt x="6815317" y="2338565"/>
                  </a:lnTo>
                  <a:lnTo>
                    <a:pt x="6815654" y="2338009"/>
                  </a:lnTo>
                  <a:lnTo>
                    <a:pt x="6815990" y="2336851"/>
                  </a:lnTo>
                  <a:lnTo>
                    <a:pt x="6816327" y="2336189"/>
                  </a:lnTo>
                  <a:lnTo>
                    <a:pt x="6816663" y="2335620"/>
                  </a:lnTo>
                  <a:lnTo>
                    <a:pt x="6817000" y="2335020"/>
                  </a:lnTo>
                  <a:lnTo>
                    <a:pt x="6817336" y="2334457"/>
                  </a:lnTo>
                  <a:lnTo>
                    <a:pt x="6817672" y="2333718"/>
                  </a:lnTo>
                  <a:lnTo>
                    <a:pt x="6818009" y="2333211"/>
                  </a:lnTo>
                  <a:lnTo>
                    <a:pt x="6818345" y="2332878"/>
                  </a:lnTo>
                  <a:lnTo>
                    <a:pt x="6818682" y="2332681"/>
                  </a:lnTo>
                  <a:lnTo>
                    <a:pt x="6819018" y="2332337"/>
                  </a:lnTo>
                  <a:lnTo>
                    <a:pt x="6819355" y="2332426"/>
                  </a:lnTo>
                  <a:lnTo>
                    <a:pt x="6819691" y="2332675"/>
                  </a:lnTo>
                  <a:lnTo>
                    <a:pt x="6820028" y="2333004"/>
                  </a:lnTo>
                  <a:lnTo>
                    <a:pt x="6820364" y="2333670"/>
                  </a:lnTo>
                  <a:lnTo>
                    <a:pt x="6820701" y="2334563"/>
                  </a:lnTo>
                  <a:lnTo>
                    <a:pt x="6821037" y="2334337"/>
                  </a:lnTo>
                  <a:lnTo>
                    <a:pt x="6821374" y="2333813"/>
                  </a:lnTo>
                  <a:lnTo>
                    <a:pt x="6821710" y="2332426"/>
                  </a:lnTo>
                  <a:lnTo>
                    <a:pt x="6822046" y="2331083"/>
                  </a:lnTo>
                  <a:lnTo>
                    <a:pt x="6822383" y="2329940"/>
                  </a:lnTo>
                  <a:lnTo>
                    <a:pt x="6822719" y="2328934"/>
                  </a:lnTo>
                  <a:lnTo>
                    <a:pt x="6823056" y="2328144"/>
                  </a:lnTo>
                  <a:lnTo>
                    <a:pt x="6823392" y="2327376"/>
                  </a:lnTo>
                  <a:lnTo>
                    <a:pt x="6823729" y="2326219"/>
                  </a:lnTo>
                  <a:lnTo>
                    <a:pt x="6824065" y="2324746"/>
                  </a:lnTo>
                  <a:lnTo>
                    <a:pt x="6824402" y="2322548"/>
                  </a:lnTo>
                  <a:lnTo>
                    <a:pt x="6824738" y="2319947"/>
                  </a:lnTo>
                  <a:lnTo>
                    <a:pt x="6825075" y="2317684"/>
                  </a:lnTo>
                  <a:lnTo>
                    <a:pt x="6825411" y="2315277"/>
                  </a:lnTo>
                  <a:lnTo>
                    <a:pt x="6825748" y="2313251"/>
                  </a:lnTo>
                  <a:lnTo>
                    <a:pt x="6826084" y="2312130"/>
                  </a:lnTo>
                  <a:lnTo>
                    <a:pt x="6826420" y="2311534"/>
                  </a:lnTo>
                  <a:lnTo>
                    <a:pt x="6826757" y="2311074"/>
                  </a:lnTo>
                  <a:lnTo>
                    <a:pt x="6827093" y="2310191"/>
                  </a:lnTo>
                  <a:lnTo>
                    <a:pt x="6827430" y="2309264"/>
                  </a:lnTo>
                  <a:lnTo>
                    <a:pt x="6827766" y="2308280"/>
                  </a:lnTo>
                  <a:lnTo>
                    <a:pt x="6828103" y="2306555"/>
                  </a:lnTo>
                  <a:lnTo>
                    <a:pt x="6828439" y="2304328"/>
                  </a:lnTo>
                  <a:lnTo>
                    <a:pt x="6828776" y="2302230"/>
                  </a:lnTo>
                  <a:lnTo>
                    <a:pt x="6829112" y="2300434"/>
                  </a:lnTo>
                  <a:lnTo>
                    <a:pt x="6829449" y="2299306"/>
                  </a:lnTo>
                  <a:lnTo>
                    <a:pt x="6829785" y="2298768"/>
                  </a:lnTo>
                  <a:lnTo>
                    <a:pt x="6830122" y="2298064"/>
                  </a:lnTo>
                  <a:lnTo>
                    <a:pt x="6830458" y="2297180"/>
                  </a:lnTo>
                  <a:lnTo>
                    <a:pt x="6830794" y="2295556"/>
                  </a:lnTo>
                  <a:lnTo>
                    <a:pt x="6831131" y="2293408"/>
                  </a:lnTo>
                  <a:lnTo>
                    <a:pt x="6831467" y="2291224"/>
                  </a:lnTo>
                  <a:lnTo>
                    <a:pt x="6831804" y="2289392"/>
                  </a:lnTo>
                  <a:lnTo>
                    <a:pt x="6832140" y="2287740"/>
                  </a:lnTo>
                  <a:lnTo>
                    <a:pt x="6832477" y="2286030"/>
                  </a:lnTo>
                  <a:lnTo>
                    <a:pt x="6832813" y="2284650"/>
                  </a:lnTo>
                  <a:lnTo>
                    <a:pt x="6833150" y="2284126"/>
                  </a:lnTo>
                  <a:lnTo>
                    <a:pt x="6833486" y="2284104"/>
                  </a:lnTo>
                  <a:lnTo>
                    <a:pt x="6833823" y="2284270"/>
                  </a:lnTo>
                  <a:lnTo>
                    <a:pt x="6834159" y="2284284"/>
                  </a:lnTo>
                  <a:lnTo>
                    <a:pt x="6834496" y="2283910"/>
                  </a:lnTo>
                  <a:lnTo>
                    <a:pt x="6834832" y="2283508"/>
                  </a:lnTo>
                  <a:lnTo>
                    <a:pt x="6835168" y="2283350"/>
                  </a:lnTo>
                  <a:lnTo>
                    <a:pt x="6835505" y="2284083"/>
                  </a:lnTo>
                  <a:lnTo>
                    <a:pt x="6835841" y="2285469"/>
                  </a:lnTo>
                  <a:lnTo>
                    <a:pt x="6836178" y="2287208"/>
                  </a:lnTo>
                  <a:lnTo>
                    <a:pt x="6836514" y="2288832"/>
                  </a:lnTo>
                  <a:lnTo>
                    <a:pt x="6836851" y="2289952"/>
                  </a:lnTo>
                  <a:lnTo>
                    <a:pt x="6837187" y="2290678"/>
                  </a:lnTo>
                  <a:lnTo>
                    <a:pt x="6837524" y="2290915"/>
                  </a:lnTo>
                  <a:lnTo>
                    <a:pt x="6837860" y="2290750"/>
                  </a:lnTo>
                  <a:lnTo>
                    <a:pt x="6838197" y="2290355"/>
                  </a:lnTo>
                  <a:lnTo>
                    <a:pt x="6838533" y="2289586"/>
                  </a:lnTo>
                  <a:lnTo>
                    <a:pt x="6838870" y="2289011"/>
                  </a:lnTo>
                  <a:lnTo>
                    <a:pt x="6839206" y="2289263"/>
                  </a:lnTo>
                  <a:lnTo>
                    <a:pt x="6839542" y="2289809"/>
                  </a:lnTo>
                  <a:lnTo>
                    <a:pt x="6839879" y="2290463"/>
                  </a:lnTo>
                  <a:lnTo>
                    <a:pt x="6840215" y="2290937"/>
                  </a:lnTo>
                  <a:lnTo>
                    <a:pt x="6840552" y="2290908"/>
                  </a:lnTo>
                  <a:lnTo>
                    <a:pt x="6840888" y="2290879"/>
                  </a:lnTo>
                  <a:lnTo>
                    <a:pt x="6841225" y="2290628"/>
                  </a:lnTo>
                  <a:lnTo>
                    <a:pt x="6841561" y="2289917"/>
                  </a:lnTo>
                  <a:lnTo>
                    <a:pt x="6841898" y="2289536"/>
                  </a:lnTo>
                  <a:lnTo>
                    <a:pt x="6842234" y="2289622"/>
                  </a:lnTo>
                  <a:lnTo>
                    <a:pt x="6842571" y="2290283"/>
                  </a:lnTo>
                  <a:lnTo>
                    <a:pt x="6842907" y="2291174"/>
                  </a:lnTo>
                  <a:lnTo>
                    <a:pt x="6843244" y="2292072"/>
                  </a:lnTo>
                  <a:lnTo>
                    <a:pt x="6843580" y="2292819"/>
                  </a:lnTo>
                  <a:lnTo>
                    <a:pt x="6843916" y="2292869"/>
                  </a:lnTo>
                  <a:lnTo>
                    <a:pt x="6844253" y="2291828"/>
                  </a:lnTo>
                  <a:lnTo>
                    <a:pt x="6844589" y="2290405"/>
                  </a:lnTo>
                  <a:lnTo>
                    <a:pt x="6844926" y="2286523"/>
                  </a:lnTo>
                  <a:lnTo>
                    <a:pt x="6845262" y="2284188"/>
                  </a:lnTo>
                  <a:lnTo>
                    <a:pt x="6845599" y="2282744"/>
                  </a:lnTo>
                  <a:lnTo>
                    <a:pt x="6845935" y="2280796"/>
                  </a:lnTo>
                  <a:lnTo>
                    <a:pt x="6846272" y="2279334"/>
                  </a:lnTo>
                  <a:lnTo>
                    <a:pt x="6846608" y="2277203"/>
                  </a:lnTo>
                  <a:lnTo>
                    <a:pt x="6846945" y="2274424"/>
                  </a:lnTo>
                  <a:lnTo>
                    <a:pt x="6847281" y="2271153"/>
                  </a:lnTo>
                  <a:lnTo>
                    <a:pt x="6847617" y="2267334"/>
                  </a:lnTo>
                  <a:lnTo>
                    <a:pt x="6847954" y="2263278"/>
                  </a:lnTo>
                  <a:lnTo>
                    <a:pt x="6848290" y="2259067"/>
                  </a:lnTo>
                  <a:lnTo>
                    <a:pt x="6848627" y="2255299"/>
                  </a:lnTo>
                  <a:lnTo>
                    <a:pt x="6848963" y="2252117"/>
                  </a:lnTo>
                  <a:lnTo>
                    <a:pt x="6849300" y="2249302"/>
                  </a:lnTo>
                  <a:lnTo>
                    <a:pt x="6849636" y="2246432"/>
                  </a:lnTo>
                  <a:lnTo>
                    <a:pt x="6849973" y="2243738"/>
                  </a:lnTo>
                  <a:lnTo>
                    <a:pt x="6850309" y="2240327"/>
                  </a:lnTo>
                  <a:lnTo>
                    <a:pt x="6850646" y="2237661"/>
                  </a:lnTo>
                  <a:lnTo>
                    <a:pt x="6850982" y="2233472"/>
                  </a:lnTo>
                  <a:lnTo>
                    <a:pt x="6851319" y="2229143"/>
                  </a:lnTo>
                  <a:lnTo>
                    <a:pt x="6851655" y="2224699"/>
                  </a:lnTo>
                  <a:lnTo>
                    <a:pt x="6851991" y="2218764"/>
                  </a:lnTo>
                  <a:lnTo>
                    <a:pt x="6852328" y="2214141"/>
                  </a:lnTo>
                  <a:lnTo>
                    <a:pt x="6852664" y="2212596"/>
                  </a:lnTo>
                  <a:lnTo>
                    <a:pt x="6853001" y="2210835"/>
                  </a:lnTo>
                  <a:lnTo>
                    <a:pt x="6853337" y="2209031"/>
                  </a:lnTo>
                  <a:lnTo>
                    <a:pt x="6853674" y="2206057"/>
                  </a:lnTo>
                  <a:lnTo>
                    <a:pt x="6854010" y="2202429"/>
                  </a:lnTo>
                  <a:lnTo>
                    <a:pt x="6854347" y="2198563"/>
                  </a:lnTo>
                  <a:lnTo>
                    <a:pt x="6854683" y="2194484"/>
                  </a:lnTo>
                  <a:lnTo>
                    <a:pt x="6855020" y="2190153"/>
                  </a:lnTo>
                  <a:lnTo>
                    <a:pt x="6855356" y="2186019"/>
                  </a:lnTo>
                  <a:lnTo>
                    <a:pt x="6855693" y="2182051"/>
                  </a:lnTo>
                  <a:lnTo>
                    <a:pt x="6856029" y="2178424"/>
                  </a:lnTo>
                  <a:lnTo>
                    <a:pt x="6856365" y="2174461"/>
                  </a:lnTo>
                  <a:lnTo>
                    <a:pt x="6856702" y="2171017"/>
                  </a:lnTo>
                  <a:lnTo>
                    <a:pt x="6857038" y="2167821"/>
                  </a:lnTo>
                  <a:lnTo>
                    <a:pt x="6857375" y="2163462"/>
                  </a:lnTo>
                  <a:lnTo>
                    <a:pt x="6857711" y="2159257"/>
                  </a:lnTo>
                  <a:lnTo>
                    <a:pt x="6858048" y="2155329"/>
                  </a:lnTo>
                  <a:lnTo>
                    <a:pt x="6858384" y="2151193"/>
                  </a:lnTo>
                  <a:lnTo>
                    <a:pt x="6858721" y="2148263"/>
                  </a:lnTo>
                  <a:lnTo>
                    <a:pt x="6859057" y="2145513"/>
                  </a:lnTo>
                  <a:lnTo>
                    <a:pt x="6859394" y="2140720"/>
                  </a:lnTo>
                  <a:lnTo>
                    <a:pt x="6859730" y="2136348"/>
                  </a:lnTo>
                  <a:lnTo>
                    <a:pt x="6860067" y="2132570"/>
                  </a:lnTo>
                  <a:lnTo>
                    <a:pt x="6860403" y="2129492"/>
                  </a:lnTo>
                  <a:lnTo>
                    <a:pt x="6860739" y="2126956"/>
                  </a:lnTo>
                  <a:lnTo>
                    <a:pt x="6861076" y="2124506"/>
                  </a:lnTo>
                  <a:lnTo>
                    <a:pt x="6861412" y="2122960"/>
                  </a:lnTo>
                  <a:lnTo>
                    <a:pt x="6861749" y="2121171"/>
                  </a:lnTo>
                  <a:lnTo>
                    <a:pt x="6862085" y="2119722"/>
                  </a:lnTo>
                  <a:lnTo>
                    <a:pt x="6862422" y="2117649"/>
                  </a:lnTo>
                  <a:lnTo>
                    <a:pt x="6862758" y="2116281"/>
                  </a:lnTo>
                  <a:lnTo>
                    <a:pt x="6863095" y="2114857"/>
                  </a:lnTo>
                  <a:lnTo>
                    <a:pt x="6863431" y="2114240"/>
                  </a:lnTo>
                  <a:lnTo>
                    <a:pt x="6863768" y="2113174"/>
                  </a:lnTo>
                  <a:lnTo>
                    <a:pt x="6864104" y="2111777"/>
                  </a:lnTo>
                  <a:lnTo>
                    <a:pt x="6864441" y="2110158"/>
                  </a:lnTo>
                  <a:lnTo>
                    <a:pt x="6864777" y="2109454"/>
                  </a:lnTo>
                  <a:lnTo>
                    <a:pt x="6865113" y="2108763"/>
                  </a:lnTo>
                  <a:lnTo>
                    <a:pt x="6865450" y="2107809"/>
                  </a:lnTo>
                  <a:lnTo>
                    <a:pt x="6865786" y="2106423"/>
                  </a:lnTo>
                  <a:lnTo>
                    <a:pt x="6866123" y="2105124"/>
                  </a:lnTo>
                  <a:lnTo>
                    <a:pt x="6866459" y="2103118"/>
                  </a:lnTo>
                  <a:lnTo>
                    <a:pt x="6866796" y="2100912"/>
                  </a:lnTo>
                  <a:lnTo>
                    <a:pt x="6867132" y="2098295"/>
                  </a:lnTo>
                  <a:lnTo>
                    <a:pt x="6867469" y="2096194"/>
                  </a:lnTo>
                  <a:lnTo>
                    <a:pt x="6867805" y="2094390"/>
                  </a:lnTo>
                  <a:lnTo>
                    <a:pt x="6868142" y="2093334"/>
                  </a:lnTo>
                  <a:lnTo>
                    <a:pt x="6868478" y="2092706"/>
                  </a:lnTo>
                  <a:lnTo>
                    <a:pt x="6868815" y="2091890"/>
                  </a:lnTo>
                  <a:lnTo>
                    <a:pt x="6869151" y="2091463"/>
                  </a:lnTo>
                  <a:lnTo>
                    <a:pt x="6869487" y="2091067"/>
                  </a:lnTo>
                  <a:lnTo>
                    <a:pt x="6869824" y="2090321"/>
                  </a:lnTo>
                  <a:lnTo>
                    <a:pt x="6870160" y="2089078"/>
                  </a:lnTo>
                  <a:lnTo>
                    <a:pt x="6870497" y="2087602"/>
                  </a:lnTo>
                  <a:lnTo>
                    <a:pt x="6870833" y="2086895"/>
                  </a:lnTo>
                  <a:lnTo>
                    <a:pt x="6871170" y="2086030"/>
                  </a:lnTo>
                  <a:lnTo>
                    <a:pt x="6871506" y="2084820"/>
                  </a:lnTo>
                  <a:lnTo>
                    <a:pt x="6871843" y="2083210"/>
                  </a:lnTo>
                  <a:lnTo>
                    <a:pt x="6872179" y="2081945"/>
                  </a:lnTo>
                  <a:lnTo>
                    <a:pt x="6872516" y="2080347"/>
                  </a:lnTo>
                  <a:lnTo>
                    <a:pt x="6872852" y="2078425"/>
                  </a:lnTo>
                  <a:lnTo>
                    <a:pt x="6873189" y="2074949"/>
                  </a:lnTo>
                  <a:lnTo>
                    <a:pt x="6873525" y="2071216"/>
                  </a:lnTo>
                  <a:lnTo>
                    <a:pt x="6873861" y="2066900"/>
                  </a:lnTo>
                  <a:lnTo>
                    <a:pt x="6874198" y="2062666"/>
                  </a:lnTo>
                  <a:lnTo>
                    <a:pt x="6874534" y="2057775"/>
                  </a:lnTo>
                  <a:lnTo>
                    <a:pt x="6874871" y="2052720"/>
                  </a:lnTo>
                  <a:lnTo>
                    <a:pt x="6875207" y="2047686"/>
                  </a:lnTo>
                  <a:lnTo>
                    <a:pt x="6875544" y="2042434"/>
                  </a:lnTo>
                  <a:lnTo>
                    <a:pt x="6875880" y="2036832"/>
                  </a:lnTo>
                  <a:lnTo>
                    <a:pt x="6876217" y="2029769"/>
                  </a:lnTo>
                  <a:lnTo>
                    <a:pt x="6876553" y="2022896"/>
                  </a:lnTo>
                  <a:lnTo>
                    <a:pt x="6876890" y="2016704"/>
                  </a:lnTo>
                  <a:lnTo>
                    <a:pt x="6877226" y="2010999"/>
                  </a:lnTo>
                  <a:lnTo>
                    <a:pt x="6877563" y="2004560"/>
                  </a:lnTo>
                  <a:lnTo>
                    <a:pt x="6877899" y="1996334"/>
                  </a:lnTo>
                  <a:lnTo>
                    <a:pt x="6878235" y="1988455"/>
                  </a:lnTo>
                  <a:lnTo>
                    <a:pt x="6878572" y="1980327"/>
                  </a:lnTo>
                  <a:lnTo>
                    <a:pt x="6878908" y="1969228"/>
                  </a:lnTo>
                  <a:lnTo>
                    <a:pt x="6879245" y="1958390"/>
                  </a:lnTo>
                  <a:lnTo>
                    <a:pt x="6879581" y="1948267"/>
                  </a:lnTo>
                  <a:lnTo>
                    <a:pt x="6879918" y="1938722"/>
                  </a:lnTo>
                  <a:lnTo>
                    <a:pt x="6880254" y="1929519"/>
                  </a:lnTo>
                  <a:lnTo>
                    <a:pt x="6880591" y="1920996"/>
                  </a:lnTo>
                  <a:lnTo>
                    <a:pt x="6880927" y="1913710"/>
                  </a:lnTo>
                  <a:lnTo>
                    <a:pt x="6881264" y="1906159"/>
                  </a:lnTo>
                  <a:lnTo>
                    <a:pt x="6881600" y="1898907"/>
                  </a:lnTo>
                  <a:lnTo>
                    <a:pt x="6881936" y="1891051"/>
                  </a:lnTo>
                  <a:lnTo>
                    <a:pt x="6882273" y="1883303"/>
                  </a:lnTo>
                  <a:lnTo>
                    <a:pt x="6882609" y="1877788"/>
                  </a:lnTo>
                  <a:lnTo>
                    <a:pt x="6882946" y="1872854"/>
                  </a:lnTo>
                  <a:lnTo>
                    <a:pt x="6883282" y="1868649"/>
                  </a:lnTo>
                  <a:lnTo>
                    <a:pt x="6883619" y="1864320"/>
                  </a:lnTo>
                  <a:lnTo>
                    <a:pt x="6883955" y="1860602"/>
                  </a:lnTo>
                  <a:lnTo>
                    <a:pt x="6884292" y="1856953"/>
                  </a:lnTo>
                  <a:lnTo>
                    <a:pt x="6884628" y="1852604"/>
                  </a:lnTo>
                  <a:lnTo>
                    <a:pt x="6884965" y="1847983"/>
                  </a:lnTo>
                  <a:lnTo>
                    <a:pt x="6885301" y="1843241"/>
                  </a:lnTo>
                  <a:lnTo>
                    <a:pt x="6885638" y="1838222"/>
                  </a:lnTo>
                  <a:lnTo>
                    <a:pt x="6885974" y="1832694"/>
                  </a:lnTo>
                  <a:lnTo>
                    <a:pt x="6886310" y="1827227"/>
                  </a:lnTo>
                  <a:lnTo>
                    <a:pt x="6886647" y="1821580"/>
                  </a:lnTo>
                  <a:lnTo>
                    <a:pt x="6886983" y="1816001"/>
                  </a:lnTo>
                  <a:lnTo>
                    <a:pt x="6887320" y="1810811"/>
                  </a:lnTo>
                  <a:lnTo>
                    <a:pt x="6887656" y="1807241"/>
                  </a:lnTo>
                  <a:lnTo>
                    <a:pt x="6887993" y="1803702"/>
                  </a:lnTo>
                  <a:lnTo>
                    <a:pt x="6888329" y="1801367"/>
                  </a:lnTo>
                  <a:lnTo>
                    <a:pt x="6888666" y="1799311"/>
                  </a:lnTo>
                  <a:lnTo>
                    <a:pt x="6889002" y="1797245"/>
                  </a:lnTo>
                  <a:lnTo>
                    <a:pt x="6889339" y="1794768"/>
                  </a:lnTo>
                  <a:lnTo>
                    <a:pt x="6889675" y="1792053"/>
                  </a:lnTo>
                  <a:lnTo>
                    <a:pt x="6890012" y="1789093"/>
                  </a:lnTo>
                  <a:lnTo>
                    <a:pt x="6890348" y="1785389"/>
                  </a:lnTo>
                  <a:lnTo>
                    <a:pt x="6890684" y="1781441"/>
                  </a:lnTo>
                  <a:lnTo>
                    <a:pt x="6891021" y="1777507"/>
                  </a:lnTo>
                  <a:lnTo>
                    <a:pt x="6891357" y="1773494"/>
                  </a:lnTo>
                  <a:lnTo>
                    <a:pt x="6891694" y="1769586"/>
                  </a:lnTo>
                  <a:lnTo>
                    <a:pt x="6892030" y="1766108"/>
                  </a:lnTo>
                  <a:lnTo>
                    <a:pt x="6892367" y="1762581"/>
                  </a:lnTo>
                  <a:lnTo>
                    <a:pt x="6892703" y="1759336"/>
                  </a:lnTo>
                  <a:lnTo>
                    <a:pt x="6893040" y="1753593"/>
                  </a:lnTo>
                  <a:lnTo>
                    <a:pt x="6893376" y="1746936"/>
                  </a:lnTo>
                  <a:lnTo>
                    <a:pt x="6893713" y="1736662"/>
                  </a:lnTo>
                  <a:lnTo>
                    <a:pt x="6894049" y="1726777"/>
                  </a:lnTo>
                  <a:lnTo>
                    <a:pt x="6894386" y="1717839"/>
                  </a:lnTo>
                  <a:lnTo>
                    <a:pt x="6894722" y="1709843"/>
                  </a:lnTo>
                  <a:lnTo>
                    <a:pt x="6895058" y="1703104"/>
                  </a:lnTo>
                  <a:lnTo>
                    <a:pt x="6895395" y="1697774"/>
                  </a:lnTo>
                  <a:lnTo>
                    <a:pt x="6895731" y="1693671"/>
                  </a:lnTo>
                  <a:lnTo>
                    <a:pt x="6896068" y="1690561"/>
                  </a:lnTo>
                  <a:lnTo>
                    <a:pt x="6896404" y="1688729"/>
                  </a:lnTo>
                  <a:lnTo>
                    <a:pt x="6896741" y="1687320"/>
                  </a:lnTo>
                  <a:lnTo>
                    <a:pt x="6897077" y="1685668"/>
                  </a:lnTo>
                  <a:lnTo>
                    <a:pt x="6897414" y="1683958"/>
                  </a:lnTo>
                  <a:lnTo>
                    <a:pt x="6897750" y="1682852"/>
                  </a:lnTo>
                  <a:lnTo>
                    <a:pt x="6898087" y="1681702"/>
                  </a:lnTo>
                  <a:lnTo>
                    <a:pt x="6898423" y="1681993"/>
                  </a:lnTo>
                  <a:lnTo>
                    <a:pt x="6898760" y="1682307"/>
                  </a:lnTo>
                  <a:lnTo>
                    <a:pt x="6899096" y="1682353"/>
                  </a:lnTo>
                  <a:lnTo>
                    <a:pt x="6899432" y="1681890"/>
                  </a:lnTo>
                  <a:lnTo>
                    <a:pt x="6899769" y="1680997"/>
                  </a:lnTo>
                  <a:lnTo>
                    <a:pt x="6900105" y="1679403"/>
                  </a:lnTo>
                  <a:lnTo>
                    <a:pt x="6900442" y="1677230"/>
                  </a:lnTo>
                  <a:lnTo>
                    <a:pt x="6900778" y="1674192"/>
                  </a:lnTo>
                  <a:lnTo>
                    <a:pt x="6901115" y="1670354"/>
                  </a:lnTo>
                  <a:lnTo>
                    <a:pt x="6901451" y="1666087"/>
                  </a:lnTo>
                  <a:lnTo>
                    <a:pt x="6901788" y="1661759"/>
                  </a:lnTo>
                  <a:lnTo>
                    <a:pt x="6902124" y="1657291"/>
                  </a:lnTo>
                  <a:lnTo>
                    <a:pt x="6902461" y="1652521"/>
                  </a:lnTo>
                  <a:lnTo>
                    <a:pt x="6902797" y="1647249"/>
                  </a:lnTo>
                  <a:lnTo>
                    <a:pt x="6903134" y="1642197"/>
                  </a:lnTo>
                  <a:lnTo>
                    <a:pt x="6903470" y="1637127"/>
                  </a:lnTo>
                  <a:lnTo>
                    <a:pt x="6903806" y="1632419"/>
                  </a:lnTo>
                  <a:lnTo>
                    <a:pt x="6904143" y="1627801"/>
                  </a:lnTo>
                  <a:lnTo>
                    <a:pt x="6904479" y="1621881"/>
                  </a:lnTo>
                  <a:lnTo>
                    <a:pt x="6904816" y="1616658"/>
                  </a:lnTo>
                  <a:lnTo>
                    <a:pt x="6905152" y="1612110"/>
                  </a:lnTo>
                  <a:lnTo>
                    <a:pt x="6905489" y="1608188"/>
                  </a:lnTo>
                  <a:lnTo>
                    <a:pt x="6905825" y="1605249"/>
                  </a:lnTo>
                  <a:lnTo>
                    <a:pt x="6906162" y="1602921"/>
                  </a:lnTo>
                  <a:lnTo>
                    <a:pt x="6906498" y="1600220"/>
                  </a:lnTo>
                  <a:lnTo>
                    <a:pt x="6906835" y="1597505"/>
                  </a:lnTo>
                  <a:lnTo>
                    <a:pt x="6907171" y="1595421"/>
                  </a:lnTo>
                  <a:lnTo>
                    <a:pt x="6907508" y="1594315"/>
                  </a:lnTo>
                  <a:lnTo>
                    <a:pt x="6907844" y="1593503"/>
                  </a:lnTo>
                  <a:lnTo>
                    <a:pt x="6908180" y="1592777"/>
                  </a:lnTo>
                  <a:lnTo>
                    <a:pt x="6908517" y="1592325"/>
                  </a:lnTo>
                  <a:lnTo>
                    <a:pt x="6908853" y="1592440"/>
                  </a:lnTo>
                  <a:lnTo>
                    <a:pt x="6909190" y="1592540"/>
                  </a:lnTo>
                  <a:lnTo>
                    <a:pt x="6909526" y="1592555"/>
                  </a:lnTo>
                  <a:lnTo>
                    <a:pt x="6909863" y="1592159"/>
                  </a:lnTo>
                  <a:lnTo>
                    <a:pt x="6910199" y="1590974"/>
                  </a:lnTo>
                  <a:lnTo>
                    <a:pt x="6910536" y="1589774"/>
                  </a:lnTo>
                  <a:lnTo>
                    <a:pt x="6910872" y="1588503"/>
                  </a:lnTo>
                  <a:lnTo>
                    <a:pt x="6911209" y="1587425"/>
                  </a:lnTo>
                  <a:lnTo>
                    <a:pt x="6911545" y="1587209"/>
                  </a:lnTo>
                  <a:lnTo>
                    <a:pt x="6911882" y="1588437"/>
                  </a:lnTo>
                  <a:lnTo>
                    <a:pt x="6912218" y="1590119"/>
                  </a:lnTo>
                  <a:lnTo>
                    <a:pt x="6912554" y="1589145"/>
                  </a:lnTo>
                  <a:lnTo>
                    <a:pt x="6912891" y="1588326"/>
                  </a:lnTo>
                  <a:lnTo>
                    <a:pt x="6913227" y="1587768"/>
                  </a:lnTo>
                  <a:lnTo>
                    <a:pt x="6913564" y="1587304"/>
                  </a:lnTo>
                  <a:lnTo>
                    <a:pt x="6913900" y="1586537"/>
                  </a:lnTo>
                  <a:lnTo>
                    <a:pt x="6914237" y="1586130"/>
                  </a:lnTo>
                  <a:lnTo>
                    <a:pt x="6914573" y="1585754"/>
                  </a:lnTo>
                  <a:lnTo>
                    <a:pt x="6914910" y="1585772"/>
                  </a:lnTo>
                  <a:lnTo>
                    <a:pt x="6915246" y="1586240"/>
                  </a:lnTo>
                  <a:lnTo>
                    <a:pt x="6915583" y="1586795"/>
                  </a:lnTo>
                  <a:lnTo>
                    <a:pt x="6915919" y="1586784"/>
                  </a:lnTo>
                  <a:lnTo>
                    <a:pt x="6916255" y="1586155"/>
                  </a:lnTo>
                  <a:lnTo>
                    <a:pt x="6916592" y="1584759"/>
                  </a:lnTo>
                  <a:lnTo>
                    <a:pt x="6916928" y="1583401"/>
                  </a:lnTo>
                  <a:lnTo>
                    <a:pt x="6917265" y="1580354"/>
                  </a:lnTo>
                  <a:lnTo>
                    <a:pt x="6917601" y="1578138"/>
                  </a:lnTo>
                  <a:lnTo>
                    <a:pt x="6917938" y="1575248"/>
                  </a:lnTo>
                  <a:lnTo>
                    <a:pt x="6918274" y="1571555"/>
                  </a:lnTo>
                  <a:lnTo>
                    <a:pt x="6918611" y="1568007"/>
                  </a:lnTo>
                  <a:lnTo>
                    <a:pt x="6918947" y="1561423"/>
                  </a:lnTo>
                  <a:lnTo>
                    <a:pt x="6919284" y="1556883"/>
                  </a:lnTo>
                  <a:lnTo>
                    <a:pt x="6919620" y="1551516"/>
                  </a:lnTo>
                  <a:lnTo>
                    <a:pt x="6919957" y="1546713"/>
                  </a:lnTo>
                  <a:lnTo>
                    <a:pt x="6920293" y="1544252"/>
                  </a:lnTo>
                  <a:lnTo>
                    <a:pt x="6920629" y="1542725"/>
                  </a:lnTo>
                  <a:lnTo>
                    <a:pt x="6920966" y="1542993"/>
                  </a:lnTo>
                  <a:lnTo>
                    <a:pt x="6921302" y="1543560"/>
                  </a:lnTo>
                  <a:lnTo>
                    <a:pt x="6921639" y="1545173"/>
                  </a:lnTo>
                  <a:lnTo>
                    <a:pt x="6921975" y="1547354"/>
                  </a:lnTo>
                  <a:lnTo>
                    <a:pt x="6922312" y="1550203"/>
                  </a:lnTo>
                  <a:lnTo>
                    <a:pt x="6922648" y="1553830"/>
                  </a:lnTo>
                  <a:lnTo>
                    <a:pt x="6922985" y="1558155"/>
                  </a:lnTo>
                  <a:lnTo>
                    <a:pt x="6923321" y="1562551"/>
                  </a:lnTo>
                  <a:lnTo>
                    <a:pt x="6923658" y="1566444"/>
                  </a:lnTo>
                  <a:lnTo>
                    <a:pt x="6923994" y="1569839"/>
                  </a:lnTo>
                  <a:lnTo>
                    <a:pt x="6924331" y="1573301"/>
                  </a:lnTo>
                  <a:lnTo>
                    <a:pt x="6924667" y="1576909"/>
                  </a:lnTo>
                  <a:lnTo>
                    <a:pt x="6925003" y="1580379"/>
                  </a:lnTo>
                  <a:lnTo>
                    <a:pt x="6925340" y="1583296"/>
                  </a:lnTo>
                  <a:lnTo>
                    <a:pt x="6925676" y="1585941"/>
                  </a:lnTo>
                  <a:lnTo>
                    <a:pt x="6926013" y="1587473"/>
                  </a:lnTo>
                  <a:lnTo>
                    <a:pt x="6926349" y="1588901"/>
                  </a:lnTo>
                  <a:lnTo>
                    <a:pt x="6926686" y="1591963"/>
                  </a:lnTo>
                  <a:lnTo>
                    <a:pt x="6927022" y="1594829"/>
                  </a:lnTo>
                  <a:lnTo>
                    <a:pt x="6927359" y="1597141"/>
                  </a:lnTo>
                  <a:lnTo>
                    <a:pt x="6927695" y="1597930"/>
                  </a:lnTo>
                  <a:lnTo>
                    <a:pt x="6928032" y="1596983"/>
                  </a:lnTo>
                  <a:lnTo>
                    <a:pt x="6928368" y="1594745"/>
                  </a:lnTo>
                  <a:lnTo>
                    <a:pt x="6928705" y="1591489"/>
                  </a:lnTo>
                  <a:lnTo>
                    <a:pt x="6929041" y="1587819"/>
                  </a:lnTo>
                  <a:lnTo>
                    <a:pt x="6929377" y="1583310"/>
                  </a:lnTo>
                  <a:lnTo>
                    <a:pt x="6929714" y="1579288"/>
                  </a:lnTo>
                  <a:lnTo>
                    <a:pt x="6930050" y="1573417"/>
                  </a:lnTo>
                  <a:lnTo>
                    <a:pt x="6930387" y="1567759"/>
                  </a:lnTo>
                  <a:lnTo>
                    <a:pt x="6930723" y="1559610"/>
                  </a:lnTo>
                  <a:lnTo>
                    <a:pt x="6931060" y="1550672"/>
                  </a:lnTo>
                  <a:lnTo>
                    <a:pt x="6931396" y="1537799"/>
                  </a:lnTo>
                  <a:lnTo>
                    <a:pt x="6931733" y="1524938"/>
                  </a:lnTo>
                  <a:lnTo>
                    <a:pt x="6932069" y="1512057"/>
                  </a:lnTo>
                  <a:lnTo>
                    <a:pt x="6932406" y="1498673"/>
                  </a:lnTo>
                  <a:lnTo>
                    <a:pt x="6932742" y="1485482"/>
                  </a:lnTo>
                  <a:lnTo>
                    <a:pt x="6933079" y="1473275"/>
                  </a:lnTo>
                  <a:lnTo>
                    <a:pt x="6933415" y="1461785"/>
                  </a:lnTo>
                  <a:lnTo>
                    <a:pt x="6933751" y="1450032"/>
                  </a:lnTo>
                  <a:lnTo>
                    <a:pt x="6934088" y="1438639"/>
                  </a:lnTo>
                  <a:lnTo>
                    <a:pt x="6934424" y="1427556"/>
                  </a:lnTo>
                  <a:lnTo>
                    <a:pt x="6934761" y="1416580"/>
                  </a:lnTo>
                  <a:lnTo>
                    <a:pt x="6935097" y="1405882"/>
                  </a:lnTo>
                  <a:lnTo>
                    <a:pt x="6935434" y="1394946"/>
                  </a:lnTo>
                  <a:lnTo>
                    <a:pt x="6935770" y="1383650"/>
                  </a:lnTo>
                  <a:lnTo>
                    <a:pt x="6936107" y="1372752"/>
                  </a:lnTo>
                  <a:lnTo>
                    <a:pt x="6936443" y="1361646"/>
                  </a:lnTo>
                  <a:lnTo>
                    <a:pt x="6936780" y="1350703"/>
                  </a:lnTo>
                  <a:lnTo>
                    <a:pt x="6937116" y="1340606"/>
                  </a:lnTo>
                  <a:lnTo>
                    <a:pt x="6937453" y="1334930"/>
                  </a:lnTo>
                  <a:lnTo>
                    <a:pt x="6937789" y="1330487"/>
                  </a:lnTo>
                  <a:lnTo>
                    <a:pt x="6938125" y="1325825"/>
                  </a:lnTo>
                  <a:lnTo>
                    <a:pt x="6938462" y="1321493"/>
                  </a:lnTo>
                  <a:lnTo>
                    <a:pt x="6938798" y="1317524"/>
                  </a:lnTo>
                  <a:lnTo>
                    <a:pt x="6939135" y="1313947"/>
                  </a:lnTo>
                  <a:lnTo>
                    <a:pt x="6939471" y="1310946"/>
                  </a:lnTo>
                  <a:lnTo>
                    <a:pt x="6939808" y="1308114"/>
                  </a:lnTo>
                  <a:lnTo>
                    <a:pt x="6940144" y="1305582"/>
                  </a:lnTo>
                  <a:lnTo>
                    <a:pt x="6940481" y="1304697"/>
                  </a:lnTo>
                  <a:lnTo>
                    <a:pt x="6940817" y="1304385"/>
                  </a:lnTo>
                  <a:lnTo>
                    <a:pt x="6941154" y="1305459"/>
                  </a:lnTo>
                  <a:lnTo>
                    <a:pt x="6941490" y="1307249"/>
                  </a:lnTo>
                  <a:lnTo>
                    <a:pt x="6941827" y="1309883"/>
                  </a:lnTo>
                  <a:lnTo>
                    <a:pt x="6942163" y="1312419"/>
                  </a:lnTo>
                  <a:lnTo>
                    <a:pt x="6942499" y="1314671"/>
                  </a:lnTo>
                  <a:lnTo>
                    <a:pt x="6942836" y="1316949"/>
                  </a:lnTo>
                  <a:lnTo>
                    <a:pt x="6943172" y="1319764"/>
                  </a:lnTo>
                  <a:lnTo>
                    <a:pt x="6943509" y="1323263"/>
                  </a:lnTo>
                  <a:lnTo>
                    <a:pt x="6943845" y="1327284"/>
                  </a:lnTo>
                  <a:lnTo>
                    <a:pt x="6944182" y="1330961"/>
                  </a:lnTo>
                  <a:lnTo>
                    <a:pt x="6944518" y="1334870"/>
                  </a:lnTo>
                  <a:lnTo>
                    <a:pt x="6944855" y="1339303"/>
                  </a:lnTo>
                  <a:lnTo>
                    <a:pt x="6945191" y="1345379"/>
                  </a:lnTo>
                  <a:lnTo>
                    <a:pt x="6945528" y="1350650"/>
                  </a:lnTo>
                  <a:lnTo>
                    <a:pt x="6945864" y="1355940"/>
                  </a:lnTo>
                  <a:lnTo>
                    <a:pt x="6946200" y="1363756"/>
                  </a:lnTo>
                  <a:lnTo>
                    <a:pt x="6946537" y="1370574"/>
                  </a:lnTo>
                  <a:lnTo>
                    <a:pt x="6946873" y="1377025"/>
                  </a:lnTo>
                  <a:lnTo>
                    <a:pt x="6947210" y="1384430"/>
                  </a:lnTo>
                  <a:lnTo>
                    <a:pt x="6947546" y="1392096"/>
                  </a:lnTo>
                  <a:lnTo>
                    <a:pt x="6947883" y="1399407"/>
                  </a:lnTo>
                  <a:lnTo>
                    <a:pt x="6948219" y="1405776"/>
                  </a:lnTo>
                  <a:lnTo>
                    <a:pt x="6948556" y="1412118"/>
                  </a:lnTo>
                  <a:lnTo>
                    <a:pt x="6948892" y="1418072"/>
                  </a:lnTo>
                  <a:lnTo>
                    <a:pt x="6949229" y="1424809"/>
                  </a:lnTo>
                  <a:lnTo>
                    <a:pt x="6949565" y="1431458"/>
                  </a:lnTo>
                  <a:lnTo>
                    <a:pt x="6949902" y="1436132"/>
                  </a:lnTo>
                  <a:lnTo>
                    <a:pt x="6950238" y="1440482"/>
                  </a:lnTo>
                  <a:lnTo>
                    <a:pt x="6950574" y="1445193"/>
                  </a:lnTo>
                  <a:lnTo>
                    <a:pt x="6950911" y="1450123"/>
                  </a:lnTo>
                  <a:lnTo>
                    <a:pt x="6951247" y="1454922"/>
                  </a:lnTo>
                  <a:lnTo>
                    <a:pt x="6951584" y="1460370"/>
                  </a:lnTo>
                  <a:lnTo>
                    <a:pt x="6951920" y="1466525"/>
                  </a:lnTo>
                  <a:lnTo>
                    <a:pt x="6952257" y="1473247"/>
                  </a:lnTo>
                  <a:lnTo>
                    <a:pt x="6952593" y="1479870"/>
                  </a:lnTo>
                  <a:lnTo>
                    <a:pt x="6952930" y="1486559"/>
                  </a:lnTo>
                  <a:lnTo>
                    <a:pt x="6953266" y="1493178"/>
                  </a:lnTo>
                  <a:lnTo>
                    <a:pt x="6953603" y="1500038"/>
                  </a:lnTo>
                  <a:lnTo>
                    <a:pt x="6953939" y="1506843"/>
                  </a:lnTo>
                  <a:lnTo>
                    <a:pt x="6954276" y="1513406"/>
                  </a:lnTo>
                  <a:lnTo>
                    <a:pt x="6954612" y="1519594"/>
                  </a:lnTo>
                  <a:lnTo>
                    <a:pt x="6954948" y="1524055"/>
                  </a:lnTo>
                  <a:lnTo>
                    <a:pt x="6955285" y="1528564"/>
                  </a:lnTo>
                  <a:lnTo>
                    <a:pt x="6955621" y="1532616"/>
                  </a:lnTo>
                  <a:lnTo>
                    <a:pt x="6955958" y="1536835"/>
                  </a:lnTo>
                  <a:lnTo>
                    <a:pt x="6956294" y="1541027"/>
                  </a:lnTo>
                  <a:lnTo>
                    <a:pt x="6956631" y="1545157"/>
                  </a:lnTo>
                  <a:lnTo>
                    <a:pt x="6956967" y="1549200"/>
                  </a:lnTo>
                  <a:lnTo>
                    <a:pt x="6957304" y="1553203"/>
                  </a:lnTo>
                  <a:lnTo>
                    <a:pt x="6957640" y="1557768"/>
                  </a:lnTo>
                  <a:lnTo>
                    <a:pt x="6957977" y="1562140"/>
                  </a:lnTo>
                  <a:lnTo>
                    <a:pt x="6958313" y="1566124"/>
                  </a:lnTo>
                  <a:lnTo>
                    <a:pt x="6958650" y="1570116"/>
                  </a:lnTo>
                  <a:lnTo>
                    <a:pt x="6958986" y="1574075"/>
                  </a:lnTo>
                  <a:lnTo>
                    <a:pt x="6959322" y="1577832"/>
                  </a:lnTo>
                  <a:lnTo>
                    <a:pt x="6959659" y="1581841"/>
                  </a:lnTo>
                  <a:lnTo>
                    <a:pt x="6959995" y="1586156"/>
                  </a:lnTo>
                  <a:lnTo>
                    <a:pt x="6960332" y="1592920"/>
                  </a:lnTo>
                  <a:lnTo>
                    <a:pt x="6960668" y="1599728"/>
                  </a:lnTo>
                  <a:lnTo>
                    <a:pt x="6961005" y="1609771"/>
                  </a:lnTo>
                  <a:lnTo>
                    <a:pt x="6961341" y="1619477"/>
                  </a:lnTo>
                  <a:lnTo>
                    <a:pt x="6961678" y="1628817"/>
                  </a:lnTo>
                  <a:lnTo>
                    <a:pt x="6962014" y="1637546"/>
                  </a:lnTo>
                  <a:lnTo>
                    <a:pt x="6962351" y="1645406"/>
                  </a:lnTo>
                  <a:lnTo>
                    <a:pt x="6962687" y="1652468"/>
                  </a:lnTo>
                  <a:lnTo>
                    <a:pt x="6963024" y="1659587"/>
                  </a:lnTo>
                  <a:lnTo>
                    <a:pt x="6963360" y="1666412"/>
                  </a:lnTo>
                  <a:lnTo>
                    <a:pt x="6963696" y="1672181"/>
                  </a:lnTo>
                  <a:lnTo>
                    <a:pt x="6964033" y="1677333"/>
                  </a:lnTo>
                  <a:lnTo>
                    <a:pt x="6964369" y="1682290"/>
                  </a:lnTo>
                  <a:lnTo>
                    <a:pt x="6964706" y="1686881"/>
                  </a:lnTo>
                  <a:lnTo>
                    <a:pt x="6965042" y="1690336"/>
                  </a:lnTo>
                  <a:lnTo>
                    <a:pt x="6965379" y="1693964"/>
                  </a:lnTo>
                  <a:lnTo>
                    <a:pt x="6965715" y="1696863"/>
                  </a:lnTo>
                  <a:lnTo>
                    <a:pt x="6966052" y="1699273"/>
                  </a:lnTo>
                  <a:lnTo>
                    <a:pt x="6966388" y="1701769"/>
                  </a:lnTo>
                  <a:lnTo>
                    <a:pt x="6966725" y="1704553"/>
                  </a:lnTo>
                  <a:lnTo>
                    <a:pt x="6967061" y="1707609"/>
                  </a:lnTo>
                  <a:lnTo>
                    <a:pt x="6967398" y="1711079"/>
                  </a:lnTo>
                  <a:lnTo>
                    <a:pt x="6967734" y="1714376"/>
                  </a:lnTo>
                  <a:lnTo>
                    <a:pt x="6968070" y="1717564"/>
                  </a:lnTo>
                  <a:lnTo>
                    <a:pt x="6968407" y="1721117"/>
                  </a:lnTo>
                  <a:lnTo>
                    <a:pt x="6968743" y="1725021"/>
                  </a:lnTo>
                  <a:lnTo>
                    <a:pt x="6969080" y="1729198"/>
                  </a:lnTo>
                  <a:lnTo>
                    <a:pt x="6969416" y="1733720"/>
                  </a:lnTo>
                  <a:lnTo>
                    <a:pt x="6969753" y="1738618"/>
                  </a:lnTo>
                  <a:lnTo>
                    <a:pt x="6970089" y="1743956"/>
                  </a:lnTo>
                  <a:lnTo>
                    <a:pt x="6970426" y="1748954"/>
                  </a:lnTo>
                  <a:lnTo>
                    <a:pt x="6970762" y="1754028"/>
                  </a:lnTo>
                  <a:lnTo>
                    <a:pt x="6971099" y="1759156"/>
                  </a:lnTo>
                  <a:lnTo>
                    <a:pt x="6971435" y="1764420"/>
                  </a:lnTo>
                  <a:lnTo>
                    <a:pt x="6971772" y="1771051"/>
                  </a:lnTo>
                  <a:lnTo>
                    <a:pt x="6972108" y="1777675"/>
                  </a:lnTo>
                  <a:lnTo>
                    <a:pt x="6972444" y="1784141"/>
                  </a:lnTo>
                  <a:lnTo>
                    <a:pt x="6972781" y="1790492"/>
                  </a:lnTo>
                  <a:lnTo>
                    <a:pt x="6973117" y="1796627"/>
                  </a:lnTo>
                  <a:lnTo>
                    <a:pt x="6973454" y="1802454"/>
                  </a:lnTo>
                  <a:lnTo>
                    <a:pt x="6973790" y="1808532"/>
                  </a:lnTo>
                  <a:lnTo>
                    <a:pt x="6974127" y="1814552"/>
                  </a:lnTo>
                  <a:lnTo>
                    <a:pt x="6974463" y="1820041"/>
                  </a:lnTo>
                  <a:lnTo>
                    <a:pt x="6974800" y="1824876"/>
                  </a:lnTo>
                  <a:lnTo>
                    <a:pt x="6975136" y="1829424"/>
                  </a:lnTo>
                  <a:lnTo>
                    <a:pt x="6975473" y="1833821"/>
                  </a:lnTo>
                  <a:lnTo>
                    <a:pt x="6975809" y="1838591"/>
                  </a:lnTo>
                  <a:lnTo>
                    <a:pt x="6976146" y="1843505"/>
                  </a:lnTo>
                  <a:lnTo>
                    <a:pt x="6976482" y="1848254"/>
                  </a:lnTo>
                  <a:lnTo>
                    <a:pt x="6976818" y="1852845"/>
                  </a:lnTo>
                  <a:lnTo>
                    <a:pt x="6977155" y="1857263"/>
                  </a:lnTo>
                  <a:lnTo>
                    <a:pt x="6977491" y="1862148"/>
                  </a:lnTo>
                  <a:lnTo>
                    <a:pt x="6977828" y="1866969"/>
                  </a:lnTo>
                  <a:lnTo>
                    <a:pt x="6978164" y="1872020"/>
                  </a:lnTo>
                  <a:lnTo>
                    <a:pt x="6978501" y="1877487"/>
                  </a:lnTo>
                  <a:lnTo>
                    <a:pt x="6978837" y="1882810"/>
                  </a:lnTo>
                  <a:lnTo>
                    <a:pt x="6979174" y="1887316"/>
                  </a:lnTo>
                  <a:lnTo>
                    <a:pt x="6979510" y="1892200"/>
                  </a:lnTo>
                  <a:lnTo>
                    <a:pt x="6979847" y="1897832"/>
                  </a:lnTo>
                  <a:lnTo>
                    <a:pt x="6980183" y="1902430"/>
                  </a:lnTo>
                  <a:lnTo>
                    <a:pt x="6980519" y="1907197"/>
                  </a:lnTo>
                  <a:lnTo>
                    <a:pt x="6980856" y="1911003"/>
                  </a:lnTo>
                  <a:lnTo>
                    <a:pt x="6981192" y="1915348"/>
                  </a:lnTo>
                  <a:lnTo>
                    <a:pt x="6981529" y="1919952"/>
                  </a:lnTo>
                  <a:lnTo>
                    <a:pt x="6981865" y="1924910"/>
                  </a:lnTo>
                  <a:lnTo>
                    <a:pt x="6982202" y="1929993"/>
                  </a:lnTo>
                  <a:lnTo>
                    <a:pt x="6982538" y="1934947"/>
                  </a:lnTo>
                  <a:lnTo>
                    <a:pt x="6982875" y="1939624"/>
                  </a:lnTo>
                  <a:lnTo>
                    <a:pt x="6983211" y="1944287"/>
                  </a:lnTo>
                  <a:lnTo>
                    <a:pt x="6983548" y="1949248"/>
                  </a:lnTo>
                  <a:lnTo>
                    <a:pt x="6983884" y="1954549"/>
                  </a:lnTo>
                  <a:lnTo>
                    <a:pt x="6984221" y="1959900"/>
                  </a:lnTo>
                  <a:lnTo>
                    <a:pt x="6984557" y="1966587"/>
                  </a:lnTo>
                  <a:lnTo>
                    <a:pt x="6984893" y="1973201"/>
                  </a:lnTo>
                  <a:lnTo>
                    <a:pt x="6985230" y="1980134"/>
                  </a:lnTo>
                  <a:lnTo>
                    <a:pt x="6985566" y="1989329"/>
                  </a:lnTo>
                  <a:lnTo>
                    <a:pt x="6985903" y="1998570"/>
                  </a:lnTo>
                  <a:lnTo>
                    <a:pt x="6986239" y="2010873"/>
                  </a:lnTo>
                  <a:lnTo>
                    <a:pt x="6986576" y="2022655"/>
                  </a:lnTo>
                  <a:lnTo>
                    <a:pt x="6986912" y="2034146"/>
                  </a:lnTo>
                  <a:lnTo>
                    <a:pt x="6987249" y="2042887"/>
                  </a:lnTo>
                  <a:lnTo>
                    <a:pt x="6987585" y="2049357"/>
                  </a:lnTo>
                  <a:lnTo>
                    <a:pt x="6987922" y="2054587"/>
                  </a:lnTo>
                  <a:lnTo>
                    <a:pt x="6988258" y="2058991"/>
                  </a:lnTo>
                  <a:lnTo>
                    <a:pt x="6988595" y="2063181"/>
                  </a:lnTo>
                  <a:lnTo>
                    <a:pt x="6988931" y="2065801"/>
                  </a:lnTo>
                  <a:lnTo>
                    <a:pt x="6989267" y="2067865"/>
                  </a:lnTo>
                  <a:lnTo>
                    <a:pt x="6989604" y="2069433"/>
                  </a:lnTo>
                  <a:lnTo>
                    <a:pt x="6989940" y="2070872"/>
                  </a:lnTo>
                  <a:lnTo>
                    <a:pt x="6990277" y="2072216"/>
                  </a:lnTo>
                  <a:lnTo>
                    <a:pt x="6990613" y="2073161"/>
                  </a:lnTo>
                  <a:lnTo>
                    <a:pt x="6990950" y="2074591"/>
                  </a:lnTo>
                  <a:lnTo>
                    <a:pt x="6991286" y="2076245"/>
                  </a:lnTo>
                  <a:lnTo>
                    <a:pt x="6991623" y="2077792"/>
                  </a:lnTo>
                  <a:lnTo>
                    <a:pt x="6991959" y="2079480"/>
                  </a:lnTo>
                  <a:lnTo>
                    <a:pt x="6992296" y="2081258"/>
                  </a:lnTo>
                  <a:lnTo>
                    <a:pt x="6992632" y="2083502"/>
                  </a:lnTo>
                  <a:lnTo>
                    <a:pt x="6992969" y="2086149"/>
                  </a:lnTo>
                  <a:lnTo>
                    <a:pt x="6993305" y="2089024"/>
                  </a:lnTo>
                  <a:lnTo>
                    <a:pt x="6993641" y="2092239"/>
                  </a:lnTo>
                  <a:lnTo>
                    <a:pt x="6993978" y="2095629"/>
                  </a:lnTo>
                  <a:lnTo>
                    <a:pt x="6994314" y="2098996"/>
                  </a:lnTo>
                  <a:lnTo>
                    <a:pt x="6994651" y="2102656"/>
                  </a:lnTo>
                  <a:lnTo>
                    <a:pt x="6994987" y="2107100"/>
                  </a:lnTo>
                  <a:lnTo>
                    <a:pt x="6995324" y="2112855"/>
                  </a:lnTo>
                  <a:lnTo>
                    <a:pt x="6995660" y="2119776"/>
                  </a:lnTo>
                  <a:lnTo>
                    <a:pt x="6995997" y="2126452"/>
                  </a:lnTo>
                  <a:lnTo>
                    <a:pt x="6996333" y="2133327"/>
                  </a:lnTo>
                  <a:lnTo>
                    <a:pt x="6996670" y="2141106"/>
                  </a:lnTo>
                  <a:lnTo>
                    <a:pt x="6997006" y="2148883"/>
                  </a:lnTo>
                  <a:lnTo>
                    <a:pt x="6997343" y="2158319"/>
                  </a:lnTo>
                  <a:lnTo>
                    <a:pt x="6997679" y="2167655"/>
                  </a:lnTo>
                  <a:lnTo>
                    <a:pt x="6998015" y="2179344"/>
                  </a:lnTo>
                  <a:lnTo>
                    <a:pt x="6998352" y="2191885"/>
                  </a:lnTo>
                  <a:lnTo>
                    <a:pt x="6998688" y="2208064"/>
                  </a:lnTo>
                  <a:lnTo>
                    <a:pt x="6999025" y="2224172"/>
                  </a:lnTo>
                  <a:lnTo>
                    <a:pt x="6999361" y="2240214"/>
                  </a:lnTo>
                  <a:lnTo>
                    <a:pt x="6999698" y="2256523"/>
                  </a:lnTo>
                  <a:lnTo>
                    <a:pt x="7000034" y="2272766"/>
                  </a:lnTo>
                  <a:lnTo>
                    <a:pt x="7000371" y="2288371"/>
                  </a:lnTo>
                  <a:lnTo>
                    <a:pt x="7000707" y="2302955"/>
                  </a:lnTo>
                  <a:lnTo>
                    <a:pt x="7001044" y="2317345"/>
                  </a:lnTo>
                  <a:lnTo>
                    <a:pt x="7001380" y="2330665"/>
                  </a:lnTo>
                  <a:lnTo>
                    <a:pt x="7001717" y="2343266"/>
                  </a:lnTo>
                  <a:lnTo>
                    <a:pt x="7002053" y="2355242"/>
                  </a:lnTo>
                  <a:lnTo>
                    <a:pt x="7002389" y="2366795"/>
                  </a:lnTo>
                  <a:lnTo>
                    <a:pt x="7002726" y="2378196"/>
                  </a:lnTo>
                  <a:lnTo>
                    <a:pt x="7003062" y="2389849"/>
                  </a:lnTo>
                  <a:lnTo>
                    <a:pt x="7003399" y="2401301"/>
                  </a:lnTo>
                  <a:lnTo>
                    <a:pt x="7003735" y="2412379"/>
                  </a:lnTo>
                  <a:lnTo>
                    <a:pt x="7004072" y="2423249"/>
                  </a:lnTo>
                  <a:lnTo>
                    <a:pt x="7004408" y="2433235"/>
                  </a:lnTo>
                  <a:lnTo>
                    <a:pt x="7004745" y="2438597"/>
                  </a:lnTo>
                  <a:lnTo>
                    <a:pt x="7005081" y="2442479"/>
                  </a:lnTo>
                  <a:lnTo>
                    <a:pt x="7005418" y="2445365"/>
                  </a:lnTo>
                  <a:lnTo>
                    <a:pt x="7005754" y="2448076"/>
                  </a:lnTo>
                  <a:lnTo>
                    <a:pt x="7006091" y="2450753"/>
                  </a:lnTo>
                  <a:lnTo>
                    <a:pt x="7006427" y="2453775"/>
                  </a:lnTo>
                  <a:lnTo>
                    <a:pt x="7006763" y="2456855"/>
                  </a:lnTo>
                  <a:lnTo>
                    <a:pt x="7007100" y="2460735"/>
                  </a:lnTo>
                  <a:lnTo>
                    <a:pt x="7007436" y="2464339"/>
                  </a:lnTo>
                  <a:lnTo>
                    <a:pt x="7007773" y="2467434"/>
                  </a:lnTo>
                  <a:lnTo>
                    <a:pt x="7008109" y="2469773"/>
                  </a:lnTo>
                  <a:lnTo>
                    <a:pt x="7008446" y="2471244"/>
                  </a:lnTo>
                  <a:lnTo>
                    <a:pt x="7008782" y="2472019"/>
                  </a:lnTo>
                  <a:lnTo>
                    <a:pt x="7009119" y="2472579"/>
                  </a:lnTo>
                  <a:lnTo>
                    <a:pt x="7009455" y="2473515"/>
                  </a:lnTo>
                  <a:lnTo>
                    <a:pt x="7009792" y="2475051"/>
                  </a:lnTo>
                  <a:lnTo>
                    <a:pt x="7010128" y="2476941"/>
                  </a:lnTo>
                  <a:lnTo>
                    <a:pt x="7010465" y="2478967"/>
                  </a:lnTo>
                  <a:lnTo>
                    <a:pt x="7010801" y="2481920"/>
                  </a:lnTo>
                  <a:lnTo>
                    <a:pt x="7011137" y="2484473"/>
                  </a:lnTo>
                  <a:lnTo>
                    <a:pt x="7011474" y="2486893"/>
                  </a:lnTo>
                  <a:lnTo>
                    <a:pt x="7011810" y="2488855"/>
                  </a:lnTo>
                  <a:lnTo>
                    <a:pt x="7012147" y="2490789"/>
                  </a:lnTo>
                  <a:lnTo>
                    <a:pt x="7012483" y="2492979"/>
                  </a:lnTo>
                  <a:lnTo>
                    <a:pt x="7012820" y="2495541"/>
                  </a:lnTo>
                  <a:lnTo>
                    <a:pt x="7013156" y="2497926"/>
                  </a:lnTo>
                  <a:lnTo>
                    <a:pt x="7013493" y="2500893"/>
                  </a:lnTo>
                  <a:lnTo>
                    <a:pt x="7013829" y="2504996"/>
                  </a:lnTo>
                  <a:lnTo>
                    <a:pt x="7014166" y="2509141"/>
                  </a:lnTo>
                  <a:lnTo>
                    <a:pt x="7014502" y="2511888"/>
                  </a:lnTo>
                  <a:lnTo>
                    <a:pt x="7014838" y="2514488"/>
                  </a:lnTo>
                  <a:lnTo>
                    <a:pt x="7015175" y="2517106"/>
                  </a:lnTo>
                  <a:lnTo>
                    <a:pt x="7015511" y="2519624"/>
                  </a:lnTo>
                  <a:lnTo>
                    <a:pt x="7015848" y="2522413"/>
                  </a:lnTo>
                  <a:lnTo>
                    <a:pt x="7016184" y="2525382"/>
                  </a:lnTo>
                  <a:lnTo>
                    <a:pt x="7016521" y="2528322"/>
                  </a:lnTo>
                  <a:lnTo>
                    <a:pt x="7016857" y="2531300"/>
                  </a:lnTo>
                  <a:lnTo>
                    <a:pt x="7017194" y="2533935"/>
                  </a:lnTo>
                  <a:lnTo>
                    <a:pt x="7017530" y="2536292"/>
                  </a:lnTo>
                  <a:lnTo>
                    <a:pt x="7017867" y="2538401"/>
                  </a:lnTo>
                  <a:lnTo>
                    <a:pt x="7018203" y="2540329"/>
                  </a:lnTo>
                  <a:lnTo>
                    <a:pt x="7018540" y="2541920"/>
                  </a:lnTo>
                  <a:lnTo>
                    <a:pt x="7018876" y="2542693"/>
                  </a:lnTo>
                  <a:lnTo>
                    <a:pt x="7019212" y="2543316"/>
                  </a:lnTo>
                  <a:lnTo>
                    <a:pt x="7019549" y="2543831"/>
                  </a:lnTo>
                  <a:lnTo>
                    <a:pt x="7019885" y="2544341"/>
                  </a:lnTo>
                  <a:lnTo>
                    <a:pt x="7020222" y="2544938"/>
                  </a:lnTo>
                  <a:lnTo>
                    <a:pt x="7020558" y="2545926"/>
                  </a:lnTo>
                  <a:lnTo>
                    <a:pt x="7020895" y="2546641"/>
                  </a:lnTo>
                  <a:lnTo>
                    <a:pt x="7021231" y="2547256"/>
                  </a:lnTo>
                  <a:lnTo>
                    <a:pt x="7021568" y="2547810"/>
                  </a:lnTo>
                  <a:lnTo>
                    <a:pt x="7021904" y="2548353"/>
                  </a:lnTo>
                  <a:lnTo>
                    <a:pt x="7022241" y="2549048"/>
                  </a:lnTo>
                  <a:lnTo>
                    <a:pt x="7022577" y="2549878"/>
                  </a:lnTo>
                  <a:lnTo>
                    <a:pt x="7022914" y="2550889"/>
                  </a:lnTo>
                  <a:lnTo>
                    <a:pt x="7023250" y="2551856"/>
                  </a:lnTo>
                  <a:lnTo>
                    <a:pt x="7023586" y="2552856"/>
                  </a:lnTo>
                  <a:lnTo>
                    <a:pt x="7023923" y="2554167"/>
                  </a:lnTo>
                  <a:lnTo>
                    <a:pt x="7024259" y="2555852"/>
                  </a:lnTo>
                  <a:lnTo>
                    <a:pt x="7024596" y="2557542"/>
                  </a:lnTo>
                  <a:lnTo>
                    <a:pt x="7024932" y="2558927"/>
                  </a:lnTo>
                  <a:lnTo>
                    <a:pt x="7025269" y="2560669"/>
                  </a:lnTo>
                  <a:lnTo>
                    <a:pt x="7025605" y="2562472"/>
                  </a:lnTo>
                  <a:lnTo>
                    <a:pt x="7025942" y="2564505"/>
                  </a:lnTo>
                  <a:lnTo>
                    <a:pt x="7026278" y="2566560"/>
                  </a:lnTo>
                  <a:lnTo>
                    <a:pt x="7026615" y="2568658"/>
                  </a:lnTo>
                  <a:lnTo>
                    <a:pt x="7026951" y="2570591"/>
                  </a:lnTo>
                  <a:lnTo>
                    <a:pt x="7027288" y="2572106"/>
                  </a:lnTo>
                  <a:lnTo>
                    <a:pt x="7027624" y="2573436"/>
                  </a:lnTo>
                  <a:lnTo>
                    <a:pt x="7027960" y="2574585"/>
                  </a:lnTo>
                  <a:lnTo>
                    <a:pt x="7028297" y="2575735"/>
                  </a:lnTo>
                  <a:lnTo>
                    <a:pt x="7028633" y="2576589"/>
                  </a:lnTo>
                  <a:lnTo>
                    <a:pt x="7028970" y="2576956"/>
                  </a:lnTo>
                  <a:lnTo>
                    <a:pt x="7029306" y="2576827"/>
                  </a:lnTo>
                  <a:lnTo>
                    <a:pt x="7029643" y="2576431"/>
                  </a:lnTo>
                  <a:lnTo>
                    <a:pt x="7029979" y="2576122"/>
                  </a:lnTo>
                  <a:lnTo>
                    <a:pt x="7030316" y="2575332"/>
                  </a:lnTo>
                  <a:lnTo>
                    <a:pt x="7030652" y="2573960"/>
                  </a:lnTo>
                  <a:lnTo>
                    <a:pt x="7030989" y="2572229"/>
                  </a:lnTo>
                  <a:lnTo>
                    <a:pt x="7031325" y="2570476"/>
                  </a:lnTo>
                  <a:lnTo>
                    <a:pt x="7031662" y="2568766"/>
                  </a:lnTo>
                  <a:lnTo>
                    <a:pt x="7031998" y="2567444"/>
                  </a:lnTo>
                  <a:lnTo>
                    <a:pt x="7032334" y="2566754"/>
                  </a:lnTo>
                  <a:lnTo>
                    <a:pt x="7032671" y="2566237"/>
                  </a:lnTo>
                  <a:lnTo>
                    <a:pt x="7033007" y="2565130"/>
                  </a:lnTo>
                  <a:lnTo>
                    <a:pt x="7033344" y="2564317"/>
                  </a:lnTo>
                  <a:lnTo>
                    <a:pt x="7033680" y="2563486"/>
                  </a:lnTo>
                  <a:lnTo>
                    <a:pt x="7034017" y="2562839"/>
                  </a:lnTo>
                  <a:lnTo>
                    <a:pt x="7034353" y="2562392"/>
                  </a:lnTo>
                  <a:lnTo>
                    <a:pt x="7034690" y="2562025"/>
                  </a:lnTo>
                  <a:lnTo>
                    <a:pt x="7035026" y="2561669"/>
                  </a:lnTo>
                  <a:lnTo>
                    <a:pt x="7035363" y="2561701"/>
                  </a:lnTo>
                  <a:lnTo>
                    <a:pt x="7035699" y="2561862"/>
                  </a:lnTo>
                  <a:lnTo>
                    <a:pt x="7036036" y="2562103"/>
                  </a:lnTo>
                  <a:lnTo>
                    <a:pt x="7036372" y="2562326"/>
                  </a:lnTo>
                  <a:lnTo>
                    <a:pt x="7036708" y="2562553"/>
                  </a:lnTo>
                  <a:lnTo>
                    <a:pt x="7037045" y="2562633"/>
                  </a:lnTo>
                  <a:lnTo>
                    <a:pt x="7037381" y="2562894"/>
                  </a:lnTo>
                  <a:lnTo>
                    <a:pt x="7037718" y="2563055"/>
                  </a:lnTo>
                  <a:lnTo>
                    <a:pt x="7038054" y="2562998"/>
                  </a:lnTo>
                  <a:lnTo>
                    <a:pt x="7038391" y="2562589"/>
                  </a:lnTo>
                  <a:lnTo>
                    <a:pt x="7038727" y="2562303"/>
                  </a:lnTo>
                  <a:lnTo>
                    <a:pt x="7039064" y="2562293"/>
                  </a:lnTo>
                  <a:lnTo>
                    <a:pt x="7039400" y="2562196"/>
                  </a:lnTo>
                  <a:lnTo>
                    <a:pt x="7039737" y="2562004"/>
                  </a:lnTo>
                  <a:lnTo>
                    <a:pt x="7040073" y="2561754"/>
                  </a:lnTo>
                  <a:lnTo>
                    <a:pt x="7040410" y="2561382"/>
                  </a:lnTo>
                  <a:lnTo>
                    <a:pt x="7040746" y="2560925"/>
                  </a:lnTo>
                  <a:lnTo>
                    <a:pt x="7041082" y="2560426"/>
                  </a:lnTo>
                  <a:lnTo>
                    <a:pt x="7041419" y="2559776"/>
                  </a:lnTo>
                  <a:lnTo>
                    <a:pt x="7041755" y="2559037"/>
                  </a:lnTo>
                  <a:lnTo>
                    <a:pt x="7042092" y="2558151"/>
                  </a:lnTo>
                  <a:lnTo>
                    <a:pt x="7042428" y="2557266"/>
                  </a:lnTo>
                  <a:lnTo>
                    <a:pt x="7042765" y="2556269"/>
                  </a:lnTo>
                  <a:lnTo>
                    <a:pt x="7043101" y="2554595"/>
                  </a:lnTo>
                  <a:lnTo>
                    <a:pt x="7043438" y="2553158"/>
                  </a:lnTo>
                  <a:lnTo>
                    <a:pt x="7043774" y="2551865"/>
                  </a:lnTo>
                  <a:lnTo>
                    <a:pt x="7044111" y="2550744"/>
                  </a:lnTo>
                  <a:lnTo>
                    <a:pt x="7044447" y="2549738"/>
                  </a:lnTo>
                  <a:lnTo>
                    <a:pt x="7044784" y="2548977"/>
                  </a:lnTo>
                  <a:lnTo>
                    <a:pt x="7045120" y="2548215"/>
                  </a:lnTo>
                  <a:lnTo>
                    <a:pt x="7045456" y="2547231"/>
                  </a:lnTo>
                  <a:lnTo>
                    <a:pt x="7045793" y="2546053"/>
                  </a:lnTo>
                  <a:lnTo>
                    <a:pt x="7046129" y="2544616"/>
                  </a:lnTo>
                  <a:lnTo>
                    <a:pt x="7046466" y="2543280"/>
                  </a:lnTo>
                  <a:lnTo>
                    <a:pt x="7046802" y="2542044"/>
                  </a:lnTo>
                  <a:lnTo>
                    <a:pt x="7047139" y="2541160"/>
                  </a:lnTo>
                  <a:lnTo>
                    <a:pt x="7047475" y="2540169"/>
                  </a:lnTo>
                  <a:lnTo>
                    <a:pt x="7047812" y="2539170"/>
                  </a:lnTo>
                  <a:lnTo>
                    <a:pt x="7048148" y="2538279"/>
                  </a:lnTo>
                  <a:lnTo>
                    <a:pt x="7048485" y="2536914"/>
                  </a:lnTo>
                  <a:lnTo>
                    <a:pt x="7048821" y="2535046"/>
                  </a:lnTo>
                  <a:lnTo>
                    <a:pt x="7049157" y="2533042"/>
                  </a:lnTo>
                  <a:lnTo>
                    <a:pt x="7049494" y="2531030"/>
                  </a:lnTo>
                  <a:lnTo>
                    <a:pt x="7049830" y="2528994"/>
                  </a:lnTo>
                  <a:lnTo>
                    <a:pt x="7050167" y="2527221"/>
                  </a:lnTo>
                  <a:lnTo>
                    <a:pt x="7050503" y="2525777"/>
                  </a:lnTo>
                  <a:lnTo>
                    <a:pt x="7050840" y="2524432"/>
                  </a:lnTo>
                  <a:lnTo>
                    <a:pt x="7051176" y="2523428"/>
                  </a:lnTo>
                  <a:lnTo>
                    <a:pt x="7051513" y="2522335"/>
                  </a:lnTo>
                  <a:lnTo>
                    <a:pt x="7051849" y="2521369"/>
                  </a:lnTo>
                  <a:lnTo>
                    <a:pt x="7052186" y="2520512"/>
                  </a:lnTo>
                  <a:lnTo>
                    <a:pt x="7052522" y="2519844"/>
                  </a:lnTo>
                  <a:lnTo>
                    <a:pt x="7052859" y="2519356"/>
                  </a:lnTo>
                  <a:lnTo>
                    <a:pt x="7053195" y="2519084"/>
                  </a:lnTo>
                  <a:lnTo>
                    <a:pt x="7053531" y="2519045"/>
                  </a:lnTo>
                  <a:lnTo>
                    <a:pt x="7053868" y="2519354"/>
                  </a:lnTo>
                  <a:lnTo>
                    <a:pt x="7054204" y="2519882"/>
                  </a:lnTo>
                  <a:lnTo>
                    <a:pt x="7054541" y="2520535"/>
                  </a:lnTo>
                  <a:lnTo>
                    <a:pt x="7054877" y="2521347"/>
                  </a:lnTo>
                  <a:lnTo>
                    <a:pt x="7055214" y="2522724"/>
                  </a:lnTo>
                  <a:lnTo>
                    <a:pt x="7055550" y="2524202"/>
                  </a:lnTo>
                  <a:lnTo>
                    <a:pt x="7055887" y="2525825"/>
                  </a:lnTo>
                  <a:lnTo>
                    <a:pt x="7056223" y="2528252"/>
                  </a:lnTo>
                  <a:lnTo>
                    <a:pt x="7056560" y="2530564"/>
                  </a:lnTo>
                  <a:lnTo>
                    <a:pt x="7056896" y="2532972"/>
                  </a:lnTo>
                  <a:lnTo>
                    <a:pt x="7057233" y="2534799"/>
                  </a:lnTo>
                  <a:lnTo>
                    <a:pt x="7057569" y="2536273"/>
                  </a:lnTo>
                  <a:lnTo>
                    <a:pt x="7057905" y="2537865"/>
                  </a:lnTo>
                  <a:lnTo>
                    <a:pt x="7058242" y="2539016"/>
                  </a:lnTo>
                  <a:lnTo>
                    <a:pt x="7058578" y="2540054"/>
                  </a:lnTo>
                  <a:lnTo>
                    <a:pt x="7058915" y="2540994"/>
                  </a:lnTo>
                  <a:lnTo>
                    <a:pt x="7059251" y="2541806"/>
                  </a:lnTo>
                  <a:lnTo>
                    <a:pt x="7059588" y="2542428"/>
                  </a:lnTo>
                  <a:lnTo>
                    <a:pt x="7059924" y="2542587"/>
                  </a:lnTo>
                  <a:lnTo>
                    <a:pt x="7060261" y="2542429"/>
                  </a:lnTo>
                  <a:lnTo>
                    <a:pt x="7060597" y="2542241"/>
                  </a:lnTo>
                  <a:lnTo>
                    <a:pt x="7060934" y="2541722"/>
                  </a:lnTo>
                  <a:lnTo>
                    <a:pt x="7061270" y="2541592"/>
                  </a:lnTo>
                  <a:lnTo>
                    <a:pt x="7061607" y="2541677"/>
                  </a:lnTo>
                  <a:lnTo>
                    <a:pt x="7061943" y="2541529"/>
                  </a:lnTo>
                  <a:lnTo>
                    <a:pt x="7062279" y="2541337"/>
                  </a:lnTo>
                  <a:lnTo>
                    <a:pt x="7062616" y="2540917"/>
                  </a:lnTo>
                  <a:lnTo>
                    <a:pt x="7062952" y="2540558"/>
                  </a:lnTo>
                  <a:lnTo>
                    <a:pt x="7063289" y="2540403"/>
                  </a:lnTo>
                  <a:lnTo>
                    <a:pt x="7063625" y="2540732"/>
                  </a:lnTo>
                  <a:lnTo>
                    <a:pt x="7063962" y="2541049"/>
                  </a:lnTo>
                  <a:lnTo>
                    <a:pt x="7064298" y="2541287"/>
                  </a:lnTo>
                  <a:lnTo>
                    <a:pt x="7064635" y="2541673"/>
                  </a:lnTo>
                  <a:lnTo>
                    <a:pt x="7064971" y="2542193"/>
                  </a:lnTo>
                  <a:lnTo>
                    <a:pt x="7065308" y="2542756"/>
                  </a:lnTo>
                  <a:lnTo>
                    <a:pt x="7065644" y="2543109"/>
                  </a:lnTo>
                  <a:lnTo>
                    <a:pt x="7065981" y="2543832"/>
                  </a:lnTo>
                  <a:lnTo>
                    <a:pt x="7066317" y="2544774"/>
                  </a:lnTo>
                  <a:lnTo>
                    <a:pt x="7066653" y="2545517"/>
                  </a:lnTo>
                  <a:lnTo>
                    <a:pt x="7066990" y="2546164"/>
                  </a:lnTo>
                  <a:lnTo>
                    <a:pt x="7067326" y="2546875"/>
                  </a:lnTo>
                  <a:lnTo>
                    <a:pt x="7067663" y="2547299"/>
                  </a:lnTo>
                  <a:lnTo>
                    <a:pt x="7067999" y="2547557"/>
                  </a:lnTo>
                  <a:lnTo>
                    <a:pt x="7068336" y="2547758"/>
                  </a:lnTo>
                  <a:lnTo>
                    <a:pt x="7068672" y="2548182"/>
                  </a:lnTo>
                  <a:lnTo>
                    <a:pt x="7069009" y="2548822"/>
                  </a:lnTo>
                  <a:lnTo>
                    <a:pt x="7069345" y="2549389"/>
                  </a:lnTo>
                  <a:lnTo>
                    <a:pt x="7069682" y="2549849"/>
                  </a:lnTo>
                  <a:lnTo>
                    <a:pt x="7070018" y="2550180"/>
                  </a:lnTo>
                  <a:lnTo>
                    <a:pt x="7070355" y="2550524"/>
                  </a:lnTo>
                  <a:lnTo>
                    <a:pt x="7070691" y="2551063"/>
                  </a:lnTo>
                  <a:lnTo>
                    <a:pt x="7071027" y="2551652"/>
                  </a:lnTo>
                  <a:lnTo>
                    <a:pt x="7071364" y="2552220"/>
                  </a:lnTo>
                  <a:lnTo>
                    <a:pt x="7071700" y="2553118"/>
                  </a:lnTo>
                  <a:lnTo>
                    <a:pt x="7072037" y="2554548"/>
                  </a:lnTo>
                  <a:lnTo>
                    <a:pt x="7072373" y="2556272"/>
                  </a:lnTo>
                  <a:lnTo>
                    <a:pt x="7072710" y="2558715"/>
                  </a:lnTo>
                  <a:lnTo>
                    <a:pt x="7073046" y="2561588"/>
                  </a:lnTo>
                  <a:lnTo>
                    <a:pt x="7073383" y="2564663"/>
                  </a:lnTo>
                  <a:lnTo>
                    <a:pt x="7073719" y="2567688"/>
                  </a:lnTo>
                  <a:lnTo>
                    <a:pt x="7074056" y="2570813"/>
                  </a:lnTo>
                  <a:lnTo>
                    <a:pt x="7074392" y="2573275"/>
                  </a:lnTo>
                  <a:lnTo>
                    <a:pt x="7074729" y="2575720"/>
                  </a:lnTo>
                  <a:lnTo>
                    <a:pt x="7075065" y="2578114"/>
                  </a:lnTo>
                  <a:lnTo>
                    <a:pt x="7075401" y="2580588"/>
                  </a:lnTo>
                  <a:lnTo>
                    <a:pt x="7075738" y="2582934"/>
                  </a:lnTo>
                  <a:lnTo>
                    <a:pt x="7076074" y="2585578"/>
                  </a:lnTo>
                  <a:lnTo>
                    <a:pt x="7076411" y="2588188"/>
                  </a:lnTo>
                  <a:lnTo>
                    <a:pt x="7076747" y="2590600"/>
                  </a:lnTo>
                  <a:lnTo>
                    <a:pt x="7077084" y="2592662"/>
                  </a:lnTo>
                  <a:lnTo>
                    <a:pt x="7077420" y="2594494"/>
                  </a:lnTo>
                  <a:lnTo>
                    <a:pt x="7077757" y="2595860"/>
                  </a:lnTo>
                  <a:lnTo>
                    <a:pt x="7078093" y="2596875"/>
                  </a:lnTo>
                  <a:lnTo>
                    <a:pt x="7078430" y="2597440"/>
                  </a:lnTo>
                  <a:lnTo>
                    <a:pt x="7078766" y="2597692"/>
                  </a:lnTo>
                  <a:lnTo>
                    <a:pt x="7079102" y="2597770"/>
                  </a:lnTo>
                  <a:lnTo>
                    <a:pt x="7079439" y="2597661"/>
                  </a:lnTo>
                  <a:lnTo>
                    <a:pt x="7079775" y="2597512"/>
                  </a:lnTo>
                  <a:lnTo>
                    <a:pt x="7080112" y="2597474"/>
                  </a:lnTo>
                  <a:lnTo>
                    <a:pt x="7080448" y="2597740"/>
                  </a:lnTo>
                  <a:lnTo>
                    <a:pt x="7080785" y="2597647"/>
                  </a:lnTo>
                  <a:lnTo>
                    <a:pt x="7081121" y="2596873"/>
                  </a:lnTo>
                  <a:lnTo>
                    <a:pt x="7081458" y="2595741"/>
                  </a:lnTo>
                  <a:lnTo>
                    <a:pt x="7081794" y="2594558"/>
                  </a:lnTo>
                  <a:lnTo>
                    <a:pt x="7082131" y="2592015"/>
                  </a:lnTo>
                  <a:lnTo>
                    <a:pt x="7082467" y="2589112"/>
                  </a:lnTo>
                  <a:lnTo>
                    <a:pt x="7082804" y="2586239"/>
                  </a:lnTo>
                  <a:lnTo>
                    <a:pt x="7083140" y="2583581"/>
                  </a:lnTo>
                  <a:lnTo>
                    <a:pt x="7083476" y="2581231"/>
                  </a:lnTo>
                  <a:lnTo>
                    <a:pt x="7083813" y="2578896"/>
                  </a:lnTo>
                  <a:lnTo>
                    <a:pt x="7084149" y="2576461"/>
                  </a:lnTo>
                  <a:lnTo>
                    <a:pt x="7084486" y="2574018"/>
                  </a:lnTo>
                  <a:lnTo>
                    <a:pt x="7084822" y="2571576"/>
                  </a:lnTo>
                  <a:lnTo>
                    <a:pt x="7085159" y="2569032"/>
                  </a:lnTo>
                  <a:lnTo>
                    <a:pt x="7085495" y="2566597"/>
                  </a:lnTo>
                  <a:lnTo>
                    <a:pt x="7085832" y="2564513"/>
                  </a:lnTo>
                  <a:lnTo>
                    <a:pt x="7086168" y="2563048"/>
                  </a:lnTo>
                  <a:lnTo>
                    <a:pt x="7086505" y="2561783"/>
                  </a:lnTo>
                  <a:lnTo>
                    <a:pt x="7086841" y="2560424"/>
                  </a:lnTo>
                  <a:lnTo>
                    <a:pt x="7087178" y="2559348"/>
                  </a:lnTo>
                  <a:lnTo>
                    <a:pt x="7087514" y="2558432"/>
                  </a:lnTo>
                  <a:lnTo>
                    <a:pt x="7087850" y="2557887"/>
                  </a:lnTo>
                  <a:lnTo>
                    <a:pt x="7088187" y="2557028"/>
                  </a:lnTo>
                  <a:lnTo>
                    <a:pt x="7088523" y="2555916"/>
                  </a:lnTo>
                  <a:lnTo>
                    <a:pt x="7088860" y="2554812"/>
                  </a:lnTo>
                  <a:lnTo>
                    <a:pt x="7089196" y="2553618"/>
                  </a:lnTo>
                  <a:lnTo>
                    <a:pt x="7089533" y="2552177"/>
                  </a:lnTo>
                  <a:lnTo>
                    <a:pt x="7089869" y="2550575"/>
                  </a:lnTo>
                  <a:lnTo>
                    <a:pt x="7090206" y="2548805"/>
                  </a:lnTo>
                  <a:lnTo>
                    <a:pt x="7090542" y="2547019"/>
                  </a:lnTo>
                  <a:lnTo>
                    <a:pt x="7090879" y="2545133"/>
                  </a:lnTo>
                  <a:lnTo>
                    <a:pt x="7091215" y="2543016"/>
                  </a:lnTo>
                  <a:lnTo>
                    <a:pt x="7091552" y="2540474"/>
                  </a:lnTo>
                  <a:lnTo>
                    <a:pt x="7091888" y="2537684"/>
                  </a:lnTo>
                  <a:lnTo>
                    <a:pt x="7092224" y="2535146"/>
                  </a:lnTo>
                  <a:lnTo>
                    <a:pt x="7092561" y="2532867"/>
                  </a:lnTo>
                  <a:lnTo>
                    <a:pt x="7092897" y="2531286"/>
                  </a:lnTo>
                  <a:lnTo>
                    <a:pt x="7093234" y="2530017"/>
                  </a:lnTo>
                  <a:lnTo>
                    <a:pt x="7093570" y="2529243"/>
                  </a:lnTo>
                  <a:lnTo>
                    <a:pt x="7093907" y="2528115"/>
                  </a:lnTo>
                  <a:lnTo>
                    <a:pt x="7094243" y="2527418"/>
                  </a:lnTo>
                  <a:lnTo>
                    <a:pt x="7094580" y="2527324"/>
                  </a:lnTo>
                  <a:lnTo>
                    <a:pt x="7094916" y="2527525"/>
                  </a:lnTo>
                  <a:lnTo>
                    <a:pt x="7095253" y="2528079"/>
                  </a:lnTo>
                  <a:lnTo>
                    <a:pt x="7095589" y="2528553"/>
                  </a:lnTo>
                  <a:lnTo>
                    <a:pt x="7095926" y="2529084"/>
                  </a:lnTo>
                  <a:lnTo>
                    <a:pt x="7096262" y="2529947"/>
                  </a:lnTo>
                  <a:lnTo>
                    <a:pt x="7096598" y="2531225"/>
                  </a:lnTo>
                  <a:lnTo>
                    <a:pt x="7096935" y="2533093"/>
                  </a:lnTo>
                  <a:lnTo>
                    <a:pt x="7097271" y="2535112"/>
                  </a:lnTo>
                  <a:lnTo>
                    <a:pt x="7097608" y="2537138"/>
                  </a:lnTo>
                  <a:lnTo>
                    <a:pt x="7097944" y="2539135"/>
                  </a:lnTo>
                  <a:lnTo>
                    <a:pt x="7098281" y="2541147"/>
                  </a:lnTo>
                  <a:lnTo>
                    <a:pt x="7098617" y="2542785"/>
                  </a:lnTo>
                  <a:lnTo>
                    <a:pt x="7098954" y="2544057"/>
                  </a:lnTo>
                  <a:lnTo>
                    <a:pt x="7099290" y="2544660"/>
                  </a:lnTo>
                  <a:lnTo>
                    <a:pt x="7099627" y="2545041"/>
                  </a:lnTo>
                  <a:lnTo>
                    <a:pt x="7099963" y="2545479"/>
                  </a:lnTo>
                  <a:lnTo>
                    <a:pt x="7100300" y="2546097"/>
                  </a:lnTo>
                  <a:lnTo>
                    <a:pt x="7100636" y="2547016"/>
                  </a:lnTo>
                  <a:lnTo>
                    <a:pt x="7100972" y="2548331"/>
                  </a:lnTo>
                  <a:lnTo>
                    <a:pt x="7101309" y="2549366"/>
                  </a:lnTo>
                  <a:lnTo>
                    <a:pt x="7101645" y="2550314"/>
                  </a:lnTo>
                  <a:lnTo>
                    <a:pt x="7101982" y="2551248"/>
                  </a:lnTo>
                  <a:lnTo>
                    <a:pt x="7102318" y="2552139"/>
                  </a:lnTo>
                  <a:lnTo>
                    <a:pt x="7102655" y="2552649"/>
                  </a:lnTo>
                  <a:lnTo>
                    <a:pt x="7102991" y="2552951"/>
                  </a:lnTo>
                  <a:lnTo>
                    <a:pt x="7103328" y="2553238"/>
                  </a:lnTo>
                  <a:lnTo>
                    <a:pt x="7103664" y="2553684"/>
                  </a:lnTo>
                  <a:lnTo>
                    <a:pt x="7104001" y="2554215"/>
                  </a:lnTo>
                  <a:lnTo>
                    <a:pt x="7104337" y="2555106"/>
                  </a:lnTo>
                  <a:lnTo>
                    <a:pt x="7104674" y="2555519"/>
                  </a:lnTo>
                  <a:lnTo>
                    <a:pt x="7105010" y="2555886"/>
                  </a:lnTo>
                  <a:lnTo>
                    <a:pt x="7105346" y="2556111"/>
                  </a:lnTo>
                  <a:lnTo>
                    <a:pt x="7105683" y="2556252"/>
                  </a:lnTo>
                  <a:lnTo>
                    <a:pt x="7106019" y="2556215"/>
                  </a:lnTo>
                  <a:lnTo>
                    <a:pt x="7106356" y="2556340"/>
                  </a:lnTo>
                  <a:lnTo>
                    <a:pt x="7106692" y="2556472"/>
                  </a:lnTo>
                  <a:lnTo>
                    <a:pt x="7107029" y="2556449"/>
                  </a:lnTo>
                  <a:lnTo>
                    <a:pt x="7107365" y="2555952"/>
                  </a:lnTo>
                  <a:lnTo>
                    <a:pt x="7107702" y="2555089"/>
                  </a:lnTo>
                  <a:lnTo>
                    <a:pt x="7108038" y="2553871"/>
                  </a:lnTo>
                  <a:lnTo>
                    <a:pt x="7108375" y="2552646"/>
                  </a:lnTo>
                  <a:lnTo>
                    <a:pt x="7108711" y="2551572"/>
                  </a:lnTo>
                  <a:lnTo>
                    <a:pt x="7109048" y="2550587"/>
                  </a:lnTo>
                  <a:lnTo>
                    <a:pt x="7109384" y="2549749"/>
                  </a:lnTo>
                  <a:lnTo>
                    <a:pt x="7109720" y="2548909"/>
                  </a:lnTo>
                  <a:lnTo>
                    <a:pt x="7110057" y="2548182"/>
                  </a:lnTo>
                  <a:lnTo>
                    <a:pt x="7110393" y="2548074"/>
                  </a:lnTo>
                  <a:lnTo>
                    <a:pt x="7110730" y="2547528"/>
                  </a:lnTo>
                  <a:lnTo>
                    <a:pt x="7111066" y="2546077"/>
                  </a:lnTo>
                  <a:lnTo>
                    <a:pt x="7111403" y="2544310"/>
                  </a:lnTo>
                  <a:lnTo>
                    <a:pt x="7111739" y="2542392"/>
                  </a:lnTo>
                  <a:lnTo>
                    <a:pt x="7112076" y="2540035"/>
                  </a:lnTo>
                  <a:lnTo>
                    <a:pt x="7112412" y="2537542"/>
                  </a:lnTo>
                  <a:lnTo>
                    <a:pt x="7112749" y="2535545"/>
                  </a:lnTo>
                  <a:lnTo>
                    <a:pt x="7113085" y="2534137"/>
                  </a:lnTo>
                  <a:lnTo>
                    <a:pt x="7113421" y="2532987"/>
                  </a:lnTo>
                  <a:lnTo>
                    <a:pt x="7113758" y="2531716"/>
                  </a:lnTo>
                  <a:lnTo>
                    <a:pt x="7114094" y="2530236"/>
                  </a:lnTo>
                  <a:lnTo>
                    <a:pt x="7114431" y="2528476"/>
                  </a:lnTo>
                  <a:lnTo>
                    <a:pt x="7114767" y="2526529"/>
                  </a:lnTo>
                  <a:lnTo>
                    <a:pt x="7115104" y="2524072"/>
                  </a:lnTo>
                  <a:lnTo>
                    <a:pt x="7115440" y="2520961"/>
                  </a:lnTo>
                  <a:lnTo>
                    <a:pt x="7115777" y="2518274"/>
                  </a:lnTo>
                  <a:lnTo>
                    <a:pt x="7116113" y="2516636"/>
                  </a:lnTo>
                  <a:lnTo>
                    <a:pt x="7116450" y="2516279"/>
                  </a:lnTo>
                  <a:lnTo>
                    <a:pt x="7116786" y="2515929"/>
                  </a:lnTo>
                  <a:lnTo>
                    <a:pt x="7117123" y="2515963"/>
                  </a:lnTo>
                  <a:lnTo>
                    <a:pt x="7117459" y="2516278"/>
                  </a:lnTo>
                  <a:lnTo>
                    <a:pt x="7117795" y="2516180"/>
                  </a:lnTo>
                  <a:lnTo>
                    <a:pt x="7118132" y="2515722"/>
                  </a:lnTo>
                  <a:lnTo>
                    <a:pt x="7118468" y="2514851"/>
                  </a:lnTo>
                  <a:lnTo>
                    <a:pt x="7118805" y="2513485"/>
                  </a:lnTo>
                  <a:lnTo>
                    <a:pt x="7119141" y="2511730"/>
                  </a:lnTo>
                  <a:lnTo>
                    <a:pt x="7119478" y="2509617"/>
                  </a:lnTo>
                  <a:lnTo>
                    <a:pt x="7119814" y="2508013"/>
                  </a:lnTo>
                  <a:lnTo>
                    <a:pt x="7120151" y="2506466"/>
                  </a:lnTo>
                  <a:lnTo>
                    <a:pt x="7120487" y="2504995"/>
                  </a:lnTo>
                  <a:lnTo>
                    <a:pt x="7120824" y="2503356"/>
                  </a:lnTo>
                  <a:lnTo>
                    <a:pt x="7121160" y="2501537"/>
                  </a:lnTo>
                  <a:lnTo>
                    <a:pt x="7121497" y="2499277"/>
                  </a:lnTo>
                  <a:lnTo>
                    <a:pt x="7121833" y="2497067"/>
                  </a:lnTo>
                  <a:lnTo>
                    <a:pt x="7122169" y="2495337"/>
                  </a:lnTo>
                  <a:lnTo>
                    <a:pt x="7122506" y="2492841"/>
                  </a:lnTo>
                  <a:lnTo>
                    <a:pt x="7122842" y="2490561"/>
                  </a:lnTo>
                  <a:lnTo>
                    <a:pt x="7123179" y="2488441"/>
                  </a:lnTo>
                  <a:lnTo>
                    <a:pt x="7123515" y="2486621"/>
                  </a:lnTo>
                  <a:lnTo>
                    <a:pt x="7123852" y="2485721"/>
                  </a:lnTo>
                  <a:lnTo>
                    <a:pt x="7124188" y="2485355"/>
                  </a:lnTo>
                  <a:lnTo>
                    <a:pt x="7124525" y="2485470"/>
                  </a:lnTo>
                  <a:lnTo>
                    <a:pt x="7124861" y="2485974"/>
                  </a:lnTo>
                  <a:lnTo>
                    <a:pt x="7125198" y="2486627"/>
                  </a:lnTo>
                  <a:lnTo>
                    <a:pt x="7125534" y="2487327"/>
                  </a:lnTo>
                  <a:lnTo>
                    <a:pt x="7125871" y="2487873"/>
                  </a:lnTo>
                  <a:lnTo>
                    <a:pt x="7126207" y="2488527"/>
                  </a:lnTo>
                  <a:lnTo>
                    <a:pt x="7126543" y="2489246"/>
                  </a:lnTo>
                  <a:lnTo>
                    <a:pt x="7126880" y="2490215"/>
                  </a:lnTo>
                  <a:lnTo>
                    <a:pt x="7127216" y="2491437"/>
                  </a:lnTo>
                  <a:lnTo>
                    <a:pt x="7127553" y="2492831"/>
                  </a:lnTo>
                  <a:lnTo>
                    <a:pt x="7127889" y="2494411"/>
                  </a:lnTo>
                  <a:lnTo>
                    <a:pt x="7128226" y="2496250"/>
                  </a:lnTo>
                  <a:lnTo>
                    <a:pt x="7128562" y="2497572"/>
                  </a:lnTo>
                  <a:lnTo>
                    <a:pt x="7128899" y="2498554"/>
                  </a:lnTo>
                  <a:lnTo>
                    <a:pt x="7129235" y="2499576"/>
                  </a:lnTo>
                  <a:lnTo>
                    <a:pt x="7129572" y="2500598"/>
                  </a:lnTo>
                  <a:lnTo>
                    <a:pt x="7129908" y="2501521"/>
                  </a:lnTo>
                  <a:lnTo>
                    <a:pt x="7130245" y="2502354"/>
                  </a:lnTo>
                  <a:lnTo>
                    <a:pt x="7130581" y="2503167"/>
                  </a:lnTo>
                  <a:lnTo>
                    <a:pt x="7130917" y="2503844"/>
                  </a:lnTo>
                  <a:lnTo>
                    <a:pt x="7131254" y="2504389"/>
                  </a:lnTo>
                  <a:lnTo>
                    <a:pt x="7131590" y="2504919"/>
                  </a:lnTo>
                  <a:lnTo>
                    <a:pt x="7131927" y="2505439"/>
                  </a:lnTo>
                  <a:lnTo>
                    <a:pt x="7132263" y="2505565"/>
                  </a:lnTo>
                  <a:lnTo>
                    <a:pt x="7132600" y="2505326"/>
                  </a:lnTo>
                  <a:lnTo>
                    <a:pt x="7132936" y="2504901"/>
                  </a:lnTo>
                  <a:lnTo>
                    <a:pt x="7133273" y="2504307"/>
                  </a:lnTo>
                  <a:lnTo>
                    <a:pt x="7133609" y="2503488"/>
                  </a:lnTo>
                  <a:lnTo>
                    <a:pt x="7133946" y="2502550"/>
                  </a:lnTo>
                  <a:lnTo>
                    <a:pt x="7134282" y="2501688"/>
                  </a:lnTo>
                  <a:lnTo>
                    <a:pt x="7134619" y="2500654"/>
                  </a:lnTo>
                  <a:lnTo>
                    <a:pt x="7134955" y="2500266"/>
                  </a:lnTo>
                  <a:lnTo>
                    <a:pt x="7135291" y="2499898"/>
                  </a:lnTo>
                  <a:lnTo>
                    <a:pt x="7135628" y="2499397"/>
                  </a:lnTo>
                  <a:lnTo>
                    <a:pt x="7135964" y="2499615"/>
                  </a:lnTo>
                  <a:lnTo>
                    <a:pt x="7136301" y="2499975"/>
                  </a:lnTo>
                  <a:lnTo>
                    <a:pt x="7136637" y="2500236"/>
                  </a:lnTo>
                  <a:lnTo>
                    <a:pt x="7136974" y="2500080"/>
                  </a:lnTo>
                  <a:lnTo>
                    <a:pt x="7137310" y="2499898"/>
                  </a:lnTo>
                  <a:lnTo>
                    <a:pt x="7137647" y="2500058"/>
                  </a:lnTo>
                  <a:lnTo>
                    <a:pt x="7137983" y="2499931"/>
                  </a:lnTo>
                  <a:lnTo>
                    <a:pt x="7138320" y="2499606"/>
                  </a:lnTo>
                  <a:lnTo>
                    <a:pt x="7138656" y="2499271"/>
                  </a:lnTo>
                  <a:lnTo>
                    <a:pt x="7138993" y="2498868"/>
                  </a:lnTo>
                  <a:lnTo>
                    <a:pt x="7139329" y="2498490"/>
                  </a:lnTo>
                  <a:lnTo>
                    <a:pt x="7139665" y="2498166"/>
                  </a:lnTo>
                  <a:lnTo>
                    <a:pt x="7140002" y="2497496"/>
                  </a:lnTo>
                  <a:lnTo>
                    <a:pt x="7140338" y="2496430"/>
                  </a:lnTo>
                  <a:lnTo>
                    <a:pt x="7140675" y="2495209"/>
                  </a:lnTo>
                  <a:lnTo>
                    <a:pt x="7141011" y="2493692"/>
                  </a:lnTo>
                  <a:lnTo>
                    <a:pt x="7141348" y="2491986"/>
                  </a:lnTo>
                  <a:lnTo>
                    <a:pt x="7141684" y="2490128"/>
                  </a:lnTo>
                  <a:lnTo>
                    <a:pt x="7142021" y="2488420"/>
                  </a:lnTo>
                  <a:lnTo>
                    <a:pt x="7142357" y="2486785"/>
                  </a:lnTo>
                  <a:lnTo>
                    <a:pt x="7142694" y="2485299"/>
                  </a:lnTo>
                  <a:lnTo>
                    <a:pt x="7143030" y="2483992"/>
                  </a:lnTo>
                  <a:lnTo>
                    <a:pt x="7143367" y="2482581"/>
                  </a:lnTo>
                  <a:lnTo>
                    <a:pt x="7143703" y="2481264"/>
                  </a:lnTo>
                  <a:lnTo>
                    <a:pt x="7144039" y="2480038"/>
                  </a:lnTo>
                  <a:lnTo>
                    <a:pt x="7144376" y="2478561"/>
                  </a:lnTo>
                  <a:lnTo>
                    <a:pt x="7144712" y="2477547"/>
                  </a:lnTo>
                  <a:lnTo>
                    <a:pt x="7145049" y="2476014"/>
                  </a:lnTo>
                  <a:lnTo>
                    <a:pt x="7145385" y="2474963"/>
                  </a:lnTo>
                  <a:lnTo>
                    <a:pt x="7145722" y="2474342"/>
                  </a:lnTo>
                  <a:lnTo>
                    <a:pt x="7146058" y="2473624"/>
                  </a:lnTo>
                  <a:lnTo>
                    <a:pt x="7146395" y="2472999"/>
                  </a:lnTo>
                  <a:lnTo>
                    <a:pt x="7146731" y="2472611"/>
                  </a:lnTo>
                  <a:lnTo>
                    <a:pt x="7147068" y="2472323"/>
                  </a:lnTo>
                  <a:lnTo>
                    <a:pt x="7147404" y="2472084"/>
                  </a:lnTo>
                  <a:lnTo>
                    <a:pt x="7147740" y="2472149"/>
                  </a:lnTo>
                  <a:lnTo>
                    <a:pt x="7148077" y="2472716"/>
                  </a:lnTo>
                  <a:lnTo>
                    <a:pt x="7148413" y="2473662"/>
                  </a:lnTo>
                  <a:lnTo>
                    <a:pt x="7148750" y="2474901"/>
                  </a:lnTo>
                  <a:lnTo>
                    <a:pt x="7149086" y="2476300"/>
                  </a:lnTo>
                  <a:lnTo>
                    <a:pt x="7149423" y="2479052"/>
                  </a:lnTo>
                  <a:lnTo>
                    <a:pt x="7149759" y="2481961"/>
                  </a:lnTo>
                  <a:lnTo>
                    <a:pt x="7150096" y="2484835"/>
                  </a:lnTo>
                  <a:lnTo>
                    <a:pt x="7150432" y="2487651"/>
                  </a:lnTo>
                  <a:lnTo>
                    <a:pt x="7150769" y="2490360"/>
                  </a:lnTo>
                  <a:lnTo>
                    <a:pt x="7151105" y="2492982"/>
                  </a:lnTo>
                  <a:lnTo>
                    <a:pt x="7151442" y="2495568"/>
                  </a:lnTo>
                  <a:lnTo>
                    <a:pt x="7151778" y="2498033"/>
                  </a:lnTo>
                  <a:lnTo>
                    <a:pt x="7152114" y="2500475"/>
                  </a:lnTo>
                  <a:lnTo>
                    <a:pt x="7152451" y="2502911"/>
                  </a:lnTo>
                  <a:lnTo>
                    <a:pt x="7152787" y="2505095"/>
                  </a:lnTo>
                  <a:lnTo>
                    <a:pt x="7153124" y="2507056"/>
                  </a:lnTo>
                  <a:lnTo>
                    <a:pt x="7153460" y="2508622"/>
                  </a:lnTo>
                  <a:lnTo>
                    <a:pt x="7153797" y="2509951"/>
                  </a:lnTo>
                  <a:lnTo>
                    <a:pt x="7154133" y="2511187"/>
                  </a:lnTo>
                  <a:lnTo>
                    <a:pt x="7154470" y="2512071"/>
                  </a:lnTo>
                  <a:lnTo>
                    <a:pt x="7154806" y="2512646"/>
                  </a:lnTo>
                  <a:lnTo>
                    <a:pt x="7155143" y="2512900"/>
                  </a:lnTo>
                  <a:lnTo>
                    <a:pt x="7155479" y="2513467"/>
                  </a:lnTo>
                  <a:lnTo>
                    <a:pt x="7155816" y="2514287"/>
                  </a:lnTo>
                  <a:lnTo>
                    <a:pt x="7156152" y="2515161"/>
                  </a:lnTo>
                  <a:lnTo>
                    <a:pt x="7156488" y="2516063"/>
                  </a:lnTo>
                  <a:lnTo>
                    <a:pt x="7156825" y="2517190"/>
                  </a:lnTo>
                  <a:lnTo>
                    <a:pt x="7157161" y="2518365"/>
                  </a:lnTo>
                  <a:lnTo>
                    <a:pt x="7157498" y="2519534"/>
                  </a:lnTo>
                  <a:lnTo>
                    <a:pt x="7157834" y="2520597"/>
                  </a:lnTo>
                  <a:lnTo>
                    <a:pt x="7158171" y="2521749"/>
                  </a:lnTo>
                  <a:lnTo>
                    <a:pt x="7158507" y="2522942"/>
                  </a:lnTo>
                  <a:lnTo>
                    <a:pt x="7158844" y="2524403"/>
                  </a:lnTo>
                  <a:lnTo>
                    <a:pt x="7159180" y="2526350"/>
                  </a:lnTo>
                  <a:lnTo>
                    <a:pt x="7159517" y="2528474"/>
                  </a:lnTo>
                  <a:lnTo>
                    <a:pt x="7159853" y="2530505"/>
                  </a:lnTo>
                  <a:lnTo>
                    <a:pt x="7160190" y="2532374"/>
                  </a:lnTo>
                  <a:lnTo>
                    <a:pt x="7160526" y="2533800"/>
                  </a:lnTo>
                  <a:lnTo>
                    <a:pt x="7160862" y="2534855"/>
                  </a:lnTo>
                  <a:lnTo>
                    <a:pt x="7161199" y="2536256"/>
                  </a:lnTo>
                  <a:lnTo>
                    <a:pt x="7161535" y="2537233"/>
                  </a:lnTo>
                  <a:lnTo>
                    <a:pt x="7161872" y="2537959"/>
                  </a:lnTo>
                  <a:lnTo>
                    <a:pt x="7162208" y="2538404"/>
                  </a:lnTo>
                  <a:lnTo>
                    <a:pt x="7162545" y="2538461"/>
                  </a:lnTo>
                  <a:lnTo>
                    <a:pt x="7162881" y="2538282"/>
                  </a:lnTo>
                  <a:lnTo>
                    <a:pt x="7163218" y="2538066"/>
                  </a:lnTo>
                  <a:lnTo>
                    <a:pt x="7163554" y="2537729"/>
                  </a:lnTo>
                  <a:lnTo>
                    <a:pt x="7163891" y="2537060"/>
                  </a:lnTo>
                  <a:lnTo>
                    <a:pt x="7164227" y="2535846"/>
                  </a:lnTo>
                  <a:lnTo>
                    <a:pt x="7164564" y="2534201"/>
                  </a:lnTo>
                  <a:lnTo>
                    <a:pt x="7164900" y="2532621"/>
                  </a:lnTo>
                  <a:lnTo>
                    <a:pt x="7165236" y="2531054"/>
                  </a:lnTo>
                  <a:lnTo>
                    <a:pt x="7165573" y="2529819"/>
                  </a:lnTo>
                  <a:lnTo>
                    <a:pt x="7165909" y="2528978"/>
                  </a:lnTo>
                  <a:lnTo>
                    <a:pt x="7166246" y="2528597"/>
                  </a:lnTo>
                  <a:lnTo>
                    <a:pt x="7166582" y="2528863"/>
                  </a:lnTo>
                  <a:lnTo>
                    <a:pt x="7166919" y="2529194"/>
                  </a:lnTo>
                  <a:lnTo>
                    <a:pt x="7167255" y="2529855"/>
                  </a:lnTo>
                  <a:lnTo>
                    <a:pt x="7167592" y="2530846"/>
                  </a:lnTo>
                  <a:lnTo>
                    <a:pt x="7167928" y="2532118"/>
                  </a:lnTo>
                  <a:lnTo>
                    <a:pt x="7168265" y="2533217"/>
                  </a:lnTo>
                  <a:lnTo>
                    <a:pt x="7168601" y="2534467"/>
                  </a:lnTo>
                  <a:lnTo>
                    <a:pt x="7168938" y="2535825"/>
                  </a:lnTo>
                  <a:lnTo>
                    <a:pt x="7169274" y="2537118"/>
                  </a:lnTo>
                  <a:lnTo>
                    <a:pt x="7169610" y="2538648"/>
                  </a:lnTo>
                  <a:lnTo>
                    <a:pt x="7169947" y="2540463"/>
                  </a:lnTo>
                  <a:lnTo>
                    <a:pt x="7170283" y="2542388"/>
                  </a:lnTo>
                  <a:lnTo>
                    <a:pt x="7170620" y="2544094"/>
                  </a:lnTo>
                  <a:lnTo>
                    <a:pt x="7170956" y="2545430"/>
                  </a:lnTo>
                  <a:lnTo>
                    <a:pt x="7171293" y="2546472"/>
                  </a:lnTo>
                  <a:lnTo>
                    <a:pt x="7171629" y="2547176"/>
                  </a:lnTo>
                  <a:lnTo>
                    <a:pt x="7171966" y="2547873"/>
                  </a:lnTo>
                  <a:lnTo>
                    <a:pt x="7172302" y="2548434"/>
                  </a:lnTo>
                  <a:lnTo>
                    <a:pt x="7172639" y="2548973"/>
                  </a:lnTo>
                  <a:lnTo>
                    <a:pt x="7172975" y="2549340"/>
                  </a:lnTo>
                  <a:lnTo>
                    <a:pt x="7173312" y="2549691"/>
                  </a:lnTo>
                  <a:lnTo>
                    <a:pt x="7173648" y="2549927"/>
                  </a:lnTo>
                  <a:lnTo>
                    <a:pt x="7173984" y="2550135"/>
                  </a:lnTo>
                  <a:lnTo>
                    <a:pt x="7174321" y="2550493"/>
                  </a:lnTo>
                  <a:lnTo>
                    <a:pt x="7174657" y="2551262"/>
                  </a:lnTo>
                  <a:lnTo>
                    <a:pt x="7174994" y="2552120"/>
                  </a:lnTo>
                  <a:lnTo>
                    <a:pt x="7175330" y="2553267"/>
                  </a:lnTo>
                  <a:lnTo>
                    <a:pt x="7175667" y="2553993"/>
                  </a:lnTo>
                  <a:lnTo>
                    <a:pt x="7176003" y="2554446"/>
                  </a:lnTo>
                  <a:lnTo>
                    <a:pt x="7176340" y="2554618"/>
                  </a:lnTo>
                  <a:lnTo>
                    <a:pt x="7176676" y="2554489"/>
                  </a:lnTo>
                  <a:lnTo>
                    <a:pt x="7177013" y="2554201"/>
                  </a:lnTo>
                  <a:lnTo>
                    <a:pt x="7177349" y="2553914"/>
                  </a:lnTo>
                  <a:lnTo>
                    <a:pt x="7177686" y="2553655"/>
                  </a:lnTo>
                  <a:lnTo>
                    <a:pt x="7178022" y="2554036"/>
                  </a:lnTo>
                  <a:lnTo>
                    <a:pt x="7178358" y="2555344"/>
                  </a:lnTo>
                  <a:lnTo>
                    <a:pt x="7178695" y="2556824"/>
                  </a:lnTo>
                  <a:lnTo>
                    <a:pt x="7179031" y="2558253"/>
                  </a:lnTo>
                  <a:lnTo>
                    <a:pt x="7179368" y="2559791"/>
                  </a:lnTo>
                  <a:lnTo>
                    <a:pt x="7179704" y="2561522"/>
                  </a:lnTo>
                  <a:lnTo>
                    <a:pt x="7180041" y="2563174"/>
                  </a:lnTo>
                  <a:lnTo>
                    <a:pt x="7180377" y="2564547"/>
                  </a:lnTo>
                  <a:lnTo>
                    <a:pt x="7180714" y="2566027"/>
                  </a:lnTo>
                  <a:lnTo>
                    <a:pt x="7181050" y="2567765"/>
                  </a:lnTo>
                  <a:lnTo>
                    <a:pt x="7181387" y="2569791"/>
                  </a:lnTo>
                  <a:lnTo>
                    <a:pt x="7181723" y="2572133"/>
                  </a:lnTo>
                  <a:lnTo>
                    <a:pt x="7182059" y="2574928"/>
                  </a:lnTo>
                  <a:lnTo>
                    <a:pt x="7182396" y="2578240"/>
                  </a:lnTo>
                  <a:lnTo>
                    <a:pt x="7182732" y="2581875"/>
                  </a:lnTo>
                  <a:lnTo>
                    <a:pt x="7183069" y="2584993"/>
                  </a:lnTo>
                  <a:lnTo>
                    <a:pt x="7183405" y="2587350"/>
                  </a:lnTo>
                  <a:lnTo>
                    <a:pt x="7183742" y="2588489"/>
                  </a:lnTo>
                  <a:lnTo>
                    <a:pt x="7184078" y="2589443"/>
                  </a:lnTo>
                  <a:lnTo>
                    <a:pt x="7184415" y="2589984"/>
                  </a:lnTo>
                  <a:lnTo>
                    <a:pt x="7184751" y="2590114"/>
                  </a:lnTo>
                  <a:lnTo>
                    <a:pt x="7185088" y="2590435"/>
                  </a:lnTo>
                  <a:lnTo>
                    <a:pt x="7185424" y="2590814"/>
                  </a:lnTo>
                  <a:lnTo>
                    <a:pt x="7185761" y="2591318"/>
                  </a:lnTo>
                  <a:lnTo>
                    <a:pt x="7186097" y="2592275"/>
                  </a:lnTo>
                  <a:lnTo>
                    <a:pt x="7186433" y="2593520"/>
                  </a:lnTo>
                  <a:lnTo>
                    <a:pt x="7186770" y="2595051"/>
                  </a:lnTo>
                  <a:lnTo>
                    <a:pt x="7187106" y="2595828"/>
                  </a:lnTo>
                  <a:lnTo>
                    <a:pt x="7187443" y="2596320"/>
                  </a:lnTo>
                  <a:lnTo>
                    <a:pt x="7187779" y="2596828"/>
                  </a:lnTo>
                  <a:lnTo>
                    <a:pt x="7188116" y="2597677"/>
                  </a:lnTo>
                  <a:lnTo>
                    <a:pt x="7188452" y="2598404"/>
                  </a:lnTo>
                  <a:lnTo>
                    <a:pt x="7188789" y="2599528"/>
                  </a:lnTo>
                  <a:lnTo>
                    <a:pt x="7189125" y="2600905"/>
                  </a:lnTo>
                  <a:lnTo>
                    <a:pt x="7189462" y="2601916"/>
                  </a:lnTo>
                  <a:lnTo>
                    <a:pt x="7189798" y="2603780"/>
                  </a:lnTo>
                  <a:lnTo>
                    <a:pt x="7190135" y="2605564"/>
                  </a:lnTo>
                  <a:lnTo>
                    <a:pt x="7190471" y="2607218"/>
                  </a:lnTo>
                  <a:lnTo>
                    <a:pt x="7190807" y="2608700"/>
                  </a:lnTo>
                  <a:lnTo>
                    <a:pt x="7191144" y="2609715"/>
                  </a:lnTo>
                  <a:lnTo>
                    <a:pt x="7191480" y="2610571"/>
                  </a:lnTo>
                  <a:lnTo>
                    <a:pt x="7191817" y="2610958"/>
                  </a:lnTo>
                  <a:lnTo>
                    <a:pt x="7192153" y="2611163"/>
                  </a:lnTo>
                  <a:lnTo>
                    <a:pt x="7192490" y="2611378"/>
                  </a:lnTo>
                  <a:lnTo>
                    <a:pt x="7192826" y="2611604"/>
                  </a:lnTo>
                  <a:lnTo>
                    <a:pt x="7193163" y="2612098"/>
                  </a:lnTo>
                  <a:lnTo>
                    <a:pt x="7193499" y="2612656"/>
                  </a:lnTo>
                  <a:lnTo>
                    <a:pt x="7193836" y="2613088"/>
                  </a:lnTo>
                  <a:lnTo>
                    <a:pt x="7194172" y="2613342"/>
                  </a:lnTo>
                  <a:lnTo>
                    <a:pt x="7194509" y="2613588"/>
                  </a:lnTo>
                  <a:lnTo>
                    <a:pt x="7194845" y="2613703"/>
                  </a:lnTo>
                  <a:lnTo>
                    <a:pt x="7195181" y="2613526"/>
                  </a:lnTo>
                  <a:lnTo>
                    <a:pt x="7195518" y="2613189"/>
                  </a:lnTo>
                  <a:lnTo>
                    <a:pt x="7195854" y="2612795"/>
                  </a:lnTo>
                  <a:lnTo>
                    <a:pt x="7196191" y="2612349"/>
                  </a:lnTo>
                  <a:lnTo>
                    <a:pt x="7196527" y="2611859"/>
                  </a:lnTo>
                  <a:lnTo>
                    <a:pt x="7196864" y="2611405"/>
                  </a:lnTo>
                  <a:lnTo>
                    <a:pt x="7197200" y="2610865"/>
                  </a:lnTo>
                  <a:lnTo>
                    <a:pt x="7197537" y="2610289"/>
                  </a:lnTo>
                  <a:lnTo>
                    <a:pt x="7197873" y="2609283"/>
                  </a:lnTo>
                  <a:lnTo>
                    <a:pt x="7198210" y="2608277"/>
                  </a:lnTo>
                  <a:lnTo>
                    <a:pt x="7198546" y="2607272"/>
                  </a:lnTo>
                  <a:lnTo>
                    <a:pt x="7198883" y="2606496"/>
                  </a:lnTo>
                  <a:lnTo>
                    <a:pt x="7199219" y="2605777"/>
                  </a:lnTo>
                  <a:lnTo>
                    <a:pt x="7199555" y="2605274"/>
                  </a:lnTo>
                  <a:lnTo>
                    <a:pt x="7199892" y="2605138"/>
                  </a:lnTo>
                  <a:lnTo>
                    <a:pt x="7200228" y="2605361"/>
                  </a:lnTo>
                  <a:lnTo>
                    <a:pt x="7200565" y="2605648"/>
                  </a:lnTo>
                  <a:lnTo>
                    <a:pt x="7200901" y="2606014"/>
                  </a:lnTo>
                  <a:lnTo>
                    <a:pt x="7201238" y="2606740"/>
                  </a:lnTo>
                  <a:lnTo>
                    <a:pt x="7201574" y="2607875"/>
                  </a:lnTo>
                  <a:lnTo>
                    <a:pt x="7201911" y="2609233"/>
                  </a:lnTo>
                  <a:lnTo>
                    <a:pt x="7202247" y="2610346"/>
                  </a:lnTo>
                  <a:lnTo>
                    <a:pt x="7202584" y="2611648"/>
                  </a:lnTo>
                  <a:lnTo>
                    <a:pt x="7202920" y="2613241"/>
                  </a:lnTo>
                  <a:lnTo>
                    <a:pt x="7203257" y="2614316"/>
                  </a:lnTo>
                  <a:lnTo>
                    <a:pt x="7203593" y="2615465"/>
                  </a:lnTo>
                  <a:lnTo>
                    <a:pt x="7203929" y="2616885"/>
                  </a:lnTo>
                  <a:lnTo>
                    <a:pt x="7204266" y="2618622"/>
                  </a:lnTo>
                  <a:lnTo>
                    <a:pt x="7204602" y="2620384"/>
                  </a:lnTo>
                  <a:lnTo>
                    <a:pt x="7204939" y="2621790"/>
                  </a:lnTo>
                  <a:lnTo>
                    <a:pt x="7205275" y="2623419"/>
                  </a:lnTo>
                  <a:lnTo>
                    <a:pt x="7205612" y="2625324"/>
                  </a:lnTo>
                  <a:lnTo>
                    <a:pt x="7205948" y="2627240"/>
                  </a:lnTo>
                  <a:lnTo>
                    <a:pt x="7206285" y="2629051"/>
                  </a:lnTo>
                  <a:lnTo>
                    <a:pt x="7206621" y="2630722"/>
                  </a:lnTo>
                  <a:lnTo>
                    <a:pt x="7206958" y="2632418"/>
                  </a:lnTo>
                  <a:lnTo>
                    <a:pt x="7207294" y="2634087"/>
                  </a:lnTo>
                  <a:lnTo>
                    <a:pt x="7207631" y="2635943"/>
                  </a:lnTo>
                  <a:lnTo>
                    <a:pt x="7207967" y="2637797"/>
                  </a:lnTo>
                  <a:lnTo>
                    <a:pt x="7208303" y="2639745"/>
                  </a:lnTo>
                  <a:lnTo>
                    <a:pt x="7208640" y="2641666"/>
                  </a:lnTo>
                  <a:lnTo>
                    <a:pt x="7208976" y="2643524"/>
                  </a:lnTo>
                  <a:lnTo>
                    <a:pt x="7209313" y="2645232"/>
                  </a:lnTo>
                  <a:lnTo>
                    <a:pt x="7209649" y="2646868"/>
                  </a:lnTo>
                  <a:lnTo>
                    <a:pt x="7209986" y="2648353"/>
                  </a:lnTo>
                  <a:lnTo>
                    <a:pt x="7210322" y="2649768"/>
                  </a:lnTo>
                  <a:lnTo>
                    <a:pt x="7210659" y="2651046"/>
                  </a:lnTo>
                  <a:lnTo>
                    <a:pt x="7210995" y="2652167"/>
                  </a:lnTo>
                  <a:lnTo>
                    <a:pt x="7211332" y="2653296"/>
                  </a:lnTo>
                  <a:lnTo>
                    <a:pt x="7211668" y="2654712"/>
                  </a:lnTo>
                  <a:lnTo>
                    <a:pt x="7212004" y="2655725"/>
                  </a:lnTo>
                  <a:lnTo>
                    <a:pt x="7212341" y="2657509"/>
                  </a:lnTo>
                  <a:lnTo>
                    <a:pt x="7212677" y="2658967"/>
                  </a:lnTo>
                  <a:lnTo>
                    <a:pt x="7213014" y="2660414"/>
                  </a:lnTo>
                  <a:lnTo>
                    <a:pt x="7213350" y="2662282"/>
                  </a:lnTo>
                  <a:lnTo>
                    <a:pt x="7213687" y="2664100"/>
                  </a:lnTo>
                  <a:lnTo>
                    <a:pt x="7214023" y="2665587"/>
                  </a:lnTo>
                  <a:lnTo>
                    <a:pt x="7214360" y="2666585"/>
                  </a:lnTo>
                  <a:lnTo>
                    <a:pt x="7214696" y="2667340"/>
                  </a:lnTo>
                  <a:lnTo>
                    <a:pt x="7215033" y="2667836"/>
                  </a:lnTo>
                  <a:lnTo>
                    <a:pt x="7215369" y="2667864"/>
                  </a:lnTo>
                  <a:lnTo>
                    <a:pt x="7215706" y="2667548"/>
                  </a:lnTo>
                  <a:lnTo>
                    <a:pt x="7216042" y="2667017"/>
                  </a:lnTo>
                  <a:lnTo>
                    <a:pt x="7216378" y="2666348"/>
                  </a:lnTo>
                  <a:lnTo>
                    <a:pt x="7216715" y="2665141"/>
                  </a:lnTo>
                  <a:lnTo>
                    <a:pt x="7217051" y="2663848"/>
                  </a:lnTo>
                  <a:lnTo>
                    <a:pt x="7217388" y="2662534"/>
                  </a:lnTo>
                  <a:lnTo>
                    <a:pt x="7217724" y="2660881"/>
                  </a:lnTo>
                  <a:lnTo>
                    <a:pt x="7218061" y="2658647"/>
                  </a:lnTo>
                  <a:lnTo>
                    <a:pt x="7218397" y="2656125"/>
                  </a:lnTo>
                  <a:lnTo>
                    <a:pt x="7218734" y="2653402"/>
                  </a:lnTo>
                  <a:lnTo>
                    <a:pt x="7219070" y="2650593"/>
                  </a:lnTo>
                  <a:lnTo>
                    <a:pt x="7219407" y="2647892"/>
                  </a:lnTo>
                  <a:lnTo>
                    <a:pt x="7219743" y="2645212"/>
                  </a:lnTo>
                  <a:lnTo>
                    <a:pt x="7220080" y="2642626"/>
                  </a:lnTo>
                  <a:lnTo>
                    <a:pt x="7220416" y="2639960"/>
                  </a:lnTo>
                  <a:lnTo>
                    <a:pt x="7220752" y="2637281"/>
                  </a:lnTo>
                  <a:lnTo>
                    <a:pt x="7221089" y="2634644"/>
                  </a:lnTo>
                  <a:lnTo>
                    <a:pt x="7221425" y="2631806"/>
                  </a:lnTo>
                  <a:lnTo>
                    <a:pt x="7221762" y="2629854"/>
                  </a:lnTo>
                  <a:lnTo>
                    <a:pt x="7222098" y="2627998"/>
                  </a:lnTo>
                  <a:lnTo>
                    <a:pt x="7222435" y="2625721"/>
                  </a:lnTo>
                  <a:lnTo>
                    <a:pt x="7222771" y="2623602"/>
                  </a:lnTo>
                  <a:lnTo>
                    <a:pt x="7223108" y="2621593"/>
                  </a:lnTo>
                  <a:lnTo>
                    <a:pt x="7223444" y="2619699"/>
                  </a:lnTo>
                  <a:lnTo>
                    <a:pt x="7223781" y="2618095"/>
                  </a:lnTo>
                  <a:lnTo>
                    <a:pt x="7224117" y="2616733"/>
                  </a:lnTo>
                  <a:lnTo>
                    <a:pt x="7224454" y="2615668"/>
                  </a:lnTo>
                  <a:lnTo>
                    <a:pt x="7224790" y="2614777"/>
                  </a:lnTo>
                  <a:lnTo>
                    <a:pt x="7225126" y="2614028"/>
                  </a:lnTo>
                  <a:lnTo>
                    <a:pt x="7225463" y="2613321"/>
                  </a:lnTo>
                  <a:lnTo>
                    <a:pt x="7225799" y="2612766"/>
                  </a:lnTo>
                  <a:lnTo>
                    <a:pt x="7226136" y="2612274"/>
                  </a:lnTo>
                  <a:lnTo>
                    <a:pt x="7226472" y="2611917"/>
                  </a:lnTo>
                  <a:lnTo>
                    <a:pt x="7226809" y="2611829"/>
                  </a:lnTo>
                  <a:lnTo>
                    <a:pt x="7227145" y="2611799"/>
                  </a:lnTo>
                  <a:lnTo>
                    <a:pt x="7227482" y="2612184"/>
                  </a:lnTo>
                  <a:lnTo>
                    <a:pt x="7227818" y="2612112"/>
                  </a:lnTo>
                  <a:lnTo>
                    <a:pt x="7228155" y="2612177"/>
                  </a:lnTo>
                  <a:lnTo>
                    <a:pt x="7228491" y="2612421"/>
                  </a:lnTo>
                  <a:lnTo>
                    <a:pt x="7228828" y="2612831"/>
                  </a:lnTo>
                  <a:lnTo>
                    <a:pt x="7229164" y="2613154"/>
                  </a:lnTo>
                  <a:lnTo>
                    <a:pt x="7229500" y="2613585"/>
                  </a:lnTo>
                  <a:lnTo>
                    <a:pt x="7229837" y="2614260"/>
                  </a:lnTo>
                  <a:lnTo>
                    <a:pt x="7230173" y="2615649"/>
                  </a:lnTo>
                  <a:lnTo>
                    <a:pt x="7230510" y="2617157"/>
                  </a:lnTo>
                  <a:lnTo>
                    <a:pt x="7230846" y="2618778"/>
                  </a:lnTo>
                  <a:lnTo>
                    <a:pt x="7231183" y="2620521"/>
                  </a:lnTo>
                  <a:lnTo>
                    <a:pt x="7231519" y="2622217"/>
                  </a:lnTo>
                  <a:lnTo>
                    <a:pt x="7231856" y="2624037"/>
                  </a:lnTo>
                  <a:lnTo>
                    <a:pt x="7232192" y="2625835"/>
                  </a:lnTo>
                  <a:lnTo>
                    <a:pt x="7232529" y="2627481"/>
                  </a:lnTo>
                  <a:lnTo>
                    <a:pt x="7232865" y="2629023"/>
                  </a:lnTo>
                  <a:lnTo>
                    <a:pt x="7233202" y="2630535"/>
                  </a:lnTo>
                  <a:lnTo>
                    <a:pt x="7233538" y="2631882"/>
                  </a:lnTo>
                  <a:lnTo>
                    <a:pt x="7233874" y="2632920"/>
                  </a:lnTo>
                  <a:lnTo>
                    <a:pt x="7234211" y="2633900"/>
                  </a:lnTo>
                  <a:lnTo>
                    <a:pt x="7234547" y="2634687"/>
                  </a:lnTo>
                  <a:lnTo>
                    <a:pt x="7234884" y="2635211"/>
                  </a:lnTo>
                  <a:lnTo>
                    <a:pt x="7235220" y="2635364"/>
                  </a:lnTo>
                  <a:lnTo>
                    <a:pt x="7235557" y="2635465"/>
                  </a:lnTo>
                  <a:lnTo>
                    <a:pt x="7235893" y="2635156"/>
                  </a:lnTo>
                  <a:lnTo>
                    <a:pt x="7236230" y="2635032"/>
                  </a:lnTo>
                  <a:lnTo>
                    <a:pt x="7236566" y="2634995"/>
                  </a:lnTo>
                  <a:lnTo>
                    <a:pt x="7236903" y="2634834"/>
                  </a:lnTo>
                  <a:lnTo>
                    <a:pt x="7237239" y="2634446"/>
                  </a:lnTo>
                  <a:lnTo>
                    <a:pt x="7237576" y="2634135"/>
                  </a:lnTo>
                  <a:lnTo>
                    <a:pt x="7237912" y="2633962"/>
                  </a:lnTo>
                  <a:lnTo>
                    <a:pt x="7238248" y="2633758"/>
                  </a:lnTo>
                  <a:lnTo>
                    <a:pt x="7238585" y="2633549"/>
                  </a:lnTo>
                  <a:lnTo>
                    <a:pt x="7238921" y="2633340"/>
                  </a:lnTo>
                  <a:lnTo>
                    <a:pt x="7239258" y="2633130"/>
                  </a:lnTo>
                  <a:lnTo>
                    <a:pt x="7239594" y="2632921"/>
                  </a:lnTo>
                  <a:lnTo>
                    <a:pt x="7239931" y="2632733"/>
                  </a:lnTo>
                  <a:lnTo>
                    <a:pt x="7240267" y="2632628"/>
                  </a:lnTo>
                  <a:lnTo>
                    <a:pt x="7240604" y="2632714"/>
                  </a:lnTo>
                  <a:lnTo>
                    <a:pt x="7240940" y="2632833"/>
                  </a:lnTo>
                  <a:lnTo>
                    <a:pt x="7241277" y="2633029"/>
                  </a:lnTo>
                  <a:lnTo>
                    <a:pt x="7241613" y="2633230"/>
                  </a:lnTo>
                  <a:lnTo>
                    <a:pt x="7241950" y="2633266"/>
                  </a:lnTo>
                  <a:lnTo>
                    <a:pt x="7242286" y="2633419"/>
                  </a:lnTo>
                  <a:lnTo>
                    <a:pt x="7242622" y="2633761"/>
                  </a:lnTo>
                  <a:lnTo>
                    <a:pt x="7242959" y="2634517"/>
                  </a:lnTo>
                  <a:lnTo>
                    <a:pt x="7243295" y="2635689"/>
                  </a:lnTo>
                  <a:lnTo>
                    <a:pt x="7243632" y="2636879"/>
                  </a:lnTo>
                  <a:lnTo>
                    <a:pt x="7243968" y="2638166"/>
                  </a:lnTo>
                  <a:lnTo>
                    <a:pt x="7244305" y="2639709"/>
                  </a:lnTo>
                  <a:lnTo>
                    <a:pt x="7244641" y="2641216"/>
                  </a:lnTo>
                  <a:lnTo>
                    <a:pt x="7244978" y="2642745"/>
                  </a:lnTo>
                  <a:lnTo>
                    <a:pt x="7245314" y="2644057"/>
                  </a:lnTo>
                  <a:lnTo>
                    <a:pt x="7245651" y="2645318"/>
                  </a:lnTo>
                  <a:lnTo>
                    <a:pt x="7245987" y="2646617"/>
                  </a:lnTo>
                  <a:lnTo>
                    <a:pt x="7246323" y="2647637"/>
                  </a:lnTo>
                  <a:lnTo>
                    <a:pt x="7246660" y="2648626"/>
                  </a:lnTo>
                  <a:lnTo>
                    <a:pt x="7246996" y="2649514"/>
                  </a:lnTo>
                  <a:lnTo>
                    <a:pt x="7247333" y="2650270"/>
                  </a:lnTo>
                  <a:lnTo>
                    <a:pt x="7247669" y="2650860"/>
                  </a:lnTo>
                  <a:lnTo>
                    <a:pt x="7248006" y="2651224"/>
                  </a:lnTo>
                  <a:lnTo>
                    <a:pt x="7248342" y="2651505"/>
                  </a:lnTo>
                  <a:lnTo>
                    <a:pt x="7248679" y="2651497"/>
                  </a:lnTo>
                  <a:lnTo>
                    <a:pt x="7249015" y="2651382"/>
                  </a:lnTo>
                  <a:lnTo>
                    <a:pt x="7249352" y="2650526"/>
                  </a:lnTo>
                  <a:lnTo>
                    <a:pt x="7249688" y="2649560"/>
                  </a:lnTo>
                  <a:lnTo>
                    <a:pt x="7250025" y="2648703"/>
                  </a:lnTo>
                  <a:lnTo>
                    <a:pt x="7250361" y="2647122"/>
                  </a:lnTo>
                  <a:lnTo>
                    <a:pt x="7250697" y="2645484"/>
                  </a:lnTo>
                  <a:lnTo>
                    <a:pt x="7251034" y="2643947"/>
                  </a:lnTo>
                  <a:lnTo>
                    <a:pt x="7251370" y="2642955"/>
                  </a:lnTo>
                  <a:lnTo>
                    <a:pt x="7251707" y="2642144"/>
                  </a:lnTo>
                  <a:lnTo>
                    <a:pt x="7252043" y="2641511"/>
                  </a:lnTo>
                  <a:lnTo>
                    <a:pt x="7252380" y="2641088"/>
                  </a:lnTo>
                  <a:lnTo>
                    <a:pt x="7252716" y="2640779"/>
                  </a:lnTo>
                  <a:lnTo>
                    <a:pt x="7253053" y="2640657"/>
                  </a:lnTo>
                  <a:lnTo>
                    <a:pt x="7253389" y="2640383"/>
                  </a:lnTo>
                  <a:lnTo>
                    <a:pt x="7253726" y="2640182"/>
                  </a:lnTo>
                  <a:lnTo>
                    <a:pt x="7254062" y="2639960"/>
                  </a:lnTo>
                  <a:lnTo>
                    <a:pt x="7254399" y="2640053"/>
                  </a:lnTo>
                  <a:lnTo>
                    <a:pt x="7254735" y="2640312"/>
                  </a:lnTo>
                  <a:lnTo>
                    <a:pt x="7255071" y="2640455"/>
                  </a:lnTo>
                  <a:lnTo>
                    <a:pt x="7255408" y="2640427"/>
                  </a:lnTo>
                  <a:lnTo>
                    <a:pt x="7255744" y="2640513"/>
                  </a:lnTo>
                  <a:lnTo>
                    <a:pt x="7256081" y="2640570"/>
                  </a:lnTo>
                  <a:lnTo>
                    <a:pt x="7256417" y="2640455"/>
                  </a:lnTo>
                  <a:lnTo>
                    <a:pt x="7256754" y="2640132"/>
                  </a:lnTo>
                  <a:lnTo>
                    <a:pt x="7257090" y="2639493"/>
                  </a:lnTo>
                  <a:lnTo>
                    <a:pt x="7257427" y="2638595"/>
                  </a:lnTo>
                  <a:lnTo>
                    <a:pt x="7257763" y="2637582"/>
                  </a:lnTo>
                  <a:lnTo>
                    <a:pt x="7258100" y="2636698"/>
                  </a:lnTo>
                  <a:lnTo>
                    <a:pt x="7258436" y="2635778"/>
                  </a:lnTo>
                  <a:lnTo>
                    <a:pt x="7258773" y="2634369"/>
                  </a:lnTo>
                  <a:lnTo>
                    <a:pt x="7259109" y="2633142"/>
                  </a:lnTo>
                  <a:lnTo>
                    <a:pt x="7259445" y="2631887"/>
                  </a:lnTo>
                  <a:lnTo>
                    <a:pt x="7259782" y="2630702"/>
                  </a:lnTo>
                  <a:lnTo>
                    <a:pt x="7260118" y="2629395"/>
                  </a:lnTo>
                  <a:lnTo>
                    <a:pt x="7260455" y="2627938"/>
                  </a:lnTo>
                  <a:lnTo>
                    <a:pt x="7260791" y="2626374"/>
                  </a:lnTo>
                  <a:lnTo>
                    <a:pt x="7261128" y="2625292"/>
                  </a:lnTo>
                  <a:lnTo>
                    <a:pt x="7261464" y="2624117"/>
                  </a:lnTo>
                  <a:lnTo>
                    <a:pt x="7261801" y="2622887"/>
                  </a:lnTo>
                  <a:lnTo>
                    <a:pt x="7262137" y="2621720"/>
                  </a:lnTo>
                  <a:lnTo>
                    <a:pt x="7262474" y="2620957"/>
                  </a:lnTo>
                  <a:lnTo>
                    <a:pt x="7262810" y="2620248"/>
                  </a:lnTo>
                  <a:lnTo>
                    <a:pt x="7263147" y="2619144"/>
                  </a:lnTo>
                  <a:lnTo>
                    <a:pt x="7263483" y="2617891"/>
                  </a:lnTo>
                  <a:lnTo>
                    <a:pt x="7263819" y="2616619"/>
                  </a:lnTo>
                  <a:lnTo>
                    <a:pt x="7264156" y="2615078"/>
                  </a:lnTo>
                  <a:lnTo>
                    <a:pt x="7264492" y="2613435"/>
                  </a:lnTo>
                  <a:lnTo>
                    <a:pt x="7264829" y="2611708"/>
                  </a:lnTo>
                  <a:lnTo>
                    <a:pt x="7265165" y="2610531"/>
                  </a:lnTo>
                  <a:lnTo>
                    <a:pt x="7265502" y="2609559"/>
                  </a:lnTo>
                  <a:lnTo>
                    <a:pt x="7265838" y="2608644"/>
                  </a:lnTo>
                  <a:lnTo>
                    <a:pt x="7266175" y="2607543"/>
                  </a:lnTo>
                  <a:lnTo>
                    <a:pt x="7266511" y="2606391"/>
                  </a:lnTo>
                  <a:lnTo>
                    <a:pt x="7266848" y="2604616"/>
                  </a:lnTo>
                  <a:lnTo>
                    <a:pt x="7267184" y="2602836"/>
                  </a:lnTo>
                  <a:lnTo>
                    <a:pt x="7267521" y="2601132"/>
                  </a:lnTo>
                  <a:lnTo>
                    <a:pt x="7267857" y="2599484"/>
                  </a:lnTo>
                  <a:lnTo>
                    <a:pt x="7268193" y="2598139"/>
                  </a:lnTo>
                  <a:lnTo>
                    <a:pt x="7268530" y="2596106"/>
                  </a:lnTo>
                  <a:lnTo>
                    <a:pt x="7268866" y="2594037"/>
                  </a:lnTo>
                  <a:lnTo>
                    <a:pt x="7269203" y="2592277"/>
                  </a:lnTo>
                  <a:lnTo>
                    <a:pt x="7269539" y="2590581"/>
                  </a:lnTo>
                  <a:lnTo>
                    <a:pt x="7269876" y="2589029"/>
                  </a:lnTo>
                  <a:lnTo>
                    <a:pt x="7270212" y="2587449"/>
                  </a:lnTo>
                  <a:lnTo>
                    <a:pt x="7270549" y="2585703"/>
                  </a:lnTo>
                  <a:lnTo>
                    <a:pt x="7270885" y="2583893"/>
                  </a:lnTo>
                  <a:lnTo>
                    <a:pt x="7271222" y="2582312"/>
                  </a:lnTo>
                  <a:lnTo>
                    <a:pt x="7271558" y="2580588"/>
                  </a:lnTo>
                  <a:lnTo>
                    <a:pt x="7271895" y="2579144"/>
                  </a:lnTo>
                  <a:lnTo>
                    <a:pt x="7272231" y="2577585"/>
                  </a:lnTo>
                  <a:lnTo>
                    <a:pt x="7272567" y="2575939"/>
                  </a:lnTo>
                  <a:lnTo>
                    <a:pt x="7272904" y="2574280"/>
                  </a:lnTo>
                  <a:lnTo>
                    <a:pt x="7273240" y="2572692"/>
                  </a:lnTo>
                  <a:lnTo>
                    <a:pt x="7273577" y="2571227"/>
                  </a:lnTo>
                  <a:lnTo>
                    <a:pt x="7273913" y="2569854"/>
                  </a:lnTo>
                  <a:lnTo>
                    <a:pt x="7274250" y="2568310"/>
                  </a:lnTo>
                  <a:lnTo>
                    <a:pt x="7274586" y="2566923"/>
                  </a:lnTo>
                  <a:lnTo>
                    <a:pt x="7274923" y="2565601"/>
                  </a:lnTo>
                  <a:lnTo>
                    <a:pt x="7275259" y="2564301"/>
                  </a:lnTo>
                  <a:lnTo>
                    <a:pt x="7275596" y="2563029"/>
                  </a:lnTo>
                  <a:lnTo>
                    <a:pt x="7275932" y="2561715"/>
                  </a:lnTo>
                  <a:lnTo>
                    <a:pt x="7276269" y="2560242"/>
                  </a:lnTo>
                  <a:lnTo>
                    <a:pt x="7276605" y="2558884"/>
                  </a:lnTo>
                  <a:lnTo>
                    <a:pt x="7276941" y="2557483"/>
                  </a:lnTo>
                  <a:lnTo>
                    <a:pt x="7277278" y="2556104"/>
                  </a:lnTo>
                  <a:lnTo>
                    <a:pt x="7277614" y="2554394"/>
                  </a:lnTo>
                  <a:lnTo>
                    <a:pt x="7277951" y="2552691"/>
                  </a:lnTo>
                  <a:lnTo>
                    <a:pt x="7278287" y="2551132"/>
                  </a:lnTo>
                  <a:lnTo>
                    <a:pt x="7278624" y="2549552"/>
                  </a:lnTo>
                  <a:lnTo>
                    <a:pt x="7278960" y="2548050"/>
                  </a:lnTo>
                  <a:lnTo>
                    <a:pt x="7279297" y="2546771"/>
                  </a:lnTo>
                  <a:lnTo>
                    <a:pt x="7279633" y="2545478"/>
                  </a:lnTo>
                  <a:lnTo>
                    <a:pt x="7279970" y="2544185"/>
                  </a:lnTo>
                  <a:lnTo>
                    <a:pt x="7280306" y="2542899"/>
                  </a:lnTo>
                  <a:lnTo>
                    <a:pt x="7280642" y="2541749"/>
                  </a:lnTo>
                  <a:lnTo>
                    <a:pt x="7280979" y="2540765"/>
                  </a:lnTo>
                  <a:lnTo>
                    <a:pt x="7281315" y="2540032"/>
                  </a:lnTo>
                  <a:lnTo>
                    <a:pt x="7281652" y="2539795"/>
                  </a:lnTo>
                  <a:lnTo>
                    <a:pt x="7281988" y="2539881"/>
                  </a:lnTo>
                  <a:lnTo>
                    <a:pt x="7282325" y="2540377"/>
                  </a:lnTo>
                  <a:lnTo>
                    <a:pt x="7282661" y="2541440"/>
                  </a:lnTo>
                  <a:lnTo>
                    <a:pt x="7282998" y="2542762"/>
                  </a:lnTo>
                  <a:lnTo>
                    <a:pt x="7283334" y="2544257"/>
                  </a:lnTo>
                  <a:lnTo>
                    <a:pt x="7283671" y="2545837"/>
                  </a:lnTo>
                  <a:lnTo>
                    <a:pt x="7284007" y="2547763"/>
                  </a:lnTo>
                  <a:lnTo>
                    <a:pt x="7284344" y="2549774"/>
                  </a:lnTo>
                  <a:lnTo>
                    <a:pt x="7284680" y="2551807"/>
                  </a:lnTo>
                  <a:lnTo>
                    <a:pt x="7285016" y="2554020"/>
                  </a:lnTo>
                  <a:lnTo>
                    <a:pt x="7285353" y="2556513"/>
                  </a:lnTo>
                  <a:lnTo>
                    <a:pt x="7285689" y="2559035"/>
                  </a:lnTo>
                  <a:lnTo>
                    <a:pt x="7286026" y="2561614"/>
                  </a:lnTo>
                  <a:lnTo>
                    <a:pt x="7286362" y="2564401"/>
                  </a:lnTo>
                  <a:lnTo>
                    <a:pt x="7286699" y="2567103"/>
                  </a:lnTo>
                  <a:lnTo>
                    <a:pt x="7287035" y="2569747"/>
                  </a:lnTo>
                  <a:lnTo>
                    <a:pt x="7287372" y="2572189"/>
                  </a:lnTo>
                  <a:lnTo>
                    <a:pt x="7287708" y="2574567"/>
                  </a:lnTo>
                  <a:lnTo>
                    <a:pt x="7288045" y="2576960"/>
                  </a:lnTo>
                  <a:lnTo>
                    <a:pt x="7288381" y="2579273"/>
                  </a:lnTo>
                  <a:lnTo>
                    <a:pt x="7288718" y="2581823"/>
                  </a:lnTo>
                  <a:lnTo>
                    <a:pt x="7289054" y="2583532"/>
                  </a:lnTo>
                  <a:lnTo>
                    <a:pt x="7289390" y="2585244"/>
                  </a:lnTo>
                  <a:lnTo>
                    <a:pt x="7289727" y="2587377"/>
                  </a:lnTo>
                  <a:lnTo>
                    <a:pt x="7290063" y="2589352"/>
                  </a:lnTo>
                  <a:lnTo>
                    <a:pt x="7290400" y="2591217"/>
                  </a:lnTo>
                  <a:lnTo>
                    <a:pt x="7290736" y="2593111"/>
                  </a:lnTo>
                  <a:lnTo>
                    <a:pt x="7291073" y="2595003"/>
                  </a:lnTo>
                  <a:lnTo>
                    <a:pt x="7291409" y="2596674"/>
                  </a:lnTo>
                  <a:lnTo>
                    <a:pt x="7291746" y="2598162"/>
                  </a:lnTo>
                  <a:lnTo>
                    <a:pt x="7292082" y="2599686"/>
                  </a:lnTo>
                  <a:lnTo>
                    <a:pt x="7292419" y="2601161"/>
                  </a:lnTo>
                  <a:lnTo>
                    <a:pt x="7292755" y="2602586"/>
                  </a:lnTo>
                  <a:lnTo>
                    <a:pt x="7293092" y="2603831"/>
                  </a:lnTo>
                  <a:lnTo>
                    <a:pt x="7293428" y="2605078"/>
                  </a:lnTo>
                  <a:lnTo>
                    <a:pt x="7293764" y="2606152"/>
                  </a:lnTo>
                  <a:lnTo>
                    <a:pt x="7294101" y="2606945"/>
                  </a:lnTo>
                  <a:lnTo>
                    <a:pt x="7294437" y="2607693"/>
                  </a:lnTo>
                  <a:lnTo>
                    <a:pt x="7294774" y="2608026"/>
                  </a:lnTo>
                  <a:lnTo>
                    <a:pt x="7295110" y="2608810"/>
                  </a:lnTo>
                  <a:lnTo>
                    <a:pt x="7295447" y="2609485"/>
                  </a:lnTo>
                  <a:lnTo>
                    <a:pt x="7295783" y="2610031"/>
                  </a:lnTo>
                  <a:lnTo>
                    <a:pt x="7296120" y="2610462"/>
                  </a:lnTo>
                  <a:lnTo>
                    <a:pt x="7296456" y="2610893"/>
                  </a:lnTo>
                  <a:lnTo>
                    <a:pt x="7296793" y="2611274"/>
                  </a:lnTo>
                  <a:lnTo>
                    <a:pt x="7297129" y="2611568"/>
                  </a:lnTo>
                  <a:lnTo>
                    <a:pt x="7297466" y="2611602"/>
                  </a:lnTo>
                  <a:lnTo>
                    <a:pt x="7297802" y="2611675"/>
                  </a:lnTo>
                  <a:lnTo>
                    <a:pt x="7298138" y="2611806"/>
                  </a:lnTo>
                  <a:lnTo>
                    <a:pt x="7298475" y="2611931"/>
                  </a:lnTo>
                  <a:lnTo>
                    <a:pt x="7298811" y="2612103"/>
                  </a:lnTo>
                  <a:lnTo>
                    <a:pt x="7299148" y="2612280"/>
                  </a:lnTo>
                  <a:lnTo>
                    <a:pt x="7299484" y="2612351"/>
                  </a:lnTo>
                  <a:lnTo>
                    <a:pt x="7299821" y="2612530"/>
                  </a:lnTo>
                  <a:lnTo>
                    <a:pt x="7300157" y="2612561"/>
                  </a:lnTo>
                  <a:lnTo>
                    <a:pt x="7300494" y="2612320"/>
                  </a:lnTo>
                  <a:lnTo>
                    <a:pt x="7300830" y="2612080"/>
                  </a:lnTo>
                  <a:lnTo>
                    <a:pt x="7301167" y="2611890"/>
                  </a:lnTo>
                  <a:lnTo>
                    <a:pt x="7301503" y="2611592"/>
                  </a:lnTo>
                  <a:lnTo>
                    <a:pt x="7301840" y="2611294"/>
                  </a:lnTo>
                  <a:lnTo>
                    <a:pt x="7302176" y="2610928"/>
                  </a:lnTo>
                  <a:lnTo>
                    <a:pt x="7302512" y="2610494"/>
                  </a:lnTo>
                  <a:lnTo>
                    <a:pt x="7302849" y="2609963"/>
                  </a:lnTo>
                  <a:lnTo>
                    <a:pt x="7303185" y="2609697"/>
                  </a:lnTo>
                  <a:lnTo>
                    <a:pt x="7303522" y="2609103"/>
                  </a:lnTo>
                  <a:lnTo>
                    <a:pt x="7303858" y="2608421"/>
                  </a:lnTo>
                  <a:lnTo>
                    <a:pt x="7304195" y="2607706"/>
                  </a:lnTo>
                  <a:lnTo>
                    <a:pt x="7304531" y="2606933"/>
                  </a:lnTo>
                  <a:lnTo>
                    <a:pt x="7304868" y="2606066"/>
                  </a:lnTo>
                  <a:lnTo>
                    <a:pt x="7305204" y="2605337"/>
                  </a:lnTo>
                  <a:lnTo>
                    <a:pt x="7305541" y="2604894"/>
                  </a:lnTo>
                  <a:lnTo>
                    <a:pt x="7305877" y="2604500"/>
                  </a:lnTo>
                  <a:lnTo>
                    <a:pt x="7306214" y="2603905"/>
                  </a:lnTo>
                  <a:lnTo>
                    <a:pt x="7306550" y="2603410"/>
                  </a:lnTo>
                  <a:lnTo>
                    <a:pt x="7306886" y="2602915"/>
                  </a:lnTo>
                  <a:lnTo>
                    <a:pt x="7307223" y="2602384"/>
                  </a:lnTo>
                  <a:lnTo>
                    <a:pt x="7307559" y="2601835"/>
                  </a:lnTo>
                  <a:lnTo>
                    <a:pt x="7307896" y="2601109"/>
                  </a:lnTo>
                  <a:lnTo>
                    <a:pt x="7308232" y="2600353"/>
                  </a:lnTo>
                  <a:lnTo>
                    <a:pt x="7308569" y="2599518"/>
                  </a:lnTo>
                  <a:lnTo>
                    <a:pt x="7308905" y="2598679"/>
                  </a:lnTo>
                  <a:lnTo>
                    <a:pt x="7309242" y="2597902"/>
                  </a:lnTo>
                  <a:lnTo>
                    <a:pt x="7309578" y="2597388"/>
                  </a:lnTo>
                  <a:lnTo>
                    <a:pt x="7309915" y="2596818"/>
                  </a:lnTo>
                  <a:lnTo>
                    <a:pt x="7310251" y="2596198"/>
                  </a:lnTo>
                  <a:lnTo>
                    <a:pt x="7310588" y="2595393"/>
                  </a:lnTo>
                  <a:lnTo>
                    <a:pt x="7310924" y="2594735"/>
                  </a:lnTo>
                  <a:lnTo>
                    <a:pt x="7311260" y="2594462"/>
                  </a:lnTo>
                  <a:lnTo>
                    <a:pt x="7311597" y="2593607"/>
                  </a:lnTo>
                  <a:lnTo>
                    <a:pt x="7311933" y="2592842"/>
                  </a:lnTo>
                  <a:lnTo>
                    <a:pt x="7312270" y="2592154"/>
                  </a:lnTo>
                  <a:lnTo>
                    <a:pt x="7312606" y="2591439"/>
                  </a:lnTo>
                  <a:lnTo>
                    <a:pt x="7312943" y="2590806"/>
                  </a:lnTo>
                  <a:lnTo>
                    <a:pt x="7313279" y="2590110"/>
                  </a:lnTo>
                  <a:lnTo>
                    <a:pt x="7313616" y="2589813"/>
                  </a:lnTo>
                  <a:lnTo>
                    <a:pt x="7313952" y="2589635"/>
                  </a:lnTo>
                  <a:lnTo>
                    <a:pt x="7314289" y="2589551"/>
                  </a:lnTo>
                  <a:lnTo>
                    <a:pt x="7314625" y="2589406"/>
                  </a:lnTo>
                  <a:lnTo>
                    <a:pt x="7314961" y="2589325"/>
                  </a:lnTo>
                  <a:lnTo>
                    <a:pt x="7315298" y="2589499"/>
                  </a:lnTo>
                  <a:lnTo>
                    <a:pt x="7315634" y="2589522"/>
                  </a:lnTo>
                  <a:lnTo>
                    <a:pt x="7315971" y="2589884"/>
                  </a:lnTo>
                  <a:lnTo>
                    <a:pt x="7316307" y="2590343"/>
                  </a:lnTo>
                  <a:lnTo>
                    <a:pt x="7316644" y="2591639"/>
                  </a:lnTo>
                  <a:lnTo>
                    <a:pt x="7316980" y="2593155"/>
                  </a:lnTo>
                  <a:lnTo>
                    <a:pt x="7317317" y="2594779"/>
                  </a:lnTo>
                  <a:lnTo>
                    <a:pt x="7317653" y="2597598"/>
                  </a:lnTo>
                  <a:lnTo>
                    <a:pt x="7317990" y="2600707"/>
                  </a:lnTo>
                  <a:lnTo>
                    <a:pt x="7318326" y="2603757"/>
                  </a:lnTo>
                  <a:lnTo>
                    <a:pt x="7318663" y="2606468"/>
                  </a:lnTo>
                  <a:lnTo>
                    <a:pt x="7318999" y="2609029"/>
                  </a:lnTo>
                  <a:lnTo>
                    <a:pt x="7319335" y="2611497"/>
                  </a:lnTo>
                  <a:lnTo>
                    <a:pt x="7319672" y="2613828"/>
                  </a:lnTo>
                  <a:lnTo>
                    <a:pt x="7320008" y="2616089"/>
                  </a:lnTo>
                  <a:lnTo>
                    <a:pt x="7320345" y="2618129"/>
                  </a:lnTo>
                  <a:lnTo>
                    <a:pt x="7320681" y="2620322"/>
                  </a:lnTo>
                  <a:lnTo>
                    <a:pt x="7321018" y="2622326"/>
                  </a:lnTo>
                  <a:lnTo>
                    <a:pt x="7321354" y="2624417"/>
                  </a:lnTo>
                  <a:lnTo>
                    <a:pt x="7321691" y="2626285"/>
                  </a:lnTo>
                  <a:lnTo>
                    <a:pt x="7322027" y="2628038"/>
                  </a:lnTo>
                  <a:lnTo>
                    <a:pt x="7322364" y="2629626"/>
                  </a:lnTo>
                  <a:lnTo>
                    <a:pt x="7322700" y="2630854"/>
                  </a:lnTo>
                  <a:lnTo>
                    <a:pt x="7323037" y="2631860"/>
                  </a:lnTo>
                  <a:lnTo>
                    <a:pt x="7323373" y="2632823"/>
                  </a:lnTo>
                  <a:lnTo>
                    <a:pt x="7323709" y="2633627"/>
                  </a:lnTo>
                  <a:lnTo>
                    <a:pt x="7324046" y="2634525"/>
                  </a:lnTo>
                  <a:lnTo>
                    <a:pt x="7324382" y="2635653"/>
                  </a:lnTo>
                  <a:lnTo>
                    <a:pt x="7324719" y="2636831"/>
                  </a:lnTo>
                  <a:lnTo>
                    <a:pt x="7325055" y="2638096"/>
                  </a:lnTo>
                  <a:lnTo>
                    <a:pt x="7325392" y="2639332"/>
                  </a:lnTo>
                  <a:lnTo>
                    <a:pt x="7325728" y="2640567"/>
                  </a:lnTo>
                  <a:lnTo>
                    <a:pt x="7326065" y="2641832"/>
                  </a:lnTo>
                  <a:lnTo>
                    <a:pt x="7326401" y="2642845"/>
                  </a:lnTo>
                  <a:lnTo>
                    <a:pt x="7326738" y="2643815"/>
                  </a:lnTo>
                  <a:lnTo>
                    <a:pt x="7327074" y="2644677"/>
                  </a:lnTo>
                  <a:lnTo>
                    <a:pt x="7327411" y="2645546"/>
                  </a:lnTo>
                  <a:lnTo>
                    <a:pt x="7327747" y="2646667"/>
                  </a:lnTo>
                  <a:lnTo>
                    <a:pt x="7328083" y="2647816"/>
                  </a:lnTo>
                  <a:lnTo>
                    <a:pt x="7328420" y="2648373"/>
                  </a:lnTo>
                  <a:lnTo>
                    <a:pt x="7328756" y="2649014"/>
                  </a:lnTo>
                  <a:lnTo>
                    <a:pt x="7329093" y="2649696"/>
                  </a:lnTo>
                  <a:lnTo>
                    <a:pt x="7329429" y="2650217"/>
                  </a:lnTo>
                  <a:lnTo>
                    <a:pt x="7329766" y="2650439"/>
                  </a:lnTo>
                  <a:lnTo>
                    <a:pt x="7330102" y="2650658"/>
                  </a:lnTo>
                  <a:lnTo>
                    <a:pt x="7330439" y="2651150"/>
                  </a:lnTo>
                  <a:lnTo>
                    <a:pt x="7330775" y="2651844"/>
                  </a:lnTo>
                  <a:lnTo>
                    <a:pt x="7331112" y="2652657"/>
                  </a:lnTo>
                  <a:lnTo>
                    <a:pt x="7331448" y="2653647"/>
                  </a:lnTo>
                  <a:lnTo>
                    <a:pt x="7331785" y="2654795"/>
                  </a:lnTo>
                  <a:lnTo>
                    <a:pt x="7332121" y="2655948"/>
                  </a:lnTo>
                  <a:lnTo>
                    <a:pt x="7332457" y="2657068"/>
                  </a:lnTo>
                  <a:lnTo>
                    <a:pt x="7332794" y="2658047"/>
                  </a:lnTo>
                  <a:lnTo>
                    <a:pt x="7333130" y="2659105"/>
                  </a:lnTo>
                  <a:lnTo>
                    <a:pt x="7333467" y="2660358"/>
                  </a:lnTo>
                  <a:lnTo>
                    <a:pt x="7333803" y="2661654"/>
                  </a:lnTo>
                  <a:lnTo>
                    <a:pt x="7334140" y="2663586"/>
                  </a:lnTo>
                  <a:lnTo>
                    <a:pt x="7334476" y="2665611"/>
                  </a:lnTo>
                  <a:lnTo>
                    <a:pt x="7334813" y="2667480"/>
                  </a:lnTo>
                  <a:lnTo>
                    <a:pt x="7335149" y="2669293"/>
                  </a:lnTo>
                  <a:lnTo>
                    <a:pt x="7335486" y="2670839"/>
                  </a:lnTo>
                  <a:lnTo>
                    <a:pt x="7335822" y="2672772"/>
                  </a:lnTo>
                  <a:lnTo>
                    <a:pt x="7336159" y="2674597"/>
                  </a:lnTo>
                  <a:lnTo>
                    <a:pt x="7336495" y="2676184"/>
                  </a:lnTo>
                  <a:lnTo>
                    <a:pt x="7336831" y="2677621"/>
                  </a:lnTo>
                  <a:lnTo>
                    <a:pt x="7337168" y="2679137"/>
                  </a:lnTo>
                  <a:lnTo>
                    <a:pt x="7337504" y="2680718"/>
                  </a:lnTo>
                  <a:lnTo>
                    <a:pt x="7337841" y="2682463"/>
                  </a:lnTo>
                  <a:lnTo>
                    <a:pt x="7338177" y="2684094"/>
                  </a:lnTo>
                  <a:lnTo>
                    <a:pt x="7338514" y="2685165"/>
                  </a:lnTo>
                  <a:lnTo>
                    <a:pt x="7338850" y="2686314"/>
                  </a:lnTo>
                  <a:lnTo>
                    <a:pt x="7339187" y="2687061"/>
                  </a:lnTo>
                  <a:lnTo>
                    <a:pt x="7339523" y="2687902"/>
                  </a:lnTo>
                  <a:lnTo>
                    <a:pt x="7339860" y="2688764"/>
                  </a:lnTo>
                  <a:lnTo>
                    <a:pt x="7340196" y="2689562"/>
                  </a:lnTo>
                  <a:lnTo>
                    <a:pt x="7340533" y="2690330"/>
                  </a:lnTo>
                  <a:lnTo>
                    <a:pt x="7340869" y="2690977"/>
                  </a:lnTo>
                  <a:lnTo>
                    <a:pt x="7341205" y="2691487"/>
                  </a:lnTo>
                  <a:lnTo>
                    <a:pt x="7341542" y="2692198"/>
                  </a:lnTo>
                  <a:lnTo>
                    <a:pt x="7341878" y="2692866"/>
                  </a:lnTo>
                  <a:lnTo>
                    <a:pt x="7342215" y="2693269"/>
                  </a:lnTo>
                  <a:lnTo>
                    <a:pt x="7342551" y="2693563"/>
                  </a:lnTo>
                  <a:lnTo>
                    <a:pt x="7342888" y="2693829"/>
                  </a:lnTo>
                  <a:lnTo>
                    <a:pt x="7343224" y="2694318"/>
                  </a:lnTo>
                  <a:lnTo>
                    <a:pt x="7343561" y="2695295"/>
                  </a:lnTo>
                  <a:lnTo>
                    <a:pt x="7343897" y="2696063"/>
                  </a:lnTo>
                  <a:lnTo>
                    <a:pt x="7344234" y="2696724"/>
                  </a:lnTo>
                  <a:lnTo>
                    <a:pt x="7344570" y="2697141"/>
                  </a:lnTo>
                  <a:lnTo>
                    <a:pt x="7344906" y="2697701"/>
                  </a:lnTo>
                  <a:lnTo>
                    <a:pt x="7345243" y="2698276"/>
                  </a:lnTo>
                  <a:lnTo>
                    <a:pt x="7345579" y="2698872"/>
                  </a:lnTo>
                  <a:lnTo>
                    <a:pt x="7345916" y="2699691"/>
                  </a:lnTo>
                  <a:lnTo>
                    <a:pt x="7346252" y="2700410"/>
                  </a:lnTo>
                  <a:lnTo>
                    <a:pt x="7346589" y="2700525"/>
                  </a:lnTo>
                  <a:lnTo>
                    <a:pt x="7346925" y="2700259"/>
                  </a:lnTo>
                  <a:lnTo>
                    <a:pt x="7347262" y="2699634"/>
                  </a:lnTo>
                  <a:lnTo>
                    <a:pt x="7347598" y="2698628"/>
                  </a:lnTo>
                  <a:lnTo>
                    <a:pt x="7347935" y="2697385"/>
                  </a:lnTo>
                  <a:lnTo>
                    <a:pt x="7348271" y="2695927"/>
                  </a:lnTo>
                  <a:lnTo>
                    <a:pt x="7348608" y="2694188"/>
                  </a:lnTo>
                  <a:lnTo>
                    <a:pt x="7348944" y="2692450"/>
                  </a:lnTo>
                  <a:lnTo>
                    <a:pt x="7349280" y="2690747"/>
                  </a:lnTo>
                  <a:lnTo>
                    <a:pt x="7349617" y="2689059"/>
                  </a:lnTo>
                  <a:lnTo>
                    <a:pt x="7349953" y="2687205"/>
                  </a:lnTo>
                  <a:lnTo>
                    <a:pt x="7350290" y="2685308"/>
                  </a:lnTo>
                  <a:lnTo>
                    <a:pt x="7350626" y="2683089"/>
                  </a:lnTo>
                  <a:lnTo>
                    <a:pt x="7350963" y="2680531"/>
                  </a:lnTo>
                  <a:lnTo>
                    <a:pt x="7351299" y="2678009"/>
                  </a:lnTo>
                  <a:lnTo>
                    <a:pt x="7351636" y="2675840"/>
                  </a:lnTo>
                  <a:lnTo>
                    <a:pt x="7351972" y="2673842"/>
                  </a:lnTo>
                  <a:lnTo>
                    <a:pt x="7352309" y="2672097"/>
                  </a:lnTo>
                  <a:lnTo>
                    <a:pt x="7352645" y="2670444"/>
                  </a:lnTo>
                  <a:lnTo>
                    <a:pt x="7352982" y="2668957"/>
                  </a:lnTo>
                  <a:lnTo>
                    <a:pt x="7353318" y="2667578"/>
                  </a:lnTo>
                  <a:lnTo>
                    <a:pt x="7353654" y="2665975"/>
                  </a:lnTo>
                  <a:lnTo>
                    <a:pt x="7353991" y="2664424"/>
                  </a:lnTo>
                  <a:lnTo>
                    <a:pt x="7354327" y="2663023"/>
                  </a:lnTo>
                  <a:lnTo>
                    <a:pt x="7354664" y="2661528"/>
                  </a:lnTo>
                  <a:lnTo>
                    <a:pt x="7355000" y="2659660"/>
                  </a:lnTo>
                  <a:lnTo>
                    <a:pt x="7355337" y="2657634"/>
                  </a:lnTo>
                  <a:lnTo>
                    <a:pt x="7355673" y="2655774"/>
                  </a:lnTo>
                  <a:lnTo>
                    <a:pt x="7356010" y="2654164"/>
                  </a:lnTo>
                  <a:lnTo>
                    <a:pt x="7356346" y="2652584"/>
                  </a:lnTo>
                  <a:lnTo>
                    <a:pt x="7356683" y="2650982"/>
                  </a:lnTo>
                  <a:lnTo>
                    <a:pt x="7357019" y="2649365"/>
                  </a:lnTo>
                  <a:lnTo>
                    <a:pt x="7357356" y="2647684"/>
                  </a:lnTo>
                  <a:lnTo>
                    <a:pt x="7357692" y="2646312"/>
                  </a:lnTo>
                  <a:lnTo>
                    <a:pt x="7358028" y="2644703"/>
                  </a:lnTo>
                  <a:lnTo>
                    <a:pt x="7358365" y="2642799"/>
                  </a:lnTo>
                  <a:lnTo>
                    <a:pt x="7358701" y="2640708"/>
                  </a:lnTo>
                  <a:lnTo>
                    <a:pt x="7359038" y="2639109"/>
                  </a:lnTo>
                  <a:lnTo>
                    <a:pt x="7359374" y="2637117"/>
                  </a:lnTo>
                  <a:lnTo>
                    <a:pt x="7359711" y="2635578"/>
                  </a:lnTo>
                  <a:lnTo>
                    <a:pt x="7360047" y="2633949"/>
                  </a:lnTo>
                  <a:lnTo>
                    <a:pt x="7360384" y="2632566"/>
                  </a:lnTo>
                  <a:lnTo>
                    <a:pt x="7360720" y="2631039"/>
                  </a:lnTo>
                  <a:lnTo>
                    <a:pt x="7361057" y="2629470"/>
                  </a:lnTo>
                  <a:lnTo>
                    <a:pt x="7361393" y="2627900"/>
                  </a:lnTo>
                  <a:lnTo>
                    <a:pt x="7361730" y="2626130"/>
                  </a:lnTo>
                  <a:lnTo>
                    <a:pt x="7362066" y="2624102"/>
                  </a:lnTo>
                  <a:lnTo>
                    <a:pt x="7362402" y="2622104"/>
                  </a:lnTo>
                  <a:lnTo>
                    <a:pt x="7362739" y="2620009"/>
                  </a:lnTo>
                  <a:lnTo>
                    <a:pt x="7363075" y="2618054"/>
                  </a:lnTo>
                  <a:lnTo>
                    <a:pt x="7363412" y="2616293"/>
                  </a:lnTo>
                  <a:lnTo>
                    <a:pt x="7363748" y="2614657"/>
                  </a:lnTo>
                  <a:lnTo>
                    <a:pt x="7364085" y="2612989"/>
                  </a:lnTo>
                  <a:lnTo>
                    <a:pt x="7364421" y="2611603"/>
                  </a:lnTo>
                  <a:lnTo>
                    <a:pt x="7364758" y="2609168"/>
                  </a:lnTo>
                  <a:lnTo>
                    <a:pt x="7365094" y="2606974"/>
                  </a:lnTo>
                  <a:lnTo>
                    <a:pt x="7365431" y="2604022"/>
                  </a:lnTo>
                  <a:lnTo>
                    <a:pt x="7365767" y="2601363"/>
                  </a:lnTo>
                  <a:lnTo>
                    <a:pt x="7366104" y="2598777"/>
                  </a:lnTo>
                  <a:lnTo>
                    <a:pt x="7366440" y="2596241"/>
                  </a:lnTo>
                  <a:lnTo>
                    <a:pt x="7366776" y="2594079"/>
                  </a:lnTo>
                  <a:lnTo>
                    <a:pt x="7367113" y="2592599"/>
                  </a:lnTo>
                  <a:lnTo>
                    <a:pt x="7367449" y="2591722"/>
                  </a:lnTo>
                  <a:lnTo>
                    <a:pt x="7367786" y="2591399"/>
                  </a:lnTo>
                  <a:lnTo>
                    <a:pt x="7368122" y="2591198"/>
                  </a:lnTo>
                  <a:lnTo>
                    <a:pt x="7368459" y="2591025"/>
                  </a:lnTo>
                  <a:lnTo>
                    <a:pt x="7368795" y="2591241"/>
                  </a:lnTo>
                  <a:lnTo>
                    <a:pt x="7369132" y="2591815"/>
                  </a:lnTo>
                  <a:lnTo>
                    <a:pt x="7369468" y="2592534"/>
                  </a:lnTo>
                  <a:lnTo>
                    <a:pt x="7369805" y="2593252"/>
                  </a:lnTo>
                  <a:lnTo>
                    <a:pt x="7370141" y="2594093"/>
                  </a:lnTo>
                  <a:lnTo>
                    <a:pt x="7370478" y="2594955"/>
                  </a:lnTo>
                  <a:lnTo>
                    <a:pt x="7370814" y="2595817"/>
                  </a:lnTo>
                  <a:lnTo>
                    <a:pt x="7371150" y="2596679"/>
                  </a:lnTo>
                  <a:lnTo>
                    <a:pt x="7371487" y="2597491"/>
                  </a:lnTo>
                  <a:lnTo>
                    <a:pt x="7371823" y="2598454"/>
                  </a:lnTo>
                  <a:lnTo>
                    <a:pt x="7372160" y="2599416"/>
                  </a:lnTo>
                  <a:lnTo>
                    <a:pt x="7372496" y="2599977"/>
                  </a:lnTo>
                  <a:lnTo>
                    <a:pt x="7372833" y="2600221"/>
                  </a:lnTo>
                  <a:lnTo>
                    <a:pt x="7373169" y="2600408"/>
                  </a:lnTo>
                  <a:lnTo>
                    <a:pt x="7373506" y="2600796"/>
                  </a:lnTo>
                  <a:lnTo>
                    <a:pt x="7373842" y="2601011"/>
                  </a:lnTo>
                  <a:lnTo>
                    <a:pt x="7374179" y="2601011"/>
                  </a:lnTo>
                  <a:lnTo>
                    <a:pt x="7374515" y="2601047"/>
                  </a:lnTo>
                  <a:lnTo>
                    <a:pt x="7374852" y="2601069"/>
                  </a:lnTo>
                  <a:lnTo>
                    <a:pt x="7375188" y="2600738"/>
                  </a:lnTo>
                  <a:lnTo>
                    <a:pt x="7375524" y="2600164"/>
                  </a:lnTo>
                  <a:lnTo>
                    <a:pt x="7375861" y="2599589"/>
                  </a:lnTo>
                  <a:lnTo>
                    <a:pt x="7376197" y="2598827"/>
                  </a:lnTo>
                  <a:lnTo>
                    <a:pt x="7376534" y="2598109"/>
                  </a:lnTo>
                  <a:lnTo>
                    <a:pt x="7376870" y="2597290"/>
                  </a:lnTo>
                  <a:lnTo>
                    <a:pt x="7377207" y="2596464"/>
                  </a:lnTo>
                  <a:lnTo>
                    <a:pt x="7377543" y="2595889"/>
                  </a:lnTo>
                  <a:lnTo>
                    <a:pt x="7377880" y="2595487"/>
                  </a:lnTo>
                  <a:lnTo>
                    <a:pt x="7378216" y="2594947"/>
                  </a:lnTo>
                  <a:lnTo>
                    <a:pt x="7378553" y="2594206"/>
                  </a:lnTo>
                  <a:lnTo>
                    <a:pt x="7378889" y="2593891"/>
                  </a:lnTo>
                  <a:lnTo>
                    <a:pt x="7379225" y="2593408"/>
                  </a:lnTo>
                  <a:lnTo>
                    <a:pt x="7379562" y="2592733"/>
                  </a:lnTo>
                  <a:lnTo>
                    <a:pt x="7379898" y="2592092"/>
                  </a:lnTo>
                  <a:lnTo>
                    <a:pt x="7380235" y="2591651"/>
                  </a:lnTo>
                  <a:lnTo>
                    <a:pt x="7380571" y="2591559"/>
                  </a:lnTo>
                  <a:lnTo>
                    <a:pt x="7380908" y="2591467"/>
                  </a:lnTo>
                  <a:lnTo>
                    <a:pt x="7381244" y="2591453"/>
                  </a:lnTo>
                  <a:lnTo>
                    <a:pt x="7381581" y="2591217"/>
                  </a:lnTo>
                  <a:lnTo>
                    <a:pt x="7381917" y="2590585"/>
                  </a:lnTo>
                  <a:lnTo>
                    <a:pt x="7382254" y="2589854"/>
                  </a:lnTo>
                  <a:lnTo>
                    <a:pt x="7382590" y="2588783"/>
                  </a:lnTo>
                  <a:lnTo>
                    <a:pt x="7382927" y="2587603"/>
                  </a:lnTo>
                  <a:lnTo>
                    <a:pt x="7383263" y="2586351"/>
                  </a:lnTo>
                  <a:lnTo>
                    <a:pt x="7383599" y="2584836"/>
                  </a:lnTo>
                  <a:lnTo>
                    <a:pt x="7383936" y="2582952"/>
                  </a:lnTo>
                  <a:lnTo>
                    <a:pt x="7384272" y="2581015"/>
                  </a:lnTo>
                  <a:lnTo>
                    <a:pt x="7384609" y="2579185"/>
                  </a:lnTo>
                  <a:lnTo>
                    <a:pt x="7384945" y="2577343"/>
                  </a:lnTo>
                  <a:lnTo>
                    <a:pt x="7385282" y="2575441"/>
                  </a:lnTo>
                  <a:lnTo>
                    <a:pt x="7385618" y="2573383"/>
                  </a:lnTo>
                  <a:lnTo>
                    <a:pt x="7385955" y="2571203"/>
                  </a:lnTo>
                  <a:lnTo>
                    <a:pt x="7386291" y="2569130"/>
                  </a:lnTo>
                  <a:lnTo>
                    <a:pt x="7386628" y="2567310"/>
                  </a:lnTo>
                  <a:lnTo>
                    <a:pt x="7386964" y="2565697"/>
                  </a:lnTo>
                  <a:lnTo>
                    <a:pt x="7387301" y="2564175"/>
                  </a:lnTo>
                  <a:lnTo>
                    <a:pt x="7387637" y="2562969"/>
                  </a:lnTo>
                  <a:lnTo>
                    <a:pt x="7387973" y="2561804"/>
                  </a:lnTo>
                  <a:lnTo>
                    <a:pt x="7388310" y="2560941"/>
                  </a:lnTo>
                  <a:lnTo>
                    <a:pt x="7388646" y="2560115"/>
                  </a:lnTo>
                  <a:lnTo>
                    <a:pt x="7388983" y="2559447"/>
                  </a:lnTo>
                  <a:lnTo>
                    <a:pt x="7389319" y="2558951"/>
                  </a:lnTo>
                  <a:lnTo>
                    <a:pt x="7389656" y="2558061"/>
                  </a:lnTo>
                  <a:lnTo>
                    <a:pt x="7389992" y="2557177"/>
                  </a:lnTo>
                  <a:lnTo>
                    <a:pt x="7390329" y="2556315"/>
                  </a:lnTo>
                  <a:lnTo>
                    <a:pt x="7390665" y="2555481"/>
                  </a:lnTo>
                  <a:lnTo>
                    <a:pt x="7391002" y="2554670"/>
                  </a:lnTo>
                  <a:lnTo>
                    <a:pt x="7391338" y="2553807"/>
                  </a:lnTo>
                  <a:lnTo>
                    <a:pt x="7391675" y="2552730"/>
                  </a:lnTo>
                  <a:lnTo>
                    <a:pt x="7392011" y="2552027"/>
                  </a:lnTo>
                  <a:lnTo>
                    <a:pt x="7392347" y="2550951"/>
                  </a:lnTo>
                  <a:lnTo>
                    <a:pt x="7392684" y="2549406"/>
                  </a:lnTo>
                  <a:lnTo>
                    <a:pt x="7393020" y="2547562"/>
                  </a:lnTo>
                  <a:lnTo>
                    <a:pt x="7393357" y="2545679"/>
                  </a:lnTo>
                  <a:lnTo>
                    <a:pt x="7393693" y="2543659"/>
                  </a:lnTo>
                  <a:lnTo>
                    <a:pt x="7394030" y="2542172"/>
                  </a:lnTo>
                  <a:lnTo>
                    <a:pt x="7394366" y="2540425"/>
                  </a:lnTo>
                  <a:lnTo>
                    <a:pt x="7394703" y="2538880"/>
                  </a:lnTo>
                  <a:lnTo>
                    <a:pt x="7395039" y="2537144"/>
                  </a:lnTo>
                  <a:lnTo>
                    <a:pt x="7395376" y="2535271"/>
                  </a:lnTo>
                  <a:lnTo>
                    <a:pt x="7395712" y="2533495"/>
                  </a:lnTo>
                  <a:lnTo>
                    <a:pt x="7396049" y="2531668"/>
                  </a:lnTo>
                  <a:lnTo>
                    <a:pt x="7396385" y="2529806"/>
                  </a:lnTo>
                  <a:lnTo>
                    <a:pt x="7396721" y="2528169"/>
                  </a:lnTo>
                  <a:lnTo>
                    <a:pt x="7397058" y="2526800"/>
                  </a:lnTo>
                  <a:lnTo>
                    <a:pt x="7397394" y="2525687"/>
                  </a:lnTo>
                  <a:lnTo>
                    <a:pt x="7397731" y="2524783"/>
                  </a:lnTo>
                  <a:lnTo>
                    <a:pt x="7398067" y="2523459"/>
                  </a:lnTo>
                  <a:lnTo>
                    <a:pt x="7398404" y="2522108"/>
                  </a:lnTo>
                  <a:lnTo>
                    <a:pt x="7398740" y="2520908"/>
                  </a:lnTo>
                  <a:lnTo>
                    <a:pt x="7399077" y="2519931"/>
                  </a:lnTo>
                  <a:lnTo>
                    <a:pt x="7399413" y="2518573"/>
                  </a:lnTo>
                  <a:lnTo>
                    <a:pt x="7399750" y="2517064"/>
                  </a:lnTo>
                  <a:lnTo>
                    <a:pt x="7400086" y="2515505"/>
                  </a:lnTo>
                  <a:lnTo>
                    <a:pt x="7400423" y="2513932"/>
                  </a:lnTo>
                  <a:lnTo>
                    <a:pt x="7400759" y="2512193"/>
                  </a:lnTo>
                  <a:lnTo>
                    <a:pt x="7401095" y="2510361"/>
                  </a:lnTo>
                  <a:lnTo>
                    <a:pt x="7401432" y="2508335"/>
                  </a:lnTo>
                  <a:lnTo>
                    <a:pt x="7401768" y="2506180"/>
                  </a:lnTo>
                  <a:lnTo>
                    <a:pt x="7402105" y="2503982"/>
                  </a:lnTo>
                  <a:lnTo>
                    <a:pt x="7402441" y="2501561"/>
                  </a:lnTo>
                  <a:lnTo>
                    <a:pt x="7402778" y="2499111"/>
                  </a:lnTo>
                  <a:lnTo>
                    <a:pt x="7403114" y="2496697"/>
                  </a:lnTo>
                  <a:lnTo>
                    <a:pt x="7403451" y="2494283"/>
                  </a:lnTo>
                  <a:lnTo>
                    <a:pt x="7403787" y="2491697"/>
                  </a:lnTo>
                  <a:lnTo>
                    <a:pt x="7404124" y="2488931"/>
                  </a:lnTo>
                  <a:lnTo>
                    <a:pt x="7404460" y="2485813"/>
                  </a:lnTo>
                  <a:lnTo>
                    <a:pt x="7404797" y="2482968"/>
                  </a:lnTo>
                  <a:lnTo>
                    <a:pt x="7405133" y="2480424"/>
                  </a:lnTo>
                  <a:lnTo>
                    <a:pt x="7405469" y="2478226"/>
                  </a:lnTo>
                  <a:lnTo>
                    <a:pt x="7405806" y="2476595"/>
                  </a:lnTo>
                  <a:lnTo>
                    <a:pt x="7406142" y="2475331"/>
                  </a:lnTo>
                  <a:lnTo>
                    <a:pt x="7406479" y="2474375"/>
                  </a:lnTo>
                  <a:lnTo>
                    <a:pt x="7406815" y="2473513"/>
                  </a:lnTo>
                  <a:lnTo>
                    <a:pt x="7407152" y="2472716"/>
                  </a:lnTo>
                  <a:lnTo>
                    <a:pt x="7407488" y="2472242"/>
                  </a:lnTo>
                  <a:lnTo>
                    <a:pt x="7407825" y="2471861"/>
                  </a:lnTo>
                  <a:lnTo>
                    <a:pt x="7408161" y="2471803"/>
                  </a:lnTo>
                  <a:lnTo>
                    <a:pt x="7408498" y="2471889"/>
                  </a:lnTo>
                  <a:lnTo>
                    <a:pt x="7408834" y="2472148"/>
                  </a:lnTo>
                  <a:lnTo>
                    <a:pt x="7409171" y="2472586"/>
                  </a:lnTo>
                  <a:lnTo>
                    <a:pt x="7409507" y="2473391"/>
                  </a:lnTo>
                  <a:lnTo>
                    <a:pt x="7409843" y="2474253"/>
                  </a:lnTo>
                  <a:lnTo>
                    <a:pt x="7410180" y="2475115"/>
                  </a:lnTo>
                  <a:lnTo>
                    <a:pt x="7410516" y="2475870"/>
                  </a:lnTo>
                  <a:lnTo>
                    <a:pt x="7410853" y="2476365"/>
                  </a:lnTo>
                  <a:lnTo>
                    <a:pt x="7411189" y="2476969"/>
                  </a:lnTo>
                  <a:lnTo>
                    <a:pt x="7411526" y="2477852"/>
                  </a:lnTo>
                  <a:lnTo>
                    <a:pt x="7411862" y="2478959"/>
                  </a:lnTo>
                  <a:lnTo>
                    <a:pt x="7412199" y="2480252"/>
                  </a:lnTo>
                  <a:lnTo>
                    <a:pt x="7412535" y="2481545"/>
                  </a:lnTo>
                  <a:lnTo>
                    <a:pt x="7412872" y="2482795"/>
                  </a:lnTo>
                  <a:lnTo>
                    <a:pt x="7413208" y="2483844"/>
                  </a:lnTo>
                  <a:lnTo>
                    <a:pt x="7413544" y="2484915"/>
                  </a:lnTo>
                  <a:lnTo>
                    <a:pt x="7413881" y="2486337"/>
                  </a:lnTo>
                  <a:lnTo>
                    <a:pt x="7414217" y="2488040"/>
                  </a:lnTo>
                  <a:lnTo>
                    <a:pt x="7414554" y="2490102"/>
                  </a:lnTo>
                  <a:lnTo>
                    <a:pt x="7414890" y="2492537"/>
                  </a:lnTo>
                  <a:lnTo>
                    <a:pt x="7415227" y="2495073"/>
                  </a:lnTo>
                  <a:lnTo>
                    <a:pt x="7415563" y="2497660"/>
                  </a:lnTo>
                  <a:lnTo>
                    <a:pt x="7415900" y="2500368"/>
                  </a:lnTo>
                  <a:lnTo>
                    <a:pt x="7416236" y="2502969"/>
                  </a:lnTo>
                  <a:lnTo>
                    <a:pt x="7416573" y="2505411"/>
                  </a:lnTo>
                  <a:lnTo>
                    <a:pt x="7416909" y="2507610"/>
                  </a:lnTo>
                  <a:lnTo>
                    <a:pt x="7417246" y="2509621"/>
                  </a:lnTo>
                  <a:lnTo>
                    <a:pt x="7417582" y="2511662"/>
                  </a:lnTo>
                  <a:lnTo>
                    <a:pt x="7417918" y="2513961"/>
                  </a:lnTo>
                  <a:lnTo>
                    <a:pt x="7418255" y="2516332"/>
                  </a:lnTo>
                  <a:lnTo>
                    <a:pt x="7418591" y="2518566"/>
                  </a:lnTo>
                  <a:lnTo>
                    <a:pt x="7418928" y="2520448"/>
                  </a:lnTo>
                  <a:lnTo>
                    <a:pt x="7419264" y="2522158"/>
                  </a:lnTo>
                  <a:lnTo>
                    <a:pt x="7419601" y="2523559"/>
                  </a:lnTo>
                  <a:lnTo>
                    <a:pt x="7419937" y="2525016"/>
                  </a:lnTo>
                  <a:lnTo>
                    <a:pt x="7420274" y="2526333"/>
                  </a:lnTo>
                  <a:lnTo>
                    <a:pt x="7420610" y="2527462"/>
                  </a:lnTo>
                  <a:lnTo>
                    <a:pt x="7420947" y="2528978"/>
                  </a:lnTo>
                  <a:lnTo>
                    <a:pt x="7421283" y="2530300"/>
                  </a:lnTo>
                  <a:lnTo>
                    <a:pt x="7421620" y="2531349"/>
                  </a:lnTo>
                  <a:lnTo>
                    <a:pt x="7421956" y="2532312"/>
                  </a:lnTo>
                  <a:lnTo>
                    <a:pt x="7422292" y="2533641"/>
                  </a:lnTo>
                  <a:lnTo>
                    <a:pt x="7422629" y="2535127"/>
                  </a:lnTo>
                  <a:lnTo>
                    <a:pt x="7422965" y="2536571"/>
                  </a:lnTo>
                  <a:lnTo>
                    <a:pt x="7423302" y="2537893"/>
                  </a:lnTo>
                  <a:lnTo>
                    <a:pt x="7423638" y="2539504"/>
                  </a:lnTo>
                  <a:lnTo>
                    <a:pt x="7423975" y="2541137"/>
                  </a:lnTo>
                  <a:lnTo>
                    <a:pt x="7424311" y="2542759"/>
                  </a:lnTo>
                  <a:lnTo>
                    <a:pt x="7424648" y="2544403"/>
                  </a:lnTo>
                  <a:lnTo>
                    <a:pt x="7424984" y="2545841"/>
                  </a:lnTo>
                  <a:lnTo>
                    <a:pt x="7425321" y="2547471"/>
                  </a:lnTo>
                  <a:lnTo>
                    <a:pt x="7425657" y="2549170"/>
                  </a:lnTo>
                  <a:lnTo>
                    <a:pt x="7425994" y="2551175"/>
                  </a:lnTo>
                  <a:lnTo>
                    <a:pt x="7426330" y="2552790"/>
                  </a:lnTo>
                  <a:lnTo>
                    <a:pt x="7426666" y="2554619"/>
                  </a:lnTo>
                  <a:lnTo>
                    <a:pt x="7427003" y="2556248"/>
                  </a:lnTo>
                  <a:lnTo>
                    <a:pt x="7427339" y="2557922"/>
                  </a:lnTo>
                  <a:lnTo>
                    <a:pt x="7427676" y="2559307"/>
                  </a:lnTo>
                  <a:lnTo>
                    <a:pt x="7428012" y="2560732"/>
                  </a:lnTo>
                  <a:lnTo>
                    <a:pt x="7428349" y="2562381"/>
                  </a:lnTo>
                  <a:lnTo>
                    <a:pt x="7428685" y="2564012"/>
                  </a:lnTo>
                  <a:lnTo>
                    <a:pt x="7429022" y="2565700"/>
                  </a:lnTo>
                  <a:lnTo>
                    <a:pt x="7429358" y="2567545"/>
                  </a:lnTo>
                  <a:lnTo>
                    <a:pt x="7429695" y="2569704"/>
                  </a:lnTo>
                  <a:lnTo>
                    <a:pt x="7430031" y="2571933"/>
                  </a:lnTo>
                  <a:lnTo>
                    <a:pt x="7430368" y="2574087"/>
                  </a:lnTo>
                  <a:lnTo>
                    <a:pt x="7430704" y="2576180"/>
                  </a:lnTo>
                  <a:lnTo>
                    <a:pt x="7431040" y="2578180"/>
                  </a:lnTo>
                  <a:lnTo>
                    <a:pt x="7431377" y="2580205"/>
                  </a:lnTo>
                  <a:lnTo>
                    <a:pt x="7431713" y="2581873"/>
                  </a:lnTo>
                  <a:lnTo>
                    <a:pt x="7432050" y="2584395"/>
                  </a:lnTo>
                  <a:lnTo>
                    <a:pt x="7432386" y="2586635"/>
                  </a:lnTo>
                  <a:lnTo>
                    <a:pt x="7432723" y="2589571"/>
                  </a:lnTo>
                  <a:lnTo>
                    <a:pt x="7433059" y="2592174"/>
                  </a:lnTo>
                  <a:lnTo>
                    <a:pt x="7433396" y="2594765"/>
                  </a:lnTo>
                  <a:lnTo>
                    <a:pt x="7433732" y="2597422"/>
                  </a:lnTo>
                  <a:lnTo>
                    <a:pt x="7434069" y="2599808"/>
                  </a:lnTo>
                  <a:lnTo>
                    <a:pt x="7434405" y="2601269"/>
                  </a:lnTo>
                  <a:lnTo>
                    <a:pt x="7434742" y="2602347"/>
                  </a:lnTo>
                  <a:lnTo>
                    <a:pt x="7435078" y="2602806"/>
                  </a:lnTo>
                  <a:lnTo>
                    <a:pt x="7435414" y="2603138"/>
                  </a:lnTo>
                  <a:lnTo>
                    <a:pt x="7435751" y="2603286"/>
                  </a:lnTo>
                  <a:lnTo>
                    <a:pt x="7436087" y="2602996"/>
                  </a:lnTo>
                  <a:lnTo>
                    <a:pt x="7436424" y="2602580"/>
                  </a:lnTo>
                  <a:lnTo>
                    <a:pt x="7436760" y="2601835"/>
                  </a:lnTo>
                  <a:lnTo>
                    <a:pt x="7437097" y="2601114"/>
                  </a:lnTo>
                  <a:lnTo>
                    <a:pt x="7437433" y="2600209"/>
                  </a:lnTo>
                  <a:lnTo>
                    <a:pt x="7437770" y="2599095"/>
                  </a:lnTo>
                  <a:lnTo>
                    <a:pt x="7438106" y="2597935"/>
                  </a:lnTo>
                  <a:lnTo>
                    <a:pt x="7438443" y="2596799"/>
                  </a:lnTo>
                  <a:lnTo>
                    <a:pt x="7438779" y="2595552"/>
                  </a:lnTo>
                  <a:lnTo>
                    <a:pt x="7439116" y="2593818"/>
                  </a:lnTo>
                  <a:lnTo>
                    <a:pt x="7439452" y="2592273"/>
                  </a:lnTo>
                  <a:lnTo>
                    <a:pt x="7439788" y="2590845"/>
                  </a:lnTo>
                  <a:lnTo>
                    <a:pt x="7440125" y="2589468"/>
                  </a:lnTo>
                  <a:lnTo>
                    <a:pt x="7440461" y="2588184"/>
                  </a:lnTo>
                  <a:lnTo>
                    <a:pt x="7440798" y="2587036"/>
                  </a:lnTo>
                  <a:lnTo>
                    <a:pt x="7441134" y="2586105"/>
                  </a:lnTo>
                  <a:lnTo>
                    <a:pt x="7441471" y="2585584"/>
                  </a:lnTo>
                  <a:lnTo>
                    <a:pt x="7441807" y="2585490"/>
                  </a:lnTo>
                  <a:lnTo>
                    <a:pt x="7442144" y="2585231"/>
                  </a:lnTo>
                  <a:lnTo>
                    <a:pt x="7442480" y="2585591"/>
                  </a:lnTo>
                  <a:lnTo>
                    <a:pt x="7442817" y="2586632"/>
                  </a:lnTo>
                  <a:lnTo>
                    <a:pt x="7443153" y="2587782"/>
                  </a:lnTo>
                  <a:lnTo>
                    <a:pt x="7443490" y="2589118"/>
                  </a:lnTo>
                  <a:lnTo>
                    <a:pt x="7443826" y="2590555"/>
                  </a:lnTo>
                  <a:lnTo>
                    <a:pt x="7444162" y="2591992"/>
                  </a:lnTo>
                  <a:lnTo>
                    <a:pt x="7444499" y="2593429"/>
                  </a:lnTo>
                  <a:lnTo>
                    <a:pt x="7444835" y="2594758"/>
                  </a:lnTo>
                  <a:lnTo>
                    <a:pt x="7445172" y="2596065"/>
                  </a:lnTo>
                  <a:lnTo>
                    <a:pt x="7445508" y="2597624"/>
                  </a:lnTo>
                  <a:lnTo>
                    <a:pt x="7445845" y="2599205"/>
                  </a:lnTo>
                  <a:lnTo>
                    <a:pt x="7446181" y="2600843"/>
                  </a:lnTo>
                  <a:lnTo>
                    <a:pt x="7446518" y="2602596"/>
                  </a:lnTo>
                  <a:lnTo>
                    <a:pt x="7446854" y="2604514"/>
                  </a:lnTo>
                  <a:lnTo>
                    <a:pt x="7447191" y="2606447"/>
                  </a:lnTo>
                  <a:lnTo>
                    <a:pt x="7447527" y="2608128"/>
                  </a:lnTo>
                  <a:lnTo>
                    <a:pt x="7447863" y="2609565"/>
                  </a:lnTo>
                  <a:lnTo>
                    <a:pt x="7448200" y="2611001"/>
                  </a:lnTo>
                  <a:lnTo>
                    <a:pt x="7448536" y="2612359"/>
                  </a:lnTo>
                  <a:lnTo>
                    <a:pt x="7448873" y="2613890"/>
                  </a:lnTo>
                  <a:lnTo>
                    <a:pt x="7449209" y="2615815"/>
                  </a:lnTo>
                  <a:lnTo>
                    <a:pt x="7449546" y="2617827"/>
                  </a:lnTo>
                  <a:lnTo>
                    <a:pt x="7449882" y="2620039"/>
                  </a:lnTo>
                  <a:lnTo>
                    <a:pt x="7450219" y="2622360"/>
                  </a:lnTo>
                  <a:lnTo>
                    <a:pt x="7450555" y="2624537"/>
                  </a:lnTo>
                  <a:lnTo>
                    <a:pt x="7450892" y="2626728"/>
                  </a:lnTo>
                  <a:lnTo>
                    <a:pt x="7451228" y="2629034"/>
                  </a:lnTo>
                  <a:lnTo>
                    <a:pt x="7451565" y="2631283"/>
                  </a:lnTo>
                  <a:lnTo>
                    <a:pt x="7451901" y="2633388"/>
                  </a:lnTo>
                  <a:lnTo>
                    <a:pt x="7452237" y="2635356"/>
                  </a:lnTo>
                  <a:lnTo>
                    <a:pt x="7452574" y="2637224"/>
                  </a:lnTo>
                  <a:lnTo>
                    <a:pt x="7452910" y="2639257"/>
                  </a:lnTo>
                  <a:lnTo>
                    <a:pt x="7453247" y="2641413"/>
                  </a:lnTo>
                  <a:lnTo>
                    <a:pt x="7453583" y="2643460"/>
                  </a:lnTo>
                  <a:lnTo>
                    <a:pt x="7453920" y="2645256"/>
                  </a:lnTo>
                  <a:lnTo>
                    <a:pt x="7454256" y="2646844"/>
                  </a:lnTo>
                  <a:lnTo>
                    <a:pt x="7454593" y="2648424"/>
                  </a:lnTo>
                  <a:lnTo>
                    <a:pt x="7454929" y="2649797"/>
                  </a:lnTo>
                  <a:lnTo>
                    <a:pt x="7455266" y="2650882"/>
                  </a:lnTo>
                  <a:lnTo>
                    <a:pt x="7455602" y="2651643"/>
                  </a:lnTo>
                  <a:lnTo>
                    <a:pt x="7455939" y="2652038"/>
                  </a:lnTo>
                  <a:lnTo>
                    <a:pt x="7456275" y="2652239"/>
                  </a:lnTo>
                  <a:lnTo>
                    <a:pt x="7456611" y="2652160"/>
                  </a:lnTo>
                  <a:lnTo>
                    <a:pt x="7456948" y="2652476"/>
                  </a:lnTo>
                  <a:lnTo>
                    <a:pt x="7457284" y="2652951"/>
                  </a:lnTo>
                  <a:lnTo>
                    <a:pt x="7457621" y="2653525"/>
                  </a:lnTo>
                  <a:lnTo>
                    <a:pt x="7457957" y="2654000"/>
                  </a:lnTo>
                  <a:lnTo>
                    <a:pt x="7458294" y="2654179"/>
                  </a:lnTo>
                  <a:lnTo>
                    <a:pt x="7458630" y="2654323"/>
                  </a:lnTo>
                  <a:lnTo>
                    <a:pt x="7458967" y="2654682"/>
                  </a:lnTo>
                  <a:lnTo>
                    <a:pt x="7459303" y="2654666"/>
                  </a:lnTo>
                  <a:lnTo>
                    <a:pt x="7459640" y="2654916"/>
                  </a:lnTo>
                  <a:lnTo>
                    <a:pt x="7459976" y="2655462"/>
                  </a:lnTo>
                  <a:lnTo>
                    <a:pt x="7460313" y="2656487"/>
                  </a:lnTo>
                  <a:lnTo>
                    <a:pt x="7460649" y="2657839"/>
                  </a:lnTo>
                  <a:lnTo>
                    <a:pt x="7460985" y="2659643"/>
                  </a:lnTo>
                  <a:lnTo>
                    <a:pt x="7461322" y="2660721"/>
                  </a:lnTo>
                  <a:lnTo>
                    <a:pt x="7461658" y="2662037"/>
                  </a:lnTo>
                  <a:lnTo>
                    <a:pt x="7461995" y="2663237"/>
                  </a:lnTo>
                  <a:lnTo>
                    <a:pt x="7462331" y="2664528"/>
                  </a:lnTo>
                  <a:lnTo>
                    <a:pt x="7462668" y="2665940"/>
                  </a:lnTo>
                  <a:lnTo>
                    <a:pt x="7463004" y="2667451"/>
                  </a:lnTo>
                  <a:lnTo>
                    <a:pt x="7463341" y="2669149"/>
                  </a:lnTo>
                  <a:lnTo>
                    <a:pt x="7463677" y="2670694"/>
                  </a:lnTo>
                  <a:lnTo>
                    <a:pt x="7464014" y="2671943"/>
                  </a:lnTo>
                  <a:lnTo>
                    <a:pt x="7464350" y="2672846"/>
                  </a:lnTo>
                  <a:lnTo>
                    <a:pt x="7464687" y="2673405"/>
                  </a:lnTo>
                  <a:lnTo>
                    <a:pt x="7465023" y="2673770"/>
                  </a:lnTo>
                  <a:lnTo>
                    <a:pt x="7465359" y="2674419"/>
                  </a:lnTo>
                  <a:lnTo>
                    <a:pt x="7465696" y="2674994"/>
                  </a:lnTo>
                  <a:lnTo>
                    <a:pt x="7466032" y="2675540"/>
                  </a:lnTo>
                  <a:lnTo>
                    <a:pt x="7466369" y="2675986"/>
                  </a:lnTo>
                  <a:lnTo>
                    <a:pt x="7466705" y="2677056"/>
                  </a:lnTo>
                  <a:lnTo>
                    <a:pt x="7467042" y="2678192"/>
                  </a:lnTo>
                  <a:lnTo>
                    <a:pt x="7467378" y="2679312"/>
                  </a:lnTo>
                  <a:lnTo>
                    <a:pt x="7467715" y="2680340"/>
                  </a:lnTo>
                  <a:lnTo>
                    <a:pt x="7468051" y="2681274"/>
                  </a:lnTo>
                  <a:lnTo>
                    <a:pt x="7468388" y="2682380"/>
                  </a:lnTo>
                  <a:lnTo>
                    <a:pt x="7468724" y="2683788"/>
                  </a:lnTo>
                  <a:lnTo>
                    <a:pt x="7469061" y="2685326"/>
                  </a:lnTo>
                  <a:lnTo>
                    <a:pt x="7469397" y="2686985"/>
                  </a:lnTo>
                  <a:lnTo>
                    <a:pt x="7469733" y="2688954"/>
                  </a:lnTo>
                  <a:lnTo>
                    <a:pt x="7470070" y="2691023"/>
                  </a:lnTo>
                  <a:lnTo>
                    <a:pt x="7470406" y="2693243"/>
                  </a:lnTo>
                  <a:lnTo>
                    <a:pt x="7470743" y="2695340"/>
                  </a:lnTo>
                  <a:lnTo>
                    <a:pt x="7471079" y="2697309"/>
                  </a:lnTo>
                  <a:lnTo>
                    <a:pt x="7471416" y="2699471"/>
                  </a:lnTo>
                  <a:lnTo>
                    <a:pt x="7471752" y="2701734"/>
                  </a:lnTo>
                  <a:lnTo>
                    <a:pt x="7472089" y="2703092"/>
                  </a:lnTo>
                  <a:lnTo>
                    <a:pt x="7472425" y="2703825"/>
                  </a:lnTo>
                  <a:lnTo>
                    <a:pt x="7472762" y="2704105"/>
                  </a:lnTo>
                  <a:lnTo>
                    <a:pt x="7473098" y="2703847"/>
                  </a:lnTo>
                  <a:lnTo>
                    <a:pt x="7473435" y="2703293"/>
                  </a:lnTo>
                  <a:lnTo>
                    <a:pt x="7473771" y="2702719"/>
                  </a:lnTo>
                  <a:lnTo>
                    <a:pt x="7474107" y="2702144"/>
                  </a:lnTo>
                  <a:lnTo>
                    <a:pt x="7474444" y="2701454"/>
                  </a:lnTo>
                  <a:lnTo>
                    <a:pt x="7474780" y="2700046"/>
                  </a:lnTo>
                  <a:lnTo>
                    <a:pt x="7475117" y="2698035"/>
                  </a:lnTo>
                  <a:lnTo>
                    <a:pt x="7475453" y="2695484"/>
                  </a:lnTo>
                  <a:lnTo>
                    <a:pt x="7475790" y="2692668"/>
                  </a:lnTo>
                  <a:lnTo>
                    <a:pt x="7476126" y="2689765"/>
                  </a:lnTo>
                  <a:lnTo>
                    <a:pt x="7476463" y="2686597"/>
                  </a:lnTo>
                  <a:lnTo>
                    <a:pt x="7476799" y="2683235"/>
                  </a:lnTo>
                  <a:lnTo>
                    <a:pt x="7477136" y="2680411"/>
                  </a:lnTo>
                  <a:lnTo>
                    <a:pt x="7477472" y="2677911"/>
                  </a:lnTo>
                  <a:lnTo>
                    <a:pt x="7477808" y="2675490"/>
                  </a:lnTo>
                  <a:lnTo>
                    <a:pt x="7478145" y="2673162"/>
                  </a:lnTo>
                  <a:lnTo>
                    <a:pt x="7478481" y="2670626"/>
                  </a:lnTo>
                  <a:lnTo>
                    <a:pt x="7478818" y="2667760"/>
                  </a:lnTo>
                  <a:lnTo>
                    <a:pt x="7479154" y="2664527"/>
                  </a:lnTo>
                  <a:lnTo>
                    <a:pt x="7479491" y="2661229"/>
                  </a:lnTo>
                  <a:lnTo>
                    <a:pt x="7479827" y="2658147"/>
                  </a:lnTo>
                  <a:lnTo>
                    <a:pt x="7480164" y="2655309"/>
                  </a:lnTo>
                  <a:lnTo>
                    <a:pt x="7480500" y="2652709"/>
                  </a:lnTo>
                  <a:lnTo>
                    <a:pt x="7480837" y="2650180"/>
                  </a:lnTo>
                  <a:lnTo>
                    <a:pt x="7481173" y="2647701"/>
                  </a:lnTo>
                  <a:lnTo>
                    <a:pt x="7481510" y="2645402"/>
                  </a:lnTo>
                  <a:lnTo>
                    <a:pt x="7481846" y="2643067"/>
                  </a:lnTo>
                  <a:lnTo>
                    <a:pt x="7482182" y="2640675"/>
                  </a:lnTo>
                  <a:lnTo>
                    <a:pt x="7482519" y="2638089"/>
                  </a:lnTo>
                  <a:lnTo>
                    <a:pt x="7482855" y="2635395"/>
                  </a:lnTo>
                  <a:lnTo>
                    <a:pt x="7483192" y="2632815"/>
                  </a:lnTo>
                  <a:lnTo>
                    <a:pt x="7483528" y="2630322"/>
                  </a:lnTo>
                  <a:lnTo>
                    <a:pt x="7483865" y="2628357"/>
                  </a:lnTo>
                  <a:lnTo>
                    <a:pt x="7484201" y="2626642"/>
                  </a:lnTo>
                  <a:lnTo>
                    <a:pt x="7484538" y="2624978"/>
                  </a:lnTo>
                  <a:lnTo>
                    <a:pt x="7484874" y="2623103"/>
                  </a:lnTo>
                  <a:lnTo>
                    <a:pt x="7485211" y="2621197"/>
                  </a:lnTo>
                  <a:lnTo>
                    <a:pt x="7485547" y="2619352"/>
                  </a:lnTo>
                  <a:lnTo>
                    <a:pt x="7485884" y="2617345"/>
                  </a:lnTo>
                  <a:lnTo>
                    <a:pt x="7486220" y="2616003"/>
                  </a:lnTo>
                  <a:lnTo>
                    <a:pt x="7486556" y="2614324"/>
                  </a:lnTo>
                  <a:lnTo>
                    <a:pt x="7486893" y="2612566"/>
                  </a:lnTo>
                  <a:lnTo>
                    <a:pt x="7487229" y="2610549"/>
                  </a:lnTo>
                  <a:lnTo>
                    <a:pt x="7487566" y="2608726"/>
                  </a:lnTo>
                  <a:lnTo>
                    <a:pt x="7487902" y="2607152"/>
                  </a:lnTo>
                  <a:lnTo>
                    <a:pt x="7488239" y="2605376"/>
                  </a:lnTo>
                  <a:lnTo>
                    <a:pt x="7488575" y="2603782"/>
                  </a:lnTo>
                  <a:lnTo>
                    <a:pt x="7488912" y="2602642"/>
                  </a:lnTo>
                  <a:lnTo>
                    <a:pt x="7489248" y="2601863"/>
                  </a:lnTo>
                  <a:lnTo>
                    <a:pt x="7489585" y="2601069"/>
                  </a:lnTo>
                  <a:lnTo>
                    <a:pt x="7489921" y="2600045"/>
                  </a:lnTo>
                  <a:lnTo>
                    <a:pt x="7490258" y="2599213"/>
                  </a:lnTo>
                  <a:lnTo>
                    <a:pt x="7490594" y="2598494"/>
                  </a:lnTo>
                  <a:lnTo>
                    <a:pt x="7490930" y="2597885"/>
                  </a:lnTo>
                  <a:lnTo>
                    <a:pt x="7491267" y="2597216"/>
                  </a:lnTo>
                  <a:lnTo>
                    <a:pt x="7491603" y="2596485"/>
                  </a:lnTo>
                  <a:lnTo>
                    <a:pt x="7491940" y="2596127"/>
                  </a:lnTo>
                  <a:lnTo>
                    <a:pt x="7492276" y="2595996"/>
                  </a:lnTo>
                  <a:lnTo>
                    <a:pt x="7492613" y="2595832"/>
                  </a:lnTo>
                  <a:lnTo>
                    <a:pt x="7492949" y="2595950"/>
                  </a:lnTo>
                  <a:lnTo>
                    <a:pt x="7493286" y="2596334"/>
                  </a:lnTo>
                  <a:lnTo>
                    <a:pt x="7493622" y="2596669"/>
                  </a:lnTo>
                  <a:lnTo>
                    <a:pt x="7493959" y="2597191"/>
                  </a:lnTo>
                  <a:lnTo>
                    <a:pt x="7494295" y="2597488"/>
                  </a:lnTo>
                  <a:lnTo>
                    <a:pt x="7494632" y="2597766"/>
                  </a:lnTo>
                  <a:lnTo>
                    <a:pt x="7494968" y="2598231"/>
                  </a:lnTo>
                  <a:lnTo>
                    <a:pt x="7495304" y="2598729"/>
                  </a:lnTo>
                  <a:lnTo>
                    <a:pt x="7495641" y="2598956"/>
                  </a:lnTo>
                  <a:lnTo>
                    <a:pt x="7495977" y="2599113"/>
                  </a:lnTo>
                  <a:lnTo>
                    <a:pt x="7496314" y="2599375"/>
                  </a:lnTo>
                  <a:lnTo>
                    <a:pt x="7496650" y="2599670"/>
                  </a:lnTo>
                  <a:lnTo>
                    <a:pt x="7496987" y="2599722"/>
                  </a:lnTo>
                  <a:lnTo>
                    <a:pt x="7497323" y="2599865"/>
                  </a:lnTo>
                  <a:lnTo>
                    <a:pt x="7497660" y="2600058"/>
                  </a:lnTo>
                  <a:lnTo>
                    <a:pt x="7497996" y="2600162"/>
                  </a:lnTo>
                  <a:lnTo>
                    <a:pt x="7498333" y="2600246"/>
                  </a:lnTo>
                  <a:lnTo>
                    <a:pt x="7498669" y="2600271"/>
                  </a:lnTo>
                  <a:lnTo>
                    <a:pt x="7499006" y="2600304"/>
                  </a:lnTo>
                  <a:lnTo>
                    <a:pt x="7499342" y="2600161"/>
                  </a:lnTo>
                  <a:lnTo>
                    <a:pt x="7499678" y="2600128"/>
                  </a:lnTo>
                  <a:lnTo>
                    <a:pt x="7500015" y="2599616"/>
                  </a:lnTo>
                  <a:lnTo>
                    <a:pt x="7500351" y="2598961"/>
                  </a:lnTo>
                  <a:lnTo>
                    <a:pt x="7500688" y="2597648"/>
                  </a:lnTo>
                  <a:lnTo>
                    <a:pt x="7501024" y="2596457"/>
                  </a:lnTo>
                  <a:lnTo>
                    <a:pt x="7501361" y="2595284"/>
                  </a:lnTo>
                  <a:lnTo>
                    <a:pt x="7501697" y="2594305"/>
                  </a:lnTo>
                  <a:lnTo>
                    <a:pt x="7502034" y="2593148"/>
                  </a:lnTo>
                  <a:lnTo>
                    <a:pt x="7502370" y="2592236"/>
                  </a:lnTo>
                  <a:lnTo>
                    <a:pt x="7502707" y="2591330"/>
                  </a:lnTo>
                  <a:lnTo>
                    <a:pt x="7503043" y="2590507"/>
                  </a:lnTo>
                  <a:lnTo>
                    <a:pt x="7503380" y="2589632"/>
                  </a:lnTo>
                  <a:lnTo>
                    <a:pt x="7503716" y="2588353"/>
                  </a:lnTo>
                  <a:lnTo>
                    <a:pt x="7504052" y="2587173"/>
                  </a:lnTo>
                  <a:lnTo>
                    <a:pt x="7504389" y="2585738"/>
                  </a:lnTo>
                  <a:lnTo>
                    <a:pt x="7504725" y="2584201"/>
                  </a:lnTo>
                  <a:lnTo>
                    <a:pt x="7505062" y="2582822"/>
                  </a:lnTo>
                  <a:lnTo>
                    <a:pt x="7505398" y="2581496"/>
                  </a:lnTo>
                  <a:lnTo>
                    <a:pt x="7505735" y="2580175"/>
                  </a:lnTo>
                  <a:lnTo>
                    <a:pt x="7506071" y="2578951"/>
                  </a:lnTo>
                  <a:lnTo>
                    <a:pt x="7506408" y="2578120"/>
                  </a:lnTo>
                  <a:lnTo>
                    <a:pt x="7506744" y="2577330"/>
                  </a:lnTo>
                  <a:lnTo>
                    <a:pt x="7507081" y="2576718"/>
                  </a:lnTo>
                  <a:lnTo>
                    <a:pt x="7507417" y="2576212"/>
                  </a:lnTo>
                  <a:lnTo>
                    <a:pt x="7507754" y="2575629"/>
                  </a:lnTo>
                  <a:lnTo>
                    <a:pt x="7508090" y="2575074"/>
                  </a:lnTo>
                  <a:lnTo>
                    <a:pt x="7508426" y="2574690"/>
                  </a:lnTo>
                  <a:lnTo>
                    <a:pt x="7508763" y="2574471"/>
                  </a:lnTo>
                  <a:lnTo>
                    <a:pt x="7509099" y="2574048"/>
                  </a:lnTo>
                  <a:lnTo>
                    <a:pt x="7509436" y="2574141"/>
                  </a:lnTo>
                  <a:lnTo>
                    <a:pt x="7509772" y="2574134"/>
                  </a:lnTo>
                  <a:lnTo>
                    <a:pt x="7510109" y="2574055"/>
                  </a:lnTo>
                  <a:lnTo>
                    <a:pt x="7510445" y="2574098"/>
                  </a:lnTo>
                  <a:lnTo>
                    <a:pt x="7510782" y="2574242"/>
                  </a:lnTo>
                  <a:lnTo>
                    <a:pt x="7511118" y="2574385"/>
                  </a:lnTo>
                  <a:lnTo>
                    <a:pt x="7511455" y="2574529"/>
                  </a:lnTo>
                  <a:lnTo>
                    <a:pt x="7511791" y="2574673"/>
                  </a:lnTo>
                  <a:lnTo>
                    <a:pt x="7512127" y="2574745"/>
                  </a:lnTo>
                  <a:lnTo>
                    <a:pt x="7512464" y="2574601"/>
                  </a:lnTo>
                  <a:lnTo>
                    <a:pt x="7512800" y="2574443"/>
                  </a:lnTo>
                  <a:lnTo>
                    <a:pt x="7513137" y="2573983"/>
                  </a:lnTo>
                  <a:lnTo>
                    <a:pt x="7513473" y="2573279"/>
                  </a:lnTo>
                  <a:lnTo>
                    <a:pt x="7513810" y="2572561"/>
                  </a:lnTo>
                  <a:lnTo>
                    <a:pt x="7514146" y="2571842"/>
                  </a:lnTo>
                  <a:lnTo>
                    <a:pt x="7514483" y="2571124"/>
                  </a:lnTo>
                  <a:lnTo>
                    <a:pt x="7514819" y="2570405"/>
                  </a:lnTo>
                  <a:lnTo>
                    <a:pt x="7515156" y="2569687"/>
                  </a:lnTo>
                  <a:lnTo>
                    <a:pt x="7515492" y="2568968"/>
                  </a:lnTo>
                  <a:lnTo>
                    <a:pt x="7515829" y="2568250"/>
                  </a:lnTo>
                  <a:lnTo>
                    <a:pt x="7516165" y="2567388"/>
                  </a:lnTo>
                  <a:lnTo>
                    <a:pt x="7516501" y="2566526"/>
                  </a:lnTo>
                  <a:lnTo>
                    <a:pt x="7516838" y="2565664"/>
                  </a:lnTo>
                  <a:lnTo>
                    <a:pt x="7517174" y="2564837"/>
                  </a:lnTo>
                  <a:lnTo>
                    <a:pt x="7517511" y="2564119"/>
                  </a:lnTo>
                  <a:lnTo>
                    <a:pt x="7517847" y="2563415"/>
                  </a:lnTo>
                  <a:lnTo>
                    <a:pt x="7518184" y="2563013"/>
                  </a:lnTo>
                  <a:lnTo>
                    <a:pt x="7518520" y="2562855"/>
                  </a:lnTo>
                  <a:lnTo>
                    <a:pt x="7518857" y="2562711"/>
                  </a:lnTo>
                  <a:lnTo>
                    <a:pt x="7519193" y="2562567"/>
                  </a:lnTo>
                  <a:lnTo>
                    <a:pt x="7519530" y="2562424"/>
                  </a:lnTo>
                  <a:lnTo>
                    <a:pt x="7519866" y="2562280"/>
                  </a:lnTo>
                  <a:lnTo>
                    <a:pt x="7520203" y="2562136"/>
                  </a:lnTo>
                  <a:lnTo>
                    <a:pt x="7520539" y="2561992"/>
                  </a:lnTo>
                  <a:lnTo>
                    <a:pt x="7520875" y="2561849"/>
                  </a:lnTo>
                  <a:lnTo>
                    <a:pt x="7521212" y="2561849"/>
                  </a:lnTo>
                  <a:lnTo>
                    <a:pt x="7521548" y="2561849"/>
                  </a:lnTo>
                  <a:lnTo>
                    <a:pt x="7521885" y="2561849"/>
                  </a:lnTo>
                  <a:lnTo>
                    <a:pt x="7522221" y="2561856"/>
                  </a:lnTo>
                  <a:lnTo>
                    <a:pt x="7522558" y="2562043"/>
                  </a:lnTo>
                  <a:lnTo>
                    <a:pt x="7522894" y="2562330"/>
                  </a:lnTo>
                  <a:lnTo>
                    <a:pt x="7523231" y="2562905"/>
                  </a:lnTo>
                  <a:lnTo>
                    <a:pt x="7523567" y="2563386"/>
                  </a:lnTo>
                  <a:lnTo>
                    <a:pt x="7523904" y="2563961"/>
                  </a:lnTo>
                  <a:lnTo>
                    <a:pt x="7524240" y="2564536"/>
                  </a:lnTo>
                  <a:lnTo>
                    <a:pt x="7524577" y="2565110"/>
                  </a:lnTo>
                  <a:lnTo>
                    <a:pt x="7524913" y="2565678"/>
                  </a:lnTo>
                  <a:lnTo>
                    <a:pt x="7525249" y="2566102"/>
                  </a:lnTo>
                  <a:lnTo>
                    <a:pt x="7525586" y="2566734"/>
                  </a:lnTo>
                  <a:lnTo>
                    <a:pt x="7525922" y="2567453"/>
                  </a:lnTo>
                  <a:lnTo>
                    <a:pt x="7526259" y="2568171"/>
                  </a:lnTo>
                  <a:lnTo>
                    <a:pt x="7526595" y="2568782"/>
                  </a:lnTo>
                  <a:lnTo>
                    <a:pt x="7526932" y="2569335"/>
                  </a:lnTo>
                  <a:lnTo>
                    <a:pt x="7527268" y="2569550"/>
                  </a:lnTo>
                  <a:lnTo>
                    <a:pt x="7527605" y="2569378"/>
                  </a:lnTo>
                  <a:lnTo>
                    <a:pt x="7527941" y="2568947"/>
                  </a:lnTo>
                  <a:lnTo>
                    <a:pt x="7528278" y="2568562"/>
                  </a:lnTo>
                  <a:lnTo>
                    <a:pt x="7528614" y="2568215"/>
                  </a:lnTo>
                  <a:lnTo>
                    <a:pt x="7528951" y="2567357"/>
                  </a:lnTo>
                  <a:lnTo>
                    <a:pt x="7529287" y="2566067"/>
                  </a:lnTo>
                  <a:lnTo>
                    <a:pt x="7529623" y="2564127"/>
                  </a:lnTo>
                  <a:lnTo>
                    <a:pt x="7529960" y="2561819"/>
                  </a:lnTo>
                  <a:lnTo>
                    <a:pt x="7530296" y="2559591"/>
                  </a:lnTo>
                  <a:lnTo>
                    <a:pt x="7530633" y="2557239"/>
                  </a:lnTo>
                  <a:lnTo>
                    <a:pt x="7530969" y="2554963"/>
                  </a:lnTo>
                  <a:lnTo>
                    <a:pt x="7531306" y="2552606"/>
                  </a:lnTo>
                  <a:lnTo>
                    <a:pt x="7531642" y="2549820"/>
                  </a:lnTo>
                  <a:lnTo>
                    <a:pt x="7531979" y="2547658"/>
                  </a:lnTo>
                  <a:lnTo>
                    <a:pt x="7532315" y="2545658"/>
                  </a:lnTo>
                  <a:lnTo>
                    <a:pt x="7532652" y="2543565"/>
                  </a:lnTo>
                  <a:lnTo>
                    <a:pt x="7532988" y="2541487"/>
                  </a:lnTo>
                  <a:lnTo>
                    <a:pt x="7533325" y="2539506"/>
                  </a:lnTo>
                  <a:lnTo>
                    <a:pt x="7533661" y="2537642"/>
                  </a:lnTo>
                  <a:lnTo>
                    <a:pt x="7533997" y="2536012"/>
                  </a:lnTo>
                  <a:lnTo>
                    <a:pt x="7534334" y="2533789"/>
                  </a:lnTo>
                  <a:lnTo>
                    <a:pt x="7534670" y="2532215"/>
                  </a:lnTo>
                  <a:lnTo>
                    <a:pt x="7535007" y="2530958"/>
                  </a:lnTo>
                  <a:lnTo>
                    <a:pt x="7535343" y="2529748"/>
                  </a:lnTo>
                  <a:lnTo>
                    <a:pt x="7535680" y="2528352"/>
                  </a:lnTo>
                  <a:lnTo>
                    <a:pt x="7536016" y="2526750"/>
                  </a:lnTo>
                  <a:lnTo>
                    <a:pt x="7536353" y="2525201"/>
                  </a:lnTo>
                  <a:lnTo>
                    <a:pt x="7536689" y="2524134"/>
                  </a:lnTo>
                  <a:lnTo>
                    <a:pt x="7537026" y="2523469"/>
                  </a:lnTo>
                  <a:lnTo>
                    <a:pt x="7537362" y="2522967"/>
                  </a:lnTo>
                  <a:lnTo>
                    <a:pt x="7537699" y="2522234"/>
                  </a:lnTo>
                  <a:lnTo>
                    <a:pt x="7538035" y="2521796"/>
                  </a:lnTo>
                  <a:lnTo>
                    <a:pt x="7538371" y="2521408"/>
                  </a:lnTo>
                  <a:lnTo>
                    <a:pt x="7538708" y="2521041"/>
                  </a:lnTo>
                  <a:lnTo>
                    <a:pt x="7539044" y="2520747"/>
                  </a:lnTo>
                  <a:lnTo>
                    <a:pt x="7539381" y="2521020"/>
                  </a:lnTo>
                  <a:lnTo>
                    <a:pt x="7539717" y="2521357"/>
                  </a:lnTo>
                  <a:lnTo>
                    <a:pt x="7540054" y="2521717"/>
                  </a:lnTo>
                  <a:lnTo>
                    <a:pt x="7540390" y="2522378"/>
                  </a:lnTo>
                  <a:lnTo>
                    <a:pt x="7540727" y="2523110"/>
                  </a:lnTo>
                  <a:lnTo>
                    <a:pt x="7541063" y="2523757"/>
                  </a:lnTo>
                  <a:lnTo>
                    <a:pt x="7541400" y="2524181"/>
                  </a:lnTo>
                  <a:lnTo>
                    <a:pt x="7541736" y="2524662"/>
                  </a:lnTo>
                  <a:lnTo>
                    <a:pt x="7542073" y="2525402"/>
                  </a:lnTo>
                  <a:lnTo>
                    <a:pt x="7542409" y="2526609"/>
                  </a:lnTo>
                  <a:lnTo>
                    <a:pt x="7542745" y="2527816"/>
                  </a:lnTo>
                  <a:lnTo>
                    <a:pt x="7543082" y="2528836"/>
                  </a:lnTo>
                  <a:lnTo>
                    <a:pt x="7543418" y="2529562"/>
                  </a:lnTo>
                  <a:lnTo>
                    <a:pt x="7543755" y="2530014"/>
                  </a:lnTo>
                  <a:lnTo>
                    <a:pt x="7544091" y="2530424"/>
                  </a:lnTo>
                  <a:lnTo>
                    <a:pt x="7544428" y="2529828"/>
                  </a:lnTo>
                  <a:lnTo>
                    <a:pt x="7544764" y="2528556"/>
                  </a:lnTo>
                  <a:lnTo>
                    <a:pt x="7545101" y="2526918"/>
                  </a:lnTo>
                  <a:lnTo>
                    <a:pt x="7545437" y="2524712"/>
                  </a:lnTo>
                  <a:lnTo>
                    <a:pt x="7545774" y="2522040"/>
                  </a:lnTo>
                  <a:lnTo>
                    <a:pt x="7546110" y="2518943"/>
                  </a:lnTo>
                  <a:lnTo>
                    <a:pt x="7546446" y="2516400"/>
                  </a:lnTo>
                  <a:lnTo>
                    <a:pt x="7546783" y="2513950"/>
                  </a:lnTo>
                  <a:lnTo>
                    <a:pt x="7547119" y="2511421"/>
                  </a:lnTo>
                  <a:lnTo>
                    <a:pt x="7547456" y="2508720"/>
                  </a:lnTo>
                  <a:lnTo>
                    <a:pt x="7547792" y="2507172"/>
                  </a:lnTo>
                  <a:lnTo>
                    <a:pt x="7548129" y="2505295"/>
                  </a:lnTo>
                  <a:lnTo>
                    <a:pt x="7548465" y="2503087"/>
                  </a:lnTo>
                  <a:lnTo>
                    <a:pt x="7548802" y="2500491"/>
                  </a:lnTo>
                  <a:lnTo>
                    <a:pt x="7549138" y="2497717"/>
                  </a:lnTo>
                  <a:lnTo>
                    <a:pt x="7549475" y="2496292"/>
                  </a:lnTo>
                  <a:lnTo>
                    <a:pt x="7549811" y="2495201"/>
                  </a:lnTo>
                  <a:lnTo>
                    <a:pt x="7550148" y="2494359"/>
                  </a:lnTo>
                  <a:lnTo>
                    <a:pt x="7550484" y="2493381"/>
                  </a:lnTo>
                  <a:lnTo>
                    <a:pt x="7550820" y="2492280"/>
                  </a:lnTo>
                  <a:lnTo>
                    <a:pt x="7551157" y="2490976"/>
                  </a:lnTo>
                  <a:lnTo>
                    <a:pt x="7551493" y="2489151"/>
                  </a:lnTo>
                  <a:lnTo>
                    <a:pt x="7551830" y="2487166"/>
                  </a:lnTo>
                  <a:lnTo>
                    <a:pt x="7552166" y="2485063"/>
                  </a:lnTo>
                  <a:lnTo>
                    <a:pt x="7552503" y="2482746"/>
                  </a:lnTo>
                  <a:lnTo>
                    <a:pt x="7552839" y="2480636"/>
                  </a:lnTo>
                  <a:lnTo>
                    <a:pt x="7553176" y="2479001"/>
                  </a:lnTo>
                  <a:lnTo>
                    <a:pt x="7553512" y="2476929"/>
                  </a:lnTo>
                  <a:lnTo>
                    <a:pt x="7553849" y="2475412"/>
                  </a:lnTo>
                  <a:lnTo>
                    <a:pt x="7554185" y="2473384"/>
                  </a:lnTo>
                  <a:lnTo>
                    <a:pt x="7554522" y="2471718"/>
                  </a:lnTo>
                  <a:lnTo>
                    <a:pt x="7554858" y="2470136"/>
                  </a:lnTo>
                  <a:lnTo>
                    <a:pt x="7555194" y="2467348"/>
                  </a:lnTo>
                  <a:lnTo>
                    <a:pt x="7555531" y="2465065"/>
                  </a:lnTo>
                  <a:lnTo>
                    <a:pt x="7555867" y="2463584"/>
                  </a:lnTo>
                  <a:lnTo>
                    <a:pt x="7556204" y="2462080"/>
                  </a:lnTo>
                  <a:lnTo>
                    <a:pt x="7556540" y="2460905"/>
                  </a:lnTo>
                  <a:lnTo>
                    <a:pt x="7556877" y="2459816"/>
                  </a:lnTo>
                  <a:lnTo>
                    <a:pt x="7557213" y="2459448"/>
                  </a:lnTo>
                  <a:lnTo>
                    <a:pt x="7557550" y="2459260"/>
                  </a:lnTo>
                  <a:lnTo>
                    <a:pt x="7557886" y="2459046"/>
                  </a:lnTo>
                  <a:lnTo>
                    <a:pt x="7558223" y="2458733"/>
                  </a:lnTo>
                  <a:lnTo>
                    <a:pt x="7558559" y="2458681"/>
                  </a:lnTo>
                  <a:lnTo>
                    <a:pt x="7558896" y="2458961"/>
                  </a:lnTo>
                  <a:lnTo>
                    <a:pt x="7559232" y="2458854"/>
                  </a:lnTo>
                  <a:lnTo>
                    <a:pt x="7559568" y="2458257"/>
                  </a:lnTo>
                  <a:lnTo>
                    <a:pt x="7559905" y="2457230"/>
                  </a:lnTo>
                  <a:lnTo>
                    <a:pt x="7560241" y="2455649"/>
                  </a:lnTo>
                  <a:lnTo>
                    <a:pt x="7560578" y="2453628"/>
                  </a:lnTo>
                  <a:lnTo>
                    <a:pt x="7560914" y="2451552"/>
                  </a:lnTo>
                  <a:lnTo>
                    <a:pt x="7561251" y="2449225"/>
                  </a:lnTo>
                  <a:lnTo>
                    <a:pt x="7561587" y="2446754"/>
                  </a:lnTo>
                  <a:lnTo>
                    <a:pt x="7561924" y="2444154"/>
                  </a:lnTo>
                  <a:lnTo>
                    <a:pt x="7562260" y="2441353"/>
                  </a:lnTo>
                  <a:lnTo>
                    <a:pt x="7562597" y="2438081"/>
                  </a:lnTo>
                  <a:lnTo>
                    <a:pt x="7562933" y="2434766"/>
                  </a:lnTo>
                  <a:lnTo>
                    <a:pt x="7563270" y="2431450"/>
                  </a:lnTo>
                  <a:lnTo>
                    <a:pt x="7563606" y="2427923"/>
                  </a:lnTo>
                  <a:lnTo>
                    <a:pt x="7563942" y="2425461"/>
                  </a:lnTo>
                  <a:lnTo>
                    <a:pt x="7564279" y="2422770"/>
                  </a:lnTo>
                  <a:lnTo>
                    <a:pt x="7564615" y="2419971"/>
                  </a:lnTo>
                  <a:lnTo>
                    <a:pt x="7564952" y="2417135"/>
                  </a:lnTo>
                  <a:lnTo>
                    <a:pt x="7565288" y="2414114"/>
                  </a:lnTo>
                  <a:lnTo>
                    <a:pt x="7565625" y="2410855"/>
                  </a:lnTo>
                  <a:lnTo>
                    <a:pt x="7565961" y="2407338"/>
                  </a:lnTo>
                  <a:lnTo>
                    <a:pt x="7566298" y="2403595"/>
                  </a:lnTo>
                  <a:lnTo>
                    <a:pt x="7566634" y="2400238"/>
                  </a:lnTo>
                  <a:lnTo>
                    <a:pt x="7566971" y="2396973"/>
                  </a:lnTo>
                  <a:lnTo>
                    <a:pt x="7567307" y="2394063"/>
                  </a:lnTo>
                  <a:lnTo>
                    <a:pt x="7567644" y="2391462"/>
                  </a:lnTo>
                  <a:lnTo>
                    <a:pt x="7567980" y="2389169"/>
                  </a:lnTo>
                  <a:lnTo>
                    <a:pt x="7568316" y="2386697"/>
                  </a:lnTo>
                  <a:lnTo>
                    <a:pt x="7568653" y="2384079"/>
                  </a:lnTo>
                  <a:lnTo>
                    <a:pt x="7568989" y="2381123"/>
                  </a:lnTo>
                  <a:lnTo>
                    <a:pt x="7569326" y="2378197"/>
                  </a:lnTo>
                  <a:lnTo>
                    <a:pt x="7569662" y="2375353"/>
                  </a:lnTo>
                  <a:lnTo>
                    <a:pt x="7569999" y="2372587"/>
                  </a:lnTo>
                  <a:lnTo>
                    <a:pt x="7570335" y="2370337"/>
                  </a:lnTo>
                  <a:lnTo>
                    <a:pt x="7570672" y="2368619"/>
                  </a:lnTo>
                  <a:lnTo>
                    <a:pt x="7571008" y="2367525"/>
                  </a:lnTo>
                  <a:lnTo>
                    <a:pt x="7571345" y="2366753"/>
                  </a:lnTo>
                  <a:lnTo>
                    <a:pt x="7571681" y="2366164"/>
                  </a:lnTo>
                  <a:lnTo>
                    <a:pt x="7572018" y="2366467"/>
                  </a:lnTo>
                  <a:lnTo>
                    <a:pt x="7572354" y="2366716"/>
                  </a:lnTo>
                  <a:lnTo>
                    <a:pt x="7572690" y="2366808"/>
                  </a:lnTo>
                  <a:lnTo>
                    <a:pt x="7573027" y="2366873"/>
                  </a:lnTo>
                  <a:lnTo>
                    <a:pt x="7573363" y="2366943"/>
                  </a:lnTo>
                  <a:lnTo>
                    <a:pt x="7573700" y="2367565"/>
                  </a:lnTo>
                  <a:lnTo>
                    <a:pt x="7574036" y="2368118"/>
                  </a:lnTo>
                  <a:lnTo>
                    <a:pt x="7574373" y="2368580"/>
                  </a:lnTo>
                  <a:lnTo>
                    <a:pt x="7574709" y="2368986"/>
                  </a:lnTo>
                  <a:lnTo>
                    <a:pt x="7575046" y="2369593"/>
                  </a:lnTo>
                  <a:lnTo>
                    <a:pt x="7575382" y="2369839"/>
                  </a:lnTo>
                  <a:lnTo>
                    <a:pt x="7575719" y="2369533"/>
                  </a:lnTo>
                  <a:lnTo>
                    <a:pt x="7576055" y="2368554"/>
                  </a:lnTo>
                  <a:lnTo>
                    <a:pt x="7576392" y="2367131"/>
                  </a:lnTo>
                  <a:lnTo>
                    <a:pt x="7576728" y="2365376"/>
                  </a:lnTo>
                  <a:lnTo>
                    <a:pt x="7577064" y="2363374"/>
                  </a:lnTo>
                  <a:lnTo>
                    <a:pt x="7577401" y="2361129"/>
                  </a:lnTo>
                  <a:lnTo>
                    <a:pt x="7577737" y="2358362"/>
                  </a:lnTo>
                  <a:lnTo>
                    <a:pt x="7578074" y="2355886"/>
                  </a:lnTo>
                  <a:lnTo>
                    <a:pt x="7578410" y="2353322"/>
                  </a:lnTo>
                  <a:lnTo>
                    <a:pt x="7578747" y="2350810"/>
                  </a:lnTo>
                  <a:lnTo>
                    <a:pt x="7579083" y="2348243"/>
                  </a:lnTo>
                  <a:lnTo>
                    <a:pt x="7579420" y="2345330"/>
                  </a:lnTo>
                  <a:lnTo>
                    <a:pt x="7579756" y="2342183"/>
                  </a:lnTo>
                  <a:lnTo>
                    <a:pt x="7580093" y="2338880"/>
                  </a:lnTo>
                  <a:lnTo>
                    <a:pt x="7580429" y="2336155"/>
                  </a:lnTo>
                  <a:lnTo>
                    <a:pt x="7580765" y="2333512"/>
                  </a:lnTo>
                  <a:lnTo>
                    <a:pt x="7581102" y="2331093"/>
                  </a:lnTo>
                  <a:lnTo>
                    <a:pt x="7581438" y="2328309"/>
                  </a:lnTo>
                  <a:lnTo>
                    <a:pt x="7581775" y="2325734"/>
                  </a:lnTo>
                  <a:lnTo>
                    <a:pt x="7582111" y="2323170"/>
                  </a:lnTo>
                  <a:lnTo>
                    <a:pt x="7582448" y="2320527"/>
                  </a:lnTo>
                  <a:lnTo>
                    <a:pt x="7582784" y="2318045"/>
                  </a:lnTo>
                  <a:lnTo>
                    <a:pt x="7583121" y="2315614"/>
                  </a:lnTo>
                  <a:lnTo>
                    <a:pt x="7583457" y="2313607"/>
                  </a:lnTo>
                  <a:lnTo>
                    <a:pt x="7583794" y="2310474"/>
                  </a:lnTo>
                  <a:lnTo>
                    <a:pt x="7584130" y="2307414"/>
                  </a:lnTo>
                  <a:lnTo>
                    <a:pt x="7584467" y="2304863"/>
                  </a:lnTo>
                  <a:lnTo>
                    <a:pt x="7584803" y="2302909"/>
                  </a:lnTo>
                  <a:lnTo>
                    <a:pt x="7585139" y="2301027"/>
                  </a:lnTo>
                  <a:lnTo>
                    <a:pt x="7585476" y="2298936"/>
                  </a:lnTo>
                  <a:lnTo>
                    <a:pt x="7585812" y="2296422"/>
                  </a:lnTo>
                  <a:lnTo>
                    <a:pt x="7586149" y="2293792"/>
                  </a:lnTo>
                  <a:lnTo>
                    <a:pt x="7586485" y="2291170"/>
                  </a:lnTo>
                  <a:lnTo>
                    <a:pt x="7586822" y="2289292"/>
                  </a:lnTo>
                  <a:lnTo>
                    <a:pt x="7587158" y="2287834"/>
                  </a:lnTo>
                  <a:lnTo>
                    <a:pt x="7587495" y="2286575"/>
                  </a:lnTo>
                  <a:lnTo>
                    <a:pt x="7587831" y="2285472"/>
                  </a:lnTo>
                  <a:lnTo>
                    <a:pt x="7588168" y="2284353"/>
                  </a:lnTo>
                  <a:lnTo>
                    <a:pt x="7588504" y="2282902"/>
                  </a:lnTo>
                  <a:lnTo>
                    <a:pt x="7588841" y="2281215"/>
                  </a:lnTo>
                  <a:lnTo>
                    <a:pt x="7589177" y="2279670"/>
                  </a:lnTo>
                  <a:lnTo>
                    <a:pt x="7589513" y="2278004"/>
                  </a:lnTo>
                  <a:lnTo>
                    <a:pt x="7589850" y="2276218"/>
                  </a:lnTo>
                  <a:lnTo>
                    <a:pt x="7590186" y="2274423"/>
                  </a:lnTo>
                  <a:lnTo>
                    <a:pt x="7590523" y="2272681"/>
                  </a:lnTo>
                  <a:lnTo>
                    <a:pt x="7590859" y="2271319"/>
                  </a:lnTo>
                  <a:lnTo>
                    <a:pt x="7591196" y="2270145"/>
                  </a:lnTo>
                  <a:lnTo>
                    <a:pt x="7591532" y="2269034"/>
                  </a:lnTo>
                  <a:lnTo>
                    <a:pt x="7591869" y="2268068"/>
                  </a:lnTo>
                  <a:lnTo>
                    <a:pt x="7592205" y="2267068"/>
                  </a:lnTo>
                  <a:lnTo>
                    <a:pt x="7592542" y="2266260"/>
                  </a:lnTo>
                  <a:lnTo>
                    <a:pt x="7592878" y="2264981"/>
                  </a:lnTo>
                  <a:lnTo>
                    <a:pt x="7593215" y="2263875"/>
                  </a:lnTo>
                  <a:lnTo>
                    <a:pt x="7593551" y="2263171"/>
                  </a:lnTo>
                  <a:lnTo>
                    <a:pt x="7593887" y="2263063"/>
                  </a:lnTo>
                  <a:lnTo>
                    <a:pt x="7594224" y="2263085"/>
                  </a:lnTo>
                  <a:lnTo>
                    <a:pt x="7594560" y="2263623"/>
                  </a:lnTo>
                  <a:lnTo>
                    <a:pt x="7594897" y="2264658"/>
                  </a:lnTo>
                  <a:lnTo>
                    <a:pt x="7595233" y="2265879"/>
                  </a:lnTo>
                  <a:lnTo>
                    <a:pt x="7595570" y="2266739"/>
                  </a:lnTo>
                  <a:lnTo>
                    <a:pt x="7595906" y="2267415"/>
                  </a:lnTo>
                  <a:lnTo>
                    <a:pt x="7596243" y="2268245"/>
                  </a:lnTo>
                  <a:lnTo>
                    <a:pt x="7596579" y="2269766"/>
                  </a:lnTo>
                  <a:lnTo>
                    <a:pt x="7596916" y="2271935"/>
                  </a:lnTo>
                  <a:lnTo>
                    <a:pt x="7597252" y="2274426"/>
                  </a:lnTo>
                  <a:lnTo>
                    <a:pt x="7597589" y="2276881"/>
                  </a:lnTo>
                  <a:lnTo>
                    <a:pt x="7597925" y="2279372"/>
                  </a:lnTo>
                  <a:lnTo>
                    <a:pt x="7598261" y="2281894"/>
                  </a:lnTo>
                  <a:lnTo>
                    <a:pt x="7598598" y="2284689"/>
                  </a:lnTo>
                  <a:lnTo>
                    <a:pt x="7598934" y="2287992"/>
                  </a:lnTo>
                  <a:lnTo>
                    <a:pt x="7599271" y="2290778"/>
                  </a:lnTo>
                  <a:lnTo>
                    <a:pt x="7599607" y="2293359"/>
                  </a:lnTo>
                  <a:lnTo>
                    <a:pt x="7599944" y="2296110"/>
                  </a:lnTo>
                  <a:lnTo>
                    <a:pt x="7600280" y="2299248"/>
                  </a:lnTo>
                  <a:lnTo>
                    <a:pt x="7600617" y="2302317"/>
                  </a:lnTo>
                  <a:lnTo>
                    <a:pt x="7600953" y="2305254"/>
                  </a:lnTo>
                  <a:lnTo>
                    <a:pt x="7601290" y="2307963"/>
                  </a:lnTo>
                  <a:lnTo>
                    <a:pt x="7601626" y="2311299"/>
                  </a:lnTo>
                  <a:lnTo>
                    <a:pt x="7601963" y="2313575"/>
                  </a:lnTo>
                  <a:lnTo>
                    <a:pt x="7602299" y="2315491"/>
                  </a:lnTo>
                  <a:lnTo>
                    <a:pt x="7602635" y="2317223"/>
                  </a:lnTo>
                  <a:lnTo>
                    <a:pt x="7602972" y="2319003"/>
                  </a:lnTo>
                  <a:lnTo>
                    <a:pt x="7603308" y="2320960"/>
                  </a:lnTo>
                  <a:lnTo>
                    <a:pt x="7603645" y="2322739"/>
                  </a:lnTo>
                  <a:lnTo>
                    <a:pt x="7603981" y="2323807"/>
                  </a:lnTo>
                  <a:lnTo>
                    <a:pt x="7604318" y="2324223"/>
                  </a:lnTo>
                  <a:lnTo>
                    <a:pt x="7604654" y="2324505"/>
                  </a:lnTo>
                  <a:lnTo>
                    <a:pt x="7604991" y="2325089"/>
                  </a:lnTo>
                  <a:lnTo>
                    <a:pt x="7605327" y="2325421"/>
                  </a:lnTo>
                  <a:lnTo>
                    <a:pt x="7605664" y="2325751"/>
                  </a:lnTo>
                  <a:lnTo>
                    <a:pt x="7606000" y="2326105"/>
                  </a:lnTo>
                  <a:lnTo>
                    <a:pt x="7606337" y="2326528"/>
                  </a:lnTo>
                  <a:lnTo>
                    <a:pt x="7606673" y="2327063"/>
                  </a:lnTo>
                  <a:lnTo>
                    <a:pt x="7607009" y="2327864"/>
                  </a:lnTo>
                  <a:lnTo>
                    <a:pt x="7607346" y="2329015"/>
                  </a:lnTo>
                  <a:lnTo>
                    <a:pt x="7607682" y="2330322"/>
                  </a:lnTo>
                  <a:lnTo>
                    <a:pt x="7608019" y="2331561"/>
                  </a:lnTo>
                  <a:lnTo>
                    <a:pt x="7608355" y="2332721"/>
                  </a:lnTo>
                  <a:lnTo>
                    <a:pt x="7608692" y="2334038"/>
                  </a:lnTo>
                  <a:lnTo>
                    <a:pt x="7609028" y="2335498"/>
                  </a:lnTo>
                  <a:lnTo>
                    <a:pt x="7609365" y="2337237"/>
                  </a:lnTo>
                  <a:lnTo>
                    <a:pt x="7609701" y="2338991"/>
                  </a:lnTo>
                  <a:lnTo>
                    <a:pt x="7610038" y="2340961"/>
                  </a:lnTo>
                  <a:lnTo>
                    <a:pt x="7610374" y="2343324"/>
                  </a:lnTo>
                  <a:lnTo>
                    <a:pt x="7610710" y="2346048"/>
                  </a:lnTo>
                  <a:lnTo>
                    <a:pt x="7611047" y="2349146"/>
                  </a:lnTo>
                  <a:lnTo>
                    <a:pt x="7611383" y="2352277"/>
                  </a:lnTo>
                  <a:lnTo>
                    <a:pt x="7611720" y="2356005"/>
                  </a:lnTo>
                  <a:lnTo>
                    <a:pt x="7612056" y="2360263"/>
                  </a:lnTo>
                  <a:lnTo>
                    <a:pt x="7612393" y="2364769"/>
                  </a:lnTo>
                  <a:lnTo>
                    <a:pt x="7612729" y="2369622"/>
                  </a:lnTo>
                  <a:lnTo>
                    <a:pt x="7613066" y="2375048"/>
                  </a:lnTo>
                  <a:lnTo>
                    <a:pt x="7613402" y="2380993"/>
                  </a:lnTo>
                  <a:lnTo>
                    <a:pt x="7613739" y="2386585"/>
                  </a:lnTo>
                  <a:lnTo>
                    <a:pt x="7614075" y="2392054"/>
                  </a:lnTo>
                  <a:lnTo>
                    <a:pt x="7614412" y="2397349"/>
                  </a:lnTo>
                  <a:lnTo>
                    <a:pt x="7614748" y="2402566"/>
                  </a:lnTo>
                  <a:lnTo>
                    <a:pt x="7615084" y="2406259"/>
                  </a:lnTo>
                  <a:lnTo>
                    <a:pt x="7615421" y="2410081"/>
                  </a:lnTo>
                  <a:lnTo>
                    <a:pt x="7615757" y="2413976"/>
                  </a:lnTo>
                  <a:lnTo>
                    <a:pt x="7616094" y="2417930"/>
                  </a:lnTo>
                  <a:lnTo>
                    <a:pt x="7616430" y="2421869"/>
                  </a:lnTo>
                  <a:lnTo>
                    <a:pt x="7616767" y="2424357"/>
                  </a:lnTo>
                  <a:lnTo>
                    <a:pt x="7617103" y="2426647"/>
                  </a:lnTo>
                  <a:lnTo>
                    <a:pt x="7617440" y="2428714"/>
                  </a:lnTo>
                  <a:lnTo>
                    <a:pt x="7617776" y="2430897"/>
                  </a:lnTo>
                  <a:lnTo>
                    <a:pt x="7618113" y="2432999"/>
                  </a:lnTo>
                  <a:lnTo>
                    <a:pt x="7618449" y="2434535"/>
                  </a:lnTo>
                  <a:lnTo>
                    <a:pt x="7618786" y="2436383"/>
                  </a:lnTo>
                  <a:lnTo>
                    <a:pt x="7619122" y="2437981"/>
                  </a:lnTo>
                  <a:lnTo>
                    <a:pt x="7619458" y="2439827"/>
                  </a:lnTo>
                  <a:lnTo>
                    <a:pt x="7619795" y="2441816"/>
                  </a:lnTo>
                  <a:lnTo>
                    <a:pt x="7620131" y="2443671"/>
                  </a:lnTo>
                  <a:lnTo>
                    <a:pt x="7620468" y="2445349"/>
                  </a:lnTo>
                  <a:lnTo>
                    <a:pt x="7620804" y="2446908"/>
                  </a:lnTo>
                  <a:lnTo>
                    <a:pt x="7621141" y="2448171"/>
                  </a:lnTo>
                  <a:lnTo>
                    <a:pt x="7621477" y="2450136"/>
                  </a:lnTo>
                  <a:lnTo>
                    <a:pt x="7621814" y="2451845"/>
                  </a:lnTo>
                  <a:lnTo>
                    <a:pt x="7622150" y="2453403"/>
                  </a:lnTo>
                  <a:lnTo>
                    <a:pt x="7622487" y="2456145"/>
                  </a:lnTo>
                  <a:lnTo>
                    <a:pt x="7622823" y="2458473"/>
                  </a:lnTo>
                  <a:lnTo>
                    <a:pt x="7623160" y="2459698"/>
                  </a:lnTo>
                  <a:lnTo>
                    <a:pt x="7623496" y="2460835"/>
                  </a:lnTo>
                  <a:lnTo>
                    <a:pt x="7623832" y="2461764"/>
                  </a:lnTo>
                  <a:lnTo>
                    <a:pt x="7624169" y="2462688"/>
                  </a:lnTo>
                  <a:lnTo>
                    <a:pt x="7624505" y="2463274"/>
                  </a:lnTo>
                  <a:lnTo>
                    <a:pt x="7624842" y="2463919"/>
                  </a:lnTo>
                  <a:lnTo>
                    <a:pt x="7625178" y="2464461"/>
                  </a:lnTo>
                  <a:lnTo>
                    <a:pt x="7625515" y="2464552"/>
                  </a:lnTo>
                  <a:lnTo>
                    <a:pt x="7625851" y="2464625"/>
                  </a:lnTo>
                  <a:lnTo>
                    <a:pt x="7626188" y="2464357"/>
                  </a:lnTo>
                  <a:lnTo>
                    <a:pt x="7626524" y="2463992"/>
                  </a:lnTo>
                  <a:lnTo>
                    <a:pt x="7626861" y="2463883"/>
                  </a:lnTo>
                  <a:lnTo>
                    <a:pt x="7627197" y="2464107"/>
                  </a:lnTo>
                  <a:lnTo>
                    <a:pt x="7627534" y="2464737"/>
                  </a:lnTo>
                  <a:lnTo>
                    <a:pt x="7627870" y="2465508"/>
                  </a:lnTo>
                  <a:lnTo>
                    <a:pt x="7628206" y="2466125"/>
                  </a:lnTo>
                  <a:lnTo>
                    <a:pt x="7628543" y="2467183"/>
                  </a:lnTo>
                  <a:lnTo>
                    <a:pt x="7628879" y="2468584"/>
                  </a:lnTo>
                  <a:lnTo>
                    <a:pt x="7629216" y="2470565"/>
                  </a:lnTo>
                  <a:lnTo>
                    <a:pt x="7629552" y="2472839"/>
                  </a:lnTo>
                  <a:lnTo>
                    <a:pt x="7629889" y="2475137"/>
                  </a:lnTo>
                  <a:lnTo>
                    <a:pt x="7630225" y="2477404"/>
                  </a:lnTo>
                  <a:lnTo>
                    <a:pt x="7630562" y="2479207"/>
                  </a:lnTo>
                  <a:lnTo>
                    <a:pt x="7630898" y="2481391"/>
                  </a:lnTo>
                  <a:lnTo>
                    <a:pt x="7631235" y="2482958"/>
                  </a:lnTo>
                  <a:lnTo>
                    <a:pt x="7631571" y="2485249"/>
                  </a:lnTo>
                  <a:lnTo>
                    <a:pt x="7631908" y="2487743"/>
                  </a:lnTo>
                  <a:lnTo>
                    <a:pt x="7632244" y="2490402"/>
                  </a:lnTo>
                  <a:lnTo>
                    <a:pt x="7632580" y="2493461"/>
                  </a:lnTo>
                  <a:lnTo>
                    <a:pt x="7632917" y="2496847"/>
                  </a:lnTo>
                  <a:lnTo>
                    <a:pt x="7633253" y="2500556"/>
                  </a:lnTo>
                  <a:lnTo>
                    <a:pt x="7633590" y="2504559"/>
                  </a:lnTo>
                  <a:lnTo>
                    <a:pt x="7633926" y="2508410"/>
                  </a:lnTo>
                  <a:lnTo>
                    <a:pt x="7634263" y="2512093"/>
                  </a:lnTo>
                  <a:lnTo>
                    <a:pt x="7634599" y="2515855"/>
                  </a:lnTo>
                  <a:lnTo>
                    <a:pt x="7634936" y="2519448"/>
                  </a:lnTo>
                  <a:lnTo>
                    <a:pt x="7635272" y="2523335"/>
                  </a:lnTo>
                  <a:lnTo>
                    <a:pt x="7635609" y="2527244"/>
                  </a:lnTo>
                  <a:lnTo>
                    <a:pt x="7635945" y="2531105"/>
                  </a:lnTo>
                  <a:lnTo>
                    <a:pt x="7636282" y="2535390"/>
                  </a:lnTo>
                  <a:lnTo>
                    <a:pt x="7636618" y="2539725"/>
                  </a:lnTo>
                  <a:lnTo>
                    <a:pt x="7636954" y="2544005"/>
                  </a:lnTo>
                  <a:lnTo>
                    <a:pt x="7637291" y="2548086"/>
                  </a:lnTo>
                  <a:lnTo>
                    <a:pt x="7637627" y="2551651"/>
                  </a:lnTo>
                  <a:lnTo>
                    <a:pt x="7637964" y="2554892"/>
                  </a:lnTo>
                  <a:lnTo>
                    <a:pt x="7638300" y="2557681"/>
                  </a:lnTo>
                  <a:lnTo>
                    <a:pt x="7638637" y="2560526"/>
                  </a:lnTo>
                  <a:lnTo>
                    <a:pt x="7638973" y="2563395"/>
                  </a:lnTo>
                  <a:lnTo>
                    <a:pt x="7639310" y="2565317"/>
                  </a:lnTo>
                  <a:lnTo>
                    <a:pt x="7639646" y="2567352"/>
                  </a:lnTo>
                  <a:lnTo>
                    <a:pt x="7639983" y="2569535"/>
                  </a:lnTo>
                  <a:lnTo>
                    <a:pt x="7640319" y="2571693"/>
                  </a:lnTo>
                  <a:lnTo>
                    <a:pt x="7640656" y="2573688"/>
                  </a:lnTo>
                  <a:lnTo>
                    <a:pt x="7640992" y="2575006"/>
                  </a:lnTo>
                  <a:lnTo>
                    <a:pt x="7641328" y="2575905"/>
                  </a:lnTo>
                  <a:lnTo>
                    <a:pt x="7641665" y="2576702"/>
                  </a:lnTo>
                  <a:lnTo>
                    <a:pt x="7642001" y="2577477"/>
                  </a:lnTo>
                  <a:lnTo>
                    <a:pt x="7642338" y="2577939"/>
                  </a:lnTo>
                  <a:lnTo>
                    <a:pt x="7642674" y="2578545"/>
                  </a:lnTo>
                  <a:lnTo>
                    <a:pt x="7643011" y="2579354"/>
                  </a:lnTo>
                  <a:lnTo>
                    <a:pt x="7643347" y="2580386"/>
                  </a:lnTo>
                  <a:lnTo>
                    <a:pt x="7643684" y="2581622"/>
                  </a:lnTo>
                  <a:lnTo>
                    <a:pt x="7644020" y="2582920"/>
                  </a:lnTo>
                  <a:lnTo>
                    <a:pt x="7644357" y="2584010"/>
                  </a:lnTo>
                  <a:lnTo>
                    <a:pt x="7644693" y="2585134"/>
                  </a:lnTo>
                  <a:lnTo>
                    <a:pt x="7645029" y="2586326"/>
                  </a:lnTo>
                  <a:lnTo>
                    <a:pt x="7645366" y="2586489"/>
                  </a:lnTo>
                  <a:lnTo>
                    <a:pt x="7645702" y="2586847"/>
                  </a:lnTo>
                  <a:lnTo>
                    <a:pt x="7646039" y="2587305"/>
                  </a:lnTo>
                  <a:lnTo>
                    <a:pt x="7646375" y="2588140"/>
                  </a:lnTo>
                  <a:lnTo>
                    <a:pt x="7646712" y="2589357"/>
                  </a:lnTo>
                  <a:lnTo>
                    <a:pt x="7647048" y="2590866"/>
                  </a:lnTo>
                  <a:lnTo>
                    <a:pt x="7647385" y="2592683"/>
                  </a:lnTo>
                  <a:lnTo>
                    <a:pt x="7647721" y="2594286"/>
                  </a:lnTo>
                  <a:lnTo>
                    <a:pt x="7648058" y="2596111"/>
                  </a:lnTo>
                  <a:lnTo>
                    <a:pt x="7648394" y="2597883"/>
                  </a:lnTo>
                  <a:lnTo>
                    <a:pt x="7648731" y="2599963"/>
                  </a:lnTo>
                  <a:lnTo>
                    <a:pt x="7649067" y="2601611"/>
                  </a:lnTo>
                  <a:lnTo>
                    <a:pt x="7649403" y="2603241"/>
                  </a:lnTo>
                  <a:lnTo>
                    <a:pt x="7649740" y="2605051"/>
                  </a:lnTo>
                  <a:lnTo>
                    <a:pt x="7650076" y="2606929"/>
                  </a:lnTo>
                  <a:lnTo>
                    <a:pt x="7650413" y="2608786"/>
                  </a:lnTo>
                  <a:lnTo>
                    <a:pt x="7650749" y="2610462"/>
                  </a:lnTo>
                  <a:lnTo>
                    <a:pt x="7651086" y="2613214"/>
                  </a:lnTo>
                  <a:lnTo>
                    <a:pt x="7651422" y="2615815"/>
                  </a:lnTo>
                  <a:lnTo>
                    <a:pt x="7651759" y="2617711"/>
                  </a:lnTo>
                  <a:lnTo>
                    <a:pt x="7652095" y="2618861"/>
                  </a:lnTo>
                  <a:lnTo>
                    <a:pt x="7652432" y="2619967"/>
                  </a:lnTo>
                  <a:lnTo>
                    <a:pt x="7652768" y="2621023"/>
                  </a:lnTo>
                  <a:lnTo>
                    <a:pt x="7653105" y="2622259"/>
                  </a:lnTo>
                  <a:lnTo>
                    <a:pt x="7653441" y="2623581"/>
                  </a:lnTo>
                  <a:lnTo>
                    <a:pt x="7653777" y="2624888"/>
                  </a:lnTo>
                  <a:lnTo>
                    <a:pt x="7654114" y="2625423"/>
                  </a:lnTo>
                  <a:lnTo>
                    <a:pt x="7654450" y="2625006"/>
                  </a:lnTo>
                  <a:lnTo>
                    <a:pt x="7654787" y="2623930"/>
                  </a:lnTo>
                  <a:lnTo>
                    <a:pt x="7655123" y="2622447"/>
                  </a:lnTo>
                  <a:lnTo>
                    <a:pt x="7655460" y="2620879"/>
                  </a:lnTo>
                  <a:lnTo>
                    <a:pt x="7655796" y="2619349"/>
                  </a:lnTo>
                  <a:lnTo>
                    <a:pt x="7656133" y="2618126"/>
                  </a:lnTo>
                  <a:lnTo>
                    <a:pt x="7656469" y="2616955"/>
                  </a:lnTo>
                  <a:lnTo>
                    <a:pt x="7656806" y="2615891"/>
                  </a:lnTo>
                  <a:lnTo>
                    <a:pt x="7657142" y="2614961"/>
                  </a:lnTo>
                  <a:lnTo>
                    <a:pt x="7657479" y="2614271"/>
                  </a:lnTo>
                  <a:lnTo>
                    <a:pt x="7657815" y="2613570"/>
                  </a:lnTo>
                  <a:lnTo>
                    <a:pt x="7658151" y="2612618"/>
                  </a:lnTo>
                  <a:lnTo>
                    <a:pt x="7658488" y="2611508"/>
                  </a:lnTo>
                  <a:lnTo>
                    <a:pt x="7658824" y="2610471"/>
                  </a:lnTo>
                  <a:lnTo>
                    <a:pt x="7659161" y="2609540"/>
                  </a:lnTo>
                  <a:lnTo>
                    <a:pt x="7659497" y="2609132"/>
                  </a:lnTo>
                  <a:lnTo>
                    <a:pt x="7659834" y="2609164"/>
                  </a:lnTo>
                  <a:lnTo>
                    <a:pt x="7660170" y="2609868"/>
                  </a:lnTo>
                  <a:lnTo>
                    <a:pt x="7660507" y="2610357"/>
                  </a:lnTo>
                  <a:lnTo>
                    <a:pt x="7660843" y="2610500"/>
                  </a:lnTo>
                  <a:lnTo>
                    <a:pt x="7661180" y="2610141"/>
                  </a:lnTo>
                  <a:lnTo>
                    <a:pt x="7661516" y="2609645"/>
                  </a:lnTo>
                  <a:lnTo>
                    <a:pt x="7661853" y="2609142"/>
                  </a:lnTo>
                  <a:lnTo>
                    <a:pt x="7662189" y="2608453"/>
                  </a:lnTo>
                  <a:lnTo>
                    <a:pt x="7662525" y="2607562"/>
                  </a:lnTo>
                  <a:lnTo>
                    <a:pt x="7662862" y="2606728"/>
                  </a:lnTo>
                  <a:lnTo>
                    <a:pt x="7663198" y="2606233"/>
                  </a:lnTo>
                  <a:lnTo>
                    <a:pt x="7663535" y="2606118"/>
                  </a:lnTo>
                  <a:lnTo>
                    <a:pt x="7663871" y="2605571"/>
                  </a:lnTo>
                  <a:lnTo>
                    <a:pt x="7664208" y="2604723"/>
                  </a:lnTo>
                  <a:lnTo>
                    <a:pt x="7664544" y="2603951"/>
                  </a:lnTo>
                  <a:lnTo>
                    <a:pt x="7664881" y="2603108"/>
                  </a:lnTo>
                  <a:lnTo>
                    <a:pt x="7665217" y="2602379"/>
                  </a:lnTo>
                  <a:lnTo>
                    <a:pt x="7665554" y="2602269"/>
                  </a:lnTo>
                  <a:lnTo>
                    <a:pt x="7665890" y="2602218"/>
                  </a:lnTo>
                  <a:lnTo>
                    <a:pt x="7666227" y="2602071"/>
                  </a:lnTo>
                  <a:lnTo>
                    <a:pt x="7666563" y="2601919"/>
                  </a:lnTo>
                  <a:lnTo>
                    <a:pt x="7666899" y="2601966"/>
                  </a:lnTo>
                  <a:lnTo>
                    <a:pt x="7667236" y="2602118"/>
                  </a:lnTo>
                  <a:lnTo>
                    <a:pt x="7667572" y="2601970"/>
                  </a:lnTo>
                  <a:lnTo>
                    <a:pt x="7667909" y="2601630"/>
                  </a:lnTo>
                  <a:lnTo>
                    <a:pt x="7668245" y="2601012"/>
                  </a:lnTo>
                  <a:lnTo>
                    <a:pt x="7668582" y="2600622"/>
                  </a:lnTo>
                  <a:lnTo>
                    <a:pt x="7668918" y="2600177"/>
                  </a:lnTo>
                  <a:lnTo>
                    <a:pt x="7669255" y="2600169"/>
                  </a:lnTo>
                  <a:lnTo>
                    <a:pt x="7669591" y="2600132"/>
                  </a:lnTo>
                  <a:lnTo>
                    <a:pt x="7669928" y="2600239"/>
                  </a:lnTo>
                  <a:lnTo>
                    <a:pt x="7670264" y="2600353"/>
                  </a:lnTo>
                  <a:lnTo>
                    <a:pt x="7670601" y="2600505"/>
                  </a:lnTo>
                  <a:lnTo>
                    <a:pt x="7670937" y="2600581"/>
                  </a:lnTo>
                  <a:lnTo>
                    <a:pt x="7671273" y="2600571"/>
                  </a:lnTo>
                  <a:lnTo>
                    <a:pt x="7671610" y="2601065"/>
                  </a:lnTo>
                  <a:lnTo>
                    <a:pt x="7671946" y="2601279"/>
                  </a:lnTo>
                  <a:lnTo>
                    <a:pt x="7672283" y="2601329"/>
                  </a:lnTo>
                  <a:lnTo>
                    <a:pt x="7672619" y="2601323"/>
                  </a:lnTo>
                  <a:lnTo>
                    <a:pt x="7672956" y="2601454"/>
                  </a:lnTo>
                  <a:lnTo>
                    <a:pt x="7673292" y="2601675"/>
                  </a:lnTo>
                  <a:lnTo>
                    <a:pt x="7673629" y="2601949"/>
                  </a:lnTo>
                  <a:lnTo>
                    <a:pt x="7673965" y="2601820"/>
                  </a:lnTo>
                  <a:lnTo>
                    <a:pt x="7674302" y="2601814"/>
                  </a:lnTo>
                  <a:lnTo>
                    <a:pt x="7674638" y="2601830"/>
                  </a:lnTo>
                  <a:lnTo>
                    <a:pt x="7674975" y="2601731"/>
                  </a:lnTo>
                  <a:lnTo>
                    <a:pt x="7675311" y="2601626"/>
                  </a:lnTo>
                  <a:lnTo>
                    <a:pt x="7675647" y="2601500"/>
                  </a:lnTo>
                  <a:lnTo>
                    <a:pt x="7675984" y="2601396"/>
                  </a:lnTo>
                  <a:lnTo>
                    <a:pt x="7676320" y="2601230"/>
                  </a:lnTo>
                  <a:lnTo>
                    <a:pt x="7676657" y="2600965"/>
                  </a:lnTo>
                  <a:lnTo>
                    <a:pt x="7676993" y="2600787"/>
                  </a:lnTo>
                  <a:lnTo>
                    <a:pt x="7677330" y="2600587"/>
                  </a:lnTo>
                  <a:lnTo>
                    <a:pt x="7677666" y="2600387"/>
                  </a:lnTo>
                  <a:lnTo>
                    <a:pt x="7678003" y="2599567"/>
                  </a:lnTo>
                  <a:lnTo>
                    <a:pt x="7678339" y="2598595"/>
                  </a:lnTo>
                  <a:lnTo>
                    <a:pt x="7678676" y="2597376"/>
                  </a:lnTo>
                  <a:lnTo>
                    <a:pt x="7679012" y="2595954"/>
                  </a:lnTo>
                  <a:lnTo>
                    <a:pt x="7679348" y="2594124"/>
                  </a:lnTo>
                  <a:lnTo>
                    <a:pt x="7679685" y="2592234"/>
                  </a:lnTo>
                  <a:lnTo>
                    <a:pt x="7680021" y="2590455"/>
                  </a:lnTo>
                  <a:lnTo>
                    <a:pt x="7680358" y="2588636"/>
                  </a:lnTo>
                  <a:lnTo>
                    <a:pt x="7680694" y="2587354"/>
                  </a:lnTo>
                  <a:lnTo>
                    <a:pt x="7681031" y="2586098"/>
                  </a:lnTo>
                  <a:lnTo>
                    <a:pt x="7681367" y="2585328"/>
                  </a:lnTo>
                  <a:lnTo>
                    <a:pt x="7681704" y="2584545"/>
                  </a:lnTo>
                  <a:lnTo>
                    <a:pt x="7682040" y="2583755"/>
                  </a:lnTo>
                  <a:lnTo>
                    <a:pt x="7682377" y="2583111"/>
                  </a:lnTo>
                  <a:lnTo>
                    <a:pt x="7682713" y="2582541"/>
                  </a:lnTo>
                  <a:lnTo>
                    <a:pt x="7683050" y="2582199"/>
                  </a:lnTo>
                  <a:lnTo>
                    <a:pt x="7683386" y="2581862"/>
                  </a:lnTo>
                  <a:lnTo>
                    <a:pt x="7683722" y="2581425"/>
                  </a:lnTo>
                  <a:lnTo>
                    <a:pt x="7684059" y="2581369"/>
                  </a:lnTo>
                  <a:lnTo>
                    <a:pt x="7684395" y="2581372"/>
                  </a:lnTo>
                  <a:lnTo>
                    <a:pt x="7684732" y="2581299"/>
                  </a:lnTo>
                  <a:lnTo>
                    <a:pt x="7685068" y="2580937"/>
                  </a:lnTo>
                  <a:lnTo>
                    <a:pt x="7685405" y="2580719"/>
                  </a:lnTo>
                  <a:lnTo>
                    <a:pt x="7685741" y="2580487"/>
                  </a:lnTo>
                  <a:lnTo>
                    <a:pt x="7686078" y="2580314"/>
                  </a:lnTo>
                  <a:lnTo>
                    <a:pt x="7686414" y="2580459"/>
                  </a:lnTo>
                  <a:lnTo>
                    <a:pt x="7686751" y="2580629"/>
                  </a:lnTo>
                  <a:lnTo>
                    <a:pt x="7687087" y="2580313"/>
                  </a:lnTo>
                  <a:lnTo>
                    <a:pt x="7687424" y="2579967"/>
                  </a:lnTo>
                  <a:lnTo>
                    <a:pt x="7687760" y="2579646"/>
                  </a:lnTo>
                  <a:lnTo>
                    <a:pt x="7688096" y="2579249"/>
                  </a:lnTo>
                  <a:lnTo>
                    <a:pt x="7688433" y="2579166"/>
                  </a:lnTo>
                  <a:lnTo>
                    <a:pt x="7688769" y="2579492"/>
                  </a:lnTo>
                  <a:lnTo>
                    <a:pt x="7689106" y="2580194"/>
                  </a:lnTo>
                  <a:lnTo>
                    <a:pt x="7689442" y="2581037"/>
                  </a:lnTo>
                  <a:lnTo>
                    <a:pt x="7689779" y="2581556"/>
                  </a:lnTo>
                  <a:lnTo>
                    <a:pt x="7690115" y="2582433"/>
                  </a:lnTo>
                  <a:lnTo>
                    <a:pt x="7690452" y="2583650"/>
                  </a:lnTo>
                  <a:lnTo>
                    <a:pt x="7690788" y="2584805"/>
                  </a:lnTo>
                  <a:lnTo>
                    <a:pt x="7691125" y="2585894"/>
                  </a:lnTo>
                  <a:lnTo>
                    <a:pt x="7691461" y="2587219"/>
                  </a:lnTo>
                  <a:lnTo>
                    <a:pt x="7691798" y="2588423"/>
                  </a:lnTo>
                  <a:lnTo>
                    <a:pt x="7692134" y="2589215"/>
                  </a:lnTo>
                  <a:lnTo>
                    <a:pt x="7692470" y="2590102"/>
                  </a:lnTo>
                  <a:lnTo>
                    <a:pt x="7692807" y="2591168"/>
                  </a:lnTo>
                  <a:lnTo>
                    <a:pt x="7693143" y="2592007"/>
                  </a:lnTo>
                  <a:lnTo>
                    <a:pt x="7693480" y="2593008"/>
                  </a:lnTo>
                  <a:lnTo>
                    <a:pt x="7693816" y="2594163"/>
                  </a:lnTo>
                  <a:lnTo>
                    <a:pt x="7694153" y="2595221"/>
                  </a:lnTo>
                  <a:lnTo>
                    <a:pt x="7694489" y="2596311"/>
                  </a:lnTo>
                  <a:lnTo>
                    <a:pt x="7694826" y="2597348"/>
                  </a:lnTo>
                  <a:lnTo>
                    <a:pt x="7695162" y="2598301"/>
                  </a:lnTo>
                  <a:lnTo>
                    <a:pt x="7695499" y="2599409"/>
                  </a:lnTo>
                  <a:lnTo>
                    <a:pt x="7695835" y="2600284"/>
                  </a:lnTo>
                  <a:lnTo>
                    <a:pt x="7696172" y="2600958"/>
                  </a:lnTo>
                  <a:lnTo>
                    <a:pt x="7696508" y="2601111"/>
                  </a:lnTo>
                  <a:lnTo>
                    <a:pt x="7696844" y="2601136"/>
                  </a:lnTo>
                  <a:lnTo>
                    <a:pt x="7697181" y="2601898"/>
                  </a:lnTo>
                  <a:lnTo>
                    <a:pt x="7697517" y="2602820"/>
                  </a:lnTo>
                  <a:lnTo>
                    <a:pt x="7697854" y="2604336"/>
                  </a:lnTo>
                  <a:lnTo>
                    <a:pt x="7698190" y="2605802"/>
                  </a:lnTo>
                  <a:lnTo>
                    <a:pt x="7698527" y="2606635"/>
                  </a:lnTo>
                  <a:lnTo>
                    <a:pt x="7698863" y="2606956"/>
                  </a:lnTo>
                  <a:lnTo>
                    <a:pt x="7699200" y="2607184"/>
                  </a:lnTo>
                  <a:lnTo>
                    <a:pt x="7699536" y="2607137"/>
                  </a:lnTo>
                  <a:lnTo>
                    <a:pt x="7699873" y="2606882"/>
                  </a:lnTo>
                  <a:lnTo>
                    <a:pt x="7700209" y="2606491"/>
                  </a:lnTo>
                  <a:lnTo>
                    <a:pt x="7700546" y="2605885"/>
                  </a:lnTo>
                  <a:lnTo>
                    <a:pt x="7700882" y="2605216"/>
                  </a:lnTo>
                  <a:lnTo>
                    <a:pt x="7701218" y="2604515"/>
                  </a:lnTo>
                  <a:lnTo>
                    <a:pt x="7701555" y="2603892"/>
                  </a:lnTo>
                  <a:lnTo>
                    <a:pt x="7701891" y="2603003"/>
                  </a:lnTo>
                  <a:lnTo>
                    <a:pt x="7702228" y="2601956"/>
                  </a:lnTo>
                  <a:lnTo>
                    <a:pt x="7702564" y="2600613"/>
                  </a:lnTo>
                  <a:lnTo>
                    <a:pt x="7702901" y="2598995"/>
                  </a:lnTo>
                  <a:lnTo>
                    <a:pt x="7703237" y="2597230"/>
                  </a:lnTo>
                  <a:lnTo>
                    <a:pt x="7703574" y="2595505"/>
                  </a:lnTo>
                  <a:lnTo>
                    <a:pt x="7703910" y="2593823"/>
                  </a:lnTo>
                  <a:lnTo>
                    <a:pt x="7704247" y="2592053"/>
                  </a:lnTo>
                  <a:lnTo>
                    <a:pt x="7704583" y="2590188"/>
                  </a:lnTo>
                  <a:lnTo>
                    <a:pt x="7704920" y="2587708"/>
                  </a:lnTo>
                  <a:lnTo>
                    <a:pt x="7705256" y="2585011"/>
                  </a:lnTo>
                  <a:lnTo>
                    <a:pt x="7705592" y="2582255"/>
                  </a:lnTo>
                  <a:lnTo>
                    <a:pt x="7705929" y="2579034"/>
                  </a:lnTo>
                  <a:lnTo>
                    <a:pt x="7706265" y="2575610"/>
                  </a:lnTo>
                  <a:lnTo>
                    <a:pt x="7706602" y="2572523"/>
                  </a:lnTo>
                  <a:lnTo>
                    <a:pt x="7706938" y="2569371"/>
                  </a:lnTo>
                  <a:lnTo>
                    <a:pt x="7707275" y="2565144"/>
                  </a:lnTo>
                  <a:lnTo>
                    <a:pt x="7707611" y="2561312"/>
                  </a:lnTo>
                  <a:lnTo>
                    <a:pt x="7707948" y="2557780"/>
                  </a:lnTo>
                  <a:lnTo>
                    <a:pt x="7708284" y="2554363"/>
                  </a:lnTo>
                  <a:lnTo>
                    <a:pt x="7708621" y="2550739"/>
                  </a:lnTo>
                  <a:lnTo>
                    <a:pt x="7708957" y="2546993"/>
                  </a:lnTo>
                  <a:lnTo>
                    <a:pt x="7709294" y="2543183"/>
                  </a:lnTo>
                  <a:lnTo>
                    <a:pt x="7709630" y="2539878"/>
                  </a:lnTo>
                  <a:lnTo>
                    <a:pt x="7709966" y="2537345"/>
                  </a:lnTo>
                  <a:lnTo>
                    <a:pt x="7710303" y="2535112"/>
                  </a:lnTo>
                  <a:lnTo>
                    <a:pt x="7710639" y="2533259"/>
                  </a:lnTo>
                  <a:lnTo>
                    <a:pt x="7710976" y="2531612"/>
                  </a:lnTo>
                  <a:lnTo>
                    <a:pt x="7711312" y="2530192"/>
                  </a:lnTo>
                  <a:lnTo>
                    <a:pt x="7711649" y="2529135"/>
                  </a:lnTo>
                  <a:lnTo>
                    <a:pt x="7711985" y="2527968"/>
                  </a:lnTo>
                  <a:lnTo>
                    <a:pt x="7712322" y="2526812"/>
                  </a:lnTo>
                  <a:lnTo>
                    <a:pt x="7712658" y="2525916"/>
                  </a:lnTo>
                  <a:lnTo>
                    <a:pt x="7712995" y="2524674"/>
                  </a:lnTo>
                  <a:lnTo>
                    <a:pt x="7713331" y="2522109"/>
                  </a:lnTo>
                  <a:lnTo>
                    <a:pt x="7713667" y="2519954"/>
                  </a:lnTo>
                  <a:lnTo>
                    <a:pt x="7714004" y="2517705"/>
                  </a:lnTo>
                  <a:lnTo>
                    <a:pt x="7714340" y="2515370"/>
                  </a:lnTo>
                  <a:lnTo>
                    <a:pt x="7714677" y="2512597"/>
                  </a:lnTo>
                  <a:lnTo>
                    <a:pt x="7715013" y="2509601"/>
                  </a:lnTo>
                  <a:lnTo>
                    <a:pt x="7715350" y="2506023"/>
                  </a:lnTo>
                  <a:lnTo>
                    <a:pt x="7715686" y="2501964"/>
                  </a:lnTo>
                  <a:lnTo>
                    <a:pt x="7716023" y="2497970"/>
                  </a:lnTo>
                  <a:lnTo>
                    <a:pt x="7716359" y="2493867"/>
                  </a:lnTo>
                  <a:lnTo>
                    <a:pt x="7716696" y="2489535"/>
                  </a:lnTo>
                  <a:lnTo>
                    <a:pt x="7717032" y="2485519"/>
                  </a:lnTo>
                  <a:lnTo>
                    <a:pt x="7717369" y="2481711"/>
                  </a:lnTo>
                  <a:lnTo>
                    <a:pt x="7717705" y="2478234"/>
                  </a:lnTo>
                  <a:lnTo>
                    <a:pt x="7718041" y="2474865"/>
                  </a:lnTo>
                  <a:lnTo>
                    <a:pt x="7718378" y="2471797"/>
                  </a:lnTo>
                  <a:lnTo>
                    <a:pt x="7718714" y="2468650"/>
                  </a:lnTo>
                  <a:lnTo>
                    <a:pt x="7719051" y="2465346"/>
                  </a:lnTo>
                  <a:lnTo>
                    <a:pt x="7719387" y="2462185"/>
                  </a:lnTo>
                  <a:lnTo>
                    <a:pt x="7719724" y="2458808"/>
                  </a:lnTo>
                  <a:lnTo>
                    <a:pt x="7720060" y="2455546"/>
                  </a:lnTo>
                  <a:lnTo>
                    <a:pt x="7720397" y="2452701"/>
                  </a:lnTo>
                  <a:lnTo>
                    <a:pt x="7720733" y="2450065"/>
                  </a:lnTo>
                  <a:lnTo>
                    <a:pt x="7721070" y="2447406"/>
                  </a:lnTo>
                  <a:lnTo>
                    <a:pt x="7721406" y="2445050"/>
                  </a:lnTo>
                  <a:lnTo>
                    <a:pt x="7721743" y="2443620"/>
                  </a:lnTo>
                  <a:lnTo>
                    <a:pt x="7722079" y="2442794"/>
                  </a:lnTo>
                  <a:lnTo>
                    <a:pt x="7722415" y="2443050"/>
                  </a:lnTo>
                  <a:lnTo>
                    <a:pt x="7722752" y="2443265"/>
                  </a:lnTo>
                  <a:lnTo>
                    <a:pt x="7723088" y="2443684"/>
                  </a:lnTo>
                  <a:lnTo>
                    <a:pt x="7723425" y="2444023"/>
                  </a:lnTo>
                  <a:lnTo>
                    <a:pt x="7723761" y="2444162"/>
                  </a:lnTo>
                  <a:lnTo>
                    <a:pt x="7724098" y="2444159"/>
                  </a:lnTo>
                  <a:lnTo>
                    <a:pt x="7724434" y="2444011"/>
                  </a:lnTo>
                  <a:lnTo>
                    <a:pt x="7724771" y="2444423"/>
                  </a:lnTo>
                  <a:lnTo>
                    <a:pt x="7725107" y="2444576"/>
                  </a:lnTo>
                  <a:lnTo>
                    <a:pt x="7725444" y="2444921"/>
                  </a:lnTo>
                  <a:lnTo>
                    <a:pt x="7725780" y="2444856"/>
                  </a:lnTo>
                  <a:lnTo>
                    <a:pt x="7726117" y="2444690"/>
                  </a:lnTo>
                  <a:lnTo>
                    <a:pt x="7726453" y="2444084"/>
                  </a:lnTo>
                  <a:lnTo>
                    <a:pt x="7726789" y="2442961"/>
                  </a:lnTo>
                  <a:lnTo>
                    <a:pt x="7727126" y="2441281"/>
                  </a:lnTo>
                  <a:lnTo>
                    <a:pt x="7727462" y="2439400"/>
                  </a:lnTo>
                  <a:lnTo>
                    <a:pt x="7727799" y="2437579"/>
                  </a:lnTo>
                  <a:lnTo>
                    <a:pt x="7728135" y="2435175"/>
                  </a:lnTo>
                  <a:lnTo>
                    <a:pt x="7728472" y="2432750"/>
                  </a:lnTo>
                  <a:lnTo>
                    <a:pt x="7728808" y="2430372"/>
                  </a:lnTo>
                  <a:lnTo>
                    <a:pt x="7729145" y="2428101"/>
                  </a:lnTo>
                  <a:lnTo>
                    <a:pt x="7729481" y="2426019"/>
                  </a:lnTo>
                  <a:lnTo>
                    <a:pt x="7729818" y="2424347"/>
                  </a:lnTo>
                  <a:lnTo>
                    <a:pt x="7730154" y="2422304"/>
                  </a:lnTo>
                  <a:lnTo>
                    <a:pt x="7730491" y="2420667"/>
                  </a:lnTo>
                  <a:lnTo>
                    <a:pt x="7730827" y="2418551"/>
                  </a:lnTo>
                  <a:lnTo>
                    <a:pt x="7731163" y="2417092"/>
                  </a:lnTo>
                  <a:lnTo>
                    <a:pt x="7731500" y="2416311"/>
                  </a:lnTo>
                  <a:lnTo>
                    <a:pt x="7731836" y="2414882"/>
                  </a:lnTo>
                  <a:lnTo>
                    <a:pt x="7732173" y="2413833"/>
                  </a:lnTo>
                  <a:lnTo>
                    <a:pt x="7732509" y="2412978"/>
                  </a:lnTo>
                  <a:lnTo>
                    <a:pt x="7732846" y="2411914"/>
                  </a:lnTo>
                  <a:lnTo>
                    <a:pt x="7733182" y="2411269"/>
                  </a:lnTo>
                  <a:lnTo>
                    <a:pt x="7733519" y="2411050"/>
                  </a:lnTo>
                  <a:lnTo>
                    <a:pt x="7733855" y="2411210"/>
                  </a:lnTo>
                  <a:lnTo>
                    <a:pt x="7734192" y="2411423"/>
                  </a:lnTo>
                  <a:lnTo>
                    <a:pt x="7734528" y="2411395"/>
                  </a:lnTo>
                  <a:lnTo>
                    <a:pt x="7734865" y="2411101"/>
                  </a:lnTo>
                  <a:lnTo>
                    <a:pt x="7735201" y="2411022"/>
                  </a:lnTo>
                  <a:lnTo>
                    <a:pt x="7735537" y="2411271"/>
                  </a:lnTo>
                  <a:lnTo>
                    <a:pt x="7735874" y="2411250"/>
                  </a:lnTo>
                  <a:lnTo>
                    <a:pt x="7736210" y="2411157"/>
                  </a:lnTo>
                  <a:lnTo>
                    <a:pt x="7736547" y="2411037"/>
                  </a:lnTo>
                  <a:lnTo>
                    <a:pt x="7736883" y="2410962"/>
                  </a:lnTo>
                  <a:lnTo>
                    <a:pt x="7737220" y="2410899"/>
                  </a:lnTo>
                  <a:lnTo>
                    <a:pt x="7737556" y="2410719"/>
                  </a:lnTo>
                  <a:lnTo>
                    <a:pt x="7737893" y="2410017"/>
                  </a:lnTo>
                  <a:lnTo>
                    <a:pt x="7738229" y="2409308"/>
                  </a:lnTo>
                  <a:lnTo>
                    <a:pt x="7738566" y="2408492"/>
                  </a:lnTo>
                  <a:lnTo>
                    <a:pt x="7738902" y="2407118"/>
                  </a:lnTo>
                  <a:lnTo>
                    <a:pt x="7739239" y="2406011"/>
                  </a:lnTo>
                  <a:lnTo>
                    <a:pt x="7739575" y="2405191"/>
                  </a:lnTo>
                  <a:lnTo>
                    <a:pt x="7739911" y="2404564"/>
                  </a:lnTo>
                  <a:lnTo>
                    <a:pt x="7740248" y="2403814"/>
                  </a:lnTo>
                  <a:lnTo>
                    <a:pt x="7740584" y="2402888"/>
                  </a:lnTo>
                  <a:lnTo>
                    <a:pt x="7740921" y="2401947"/>
                  </a:lnTo>
                  <a:lnTo>
                    <a:pt x="7741257" y="2401390"/>
                  </a:lnTo>
                  <a:lnTo>
                    <a:pt x="7741594" y="2400630"/>
                  </a:lnTo>
                  <a:lnTo>
                    <a:pt x="7741930" y="2399765"/>
                  </a:lnTo>
                  <a:lnTo>
                    <a:pt x="7742267" y="2398794"/>
                  </a:lnTo>
                  <a:lnTo>
                    <a:pt x="7742603" y="2397861"/>
                  </a:lnTo>
                  <a:lnTo>
                    <a:pt x="7742940" y="2397193"/>
                  </a:lnTo>
                  <a:lnTo>
                    <a:pt x="7743276" y="2396247"/>
                  </a:lnTo>
                  <a:lnTo>
                    <a:pt x="7743612" y="2395312"/>
                  </a:lnTo>
                  <a:lnTo>
                    <a:pt x="7743949" y="2394284"/>
                  </a:lnTo>
                  <a:lnTo>
                    <a:pt x="7744285" y="2393160"/>
                  </a:lnTo>
                  <a:lnTo>
                    <a:pt x="7744622" y="2391979"/>
                  </a:lnTo>
                  <a:lnTo>
                    <a:pt x="7744958" y="2390663"/>
                  </a:lnTo>
                  <a:lnTo>
                    <a:pt x="7745295" y="2389959"/>
                  </a:lnTo>
                  <a:lnTo>
                    <a:pt x="7745631" y="2389291"/>
                  </a:lnTo>
                  <a:lnTo>
                    <a:pt x="7745968" y="2388759"/>
                  </a:lnTo>
                  <a:lnTo>
                    <a:pt x="7746304" y="2388336"/>
                  </a:lnTo>
                  <a:lnTo>
                    <a:pt x="7746641" y="2387991"/>
                  </a:lnTo>
                  <a:lnTo>
                    <a:pt x="7746977" y="2387488"/>
                  </a:lnTo>
                  <a:lnTo>
                    <a:pt x="7747314" y="2386856"/>
                  </a:lnTo>
                  <a:lnTo>
                    <a:pt x="7747650" y="2386302"/>
                  </a:lnTo>
                  <a:lnTo>
                    <a:pt x="7747986" y="2385310"/>
                  </a:lnTo>
                  <a:lnTo>
                    <a:pt x="7748323" y="2385406"/>
                  </a:lnTo>
                  <a:lnTo>
                    <a:pt x="7748659" y="2385247"/>
                  </a:lnTo>
                  <a:lnTo>
                    <a:pt x="7748996" y="2385169"/>
                  </a:lnTo>
                  <a:lnTo>
                    <a:pt x="7749332" y="2385111"/>
                  </a:lnTo>
                  <a:lnTo>
                    <a:pt x="7749669" y="2385099"/>
                  </a:lnTo>
                  <a:lnTo>
                    <a:pt x="7750005" y="2385215"/>
                  </a:lnTo>
                  <a:lnTo>
                    <a:pt x="7750342" y="2385326"/>
                  </a:lnTo>
                  <a:lnTo>
                    <a:pt x="7750678" y="2385656"/>
                  </a:lnTo>
                  <a:lnTo>
                    <a:pt x="7751015" y="2386268"/>
                  </a:lnTo>
                  <a:lnTo>
                    <a:pt x="7751351" y="2386547"/>
                  </a:lnTo>
                  <a:lnTo>
                    <a:pt x="7751688" y="2386988"/>
                  </a:lnTo>
                  <a:lnTo>
                    <a:pt x="7752024" y="2387722"/>
                  </a:lnTo>
                  <a:lnTo>
                    <a:pt x="7752360" y="2388650"/>
                  </a:lnTo>
                  <a:lnTo>
                    <a:pt x="7752697" y="2389538"/>
                  </a:lnTo>
                  <a:lnTo>
                    <a:pt x="7753033" y="2390790"/>
                  </a:lnTo>
                  <a:lnTo>
                    <a:pt x="7753370" y="2391945"/>
                  </a:lnTo>
                  <a:lnTo>
                    <a:pt x="7753706" y="2393225"/>
                  </a:lnTo>
                  <a:lnTo>
                    <a:pt x="7754043" y="2394727"/>
                  </a:lnTo>
                  <a:lnTo>
                    <a:pt x="7754379" y="2396845"/>
                  </a:lnTo>
                  <a:lnTo>
                    <a:pt x="7754716" y="2399127"/>
                  </a:lnTo>
                  <a:lnTo>
                    <a:pt x="7755052" y="2401124"/>
                  </a:lnTo>
                  <a:lnTo>
                    <a:pt x="7755389" y="2403089"/>
                  </a:lnTo>
                  <a:lnTo>
                    <a:pt x="7755725" y="2404818"/>
                  </a:lnTo>
                  <a:lnTo>
                    <a:pt x="7756062" y="2406190"/>
                  </a:lnTo>
                  <a:lnTo>
                    <a:pt x="7756398" y="2407370"/>
                  </a:lnTo>
                  <a:lnTo>
                    <a:pt x="7756734" y="2408401"/>
                  </a:lnTo>
                  <a:lnTo>
                    <a:pt x="7757071" y="2409751"/>
                  </a:lnTo>
                  <a:lnTo>
                    <a:pt x="7757407" y="2410829"/>
                  </a:lnTo>
                  <a:lnTo>
                    <a:pt x="7757744" y="2411978"/>
                  </a:lnTo>
                  <a:lnTo>
                    <a:pt x="7758080" y="2413006"/>
                  </a:lnTo>
                  <a:lnTo>
                    <a:pt x="7758417" y="2413825"/>
                  </a:lnTo>
                  <a:lnTo>
                    <a:pt x="7758753" y="2414249"/>
                  </a:lnTo>
                  <a:lnTo>
                    <a:pt x="7759090" y="2414536"/>
                  </a:lnTo>
                  <a:lnTo>
                    <a:pt x="7759426" y="2414802"/>
                  </a:lnTo>
                  <a:lnTo>
                    <a:pt x="7759763" y="2414788"/>
                  </a:lnTo>
                  <a:lnTo>
                    <a:pt x="7760099" y="2414665"/>
                  </a:lnTo>
                  <a:lnTo>
                    <a:pt x="7760436" y="2414586"/>
                  </a:lnTo>
                  <a:lnTo>
                    <a:pt x="7760772" y="2414443"/>
                  </a:lnTo>
                  <a:lnTo>
                    <a:pt x="7761108" y="2414299"/>
                  </a:lnTo>
                  <a:lnTo>
                    <a:pt x="7761445" y="2414155"/>
                  </a:lnTo>
                  <a:lnTo>
                    <a:pt x="7761781" y="2414012"/>
                  </a:lnTo>
                  <a:lnTo>
                    <a:pt x="7762118" y="2413825"/>
                  </a:lnTo>
                  <a:lnTo>
                    <a:pt x="7762454" y="2413300"/>
                  </a:lnTo>
                  <a:lnTo>
                    <a:pt x="7762791" y="2412726"/>
                  </a:lnTo>
                  <a:lnTo>
                    <a:pt x="7763127" y="2412151"/>
                  </a:lnTo>
                  <a:lnTo>
                    <a:pt x="7763464" y="2411655"/>
                  </a:lnTo>
                  <a:lnTo>
                    <a:pt x="7763800" y="2411346"/>
                  </a:lnTo>
                  <a:lnTo>
                    <a:pt x="7764137" y="2411059"/>
                  </a:lnTo>
                  <a:lnTo>
                    <a:pt x="7764473" y="2410464"/>
                  </a:lnTo>
                  <a:lnTo>
                    <a:pt x="7764810" y="2409918"/>
                  </a:lnTo>
                  <a:lnTo>
                    <a:pt x="7765146" y="2409178"/>
                  </a:lnTo>
                  <a:lnTo>
                    <a:pt x="7765482" y="2408301"/>
                  </a:lnTo>
                  <a:lnTo>
                    <a:pt x="7765819" y="2407676"/>
                  </a:lnTo>
                  <a:lnTo>
                    <a:pt x="7766155" y="2406874"/>
                  </a:lnTo>
                  <a:lnTo>
                    <a:pt x="7766492" y="2406013"/>
                  </a:lnTo>
                  <a:lnTo>
                    <a:pt x="7766828" y="2405300"/>
                  </a:lnTo>
                  <a:lnTo>
                    <a:pt x="7767165" y="2404656"/>
                  </a:lnTo>
                  <a:lnTo>
                    <a:pt x="7767501" y="2404279"/>
                  </a:lnTo>
                  <a:lnTo>
                    <a:pt x="7767838" y="2404166"/>
                  </a:lnTo>
                  <a:lnTo>
                    <a:pt x="7768174" y="2403973"/>
                  </a:lnTo>
                  <a:lnTo>
                    <a:pt x="7768511" y="2403811"/>
                  </a:lnTo>
                  <a:lnTo>
                    <a:pt x="7768847" y="2403631"/>
                  </a:lnTo>
                  <a:lnTo>
                    <a:pt x="7769184" y="2403801"/>
                  </a:lnTo>
                  <a:lnTo>
                    <a:pt x="7769520" y="2404136"/>
                  </a:lnTo>
                  <a:lnTo>
                    <a:pt x="7769856" y="2404790"/>
                  </a:lnTo>
                  <a:lnTo>
                    <a:pt x="7770193" y="2405920"/>
                  </a:lnTo>
                  <a:lnTo>
                    <a:pt x="7770529" y="2407390"/>
                  </a:lnTo>
                  <a:lnTo>
                    <a:pt x="7770866" y="2408827"/>
                  </a:lnTo>
                  <a:lnTo>
                    <a:pt x="7771202" y="2410452"/>
                  </a:lnTo>
                  <a:lnTo>
                    <a:pt x="7771539" y="2412222"/>
                  </a:lnTo>
                  <a:lnTo>
                    <a:pt x="7771875" y="2414209"/>
                  </a:lnTo>
                  <a:lnTo>
                    <a:pt x="7772212" y="2416869"/>
                  </a:lnTo>
                  <a:lnTo>
                    <a:pt x="7772548" y="2419760"/>
                  </a:lnTo>
                  <a:lnTo>
                    <a:pt x="7772885" y="2422637"/>
                  </a:lnTo>
                  <a:lnTo>
                    <a:pt x="7773221" y="2425711"/>
                  </a:lnTo>
                  <a:lnTo>
                    <a:pt x="7773558" y="2428924"/>
                  </a:lnTo>
                  <a:lnTo>
                    <a:pt x="7773894" y="2431892"/>
                  </a:lnTo>
                  <a:lnTo>
                    <a:pt x="7774230" y="2435107"/>
                  </a:lnTo>
                  <a:lnTo>
                    <a:pt x="7774567" y="2439319"/>
                  </a:lnTo>
                  <a:lnTo>
                    <a:pt x="7774903" y="2443271"/>
                  </a:lnTo>
                  <a:lnTo>
                    <a:pt x="7775240" y="2447040"/>
                  </a:lnTo>
                  <a:lnTo>
                    <a:pt x="7775576" y="2450569"/>
                  </a:lnTo>
                  <a:lnTo>
                    <a:pt x="7775913" y="2454508"/>
                  </a:lnTo>
                  <a:lnTo>
                    <a:pt x="7776249" y="2458591"/>
                  </a:lnTo>
                  <a:lnTo>
                    <a:pt x="7776586" y="2462606"/>
                  </a:lnTo>
                  <a:lnTo>
                    <a:pt x="7776922" y="2466215"/>
                  </a:lnTo>
                  <a:lnTo>
                    <a:pt x="7777259" y="2469091"/>
                  </a:lnTo>
                  <a:lnTo>
                    <a:pt x="7777595" y="2471642"/>
                  </a:lnTo>
                  <a:lnTo>
                    <a:pt x="7777931" y="2473884"/>
                  </a:lnTo>
                  <a:lnTo>
                    <a:pt x="7778268" y="2475956"/>
                  </a:lnTo>
                  <a:lnTo>
                    <a:pt x="7778604" y="2477843"/>
                  </a:lnTo>
                  <a:lnTo>
                    <a:pt x="7778941" y="2479617"/>
                  </a:lnTo>
                  <a:lnTo>
                    <a:pt x="7779277" y="2481431"/>
                  </a:lnTo>
                  <a:lnTo>
                    <a:pt x="7779614" y="2483131"/>
                  </a:lnTo>
                  <a:lnTo>
                    <a:pt x="7779950" y="2485233"/>
                  </a:lnTo>
                  <a:lnTo>
                    <a:pt x="7780287" y="2487311"/>
                  </a:lnTo>
                  <a:lnTo>
                    <a:pt x="7780623" y="2490911"/>
                  </a:lnTo>
                  <a:lnTo>
                    <a:pt x="7780960" y="2493102"/>
                  </a:lnTo>
                  <a:lnTo>
                    <a:pt x="7781296" y="2495394"/>
                  </a:lnTo>
                  <a:lnTo>
                    <a:pt x="7781633" y="2498188"/>
                  </a:lnTo>
                  <a:lnTo>
                    <a:pt x="7781969" y="2501314"/>
                  </a:lnTo>
                  <a:lnTo>
                    <a:pt x="7782305" y="2504568"/>
                  </a:lnTo>
                  <a:lnTo>
                    <a:pt x="7782642" y="2508433"/>
                  </a:lnTo>
                  <a:lnTo>
                    <a:pt x="7782978" y="2512528"/>
                  </a:lnTo>
                  <a:lnTo>
                    <a:pt x="7783315" y="2516616"/>
                  </a:lnTo>
                  <a:lnTo>
                    <a:pt x="7783651" y="2521006"/>
                  </a:lnTo>
                  <a:lnTo>
                    <a:pt x="7783988" y="2525841"/>
                  </a:lnTo>
                  <a:lnTo>
                    <a:pt x="7784324" y="2530259"/>
                  </a:lnTo>
                  <a:lnTo>
                    <a:pt x="7784661" y="2534476"/>
                  </a:lnTo>
                  <a:lnTo>
                    <a:pt x="7784997" y="2538528"/>
                  </a:lnTo>
                  <a:lnTo>
                    <a:pt x="7785334" y="2542185"/>
                  </a:lnTo>
                  <a:lnTo>
                    <a:pt x="7785670" y="2545375"/>
                  </a:lnTo>
                  <a:lnTo>
                    <a:pt x="7786007" y="2548809"/>
                  </a:lnTo>
                  <a:lnTo>
                    <a:pt x="7786343" y="2552588"/>
                  </a:lnTo>
                  <a:lnTo>
                    <a:pt x="7786679" y="2556266"/>
                  </a:lnTo>
                  <a:lnTo>
                    <a:pt x="7787016" y="2560117"/>
                  </a:lnTo>
                  <a:lnTo>
                    <a:pt x="7787352" y="2563860"/>
                  </a:lnTo>
                  <a:lnTo>
                    <a:pt x="7787689" y="2567273"/>
                  </a:lnTo>
                  <a:lnTo>
                    <a:pt x="7788025" y="2570592"/>
                  </a:lnTo>
                  <a:lnTo>
                    <a:pt x="7788362" y="2574026"/>
                  </a:lnTo>
                  <a:lnTo>
                    <a:pt x="7788698" y="2577295"/>
                  </a:lnTo>
                  <a:lnTo>
                    <a:pt x="7789035" y="2580104"/>
                  </a:lnTo>
                  <a:lnTo>
                    <a:pt x="7789371" y="2582626"/>
                  </a:lnTo>
                  <a:lnTo>
                    <a:pt x="7789708" y="2584173"/>
                  </a:lnTo>
                  <a:lnTo>
                    <a:pt x="7790044" y="2585783"/>
                  </a:lnTo>
                  <a:lnTo>
                    <a:pt x="7790381" y="2587404"/>
                  </a:lnTo>
                  <a:lnTo>
                    <a:pt x="7790717" y="2589228"/>
                  </a:lnTo>
                  <a:lnTo>
                    <a:pt x="7791053" y="2591085"/>
                  </a:lnTo>
                  <a:lnTo>
                    <a:pt x="7791390" y="2592993"/>
                  </a:lnTo>
                  <a:lnTo>
                    <a:pt x="7791726" y="2594901"/>
                  </a:lnTo>
                  <a:lnTo>
                    <a:pt x="7792063" y="2596055"/>
                  </a:lnTo>
                  <a:lnTo>
                    <a:pt x="7792399" y="2596950"/>
                  </a:lnTo>
                  <a:lnTo>
                    <a:pt x="7792736" y="2597281"/>
                  </a:lnTo>
                  <a:lnTo>
                    <a:pt x="7793072" y="2597885"/>
                  </a:lnTo>
                  <a:lnTo>
                    <a:pt x="7793409" y="2598188"/>
                  </a:lnTo>
                  <a:lnTo>
                    <a:pt x="7793745" y="2598679"/>
                  </a:lnTo>
                  <a:lnTo>
                    <a:pt x="7794082" y="2599177"/>
                  </a:lnTo>
                  <a:lnTo>
                    <a:pt x="7794418" y="2599664"/>
                  </a:lnTo>
                  <a:lnTo>
                    <a:pt x="7794755" y="2600122"/>
                  </a:lnTo>
                  <a:lnTo>
                    <a:pt x="7795091" y="2600198"/>
                  </a:lnTo>
                  <a:lnTo>
                    <a:pt x="7795427" y="2600690"/>
                  </a:lnTo>
                  <a:lnTo>
                    <a:pt x="7795764" y="2600953"/>
                  </a:lnTo>
                  <a:lnTo>
                    <a:pt x="7796100" y="2600953"/>
                  </a:lnTo>
                  <a:lnTo>
                    <a:pt x="7796437" y="2600537"/>
                  </a:lnTo>
                  <a:lnTo>
                    <a:pt x="7796773" y="2599760"/>
                  </a:lnTo>
                  <a:lnTo>
                    <a:pt x="7797110" y="2598565"/>
                  </a:lnTo>
                  <a:lnTo>
                    <a:pt x="7797446" y="2597778"/>
                  </a:lnTo>
                  <a:lnTo>
                    <a:pt x="7797783" y="2596750"/>
                  </a:lnTo>
                  <a:lnTo>
                    <a:pt x="7798119" y="2596221"/>
                  </a:lnTo>
                  <a:lnTo>
                    <a:pt x="7798456" y="2595410"/>
                  </a:lnTo>
                  <a:lnTo>
                    <a:pt x="7798792" y="2594223"/>
                  </a:lnTo>
                  <a:lnTo>
                    <a:pt x="7799129" y="2593777"/>
                  </a:lnTo>
                  <a:lnTo>
                    <a:pt x="7799465" y="2594201"/>
                  </a:lnTo>
                  <a:lnTo>
                    <a:pt x="7799801" y="2594588"/>
                  </a:lnTo>
                  <a:lnTo>
                    <a:pt x="7800138" y="2595053"/>
                  </a:lnTo>
                  <a:lnTo>
                    <a:pt x="7800474" y="2594974"/>
                  </a:lnTo>
                  <a:lnTo>
                    <a:pt x="7800811" y="2594644"/>
                  </a:lnTo>
                  <a:lnTo>
                    <a:pt x="7801147" y="2594008"/>
                  </a:lnTo>
                  <a:lnTo>
                    <a:pt x="7801484" y="2593298"/>
                  </a:lnTo>
                  <a:lnTo>
                    <a:pt x="7801820" y="2592865"/>
                  </a:lnTo>
                  <a:lnTo>
                    <a:pt x="7802157" y="2592745"/>
                  </a:lnTo>
                  <a:lnTo>
                    <a:pt x="7802493" y="2592762"/>
                  </a:lnTo>
                  <a:lnTo>
                    <a:pt x="7802830" y="2592999"/>
                  </a:lnTo>
                  <a:lnTo>
                    <a:pt x="7803166" y="2593106"/>
                  </a:lnTo>
                  <a:lnTo>
                    <a:pt x="7803503" y="2593006"/>
                  </a:lnTo>
                  <a:lnTo>
                    <a:pt x="7803839" y="2592731"/>
                  </a:lnTo>
                  <a:lnTo>
                    <a:pt x="7804175" y="2592352"/>
                  </a:lnTo>
                  <a:lnTo>
                    <a:pt x="7804512" y="2591802"/>
                  </a:lnTo>
                  <a:lnTo>
                    <a:pt x="7804848" y="2591264"/>
                  </a:lnTo>
                  <a:lnTo>
                    <a:pt x="7805185" y="2590358"/>
                  </a:lnTo>
                  <a:lnTo>
                    <a:pt x="7805521" y="2589787"/>
                  </a:lnTo>
                  <a:lnTo>
                    <a:pt x="7805858" y="2589588"/>
                  </a:lnTo>
                  <a:lnTo>
                    <a:pt x="7806194" y="2589719"/>
                  </a:lnTo>
                  <a:lnTo>
                    <a:pt x="7806531" y="2589795"/>
                  </a:lnTo>
                  <a:lnTo>
                    <a:pt x="7806867" y="2589729"/>
                  </a:lnTo>
                  <a:lnTo>
                    <a:pt x="7807204" y="2589577"/>
                  </a:lnTo>
                  <a:lnTo>
                    <a:pt x="7807540" y="2589609"/>
                  </a:lnTo>
                  <a:lnTo>
                    <a:pt x="7807877" y="2589731"/>
                  </a:lnTo>
                  <a:lnTo>
                    <a:pt x="7808213" y="2590015"/>
                  </a:lnTo>
                  <a:lnTo>
                    <a:pt x="7808549" y="2590073"/>
                  </a:lnTo>
                  <a:lnTo>
                    <a:pt x="7808886" y="2590504"/>
                  </a:lnTo>
                  <a:lnTo>
                    <a:pt x="7809222" y="2591114"/>
                  </a:lnTo>
                  <a:lnTo>
                    <a:pt x="7809559" y="2592127"/>
                  </a:lnTo>
                  <a:lnTo>
                    <a:pt x="7809895" y="2593291"/>
                  </a:lnTo>
                  <a:lnTo>
                    <a:pt x="7810232" y="2594362"/>
                  </a:lnTo>
                  <a:lnTo>
                    <a:pt x="7810568" y="2595684"/>
                  </a:lnTo>
                  <a:lnTo>
                    <a:pt x="7810905" y="2597049"/>
                  </a:lnTo>
                  <a:lnTo>
                    <a:pt x="7811241" y="2598464"/>
                  </a:lnTo>
                  <a:lnTo>
                    <a:pt x="7811578" y="2599958"/>
                  </a:lnTo>
                  <a:lnTo>
                    <a:pt x="7811914" y="2601445"/>
                  </a:lnTo>
                  <a:lnTo>
                    <a:pt x="7812250" y="2602940"/>
                  </a:lnTo>
                  <a:lnTo>
                    <a:pt x="7812587" y="2604283"/>
                  </a:lnTo>
                  <a:lnTo>
                    <a:pt x="7812923" y="2605821"/>
                  </a:lnTo>
                  <a:lnTo>
                    <a:pt x="7813260" y="2607401"/>
                  </a:lnTo>
                  <a:lnTo>
                    <a:pt x="7813596" y="2608910"/>
                  </a:lnTo>
                  <a:lnTo>
                    <a:pt x="7813933" y="2610440"/>
                  </a:lnTo>
                  <a:lnTo>
                    <a:pt x="7814269" y="2611920"/>
                  </a:lnTo>
                  <a:lnTo>
                    <a:pt x="7814606" y="2613041"/>
                  </a:lnTo>
                  <a:lnTo>
                    <a:pt x="7814942" y="2613953"/>
                  </a:lnTo>
                  <a:lnTo>
                    <a:pt x="7815279" y="2614571"/>
                  </a:lnTo>
                  <a:lnTo>
                    <a:pt x="7815615" y="2613818"/>
                  </a:lnTo>
                  <a:lnTo>
                    <a:pt x="7815952" y="2612734"/>
                  </a:lnTo>
                  <a:lnTo>
                    <a:pt x="7816288" y="2611382"/>
                  </a:lnTo>
                  <a:lnTo>
                    <a:pt x="7816624" y="2609887"/>
                  </a:lnTo>
                  <a:lnTo>
                    <a:pt x="7816961" y="2608153"/>
                  </a:lnTo>
                  <a:lnTo>
                    <a:pt x="7817297" y="2606116"/>
                  </a:lnTo>
                  <a:lnTo>
                    <a:pt x="7817634" y="2604121"/>
                  </a:lnTo>
                  <a:lnTo>
                    <a:pt x="7817970" y="2601872"/>
                  </a:lnTo>
                  <a:lnTo>
                    <a:pt x="7818307" y="2599563"/>
                  </a:lnTo>
                  <a:lnTo>
                    <a:pt x="7818643" y="2597249"/>
                  </a:lnTo>
                  <a:lnTo>
                    <a:pt x="7818980" y="2594902"/>
                  </a:lnTo>
                  <a:lnTo>
                    <a:pt x="7819316" y="2592527"/>
                  </a:lnTo>
                  <a:lnTo>
                    <a:pt x="7819653" y="2590353"/>
                  </a:lnTo>
                  <a:lnTo>
                    <a:pt x="7819989" y="2588317"/>
                  </a:lnTo>
                  <a:lnTo>
                    <a:pt x="7820326" y="2586257"/>
                  </a:lnTo>
                  <a:lnTo>
                    <a:pt x="7820662" y="2584611"/>
                  </a:lnTo>
                  <a:lnTo>
                    <a:pt x="7820998" y="2582974"/>
                  </a:lnTo>
                  <a:lnTo>
                    <a:pt x="7821335" y="2581364"/>
                  </a:lnTo>
                  <a:lnTo>
                    <a:pt x="7821671" y="2579885"/>
                  </a:lnTo>
                  <a:lnTo>
                    <a:pt x="7822008" y="2578627"/>
                  </a:lnTo>
                  <a:lnTo>
                    <a:pt x="7822344" y="2577909"/>
                  </a:lnTo>
                  <a:lnTo>
                    <a:pt x="7822681" y="2577191"/>
                  </a:lnTo>
                  <a:lnTo>
                    <a:pt x="7823017" y="2576652"/>
                  </a:lnTo>
                  <a:lnTo>
                    <a:pt x="7823354" y="2576055"/>
                  </a:lnTo>
                  <a:lnTo>
                    <a:pt x="7823690" y="2575186"/>
                  </a:lnTo>
                  <a:lnTo>
                    <a:pt x="7824027" y="2574180"/>
                  </a:lnTo>
                  <a:lnTo>
                    <a:pt x="7824363" y="2573254"/>
                  </a:lnTo>
                  <a:lnTo>
                    <a:pt x="7824700" y="2572327"/>
                  </a:lnTo>
                  <a:lnTo>
                    <a:pt x="7825036" y="2571386"/>
                  </a:lnTo>
                  <a:lnTo>
                    <a:pt x="7825372" y="2570660"/>
                  </a:lnTo>
                  <a:lnTo>
                    <a:pt x="7825709" y="2569863"/>
                  </a:lnTo>
                  <a:lnTo>
                    <a:pt x="7826045" y="2568972"/>
                  </a:lnTo>
                  <a:lnTo>
                    <a:pt x="7826382" y="2567822"/>
                  </a:lnTo>
                  <a:lnTo>
                    <a:pt x="7826718" y="2566385"/>
                  </a:lnTo>
                  <a:lnTo>
                    <a:pt x="7827055" y="2565042"/>
                  </a:lnTo>
                  <a:lnTo>
                    <a:pt x="7827391" y="2563749"/>
                  </a:lnTo>
                  <a:lnTo>
                    <a:pt x="7827728" y="2562427"/>
                  </a:lnTo>
                  <a:lnTo>
                    <a:pt x="7828064" y="2560990"/>
                  </a:lnTo>
                  <a:lnTo>
                    <a:pt x="7828401" y="2559460"/>
                  </a:lnTo>
                  <a:lnTo>
                    <a:pt x="7828737" y="2558030"/>
                  </a:lnTo>
                  <a:lnTo>
                    <a:pt x="7829074" y="2556600"/>
                  </a:lnTo>
                  <a:lnTo>
                    <a:pt x="7829410" y="2555228"/>
                  </a:lnTo>
                  <a:lnTo>
                    <a:pt x="7829746" y="2554021"/>
                  </a:lnTo>
                  <a:lnTo>
                    <a:pt x="7830083" y="2552548"/>
                  </a:lnTo>
                  <a:lnTo>
                    <a:pt x="7830419" y="2550968"/>
                  </a:lnTo>
                  <a:lnTo>
                    <a:pt x="7830756" y="2549466"/>
                  </a:lnTo>
                  <a:lnTo>
                    <a:pt x="7831092" y="2548216"/>
                  </a:lnTo>
                  <a:lnTo>
                    <a:pt x="7831429" y="2547354"/>
                  </a:lnTo>
                  <a:lnTo>
                    <a:pt x="7831765" y="2546578"/>
                  </a:lnTo>
                  <a:lnTo>
                    <a:pt x="7832102" y="2545414"/>
                  </a:lnTo>
                  <a:lnTo>
                    <a:pt x="7832438" y="2543977"/>
                  </a:lnTo>
                  <a:lnTo>
                    <a:pt x="7832775" y="2542074"/>
                  </a:lnTo>
                  <a:lnTo>
                    <a:pt x="7833111" y="2540148"/>
                  </a:lnTo>
                  <a:lnTo>
                    <a:pt x="7833448" y="2538517"/>
                  </a:lnTo>
                  <a:lnTo>
                    <a:pt x="7833784" y="2537081"/>
                  </a:lnTo>
                  <a:lnTo>
                    <a:pt x="7834120" y="2535730"/>
                  </a:lnTo>
                  <a:lnTo>
                    <a:pt x="7834457" y="2534315"/>
                  </a:lnTo>
                  <a:lnTo>
                    <a:pt x="7834793" y="2532935"/>
                  </a:lnTo>
                  <a:lnTo>
                    <a:pt x="7835130" y="2531822"/>
                  </a:lnTo>
                  <a:lnTo>
                    <a:pt x="7835466" y="2530902"/>
                  </a:lnTo>
                  <a:lnTo>
                    <a:pt x="7835803" y="2529386"/>
                  </a:lnTo>
                  <a:lnTo>
                    <a:pt x="7836139" y="2527008"/>
                  </a:lnTo>
                  <a:lnTo>
                    <a:pt x="7836476" y="2524185"/>
                  </a:lnTo>
                  <a:lnTo>
                    <a:pt x="7836812" y="2521117"/>
                  </a:lnTo>
                  <a:lnTo>
                    <a:pt x="7837149" y="2518308"/>
                  </a:lnTo>
                  <a:lnTo>
                    <a:pt x="7837485" y="2515722"/>
                  </a:lnTo>
                  <a:lnTo>
                    <a:pt x="7837822" y="2513631"/>
                  </a:lnTo>
                  <a:lnTo>
                    <a:pt x="7838158" y="2511591"/>
                  </a:lnTo>
                  <a:lnTo>
                    <a:pt x="7838494" y="2508861"/>
                  </a:lnTo>
                  <a:lnTo>
                    <a:pt x="7838831" y="2506690"/>
                  </a:lnTo>
                  <a:lnTo>
                    <a:pt x="7839167" y="2504486"/>
                  </a:lnTo>
                  <a:lnTo>
                    <a:pt x="7839504" y="2501921"/>
                  </a:lnTo>
                  <a:lnTo>
                    <a:pt x="7839840" y="2499624"/>
                  </a:lnTo>
                  <a:lnTo>
                    <a:pt x="7840177" y="2497434"/>
                  </a:lnTo>
                  <a:lnTo>
                    <a:pt x="7840513" y="2495083"/>
                  </a:lnTo>
                  <a:lnTo>
                    <a:pt x="7840850" y="2492982"/>
                  </a:lnTo>
                  <a:lnTo>
                    <a:pt x="7841186" y="2491244"/>
                  </a:lnTo>
                  <a:lnTo>
                    <a:pt x="7841523" y="2489421"/>
                  </a:lnTo>
                  <a:lnTo>
                    <a:pt x="7841859" y="2487874"/>
                  </a:lnTo>
                  <a:lnTo>
                    <a:pt x="7842196" y="2486117"/>
                  </a:lnTo>
                  <a:lnTo>
                    <a:pt x="7842532" y="2484348"/>
                  </a:lnTo>
                  <a:lnTo>
                    <a:pt x="7842868" y="2482748"/>
                  </a:lnTo>
                  <a:lnTo>
                    <a:pt x="7843205" y="2481231"/>
                  </a:lnTo>
                  <a:lnTo>
                    <a:pt x="7843541" y="2480047"/>
                  </a:lnTo>
                  <a:lnTo>
                    <a:pt x="7843878" y="2479290"/>
                  </a:lnTo>
                  <a:lnTo>
                    <a:pt x="7844214" y="2478666"/>
                  </a:lnTo>
                  <a:lnTo>
                    <a:pt x="7844551" y="2477884"/>
                  </a:lnTo>
                  <a:lnTo>
                    <a:pt x="7844887" y="2477516"/>
                  </a:lnTo>
                  <a:lnTo>
                    <a:pt x="7845224" y="2477289"/>
                  </a:lnTo>
                  <a:lnTo>
                    <a:pt x="7845560" y="2477213"/>
                  </a:lnTo>
                  <a:lnTo>
                    <a:pt x="7845897" y="2476858"/>
                  </a:lnTo>
                  <a:lnTo>
                    <a:pt x="7846233" y="2476945"/>
                  </a:lnTo>
                  <a:lnTo>
                    <a:pt x="7846569" y="2477081"/>
                  </a:lnTo>
                  <a:lnTo>
                    <a:pt x="7846906" y="2477653"/>
                  </a:lnTo>
                  <a:lnTo>
                    <a:pt x="7847242" y="2478408"/>
                  </a:lnTo>
                  <a:lnTo>
                    <a:pt x="7847579" y="2479390"/>
                  </a:lnTo>
                  <a:lnTo>
                    <a:pt x="7847915" y="2480079"/>
                  </a:lnTo>
                  <a:lnTo>
                    <a:pt x="7848252" y="2481488"/>
                  </a:lnTo>
                  <a:lnTo>
                    <a:pt x="7848588" y="2482888"/>
                  </a:lnTo>
                  <a:lnTo>
                    <a:pt x="7848925" y="2483923"/>
                  </a:lnTo>
                  <a:lnTo>
                    <a:pt x="7849261" y="2484929"/>
                  </a:lnTo>
                  <a:lnTo>
                    <a:pt x="7849598" y="2485999"/>
                  </a:lnTo>
                  <a:lnTo>
                    <a:pt x="7849934" y="2487091"/>
                  </a:lnTo>
                  <a:lnTo>
                    <a:pt x="7850271" y="2488277"/>
                  </a:lnTo>
                  <a:lnTo>
                    <a:pt x="7850607" y="2489333"/>
                  </a:lnTo>
                  <a:lnTo>
                    <a:pt x="7850943" y="2490403"/>
                  </a:lnTo>
                  <a:lnTo>
                    <a:pt x="7851280" y="2491265"/>
                  </a:lnTo>
                  <a:lnTo>
                    <a:pt x="7851616" y="2492127"/>
                  </a:lnTo>
                  <a:lnTo>
                    <a:pt x="7851953" y="2492753"/>
                  </a:lnTo>
                  <a:lnTo>
                    <a:pt x="7852289" y="2493184"/>
                  </a:lnTo>
                  <a:lnTo>
                    <a:pt x="7852626" y="2493859"/>
                  </a:lnTo>
                  <a:lnTo>
                    <a:pt x="7852962" y="2494549"/>
                  </a:lnTo>
                  <a:lnTo>
                    <a:pt x="7853299" y="2495152"/>
                  </a:lnTo>
                  <a:lnTo>
                    <a:pt x="7853635" y="2495727"/>
                  </a:lnTo>
                  <a:lnTo>
                    <a:pt x="7853972" y="2496302"/>
                  </a:lnTo>
                  <a:lnTo>
                    <a:pt x="7854308" y="2496876"/>
                  </a:lnTo>
                  <a:lnTo>
                    <a:pt x="7854645" y="2497401"/>
                  </a:lnTo>
                  <a:lnTo>
                    <a:pt x="7854981" y="2497839"/>
                  </a:lnTo>
                  <a:lnTo>
                    <a:pt x="7855317" y="2498177"/>
                  </a:lnTo>
                  <a:lnTo>
                    <a:pt x="7855654" y="2498557"/>
                  </a:lnTo>
                  <a:lnTo>
                    <a:pt x="7855990" y="2498845"/>
                  </a:lnTo>
                  <a:lnTo>
                    <a:pt x="7856327" y="2499197"/>
                  </a:lnTo>
                  <a:lnTo>
                    <a:pt x="7856663" y="2499693"/>
                  </a:lnTo>
                  <a:lnTo>
                    <a:pt x="7857000" y="2500332"/>
                  </a:lnTo>
                  <a:lnTo>
                    <a:pt x="7857336" y="2501050"/>
                  </a:lnTo>
                  <a:lnTo>
                    <a:pt x="7857673" y="2501747"/>
                  </a:lnTo>
                  <a:lnTo>
                    <a:pt x="7858009" y="2502494"/>
                  </a:lnTo>
                  <a:lnTo>
                    <a:pt x="7858346" y="2503213"/>
                  </a:lnTo>
                  <a:lnTo>
                    <a:pt x="7858682" y="2504039"/>
                  </a:lnTo>
                  <a:lnTo>
                    <a:pt x="7859019" y="2504995"/>
                  </a:lnTo>
                  <a:lnTo>
                    <a:pt x="7859355" y="2506015"/>
                  </a:lnTo>
                  <a:lnTo>
                    <a:pt x="7859691" y="2507552"/>
                  </a:lnTo>
                  <a:lnTo>
                    <a:pt x="7860028" y="2509463"/>
                  </a:lnTo>
                  <a:lnTo>
                    <a:pt x="7860364" y="2511496"/>
                  </a:lnTo>
                  <a:lnTo>
                    <a:pt x="7860701" y="2513795"/>
                  </a:lnTo>
                  <a:lnTo>
                    <a:pt x="7861037" y="2516094"/>
                  </a:lnTo>
                  <a:lnTo>
                    <a:pt x="7861374" y="2518422"/>
                  </a:lnTo>
                  <a:lnTo>
                    <a:pt x="7861710" y="2520901"/>
                  </a:lnTo>
                  <a:lnTo>
                    <a:pt x="7862047" y="2523473"/>
                  </a:lnTo>
                  <a:lnTo>
                    <a:pt x="7862383" y="2526411"/>
                  </a:lnTo>
                  <a:lnTo>
                    <a:pt x="7862720" y="2529457"/>
                  </a:lnTo>
                  <a:lnTo>
                    <a:pt x="7863056" y="2532769"/>
                  </a:lnTo>
                  <a:lnTo>
                    <a:pt x="7863393" y="2536361"/>
                  </a:lnTo>
                  <a:lnTo>
                    <a:pt x="7863729" y="2540083"/>
                  </a:lnTo>
                  <a:lnTo>
                    <a:pt x="7864065" y="2543876"/>
                  </a:lnTo>
                  <a:lnTo>
                    <a:pt x="7864402" y="2547748"/>
                  </a:lnTo>
                  <a:lnTo>
                    <a:pt x="7864738" y="2551585"/>
                  </a:lnTo>
                  <a:lnTo>
                    <a:pt x="7865075" y="2555256"/>
                  </a:lnTo>
                  <a:lnTo>
                    <a:pt x="7865411" y="2558906"/>
                  </a:lnTo>
                  <a:lnTo>
                    <a:pt x="7865748" y="2562354"/>
                  </a:lnTo>
                  <a:lnTo>
                    <a:pt x="7866084" y="2565803"/>
                  </a:lnTo>
                  <a:lnTo>
                    <a:pt x="7866421" y="2569158"/>
                  </a:lnTo>
                  <a:lnTo>
                    <a:pt x="7866757" y="2571335"/>
                  </a:lnTo>
                  <a:lnTo>
                    <a:pt x="7867094" y="2573239"/>
                  </a:lnTo>
                  <a:lnTo>
                    <a:pt x="7867430" y="2574750"/>
                  </a:lnTo>
                  <a:lnTo>
                    <a:pt x="7867767" y="2576337"/>
                  </a:lnTo>
                  <a:lnTo>
                    <a:pt x="7868103" y="2577846"/>
                  </a:lnTo>
                  <a:lnTo>
                    <a:pt x="7868439" y="2579165"/>
                  </a:lnTo>
                  <a:lnTo>
                    <a:pt x="7868776" y="2580435"/>
                  </a:lnTo>
                  <a:lnTo>
                    <a:pt x="7869112" y="2581622"/>
                  </a:lnTo>
                  <a:lnTo>
                    <a:pt x="7869449" y="2582705"/>
                  </a:lnTo>
                  <a:lnTo>
                    <a:pt x="7869785" y="2583536"/>
                  </a:lnTo>
                  <a:lnTo>
                    <a:pt x="7870122" y="2584017"/>
                  </a:lnTo>
                  <a:lnTo>
                    <a:pt x="7870458" y="2584535"/>
                  </a:lnTo>
                  <a:lnTo>
                    <a:pt x="7870795" y="2585354"/>
                  </a:lnTo>
                  <a:lnTo>
                    <a:pt x="7871131" y="2586175"/>
                  </a:lnTo>
                  <a:lnTo>
                    <a:pt x="7871468" y="2586841"/>
                  </a:lnTo>
                  <a:lnTo>
                    <a:pt x="7871804" y="2587678"/>
                  </a:lnTo>
                  <a:lnTo>
                    <a:pt x="7872141" y="2588626"/>
                  </a:lnTo>
                  <a:lnTo>
                    <a:pt x="7872477" y="2590330"/>
                  </a:lnTo>
                  <a:lnTo>
                    <a:pt x="7872813" y="2591776"/>
                  </a:lnTo>
                  <a:lnTo>
                    <a:pt x="7873150" y="2593197"/>
                  </a:lnTo>
                  <a:lnTo>
                    <a:pt x="7873486" y="2594604"/>
                  </a:lnTo>
                  <a:lnTo>
                    <a:pt x="7873823" y="2595964"/>
                  </a:lnTo>
                  <a:lnTo>
                    <a:pt x="7874159" y="2597244"/>
                  </a:lnTo>
                  <a:lnTo>
                    <a:pt x="7874496" y="2598281"/>
                  </a:lnTo>
                  <a:lnTo>
                    <a:pt x="7874832" y="2599254"/>
                  </a:lnTo>
                  <a:lnTo>
                    <a:pt x="7875169" y="2600138"/>
                  </a:lnTo>
                  <a:lnTo>
                    <a:pt x="7875505" y="2600816"/>
                  </a:lnTo>
                  <a:lnTo>
                    <a:pt x="7875842" y="2601693"/>
                  </a:lnTo>
                  <a:lnTo>
                    <a:pt x="7876178" y="2602440"/>
                  </a:lnTo>
                  <a:lnTo>
                    <a:pt x="7876514" y="2603266"/>
                  </a:lnTo>
                  <a:lnTo>
                    <a:pt x="7876851" y="2603755"/>
                  </a:lnTo>
                  <a:lnTo>
                    <a:pt x="7877187" y="2604049"/>
                  </a:lnTo>
                  <a:lnTo>
                    <a:pt x="7877524" y="2604193"/>
                  </a:lnTo>
                  <a:lnTo>
                    <a:pt x="7877860" y="2604337"/>
                  </a:lnTo>
                  <a:lnTo>
                    <a:pt x="7878197" y="2604337"/>
                  </a:lnTo>
                  <a:lnTo>
                    <a:pt x="7878533" y="2604337"/>
                  </a:lnTo>
                  <a:lnTo>
                    <a:pt x="7878870" y="2604250"/>
                  </a:lnTo>
                  <a:lnTo>
                    <a:pt x="7879206" y="2604294"/>
                  </a:lnTo>
                  <a:lnTo>
                    <a:pt x="7879543" y="2604667"/>
                  </a:lnTo>
                  <a:lnTo>
                    <a:pt x="7879879" y="2605048"/>
                  </a:lnTo>
                  <a:lnTo>
                    <a:pt x="7880216" y="2605335"/>
                  </a:lnTo>
                  <a:lnTo>
                    <a:pt x="7880552" y="2605623"/>
                  </a:lnTo>
                  <a:lnTo>
                    <a:pt x="7880888" y="2605939"/>
                  </a:lnTo>
                  <a:lnTo>
                    <a:pt x="7881225" y="2606384"/>
                  </a:lnTo>
                  <a:lnTo>
                    <a:pt x="7881561" y="2607067"/>
                  </a:lnTo>
                  <a:lnTo>
                    <a:pt x="7881898" y="2608180"/>
                  </a:lnTo>
                  <a:lnTo>
                    <a:pt x="7882234" y="2609553"/>
                  </a:lnTo>
                  <a:lnTo>
                    <a:pt x="7882571" y="2611226"/>
                  </a:lnTo>
                  <a:lnTo>
                    <a:pt x="7882907" y="2613324"/>
                  </a:lnTo>
                  <a:lnTo>
                    <a:pt x="7883244" y="2615616"/>
                  </a:lnTo>
                  <a:lnTo>
                    <a:pt x="7883580" y="2618145"/>
                  </a:lnTo>
                  <a:lnTo>
                    <a:pt x="7883917" y="2620810"/>
                  </a:lnTo>
                  <a:lnTo>
                    <a:pt x="7884253" y="2623655"/>
                  </a:lnTo>
                  <a:lnTo>
                    <a:pt x="7884590" y="2626730"/>
                  </a:lnTo>
                  <a:lnTo>
                    <a:pt x="7884926" y="2629748"/>
                  </a:lnTo>
                  <a:lnTo>
                    <a:pt x="7885262" y="2632945"/>
                  </a:lnTo>
                  <a:lnTo>
                    <a:pt x="7885599" y="2636249"/>
                  </a:lnTo>
                  <a:lnTo>
                    <a:pt x="7885935" y="2639669"/>
                  </a:lnTo>
                  <a:lnTo>
                    <a:pt x="7886272" y="2642960"/>
                  </a:lnTo>
                  <a:lnTo>
                    <a:pt x="7886608" y="2646142"/>
                  </a:lnTo>
                  <a:lnTo>
                    <a:pt x="7886945" y="2649124"/>
                  </a:lnTo>
                  <a:lnTo>
                    <a:pt x="7887281" y="2651983"/>
                  </a:lnTo>
                  <a:lnTo>
                    <a:pt x="7887618" y="2654756"/>
                  </a:lnTo>
                  <a:lnTo>
                    <a:pt x="7887954" y="2657113"/>
                  </a:lnTo>
                  <a:lnTo>
                    <a:pt x="7888291" y="2659376"/>
                  </a:lnTo>
                  <a:lnTo>
                    <a:pt x="7888627" y="2661445"/>
                  </a:lnTo>
                  <a:lnTo>
                    <a:pt x="7888964" y="2663356"/>
                  </a:lnTo>
                  <a:lnTo>
                    <a:pt x="7889300" y="2664965"/>
                  </a:lnTo>
                  <a:lnTo>
                    <a:pt x="7889636" y="2666258"/>
                  </a:lnTo>
                  <a:lnTo>
                    <a:pt x="7889973" y="2667551"/>
                  </a:lnTo>
                  <a:lnTo>
                    <a:pt x="7890309" y="2668665"/>
                  </a:lnTo>
                  <a:lnTo>
                    <a:pt x="7890646" y="2669728"/>
                  </a:lnTo>
                  <a:lnTo>
                    <a:pt x="7890982" y="2670885"/>
                  </a:lnTo>
                  <a:lnTo>
                    <a:pt x="7891319" y="2672178"/>
                  </a:lnTo>
                  <a:lnTo>
                    <a:pt x="7891655" y="2673392"/>
                  </a:lnTo>
                  <a:lnTo>
                    <a:pt x="7891992" y="2674470"/>
                  </a:lnTo>
                  <a:lnTo>
                    <a:pt x="7892328" y="2675411"/>
                  </a:lnTo>
                  <a:lnTo>
                    <a:pt x="7892665" y="2676137"/>
                  </a:lnTo>
                  <a:lnTo>
                    <a:pt x="7893001" y="2677013"/>
                  </a:lnTo>
                  <a:lnTo>
                    <a:pt x="7893338" y="2678041"/>
                  </a:lnTo>
                  <a:lnTo>
                    <a:pt x="7893674" y="2679334"/>
                  </a:lnTo>
                  <a:lnTo>
                    <a:pt x="7894010" y="2680792"/>
                  </a:lnTo>
                  <a:lnTo>
                    <a:pt x="7894347" y="2682057"/>
                  </a:lnTo>
                  <a:lnTo>
                    <a:pt x="7894683" y="2683206"/>
                  </a:lnTo>
                  <a:lnTo>
                    <a:pt x="7895020" y="2684384"/>
                  </a:lnTo>
                  <a:lnTo>
                    <a:pt x="7895356" y="2685577"/>
                  </a:lnTo>
                  <a:lnTo>
                    <a:pt x="7895693" y="2686820"/>
                  </a:lnTo>
                  <a:lnTo>
                    <a:pt x="7896029" y="2687962"/>
                  </a:lnTo>
                  <a:lnTo>
                    <a:pt x="7896366" y="2689104"/>
                  </a:lnTo>
                  <a:lnTo>
                    <a:pt x="7896702" y="2690074"/>
                  </a:lnTo>
                  <a:lnTo>
                    <a:pt x="7897039" y="2690958"/>
                  </a:lnTo>
                  <a:lnTo>
                    <a:pt x="7897375" y="2692064"/>
                  </a:lnTo>
                  <a:lnTo>
                    <a:pt x="7897712" y="2693192"/>
                  </a:lnTo>
                  <a:lnTo>
                    <a:pt x="7898048" y="2694011"/>
                  </a:lnTo>
                  <a:lnTo>
                    <a:pt x="7898384" y="2694843"/>
                  </a:lnTo>
                  <a:lnTo>
                    <a:pt x="7898721" y="2695102"/>
                  </a:lnTo>
                  <a:lnTo>
                    <a:pt x="7899057" y="2695103"/>
                  </a:lnTo>
                  <a:lnTo>
                    <a:pt x="7899394" y="2695407"/>
                  </a:lnTo>
                  <a:lnTo>
                    <a:pt x="7899730" y="2695920"/>
                  </a:lnTo>
                  <a:lnTo>
                    <a:pt x="7900067" y="2696743"/>
                  </a:lnTo>
                  <a:lnTo>
                    <a:pt x="7900403" y="2697639"/>
                  </a:lnTo>
                  <a:lnTo>
                    <a:pt x="7900740" y="2698278"/>
                  </a:lnTo>
                  <a:lnTo>
                    <a:pt x="7901076" y="2698586"/>
                  </a:lnTo>
                  <a:lnTo>
                    <a:pt x="7901413" y="2698808"/>
                  </a:lnTo>
                  <a:lnTo>
                    <a:pt x="7901749" y="2699203"/>
                  </a:lnTo>
                  <a:lnTo>
                    <a:pt x="7902086" y="2699499"/>
                  </a:lnTo>
                  <a:lnTo>
                    <a:pt x="7902422" y="2699380"/>
                  </a:lnTo>
                  <a:lnTo>
                    <a:pt x="7902758" y="2699221"/>
                  </a:lnTo>
                  <a:lnTo>
                    <a:pt x="7903095" y="2699695"/>
                  </a:lnTo>
                  <a:lnTo>
                    <a:pt x="7903431" y="2701126"/>
                  </a:lnTo>
                  <a:lnTo>
                    <a:pt x="7903768" y="2702974"/>
                  </a:lnTo>
                  <a:lnTo>
                    <a:pt x="7904104" y="2704519"/>
                  </a:lnTo>
                  <a:lnTo>
                    <a:pt x="7904441" y="2705711"/>
                  </a:lnTo>
                  <a:lnTo>
                    <a:pt x="7904777" y="2706724"/>
                  </a:lnTo>
                  <a:lnTo>
                    <a:pt x="7905114" y="2707349"/>
                  </a:lnTo>
                  <a:lnTo>
                    <a:pt x="7905450" y="2707953"/>
                  </a:lnTo>
                  <a:lnTo>
                    <a:pt x="7905787" y="2709815"/>
                  </a:lnTo>
                  <a:lnTo>
                    <a:pt x="7906123" y="2711043"/>
                  </a:lnTo>
                  <a:lnTo>
                    <a:pt x="7906460" y="2712024"/>
                  </a:lnTo>
                  <a:lnTo>
                    <a:pt x="7906796" y="2713330"/>
                  </a:lnTo>
                  <a:lnTo>
                    <a:pt x="7907132" y="2714444"/>
                  </a:lnTo>
                  <a:lnTo>
                    <a:pt x="7907469" y="2715649"/>
                  </a:lnTo>
                  <a:lnTo>
                    <a:pt x="7907805" y="2716879"/>
                  </a:lnTo>
                  <a:lnTo>
                    <a:pt x="7908142" y="2717781"/>
                  </a:lnTo>
                  <a:lnTo>
                    <a:pt x="7908478" y="2718147"/>
                  </a:lnTo>
                  <a:lnTo>
                    <a:pt x="7908815" y="2718504"/>
                  </a:lnTo>
                  <a:lnTo>
                    <a:pt x="7909151" y="2718765"/>
                  </a:lnTo>
                  <a:lnTo>
                    <a:pt x="7909488" y="2719309"/>
                  </a:lnTo>
                  <a:lnTo>
                    <a:pt x="7909824" y="2719827"/>
                  </a:lnTo>
                  <a:lnTo>
                    <a:pt x="7910161" y="2720394"/>
                  </a:lnTo>
                  <a:lnTo>
                    <a:pt x="7910497" y="2720841"/>
                  </a:lnTo>
                  <a:lnTo>
                    <a:pt x="7910833" y="2720874"/>
                  </a:lnTo>
                  <a:lnTo>
                    <a:pt x="7911170" y="2720815"/>
                  </a:lnTo>
                  <a:lnTo>
                    <a:pt x="7911506" y="2720723"/>
                  </a:lnTo>
                  <a:lnTo>
                    <a:pt x="7911843" y="2720523"/>
                  </a:lnTo>
                  <a:lnTo>
                    <a:pt x="7912179" y="2719156"/>
                  </a:lnTo>
                  <a:lnTo>
                    <a:pt x="7912516" y="2717728"/>
                  </a:lnTo>
                  <a:lnTo>
                    <a:pt x="7912852" y="2716251"/>
                  </a:lnTo>
                  <a:lnTo>
                    <a:pt x="7913189" y="2715339"/>
                  </a:lnTo>
                  <a:lnTo>
                    <a:pt x="7913525" y="2714534"/>
                  </a:lnTo>
                  <a:lnTo>
                    <a:pt x="7913862" y="2713385"/>
                  </a:lnTo>
                  <a:lnTo>
                    <a:pt x="7914198" y="2712041"/>
                  </a:lnTo>
                  <a:lnTo>
                    <a:pt x="7914535" y="2710418"/>
                  </a:lnTo>
                  <a:lnTo>
                    <a:pt x="7914871" y="2708959"/>
                  </a:lnTo>
                  <a:lnTo>
                    <a:pt x="7915207" y="2707508"/>
                  </a:lnTo>
                  <a:lnTo>
                    <a:pt x="7915544" y="2705999"/>
                  </a:lnTo>
                  <a:lnTo>
                    <a:pt x="7915880" y="2704282"/>
                  </a:lnTo>
                  <a:lnTo>
                    <a:pt x="7916217" y="2702378"/>
                  </a:lnTo>
                  <a:lnTo>
                    <a:pt x="7916553" y="2700575"/>
                  </a:lnTo>
                  <a:lnTo>
                    <a:pt x="7916890" y="2698750"/>
                  </a:lnTo>
                  <a:lnTo>
                    <a:pt x="7917226" y="2696487"/>
                  </a:lnTo>
                  <a:lnTo>
                    <a:pt x="7917563" y="2694052"/>
                  </a:lnTo>
                  <a:lnTo>
                    <a:pt x="7917899" y="2691846"/>
                  </a:lnTo>
                  <a:lnTo>
                    <a:pt x="7918236" y="2689288"/>
                  </a:lnTo>
                  <a:lnTo>
                    <a:pt x="7918572" y="2686400"/>
                  </a:lnTo>
                  <a:lnTo>
                    <a:pt x="7918909" y="2683548"/>
                  </a:lnTo>
                  <a:lnTo>
                    <a:pt x="7919245" y="2680452"/>
                  </a:lnTo>
                  <a:lnTo>
                    <a:pt x="7919581" y="2677039"/>
                  </a:lnTo>
                  <a:lnTo>
                    <a:pt x="7919918" y="2673368"/>
                  </a:lnTo>
                  <a:lnTo>
                    <a:pt x="7920254" y="2669675"/>
                  </a:lnTo>
                  <a:lnTo>
                    <a:pt x="7920591" y="2665645"/>
                  </a:lnTo>
                  <a:lnTo>
                    <a:pt x="7920927" y="2661715"/>
                  </a:lnTo>
                  <a:lnTo>
                    <a:pt x="7921264" y="2657699"/>
                  </a:lnTo>
                  <a:lnTo>
                    <a:pt x="7921600" y="2654723"/>
                  </a:lnTo>
                  <a:lnTo>
                    <a:pt x="7921937" y="2651362"/>
                  </a:lnTo>
                  <a:lnTo>
                    <a:pt x="7922273" y="2647741"/>
                  </a:lnTo>
                  <a:lnTo>
                    <a:pt x="7922610" y="2643968"/>
                  </a:lnTo>
                  <a:lnTo>
                    <a:pt x="7922946" y="2639778"/>
                  </a:lnTo>
                  <a:lnTo>
                    <a:pt x="7923283" y="2635747"/>
                  </a:lnTo>
                  <a:lnTo>
                    <a:pt x="7923619" y="2631882"/>
                  </a:lnTo>
                  <a:lnTo>
                    <a:pt x="7923955" y="2628165"/>
                  </a:lnTo>
                  <a:lnTo>
                    <a:pt x="7924292" y="2624620"/>
                  </a:lnTo>
                  <a:lnTo>
                    <a:pt x="7924628" y="2621143"/>
                  </a:lnTo>
                  <a:lnTo>
                    <a:pt x="7924965" y="2617617"/>
                  </a:lnTo>
                  <a:lnTo>
                    <a:pt x="7925301" y="2613853"/>
                  </a:lnTo>
                  <a:lnTo>
                    <a:pt x="7925638" y="2610256"/>
                  </a:lnTo>
                  <a:lnTo>
                    <a:pt x="7925974" y="2607115"/>
                  </a:lnTo>
                  <a:lnTo>
                    <a:pt x="7926311" y="2604097"/>
                  </a:lnTo>
                  <a:lnTo>
                    <a:pt x="7926647" y="2601095"/>
                  </a:lnTo>
                  <a:lnTo>
                    <a:pt x="7926984" y="2598271"/>
                  </a:lnTo>
                  <a:lnTo>
                    <a:pt x="7927320" y="2594815"/>
                  </a:lnTo>
                  <a:lnTo>
                    <a:pt x="7927657" y="2591517"/>
                  </a:lnTo>
                  <a:lnTo>
                    <a:pt x="7927993" y="2588213"/>
                  </a:lnTo>
                  <a:lnTo>
                    <a:pt x="7928329" y="2584543"/>
                  </a:lnTo>
                  <a:lnTo>
                    <a:pt x="7928666" y="2580553"/>
                  </a:lnTo>
                  <a:lnTo>
                    <a:pt x="7929002" y="2576083"/>
                  </a:lnTo>
                  <a:lnTo>
                    <a:pt x="7929339" y="2571570"/>
                  </a:lnTo>
                  <a:lnTo>
                    <a:pt x="7929675" y="2567078"/>
                  </a:lnTo>
                  <a:lnTo>
                    <a:pt x="7930012" y="2562639"/>
                  </a:lnTo>
                  <a:lnTo>
                    <a:pt x="7930348" y="2558257"/>
                  </a:lnTo>
                  <a:lnTo>
                    <a:pt x="7930685" y="2553880"/>
                  </a:lnTo>
                  <a:lnTo>
                    <a:pt x="7931021" y="2549555"/>
                  </a:lnTo>
                  <a:lnTo>
                    <a:pt x="7931358" y="2545284"/>
                  </a:lnTo>
                  <a:lnTo>
                    <a:pt x="7931694" y="2540979"/>
                  </a:lnTo>
                  <a:lnTo>
                    <a:pt x="7932031" y="2535835"/>
                  </a:lnTo>
                  <a:lnTo>
                    <a:pt x="7932367" y="2531086"/>
                  </a:lnTo>
                  <a:lnTo>
                    <a:pt x="7932703" y="2526502"/>
                  </a:lnTo>
                  <a:lnTo>
                    <a:pt x="7933040" y="2521947"/>
                  </a:lnTo>
                  <a:lnTo>
                    <a:pt x="7933376" y="2517328"/>
                  </a:lnTo>
                  <a:lnTo>
                    <a:pt x="7933713" y="2512888"/>
                  </a:lnTo>
                  <a:lnTo>
                    <a:pt x="7934049" y="2509001"/>
                  </a:lnTo>
                  <a:lnTo>
                    <a:pt x="7934386" y="2505265"/>
                  </a:lnTo>
                  <a:lnTo>
                    <a:pt x="7934722" y="2501831"/>
                  </a:lnTo>
                  <a:lnTo>
                    <a:pt x="7935059" y="2498656"/>
                  </a:lnTo>
                  <a:lnTo>
                    <a:pt x="7935395" y="2495567"/>
                  </a:lnTo>
                  <a:lnTo>
                    <a:pt x="7935732" y="2492635"/>
                  </a:lnTo>
                  <a:lnTo>
                    <a:pt x="7936068" y="2489683"/>
                  </a:lnTo>
                  <a:lnTo>
                    <a:pt x="7936405" y="2486816"/>
                  </a:lnTo>
                  <a:lnTo>
                    <a:pt x="7936741" y="2483339"/>
                  </a:lnTo>
                  <a:lnTo>
                    <a:pt x="7937077" y="2479344"/>
                  </a:lnTo>
                  <a:lnTo>
                    <a:pt x="7937414" y="2475106"/>
                  </a:lnTo>
                  <a:lnTo>
                    <a:pt x="7937750" y="2470702"/>
                  </a:lnTo>
                  <a:lnTo>
                    <a:pt x="7938087" y="2466276"/>
                  </a:lnTo>
                  <a:lnTo>
                    <a:pt x="7938423" y="2462361"/>
                  </a:lnTo>
                  <a:lnTo>
                    <a:pt x="7938760" y="2458488"/>
                  </a:lnTo>
                  <a:lnTo>
                    <a:pt x="7939096" y="2454235"/>
                  </a:lnTo>
                  <a:lnTo>
                    <a:pt x="7939433" y="2448933"/>
                  </a:lnTo>
                  <a:lnTo>
                    <a:pt x="7939769" y="2442697"/>
                  </a:lnTo>
                  <a:lnTo>
                    <a:pt x="7940106" y="2436217"/>
                  </a:lnTo>
                  <a:lnTo>
                    <a:pt x="7940442" y="2429665"/>
                  </a:lnTo>
                  <a:lnTo>
                    <a:pt x="7940779" y="2423027"/>
                  </a:lnTo>
                  <a:lnTo>
                    <a:pt x="7941115" y="2416956"/>
                  </a:lnTo>
                  <a:lnTo>
                    <a:pt x="7941451" y="2411244"/>
                  </a:lnTo>
                  <a:lnTo>
                    <a:pt x="7941788" y="2406481"/>
                  </a:lnTo>
                  <a:lnTo>
                    <a:pt x="7942124" y="2401847"/>
                  </a:lnTo>
                  <a:lnTo>
                    <a:pt x="7942461" y="2398249"/>
                  </a:lnTo>
                  <a:lnTo>
                    <a:pt x="7942797" y="2394609"/>
                  </a:lnTo>
                  <a:lnTo>
                    <a:pt x="7943134" y="2391139"/>
                  </a:lnTo>
                  <a:lnTo>
                    <a:pt x="7943470" y="2387471"/>
                  </a:lnTo>
                  <a:lnTo>
                    <a:pt x="7943807" y="2383800"/>
                  </a:lnTo>
                  <a:lnTo>
                    <a:pt x="7944143" y="2380344"/>
                  </a:lnTo>
                  <a:lnTo>
                    <a:pt x="7944480" y="2377077"/>
                  </a:lnTo>
                  <a:lnTo>
                    <a:pt x="7944816" y="2374139"/>
                  </a:lnTo>
                  <a:lnTo>
                    <a:pt x="7945152" y="2370693"/>
                  </a:lnTo>
                  <a:lnTo>
                    <a:pt x="7945489" y="2367059"/>
                  </a:lnTo>
                  <a:lnTo>
                    <a:pt x="7945825" y="2363363"/>
                  </a:lnTo>
                  <a:lnTo>
                    <a:pt x="7946162" y="2359357"/>
                  </a:lnTo>
                  <a:lnTo>
                    <a:pt x="7946498" y="2355780"/>
                  </a:lnTo>
                  <a:lnTo>
                    <a:pt x="7946835" y="2351827"/>
                  </a:lnTo>
                  <a:lnTo>
                    <a:pt x="7947171" y="2347676"/>
                  </a:lnTo>
                  <a:lnTo>
                    <a:pt x="7947508" y="2343369"/>
                  </a:lnTo>
                  <a:lnTo>
                    <a:pt x="7947844" y="2338749"/>
                  </a:lnTo>
                  <a:lnTo>
                    <a:pt x="7948181" y="2333709"/>
                  </a:lnTo>
                  <a:lnTo>
                    <a:pt x="7948517" y="2328882"/>
                  </a:lnTo>
                  <a:lnTo>
                    <a:pt x="7948854" y="2324184"/>
                  </a:lnTo>
                  <a:lnTo>
                    <a:pt x="7949190" y="2319590"/>
                  </a:lnTo>
                  <a:lnTo>
                    <a:pt x="7949526" y="2315379"/>
                  </a:lnTo>
                  <a:lnTo>
                    <a:pt x="7949863" y="2311360"/>
                  </a:lnTo>
                  <a:lnTo>
                    <a:pt x="7950199" y="2307719"/>
                  </a:lnTo>
                  <a:lnTo>
                    <a:pt x="7950536" y="2304079"/>
                  </a:lnTo>
                  <a:lnTo>
                    <a:pt x="7950872" y="2301039"/>
                  </a:lnTo>
                  <a:lnTo>
                    <a:pt x="7951209" y="2297943"/>
                  </a:lnTo>
                  <a:lnTo>
                    <a:pt x="7951545" y="2294959"/>
                  </a:lnTo>
                  <a:lnTo>
                    <a:pt x="7951882" y="2292218"/>
                  </a:lnTo>
                  <a:lnTo>
                    <a:pt x="7952218" y="2289177"/>
                  </a:lnTo>
                  <a:lnTo>
                    <a:pt x="7952555" y="2286596"/>
                  </a:lnTo>
                  <a:lnTo>
                    <a:pt x="7952891" y="2284532"/>
                  </a:lnTo>
                  <a:lnTo>
                    <a:pt x="7953228" y="2282416"/>
                  </a:lnTo>
                  <a:lnTo>
                    <a:pt x="7953564" y="2280348"/>
                  </a:lnTo>
                  <a:lnTo>
                    <a:pt x="7953900" y="2278122"/>
                  </a:lnTo>
                  <a:lnTo>
                    <a:pt x="7954237" y="2275855"/>
                  </a:lnTo>
                  <a:lnTo>
                    <a:pt x="7954573" y="2273587"/>
                  </a:lnTo>
                  <a:lnTo>
                    <a:pt x="7954910" y="2271314"/>
                  </a:lnTo>
                  <a:lnTo>
                    <a:pt x="7955246" y="2269240"/>
                  </a:lnTo>
                  <a:lnTo>
                    <a:pt x="7955583" y="2267407"/>
                  </a:lnTo>
                  <a:lnTo>
                    <a:pt x="7955919" y="2265843"/>
                  </a:lnTo>
                  <a:lnTo>
                    <a:pt x="7956256" y="2264562"/>
                  </a:lnTo>
                  <a:lnTo>
                    <a:pt x="7956592" y="2263017"/>
                  </a:lnTo>
                  <a:lnTo>
                    <a:pt x="7956929" y="2261329"/>
                  </a:lnTo>
                  <a:lnTo>
                    <a:pt x="7957265" y="2259698"/>
                  </a:lnTo>
                  <a:lnTo>
                    <a:pt x="7957602" y="2258003"/>
                  </a:lnTo>
                  <a:lnTo>
                    <a:pt x="7957938" y="2256278"/>
                  </a:lnTo>
                  <a:lnTo>
                    <a:pt x="7958274" y="2254518"/>
                  </a:lnTo>
                  <a:lnTo>
                    <a:pt x="7958611" y="2252291"/>
                  </a:lnTo>
                  <a:lnTo>
                    <a:pt x="7958947" y="2249776"/>
                  </a:lnTo>
                  <a:lnTo>
                    <a:pt x="7959284" y="2246932"/>
                  </a:lnTo>
                  <a:lnTo>
                    <a:pt x="7959620" y="2244144"/>
                  </a:lnTo>
                  <a:lnTo>
                    <a:pt x="7959957" y="2241177"/>
                  </a:lnTo>
                  <a:lnTo>
                    <a:pt x="7960293" y="2238102"/>
                  </a:lnTo>
                  <a:lnTo>
                    <a:pt x="7960630" y="2234941"/>
                  </a:lnTo>
                  <a:lnTo>
                    <a:pt x="7960966" y="2231557"/>
                  </a:lnTo>
                  <a:lnTo>
                    <a:pt x="7961303" y="2228166"/>
                  </a:lnTo>
                  <a:lnTo>
                    <a:pt x="7961639" y="2224833"/>
                  </a:lnTo>
                  <a:lnTo>
                    <a:pt x="7961976" y="2221779"/>
                  </a:lnTo>
                  <a:lnTo>
                    <a:pt x="7962312" y="2218611"/>
                  </a:lnTo>
                  <a:lnTo>
                    <a:pt x="7962648" y="2216568"/>
                  </a:lnTo>
                  <a:lnTo>
                    <a:pt x="7962985" y="2215031"/>
                  </a:lnTo>
                  <a:lnTo>
                    <a:pt x="7963321" y="2213421"/>
                  </a:lnTo>
                  <a:lnTo>
                    <a:pt x="7963658" y="2211961"/>
                  </a:lnTo>
                  <a:lnTo>
                    <a:pt x="7963994" y="2210830"/>
                  </a:lnTo>
                  <a:lnTo>
                    <a:pt x="7964331" y="2210099"/>
                  </a:lnTo>
                  <a:lnTo>
                    <a:pt x="7964667" y="2209362"/>
                  </a:lnTo>
                  <a:lnTo>
                    <a:pt x="7965004" y="2208781"/>
                  </a:lnTo>
                  <a:lnTo>
                    <a:pt x="7965340" y="2208318"/>
                  </a:lnTo>
                  <a:lnTo>
                    <a:pt x="7965677" y="2207540"/>
                  </a:lnTo>
                  <a:lnTo>
                    <a:pt x="7966013" y="2206625"/>
                  </a:lnTo>
                  <a:lnTo>
                    <a:pt x="7966350" y="2205827"/>
                  </a:lnTo>
                  <a:lnTo>
                    <a:pt x="7966686" y="2205171"/>
                  </a:lnTo>
                  <a:lnTo>
                    <a:pt x="7967022" y="2204763"/>
                  </a:lnTo>
                  <a:lnTo>
                    <a:pt x="7967359" y="2204590"/>
                  </a:lnTo>
                  <a:lnTo>
                    <a:pt x="7967695" y="2204713"/>
                  </a:lnTo>
                  <a:lnTo>
                    <a:pt x="7968032" y="2205327"/>
                  </a:lnTo>
                  <a:lnTo>
                    <a:pt x="7968368" y="2206202"/>
                  </a:lnTo>
                  <a:lnTo>
                    <a:pt x="7968705" y="2207025"/>
                  </a:lnTo>
                  <a:lnTo>
                    <a:pt x="7969041" y="2207704"/>
                  </a:lnTo>
                  <a:lnTo>
                    <a:pt x="7969378" y="2208087"/>
                  </a:lnTo>
                  <a:lnTo>
                    <a:pt x="7969714" y="2208529"/>
                  </a:lnTo>
                  <a:lnTo>
                    <a:pt x="7970051" y="2208950"/>
                  </a:lnTo>
                  <a:lnTo>
                    <a:pt x="7970387" y="2209320"/>
                  </a:lnTo>
                  <a:lnTo>
                    <a:pt x="7970724" y="2209308"/>
                  </a:lnTo>
                  <a:lnTo>
                    <a:pt x="7971060" y="2209328"/>
                  </a:lnTo>
                  <a:lnTo>
                    <a:pt x="7971396" y="2209974"/>
                  </a:lnTo>
                  <a:lnTo>
                    <a:pt x="7971733" y="2210272"/>
                  </a:lnTo>
                  <a:lnTo>
                    <a:pt x="7972069" y="2210062"/>
                  </a:lnTo>
                  <a:lnTo>
                    <a:pt x="7972406" y="2209523"/>
                  </a:lnTo>
                  <a:lnTo>
                    <a:pt x="7972742" y="2208908"/>
                  </a:lnTo>
                  <a:lnTo>
                    <a:pt x="7973079" y="2206553"/>
                  </a:lnTo>
                  <a:lnTo>
                    <a:pt x="7973415" y="2202881"/>
                  </a:lnTo>
                  <a:lnTo>
                    <a:pt x="7973752" y="2198464"/>
                  </a:lnTo>
                  <a:lnTo>
                    <a:pt x="7974088" y="2193898"/>
                  </a:lnTo>
                  <a:lnTo>
                    <a:pt x="7974425" y="2189961"/>
                  </a:lnTo>
                  <a:lnTo>
                    <a:pt x="7974761" y="2185648"/>
                  </a:lnTo>
                  <a:lnTo>
                    <a:pt x="7975097" y="2182440"/>
                  </a:lnTo>
                  <a:lnTo>
                    <a:pt x="7975434" y="2179226"/>
                  </a:lnTo>
                  <a:lnTo>
                    <a:pt x="7975770" y="2176923"/>
                  </a:lnTo>
                  <a:lnTo>
                    <a:pt x="7976107" y="2174347"/>
                  </a:lnTo>
                  <a:lnTo>
                    <a:pt x="7976443" y="2171274"/>
                  </a:lnTo>
                  <a:lnTo>
                    <a:pt x="7976780" y="2168437"/>
                  </a:lnTo>
                  <a:lnTo>
                    <a:pt x="7977116" y="2165800"/>
                  </a:lnTo>
                  <a:lnTo>
                    <a:pt x="7977453" y="2162766"/>
                  </a:lnTo>
                  <a:lnTo>
                    <a:pt x="7977789" y="2159939"/>
                  </a:lnTo>
                  <a:lnTo>
                    <a:pt x="7978126" y="2157534"/>
                  </a:lnTo>
                  <a:lnTo>
                    <a:pt x="7978462" y="2155274"/>
                  </a:lnTo>
                  <a:lnTo>
                    <a:pt x="7978799" y="2153304"/>
                  </a:lnTo>
                  <a:lnTo>
                    <a:pt x="7979135" y="2151450"/>
                  </a:lnTo>
                  <a:lnTo>
                    <a:pt x="7979471" y="2151041"/>
                  </a:lnTo>
                  <a:lnTo>
                    <a:pt x="7979808" y="2150317"/>
                  </a:lnTo>
                  <a:lnTo>
                    <a:pt x="7980144" y="2148708"/>
                  </a:lnTo>
                  <a:lnTo>
                    <a:pt x="7980481" y="2147243"/>
                  </a:lnTo>
                  <a:lnTo>
                    <a:pt x="7980817" y="2144161"/>
                  </a:lnTo>
                  <a:lnTo>
                    <a:pt x="7981154" y="2142257"/>
                  </a:lnTo>
                  <a:lnTo>
                    <a:pt x="7981490" y="2141151"/>
                  </a:lnTo>
                  <a:lnTo>
                    <a:pt x="7981827" y="2140576"/>
                  </a:lnTo>
                  <a:lnTo>
                    <a:pt x="7982163" y="2140361"/>
                  </a:lnTo>
                  <a:lnTo>
                    <a:pt x="7982500" y="2140590"/>
                  </a:lnTo>
                  <a:lnTo>
                    <a:pt x="7982836" y="2141208"/>
                  </a:lnTo>
                  <a:lnTo>
                    <a:pt x="7983173" y="2142293"/>
                  </a:lnTo>
                  <a:lnTo>
                    <a:pt x="7983509" y="2143902"/>
                  </a:lnTo>
                  <a:lnTo>
                    <a:pt x="7983845" y="2145418"/>
                  </a:lnTo>
                  <a:lnTo>
                    <a:pt x="7984182" y="2146920"/>
                  </a:lnTo>
                  <a:lnTo>
                    <a:pt x="7984518" y="2148752"/>
                  </a:lnTo>
                  <a:lnTo>
                    <a:pt x="7984855" y="2150756"/>
                  </a:lnTo>
                  <a:lnTo>
                    <a:pt x="7985191" y="2152516"/>
                  </a:lnTo>
                  <a:lnTo>
                    <a:pt x="7985528" y="2154305"/>
                  </a:lnTo>
                  <a:lnTo>
                    <a:pt x="7985864" y="2156283"/>
                  </a:lnTo>
                  <a:lnTo>
                    <a:pt x="7986201" y="2158074"/>
                  </a:lnTo>
                  <a:lnTo>
                    <a:pt x="7986537" y="2159952"/>
                  </a:lnTo>
                  <a:lnTo>
                    <a:pt x="7986874" y="2162107"/>
                  </a:lnTo>
                  <a:lnTo>
                    <a:pt x="7987210" y="2164431"/>
                  </a:lnTo>
                  <a:lnTo>
                    <a:pt x="7987547" y="2167010"/>
                  </a:lnTo>
                  <a:lnTo>
                    <a:pt x="7987883" y="2169863"/>
                  </a:lnTo>
                  <a:lnTo>
                    <a:pt x="7988219" y="2172574"/>
                  </a:lnTo>
                  <a:lnTo>
                    <a:pt x="7988556" y="2175313"/>
                  </a:lnTo>
                  <a:lnTo>
                    <a:pt x="7988892" y="2176914"/>
                  </a:lnTo>
                  <a:lnTo>
                    <a:pt x="7989229" y="2178846"/>
                  </a:lnTo>
                  <a:lnTo>
                    <a:pt x="7989565" y="2180808"/>
                  </a:lnTo>
                  <a:lnTo>
                    <a:pt x="7989902" y="2182734"/>
                  </a:lnTo>
                  <a:lnTo>
                    <a:pt x="7990238" y="2184843"/>
                  </a:lnTo>
                  <a:lnTo>
                    <a:pt x="7990575" y="2186733"/>
                  </a:lnTo>
                  <a:lnTo>
                    <a:pt x="7990911" y="2188515"/>
                  </a:lnTo>
                  <a:lnTo>
                    <a:pt x="7991248" y="2189804"/>
                  </a:lnTo>
                  <a:lnTo>
                    <a:pt x="7991584" y="2190573"/>
                  </a:lnTo>
                  <a:lnTo>
                    <a:pt x="7991921" y="2191107"/>
                  </a:lnTo>
                  <a:lnTo>
                    <a:pt x="7992257" y="2191463"/>
                  </a:lnTo>
                  <a:lnTo>
                    <a:pt x="7992593" y="2191641"/>
                  </a:lnTo>
                  <a:lnTo>
                    <a:pt x="7992930" y="2191578"/>
                  </a:lnTo>
                  <a:lnTo>
                    <a:pt x="7993266" y="2190657"/>
                  </a:lnTo>
                  <a:lnTo>
                    <a:pt x="7993603" y="2189382"/>
                  </a:lnTo>
                  <a:lnTo>
                    <a:pt x="7993939" y="2188064"/>
                  </a:lnTo>
                  <a:lnTo>
                    <a:pt x="7994276" y="2186523"/>
                  </a:lnTo>
                  <a:lnTo>
                    <a:pt x="7994612" y="2185492"/>
                  </a:lnTo>
                  <a:lnTo>
                    <a:pt x="7994949" y="2184319"/>
                  </a:lnTo>
                  <a:lnTo>
                    <a:pt x="7995285" y="2183205"/>
                  </a:lnTo>
                  <a:lnTo>
                    <a:pt x="7995622" y="2182692"/>
                  </a:lnTo>
                  <a:lnTo>
                    <a:pt x="7995958" y="2182870"/>
                  </a:lnTo>
                  <a:lnTo>
                    <a:pt x="7996295" y="2183861"/>
                  </a:lnTo>
                  <a:lnTo>
                    <a:pt x="7996631" y="2186020"/>
                  </a:lnTo>
                  <a:lnTo>
                    <a:pt x="7996967" y="2188132"/>
                  </a:lnTo>
                  <a:lnTo>
                    <a:pt x="7997304" y="2190135"/>
                  </a:lnTo>
                  <a:lnTo>
                    <a:pt x="7997640" y="2192238"/>
                  </a:lnTo>
                  <a:lnTo>
                    <a:pt x="7997977" y="2194387"/>
                  </a:lnTo>
                  <a:lnTo>
                    <a:pt x="7998313" y="2196829"/>
                  </a:lnTo>
                  <a:lnTo>
                    <a:pt x="7998650" y="2199509"/>
                  </a:lnTo>
                  <a:lnTo>
                    <a:pt x="7998986" y="2202344"/>
                  </a:lnTo>
                  <a:lnTo>
                    <a:pt x="7999323" y="2206097"/>
                  </a:lnTo>
                  <a:lnTo>
                    <a:pt x="7999659" y="2209734"/>
                  </a:lnTo>
                  <a:lnTo>
                    <a:pt x="7999996" y="2213309"/>
                  </a:lnTo>
                  <a:lnTo>
                    <a:pt x="8000332" y="2216848"/>
                  </a:lnTo>
                  <a:lnTo>
                    <a:pt x="8000669" y="2220368"/>
                  </a:lnTo>
                  <a:lnTo>
                    <a:pt x="8001005" y="2223741"/>
                  </a:lnTo>
                  <a:lnTo>
                    <a:pt x="8001341" y="2226736"/>
                  </a:lnTo>
                  <a:lnTo>
                    <a:pt x="8001678" y="2228947"/>
                  </a:lnTo>
                  <a:lnTo>
                    <a:pt x="8002014" y="2230997"/>
                  </a:lnTo>
                  <a:lnTo>
                    <a:pt x="8002351" y="2232340"/>
                  </a:lnTo>
                  <a:lnTo>
                    <a:pt x="8002687" y="2233454"/>
                  </a:lnTo>
                  <a:lnTo>
                    <a:pt x="8003024" y="2234668"/>
                  </a:lnTo>
                  <a:lnTo>
                    <a:pt x="8003360" y="2235897"/>
                  </a:lnTo>
                  <a:lnTo>
                    <a:pt x="8003697" y="2237039"/>
                  </a:lnTo>
                  <a:lnTo>
                    <a:pt x="8004033" y="2238713"/>
                  </a:lnTo>
                  <a:lnTo>
                    <a:pt x="8004370" y="2240559"/>
                  </a:lnTo>
                  <a:lnTo>
                    <a:pt x="8004706" y="2242643"/>
                  </a:lnTo>
                  <a:lnTo>
                    <a:pt x="8005043" y="2244863"/>
                  </a:lnTo>
                  <a:lnTo>
                    <a:pt x="8005379" y="2247219"/>
                  </a:lnTo>
                  <a:lnTo>
                    <a:pt x="8005715" y="2249374"/>
                  </a:lnTo>
                  <a:lnTo>
                    <a:pt x="8006052" y="2251716"/>
                  </a:lnTo>
                  <a:lnTo>
                    <a:pt x="8006388" y="2254231"/>
                  </a:lnTo>
                  <a:lnTo>
                    <a:pt x="8006725" y="2257766"/>
                  </a:lnTo>
                  <a:lnTo>
                    <a:pt x="8007061" y="2262529"/>
                  </a:lnTo>
                  <a:lnTo>
                    <a:pt x="8007398" y="2267601"/>
                  </a:lnTo>
                  <a:lnTo>
                    <a:pt x="8007734" y="2272601"/>
                  </a:lnTo>
                  <a:lnTo>
                    <a:pt x="8008071" y="2277415"/>
                  </a:lnTo>
                  <a:lnTo>
                    <a:pt x="8008407" y="2281510"/>
                  </a:lnTo>
                  <a:lnTo>
                    <a:pt x="8008744" y="2284987"/>
                  </a:lnTo>
                  <a:lnTo>
                    <a:pt x="8009080" y="2287818"/>
                  </a:lnTo>
                  <a:lnTo>
                    <a:pt x="8009416" y="2290864"/>
                  </a:lnTo>
                  <a:lnTo>
                    <a:pt x="8009753" y="2292881"/>
                  </a:lnTo>
                  <a:lnTo>
                    <a:pt x="8010089" y="2295027"/>
                  </a:lnTo>
                  <a:lnTo>
                    <a:pt x="8010426" y="2297074"/>
                  </a:lnTo>
                  <a:lnTo>
                    <a:pt x="8010762" y="2299133"/>
                  </a:lnTo>
                  <a:lnTo>
                    <a:pt x="8011099" y="2300850"/>
                  </a:lnTo>
                  <a:lnTo>
                    <a:pt x="8011435" y="2302359"/>
                  </a:lnTo>
                  <a:lnTo>
                    <a:pt x="8011772" y="2303845"/>
                  </a:lnTo>
                  <a:lnTo>
                    <a:pt x="8012108" y="2305058"/>
                  </a:lnTo>
                  <a:lnTo>
                    <a:pt x="8012445" y="2306859"/>
                  </a:lnTo>
                  <a:lnTo>
                    <a:pt x="8012781" y="2309163"/>
                  </a:lnTo>
                  <a:lnTo>
                    <a:pt x="8013118" y="2311840"/>
                  </a:lnTo>
                  <a:lnTo>
                    <a:pt x="8013454" y="2315091"/>
                  </a:lnTo>
                  <a:lnTo>
                    <a:pt x="8013790" y="2318173"/>
                  </a:lnTo>
                  <a:lnTo>
                    <a:pt x="8014127" y="2321407"/>
                  </a:lnTo>
                  <a:lnTo>
                    <a:pt x="8014463" y="2324840"/>
                  </a:lnTo>
                  <a:lnTo>
                    <a:pt x="8014800" y="2328428"/>
                  </a:lnTo>
                  <a:lnTo>
                    <a:pt x="8015136" y="2332330"/>
                  </a:lnTo>
                  <a:lnTo>
                    <a:pt x="8015473" y="2336694"/>
                  </a:lnTo>
                  <a:lnTo>
                    <a:pt x="8015809" y="2340832"/>
                  </a:lnTo>
                  <a:lnTo>
                    <a:pt x="8016146" y="2344754"/>
                  </a:lnTo>
                  <a:lnTo>
                    <a:pt x="8016482" y="2348730"/>
                  </a:lnTo>
                  <a:lnTo>
                    <a:pt x="8016819" y="2352367"/>
                  </a:lnTo>
                  <a:lnTo>
                    <a:pt x="8017155" y="2355596"/>
                  </a:lnTo>
                  <a:lnTo>
                    <a:pt x="8017492" y="2358230"/>
                  </a:lnTo>
                  <a:lnTo>
                    <a:pt x="8017828" y="2360800"/>
                  </a:lnTo>
                  <a:lnTo>
                    <a:pt x="8018164" y="2362547"/>
                  </a:lnTo>
                  <a:lnTo>
                    <a:pt x="8018501" y="2364271"/>
                  </a:lnTo>
                  <a:lnTo>
                    <a:pt x="8018837" y="2365674"/>
                  </a:lnTo>
                  <a:lnTo>
                    <a:pt x="8019174" y="2366835"/>
                  </a:lnTo>
                  <a:lnTo>
                    <a:pt x="8019510" y="2368295"/>
                  </a:lnTo>
                  <a:lnTo>
                    <a:pt x="8019847" y="2369102"/>
                  </a:lnTo>
                  <a:lnTo>
                    <a:pt x="8020183" y="2369031"/>
                  </a:lnTo>
                  <a:lnTo>
                    <a:pt x="8020520" y="2368676"/>
                  </a:lnTo>
                  <a:lnTo>
                    <a:pt x="8020856" y="2367971"/>
                  </a:lnTo>
                  <a:lnTo>
                    <a:pt x="8021193" y="2367373"/>
                  </a:lnTo>
                  <a:lnTo>
                    <a:pt x="8021529" y="2366767"/>
                  </a:lnTo>
                  <a:lnTo>
                    <a:pt x="8021866" y="2366305"/>
                  </a:lnTo>
                  <a:lnTo>
                    <a:pt x="8022202" y="2366034"/>
                  </a:lnTo>
                  <a:lnTo>
                    <a:pt x="8022538" y="2365587"/>
                  </a:lnTo>
                  <a:lnTo>
                    <a:pt x="8022875" y="2364898"/>
                  </a:lnTo>
                  <a:lnTo>
                    <a:pt x="8023211" y="2364113"/>
                  </a:lnTo>
                  <a:lnTo>
                    <a:pt x="8023548" y="2362901"/>
                  </a:lnTo>
                  <a:lnTo>
                    <a:pt x="8023884" y="2361795"/>
                  </a:lnTo>
                  <a:lnTo>
                    <a:pt x="8024221" y="2360652"/>
                  </a:lnTo>
                  <a:lnTo>
                    <a:pt x="8024557" y="2359410"/>
                  </a:lnTo>
                  <a:lnTo>
                    <a:pt x="8024894" y="2358425"/>
                  </a:lnTo>
                  <a:lnTo>
                    <a:pt x="8025230" y="2357829"/>
                  </a:lnTo>
                  <a:lnTo>
                    <a:pt x="8025567" y="2357606"/>
                  </a:lnTo>
                  <a:lnTo>
                    <a:pt x="8025903" y="2358267"/>
                  </a:lnTo>
                  <a:lnTo>
                    <a:pt x="8026240" y="2359532"/>
                  </a:lnTo>
                  <a:lnTo>
                    <a:pt x="8026576" y="2361227"/>
                  </a:lnTo>
                  <a:lnTo>
                    <a:pt x="8026912" y="2362865"/>
                  </a:lnTo>
                  <a:lnTo>
                    <a:pt x="8027249" y="2364712"/>
                  </a:lnTo>
                  <a:lnTo>
                    <a:pt x="8027585" y="2366860"/>
                  </a:lnTo>
                  <a:lnTo>
                    <a:pt x="8027922" y="2369202"/>
                  </a:lnTo>
                  <a:lnTo>
                    <a:pt x="8028258" y="2371917"/>
                  </a:lnTo>
                  <a:lnTo>
                    <a:pt x="8028595" y="2374985"/>
                  </a:lnTo>
                  <a:lnTo>
                    <a:pt x="8028931" y="2378556"/>
                  </a:lnTo>
                  <a:lnTo>
                    <a:pt x="8029268" y="2382141"/>
                  </a:lnTo>
                  <a:lnTo>
                    <a:pt x="8029604" y="2385884"/>
                  </a:lnTo>
                  <a:lnTo>
                    <a:pt x="8029941" y="2388602"/>
                  </a:lnTo>
                  <a:lnTo>
                    <a:pt x="8030277" y="2390858"/>
                  </a:lnTo>
                  <a:lnTo>
                    <a:pt x="8030614" y="2393186"/>
                  </a:lnTo>
                  <a:lnTo>
                    <a:pt x="8030950" y="2395364"/>
                  </a:lnTo>
                  <a:lnTo>
                    <a:pt x="8031286" y="2397372"/>
                  </a:lnTo>
                  <a:lnTo>
                    <a:pt x="8031623" y="2399238"/>
                  </a:lnTo>
                  <a:lnTo>
                    <a:pt x="8031959" y="2401204"/>
                  </a:lnTo>
                  <a:lnTo>
                    <a:pt x="8032296" y="2403092"/>
                  </a:lnTo>
                  <a:lnTo>
                    <a:pt x="8032632" y="2404819"/>
                  </a:lnTo>
                  <a:lnTo>
                    <a:pt x="8032969" y="2406361"/>
                  </a:lnTo>
                  <a:lnTo>
                    <a:pt x="8033305" y="2408023"/>
                  </a:lnTo>
                  <a:lnTo>
                    <a:pt x="8033642" y="2409739"/>
                  </a:lnTo>
                  <a:lnTo>
                    <a:pt x="8033978" y="2411334"/>
                  </a:lnTo>
                  <a:lnTo>
                    <a:pt x="8034315" y="2412803"/>
                  </a:lnTo>
                  <a:lnTo>
                    <a:pt x="8034651" y="2413834"/>
                  </a:lnTo>
                  <a:lnTo>
                    <a:pt x="8034988" y="2414243"/>
                  </a:lnTo>
                  <a:lnTo>
                    <a:pt x="8035324" y="2414011"/>
                  </a:lnTo>
                  <a:lnTo>
                    <a:pt x="8035660" y="2413533"/>
                  </a:lnTo>
                  <a:lnTo>
                    <a:pt x="8035997" y="2412976"/>
                  </a:lnTo>
                  <a:lnTo>
                    <a:pt x="8036333" y="2412448"/>
                  </a:lnTo>
                  <a:lnTo>
                    <a:pt x="8036670" y="2412049"/>
                  </a:lnTo>
                  <a:lnTo>
                    <a:pt x="8037006" y="2411331"/>
                  </a:lnTo>
                  <a:lnTo>
                    <a:pt x="8037343" y="2410250"/>
                  </a:lnTo>
                  <a:lnTo>
                    <a:pt x="8037679" y="2409118"/>
                  </a:lnTo>
                  <a:lnTo>
                    <a:pt x="8038016" y="2408260"/>
                  </a:lnTo>
                  <a:lnTo>
                    <a:pt x="8038352" y="2407348"/>
                  </a:lnTo>
                  <a:lnTo>
                    <a:pt x="8038689" y="2406083"/>
                  </a:lnTo>
                  <a:lnTo>
                    <a:pt x="8039025" y="2404937"/>
                  </a:lnTo>
                  <a:lnTo>
                    <a:pt x="8039362" y="2403761"/>
                  </a:lnTo>
                  <a:lnTo>
                    <a:pt x="8039698" y="2402777"/>
                  </a:lnTo>
                  <a:lnTo>
                    <a:pt x="8040034" y="2402020"/>
                  </a:lnTo>
                  <a:lnTo>
                    <a:pt x="8040371" y="2402535"/>
                  </a:lnTo>
                  <a:lnTo>
                    <a:pt x="8040707" y="2404333"/>
                  </a:lnTo>
                  <a:lnTo>
                    <a:pt x="8041044" y="2407099"/>
                  </a:lnTo>
                  <a:lnTo>
                    <a:pt x="8041380" y="2409878"/>
                  </a:lnTo>
                  <a:lnTo>
                    <a:pt x="8041717" y="2411564"/>
                  </a:lnTo>
                  <a:lnTo>
                    <a:pt x="8042053" y="2413758"/>
                  </a:lnTo>
                  <a:lnTo>
                    <a:pt x="8042390" y="2414941"/>
                  </a:lnTo>
                  <a:lnTo>
                    <a:pt x="8042726" y="2416292"/>
                  </a:lnTo>
                  <a:lnTo>
                    <a:pt x="8043063" y="2417166"/>
                  </a:lnTo>
                  <a:lnTo>
                    <a:pt x="8043399" y="2418335"/>
                  </a:lnTo>
                  <a:lnTo>
                    <a:pt x="8043735" y="2420175"/>
                  </a:lnTo>
                  <a:lnTo>
                    <a:pt x="8044072" y="2421891"/>
                  </a:lnTo>
                  <a:lnTo>
                    <a:pt x="8044408" y="2423857"/>
                  </a:lnTo>
                  <a:lnTo>
                    <a:pt x="8044745" y="2426619"/>
                  </a:lnTo>
                  <a:lnTo>
                    <a:pt x="8045081" y="2429167"/>
                  </a:lnTo>
                  <a:lnTo>
                    <a:pt x="8045418" y="2431111"/>
                  </a:lnTo>
                  <a:lnTo>
                    <a:pt x="8045754" y="2432751"/>
                  </a:lnTo>
                  <a:lnTo>
                    <a:pt x="8046091" y="2433921"/>
                  </a:lnTo>
                  <a:lnTo>
                    <a:pt x="8046427" y="2435247"/>
                  </a:lnTo>
                  <a:lnTo>
                    <a:pt x="8046764" y="2436165"/>
                  </a:lnTo>
                  <a:lnTo>
                    <a:pt x="8047100" y="2437356"/>
                  </a:lnTo>
                  <a:lnTo>
                    <a:pt x="8047437" y="2439475"/>
                  </a:lnTo>
                  <a:lnTo>
                    <a:pt x="8047773" y="2440753"/>
                  </a:lnTo>
                  <a:lnTo>
                    <a:pt x="8048109" y="2442722"/>
                  </a:lnTo>
                  <a:lnTo>
                    <a:pt x="8048446" y="2443167"/>
                  </a:lnTo>
                  <a:lnTo>
                    <a:pt x="8048782" y="2442650"/>
                  </a:lnTo>
                  <a:lnTo>
                    <a:pt x="8049119" y="2441608"/>
                  </a:lnTo>
                  <a:lnTo>
                    <a:pt x="8049455" y="2439942"/>
                  </a:lnTo>
                  <a:lnTo>
                    <a:pt x="8049792" y="2437664"/>
                  </a:lnTo>
                  <a:lnTo>
                    <a:pt x="8050128" y="2435157"/>
                  </a:lnTo>
                  <a:lnTo>
                    <a:pt x="8050465" y="2432685"/>
                  </a:lnTo>
                  <a:lnTo>
                    <a:pt x="8050801" y="2429970"/>
                  </a:lnTo>
                  <a:lnTo>
                    <a:pt x="8051138" y="2426845"/>
                  </a:lnTo>
                  <a:lnTo>
                    <a:pt x="8051474" y="2423145"/>
                  </a:lnTo>
                  <a:lnTo>
                    <a:pt x="8051811" y="2418827"/>
                  </a:lnTo>
                  <a:lnTo>
                    <a:pt x="8052147" y="2414229"/>
                  </a:lnTo>
                  <a:lnTo>
                    <a:pt x="8052483" y="2409394"/>
                  </a:lnTo>
                  <a:lnTo>
                    <a:pt x="8052820" y="2405385"/>
                  </a:lnTo>
                  <a:lnTo>
                    <a:pt x="8053156" y="2401482"/>
                  </a:lnTo>
                  <a:lnTo>
                    <a:pt x="8053493" y="2398110"/>
                  </a:lnTo>
                  <a:lnTo>
                    <a:pt x="8053829" y="2394810"/>
                  </a:lnTo>
                  <a:lnTo>
                    <a:pt x="8054166" y="2392653"/>
                  </a:lnTo>
                  <a:lnTo>
                    <a:pt x="8054502" y="2390476"/>
                  </a:lnTo>
                  <a:lnTo>
                    <a:pt x="8054839" y="2387902"/>
                  </a:lnTo>
                  <a:lnTo>
                    <a:pt x="8055175" y="2385337"/>
                  </a:lnTo>
                  <a:lnTo>
                    <a:pt x="8055512" y="2382375"/>
                  </a:lnTo>
                  <a:lnTo>
                    <a:pt x="8055848" y="2379397"/>
                  </a:lnTo>
                  <a:lnTo>
                    <a:pt x="8056185" y="2377016"/>
                  </a:lnTo>
                  <a:lnTo>
                    <a:pt x="8056521" y="2375210"/>
                  </a:lnTo>
                  <a:lnTo>
                    <a:pt x="8056857" y="2374190"/>
                  </a:lnTo>
                  <a:lnTo>
                    <a:pt x="8057194" y="2373509"/>
                  </a:lnTo>
                  <a:lnTo>
                    <a:pt x="8057530" y="2373159"/>
                  </a:lnTo>
                  <a:lnTo>
                    <a:pt x="8057867" y="2372907"/>
                  </a:lnTo>
                  <a:lnTo>
                    <a:pt x="8058203" y="2372789"/>
                  </a:lnTo>
                  <a:lnTo>
                    <a:pt x="8058540" y="2373086"/>
                  </a:lnTo>
                  <a:lnTo>
                    <a:pt x="8058876" y="2373976"/>
                  </a:lnTo>
                  <a:lnTo>
                    <a:pt x="8059213" y="2375211"/>
                  </a:lnTo>
                  <a:lnTo>
                    <a:pt x="8059549" y="2376872"/>
                  </a:lnTo>
                  <a:lnTo>
                    <a:pt x="8059886" y="2379091"/>
                  </a:lnTo>
                  <a:lnTo>
                    <a:pt x="8060222" y="2381019"/>
                  </a:lnTo>
                  <a:lnTo>
                    <a:pt x="8060559" y="2383831"/>
                  </a:lnTo>
                  <a:lnTo>
                    <a:pt x="8060895" y="2387118"/>
                  </a:lnTo>
                  <a:lnTo>
                    <a:pt x="8061231" y="2390432"/>
                  </a:lnTo>
                  <a:lnTo>
                    <a:pt x="8061568" y="2393792"/>
                  </a:lnTo>
                  <a:lnTo>
                    <a:pt x="8061904" y="2397136"/>
                  </a:lnTo>
                  <a:lnTo>
                    <a:pt x="8062241" y="2400307"/>
                  </a:lnTo>
                  <a:lnTo>
                    <a:pt x="8062577" y="2403612"/>
                  </a:lnTo>
                  <a:lnTo>
                    <a:pt x="8062914" y="2406653"/>
                  </a:lnTo>
                  <a:lnTo>
                    <a:pt x="8063250" y="2409422"/>
                  </a:lnTo>
                  <a:lnTo>
                    <a:pt x="8063587" y="2411896"/>
                  </a:lnTo>
                  <a:lnTo>
                    <a:pt x="8063923" y="2413244"/>
                  </a:lnTo>
                  <a:lnTo>
                    <a:pt x="8064260" y="2414582"/>
                  </a:lnTo>
                  <a:lnTo>
                    <a:pt x="8064596" y="2415740"/>
                  </a:lnTo>
                  <a:lnTo>
                    <a:pt x="8064933" y="2416581"/>
                  </a:lnTo>
                  <a:lnTo>
                    <a:pt x="8065269" y="2417394"/>
                  </a:lnTo>
                  <a:lnTo>
                    <a:pt x="8065605" y="2417984"/>
                  </a:lnTo>
                  <a:lnTo>
                    <a:pt x="8065942" y="2418282"/>
                  </a:lnTo>
                  <a:lnTo>
                    <a:pt x="8066278" y="2418452"/>
                  </a:lnTo>
                  <a:lnTo>
                    <a:pt x="8066615" y="2418406"/>
                  </a:lnTo>
                  <a:lnTo>
                    <a:pt x="8066951" y="2418218"/>
                  </a:lnTo>
                  <a:lnTo>
                    <a:pt x="8067288" y="2418112"/>
                  </a:lnTo>
                  <a:lnTo>
                    <a:pt x="8067624" y="2418044"/>
                  </a:lnTo>
                  <a:lnTo>
                    <a:pt x="8067961" y="2418130"/>
                  </a:lnTo>
                  <a:lnTo>
                    <a:pt x="8068297" y="2418219"/>
                  </a:lnTo>
                  <a:lnTo>
                    <a:pt x="8068634" y="2418070"/>
                  </a:lnTo>
                  <a:lnTo>
                    <a:pt x="8068970" y="2418323"/>
                  </a:lnTo>
                  <a:lnTo>
                    <a:pt x="8069307" y="2418450"/>
                  </a:lnTo>
                  <a:lnTo>
                    <a:pt x="8069643" y="2419003"/>
                  </a:lnTo>
                  <a:lnTo>
                    <a:pt x="8069979" y="2419542"/>
                  </a:lnTo>
                  <a:lnTo>
                    <a:pt x="8070316" y="2419801"/>
                  </a:lnTo>
                  <a:lnTo>
                    <a:pt x="8070652" y="2420088"/>
                  </a:lnTo>
                  <a:lnTo>
                    <a:pt x="8070989" y="2420375"/>
                  </a:lnTo>
                  <a:lnTo>
                    <a:pt x="8071325" y="2420735"/>
                  </a:lnTo>
                  <a:lnTo>
                    <a:pt x="8071662" y="2421446"/>
                  </a:lnTo>
                  <a:lnTo>
                    <a:pt x="8071998" y="2422164"/>
                  </a:lnTo>
                  <a:lnTo>
                    <a:pt x="8072335" y="2422933"/>
                  </a:lnTo>
                  <a:lnTo>
                    <a:pt x="8072671" y="2423630"/>
                  </a:lnTo>
                  <a:lnTo>
                    <a:pt x="8073008" y="2423982"/>
                  </a:lnTo>
                  <a:lnTo>
                    <a:pt x="8073344" y="2424291"/>
                  </a:lnTo>
                  <a:lnTo>
                    <a:pt x="8073681" y="2424621"/>
                  </a:lnTo>
                  <a:lnTo>
                    <a:pt x="8074017" y="2424808"/>
                  </a:lnTo>
                  <a:lnTo>
                    <a:pt x="8074353" y="2424370"/>
                  </a:lnTo>
                  <a:lnTo>
                    <a:pt x="8074690" y="2424025"/>
                  </a:lnTo>
                  <a:lnTo>
                    <a:pt x="8075026" y="2423946"/>
                  </a:lnTo>
                  <a:lnTo>
                    <a:pt x="8075363" y="2423946"/>
                  </a:lnTo>
                  <a:lnTo>
                    <a:pt x="8075699" y="2423910"/>
                  </a:lnTo>
                  <a:lnTo>
                    <a:pt x="8076036" y="2424032"/>
                  </a:lnTo>
                  <a:lnTo>
                    <a:pt x="8076372" y="2424111"/>
                  </a:lnTo>
                  <a:lnTo>
                    <a:pt x="8076709" y="2423731"/>
                  </a:lnTo>
                  <a:lnTo>
                    <a:pt x="8077045" y="2423098"/>
                  </a:lnTo>
                  <a:lnTo>
                    <a:pt x="8077382" y="2422236"/>
                  </a:lnTo>
                  <a:lnTo>
                    <a:pt x="8077718" y="2421022"/>
                  </a:lnTo>
                  <a:lnTo>
                    <a:pt x="8078054" y="2420016"/>
                  </a:lnTo>
                  <a:lnTo>
                    <a:pt x="8078391" y="2419240"/>
                  </a:lnTo>
                  <a:lnTo>
                    <a:pt x="8078727" y="2418587"/>
                  </a:lnTo>
                  <a:lnTo>
                    <a:pt x="8079064" y="2417818"/>
                  </a:lnTo>
                  <a:lnTo>
                    <a:pt x="8079400" y="2417143"/>
                  </a:lnTo>
                  <a:lnTo>
                    <a:pt x="8079737" y="2416302"/>
                  </a:lnTo>
                  <a:lnTo>
                    <a:pt x="8080073" y="2415095"/>
                  </a:lnTo>
                  <a:lnTo>
                    <a:pt x="8080410" y="2413759"/>
                  </a:lnTo>
                  <a:lnTo>
                    <a:pt x="8080746" y="2412214"/>
                  </a:lnTo>
                  <a:lnTo>
                    <a:pt x="8081083" y="2410497"/>
                  </a:lnTo>
                  <a:lnTo>
                    <a:pt x="8081419" y="2408629"/>
                  </a:lnTo>
                  <a:lnTo>
                    <a:pt x="8081756" y="2407005"/>
                  </a:lnTo>
                  <a:lnTo>
                    <a:pt x="8082092" y="2405626"/>
                  </a:lnTo>
                  <a:lnTo>
                    <a:pt x="8082428" y="2404498"/>
                  </a:lnTo>
                  <a:lnTo>
                    <a:pt x="8082765" y="2403658"/>
                  </a:lnTo>
                  <a:lnTo>
                    <a:pt x="8083101" y="2402774"/>
                  </a:lnTo>
                  <a:lnTo>
                    <a:pt x="8083438" y="2401969"/>
                  </a:lnTo>
                  <a:lnTo>
                    <a:pt x="8083774" y="2401172"/>
                  </a:lnTo>
                  <a:lnTo>
                    <a:pt x="8084111" y="2400683"/>
                  </a:lnTo>
                  <a:lnTo>
                    <a:pt x="8084447" y="2400611"/>
                  </a:lnTo>
                  <a:lnTo>
                    <a:pt x="8084784" y="2400942"/>
                  </a:lnTo>
                  <a:lnTo>
                    <a:pt x="8085120" y="2401581"/>
                  </a:lnTo>
                  <a:lnTo>
                    <a:pt x="8085457" y="2402479"/>
                  </a:lnTo>
                  <a:lnTo>
                    <a:pt x="8085793" y="2403564"/>
                  </a:lnTo>
                  <a:lnTo>
                    <a:pt x="8086130" y="2404872"/>
                  </a:lnTo>
                  <a:lnTo>
                    <a:pt x="8086466" y="2406309"/>
                  </a:lnTo>
                  <a:lnTo>
                    <a:pt x="8086802" y="2407745"/>
                  </a:lnTo>
                  <a:lnTo>
                    <a:pt x="8087139" y="2409376"/>
                  </a:lnTo>
                  <a:lnTo>
                    <a:pt x="8087475" y="2411366"/>
                  </a:lnTo>
                  <a:lnTo>
                    <a:pt x="8087812" y="2413694"/>
                  </a:lnTo>
                  <a:lnTo>
                    <a:pt x="8088148" y="2416460"/>
                  </a:lnTo>
                  <a:lnTo>
                    <a:pt x="8088485" y="2419283"/>
                  </a:lnTo>
                  <a:lnTo>
                    <a:pt x="8088821" y="2421899"/>
                  </a:lnTo>
                  <a:lnTo>
                    <a:pt x="8089158" y="2424385"/>
                  </a:lnTo>
                  <a:lnTo>
                    <a:pt x="8089494" y="2426501"/>
                  </a:lnTo>
                  <a:lnTo>
                    <a:pt x="8089831" y="2427906"/>
                  </a:lnTo>
                  <a:lnTo>
                    <a:pt x="8090167" y="2429472"/>
                  </a:lnTo>
                  <a:lnTo>
                    <a:pt x="8090504" y="2430698"/>
                  </a:lnTo>
                  <a:lnTo>
                    <a:pt x="8090840" y="2431971"/>
                  </a:lnTo>
                  <a:lnTo>
                    <a:pt x="8091176" y="2433401"/>
                  </a:lnTo>
                  <a:lnTo>
                    <a:pt x="8091513" y="2435012"/>
                  </a:lnTo>
                  <a:lnTo>
                    <a:pt x="8091849" y="2436665"/>
                  </a:lnTo>
                  <a:lnTo>
                    <a:pt x="8092186" y="2438112"/>
                  </a:lnTo>
                  <a:lnTo>
                    <a:pt x="8092522" y="2439129"/>
                  </a:lnTo>
                  <a:lnTo>
                    <a:pt x="8092859" y="2439720"/>
                  </a:lnTo>
                  <a:lnTo>
                    <a:pt x="8093195" y="2439716"/>
                  </a:lnTo>
                  <a:lnTo>
                    <a:pt x="8093532" y="2439113"/>
                  </a:lnTo>
                  <a:lnTo>
                    <a:pt x="8093868" y="2438359"/>
                  </a:lnTo>
                  <a:lnTo>
                    <a:pt x="8094205" y="2437726"/>
                  </a:lnTo>
                  <a:lnTo>
                    <a:pt x="8094541" y="2437233"/>
                  </a:lnTo>
                  <a:lnTo>
                    <a:pt x="8094776" y="2833682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92904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792921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87144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11199" y="581640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199" y="515058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11199" y="4484773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11199" y="3818959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552350" y="58601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52350" y="51943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52350" y="45285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2350" y="38627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7144" y="6354144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69494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37724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05954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741853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424157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41052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96100000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092825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96200000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775129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96300000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457432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96400000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39736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96500000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516148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96391" y="4886382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87144" y="3249099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2026-03-10T15:31:46Z</dcterms:modified>
  <cp:category/>
</cp:coreProperties>
</file>